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0"/>
  </p:notesMasterIdLst>
  <p:sldIdLst>
    <p:sldId id="330" r:id="rId2"/>
    <p:sldId id="613" r:id="rId3"/>
    <p:sldId id="609" r:id="rId4"/>
    <p:sldId id="605" r:id="rId5"/>
    <p:sldId id="610" r:id="rId6"/>
    <p:sldId id="611" r:id="rId7"/>
    <p:sldId id="607" r:id="rId8"/>
    <p:sldId id="612" r:id="rId9"/>
  </p:sldIdLst>
  <p:sldSz cx="9144000" cy="6858000" type="screen4x3"/>
  <p:notesSz cx="6858000" cy="91440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000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5" autoAdjust="0"/>
  </p:normalViewPr>
  <p:slideViewPr>
    <p:cSldViewPr>
      <p:cViewPr varScale="1">
        <p:scale>
          <a:sx n="82" d="100"/>
          <a:sy n="82" d="100"/>
        </p:scale>
        <p:origin x="1502" y="72"/>
      </p:cViewPr>
      <p:guideLst>
        <p:guide orient="horz" pos="864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9702"/>
    </p:cViewPr>
  </p:sorterViewPr>
  <p:notesViewPr>
    <p:cSldViewPr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h Kee Lin" userId="9e68bd29-1eeb-4ae3-beb9-48fd59e465e5" providerId="ADAL" clId="{420BFDFC-5DEB-4C3E-9BA9-B3BA18DF0325}"/>
    <pc:docChg chg="undo custSel addSld delSld modSld">
      <pc:chgData name="Neoh Kee Lin" userId="9e68bd29-1eeb-4ae3-beb9-48fd59e465e5" providerId="ADAL" clId="{420BFDFC-5DEB-4C3E-9BA9-B3BA18DF0325}" dt="2023-10-26T11:15:20.629" v="1533" actId="6549"/>
      <pc:docMkLst>
        <pc:docMk/>
      </pc:docMkLst>
      <pc:sldChg chg="modSp del mod">
        <pc:chgData name="Neoh Kee Lin" userId="9e68bd29-1eeb-4ae3-beb9-48fd59e465e5" providerId="ADAL" clId="{420BFDFC-5DEB-4C3E-9BA9-B3BA18DF0325}" dt="2023-10-26T11:08:54.436" v="1442" actId="47"/>
        <pc:sldMkLst>
          <pc:docMk/>
          <pc:sldMk cId="0" sldId="324"/>
        </pc:sldMkLst>
      </pc:sldChg>
      <pc:sldChg chg="modSp mod">
        <pc:chgData name="Neoh Kee Lin" userId="9e68bd29-1eeb-4ae3-beb9-48fd59e465e5" providerId="ADAL" clId="{420BFDFC-5DEB-4C3E-9BA9-B3BA18DF0325}" dt="2023-10-26T10:45:28.158" v="1348" actId="6549"/>
        <pc:sldMkLst>
          <pc:docMk/>
          <pc:sldMk cId="0" sldId="330"/>
        </pc:sldMkLst>
      </pc:sldChg>
      <pc:sldChg chg="modSp mod">
        <pc:chgData name="Neoh Kee Lin" userId="9e68bd29-1eeb-4ae3-beb9-48fd59e465e5" providerId="ADAL" clId="{420BFDFC-5DEB-4C3E-9BA9-B3BA18DF0325}" dt="2023-10-26T10:44:00.767" v="1346" actId="115"/>
        <pc:sldMkLst>
          <pc:docMk/>
          <pc:sldMk cId="0" sldId="357"/>
        </pc:sldMkLst>
      </pc:sldChg>
      <pc:sldChg chg="modSp mod">
        <pc:chgData name="Neoh Kee Lin" userId="9e68bd29-1eeb-4ae3-beb9-48fd59e465e5" providerId="ADAL" clId="{420BFDFC-5DEB-4C3E-9BA9-B3BA18DF0325}" dt="2023-10-26T11:05:14.870" v="1388" actId="6549"/>
        <pc:sldMkLst>
          <pc:docMk/>
          <pc:sldMk cId="3977217435" sldId="604"/>
        </pc:sldMkLst>
      </pc:sldChg>
      <pc:sldChg chg="modSp mod">
        <pc:chgData name="Neoh Kee Lin" userId="9e68bd29-1eeb-4ae3-beb9-48fd59e465e5" providerId="ADAL" clId="{420BFDFC-5DEB-4C3E-9BA9-B3BA18DF0325}" dt="2023-10-26T11:07:31.652" v="1437" actId="113"/>
        <pc:sldMkLst>
          <pc:docMk/>
          <pc:sldMk cId="2129793123" sldId="605"/>
        </pc:sldMkLst>
      </pc:sldChg>
      <pc:sldChg chg="modSp add mod">
        <pc:chgData name="Neoh Kee Lin" userId="9e68bd29-1eeb-4ae3-beb9-48fd59e465e5" providerId="ADAL" clId="{420BFDFC-5DEB-4C3E-9BA9-B3BA18DF0325}" dt="2023-10-26T11:03:49.676" v="1381" actId="20577"/>
        <pc:sldMkLst>
          <pc:docMk/>
          <pc:sldMk cId="3877849730" sldId="608"/>
        </pc:sldMkLst>
      </pc:sldChg>
      <pc:sldChg chg="modSp add mod">
        <pc:chgData name="Neoh Kee Lin" userId="9e68bd29-1eeb-4ae3-beb9-48fd59e465e5" providerId="ADAL" clId="{420BFDFC-5DEB-4C3E-9BA9-B3BA18DF0325}" dt="2023-10-26T11:06:08.406" v="1402" actId="6549"/>
        <pc:sldMkLst>
          <pc:docMk/>
          <pc:sldMk cId="325392119" sldId="609"/>
        </pc:sldMkLst>
      </pc:sldChg>
      <pc:sldChg chg="modSp add del mod">
        <pc:chgData name="Neoh Kee Lin" userId="9e68bd29-1eeb-4ae3-beb9-48fd59e465e5" providerId="ADAL" clId="{420BFDFC-5DEB-4C3E-9BA9-B3BA18DF0325}" dt="2023-10-26T11:09:17.932" v="1444" actId="1036"/>
        <pc:sldMkLst>
          <pc:docMk/>
          <pc:sldMk cId="0" sldId="610"/>
        </pc:sldMkLst>
      </pc:sldChg>
      <pc:sldChg chg="add">
        <pc:chgData name="Neoh Kee Lin" userId="9e68bd29-1eeb-4ae3-beb9-48fd59e465e5" providerId="ADAL" clId="{420BFDFC-5DEB-4C3E-9BA9-B3BA18DF0325}" dt="2023-10-26T11:08:17.492" v="1439"/>
        <pc:sldMkLst>
          <pc:docMk/>
          <pc:sldMk cId="2342649606" sldId="611"/>
        </pc:sldMkLst>
      </pc:sldChg>
      <pc:sldChg chg="modSp add mod">
        <pc:chgData name="Neoh Kee Lin" userId="9e68bd29-1eeb-4ae3-beb9-48fd59e465e5" providerId="ADAL" clId="{420BFDFC-5DEB-4C3E-9BA9-B3BA18DF0325}" dt="2023-10-26T11:12:47.228" v="1461" actId="6549"/>
        <pc:sldMkLst>
          <pc:docMk/>
          <pc:sldMk cId="675997918" sldId="612"/>
        </pc:sldMkLst>
      </pc:sldChg>
      <pc:sldChg chg="modSp add mod">
        <pc:chgData name="Neoh Kee Lin" userId="9e68bd29-1eeb-4ae3-beb9-48fd59e465e5" providerId="ADAL" clId="{420BFDFC-5DEB-4C3E-9BA9-B3BA18DF0325}" dt="2023-10-26T11:15:20.629" v="1533" actId="6549"/>
        <pc:sldMkLst>
          <pc:docMk/>
          <pc:sldMk cId="3194997821" sldId="613"/>
        </pc:sldMkLst>
      </pc:sldChg>
    </pc:docChg>
  </pc:docChgLst>
  <pc:docChgLst>
    <pc:chgData name="Neoh Kee Lin" userId="9e68bd29-1eeb-4ae3-beb9-48fd59e465e5" providerId="ADAL" clId="{95ED20A4-11E4-4D9A-977B-C7D4C71CF600}"/>
    <pc:docChg chg="undo custSel addSld delSld modSld">
      <pc:chgData name="Neoh Kee Lin" userId="9e68bd29-1eeb-4ae3-beb9-48fd59e465e5" providerId="ADAL" clId="{95ED20A4-11E4-4D9A-977B-C7D4C71CF600}" dt="2024-11-17T07:11:39.619" v="222" actId="13926"/>
      <pc:docMkLst>
        <pc:docMk/>
      </pc:docMkLst>
      <pc:sldChg chg="del">
        <pc:chgData name="Neoh Kee Lin" userId="9e68bd29-1eeb-4ae3-beb9-48fd59e465e5" providerId="ADAL" clId="{95ED20A4-11E4-4D9A-977B-C7D4C71CF600}" dt="2024-11-17T07:01:27.006" v="0" actId="47"/>
        <pc:sldMkLst>
          <pc:docMk/>
          <pc:sldMk cId="0" sldId="357"/>
        </pc:sldMkLst>
      </pc:sldChg>
      <pc:sldChg chg="modSp mod">
        <pc:chgData name="Neoh Kee Lin" userId="9e68bd29-1eeb-4ae3-beb9-48fd59e465e5" providerId="ADAL" clId="{95ED20A4-11E4-4D9A-977B-C7D4C71CF600}" dt="2024-11-17T07:11:39.619" v="222" actId="13926"/>
        <pc:sldMkLst>
          <pc:docMk/>
          <pc:sldMk cId="3977217435" sldId="604"/>
        </pc:sldMkLst>
      </pc:sldChg>
      <pc:sldChg chg="modSp mod">
        <pc:chgData name="Neoh Kee Lin" userId="9e68bd29-1eeb-4ae3-beb9-48fd59e465e5" providerId="ADAL" clId="{95ED20A4-11E4-4D9A-977B-C7D4C71CF600}" dt="2024-11-17T07:02:41.003" v="54" actId="6549"/>
        <pc:sldMkLst>
          <pc:docMk/>
          <pc:sldMk cId="3877849730" sldId="608"/>
        </pc:sldMkLst>
      </pc:sldChg>
      <pc:sldChg chg="modSp mod">
        <pc:chgData name="Neoh Kee Lin" userId="9e68bd29-1eeb-4ae3-beb9-48fd59e465e5" providerId="ADAL" clId="{95ED20A4-11E4-4D9A-977B-C7D4C71CF600}" dt="2024-11-17T07:10:51.703" v="209" actId="20577"/>
        <pc:sldMkLst>
          <pc:docMk/>
          <pc:sldMk cId="325392119" sldId="609"/>
        </pc:sldMkLst>
      </pc:sldChg>
      <pc:sldChg chg="modSp mod">
        <pc:chgData name="Neoh Kee Lin" userId="9e68bd29-1eeb-4ae3-beb9-48fd59e465e5" providerId="ADAL" clId="{95ED20A4-11E4-4D9A-977B-C7D4C71CF600}" dt="2024-11-17T07:04:07.896" v="79" actId="20577"/>
        <pc:sldMkLst>
          <pc:docMk/>
          <pc:sldMk cId="3194997821" sldId="613"/>
        </pc:sldMkLst>
      </pc:sldChg>
      <pc:sldChg chg="modSp add del mod">
        <pc:chgData name="Neoh Kee Lin" userId="9e68bd29-1eeb-4ae3-beb9-48fd59e465e5" providerId="ADAL" clId="{95ED20A4-11E4-4D9A-977B-C7D4C71CF600}" dt="2024-11-17T07:03:21.908" v="57" actId="6549"/>
        <pc:sldMkLst>
          <pc:docMk/>
          <pc:sldMk cId="3400003690" sldId="615"/>
        </pc:sldMkLst>
      </pc:sldChg>
    </pc:docChg>
  </pc:docChgLst>
  <pc:docChgLst>
    <pc:chgData name="Neoh Kee Lin" userId="9e68bd29-1eeb-4ae3-beb9-48fd59e465e5" providerId="ADAL" clId="{2B338EC3-09DF-4C98-A044-F0D9E12D9C21}"/>
    <pc:docChg chg="modSld">
      <pc:chgData name="Neoh Kee Lin" userId="9e68bd29-1eeb-4ae3-beb9-48fd59e465e5" providerId="ADAL" clId="{2B338EC3-09DF-4C98-A044-F0D9E12D9C21}" dt="2022-11-01T11:17:44.491" v="12" actId="6549"/>
      <pc:docMkLst>
        <pc:docMk/>
      </pc:docMkLst>
      <pc:sldChg chg="modSp mod">
        <pc:chgData name="Neoh Kee Lin" userId="9e68bd29-1eeb-4ae3-beb9-48fd59e465e5" providerId="ADAL" clId="{2B338EC3-09DF-4C98-A044-F0D9E12D9C21}" dt="2022-11-01T11:17:44.491" v="12" actId="6549"/>
        <pc:sldMkLst>
          <pc:docMk/>
          <pc:sldMk cId="2723327153" sldId="607"/>
        </pc:sldMkLst>
      </pc:sldChg>
    </pc:docChg>
  </pc:docChgLst>
  <pc:docChgLst>
    <pc:chgData name="Neoh Kee Lin" userId="9e68bd29-1eeb-4ae3-beb9-48fd59e465e5" providerId="ADAL" clId="{139FD3E9-145B-435F-A4CD-84B1E1BEC54B}"/>
    <pc:docChg chg="undo custSel modSld sldOrd">
      <pc:chgData name="Neoh Kee Lin" userId="9e68bd29-1eeb-4ae3-beb9-48fd59e465e5" providerId="ADAL" clId="{139FD3E9-145B-435F-A4CD-84B1E1BEC54B}" dt="2024-11-17T07:34:05.436" v="201" actId="20577"/>
      <pc:docMkLst>
        <pc:docMk/>
      </pc:docMkLst>
      <pc:sldChg chg="modSp mod">
        <pc:chgData name="Neoh Kee Lin" userId="9e68bd29-1eeb-4ae3-beb9-48fd59e465e5" providerId="ADAL" clId="{139FD3E9-145B-435F-A4CD-84B1E1BEC54B}" dt="2024-11-17T07:29:33.784" v="153" actId="13926"/>
        <pc:sldMkLst>
          <pc:docMk/>
          <pc:sldMk cId="3977217435" sldId="604"/>
        </pc:sldMkLst>
      </pc:sldChg>
      <pc:sldChg chg="modSp mod">
        <pc:chgData name="Neoh Kee Lin" userId="9e68bd29-1eeb-4ae3-beb9-48fd59e465e5" providerId="ADAL" clId="{139FD3E9-145B-435F-A4CD-84B1E1BEC54B}" dt="2024-11-17T07:30:45.275" v="188" actId="20577"/>
        <pc:sldMkLst>
          <pc:docMk/>
          <pc:sldMk cId="3877849730" sldId="608"/>
        </pc:sldMkLst>
      </pc:sldChg>
      <pc:sldChg chg="modSp mod">
        <pc:chgData name="Neoh Kee Lin" userId="9e68bd29-1eeb-4ae3-beb9-48fd59e465e5" providerId="ADAL" clId="{139FD3E9-145B-435F-A4CD-84B1E1BEC54B}" dt="2024-11-17T07:34:05.436" v="201" actId="20577"/>
        <pc:sldMkLst>
          <pc:docMk/>
          <pc:sldMk cId="675997918" sldId="612"/>
        </pc:sldMkLst>
      </pc:sldChg>
      <pc:sldChg chg="modSp mod ord">
        <pc:chgData name="Neoh Kee Lin" userId="9e68bd29-1eeb-4ae3-beb9-48fd59e465e5" providerId="ADAL" clId="{139FD3E9-145B-435F-A4CD-84B1E1BEC54B}" dt="2024-11-17T07:33:56.466" v="190"/>
        <pc:sldMkLst>
          <pc:docMk/>
          <pc:sldMk cId="3194997821" sldId="613"/>
        </pc:sldMkLst>
      </pc:sldChg>
    </pc:docChg>
  </pc:docChgLst>
  <pc:docChgLst>
    <pc:chgData name="Neoh Kee Lin" userId="9e68bd29-1eeb-4ae3-beb9-48fd59e465e5" providerId="ADAL" clId="{629AD2E0-EC53-45C6-9D5B-DA45662D522A}"/>
    <pc:docChg chg="custSel delSld modSld">
      <pc:chgData name="Neoh Kee Lin" userId="9e68bd29-1eeb-4ae3-beb9-48fd59e465e5" providerId="ADAL" clId="{629AD2E0-EC53-45C6-9D5B-DA45662D522A}" dt="2023-09-29T13:23:39.066" v="87" actId="1076"/>
      <pc:docMkLst>
        <pc:docMk/>
      </pc:docMkLst>
      <pc:sldChg chg="modSp mod">
        <pc:chgData name="Neoh Kee Lin" userId="9e68bd29-1eeb-4ae3-beb9-48fd59e465e5" providerId="ADAL" clId="{629AD2E0-EC53-45C6-9D5B-DA45662D522A}" dt="2023-09-29T12:39:41.097" v="6" actId="114"/>
        <pc:sldMkLst>
          <pc:docMk/>
          <pc:sldMk cId="0" sldId="357"/>
        </pc:sldMkLst>
      </pc:sldChg>
      <pc:sldChg chg="delSp modSp mod">
        <pc:chgData name="Neoh Kee Lin" userId="9e68bd29-1eeb-4ae3-beb9-48fd59e465e5" providerId="ADAL" clId="{629AD2E0-EC53-45C6-9D5B-DA45662D522A}" dt="2023-09-29T13:15:53.366" v="72"/>
        <pc:sldMkLst>
          <pc:docMk/>
          <pc:sldMk cId="3977217435" sldId="604"/>
        </pc:sldMkLst>
      </pc:sldChg>
      <pc:sldChg chg="addSp delSp modSp mod">
        <pc:chgData name="Neoh Kee Lin" userId="9e68bd29-1eeb-4ae3-beb9-48fd59e465e5" providerId="ADAL" clId="{629AD2E0-EC53-45C6-9D5B-DA45662D522A}" dt="2023-09-29T13:23:39.066" v="87" actId="1076"/>
        <pc:sldMkLst>
          <pc:docMk/>
          <pc:sldMk cId="2129793123" sldId="605"/>
        </pc:sldMkLst>
      </pc:sldChg>
      <pc:sldChg chg="modSp del mod">
        <pc:chgData name="Neoh Kee Lin" userId="9e68bd29-1eeb-4ae3-beb9-48fd59e465e5" providerId="ADAL" clId="{629AD2E0-EC53-45C6-9D5B-DA45662D522A}" dt="2023-09-29T13:12:52.396" v="62" actId="47"/>
        <pc:sldMkLst>
          <pc:docMk/>
          <pc:sldMk cId="1050905412" sldId="606"/>
        </pc:sldMkLst>
      </pc:sldChg>
      <pc:sldChg chg="delSp modSp del mod">
        <pc:chgData name="Neoh Kee Lin" userId="9e68bd29-1eeb-4ae3-beb9-48fd59e465e5" providerId="ADAL" clId="{629AD2E0-EC53-45C6-9D5B-DA45662D522A}" dt="2023-09-29T13:16:00.836" v="73" actId="47"/>
        <pc:sldMkLst>
          <pc:docMk/>
          <pc:sldMk cId="551823336" sldId="608"/>
        </pc:sldMkLst>
      </pc:sldChg>
    </pc:docChg>
  </pc:docChgLst>
  <pc:docChgLst>
    <pc:chgData name="Neoh Kee Lin" userId="9e68bd29-1eeb-4ae3-beb9-48fd59e465e5" providerId="ADAL" clId="{D50F2E08-C8BC-4869-BC67-B3A34B10077E}"/>
    <pc:docChg chg="undo custSel addSld delSld modSld">
      <pc:chgData name="Neoh Kee Lin" userId="9e68bd29-1eeb-4ae3-beb9-48fd59e465e5" providerId="ADAL" clId="{D50F2E08-C8BC-4869-BC67-B3A34B10077E}" dt="2022-10-31T08:20:37.437" v="795" actId="6549"/>
      <pc:docMkLst>
        <pc:docMk/>
      </pc:docMkLst>
      <pc:sldChg chg="del">
        <pc:chgData name="Neoh Kee Lin" userId="9e68bd29-1eeb-4ae3-beb9-48fd59e465e5" providerId="ADAL" clId="{D50F2E08-C8BC-4869-BC67-B3A34B10077E}" dt="2022-10-31T06:26:50.695" v="137" actId="47"/>
        <pc:sldMkLst>
          <pc:docMk/>
          <pc:sldMk cId="0" sldId="259"/>
        </pc:sldMkLst>
      </pc:sldChg>
      <pc:sldChg chg="modSp add del mod">
        <pc:chgData name="Neoh Kee Lin" userId="9e68bd29-1eeb-4ae3-beb9-48fd59e465e5" providerId="ADAL" clId="{D50F2E08-C8BC-4869-BC67-B3A34B10077E}" dt="2022-10-31T07:47:04.899" v="538" actId="20577"/>
        <pc:sldMkLst>
          <pc:docMk/>
          <pc:sldMk cId="0" sldId="324"/>
        </pc:sldMkLst>
      </pc:sldChg>
      <pc:sldChg chg="modSp mod">
        <pc:chgData name="Neoh Kee Lin" userId="9e68bd29-1eeb-4ae3-beb9-48fd59e465e5" providerId="ADAL" clId="{D50F2E08-C8BC-4869-BC67-B3A34B10077E}" dt="2022-10-31T06:23:18.801" v="22" actId="20577"/>
        <pc:sldMkLst>
          <pc:docMk/>
          <pc:sldMk cId="0" sldId="330"/>
        </pc:sldMkLst>
      </pc:sldChg>
      <pc:sldChg chg="del">
        <pc:chgData name="Neoh Kee Lin" userId="9e68bd29-1eeb-4ae3-beb9-48fd59e465e5" providerId="ADAL" clId="{D50F2E08-C8BC-4869-BC67-B3A34B10077E}" dt="2022-10-31T06:26:50.117" v="133" actId="47"/>
        <pc:sldMkLst>
          <pc:docMk/>
          <pc:sldMk cId="0" sldId="354"/>
        </pc:sldMkLst>
      </pc:sldChg>
      <pc:sldChg chg="modSp add del mod">
        <pc:chgData name="Neoh Kee Lin" userId="9e68bd29-1eeb-4ae3-beb9-48fd59e465e5" providerId="ADAL" clId="{D50F2E08-C8BC-4869-BC67-B3A34B10077E}" dt="2022-10-31T08:01:08.453" v="722" actId="20577"/>
        <pc:sldMkLst>
          <pc:docMk/>
          <pc:sldMk cId="0" sldId="357"/>
        </pc:sldMkLst>
      </pc:sldChg>
      <pc:sldChg chg="del">
        <pc:chgData name="Neoh Kee Lin" userId="9e68bd29-1eeb-4ae3-beb9-48fd59e465e5" providerId="ADAL" clId="{D50F2E08-C8BC-4869-BC67-B3A34B10077E}" dt="2022-10-31T06:26:50.742" v="138" actId="47"/>
        <pc:sldMkLst>
          <pc:docMk/>
          <pc:sldMk cId="0" sldId="394"/>
        </pc:sldMkLst>
      </pc:sldChg>
      <pc:sldChg chg="del">
        <pc:chgData name="Neoh Kee Lin" userId="9e68bd29-1eeb-4ae3-beb9-48fd59e465e5" providerId="ADAL" clId="{D50F2E08-C8BC-4869-BC67-B3A34B10077E}" dt="2022-10-31T06:26:52.106" v="154" actId="47"/>
        <pc:sldMkLst>
          <pc:docMk/>
          <pc:sldMk cId="0" sldId="427"/>
        </pc:sldMkLst>
      </pc:sldChg>
      <pc:sldChg chg="del">
        <pc:chgData name="Neoh Kee Lin" userId="9e68bd29-1eeb-4ae3-beb9-48fd59e465e5" providerId="ADAL" clId="{D50F2E08-C8BC-4869-BC67-B3A34B10077E}" dt="2022-10-31T06:26:50.923" v="143" actId="47"/>
        <pc:sldMkLst>
          <pc:docMk/>
          <pc:sldMk cId="0" sldId="448"/>
        </pc:sldMkLst>
      </pc:sldChg>
      <pc:sldChg chg="del">
        <pc:chgData name="Neoh Kee Lin" userId="9e68bd29-1eeb-4ae3-beb9-48fd59e465e5" providerId="ADAL" clId="{D50F2E08-C8BC-4869-BC67-B3A34B10077E}" dt="2022-10-31T06:26:50.656" v="136" actId="47"/>
        <pc:sldMkLst>
          <pc:docMk/>
          <pc:sldMk cId="0" sldId="468"/>
        </pc:sldMkLst>
      </pc:sldChg>
      <pc:sldChg chg="del">
        <pc:chgData name="Neoh Kee Lin" userId="9e68bd29-1eeb-4ae3-beb9-48fd59e465e5" providerId="ADAL" clId="{D50F2E08-C8BC-4869-BC67-B3A34B10077E}" dt="2022-10-31T06:26:50.595" v="134" actId="47"/>
        <pc:sldMkLst>
          <pc:docMk/>
          <pc:sldMk cId="0" sldId="469"/>
        </pc:sldMkLst>
      </pc:sldChg>
      <pc:sldChg chg="del">
        <pc:chgData name="Neoh Kee Lin" userId="9e68bd29-1eeb-4ae3-beb9-48fd59e465e5" providerId="ADAL" clId="{D50F2E08-C8BC-4869-BC67-B3A34B10077E}" dt="2022-10-31T06:26:50.796" v="140" actId="47"/>
        <pc:sldMkLst>
          <pc:docMk/>
          <pc:sldMk cId="0" sldId="471"/>
        </pc:sldMkLst>
      </pc:sldChg>
      <pc:sldChg chg="del">
        <pc:chgData name="Neoh Kee Lin" userId="9e68bd29-1eeb-4ae3-beb9-48fd59e465e5" providerId="ADAL" clId="{D50F2E08-C8BC-4869-BC67-B3A34B10077E}" dt="2022-10-31T06:26:50.958" v="144" actId="47"/>
        <pc:sldMkLst>
          <pc:docMk/>
          <pc:sldMk cId="0" sldId="474"/>
        </pc:sldMkLst>
      </pc:sldChg>
      <pc:sldChg chg="del">
        <pc:chgData name="Neoh Kee Lin" userId="9e68bd29-1eeb-4ae3-beb9-48fd59e465e5" providerId="ADAL" clId="{D50F2E08-C8BC-4869-BC67-B3A34B10077E}" dt="2022-10-31T06:26:50.768" v="139" actId="47"/>
        <pc:sldMkLst>
          <pc:docMk/>
          <pc:sldMk cId="0" sldId="476"/>
        </pc:sldMkLst>
      </pc:sldChg>
      <pc:sldChg chg="del">
        <pc:chgData name="Neoh Kee Lin" userId="9e68bd29-1eeb-4ae3-beb9-48fd59e465e5" providerId="ADAL" clId="{D50F2E08-C8BC-4869-BC67-B3A34B10077E}" dt="2022-10-31T06:26:52.045" v="152" actId="47"/>
        <pc:sldMkLst>
          <pc:docMk/>
          <pc:sldMk cId="0" sldId="490"/>
        </pc:sldMkLst>
      </pc:sldChg>
      <pc:sldChg chg="del">
        <pc:chgData name="Neoh Kee Lin" userId="9e68bd29-1eeb-4ae3-beb9-48fd59e465e5" providerId="ADAL" clId="{D50F2E08-C8BC-4869-BC67-B3A34B10077E}" dt="2022-10-31T06:26:52.084" v="153" actId="47"/>
        <pc:sldMkLst>
          <pc:docMk/>
          <pc:sldMk cId="0" sldId="491"/>
        </pc:sldMkLst>
      </pc:sldChg>
      <pc:sldChg chg="del">
        <pc:chgData name="Neoh Kee Lin" userId="9e68bd29-1eeb-4ae3-beb9-48fd59e465e5" providerId="ADAL" clId="{D50F2E08-C8BC-4869-BC67-B3A34B10077E}" dt="2022-10-31T06:26:52.002" v="151" actId="47"/>
        <pc:sldMkLst>
          <pc:docMk/>
          <pc:sldMk cId="0" sldId="503"/>
        </pc:sldMkLst>
      </pc:sldChg>
      <pc:sldChg chg="del">
        <pc:chgData name="Neoh Kee Lin" userId="9e68bd29-1eeb-4ae3-beb9-48fd59e465e5" providerId="ADAL" clId="{D50F2E08-C8BC-4869-BC67-B3A34B10077E}" dt="2022-10-31T06:26:52.135" v="155" actId="47"/>
        <pc:sldMkLst>
          <pc:docMk/>
          <pc:sldMk cId="0" sldId="514"/>
        </pc:sldMkLst>
      </pc:sldChg>
      <pc:sldChg chg="del">
        <pc:chgData name="Neoh Kee Lin" userId="9e68bd29-1eeb-4ae3-beb9-48fd59e465e5" providerId="ADAL" clId="{D50F2E08-C8BC-4869-BC67-B3A34B10077E}" dt="2022-10-31T06:26:51.115" v="149" actId="47"/>
        <pc:sldMkLst>
          <pc:docMk/>
          <pc:sldMk cId="0" sldId="517"/>
        </pc:sldMkLst>
      </pc:sldChg>
      <pc:sldChg chg="del">
        <pc:chgData name="Neoh Kee Lin" userId="9e68bd29-1eeb-4ae3-beb9-48fd59e465e5" providerId="ADAL" clId="{D50F2E08-C8BC-4869-BC67-B3A34B10077E}" dt="2022-10-31T06:26:50.635" v="135" actId="47"/>
        <pc:sldMkLst>
          <pc:docMk/>
          <pc:sldMk cId="0" sldId="521"/>
        </pc:sldMkLst>
      </pc:sldChg>
      <pc:sldChg chg="del">
        <pc:chgData name="Neoh Kee Lin" userId="9e68bd29-1eeb-4ae3-beb9-48fd59e465e5" providerId="ADAL" clId="{D50F2E08-C8BC-4869-BC67-B3A34B10077E}" dt="2022-10-31T06:26:51.494" v="150" actId="47"/>
        <pc:sldMkLst>
          <pc:docMk/>
          <pc:sldMk cId="0" sldId="593"/>
        </pc:sldMkLst>
      </pc:sldChg>
      <pc:sldChg chg="del">
        <pc:chgData name="Neoh Kee Lin" userId="9e68bd29-1eeb-4ae3-beb9-48fd59e465e5" providerId="ADAL" clId="{D50F2E08-C8BC-4869-BC67-B3A34B10077E}" dt="2022-10-31T06:26:50.829" v="141" actId="47"/>
        <pc:sldMkLst>
          <pc:docMk/>
          <pc:sldMk cId="3313642990" sldId="594"/>
        </pc:sldMkLst>
      </pc:sldChg>
      <pc:sldChg chg="del">
        <pc:chgData name="Neoh Kee Lin" userId="9e68bd29-1eeb-4ae3-beb9-48fd59e465e5" providerId="ADAL" clId="{D50F2E08-C8BC-4869-BC67-B3A34B10077E}" dt="2022-10-31T06:26:50.857" v="142" actId="47"/>
        <pc:sldMkLst>
          <pc:docMk/>
          <pc:sldMk cId="2224528479" sldId="596"/>
        </pc:sldMkLst>
      </pc:sldChg>
      <pc:sldChg chg="del">
        <pc:chgData name="Neoh Kee Lin" userId="9e68bd29-1eeb-4ae3-beb9-48fd59e465e5" providerId="ADAL" clId="{D50F2E08-C8BC-4869-BC67-B3A34B10077E}" dt="2022-10-31T06:26:51.094" v="148" actId="47"/>
        <pc:sldMkLst>
          <pc:docMk/>
          <pc:sldMk cId="1614314177" sldId="597"/>
        </pc:sldMkLst>
      </pc:sldChg>
      <pc:sldChg chg="del">
        <pc:chgData name="Neoh Kee Lin" userId="9e68bd29-1eeb-4ae3-beb9-48fd59e465e5" providerId="ADAL" clId="{D50F2E08-C8BC-4869-BC67-B3A34B10077E}" dt="2022-10-31T06:26:50.996" v="145" actId="47"/>
        <pc:sldMkLst>
          <pc:docMk/>
          <pc:sldMk cId="68143750" sldId="598"/>
        </pc:sldMkLst>
      </pc:sldChg>
      <pc:sldChg chg="del">
        <pc:chgData name="Neoh Kee Lin" userId="9e68bd29-1eeb-4ae3-beb9-48fd59e465e5" providerId="ADAL" clId="{D50F2E08-C8BC-4869-BC67-B3A34B10077E}" dt="2022-10-31T06:26:51.061" v="147" actId="47"/>
        <pc:sldMkLst>
          <pc:docMk/>
          <pc:sldMk cId="3088220761" sldId="599"/>
        </pc:sldMkLst>
      </pc:sldChg>
      <pc:sldChg chg="del">
        <pc:chgData name="Neoh Kee Lin" userId="9e68bd29-1eeb-4ae3-beb9-48fd59e465e5" providerId="ADAL" clId="{D50F2E08-C8BC-4869-BC67-B3A34B10077E}" dt="2022-10-31T06:26:51.038" v="146" actId="47"/>
        <pc:sldMkLst>
          <pc:docMk/>
          <pc:sldMk cId="223255190" sldId="601"/>
        </pc:sldMkLst>
      </pc:sldChg>
      <pc:sldChg chg="del">
        <pc:chgData name="Neoh Kee Lin" userId="9e68bd29-1eeb-4ae3-beb9-48fd59e465e5" providerId="ADAL" clId="{D50F2E08-C8BC-4869-BC67-B3A34B10077E}" dt="2022-10-31T06:26:52.159" v="156" actId="47"/>
        <pc:sldMkLst>
          <pc:docMk/>
          <pc:sldMk cId="2067462609" sldId="603"/>
        </pc:sldMkLst>
      </pc:sldChg>
      <pc:sldChg chg="addSp delSp modSp add del mod setBg">
        <pc:chgData name="Neoh Kee Lin" userId="9e68bd29-1eeb-4ae3-beb9-48fd59e465e5" providerId="ADAL" clId="{D50F2E08-C8BC-4869-BC67-B3A34B10077E}" dt="2022-10-31T08:19:18.243" v="794" actId="1036"/>
        <pc:sldMkLst>
          <pc:docMk/>
          <pc:sldMk cId="3977217435" sldId="604"/>
        </pc:sldMkLst>
      </pc:sldChg>
      <pc:sldChg chg="addSp modSp add mod">
        <pc:chgData name="Neoh Kee Lin" userId="9e68bd29-1eeb-4ae3-beb9-48fd59e465e5" providerId="ADAL" clId="{D50F2E08-C8BC-4869-BC67-B3A34B10077E}" dt="2022-10-31T06:37:41.393" v="326" actId="1036"/>
        <pc:sldMkLst>
          <pc:docMk/>
          <pc:sldMk cId="2129793123" sldId="605"/>
        </pc:sldMkLst>
      </pc:sldChg>
      <pc:sldChg chg="modSp add mod">
        <pc:chgData name="Neoh Kee Lin" userId="9e68bd29-1eeb-4ae3-beb9-48fd59e465e5" providerId="ADAL" clId="{D50F2E08-C8BC-4869-BC67-B3A34B10077E}" dt="2022-10-31T07:44:22.492" v="418" actId="404"/>
        <pc:sldMkLst>
          <pc:docMk/>
          <pc:sldMk cId="1050905412" sldId="606"/>
        </pc:sldMkLst>
      </pc:sldChg>
      <pc:sldChg chg="addSp modSp add mod">
        <pc:chgData name="Neoh Kee Lin" userId="9e68bd29-1eeb-4ae3-beb9-48fd59e465e5" providerId="ADAL" clId="{D50F2E08-C8BC-4869-BC67-B3A34B10077E}" dt="2022-10-31T08:20:37.437" v="795" actId="6549"/>
        <pc:sldMkLst>
          <pc:docMk/>
          <pc:sldMk cId="2723327153" sldId="607"/>
        </pc:sldMkLst>
      </pc:sldChg>
      <pc:sldChg chg="addSp delSp modSp add mod">
        <pc:chgData name="Neoh Kee Lin" userId="9e68bd29-1eeb-4ae3-beb9-48fd59e465e5" providerId="ADAL" clId="{D50F2E08-C8BC-4869-BC67-B3A34B10077E}" dt="2022-10-31T08:19:10.139" v="793" actId="1076"/>
        <pc:sldMkLst>
          <pc:docMk/>
          <pc:sldMk cId="551823336" sldId="608"/>
        </pc:sldMkLst>
      </pc:sldChg>
    </pc:docChg>
  </pc:docChgLst>
  <pc:docChgLst>
    <pc:chgData name="Neoh Kee Lin" userId="9e68bd29-1eeb-4ae3-beb9-48fd59e465e5" providerId="ADAL" clId="{2FE2A9F3-5C3F-4C58-A75A-1305854781ED}"/>
    <pc:docChg chg="undo custSel addSld delSld modSld">
      <pc:chgData name="Neoh Kee Lin" userId="9e68bd29-1eeb-4ae3-beb9-48fd59e465e5" providerId="ADAL" clId="{2FE2A9F3-5C3F-4C58-A75A-1305854781ED}" dt="2025-02-26T09:27:07.565" v="565" actId="1036"/>
      <pc:docMkLst>
        <pc:docMk/>
      </pc:docMkLst>
      <pc:sldChg chg="addSp delSp modSp mod chgLayout">
        <pc:chgData name="Neoh Kee Lin" userId="9e68bd29-1eeb-4ae3-beb9-48fd59e465e5" providerId="ADAL" clId="{2FE2A9F3-5C3F-4C58-A75A-1305854781ED}" dt="2025-02-26T09:27:07.565" v="565" actId="1036"/>
        <pc:sldMkLst>
          <pc:docMk/>
          <pc:sldMk cId="0" sldId="330"/>
        </pc:sldMkLst>
        <pc:spChg chg="add del mod ord">
          <ac:chgData name="Neoh Kee Lin" userId="9e68bd29-1eeb-4ae3-beb9-48fd59e465e5" providerId="ADAL" clId="{2FE2A9F3-5C3F-4C58-A75A-1305854781ED}" dt="2025-02-26T09:26:12.552" v="538" actId="700"/>
          <ac:spMkLst>
            <pc:docMk/>
            <pc:sldMk cId="0" sldId="330"/>
            <ac:spMk id="2" creationId="{83020975-C198-52E6-0BFC-A89B589245C5}"/>
          </ac:spMkLst>
        </pc:spChg>
        <pc:spChg chg="add mod ord">
          <ac:chgData name="Neoh Kee Lin" userId="9e68bd29-1eeb-4ae3-beb9-48fd59e465e5" providerId="ADAL" clId="{2FE2A9F3-5C3F-4C58-A75A-1305854781ED}" dt="2025-02-26T09:27:07.565" v="565" actId="1036"/>
          <ac:spMkLst>
            <pc:docMk/>
            <pc:sldMk cId="0" sldId="330"/>
            <ac:spMk id="3" creationId="{154F2A23-B9E9-8E85-3F4C-6CE879792CF8}"/>
          </ac:spMkLst>
        </pc:spChg>
        <pc:spChg chg="mod ord">
          <ac:chgData name="Neoh Kee Lin" userId="9e68bd29-1eeb-4ae3-beb9-48fd59e465e5" providerId="ADAL" clId="{2FE2A9F3-5C3F-4C58-A75A-1305854781ED}" dt="2025-02-26T09:26:25.306" v="539" actId="700"/>
          <ac:spMkLst>
            <pc:docMk/>
            <pc:sldMk cId="0" sldId="330"/>
            <ac:spMk id="4098" creationId="{83F0DF2F-5D6D-482C-89B5-DFB78AE98C71}"/>
          </ac:spMkLst>
        </pc:spChg>
        <pc:spChg chg="mod ord">
          <ac:chgData name="Neoh Kee Lin" userId="9e68bd29-1eeb-4ae3-beb9-48fd59e465e5" providerId="ADAL" clId="{2FE2A9F3-5C3F-4C58-A75A-1305854781ED}" dt="2025-02-26T09:27:07.565" v="565" actId="1036"/>
          <ac:spMkLst>
            <pc:docMk/>
            <pc:sldMk cId="0" sldId="330"/>
            <ac:spMk id="4099" creationId="{F24A454D-5BF3-4AE6-80C5-274455537A48}"/>
          </ac:spMkLst>
        </pc:spChg>
        <pc:spChg chg="del">
          <ac:chgData name="Neoh Kee Lin" userId="9e68bd29-1eeb-4ae3-beb9-48fd59e465e5" providerId="ADAL" clId="{2FE2A9F3-5C3F-4C58-A75A-1305854781ED}" dt="2025-02-26T09:26:46.084" v="542" actId="478"/>
          <ac:spMkLst>
            <pc:docMk/>
            <pc:sldMk cId="0" sldId="330"/>
            <ac:spMk id="4100" creationId="{F4359B2D-14A5-4818-8EF2-DB2E43F96C80}"/>
          </ac:spMkLst>
        </pc:spChg>
        <pc:spChg chg="del">
          <ac:chgData name="Neoh Kee Lin" userId="9e68bd29-1eeb-4ae3-beb9-48fd59e465e5" providerId="ADAL" clId="{2FE2A9F3-5C3F-4C58-A75A-1305854781ED}" dt="2025-02-26T09:26:54.888" v="544" actId="478"/>
          <ac:spMkLst>
            <pc:docMk/>
            <pc:sldMk cId="0" sldId="330"/>
            <ac:spMk id="4101" creationId="{98C062E6-CFCD-44B4-AFE8-85EA2943EF26}"/>
          </ac:spMkLst>
        </pc:spChg>
        <pc:spChg chg="del">
          <ac:chgData name="Neoh Kee Lin" userId="9e68bd29-1eeb-4ae3-beb9-48fd59e465e5" providerId="ADAL" clId="{2FE2A9F3-5C3F-4C58-A75A-1305854781ED}" dt="2025-02-26T09:26:53.930" v="543" actId="478"/>
          <ac:spMkLst>
            <pc:docMk/>
            <pc:sldMk cId="0" sldId="330"/>
            <ac:spMk id="4102" creationId="{18EEE994-7FC6-4216-8E4C-2DC120DBE764}"/>
          </ac:spMkLst>
        </pc:spChg>
      </pc:sldChg>
      <pc:sldChg chg="modSp del mod">
        <pc:chgData name="Neoh Kee Lin" userId="9e68bd29-1eeb-4ae3-beb9-48fd59e465e5" providerId="ADAL" clId="{2FE2A9F3-5C3F-4C58-A75A-1305854781ED}" dt="2025-02-26T04:52:31.624" v="408" actId="47"/>
        <pc:sldMkLst>
          <pc:docMk/>
          <pc:sldMk cId="3977217435" sldId="604"/>
        </pc:sldMkLst>
        <pc:spChg chg="mod">
          <ac:chgData name="Neoh Kee Lin" userId="9e68bd29-1eeb-4ae3-beb9-48fd59e465e5" providerId="ADAL" clId="{2FE2A9F3-5C3F-4C58-A75A-1305854781ED}" dt="2025-02-26T02:50:41.551" v="81" actId="6549"/>
          <ac:spMkLst>
            <pc:docMk/>
            <pc:sldMk cId="3977217435" sldId="604"/>
            <ac:spMk id="7171" creationId="{6462415F-4900-4107-910A-04721FB6D84C}"/>
          </ac:spMkLst>
        </pc:spChg>
        <pc:spChg chg="mod">
          <ac:chgData name="Neoh Kee Lin" userId="9e68bd29-1eeb-4ae3-beb9-48fd59e465e5" providerId="ADAL" clId="{2FE2A9F3-5C3F-4C58-A75A-1305854781ED}" dt="2025-02-26T04:51:40.069" v="397" actId="6549"/>
          <ac:spMkLst>
            <pc:docMk/>
            <pc:sldMk cId="3977217435" sldId="604"/>
            <ac:spMk id="7172" creationId="{938B954E-ABA3-42A5-A7BC-89E23F077C24}"/>
          </ac:spMkLst>
        </pc:spChg>
      </pc:sldChg>
      <pc:sldChg chg="delSp modSp mod">
        <pc:chgData name="Neoh Kee Lin" userId="9e68bd29-1eeb-4ae3-beb9-48fd59e465e5" providerId="ADAL" clId="{2FE2A9F3-5C3F-4C58-A75A-1305854781ED}" dt="2025-02-26T04:43:25.810" v="157" actId="20577"/>
        <pc:sldMkLst>
          <pc:docMk/>
          <pc:sldMk cId="2723327153" sldId="607"/>
        </pc:sldMkLst>
        <pc:spChg chg="mod">
          <ac:chgData name="Neoh Kee Lin" userId="9e68bd29-1eeb-4ae3-beb9-48fd59e465e5" providerId="ADAL" clId="{2FE2A9F3-5C3F-4C58-A75A-1305854781ED}" dt="2025-02-26T04:43:25.810" v="157" actId="20577"/>
          <ac:spMkLst>
            <pc:docMk/>
            <pc:sldMk cId="2723327153" sldId="607"/>
            <ac:spMk id="7172" creationId="{938B954E-ABA3-42A5-A7BC-89E23F077C24}"/>
          </ac:spMkLst>
        </pc:spChg>
        <pc:picChg chg="del">
          <ac:chgData name="Neoh Kee Lin" userId="9e68bd29-1eeb-4ae3-beb9-48fd59e465e5" providerId="ADAL" clId="{2FE2A9F3-5C3F-4C58-A75A-1305854781ED}" dt="2025-02-26T02:48:50.077" v="33" actId="478"/>
          <ac:picMkLst>
            <pc:docMk/>
            <pc:sldMk cId="2723327153" sldId="607"/>
            <ac:picMk id="3" creationId="{92EB0487-EB54-310F-D09D-E8DF6CE1389B}"/>
          </ac:picMkLst>
        </pc:picChg>
      </pc:sldChg>
      <pc:sldChg chg="modSp del mod">
        <pc:chgData name="Neoh Kee Lin" userId="9e68bd29-1eeb-4ae3-beb9-48fd59e465e5" providerId="ADAL" clId="{2FE2A9F3-5C3F-4C58-A75A-1305854781ED}" dt="2025-02-26T04:42:50.659" v="152" actId="47"/>
        <pc:sldMkLst>
          <pc:docMk/>
          <pc:sldMk cId="3877849730" sldId="608"/>
        </pc:sldMkLst>
        <pc:spChg chg="mod">
          <ac:chgData name="Neoh Kee Lin" userId="9e68bd29-1eeb-4ae3-beb9-48fd59e465e5" providerId="ADAL" clId="{2FE2A9F3-5C3F-4C58-A75A-1305854781ED}" dt="2025-02-26T04:42:05.295" v="150" actId="6549"/>
          <ac:spMkLst>
            <pc:docMk/>
            <pc:sldMk cId="3877849730" sldId="608"/>
            <ac:spMk id="6148" creationId="{ABBBB994-503E-436E-8CDA-BA8D9CBD2E4D}"/>
          </ac:spMkLst>
        </pc:spChg>
      </pc:sldChg>
      <pc:sldChg chg="modSp mod">
        <pc:chgData name="Neoh Kee Lin" userId="9e68bd29-1eeb-4ae3-beb9-48fd59e465e5" providerId="ADAL" clId="{2FE2A9F3-5C3F-4C58-A75A-1305854781ED}" dt="2025-02-26T04:52:14.792" v="407" actId="15"/>
        <pc:sldMkLst>
          <pc:docMk/>
          <pc:sldMk cId="325392119" sldId="609"/>
        </pc:sldMkLst>
        <pc:spChg chg="mod">
          <ac:chgData name="Neoh Kee Lin" userId="9e68bd29-1eeb-4ae3-beb9-48fd59e465e5" providerId="ADAL" clId="{2FE2A9F3-5C3F-4C58-A75A-1305854781ED}" dt="2025-02-26T04:52:14.792" v="407" actId="15"/>
          <ac:spMkLst>
            <pc:docMk/>
            <pc:sldMk cId="325392119" sldId="609"/>
            <ac:spMk id="6148" creationId="{ABBBB994-503E-436E-8CDA-BA8D9CBD2E4D}"/>
          </ac:spMkLst>
        </pc:spChg>
      </pc:sldChg>
      <pc:sldChg chg="modSp mod">
        <pc:chgData name="Neoh Kee Lin" userId="9e68bd29-1eeb-4ae3-beb9-48fd59e465e5" providerId="ADAL" clId="{2FE2A9F3-5C3F-4C58-A75A-1305854781ED}" dt="2025-02-26T04:41:54.889" v="148" actId="20577"/>
        <pc:sldMkLst>
          <pc:docMk/>
          <pc:sldMk cId="675997918" sldId="612"/>
        </pc:sldMkLst>
        <pc:spChg chg="mod">
          <ac:chgData name="Neoh Kee Lin" userId="9e68bd29-1eeb-4ae3-beb9-48fd59e465e5" providerId="ADAL" clId="{2FE2A9F3-5C3F-4C58-A75A-1305854781ED}" dt="2025-02-26T04:41:54.889" v="148" actId="20577"/>
          <ac:spMkLst>
            <pc:docMk/>
            <pc:sldMk cId="675997918" sldId="612"/>
            <ac:spMk id="7172" creationId="{938B954E-ABA3-42A5-A7BC-89E23F077C24}"/>
          </ac:spMkLst>
        </pc:spChg>
      </pc:sldChg>
      <pc:sldChg chg="del">
        <pc:chgData name="Neoh Kee Lin" userId="9e68bd29-1eeb-4ae3-beb9-48fd59e465e5" providerId="ADAL" clId="{2FE2A9F3-5C3F-4C58-A75A-1305854781ED}" dt="2025-02-26T02:47:37.755" v="24" actId="47"/>
        <pc:sldMkLst>
          <pc:docMk/>
          <pc:sldMk cId="3194997821" sldId="613"/>
        </pc:sldMkLst>
      </pc:sldChg>
      <pc:sldChg chg="modSp add mod">
        <pc:chgData name="Neoh Kee Lin" userId="9e68bd29-1eeb-4ae3-beb9-48fd59e465e5" providerId="ADAL" clId="{2FE2A9F3-5C3F-4C58-A75A-1305854781ED}" dt="2025-02-26T04:50:56.380" v="368" actId="6549"/>
        <pc:sldMkLst>
          <pc:docMk/>
          <pc:sldMk cId="3427793413" sldId="613"/>
        </pc:sldMkLst>
        <pc:spChg chg="mod">
          <ac:chgData name="Neoh Kee Lin" userId="9e68bd29-1eeb-4ae3-beb9-48fd59e465e5" providerId="ADAL" clId="{2FE2A9F3-5C3F-4C58-A75A-1305854781ED}" dt="2025-02-26T04:50:56.380" v="368" actId="6549"/>
          <ac:spMkLst>
            <pc:docMk/>
            <pc:sldMk cId="3427793413" sldId="613"/>
            <ac:spMk id="6148" creationId="{26FA0629-8AA5-0767-A25F-90E85111EFE5}"/>
          </ac:spMkLst>
        </pc:spChg>
      </pc:sldChg>
      <pc:sldChg chg="modSp add del mod">
        <pc:chgData name="Neoh Kee Lin" userId="9e68bd29-1eeb-4ae3-beb9-48fd59e465e5" providerId="ADAL" clId="{2FE2A9F3-5C3F-4C58-A75A-1305854781ED}" dt="2025-02-26T04:46:10.274" v="235" actId="47"/>
        <pc:sldMkLst>
          <pc:docMk/>
          <pc:sldMk cId="3461763062" sldId="614"/>
        </pc:sldMkLst>
        <pc:spChg chg="mod">
          <ac:chgData name="Neoh Kee Lin" userId="9e68bd29-1eeb-4ae3-beb9-48fd59e465e5" providerId="ADAL" clId="{2FE2A9F3-5C3F-4C58-A75A-1305854781ED}" dt="2025-02-26T04:45:46.509" v="215" actId="20577"/>
          <ac:spMkLst>
            <pc:docMk/>
            <pc:sldMk cId="3461763062" sldId="614"/>
            <ac:spMk id="7171" creationId="{E3BEC405-3EC8-3140-B9CC-6C818C13B1E5}"/>
          </ac:spMkLst>
        </pc:spChg>
        <pc:spChg chg="mod">
          <ac:chgData name="Neoh Kee Lin" userId="9e68bd29-1eeb-4ae3-beb9-48fd59e465e5" providerId="ADAL" clId="{2FE2A9F3-5C3F-4C58-A75A-1305854781ED}" dt="2025-02-26T04:46:02.634" v="234" actId="6549"/>
          <ac:spMkLst>
            <pc:docMk/>
            <pc:sldMk cId="3461763062" sldId="614"/>
            <ac:spMk id="7172" creationId="{6A5A59EE-4625-7602-7ABD-0EFB8B9AAA7D}"/>
          </ac:spMkLst>
        </pc:spChg>
      </pc:sldChg>
      <pc:sldChg chg="del">
        <pc:chgData name="Neoh Kee Lin" userId="9e68bd29-1eeb-4ae3-beb9-48fd59e465e5" providerId="ADAL" clId="{2FE2A9F3-5C3F-4C58-A75A-1305854781ED}" dt="2025-02-26T02:48:01.590" v="25" actId="47"/>
        <pc:sldMkLst>
          <pc:docMk/>
          <pc:sldMk cId="3400003690" sldId="615"/>
        </pc:sldMkLst>
      </pc:sldChg>
    </pc:docChg>
  </pc:docChgLst>
  <pc:docChgLst>
    <pc:chgData name="Neoh Kee Lin" userId="9e68bd29-1eeb-4ae3-beb9-48fd59e465e5" providerId="ADAL" clId="{D74C544A-FE4B-4267-B784-CA4175845EAD}"/>
    <pc:docChg chg="undo custSel addSld modSld">
      <pc:chgData name="Neoh Kee Lin" userId="9e68bd29-1eeb-4ae3-beb9-48fd59e465e5" providerId="ADAL" clId="{D74C544A-FE4B-4267-B784-CA4175845EAD}" dt="2023-11-01T05:19:01.086" v="138" actId="6549"/>
      <pc:docMkLst>
        <pc:docMk/>
      </pc:docMkLst>
      <pc:sldChg chg="modSp mod">
        <pc:chgData name="Neoh Kee Lin" userId="9e68bd29-1eeb-4ae3-beb9-48fd59e465e5" providerId="ADAL" clId="{D74C544A-FE4B-4267-B784-CA4175845EAD}" dt="2023-10-29T11:18:26.487" v="0" actId="6549"/>
        <pc:sldMkLst>
          <pc:docMk/>
          <pc:sldMk cId="0" sldId="357"/>
        </pc:sldMkLst>
      </pc:sldChg>
      <pc:sldChg chg="modSp mod">
        <pc:chgData name="Neoh Kee Lin" userId="9e68bd29-1eeb-4ae3-beb9-48fd59e465e5" providerId="ADAL" clId="{D74C544A-FE4B-4267-B784-CA4175845EAD}" dt="2023-11-01T05:19:01.086" v="138" actId="6549"/>
        <pc:sldMkLst>
          <pc:docMk/>
          <pc:sldMk cId="3977217435" sldId="604"/>
        </pc:sldMkLst>
      </pc:sldChg>
      <pc:sldChg chg="addSp delSp modSp mod">
        <pc:chgData name="Neoh Kee Lin" userId="9e68bd29-1eeb-4ae3-beb9-48fd59e465e5" providerId="ADAL" clId="{D74C544A-FE4B-4267-B784-CA4175845EAD}" dt="2023-11-01T05:18:50.115" v="135" actId="21"/>
        <pc:sldMkLst>
          <pc:docMk/>
          <pc:sldMk cId="325392119" sldId="609"/>
        </pc:sldMkLst>
      </pc:sldChg>
      <pc:sldChg chg="addSp delSp modSp add mod chgLayout">
        <pc:chgData name="Neoh Kee Lin" userId="9e68bd29-1eeb-4ae3-beb9-48fd59e465e5" providerId="ADAL" clId="{D74C544A-FE4B-4267-B784-CA4175845EAD}" dt="2023-10-29T11:19:29.786" v="5" actId="404"/>
        <pc:sldMkLst>
          <pc:docMk/>
          <pc:sldMk cId="3400003690" sldId="615"/>
        </pc:sldMkLst>
      </pc:sldChg>
    </pc:docChg>
  </pc:docChgLst>
  <pc:docChgLst>
    <pc:chgData name="Neoh Kee Lin" userId="9e68bd29-1eeb-4ae3-beb9-48fd59e465e5" providerId="ADAL" clId="{5D1F145E-FC86-4A66-8E72-EF171F1C5D0D}"/>
    <pc:docChg chg="undo custSel addSld modSld sldOrd">
      <pc:chgData name="Neoh Kee Lin" userId="9e68bd29-1eeb-4ae3-beb9-48fd59e465e5" providerId="ADAL" clId="{5D1F145E-FC86-4A66-8E72-EF171F1C5D0D}" dt="2022-10-31T03:12:38.767" v="202" actId="6549"/>
      <pc:docMkLst>
        <pc:docMk/>
      </pc:docMkLst>
      <pc:sldChg chg="modSp mod ord">
        <pc:chgData name="Neoh Kee Lin" userId="9e68bd29-1eeb-4ae3-beb9-48fd59e465e5" providerId="ADAL" clId="{5D1F145E-FC86-4A66-8E72-EF171F1C5D0D}" dt="2022-10-31T03:00:17.776" v="162"/>
        <pc:sldMkLst>
          <pc:docMk/>
          <pc:sldMk cId="0" sldId="324"/>
        </pc:sldMkLst>
      </pc:sldChg>
      <pc:sldChg chg="modSp add mod ord">
        <pc:chgData name="Neoh Kee Lin" userId="9e68bd29-1eeb-4ae3-beb9-48fd59e465e5" providerId="ADAL" clId="{5D1F145E-FC86-4A66-8E72-EF171F1C5D0D}" dt="2022-10-31T03:12:38.767" v="202" actId="6549"/>
        <pc:sldMkLst>
          <pc:docMk/>
          <pc:sldMk cId="3977217435" sldId="604"/>
        </pc:sldMkLst>
      </pc:sldChg>
    </pc:docChg>
  </pc:docChgLst>
  <pc:docChgLst>
    <pc:chgData name="Neoh Kee Lin" userId="9e68bd29-1eeb-4ae3-beb9-48fd59e465e5" providerId="ADAL" clId="{DDF4C221-495F-4FDF-8354-4ADAD7974DB8}"/>
    <pc:docChg chg="undo custSel modSld">
      <pc:chgData name="Neoh Kee Lin" userId="9e68bd29-1eeb-4ae3-beb9-48fd59e465e5" providerId="ADAL" clId="{DDF4C221-495F-4FDF-8354-4ADAD7974DB8}" dt="2022-10-18T21:22:19.622" v="666" actId="14100"/>
      <pc:docMkLst>
        <pc:docMk/>
      </pc:docMkLst>
      <pc:sldChg chg="addSp delSp modSp mod">
        <pc:chgData name="Neoh Kee Lin" userId="9e68bd29-1eeb-4ae3-beb9-48fd59e465e5" providerId="ADAL" clId="{DDF4C221-495F-4FDF-8354-4ADAD7974DB8}" dt="2022-10-18T19:24:05.768" v="629" actId="113"/>
        <pc:sldMkLst>
          <pc:docMk/>
          <pc:sldMk cId="0" sldId="324"/>
        </pc:sldMkLst>
      </pc:sldChg>
      <pc:sldChg chg="modSp mod">
        <pc:chgData name="Neoh Kee Lin" userId="9e68bd29-1eeb-4ae3-beb9-48fd59e465e5" providerId="ADAL" clId="{DDF4C221-495F-4FDF-8354-4ADAD7974DB8}" dt="2022-10-18T19:23:41.372" v="628" actId="6549"/>
        <pc:sldMkLst>
          <pc:docMk/>
          <pc:sldMk cId="0" sldId="357"/>
        </pc:sldMkLst>
      </pc:sldChg>
      <pc:sldChg chg="modSp mod">
        <pc:chgData name="Neoh Kee Lin" userId="9e68bd29-1eeb-4ae3-beb9-48fd59e465e5" providerId="ADAL" clId="{DDF4C221-495F-4FDF-8354-4ADAD7974DB8}" dt="2022-10-18T21:17:04.836" v="651" actId="14100"/>
        <pc:sldMkLst>
          <pc:docMk/>
          <pc:sldMk cId="0" sldId="394"/>
        </pc:sldMkLst>
      </pc:sldChg>
      <pc:sldChg chg="modSp mod">
        <pc:chgData name="Neoh Kee Lin" userId="9e68bd29-1eeb-4ae3-beb9-48fd59e465e5" providerId="ADAL" clId="{DDF4C221-495F-4FDF-8354-4ADAD7974DB8}" dt="2022-10-18T21:16:27.438" v="648" actId="1036"/>
        <pc:sldMkLst>
          <pc:docMk/>
          <pc:sldMk cId="0" sldId="468"/>
        </pc:sldMkLst>
      </pc:sldChg>
      <pc:sldChg chg="modSp mod">
        <pc:chgData name="Neoh Kee Lin" userId="9e68bd29-1eeb-4ae3-beb9-48fd59e465e5" providerId="ADAL" clId="{DDF4C221-495F-4FDF-8354-4ADAD7974DB8}" dt="2022-10-18T19:24:37.700" v="630" actId="115"/>
        <pc:sldMkLst>
          <pc:docMk/>
          <pc:sldMk cId="0" sldId="469"/>
        </pc:sldMkLst>
      </pc:sldChg>
      <pc:sldChg chg="modSp mod">
        <pc:chgData name="Neoh Kee Lin" userId="9e68bd29-1eeb-4ae3-beb9-48fd59e465e5" providerId="ADAL" clId="{DDF4C221-495F-4FDF-8354-4ADAD7974DB8}" dt="2022-10-07T19:34:50.165" v="294" actId="14100"/>
        <pc:sldMkLst>
          <pc:docMk/>
          <pc:sldMk cId="0" sldId="471"/>
        </pc:sldMkLst>
      </pc:sldChg>
      <pc:sldChg chg="delSp modSp mod">
        <pc:chgData name="Neoh Kee Lin" userId="9e68bd29-1eeb-4ae3-beb9-48fd59e465e5" providerId="ADAL" clId="{DDF4C221-495F-4FDF-8354-4ADAD7974DB8}" dt="2022-10-18T21:17:47.310" v="657" actId="113"/>
        <pc:sldMkLst>
          <pc:docMk/>
          <pc:sldMk cId="0" sldId="476"/>
        </pc:sldMkLst>
      </pc:sldChg>
      <pc:sldChg chg="modSp mod">
        <pc:chgData name="Neoh Kee Lin" userId="9e68bd29-1eeb-4ae3-beb9-48fd59e465e5" providerId="ADAL" clId="{DDF4C221-495F-4FDF-8354-4ADAD7974DB8}" dt="2022-10-18T21:21:15.862" v="665" actId="13926"/>
        <pc:sldMkLst>
          <pc:docMk/>
          <pc:sldMk cId="0" sldId="490"/>
        </pc:sldMkLst>
      </pc:sldChg>
      <pc:sldChg chg="modSp">
        <pc:chgData name="Neoh Kee Lin" userId="9e68bd29-1eeb-4ae3-beb9-48fd59e465e5" providerId="ADAL" clId="{DDF4C221-495F-4FDF-8354-4ADAD7974DB8}" dt="2022-10-18T21:22:19.622" v="666" actId="14100"/>
        <pc:sldMkLst>
          <pc:docMk/>
          <pc:sldMk cId="0" sldId="514"/>
        </pc:sldMkLst>
      </pc:sldChg>
      <pc:sldChg chg="modSp mod">
        <pc:chgData name="Neoh Kee Lin" userId="9e68bd29-1eeb-4ae3-beb9-48fd59e465e5" providerId="ADAL" clId="{DDF4C221-495F-4FDF-8354-4ADAD7974DB8}" dt="2022-10-18T19:25:17.365" v="633" actId="6549"/>
        <pc:sldMkLst>
          <pc:docMk/>
          <pc:sldMk cId="0" sldId="521"/>
        </pc:sldMkLst>
      </pc:sldChg>
      <pc:sldChg chg="addSp delSp modSp mod modAnim">
        <pc:chgData name="Neoh Kee Lin" userId="9e68bd29-1eeb-4ae3-beb9-48fd59e465e5" providerId="ADAL" clId="{DDF4C221-495F-4FDF-8354-4ADAD7974DB8}" dt="2022-10-18T21:19:23.724" v="662" actId="1035"/>
        <pc:sldMkLst>
          <pc:docMk/>
          <pc:sldMk cId="3313642990" sldId="594"/>
        </pc:sldMkLst>
      </pc:sldChg>
      <pc:sldChg chg="modSp mod">
        <pc:chgData name="Neoh Kee Lin" userId="9e68bd29-1eeb-4ae3-beb9-48fd59e465e5" providerId="ADAL" clId="{DDF4C221-495F-4FDF-8354-4ADAD7974DB8}" dt="2022-10-18T21:19:14.701" v="661" actId="1035"/>
        <pc:sldMkLst>
          <pc:docMk/>
          <pc:sldMk cId="2224528479" sldId="596"/>
        </pc:sldMkLst>
      </pc:sldChg>
      <pc:sldChg chg="modSp mod">
        <pc:chgData name="Neoh Kee Lin" userId="9e68bd29-1eeb-4ae3-beb9-48fd59e465e5" providerId="ADAL" clId="{DDF4C221-495F-4FDF-8354-4ADAD7974DB8}" dt="2022-10-18T21:20:12.237" v="664" actId="13926"/>
        <pc:sldMkLst>
          <pc:docMk/>
          <pc:sldMk cId="223255190" sldId="601"/>
        </pc:sldMkLst>
      </pc:sldChg>
    </pc:docChg>
  </pc:docChgLst>
  <pc:docChgLst>
    <pc:chgData name="Neoh Kee Lin" userId="9e68bd29-1eeb-4ae3-beb9-48fd59e465e5" providerId="ADAL" clId="{0CE58D23-A21C-4718-B871-BDCD336E3A37}"/>
    <pc:docChg chg="modSld">
      <pc:chgData name="Neoh Kee Lin" userId="9e68bd29-1eeb-4ae3-beb9-48fd59e465e5" providerId="ADAL" clId="{0CE58D23-A21C-4718-B871-BDCD336E3A37}" dt="2023-10-26T11:20:06.700" v="8" actId="6549"/>
      <pc:docMkLst>
        <pc:docMk/>
      </pc:docMkLst>
      <pc:sldChg chg="modSp mod">
        <pc:chgData name="Neoh Kee Lin" userId="9e68bd29-1eeb-4ae3-beb9-48fd59e465e5" providerId="ADAL" clId="{0CE58D23-A21C-4718-B871-BDCD336E3A37}" dt="2023-10-26T11:20:06.700" v="8" actId="6549"/>
        <pc:sldMkLst>
          <pc:docMk/>
          <pc:sldMk cId="0" sldId="3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AC53364-7E3E-4E05-B448-C8F05952B4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C061F31-B04B-4E3A-9A9D-5FB49214CA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1">
            <a:extLst>
              <a:ext uri="{FF2B5EF4-FFF2-40B4-BE49-F238E27FC236}">
                <a16:creationId xmlns:a16="http://schemas.microsoft.com/office/drawing/2014/main" id="{EBF061D5-CB8A-4936-8C4A-60D6E31CE225}"/>
              </a:ext>
            </a:extLst>
          </p:cNvPr>
          <p:cNvGrpSpPr>
            <a:grpSpLocks/>
          </p:cNvGrpSpPr>
          <p:nvPr/>
        </p:nvGrpSpPr>
        <p:grpSpPr bwMode="auto">
          <a:xfrm>
            <a:off x="0" y="114300"/>
            <a:ext cx="9142413" cy="6742113"/>
            <a:chOff x="0" y="72"/>
            <a:chExt cx="5759" cy="4247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AFF7E9BB-C793-4039-887F-99FFCEAD026D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112"/>
              <a:ext cx="5759" cy="2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 dirty="0"/>
            </a:p>
          </p:txBody>
        </p:sp>
        <p:grpSp>
          <p:nvGrpSpPr>
            <p:cNvPr id="6" name="Group 30">
              <a:extLst>
                <a:ext uri="{FF2B5EF4-FFF2-40B4-BE49-F238E27FC236}">
                  <a16:creationId xmlns:a16="http://schemas.microsoft.com/office/drawing/2014/main" id="{3E2E67CE-9C11-4953-8A2B-FF7F7E54A7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2"/>
              <a:ext cx="5759" cy="2040"/>
              <a:chOff x="0" y="72"/>
              <a:chExt cx="5759" cy="2040"/>
            </a:xfrm>
          </p:grpSpPr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6D541579-5747-4608-A99A-FF72FD6FE3B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0" y="1872"/>
                <a:ext cx="5759" cy="240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 dirty="0"/>
              </a:p>
            </p:txBody>
          </p:sp>
          <p:grpSp>
            <p:nvGrpSpPr>
              <p:cNvPr id="8" name="Group 9">
                <a:extLst>
                  <a:ext uri="{FF2B5EF4-FFF2-40B4-BE49-F238E27FC236}">
                    <a16:creationId xmlns:a16="http://schemas.microsoft.com/office/drawing/2014/main" id="{E0EDF1BC-49A6-49B0-971D-5B3A785E6F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9" y="72"/>
                <a:ext cx="1440" cy="1984"/>
                <a:chOff x="2289" y="72"/>
                <a:chExt cx="1440" cy="1984"/>
              </a:xfrm>
            </p:grpSpPr>
            <p:sp>
              <p:nvSpPr>
                <p:cNvPr id="29" name="Freeform 4">
                  <a:extLst>
                    <a:ext uri="{FF2B5EF4-FFF2-40B4-BE49-F238E27FC236}">
                      <a16:creationId xmlns:a16="http://schemas.microsoft.com/office/drawing/2014/main" id="{DDFD8C02-E72E-4AB4-A9E6-7B48F5712890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89" y="127"/>
                  <a:ext cx="1440" cy="1770"/>
                </a:xfrm>
                <a:custGeom>
                  <a:avLst/>
                  <a:gdLst>
                    <a:gd name="T0" fmla="*/ 901 w 1440"/>
                    <a:gd name="T1" fmla="*/ 33 h 1770"/>
                    <a:gd name="T2" fmla="*/ 1066 w 1440"/>
                    <a:gd name="T3" fmla="*/ 129 h 1770"/>
                    <a:gd name="T4" fmla="*/ 1207 w 1440"/>
                    <a:gd name="T5" fmla="*/ 256 h 1770"/>
                    <a:gd name="T6" fmla="*/ 1316 w 1440"/>
                    <a:gd name="T7" fmla="*/ 410 h 1770"/>
                    <a:gd name="T8" fmla="*/ 1394 w 1440"/>
                    <a:gd name="T9" fmla="*/ 581 h 1770"/>
                    <a:gd name="T10" fmla="*/ 1435 w 1440"/>
                    <a:gd name="T11" fmla="*/ 766 h 1770"/>
                    <a:gd name="T12" fmla="*/ 1435 w 1440"/>
                    <a:gd name="T13" fmla="*/ 958 h 1770"/>
                    <a:gd name="T14" fmla="*/ 1394 w 1440"/>
                    <a:gd name="T15" fmla="*/ 1143 h 1770"/>
                    <a:gd name="T16" fmla="*/ 1316 w 1440"/>
                    <a:gd name="T17" fmla="*/ 1314 h 1770"/>
                    <a:gd name="T18" fmla="*/ 1207 w 1440"/>
                    <a:gd name="T19" fmla="*/ 1468 h 1770"/>
                    <a:gd name="T20" fmla="*/ 1066 w 1440"/>
                    <a:gd name="T21" fmla="*/ 1597 h 1770"/>
                    <a:gd name="T22" fmla="*/ 901 w 1440"/>
                    <a:gd name="T23" fmla="*/ 1691 h 1770"/>
                    <a:gd name="T24" fmla="*/ 721 w 1440"/>
                    <a:gd name="T25" fmla="*/ 1749 h 1770"/>
                    <a:gd name="T26" fmla="*/ 533 w 1440"/>
                    <a:gd name="T27" fmla="*/ 1769 h 1770"/>
                    <a:gd name="T28" fmla="*/ 344 w 1440"/>
                    <a:gd name="T29" fmla="*/ 1749 h 1770"/>
                    <a:gd name="T30" fmla="*/ 165 w 1440"/>
                    <a:gd name="T31" fmla="*/ 1691 h 1770"/>
                    <a:gd name="T32" fmla="*/ 0 w 1440"/>
                    <a:gd name="T33" fmla="*/ 1597 h 1770"/>
                    <a:gd name="T34" fmla="*/ 125 w 1440"/>
                    <a:gd name="T35" fmla="*/ 1571 h 1770"/>
                    <a:gd name="T36" fmla="*/ 281 w 1440"/>
                    <a:gd name="T37" fmla="*/ 1640 h 1770"/>
                    <a:gd name="T38" fmla="*/ 446 w 1440"/>
                    <a:gd name="T39" fmla="*/ 1675 h 1770"/>
                    <a:gd name="T40" fmla="*/ 618 w 1440"/>
                    <a:gd name="T41" fmla="*/ 1675 h 1770"/>
                    <a:gd name="T42" fmla="*/ 785 w 1440"/>
                    <a:gd name="T43" fmla="*/ 1640 h 1770"/>
                    <a:gd name="T44" fmla="*/ 941 w 1440"/>
                    <a:gd name="T45" fmla="*/ 1571 h 1770"/>
                    <a:gd name="T46" fmla="*/ 1080 w 1440"/>
                    <a:gd name="T47" fmla="*/ 1470 h 1770"/>
                    <a:gd name="T48" fmla="*/ 1194 w 1440"/>
                    <a:gd name="T49" fmla="*/ 1343 h 1770"/>
                    <a:gd name="T50" fmla="*/ 1281 w 1440"/>
                    <a:gd name="T51" fmla="*/ 1194 h 1770"/>
                    <a:gd name="T52" fmla="*/ 1332 w 1440"/>
                    <a:gd name="T53" fmla="*/ 1032 h 1770"/>
                    <a:gd name="T54" fmla="*/ 1350 w 1440"/>
                    <a:gd name="T55" fmla="*/ 862 h 1770"/>
                    <a:gd name="T56" fmla="*/ 1332 w 1440"/>
                    <a:gd name="T57" fmla="*/ 691 h 1770"/>
                    <a:gd name="T58" fmla="*/ 1281 w 1440"/>
                    <a:gd name="T59" fmla="*/ 530 h 1770"/>
                    <a:gd name="T60" fmla="*/ 1194 w 1440"/>
                    <a:gd name="T61" fmla="*/ 381 h 1770"/>
                    <a:gd name="T62" fmla="*/ 1080 w 1440"/>
                    <a:gd name="T63" fmla="*/ 254 h 1770"/>
                    <a:gd name="T64" fmla="*/ 941 w 1440"/>
                    <a:gd name="T65" fmla="*/ 154 h 1770"/>
                    <a:gd name="T66" fmla="*/ 785 w 1440"/>
                    <a:gd name="T67" fmla="*/ 85 h 1770"/>
                    <a:gd name="T68" fmla="*/ 812 w 1440"/>
                    <a:gd name="T69" fmla="*/ 0 h 177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440" h="1770">
                      <a:moveTo>
                        <a:pt x="812" y="0"/>
                      </a:moveTo>
                      <a:lnTo>
                        <a:pt x="901" y="33"/>
                      </a:lnTo>
                      <a:lnTo>
                        <a:pt x="986" y="78"/>
                      </a:lnTo>
                      <a:lnTo>
                        <a:pt x="1066" y="129"/>
                      </a:lnTo>
                      <a:lnTo>
                        <a:pt x="1140" y="187"/>
                      </a:lnTo>
                      <a:lnTo>
                        <a:pt x="1207" y="256"/>
                      </a:lnTo>
                      <a:lnTo>
                        <a:pt x="1265" y="330"/>
                      </a:lnTo>
                      <a:lnTo>
                        <a:pt x="1316" y="410"/>
                      </a:lnTo>
                      <a:lnTo>
                        <a:pt x="1361" y="492"/>
                      </a:lnTo>
                      <a:lnTo>
                        <a:pt x="1394" y="581"/>
                      </a:lnTo>
                      <a:lnTo>
                        <a:pt x="1419" y="673"/>
                      </a:lnTo>
                      <a:lnTo>
                        <a:pt x="1435" y="766"/>
                      </a:lnTo>
                      <a:lnTo>
                        <a:pt x="1439" y="862"/>
                      </a:lnTo>
                      <a:lnTo>
                        <a:pt x="1435" y="958"/>
                      </a:lnTo>
                      <a:lnTo>
                        <a:pt x="1419" y="1052"/>
                      </a:lnTo>
                      <a:lnTo>
                        <a:pt x="1394" y="1143"/>
                      </a:lnTo>
                      <a:lnTo>
                        <a:pt x="1361" y="1230"/>
                      </a:lnTo>
                      <a:lnTo>
                        <a:pt x="1316" y="1314"/>
                      </a:lnTo>
                      <a:lnTo>
                        <a:pt x="1265" y="1395"/>
                      </a:lnTo>
                      <a:lnTo>
                        <a:pt x="1207" y="1468"/>
                      </a:lnTo>
                      <a:lnTo>
                        <a:pt x="1140" y="1537"/>
                      </a:lnTo>
                      <a:lnTo>
                        <a:pt x="1066" y="1597"/>
                      </a:lnTo>
                      <a:lnTo>
                        <a:pt x="986" y="1646"/>
                      </a:lnTo>
                      <a:lnTo>
                        <a:pt x="901" y="1691"/>
                      </a:lnTo>
                      <a:lnTo>
                        <a:pt x="812" y="1724"/>
                      </a:lnTo>
                      <a:lnTo>
                        <a:pt x="721" y="1749"/>
                      </a:lnTo>
                      <a:lnTo>
                        <a:pt x="627" y="1765"/>
                      </a:lnTo>
                      <a:lnTo>
                        <a:pt x="533" y="1769"/>
                      </a:lnTo>
                      <a:lnTo>
                        <a:pt x="437" y="1765"/>
                      </a:lnTo>
                      <a:lnTo>
                        <a:pt x="344" y="1749"/>
                      </a:lnTo>
                      <a:lnTo>
                        <a:pt x="252" y="1724"/>
                      </a:lnTo>
                      <a:lnTo>
                        <a:pt x="165" y="1691"/>
                      </a:lnTo>
                      <a:lnTo>
                        <a:pt x="80" y="1646"/>
                      </a:lnTo>
                      <a:lnTo>
                        <a:pt x="0" y="1597"/>
                      </a:lnTo>
                      <a:lnTo>
                        <a:pt x="51" y="1524"/>
                      </a:lnTo>
                      <a:lnTo>
                        <a:pt x="125" y="1571"/>
                      </a:lnTo>
                      <a:lnTo>
                        <a:pt x="201" y="1609"/>
                      </a:lnTo>
                      <a:lnTo>
                        <a:pt x="281" y="1640"/>
                      </a:lnTo>
                      <a:lnTo>
                        <a:pt x="364" y="1662"/>
                      </a:lnTo>
                      <a:lnTo>
                        <a:pt x="446" y="1675"/>
                      </a:lnTo>
                      <a:lnTo>
                        <a:pt x="533" y="1680"/>
                      </a:lnTo>
                      <a:lnTo>
                        <a:pt x="618" y="1675"/>
                      </a:lnTo>
                      <a:lnTo>
                        <a:pt x="703" y="1662"/>
                      </a:lnTo>
                      <a:lnTo>
                        <a:pt x="785" y="1640"/>
                      </a:lnTo>
                      <a:lnTo>
                        <a:pt x="866" y="1609"/>
                      </a:lnTo>
                      <a:lnTo>
                        <a:pt x="941" y="1571"/>
                      </a:lnTo>
                      <a:lnTo>
                        <a:pt x="1013" y="1524"/>
                      </a:lnTo>
                      <a:lnTo>
                        <a:pt x="1080" y="1470"/>
                      </a:lnTo>
                      <a:lnTo>
                        <a:pt x="1140" y="1410"/>
                      </a:lnTo>
                      <a:lnTo>
                        <a:pt x="1194" y="1343"/>
                      </a:lnTo>
                      <a:lnTo>
                        <a:pt x="1240" y="1270"/>
                      </a:lnTo>
                      <a:lnTo>
                        <a:pt x="1281" y="1194"/>
                      </a:lnTo>
                      <a:lnTo>
                        <a:pt x="1312" y="1116"/>
                      </a:lnTo>
                      <a:lnTo>
                        <a:pt x="1332" y="1032"/>
                      </a:lnTo>
                      <a:lnTo>
                        <a:pt x="1345" y="947"/>
                      </a:lnTo>
                      <a:lnTo>
                        <a:pt x="1350" y="862"/>
                      </a:lnTo>
                      <a:lnTo>
                        <a:pt x="1345" y="775"/>
                      </a:lnTo>
                      <a:lnTo>
                        <a:pt x="1332" y="691"/>
                      </a:lnTo>
                      <a:lnTo>
                        <a:pt x="1312" y="608"/>
                      </a:lnTo>
                      <a:lnTo>
                        <a:pt x="1281" y="530"/>
                      </a:lnTo>
                      <a:lnTo>
                        <a:pt x="1240" y="452"/>
                      </a:lnTo>
                      <a:lnTo>
                        <a:pt x="1194" y="381"/>
                      </a:lnTo>
                      <a:lnTo>
                        <a:pt x="1140" y="314"/>
                      </a:lnTo>
                      <a:lnTo>
                        <a:pt x="1080" y="254"/>
                      </a:lnTo>
                      <a:lnTo>
                        <a:pt x="1013" y="201"/>
                      </a:lnTo>
                      <a:lnTo>
                        <a:pt x="941" y="154"/>
                      </a:lnTo>
                      <a:lnTo>
                        <a:pt x="866" y="114"/>
                      </a:lnTo>
                      <a:lnTo>
                        <a:pt x="785" y="85"/>
                      </a:lnTo>
                      <a:lnTo>
                        <a:pt x="788" y="78"/>
                      </a:lnTo>
                      <a:lnTo>
                        <a:pt x="812" y="0"/>
                      </a:lnTo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30" name="Line 5">
                  <a:extLst>
                    <a:ext uri="{FF2B5EF4-FFF2-40B4-BE49-F238E27FC236}">
                      <a16:creationId xmlns:a16="http://schemas.microsoft.com/office/drawing/2014/main" id="{3A8F825B-E447-4B7C-B868-90B7546070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2324" y="1620"/>
                  <a:ext cx="143" cy="258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MY" dirty="0"/>
                </a:p>
              </p:txBody>
            </p:sp>
            <p:sp>
              <p:nvSpPr>
                <p:cNvPr id="31" name="Line 6">
                  <a:extLst>
                    <a:ext uri="{FF2B5EF4-FFF2-40B4-BE49-F238E27FC236}">
                      <a16:creationId xmlns:a16="http://schemas.microsoft.com/office/drawing/2014/main" id="{43771B91-97DB-48AC-A0DE-12C31A294F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119" y="243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MY" dirty="0"/>
                </a:p>
              </p:txBody>
            </p:sp>
            <p:sp>
              <p:nvSpPr>
                <p:cNvPr id="32" name="Line 7">
                  <a:extLst>
                    <a:ext uri="{FF2B5EF4-FFF2-40B4-BE49-F238E27FC236}">
                      <a16:creationId xmlns:a16="http://schemas.microsoft.com/office/drawing/2014/main" id="{49964179-270B-4151-BF5E-D9B9338889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203" y="72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MY" dirty="0"/>
                </a:p>
              </p:txBody>
            </p:sp>
            <p:sp>
              <p:nvSpPr>
                <p:cNvPr id="33" name="Freeform 8">
                  <a:extLst>
                    <a:ext uri="{FF2B5EF4-FFF2-40B4-BE49-F238E27FC236}">
                      <a16:creationId xmlns:a16="http://schemas.microsoft.com/office/drawing/2014/main" id="{08A3FAB6-257F-4B92-9E4F-F2F86F9FC411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483" y="1903"/>
                  <a:ext cx="841" cy="153"/>
                </a:xfrm>
                <a:custGeom>
                  <a:avLst/>
                  <a:gdLst>
                    <a:gd name="T0" fmla="*/ 3 w 841"/>
                    <a:gd name="T1" fmla="*/ 98 h 153"/>
                    <a:gd name="T2" fmla="*/ 20 w 841"/>
                    <a:gd name="T3" fmla="*/ 80 h 153"/>
                    <a:gd name="T4" fmla="*/ 44 w 841"/>
                    <a:gd name="T5" fmla="*/ 65 h 153"/>
                    <a:gd name="T6" fmla="*/ 89 w 841"/>
                    <a:gd name="T7" fmla="*/ 43 h 153"/>
                    <a:gd name="T8" fmla="*/ 140 w 841"/>
                    <a:gd name="T9" fmla="*/ 30 h 153"/>
                    <a:gd name="T10" fmla="*/ 188 w 841"/>
                    <a:gd name="T11" fmla="*/ 19 h 153"/>
                    <a:gd name="T12" fmla="*/ 253 w 841"/>
                    <a:gd name="T13" fmla="*/ 9 h 153"/>
                    <a:gd name="T14" fmla="*/ 314 w 841"/>
                    <a:gd name="T15" fmla="*/ 3 h 153"/>
                    <a:gd name="T16" fmla="*/ 386 w 841"/>
                    <a:gd name="T17" fmla="*/ 0 h 153"/>
                    <a:gd name="T18" fmla="*/ 475 w 841"/>
                    <a:gd name="T19" fmla="*/ 1 h 153"/>
                    <a:gd name="T20" fmla="*/ 567 w 841"/>
                    <a:gd name="T21" fmla="*/ 6 h 153"/>
                    <a:gd name="T22" fmla="*/ 632 w 841"/>
                    <a:gd name="T23" fmla="*/ 14 h 153"/>
                    <a:gd name="T24" fmla="*/ 700 w 841"/>
                    <a:gd name="T25" fmla="*/ 27 h 153"/>
                    <a:gd name="T26" fmla="*/ 765 w 841"/>
                    <a:gd name="T27" fmla="*/ 47 h 153"/>
                    <a:gd name="T28" fmla="*/ 799 w 841"/>
                    <a:gd name="T29" fmla="*/ 66 h 153"/>
                    <a:gd name="T30" fmla="*/ 820 w 841"/>
                    <a:gd name="T31" fmla="*/ 82 h 153"/>
                    <a:gd name="T32" fmla="*/ 840 w 841"/>
                    <a:gd name="T33" fmla="*/ 108 h 153"/>
                    <a:gd name="T34" fmla="*/ 806 w 841"/>
                    <a:gd name="T35" fmla="*/ 122 h 153"/>
                    <a:gd name="T36" fmla="*/ 748 w 841"/>
                    <a:gd name="T37" fmla="*/ 133 h 153"/>
                    <a:gd name="T38" fmla="*/ 676 w 841"/>
                    <a:gd name="T39" fmla="*/ 141 h 153"/>
                    <a:gd name="T40" fmla="*/ 608 w 841"/>
                    <a:gd name="T41" fmla="*/ 148 h 153"/>
                    <a:gd name="T42" fmla="*/ 526 w 841"/>
                    <a:gd name="T43" fmla="*/ 151 h 153"/>
                    <a:gd name="T44" fmla="*/ 437 w 841"/>
                    <a:gd name="T45" fmla="*/ 152 h 153"/>
                    <a:gd name="T46" fmla="*/ 352 w 841"/>
                    <a:gd name="T47" fmla="*/ 152 h 153"/>
                    <a:gd name="T48" fmla="*/ 263 w 841"/>
                    <a:gd name="T49" fmla="*/ 151 h 153"/>
                    <a:gd name="T50" fmla="*/ 164 w 841"/>
                    <a:gd name="T51" fmla="*/ 143 h 153"/>
                    <a:gd name="T52" fmla="*/ 85 w 841"/>
                    <a:gd name="T53" fmla="*/ 135 h 153"/>
                    <a:gd name="T54" fmla="*/ 20 w 841"/>
                    <a:gd name="T55" fmla="*/ 120 h 153"/>
                    <a:gd name="T56" fmla="*/ 0 w 841"/>
                    <a:gd name="T57" fmla="*/ 109 h 153"/>
                    <a:gd name="T58" fmla="*/ 3 w 841"/>
                    <a:gd name="T59" fmla="*/ 98 h 153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841" h="153">
                      <a:moveTo>
                        <a:pt x="3" y="98"/>
                      </a:moveTo>
                      <a:lnTo>
                        <a:pt x="20" y="80"/>
                      </a:lnTo>
                      <a:lnTo>
                        <a:pt x="44" y="65"/>
                      </a:lnTo>
                      <a:lnTo>
                        <a:pt x="89" y="43"/>
                      </a:lnTo>
                      <a:lnTo>
                        <a:pt x="140" y="30"/>
                      </a:lnTo>
                      <a:lnTo>
                        <a:pt x="188" y="19"/>
                      </a:lnTo>
                      <a:lnTo>
                        <a:pt x="253" y="9"/>
                      </a:lnTo>
                      <a:lnTo>
                        <a:pt x="314" y="3"/>
                      </a:lnTo>
                      <a:lnTo>
                        <a:pt x="386" y="0"/>
                      </a:lnTo>
                      <a:lnTo>
                        <a:pt x="475" y="1"/>
                      </a:lnTo>
                      <a:lnTo>
                        <a:pt x="567" y="6"/>
                      </a:lnTo>
                      <a:lnTo>
                        <a:pt x="632" y="14"/>
                      </a:lnTo>
                      <a:lnTo>
                        <a:pt x="700" y="27"/>
                      </a:lnTo>
                      <a:lnTo>
                        <a:pt x="765" y="47"/>
                      </a:lnTo>
                      <a:lnTo>
                        <a:pt x="799" y="66"/>
                      </a:lnTo>
                      <a:lnTo>
                        <a:pt x="820" y="82"/>
                      </a:lnTo>
                      <a:lnTo>
                        <a:pt x="840" y="108"/>
                      </a:lnTo>
                      <a:lnTo>
                        <a:pt x="806" y="122"/>
                      </a:lnTo>
                      <a:lnTo>
                        <a:pt x="748" y="133"/>
                      </a:lnTo>
                      <a:lnTo>
                        <a:pt x="676" y="141"/>
                      </a:lnTo>
                      <a:lnTo>
                        <a:pt x="608" y="148"/>
                      </a:lnTo>
                      <a:lnTo>
                        <a:pt x="526" y="151"/>
                      </a:lnTo>
                      <a:lnTo>
                        <a:pt x="437" y="152"/>
                      </a:lnTo>
                      <a:lnTo>
                        <a:pt x="352" y="152"/>
                      </a:lnTo>
                      <a:lnTo>
                        <a:pt x="263" y="151"/>
                      </a:lnTo>
                      <a:lnTo>
                        <a:pt x="164" y="143"/>
                      </a:lnTo>
                      <a:lnTo>
                        <a:pt x="85" y="135"/>
                      </a:lnTo>
                      <a:lnTo>
                        <a:pt x="20" y="120"/>
                      </a:lnTo>
                      <a:lnTo>
                        <a:pt x="0" y="109"/>
                      </a:lnTo>
                      <a:lnTo>
                        <a:pt x="3" y="98"/>
                      </a:lnTo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</p:grpSp>
          <p:sp>
            <p:nvSpPr>
              <p:cNvPr id="9" name="Oval 10">
                <a:extLst>
                  <a:ext uri="{FF2B5EF4-FFF2-40B4-BE49-F238E27FC236}">
                    <a16:creationId xmlns:a16="http://schemas.microsoft.com/office/drawing/2014/main" id="{AC6F5EB9-C4D4-4ECC-B8B0-09E14F2D7A91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2071" y="250"/>
                <a:ext cx="1497" cy="1494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 dirty="0"/>
              </a:p>
            </p:txBody>
          </p:sp>
          <p:grpSp>
            <p:nvGrpSpPr>
              <p:cNvPr id="10" name="Group 29">
                <a:extLst>
                  <a:ext uri="{FF2B5EF4-FFF2-40B4-BE49-F238E27FC236}">
                    <a16:creationId xmlns:a16="http://schemas.microsoft.com/office/drawing/2014/main" id="{57F15C24-BA03-4F59-A040-0A298E6231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71" y="406"/>
                <a:ext cx="1392" cy="1109"/>
                <a:chOff x="2071" y="406"/>
                <a:chExt cx="1392" cy="1109"/>
              </a:xfrm>
            </p:grpSpPr>
            <p:sp>
              <p:nvSpPr>
                <p:cNvPr id="11" name="Freeform 11">
                  <a:extLst>
                    <a:ext uri="{FF2B5EF4-FFF2-40B4-BE49-F238E27FC236}">
                      <a16:creationId xmlns:a16="http://schemas.microsoft.com/office/drawing/2014/main" id="{CC222D05-EA1A-45E9-9CFF-C33C2D0A3EB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68" y="812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28C1960D-34C4-4534-8EBC-ABDD6B9909E8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92" y="843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3" name="Freeform 13">
                  <a:extLst>
                    <a:ext uri="{FF2B5EF4-FFF2-40B4-BE49-F238E27FC236}">
                      <a16:creationId xmlns:a16="http://schemas.microsoft.com/office/drawing/2014/main" id="{9272BB50-CC9F-4F55-B8A1-18644CFF966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372" y="802"/>
                  <a:ext cx="51" cy="48"/>
                </a:xfrm>
                <a:custGeom>
                  <a:avLst/>
                  <a:gdLst>
                    <a:gd name="T0" fmla="*/ 50 w 51"/>
                    <a:gd name="T1" fmla="*/ 0 h 48"/>
                    <a:gd name="T2" fmla="*/ 31 w 51"/>
                    <a:gd name="T3" fmla="*/ 0 h 48"/>
                    <a:gd name="T4" fmla="*/ 20 w 51"/>
                    <a:gd name="T5" fmla="*/ 13 h 48"/>
                    <a:gd name="T6" fmla="*/ 13 w 51"/>
                    <a:gd name="T7" fmla="*/ 13 h 48"/>
                    <a:gd name="T8" fmla="*/ 7 w 51"/>
                    <a:gd name="T9" fmla="*/ 19 h 48"/>
                    <a:gd name="T10" fmla="*/ 0 w 51"/>
                    <a:gd name="T11" fmla="*/ 19 h 48"/>
                    <a:gd name="T12" fmla="*/ 0 w 51"/>
                    <a:gd name="T13" fmla="*/ 35 h 48"/>
                    <a:gd name="T14" fmla="*/ 12 w 51"/>
                    <a:gd name="T15" fmla="*/ 47 h 48"/>
                    <a:gd name="T16" fmla="*/ 41 w 51"/>
                    <a:gd name="T17" fmla="*/ 47 h 48"/>
                    <a:gd name="T18" fmla="*/ 50 w 51"/>
                    <a:gd name="T19" fmla="*/ 35 h 48"/>
                    <a:gd name="T20" fmla="*/ 50 w 51"/>
                    <a:gd name="T21" fmla="*/ 0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1" h="48">
                      <a:moveTo>
                        <a:pt x="50" y="0"/>
                      </a:moveTo>
                      <a:lnTo>
                        <a:pt x="31" y="0"/>
                      </a:lnTo>
                      <a:lnTo>
                        <a:pt x="20" y="13"/>
                      </a:lnTo>
                      <a:lnTo>
                        <a:pt x="13" y="13"/>
                      </a:lnTo>
                      <a:lnTo>
                        <a:pt x="7" y="19"/>
                      </a:lnTo>
                      <a:lnTo>
                        <a:pt x="0" y="19"/>
                      </a:lnTo>
                      <a:lnTo>
                        <a:pt x="0" y="35"/>
                      </a:lnTo>
                      <a:lnTo>
                        <a:pt x="12" y="47"/>
                      </a:lnTo>
                      <a:lnTo>
                        <a:pt x="41" y="47"/>
                      </a:lnTo>
                      <a:lnTo>
                        <a:pt x="50" y="35"/>
                      </a:lnTo>
                      <a:lnTo>
                        <a:pt x="5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120AF383-FB14-4CF7-9D8D-4511EF88245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071" y="840"/>
                  <a:ext cx="451" cy="587"/>
                </a:xfrm>
                <a:custGeom>
                  <a:avLst/>
                  <a:gdLst>
                    <a:gd name="T0" fmla="*/ 107 w 451"/>
                    <a:gd name="T1" fmla="*/ 0 h 587"/>
                    <a:gd name="T2" fmla="*/ 99 w 451"/>
                    <a:gd name="T3" fmla="*/ 16 h 587"/>
                    <a:gd name="T4" fmla="*/ 64 w 451"/>
                    <a:gd name="T5" fmla="*/ 47 h 587"/>
                    <a:gd name="T6" fmla="*/ 56 w 451"/>
                    <a:gd name="T7" fmla="*/ 75 h 587"/>
                    <a:gd name="T8" fmla="*/ 30 w 451"/>
                    <a:gd name="T9" fmla="*/ 95 h 587"/>
                    <a:gd name="T10" fmla="*/ 12 w 451"/>
                    <a:gd name="T11" fmla="*/ 135 h 587"/>
                    <a:gd name="T12" fmla="*/ 12 w 451"/>
                    <a:gd name="T13" fmla="*/ 159 h 587"/>
                    <a:gd name="T14" fmla="*/ 0 w 451"/>
                    <a:gd name="T15" fmla="*/ 201 h 587"/>
                    <a:gd name="T16" fmla="*/ 16 w 451"/>
                    <a:gd name="T17" fmla="*/ 219 h 587"/>
                    <a:gd name="T18" fmla="*/ 56 w 451"/>
                    <a:gd name="T19" fmla="*/ 272 h 587"/>
                    <a:gd name="T20" fmla="*/ 68 w 451"/>
                    <a:gd name="T21" fmla="*/ 265 h 587"/>
                    <a:gd name="T22" fmla="*/ 139 w 451"/>
                    <a:gd name="T23" fmla="*/ 265 h 587"/>
                    <a:gd name="T24" fmla="*/ 172 w 451"/>
                    <a:gd name="T25" fmla="*/ 278 h 587"/>
                    <a:gd name="T26" fmla="*/ 169 w 451"/>
                    <a:gd name="T27" fmla="*/ 319 h 587"/>
                    <a:gd name="T28" fmla="*/ 193 w 451"/>
                    <a:gd name="T29" fmla="*/ 374 h 587"/>
                    <a:gd name="T30" fmla="*/ 191 w 451"/>
                    <a:gd name="T31" fmla="*/ 389 h 587"/>
                    <a:gd name="T32" fmla="*/ 201 w 451"/>
                    <a:gd name="T33" fmla="*/ 406 h 587"/>
                    <a:gd name="T34" fmla="*/ 186 w 451"/>
                    <a:gd name="T35" fmla="*/ 445 h 587"/>
                    <a:gd name="T36" fmla="*/ 204 w 451"/>
                    <a:gd name="T37" fmla="*/ 494 h 587"/>
                    <a:gd name="T38" fmla="*/ 214 w 451"/>
                    <a:gd name="T39" fmla="*/ 532 h 587"/>
                    <a:gd name="T40" fmla="*/ 226 w 451"/>
                    <a:gd name="T41" fmla="*/ 556 h 587"/>
                    <a:gd name="T42" fmla="*/ 239 w 451"/>
                    <a:gd name="T43" fmla="*/ 586 h 587"/>
                    <a:gd name="T44" fmla="*/ 263 w 451"/>
                    <a:gd name="T45" fmla="*/ 582 h 587"/>
                    <a:gd name="T46" fmla="*/ 302 w 451"/>
                    <a:gd name="T47" fmla="*/ 560 h 587"/>
                    <a:gd name="T48" fmla="*/ 320 w 451"/>
                    <a:gd name="T49" fmla="*/ 533 h 587"/>
                    <a:gd name="T50" fmla="*/ 319 w 451"/>
                    <a:gd name="T51" fmla="*/ 515 h 587"/>
                    <a:gd name="T52" fmla="*/ 342 w 451"/>
                    <a:gd name="T53" fmla="*/ 500 h 587"/>
                    <a:gd name="T54" fmla="*/ 338 w 451"/>
                    <a:gd name="T55" fmla="*/ 474 h 587"/>
                    <a:gd name="T56" fmla="*/ 373 w 451"/>
                    <a:gd name="T57" fmla="*/ 432 h 587"/>
                    <a:gd name="T58" fmla="*/ 378 w 451"/>
                    <a:gd name="T59" fmla="*/ 398 h 587"/>
                    <a:gd name="T60" fmla="*/ 369 w 451"/>
                    <a:gd name="T61" fmla="*/ 386 h 587"/>
                    <a:gd name="T62" fmla="*/ 373 w 451"/>
                    <a:gd name="T63" fmla="*/ 372 h 587"/>
                    <a:gd name="T64" fmla="*/ 365 w 451"/>
                    <a:gd name="T65" fmla="*/ 360 h 587"/>
                    <a:gd name="T66" fmla="*/ 391 w 451"/>
                    <a:gd name="T67" fmla="*/ 327 h 587"/>
                    <a:gd name="T68" fmla="*/ 391 w 451"/>
                    <a:gd name="T69" fmla="*/ 310 h 587"/>
                    <a:gd name="T70" fmla="*/ 427 w 451"/>
                    <a:gd name="T71" fmla="*/ 282 h 587"/>
                    <a:gd name="T72" fmla="*/ 450 w 451"/>
                    <a:gd name="T73" fmla="*/ 207 h 587"/>
                    <a:gd name="T74" fmla="*/ 417 w 451"/>
                    <a:gd name="T75" fmla="*/ 226 h 587"/>
                    <a:gd name="T76" fmla="*/ 388 w 451"/>
                    <a:gd name="T77" fmla="*/ 218 h 587"/>
                    <a:gd name="T78" fmla="*/ 392 w 451"/>
                    <a:gd name="T79" fmla="*/ 200 h 587"/>
                    <a:gd name="T80" fmla="*/ 363 w 451"/>
                    <a:gd name="T81" fmla="*/ 180 h 587"/>
                    <a:gd name="T82" fmla="*/ 349 w 451"/>
                    <a:gd name="T83" fmla="*/ 132 h 587"/>
                    <a:gd name="T84" fmla="*/ 321 w 451"/>
                    <a:gd name="T85" fmla="*/ 93 h 587"/>
                    <a:gd name="T86" fmla="*/ 321 w 451"/>
                    <a:gd name="T87" fmla="*/ 66 h 587"/>
                    <a:gd name="T88" fmla="*/ 306 w 451"/>
                    <a:gd name="T89" fmla="*/ 65 h 587"/>
                    <a:gd name="T90" fmla="*/ 296 w 451"/>
                    <a:gd name="T91" fmla="*/ 69 h 587"/>
                    <a:gd name="T92" fmla="*/ 254 w 451"/>
                    <a:gd name="T93" fmla="*/ 54 h 587"/>
                    <a:gd name="T94" fmla="*/ 243 w 451"/>
                    <a:gd name="T95" fmla="*/ 65 h 587"/>
                    <a:gd name="T96" fmla="*/ 234 w 451"/>
                    <a:gd name="T97" fmla="*/ 78 h 587"/>
                    <a:gd name="T98" fmla="*/ 211 w 451"/>
                    <a:gd name="T99" fmla="*/ 53 h 587"/>
                    <a:gd name="T100" fmla="*/ 189 w 451"/>
                    <a:gd name="T101" fmla="*/ 47 h 587"/>
                    <a:gd name="T102" fmla="*/ 187 w 451"/>
                    <a:gd name="T103" fmla="*/ 15 h 587"/>
                    <a:gd name="T104" fmla="*/ 155 w 451"/>
                    <a:gd name="T105" fmla="*/ 20 h 587"/>
                    <a:gd name="T106" fmla="*/ 135 w 451"/>
                    <a:gd name="T107" fmla="*/ 13 h 587"/>
                    <a:gd name="T108" fmla="*/ 107 w 451"/>
                    <a:gd name="T109" fmla="*/ 0 h 587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451" h="587">
                      <a:moveTo>
                        <a:pt x="107" y="0"/>
                      </a:moveTo>
                      <a:lnTo>
                        <a:pt x="99" y="16"/>
                      </a:lnTo>
                      <a:lnTo>
                        <a:pt x="64" y="47"/>
                      </a:lnTo>
                      <a:lnTo>
                        <a:pt x="56" y="75"/>
                      </a:lnTo>
                      <a:lnTo>
                        <a:pt x="30" y="95"/>
                      </a:lnTo>
                      <a:lnTo>
                        <a:pt x="12" y="135"/>
                      </a:lnTo>
                      <a:lnTo>
                        <a:pt x="12" y="159"/>
                      </a:lnTo>
                      <a:lnTo>
                        <a:pt x="0" y="201"/>
                      </a:lnTo>
                      <a:lnTo>
                        <a:pt x="16" y="219"/>
                      </a:lnTo>
                      <a:lnTo>
                        <a:pt x="56" y="272"/>
                      </a:lnTo>
                      <a:lnTo>
                        <a:pt x="68" y="265"/>
                      </a:lnTo>
                      <a:lnTo>
                        <a:pt x="139" y="265"/>
                      </a:lnTo>
                      <a:lnTo>
                        <a:pt x="172" y="278"/>
                      </a:lnTo>
                      <a:lnTo>
                        <a:pt x="169" y="319"/>
                      </a:lnTo>
                      <a:lnTo>
                        <a:pt x="193" y="374"/>
                      </a:lnTo>
                      <a:lnTo>
                        <a:pt x="191" y="389"/>
                      </a:lnTo>
                      <a:lnTo>
                        <a:pt x="201" y="406"/>
                      </a:lnTo>
                      <a:lnTo>
                        <a:pt x="186" y="445"/>
                      </a:lnTo>
                      <a:lnTo>
                        <a:pt x="204" y="494"/>
                      </a:lnTo>
                      <a:lnTo>
                        <a:pt x="214" y="532"/>
                      </a:lnTo>
                      <a:lnTo>
                        <a:pt x="226" y="556"/>
                      </a:lnTo>
                      <a:lnTo>
                        <a:pt x="239" y="586"/>
                      </a:lnTo>
                      <a:lnTo>
                        <a:pt x="263" y="582"/>
                      </a:lnTo>
                      <a:lnTo>
                        <a:pt x="302" y="560"/>
                      </a:lnTo>
                      <a:lnTo>
                        <a:pt x="320" y="533"/>
                      </a:lnTo>
                      <a:lnTo>
                        <a:pt x="319" y="515"/>
                      </a:lnTo>
                      <a:lnTo>
                        <a:pt x="342" y="500"/>
                      </a:lnTo>
                      <a:lnTo>
                        <a:pt x="338" y="474"/>
                      </a:lnTo>
                      <a:lnTo>
                        <a:pt x="373" y="432"/>
                      </a:lnTo>
                      <a:lnTo>
                        <a:pt x="378" y="398"/>
                      </a:lnTo>
                      <a:lnTo>
                        <a:pt x="369" y="386"/>
                      </a:lnTo>
                      <a:lnTo>
                        <a:pt x="373" y="372"/>
                      </a:lnTo>
                      <a:lnTo>
                        <a:pt x="365" y="360"/>
                      </a:lnTo>
                      <a:lnTo>
                        <a:pt x="391" y="327"/>
                      </a:lnTo>
                      <a:lnTo>
                        <a:pt x="391" y="310"/>
                      </a:lnTo>
                      <a:lnTo>
                        <a:pt x="427" y="282"/>
                      </a:lnTo>
                      <a:lnTo>
                        <a:pt x="450" y="207"/>
                      </a:lnTo>
                      <a:lnTo>
                        <a:pt x="417" y="226"/>
                      </a:lnTo>
                      <a:lnTo>
                        <a:pt x="388" y="218"/>
                      </a:lnTo>
                      <a:lnTo>
                        <a:pt x="392" y="200"/>
                      </a:lnTo>
                      <a:lnTo>
                        <a:pt x="363" y="180"/>
                      </a:lnTo>
                      <a:lnTo>
                        <a:pt x="349" y="132"/>
                      </a:lnTo>
                      <a:lnTo>
                        <a:pt x="321" y="93"/>
                      </a:lnTo>
                      <a:lnTo>
                        <a:pt x="321" y="66"/>
                      </a:lnTo>
                      <a:lnTo>
                        <a:pt x="306" y="65"/>
                      </a:lnTo>
                      <a:lnTo>
                        <a:pt x="296" y="69"/>
                      </a:lnTo>
                      <a:lnTo>
                        <a:pt x="254" y="54"/>
                      </a:lnTo>
                      <a:lnTo>
                        <a:pt x="243" y="65"/>
                      </a:lnTo>
                      <a:lnTo>
                        <a:pt x="234" y="78"/>
                      </a:lnTo>
                      <a:lnTo>
                        <a:pt x="211" y="53"/>
                      </a:lnTo>
                      <a:lnTo>
                        <a:pt x="189" y="47"/>
                      </a:lnTo>
                      <a:lnTo>
                        <a:pt x="187" y="15"/>
                      </a:lnTo>
                      <a:lnTo>
                        <a:pt x="155" y="20"/>
                      </a:lnTo>
                      <a:lnTo>
                        <a:pt x="135" y="13"/>
                      </a:lnTo>
                      <a:lnTo>
                        <a:pt x="10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5" name="Freeform 15">
                  <a:extLst>
                    <a:ext uri="{FF2B5EF4-FFF2-40B4-BE49-F238E27FC236}">
                      <a16:creationId xmlns:a16="http://schemas.microsoft.com/office/drawing/2014/main" id="{CDF351D9-3D28-4BA9-A926-3E044E58A84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12" y="987"/>
                  <a:ext cx="17" cy="28"/>
                </a:xfrm>
                <a:custGeom>
                  <a:avLst/>
                  <a:gdLst>
                    <a:gd name="T0" fmla="*/ 7 w 17"/>
                    <a:gd name="T1" fmla="*/ 0 h 28"/>
                    <a:gd name="T2" fmla="*/ 9 w 17"/>
                    <a:gd name="T3" fmla="*/ 8 h 28"/>
                    <a:gd name="T4" fmla="*/ 7 w 17"/>
                    <a:gd name="T5" fmla="*/ 14 h 28"/>
                    <a:gd name="T6" fmla="*/ 7 w 17"/>
                    <a:gd name="T7" fmla="*/ 19 h 28"/>
                    <a:gd name="T8" fmla="*/ 16 w 17"/>
                    <a:gd name="T9" fmla="*/ 23 h 28"/>
                    <a:gd name="T10" fmla="*/ 16 w 17"/>
                    <a:gd name="T11" fmla="*/ 27 h 28"/>
                    <a:gd name="T12" fmla="*/ 9 w 17"/>
                    <a:gd name="T13" fmla="*/ 23 h 28"/>
                    <a:gd name="T14" fmla="*/ 3 w 17"/>
                    <a:gd name="T15" fmla="*/ 27 h 28"/>
                    <a:gd name="T16" fmla="*/ 0 w 17"/>
                    <a:gd name="T17" fmla="*/ 23 h 28"/>
                    <a:gd name="T18" fmla="*/ 3 w 17"/>
                    <a:gd name="T19" fmla="*/ 19 h 28"/>
                    <a:gd name="T20" fmla="*/ 0 w 17"/>
                    <a:gd name="T21" fmla="*/ 14 h 28"/>
                    <a:gd name="T22" fmla="*/ 3 w 17"/>
                    <a:gd name="T23" fmla="*/ 4 h 28"/>
                    <a:gd name="T24" fmla="*/ 7 w 17"/>
                    <a:gd name="T25" fmla="*/ 0 h 2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8">
                      <a:moveTo>
                        <a:pt x="7" y="0"/>
                      </a:moveTo>
                      <a:lnTo>
                        <a:pt x="9" y="8"/>
                      </a:lnTo>
                      <a:lnTo>
                        <a:pt x="7" y="14"/>
                      </a:lnTo>
                      <a:lnTo>
                        <a:pt x="7" y="19"/>
                      </a:lnTo>
                      <a:lnTo>
                        <a:pt x="16" y="23"/>
                      </a:lnTo>
                      <a:lnTo>
                        <a:pt x="16" y="27"/>
                      </a:lnTo>
                      <a:lnTo>
                        <a:pt x="9" y="23"/>
                      </a:lnTo>
                      <a:lnTo>
                        <a:pt x="3" y="27"/>
                      </a:lnTo>
                      <a:lnTo>
                        <a:pt x="0" y="23"/>
                      </a:lnTo>
                      <a:lnTo>
                        <a:pt x="3" y="19"/>
                      </a:lnTo>
                      <a:lnTo>
                        <a:pt x="0" y="14"/>
                      </a:lnTo>
                      <a:lnTo>
                        <a:pt x="3" y="4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6" name="Freeform 16">
                  <a:extLst>
                    <a:ext uri="{FF2B5EF4-FFF2-40B4-BE49-F238E27FC236}">
                      <a16:creationId xmlns:a16="http://schemas.microsoft.com/office/drawing/2014/main" id="{45E8F0F6-FB40-4908-82FB-577FC6813364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27" y="1109"/>
                  <a:ext cx="68" cy="97"/>
                </a:xfrm>
                <a:custGeom>
                  <a:avLst/>
                  <a:gdLst>
                    <a:gd name="T0" fmla="*/ 0 w 68"/>
                    <a:gd name="T1" fmla="*/ 48 h 97"/>
                    <a:gd name="T2" fmla="*/ 24 w 68"/>
                    <a:gd name="T3" fmla="*/ 48 h 97"/>
                    <a:gd name="T4" fmla="*/ 52 w 68"/>
                    <a:gd name="T5" fmla="*/ 0 h 97"/>
                    <a:gd name="T6" fmla="*/ 67 w 68"/>
                    <a:gd name="T7" fmla="*/ 28 h 97"/>
                    <a:gd name="T8" fmla="*/ 55 w 68"/>
                    <a:gd name="T9" fmla="*/ 96 h 97"/>
                    <a:gd name="T10" fmla="*/ 5 w 68"/>
                    <a:gd name="T11" fmla="*/ 80 h 97"/>
                    <a:gd name="T12" fmla="*/ 0 w 68"/>
                    <a:gd name="T13" fmla="*/ 48 h 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" h="97">
                      <a:moveTo>
                        <a:pt x="0" y="48"/>
                      </a:moveTo>
                      <a:lnTo>
                        <a:pt x="24" y="48"/>
                      </a:lnTo>
                      <a:lnTo>
                        <a:pt x="52" y="0"/>
                      </a:lnTo>
                      <a:lnTo>
                        <a:pt x="67" y="28"/>
                      </a:lnTo>
                      <a:lnTo>
                        <a:pt x="55" y="96"/>
                      </a:lnTo>
                      <a:lnTo>
                        <a:pt x="5" y="80"/>
                      </a:lnTo>
                      <a:lnTo>
                        <a:pt x="0" y="4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7" name="Freeform 17">
                  <a:extLst>
                    <a:ext uri="{FF2B5EF4-FFF2-40B4-BE49-F238E27FC236}">
                      <a16:creationId xmlns:a16="http://schemas.microsoft.com/office/drawing/2014/main" id="{583DCB4A-1F7E-47F0-9989-3ED0A260DE39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62" y="1146"/>
                  <a:ext cx="117" cy="94"/>
                </a:xfrm>
                <a:custGeom>
                  <a:avLst/>
                  <a:gdLst>
                    <a:gd name="T0" fmla="*/ 7 w 117"/>
                    <a:gd name="T1" fmla="*/ 22 h 94"/>
                    <a:gd name="T2" fmla="*/ 0 w 117"/>
                    <a:gd name="T3" fmla="*/ 0 h 94"/>
                    <a:gd name="T4" fmla="*/ 39 w 117"/>
                    <a:gd name="T5" fmla="*/ 9 h 94"/>
                    <a:gd name="T6" fmla="*/ 95 w 117"/>
                    <a:gd name="T7" fmla="*/ 32 h 94"/>
                    <a:gd name="T8" fmla="*/ 95 w 117"/>
                    <a:gd name="T9" fmla="*/ 49 h 94"/>
                    <a:gd name="T10" fmla="*/ 116 w 117"/>
                    <a:gd name="T11" fmla="*/ 93 h 94"/>
                    <a:gd name="T12" fmla="*/ 73 w 117"/>
                    <a:gd name="T13" fmla="*/ 51 h 94"/>
                    <a:gd name="T14" fmla="*/ 44 w 117"/>
                    <a:gd name="T15" fmla="*/ 54 h 94"/>
                    <a:gd name="T16" fmla="*/ 7 w 117"/>
                    <a:gd name="T17" fmla="*/ 22 h 9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17" h="94">
                      <a:moveTo>
                        <a:pt x="7" y="22"/>
                      </a:moveTo>
                      <a:lnTo>
                        <a:pt x="0" y="0"/>
                      </a:lnTo>
                      <a:lnTo>
                        <a:pt x="39" y="9"/>
                      </a:lnTo>
                      <a:lnTo>
                        <a:pt x="95" y="32"/>
                      </a:lnTo>
                      <a:lnTo>
                        <a:pt x="95" y="49"/>
                      </a:lnTo>
                      <a:lnTo>
                        <a:pt x="116" y="93"/>
                      </a:lnTo>
                      <a:lnTo>
                        <a:pt x="73" y="51"/>
                      </a:lnTo>
                      <a:lnTo>
                        <a:pt x="44" y="54"/>
                      </a:lnTo>
                      <a:lnTo>
                        <a:pt x="7" y="2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8" name="Freeform 18">
                  <a:extLst>
                    <a:ext uri="{FF2B5EF4-FFF2-40B4-BE49-F238E27FC236}">
                      <a16:creationId xmlns:a16="http://schemas.microsoft.com/office/drawing/2014/main" id="{3A8A7124-D763-4647-A226-87127706452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384" y="1337"/>
                  <a:ext cx="79" cy="101"/>
                </a:xfrm>
                <a:custGeom>
                  <a:avLst/>
                  <a:gdLst>
                    <a:gd name="T0" fmla="*/ 48 w 79"/>
                    <a:gd name="T1" fmla="*/ 0 h 101"/>
                    <a:gd name="T2" fmla="*/ 78 w 79"/>
                    <a:gd name="T3" fmla="*/ 30 h 101"/>
                    <a:gd name="T4" fmla="*/ 16 w 79"/>
                    <a:gd name="T5" fmla="*/ 100 h 101"/>
                    <a:gd name="T6" fmla="*/ 0 w 79"/>
                    <a:gd name="T7" fmla="*/ 84 h 101"/>
                    <a:gd name="T8" fmla="*/ 45 w 79"/>
                    <a:gd name="T9" fmla="*/ 39 h 101"/>
                    <a:gd name="T10" fmla="*/ 48 w 79"/>
                    <a:gd name="T11" fmla="*/ 0 h 10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9" h="101">
                      <a:moveTo>
                        <a:pt x="48" y="0"/>
                      </a:moveTo>
                      <a:lnTo>
                        <a:pt x="78" y="30"/>
                      </a:lnTo>
                      <a:lnTo>
                        <a:pt x="16" y="100"/>
                      </a:lnTo>
                      <a:lnTo>
                        <a:pt x="0" y="84"/>
                      </a:lnTo>
                      <a:lnTo>
                        <a:pt x="45" y="39"/>
                      </a:lnTo>
                      <a:lnTo>
                        <a:pt x="4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9" name="Freeform 19">
                  <a:extLst>
                    <a:ext uri="{FF2B5EF4-FFF2-40B4-BE49-F238E27FC236}">
                      <a16:creationId xmlns:a16="http://schemas.microsoft.com/office/drawing/2014/main" id="{2B158D74-13C7-4639-B413-120F45A89AA8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11" y="651"/>
                  <a:ext cx="39" cy="66"/>
                </a:xfrm>
                <a:custGeom>
                  <a:avLst/>
                  <a:gdLst>
                    <a:gd name="T0" fmla="*/ 38 w 39"/>
                    <a:gd name="T1" fmla="*/ 51 h 66"/>
                    <a:gd name="T2" fmla="*/ 28 w 39"/>
                    <a:gd name="T3" fmla="*/ 43 h 66"/>
                    <a:gd name="T4" fmla="*/ 28 w 39"/>
                    <a:gd name="T5" fmla="*/ 14 h 66"/>
                    <a:gd name="T6" fmla="*/ 33 w 39"/>
                    <a:gd name="T7" fmla="*/ 8 h 66"/>
                    <a:gd name="T8" fmla="*/ 24 w 39"/>
                    <a:gd name="T9" fmla="*/ 8 h 66"/>
                    <a:gd name="T10" fmla="*/ 29 w 39"/>
                    <a:gd name="T11" fmla="*/ 0 h 66"/>
                    <a:gd name="T12" fmla="*/ 22 w 39"/>
                    <a:gd name="T13" fmla="*/ 0 h 66"/>
                    <a:gd name="T14" fmla="*/ 14 w 39"/>
                    <a:gd name="T15" fmla="*/ 9 h 66"/>
                    <a:gd name="T16" fmla="*/ 14 w 39"/>
                    <a:gd name="T17" fmla="*/ 27 h 66"/>
                    <a:gd name="T18" fmla="*/ 18 w 39"/>
                    <a:gd name="T19" fmla="*/ 31 h 66"/>
                    <a:gd name="T20" fmla="*/ 18 w 39"/>
                    <a:gd name="T21" fmla="*/ 39 h 66"/>
                    <a:gd name="T22" fmla="*/ 16 w 39"/>
                    <a:gd name="T23" fmla="*/ 39 h 66"/>
                    <a:gd name="T24" fmla="*/ 9 w 39"/>
                    <a:gd name="T25" fmla="*/ 46 h 66"/>
                    <a:gd name="T26" fmla="*/ 9 w 39"/>
                    <a:gd name="T27" fmla="*/ 53 h 66"/>
                    <a:gd name="T28" fmla="*/ 0 w 39"/>
                    <a:gd name="T29" fmla="*/ 65 h 66"/>
                    <a:gd name="T30" fmla="*/ 29 w 39"/>
                    <a:gd name="T31" fmla="*/ 65 h 66"/>
                    <a:gd name="T32" fmla="*/ 38 w 39"/>
                    <a:gd name="T33" fmla="*/ 51 h 6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9" h="66">
                      <a:moveTo>
                        <a:pt x="38" y="51"/>
                      </a:moveTo>
                      <a:lnTo>
                        <a:pt x="28" y="43"/>
                      </a:lnTo>
                      <a:lnTo>
                        <a:pt x="28" y="14"/>
                      </a:lnTo>
                      <a:lnTo>
                        <a:pt x="33" y="8"/>
                      </a:lnTo>
                      <a:lnTo>
                        <a:pt x="24" y="8"/>
                      </a:lnTo>
                      <a:lnTo>
                        <a:pt x="29" y="0"/>
                      </a:ln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14" y="27"/>
                      </a:lnTo>
                      <a:lnTo>
                        <a:pt x="18" y="31"/>
                      </a:lnTo>
                      <a:lnTo>
                        <a:pt x="18" y="39"/>
                      </a:lnTo>
                      <a:lnTo>
                        <a:pt x="16" y="39"/>
                      </a:lnTo>
                      <a:lnTo>
                        <a:pt x="9" y="46"/>
                      </a:lnTo>
                      <a:lnTo>
                        <a:pt x="9" y="53"/>
                      </a:lnTo>
                      <a:lnTo>
                        <a:pt x="0" y="65"/>
                      </a:lnTo>
                      <a:lnTo>
                        <a:pt x="29" y="65"/>
                      </a:lnTo>
                      <a:lnTo>
                        <a:pt x="38" y="51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20" name="Freeform 20">
                  <a:extLst>
                    <a:ext uri="{FF2B5EF4-FFF2-40B4-BE49-F238E27FC236}">
                      <a16:creationId xmlns:a16="http://schemas.microsoft.com/office/drawing/2014/main" id="{D89AF4F7-F109-4263-84DC-1CBAB4E551C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98" y="673"/>
                  <a:ext cx="21" cy="24"/>
                </a:xfrm>
                <a:custGeom>
                  <a:avLst/>
                  <a:gdLst>
                    <a:gd name="T0" fmla="*/ 17 w 21"/>
                    <a:gd name="T1" fmla="*/ 8 h 24"/>
                    <a:gd name="T2" fmla="*/ 20 w 21"/>
                    <a:gd name="T3" fmla="*/ 8 h 24"/>
                    <a:gd name="T4" fmla="*/ 20 w 21"/>
                    <a:gd name="T5" fmla="*/ 0 h 24"/>
                    <a:gd name="T6" fmla="*/ 13 w 21"/>
                    <a:gd name="T7" fmla="*/ 0 h 24"/>
                    <a:gd name="T8" fmla="*/ 0 w 21"/>
                    <a:gd name="T9" fmla="*/ 15 h 24"/>
                    <a:gd name="T10" fmla="*/ 0 w 21"/>
                    <a:gd name="T11" fmla="*/ 23 h 24"/>
                    <a:gd name="T12" fmla="*/ 12 w 21"/>
                    <a:gd name="T13" fmla="*/ 23 h 24"/>
                    <a:gd name="T14" fmla="*/ 17 w 21"/>
                    <a:gd name="T15" fmla="*/ 17 h 24"/>
                    <a:gd name="T16" fmla="*/ 17 w 21"/>
                    <a:gd name="T17" fmla="*/ 8 h 2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" h="24">
                      <a:moveTo>
                        <a:pt x="17" y="8"/>
                      </a:moveTo>
                      <a:lnTo>
                        <a:pt x="20" y="8"/>
                      </a:lnTo>
                      <a:lnTo>
                        <a:pt x="20" y="0"/>
                      </a:lnTo>
                      <a:lnTo>
                        <a:pt x="13" y="0"/>
                      </a:lnTo>
                      <a:lnTo>
                        <a:pt x="0" y="15"/>
                      </a:lnTo>
                      <a:lnTo>
                        <a:pt x="0" y="23"/>
                      </a:lnTo>
                      <a:lnTo>
                        <a:pt x="12" y="23"/>
                      </a:lnTo>
                      <a:lnTo>
                        <a:pt x="17" y="17"/>
                      </a:lnTo>
                      <a:lnTo>
                        <a:pt x="17" y="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21" name="Freeform 21">
                  <a:extLst>
                    <a:ext uri="{FF2B5EF4-FFF2-40B4-BE49-F238E27FC236}">
                      <a16:creationId xmlns:a16="http://schemas.microsoft.com/office/drawing/2014/main" id="{13D98420-8169-4B2E-85CC-B4D9A85F40B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67" y="634"/>
                  <a:ext cx="256" cy="216"/>
                </a:xfrm>
                <a:custGeom>
                  <a:avLst/>
                  <a:gdLst>
                    <a:gd name="T0" fmla="*/ 168 w 256"/>
                    <a:gd name="T1" fmla="*/ 15 h 216"/>
                    <a:gd name="T2" fmla="*/ 201 w 256"/>
                    <a:gd name="T3" fmla="*/ 20 h 216"/>
                    <a:gd name="T4" fmla="*/ 181 w 256"/>
                    <a:gd name="T5" fmla="*/ 28 h 216"/>
                    <a:gd name="T6" fmla="*/ 172 w 256"/>
                    <a:gd name="T7" fmla="*/ 41 h 216"/>
                    <a:gd name="T8" fmla="*/ 160 w 256"/>
                    <a:gd name="T9" fmla="*/ 70 h 216"/>
                    <a:gd name="T10" fmla="*/ 140 w 256"/>
                    <a:gd name="T11" fmla="*/ 72 h 216"/>
                    <a:gd name="T12" fmla="*/ 123 w 256"/>
                    <a:gd name="T13" fmla="*/ 69 h 216"/>
                    <a:gd name="T14" fmla="*/ 131 w 256"/>
                    <a:gd name="T15" fmla="*/ 55 h 216"/>
                    <a:gd name="T16" fmla="*/ 124 w 256"/>
                    <a:gd name="T17" fmla="*/ 37 h 216"/>
                    <a:gd name="T18" fmla="*/ 114 w 256"/>
                    <a:gd name="T19" fmla="*/ 69 h 216"/>
                    <a:gd name="T20" fmla="*/ 87 w 256"/>
                    <a:gd name="T21" fmla="*/ 84 h 216"/>
                    <a:gd name="T22" fmla="*/ 73 w 256"/>
                    <a:gd name="T23" fmla="*/ 94 h 216"/>
                    <a:gd name="T24" fmla="*/ 53 w 256"/>
                    <a:gd name="T25" fmla="*/ 108 h 216"/>
                    <a:gd name="T26" fmla="*/ 43 w 256"/>
                    <a:gd name="T27" fmla="*/ 143 h 216"/>
                    <a:gd name="T28" fmla="*/ 8 w 256"/>
                    <a:gd name="T29" fmla="*/ 130 h 216"/>
                    <a:gd name="T30" fmla="*/ 0 w 256"/>
                    <a:gd name="T31" fmla="*/ 156 h 216"/>
                    <a:gd name="T32" fmla="*/ 15 w 256"/>
                    <a:gd name="T33" fmla="*/ 194 h 216"/>
                    <a:gd name="T34" fmla="*/ 71 w 256"/>
                    <a:gd name="T35" fmla="*/ 153 h 216"/>
                    <a:gd name="T36" fmla="*/ 105 w 256"/>
                    <a:gd name="T37" fmla="*/ 145 h 216"/>
                    <a:gd name="T38" fmla="*/ 111 w 256"/>
                    <a:gd name="T39" fmla="*/ 161 h 216"/>
                    <a:gd name="T40" fmla="*/ 139 w 256"/>
                    <a:gd name="T41" fmla="*/ 201 h 216"/>
                    <a:gd name="T42" fmla="*/ 142 w 256"/>
                    <a:gd name="T43" fmla="*/ 189 h 216"/>
                    <a:gd name="T44" fmla="*/ 150 w 256"/>
                    <a:gd name="T45" fmla="*/ 189 h 216"/>
                    <a:gd name="T46" fmla="*/ 123 w 256"/>
                    <a:gd name="T47" fmla="*/ 152 h 216"/>
                    <a:gd name="T48" fmla="*/ 131 w 256"/>
                    <a:gd name="T49" fmla="*/ 139 h 216"/>
                    <a:gd name="T50" fmla="*/ 160 w 256"/>
                    <a:gd name="T51" fmla="*/ 178 h 216"/>
                    <a:gd name="T52" fmla="*/ 172 w 256"/>
                    <a:gd name="T53" fmla="*/ 202 h 216"/>
                    <a:gd name="T54" fmla="*/ 178 w 256"/>
                    <a:gd name="T55" fmla="*/ 215 h 216"/>
                    <a:gd name="T56" fmla="*/ 183 w 256"/>
                    <a:gd name="T57" fmla="*/ 191 h 216"/>
                    <a:gd name="T58" fmla="*/ 202 w 256"/>
                    <a:gd name="T59" fmla="*/ 182 h 216"/>
                    <a:gd name="T60" fmla="*/ 214 w 256"/>
                    <a:gd name="T61" fmla="*/ 177 h 216"/>
                    <a:gd name="T62" fmla="*/ 210 w 256"/>
                    <a:gd name="T63" fmla="*/ 158 h 216"/>
                    <a:gd name="T64" fmla="*/ 219 w 256"/>
                    <a:gd name="T65" fmla="*/ 126 h 216"/>
                    <a:gd name="T66" fmla="*/ 232 w 256"/>
                    <a:gd name="T67" fmla="*/ 130 h 216"/>
                    <a:gd name="T68" fmla="*/ 236 w 256"/>
                    <a:gd name="T69" fmla="*/ 145 h 216"/>
                    <a:gd name="T70" fmla="*/ 247 w 256"/>
                    <a:gd name="T71" fmla="*/ 137 h 216"/>
                    <a:gd name="T72" fmla="*/ 244 w 256"/>
                    <a:gd name="T73" fmla="*/ 134 h 216"/>
                    <a:gd name="T74" fmla="*/ 252 w 256"/>
                    <a:gd name="T75" fmla="*/ 114 h 216"/>
                    <a:gd name="T76" fmla="*/ 255 w 256"/>
                    <a:gd name="T77" fmla="*/ 137 h 216"/>
                    <a:gd name="T78" fmla="*/ 168 w 256"/>
                    <a:gd name="T79" fmla="*/ 0 h 21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256" h="216">
                      <a:moveTo>
                        <a:pt x="168" y="0"/>
                      </a:moveTo>
                      <a:lnTo>
                        <a:pt x="168" y="15"/>
                      </a:lnTo>
                      <a:lnTo>
                        <a:pt x="173" y="20"/>
                      </a:lnTo>
                      <a:lnTo>
                        <a:pt x="201" y="20"/>
                      </a:lnTo>
                      <a:lnTo>
                        <a:pt x="201" y="28"/>
                      </a:lnTo>
                      <a:lnTo>
                        <a:pt x="181" y="28"/>
                      </a:lnTo>
                      <a:lnTo>
                        <a:pt x="181" y="52"/>
                      </a:lnTo>
                      <a:lnTo>
                        <a:pt x="172" y="41"/>
                      </a:lnTo>
                      <a:lnTo>
                        <a:pt x="172" y="56"/>
                      </a:lnTo>
                      <a:lnTo>
                        <a:pt x="160" y="70"/>
                      </a:lnTo>
                      <a:lnTo>
                        <a:pt x="152" y="62"/>
                      </a:lnTo>
                      <a:lnTo>
                        <a:pt x="140" y="72"/>
                      </a:lnTo>
                      <a:lnTo>
                        <a:pt x="138" y="69"/>
                      </a:lnTo>
                      <a:lnTo>
                        <a:pt x="123" y="69"/>
                      </a:lnTo>
                      <a:lnTo>
                        <a:pt x="131" y="59"/>
                      </a:lnTo>
                      <a:lnTo>
                        <a:pt x="131" y="55"/>
                      </a:lnTo>
                      <a:lnTo>
                        <a:pt x="124" y="48"/>
                      </a:lnTo>
                      <a:lnTo>
                        <a:pt x="124" y="37"/>
                      </a:lnTo>
                      <a:lnTo>
                        <a:pt x="114" y="48"/>
                      </a:lnTo>
                      <a:lnTo>
                        <a:pt x="114" y="69"/>
                      </a:lnTo>
                      <a:lnTo>
                        <a:pt x="102" y="69"/>
                      </a:lnTo>
                      <a:lnTo>
                        <a:pt x="87" y="84"/>
                      </a:lnTo>
                      <a:lnTo>
                        <a:pt x="81" y="84"/>
                      </a:lnTo>
                      <a:lnTo>
                        <a:pt x="73" y="94"/>
                      </a:lnTo>
                      <a:lnTo>
                        <a:pt x="43" y="94"/>
                      </a:lnTo>
                      <a:lnTo>
                        <a:pt x="53" y="108"/>
                      </a:lnTo>
                      <a:lnTo>
                        <a:pt x="53" y="130"/>
                      </a:lnTo>
                      <a:lnTo>
                        <a:pt x="43" y="143"/>
                      </a:lnTo>
                      <a:lnTo>
                        <a:pt x="31" y="130"/>
                      </a:lnTo>
                      <a:lnTo>
                        <a:pt x="8" y="130"/>
                      </a:lnTo>
                      <a:lnTo>
                        <a:pt x="8" y="146"/>
                      </a:lnTo>
                      <a:lnTo>
                        <a:pt x="0" y="156"/>
                      </a:lnTo>
                      <a:lnTo>
                        <a:pt x="0" y="177"/>
                      </a:lnTo>
                      <a:lnTo>
                        <a:pt x="15" y="194"/>
                      </a:lnTo>
                      <a:lnTo>
                        <a:pt x="37" y="194"/>
                      </a:lnTo>
                      <a:lnTo>
                        <a:pt x="71" y="153"/>
                      </a:lnTo>
                      <a:lnTo>
                        <a:pt x="101" y="153"/>
                      </a:lnTo>
                      <a:lnTo>
                        <a:pt x="105" y="145"/>
                      </a:lnTo>
                      <a:lnTo>
                        <a:pt x="112" y="153"/>
                      </a:lnTo>
                      <a:lnTo>
                        <a:pt x="111" y="161"/>
                      </a:lnTo>
                      <a:lnTo>
                        <a:pt x="139" y="189"/>
                      </a:lnTo>
                      <a:lnTo>
                        <a:pt x="139" y="201"/>
                      </a:lnTo>
                      <a:lnTo>
                        <a:pt x="145" y="196"/>
                      </a:lnTo>
                      <a:lnTo>
                        <a:pt x="142" y="189"/>
                      </a:lnTo>
                      <a:lnTo>
                        <a:pt x="145" y="185"/>
                      </a:lnTo>
                      <a:lnTo>
                        <a:pt x="150" y="189"/>
                      </a:lnTo>
                      <a:lnTo>
                        <a:pt x="152" y="188"/>
                      </a:lnTo>
                      <a:lnTo>
                        <a:pt x="123" y="152"/>
                      </a:lnTo>
                      <a:lnTo>
                        <a:pt x="123" y="139"/>
                      </a:lnTo>
                      <a:lnTo>
                        <a:pt x="131" y="139"/>
                      </a:lnTo>
                      <a:lnTo>
                        <a:pt x="131" y="146"/>
                      </a:lnTo>
                      <a:lnTo>
                        <a:pt x="160" y="178"/>
                      </a:lnTo>
                      <a:lnTo>
                        <a:pt x="160" y="188"/>
                      </a:lnTo>
                      <a:lnTo>
                        <a:pt x="172" y="202"/>
                      </a:lnTo>
                      <a:lnTo>
                        <a:pt x="169" y="205"/>
                      </a:lnTo>
                      <a:lnTo>
                        <a:pt x="178" y="215"/>
                      </a:lnTo>
                      <a:lnTo>
                        <a:pt x="191" y="200"/>
                      </a:lnTo>
                      <a:lnTo>
                        <a:pt x="183" y="191"/>
                      </a:lnTo>
                      <a:lnTo>
                        <a:pt x="191" y="182"/>
                      </a:lnTo>
                      <a:lnTo>
                        <a:pt x="202" y="182"/>
                      </a:lnTo>
                      <a:lnTo>
                        <a:pt x="207" y="177"/>
                      </a:lnTo>
                      <a:lnTo>
                        <a:pt x="214" y="177"/>
                      </a:lnTo>
                      <a:lnTo>
                        <a:pt x="205" y="164"/>
                      </a:lnTo>
                      <a:lnTo>
                        <a:pt x="210" y="158"/>
                      </a:lnTo>
                      <a:lnTo>
                        <a:pt x="210" y="137"/>
                      </a:lnTo>
                      <a:lnTo>
                        <a:pt x="219" y="126"/>
                      </a:lnTo>
                      <a:lnTo>
                        <a:pt x="223" y="130"/>
                      </a:lnTo>
                      <a:lnTo>
                        <a:pt x="232" y="130"/>
                      </a:lnTo>
                      <a:lnTo>
                        <a:pt x="228" y="136"/>
                      </a:lnTo>
                      <a:lnTo>
                        <a:pt x="236" y="145"/>
                      </a:lnTo>
                      <a:lnTo>
                        <a:pt x="241" y="137"/>
                      </a:lnTo>
                      <a:lnTo>
                        <a:pt x="247" y="137"/>
                      </a:lnTo>
                      <a:lnTo>
                        <a:pt x="247" y="134"/>
                      </a:lnTo>
                      <a:lnTo>
                        <a:pt x="244" y="134"/>
                      </a:lnTo>
                      <a:lnTo>
                        <a:pt x="239" y="130"/>
                      </a:lnTo>
                      <a:lnTo>
                        <a:pt x="252" y="114"/>
                      </a:lnTo>
                      <a:lnTo>
                        <a:pt x="252" y="137"/>
                      </a:lnTo>
                      <a:lnTo>
                        <a:pt x="255" y="137"/>
                      </a:lnTo>
                      <a:lnTo>
                        <a:pt x="255" y="0"/>
                      </a:lnTo>
                      <a:lnTo>
                        <a:pt x="16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22" name="Freeform 22">
                  <a:extLst>
                    <a:ext uri="{FF2B5EF4-FFF2-40B4-BE49-F238E27FC236}">
                      <a16:creationId xmlns:a16="http://schemas.microsoft.com/office/drawing/2014/main" id="{4CB36DE2-03EF-4865-8182-947376B31EE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76" y="406"/>
                  <a:ext cx="1089" cy="769"/>
                </a:xfrm>
                <a:custGeom>
                  <a:avLst/>
                  <a:gdLst>
                    <a:gd name="T0" fmla="*/ 32 w 1089"/>
                    <a:gd name="T1" fmla="*/ 202 h 769"/>
                    <a:gd name="T2" fmla="*/ 99 w 1089"/>
                    <a:gd name="T3" fmla="*/ 134 h 769"/>
                    <a:gd name="T4" fmla="*/ 142 w 1089"/>
                    <a:gd name="T5" fmla="*/ 181 h 769"/>
                    <a:gd name="T6" fmla="*/ 118 w 1089"/>
                    <a:gd name="T7" fmla="*/ 179 h 769"/>
                    <a:gd name="T8" fmla="*/ 216 w 1089"/>
                    <a:gd name="T9" fmla="*/ 172 h 769"/>
                    <a:gd name="T10" fmla="*/ 240 w 1089"/>
                    <a:gd name="T11" fmla="*/ 110 h 769"/>
                    <a:gd name="T12" fmla="*/ 241 w 1089"/>
                    <a:gd name="T13" fmla="*/ 124 h 769"/>
                    <a:gd name="T14" fmla="*/ 223 w 1089"/>
                    <a:gd name="T15" fmla="*/ 172 h 769"/>
                    <a:gd name="T16" fmla="*/ 301 w 1089"/>
                    <a:gd name="T17" fmla="*/ 133 h 769"/>
                    <a:gd name="T18" fmla="*/ 460 w 1089"/>
                    <a:gd name="T19" fmla="*/ 23 h 769"/>
                    <a:gd name="T20" fmla="*/ 574 w 1089"/>
                    <a:gd name="T21" fmla="*/ 29 h 769"/>
                    <a:gd name="T22" fmla="*/ 701 w 1089"/>
                    <a:gd name="T23" fmla="*/ 15 h 769"/>
                    <a:gd name="T24" fmla="*/ 840 w 1089"/>
                    <a:gd name="T25" fmla="*/ 71 h 769"/>
                    <a:gd name="T26" fmla="*/ 1001 w 1089"/>
                    <a:gd name="T27" fmla="*/ 91 h 769"/>
                    <a:gd name="T28" fmla="*/ 1080 w 1089"/>
                    <a:gd name="T29" fmla="*/ 156 h 769"/>
                    <a:gd name="T30" fmla="*/ 1019 w 1089"/>
                    <a:gd name="T31" fmla="*/ 206 h 769"/>
                    <a:gd name="T32" fmla="*/ 985 w 1089"/>
                    <a:gd name="T33" fmla="*/ 270 h 769"/>
                    <a:gd name="T34" fmla="*/ 945 w 1089"/>
                    <a:gd name="T35" fmla="*/ 273 h 769"/>
                    <a:gd name="T36" fmla="*/ 958 w 1089"/>
                    <a:gd name="T37" fmla="*/ 184 h 769"/>
                    <a:gd name="T38" fmla="*/ 906 w 1089"/>
                    <a:gd name="T39" fmla="*/ 232 h 769"/>
                    <a:gd name="T40" fmla="*/ 868 w 1089"/>
                    <a:gd name="T41" fmla="*/ 273 h 769"/>
                    <a:gd name="T42" fmla="*/ 881 w 1089"/>
                    <a:gd name="T43" fmla="*/ 318 h 769"/>
                    <a:gd name="T44" fmla="*/ 837 w 1089"/>
                    <a:gd name="T45" fmla="*/ 385 h 769"/>
                    <a:gd name="T46" fmla="*/ 844 w 1089"/>
                    <a:gd name="T47" fmla="*/ 439 h 769"/>
                    <a:gd name="T48" fmla="*/ 839 w 1089"/>
                    <a:gd name="T49" fmla="*/ 413 h 769"/>
                    <a:gd name="T50" fmla="*/ 797 w 1089"/>
                    <a:gd name="T51" fmla="*/ 416 h 769"/>
                    <a:gd name="T52" fmla="*/ 828 w 1089"/>
                    <a:gd name="T53" fmla="*/ 496 h 769"/>
                    <a:gd name="T54" fmla="*/ 751 w 1089"/>
                    <a:gd name="T55" fmla="*/ 589 h 769"/>
                    <a:gd name="T56" fmla="*/ 730 w 1089"/>
                    <a:gd name="T57" fmla="*/ 615 h 769"/>
                    <a:gd name="T58" fmla="*/ 703 w 1089"/>
                    <a:gd name="T59" fmla="*/ 706 h 769"/>
                    <a:gd name="T60" fmla="*/ 665 w 1089"/>
                    <a:gd name="T61" fmla="*/ 708 h 769"/>
                    <a:gd name="T62" fmla="*/ 711 w 1089"/>
                    <a:gd name="T63" fmla="*/ 768 h 769"/>
                    <a:gd name="T64" fmla="*/ 634 w 1089"/>
                    <a:gd name="T65" fmla="*/ 626 h 769"/>
                    <a:gd name="T66" fmla="*/ 545 w 1089"/>
                    <a:gd name="T67" fmla="*/ 596 h 769"/>
                    <a:gd name="T68" fmla="*/ 503 w 1089"/>
                    <a:gd name="T69" fmla="*/ 689 h 769"/>
                    <a:gd name="T70" fmla="*/ 471 w 1089"/>
                    <a:gd name="T71" fmla="*/ 738 h 769"/>
                    <a:gd name="T72" fmla="*/ 416 w 1089"/>
                    <a:gd name="T73" fmla="*/ 592 h 769"/>
                    <a:gd name="T74" fmla="*/ 373 w 1089"/>
                    <a:gd name="T75" fmla="*/ 607 h 769"/>
                    <a:gd name="T76" fmla="*/ 336 w 1089"/>
                    <a:gd name="T77" fmla="*/ 545 h 769"/>
                    <a:gd name="T78" fmla="*/ 223 w 1089"/>
                    <a:gd name="T79" fmla="*/ 510 h 769"/>
                    <a:gd name="T80" fmla="*/ 263 w 1089"/>
                    <a:gd name="T81" fmla="*/ 577 h 769"/>
                    <a:gd name="T82" fmla="*/ 234 w 1089"/>
                    <a:gd name="T83" fmla="*/ 620 h 769"/>
                    <a:gd name="T84" fmla="*/ 190 w 1089"/>
                    <a:gd name="T85" fmla="*/ 605 h 769"/>
                    <a:gd name="T86" fmla="*/ 119 w 1089"/>
                    <a:gd name="T87" fmla="*/ 495 h 769"/>
                    <a:gd name="T88" fmla="*/ 149 w 1089"/>
                    <a:gd name="T89" fmla="*/ 432 h 769"/>
                    <a:gd name="T90" fmla="*/ 166 w 1089"/>
                    <a:gd name="T91" fmla="*/ 385 h 769"/>
                    <a:gd name="T92" fmla="*/ 149 w 1089"/>
                    <a:gd name="T93" fmla="*/ 226 h 769"/>
                    <a:gd name="T94" fmla="*/ 86 w 1089"/>
                    <a:gd name="T95" fmla="*/ 193 h 769"/>
                    <a:gd name="T96" fmla="*/ 55 w 1089"/>
                    <a:gd name="T97" fmla="*/ 210 h 769"/>
                    <a:gd name="T98" fmla="*/ 0 w 1089"/>
                    <a:gd name="T99" fmla="*/ 226 h 76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1089" h="769">
                      <a:moveTo>
                        <a:pt x="0" y="226"/>
                      </a:moveTo>
                      <a:lnTo>
                        <a:pt x="32" y="202"/>
                      </a:lnTo>
                      <a:lnTo>
                        <a:pt x="62" y="156"/>
                      </a:lnTo>
                      <a:lnTo>
                        <a:pt x="99" y="134"/>
                      </a:lnTo>
                      <a:lnTo>
                        <a:pt x="137" y="160"/>
                      </a:lnTo>
                      <a:lnTo>
                        <a:pt x="142" y="181"/>
                      </a:lnTo>
                      <a:lnTo>
                        <a:pt x="133" y="181"/>
                      </a:lnTo>
                      <a:lnTo>
                        <a:pt x="118" y="179"/>
                      </a:lnTo>
                      <a:lnTo>
                        <a:pt x="137" y="202"/>
                      </a:lnTo>
                      <a:lnTo>
                        <a:pt x="216" y="172"/>
                      </a:lnTo>
                      <a:lnTo>
                        <a:pt x="206" y="149"/>
                      </a:lnTo>
                      <a:lnTo>
                        <a:pt x="240" y="110"/>
                      </a:lnTo>
                      <a:lnTo>
                        <a:pt x="262" y="111"/>
                      </a:lnTo>
                      <a:lnTo>
                        <a:pt x="241" y="124"/>
                      </a:lnTo>
                      <a:lnTo>
                        <a:pt x="223" y="153"/>
                      </a:lnTo>
                      <a:lnTo>
                        <a:pt x="223" y="172"/>
                      </a:lnTo>
                      <a:lnTo>
                        <a:pt x="255" y="193"/>
                      </a:lnTo>
                      <a:lnTo>
                        <a:pt x="301" y="133"/>
                      </a:lnTo>
                      <a:lnTo>
                        <a:pt x="461" y="63"/>
                      </a:lnTo>
                      <a:lnTo>
                        <a:pt x="460" y="23"/>
                      </a:lnTo>
                      <a:lnTo>
                        <a:pt x="533" y="8"/>
                      </a:lnTo>
                      <a:lnTo>
                        <a:pt x="574" y="29"/>
                      </a:lnTo>
                      <a:lnTo>
                        <a:pt x="671" y="0"/>
                      </a:lnTo>
                      <a:lnTo>
                        <a:pt x="701" y="15"/>
                      </a:lnTo>
                      <a:lnTo>
                        <a:pt x="766" y="85"/>
                      </a:lnTo>
                      <a:lnTo>
                        <a:pt x="840" y="71"/>
                      </a:lnTo>
                      <a:lnTo>
                        <a:pt x="886" y="96"/>
                      </a:lnTo>
                      <a:lnTo>
                        <a:pt x="1001" y="91"/>
                      </a:lnTo>
                      <a:lnTo>
                        <a:pt x="1088" y="118"/>
                      </a:lnTo>
                      <a:lnTo>
                        <a:pt x="1080" y="156"/>
                      </a:lnTo>
                      <a:lnTo>
                        <a:pt x="1006" y="181"/>
                      </a:lnTo>
                      <a:lnTo>
                        <a:pt x="1019" y="206"/>
                      </a:lnTo>
                      <a:lnTo>
                        <a:pt x="987" y="220"/>
                      </a:lnTo>
                      <a:lnTo>
                        <a:pt x="985" y="270"/>
                      </a:lnTo>
                      <a:lnTo>
                        <a:pt x="957" y="304"/>
                      </a:lnTo>
                      <a:lnTo>
                        <a:pt x="945" y="273"/>
                      </a:lnTo>
                      <a:lnTo>
                        <a:pt x="961" y="244"/>
                      </a:lnTo>
                      <a:lnTo>
                        <a:pt x="958" y="184"/>
                      </a:lnTo>
                      <a:lnTo>
                        <a:pt x="929" y="215"/>
                      </a:lnTo>
                      <a:lnTo>
                        <a:pt x="906" y="232"/>
                      </a:lnTo>
                      <a:lnTo>
                        <a:pt x="884" y="205"/>
                      </a:lnTo>
                      <a:lnTo>
                        <a:pt x="868" y="273"/>
                      </a:lnTo>
                      <a:lnTo>
                        <a:pt x="885" y="273"/>
                      </a:lnTo>
                      <a:lnTo>
                        <a:pt x="881" y="318"/>
                      </a:lnTo>
                      <a:lnTo>
                        <a:pt x="861" y="366"/>
                      </a:lnTo>
                      <a:lnTo>
                        <a:pt x="837" y="385"/>
                      </a:lnTo>
                      <a:lnTo>
                        <a:pt x="857" y="417"/>
                      </a:lnTo>
                      <a:lnTo>
                        <a:pt x="844" y="439"/>
                      </a:lnTo>
                      <a:lnTo>
                        <a:pt x="839" y="420"/>
                      </a:lnTo>
                      <a:lnTo>
                        <a:pt x="839" y="413"/>
                      </a:lnTo>
                      <a:lnTo>
                        <a:pt x="823" y="402"/>
                      </a:lnTo>
                      <a:lnTo>
                        <a:pt x="797" y="416"/>
                      </a:lnTo>
                      <a:lnTo>
                        <a:pt x="820" y="469"/>
                      </a:lnTo>
                      <a:lnTo>
                        <a:pt x="828" y="496"/>
                      </a:lnTo>
                      <a:lnTo>
                        <a:pt x="801" y="569"/>
                      </a:lnTo>
                      <a:lnTo>
                        <a:pt x="751" y="589"/>
                      </a:lnTo>
                      <a:lnTo>
                        <a:pt x="710" y="585"/>
                      </a:lnTo>
                      <a:lnTo>
                        <a:pt x="730" y="615"/>
                      </a:lnTo>
                      <a:lnTo>
                        <a:pt x="732" y="657"/>
                      </a:lnTo>
                      <a:lnTo>
                        <a:pt x="703" y="706"/>
                      </a:lnTo>
                      <a:lnTo>
                        <a:pt x="670" y="679"/>
                      </a:lnTo>
                      <a:lnTo>
                        <a:pt x="665" y="708"/>
                      </a:lnTo>
                      <a:lnTo>
                        <a:pt x="690" y="732"/>
                      </a:lnTo>
                      <a:lnTo>
                        <a:pt x="711" y="768"/>
                      </a:lnTo>
                      <a:lnTo>
                        <a:pt x="676" y="747"/>
                      </a:lnTo>
                      <a:lnTo>
                        <a:pt x="634" y="626"/>
                      </a:lnTo>
                      <a:lnTo>
                        <a:pt x="583" y="593"/>
                      </a:lnTo>
                      <a:lnTo>
                        <a:pt x="545" y="596"/>
                      </a:lnTo>
                      <a:lnTo>
                        <a:pt x="497" y="665"/>
                      </a:lnTo>
                      <a:lnTo>
                        <a:pt x="503" y="689"/>
                      </a:lnTo>
                      <a:lnTo>
                        <a:pt x="487" y="738"/>
                      </a:lnTo>
                      <a:lnTo>
                        <a:pt x="471" y="738"/>
                      </a:lnTo>
                      <a:lnTo>
                        <a:pt x="416" y="636"/>
                      </a:lnTo>
                      <a:lnTo>
                        <a:pt x="416" y="592"/>
                      </a:lnTo>
                      <a:lnTo>
                        <a:pt x="404" y="608"/>
                      </a:lnTo>
                      <a:lnTo>
                        <a:pt x="373" y="607"/>
                      </a:lnTo>
                      <a:lnTo>
                        <a:pt x="385" y="580"/>
                      </a:lnTo>
                      <a:lnTo>
                        <a:pt x="336" y="545"/>
                      </a:lnTo>
                      <a:lnTo>
                        <a:pt x="275" y="545"/>
                      </a:lnTo>
                      <a:lnTo>
                        <a:pt x="223" y="510"/>
                      </a:lnTo>
                      <a:lnTo>
                        <a:pt x="220" y="545"/>
                      </a:lnTo>
                      <a:lnTo>
                        <a:pt x="263" y="577"/>
                      </a:lnTo>
                      <a:lnTo>
                        <a:pt x="278" y="576"/>
                      </a:lnTo>
                      <a:lnTo>
                        <a:pt x="234" y="620"/>
                      </a:lnTo>
                      <a:lnTo>
                        <a:pt x="190" y="630"/>
                      </a:lnTo>
                      <a:lnTo>
                        <a:pt x="190" y="605"/>
                      </a:lnTo>
                      <a:lnTo>
                        <a:pt x="127" y="518"/>
                      </a:lnTo>
                      <a:lnTo>
                        <a:pt x="119" y="495"/>
                      </a:lnTo>
                      <a:lnTo>
                        <a:pt x="153" y="467"/>
                      </a:lnTo>
                      <a:lnTo>
                        <a:pt x="149" y="432"/>
                      </a:lnTo>
                      <a:lnTo>
                        <a:pt x="149" y="393"/>
                      </a:lnTo>
                      <a:lnTo>
                        <a:pt x="166" y="385"/>
                      </a:lnTo>
                      <a:lnTo>
                        <a:pt x="149" y="366"/>
                      </a:lnTo>
                      <a:lnTo>
                        <a:pt x="149" y="226"/>
                      </a:lnTo>
                      <a:lnTo>
                        <a:pt x="61" y="226"/>
                      </a:lnTo>
                      <a:lnTo>
                        <a:pt x="86" y="193"/>
                      </a:lnTo>
                      <a:lnTo>
                        <a:pt x="84" y="181"/>
                      </a:lnTo>
                      <a:lnTo>
                        <a:pt x="55" y="210"/>
                      </a:lnTo>
                      <a:lnTo>
                        <a:pt x="45" y="226"/>
                      </a:lnTo>
                      <a:lnTo>
                        <a:pt x="0" y="2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23" name="Freeform 23">
                  <a:extLst>
                    <a:ext uri="{FF2B5EF4-FFF2-40B4-BE49-F238E27FC236}">
                      <a16:creationId xmlns:a16="http://schemas.microsoft.com/office/drawing/2014/main" id="{199E5A73-D765-4D7A-B17B-5F6F761F202C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35" y="720"/>
                  <a:ext cx="94" cy="157"/>
                </a:xfrm>
                <a:custGeom>
                  <a:avLst/>
                  <a:gdLst>
                    <a:gd name="T0" fmla="*/ 63 w 94"/>
                    <a:gd name="T1" fmla="*/ 0 h 157"/>
                    <a:gd name="T2" fmla="*/ 63 w 94"/>
                    <a:gd name="T3" fmla="*/ 20 h 157"/>
                    <a:gd name="T4" fmla="*/ 55 w 94"/>
                    <a:gd name="T5" fmla="*/ 33 h 157"/>
                    <a:gd name="T6" fmla="*/ 57 w 94"/>
                    <a:gd name="T7" fmla="*/ 54 h 157"/>
                    <a:gd name="T8" fmla="*/ 47 w 94"/>
                    <a:gd name="T9" fmla="*/ 82 h 157"/>
                    <a:gd name="T10" fmla="*/ 31 w 94"/>
                    <a:gd name="T11" fmla="*/ 108 h 157"/>
                    <a:gd name="T12" fmla="*/ 7 w 94"/>
                    <a:gd name="T13" fmla="*/ 125 h 157"/>
                    <a:gd name="T14" fmla="*/ 0 w 94"/>
                    <a:gd name="T15" fmla="*/ 154 h 157"/>
                    <a:gd name="T16" fmla="*/ 10 w 94"/>
                    <a:gd name="T17" fmla="*/ 156 h 157"/>
                    <a:gd name="T18" fmla="*/ 10 w 94"/>
                    <a:gd name="T19" fmla="*/ 129 h 157"/>
                    <a:gd name="T20" fmla="*/ 44 w 94"/>
                    <a:gd name="T21" fmla="*/ 127 h 157"/>
                    <a:gd name="T22" fmla="*/ 69 w 94"/>
                    <a:gd name="T23" fmla="*/ 109 h 157"/>
                    <a:gd name="T24" fmla="*/ 69 w 94"/>
                    <a:gd name="T25" fmla="*/ 72 h 157"/>
                    <a:gd name="T26" fmla="*/ 77 w 94"/>
                    <a:gd name="T27" fmla="*/ 58 h 157"/>
                    <a:gd name="T28" fmla="*/ 64 w 94"/>
                    <a:gd name="T29" fmla="*/ 34 h 157"/>
                    <a:gd name="T30" fmla="*/ 82 w 94"/>
                    <a:gd name="T31" fmla="*/ 27 h 157"/>
                    <a:gd name="T32" fmla="*/ 93 w 94"/>
                    <a:gd name="T33" fmla="*/ 8 h 157"/>
                    <a:gd name="T34" fmla="*/ 69 w 94"/>
                    <a:gd name="T35" fmla="*/ 11 h 157"/>
                    <a:gd name="T36" fmla="*/ 63 w 94"/>
                    <a:gd name="T37" fmla="*/ 0 h 157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94" h="157">
                      <a:moveTo>
                        <a:pt x="63" y="0"/>
                      </a:moveTo>
                      <a:lnTo>
                        <a:pt x="63" y="20"/>
                      </a:lnTo>
                      <a:lnTo>
                        <a:pt x="55" y="33"/>
                      </a:lnTo>
                      <a:lnTo>
                        <a:pt x="57" y="54"/>
                      </a:lnTo>
                      <a:lnTo>
                        <a:pt x="47" y="82"/>
                      </a:lnTo>
                      <a:lnTo>
                        <a:pt x="31" y="108"/>
                      </a:lnTo>
                      <a:lnTo>
                        <a:pt x="7" y="125"/>
                      </a:lnTo>
                      <a:lnTo>
                        <a:pt x="0" y="154"/>
                      </a:lnTo>
                      <a:lnTo>
                        <a:pt x="10" y="156"/>
                      </a:lnTo>
                      <a:lnTo>
                        <a:pt x="10" y="129"/>
                      </a:lnTo>
                      <a:lnTo>
                        <a:pt x="44" y="127"/>
                      </a:lnTo>
                      <a:lnTo>
                        <a:pt x="69" y="109"/>
                      </a:lnTo>
                      <a:lnTo>
                        <a:pt x="69" y="72"/>
                      </a:lnTo>
                      <a:lnTo>
                        <a:pt x="77" y="58"/>
                      </a:lnTo>
                      <a:lnTo>
                        <a:pt x="64" y="34"/>
                      </a:lnTo>
                      <a:lnTo>
                        <a:pt x="82" y="27"/>
                      </a:lnTo>
                      <a:lnTo>
                        <a:pt x="93" y="8"/>
                      </a:lnTo>
                      <a:lnTo>
                        <a:pt x="69" y="11"/>
                      </a:lnTo>
                      <a:lnTo>
                        <a:pt x="63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24" name="Freeform 24">
                  <a:extLst>
                    <a:ext uri="{FF2B5EF4-FFF2-40B4-BE49-F238E27FC236}">
                      <a16:creationId xmlns:a16="http://schemas.microsoft.com/office/drawing/2014/main" id="{9EAFAECF-E7D6-4BC7-A4BA-8076E17AC814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780" y="1139"/>
                  <a:ext cx="19" cy="36"/>
                </a:xfrm>
                <a:custGeom>
                  <a:avLst/>
                  <a:gdLst>
                    <a:gd name="T0" fmla="*/ 9 w 19"/>
                    <a:gd name="T1" fmla="*/ 0 h 36"/>
                    <a:gd name="T2" fmla="*/ 0 w 19"/>
                    <a:gd name="T3" fmla="*/ 16 h 36"/>
                    <a:gd name="T4" fmla="*/ 6 w 19"/>
                    <a:gd name="T5" fmla="*/ 35 h 36"/>
                    <a:gd name="T6" fmla="*/ 18 w 19"/>
                    <a:gd name="T7" fmla="*/ 21 h 36"/>
                    <a:gd name="T8" fmla="*/ 9 w 19"/>
                    <a:gd name="T9" fmla="*/ 0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" h="36">
                      <a:moveTo>
                        <a:pt x="9" y="0"/>
                      </a:moveTo>
                      <a:lnTo>
                        <a:pt x="0" y="16"/>
                      </a:lnTo>
                      <a:lnTo>
                        <a:pt x="6" y="35"/>
                      </a:lnTo>
                      <a:lnTo>
                        <a:pt x="18" y="21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25" name="Freeform 25">
                  <a:extLst>
                    <a:ext uri="{FF2B5EF4-FFF2-40B4-BE49-F238E27FC236}">
                      <a16:creationId xmlns:a16="http://schemas.microsoft.com/office/drawing/2014/main" id="{9569B7FE-A792-4778-B56B-2F99B64196A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923" y="1177"/>
                  <a:ext cx="220" cy="94"/>
                </a:xfrm>
                <a:custGeom>
                  <a:avLst/>
                  <a:gdLst>
                    <a:gd name="T0" fmla="*/ 0 w 220"/>
                    <a:gd name="T1" fmla="*/ 0 h 94"/>
                    <a:gd name="T2" fmla="*/ 33 w 220"/>
                    <a:gd name="T3" fmla="*/ 7 h 94"/>
                    <a:gd name="T4" fmla="*/ 82 w 220"/>
                    <a:gd name="T5" fmla="*/ 41 h 94"/>
                    <a:gd name="T6" fmla="*/ 75 w 220"/>
                    <a:gd name="T7" fmla="*/ 60 h 94"/>
                    <a:gd name="T8" fmla="*/ 115 w 220"/>
                    <a:gd name="T9" fmla="*/ 77 h 94"/>
                    <a:gd name="T10" fmla="*/ 219 w 220"/>
                    <a:gd name="T11" fmla="*/ 77 h 94"/>
                    <a:gd name="T12" fmla="*/ 106 w 220"/>
                    <a:gd name="T13" fmla="*/ 93 h 94"/>
                    <a:gd name="T14" fmla="*/ 75 w 220"/>
                    <a:gd name="T15" fmla="*/ 60 h 94"/>
                    <a:gd name="T16" fmla="*/ 46 w 220"/>
                    <a:gd name="T17" fmla="*/ 54 h 94"/>
                    <a:gd name="T18" fmla="*/ 0 w 220"/>
                    <a:gd name="T19" fmla="*/ 0 h 9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20" h="94">
                      <a:moveTo>
                        <a:pt x="0" y="0"/>
                      </a:moveTo>
                      <a:lnTo>
                        <a:pt x="33" y="7"/>
                      </a:lnTo>
                      <a:lnTo>
                        <a:pt x="82" y="41"/>
                      </a:lnTo>
                      <a:lnTo>
                        <a:pt x="75" y="60"/>
                      </a:lnTo>
                      <a:lnTo>
                        <a:pt x="115" y="77"/>
                      </a:lnTo>
                      <a:lnTo>
                        <a:pt x="219" y="77"/>
                      </a:lnTo>
                      <a:lnTo>
                        <a:pt x="106" y="93"/>
                      </a:lnTo>
                      <a:lnTo>
                        <a:pt x="75" y="60"/>
                      </a:lnTo>
                      <a:lnTo>
                        <a:pt x="46" y="5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26" name="Freeform 26">
                  <a:extLst>
                    <a:ext uri="{FF2B5EF4-FFF2-40B4-BE49-F238E27FC236}">
                      <a16:creationId xmlns:a16="http://schemas.microsoft.com/office/drawing/2014/main" id="{74FD2745-A644-44FE-97CA-2451410235E8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98" y="1255"/>
                  <a:ext cx="236" cy="221"/>
                </a:xfrm>
                <a:custGeom>
                  <a:avLst/>
                  <a:gdLst>
                    <a:gd name="T0" fmla="*/ 190 w 236"/>
                    <a:gd name="T1" fmla="*/ 216 h 221"/>
                    <a:gd name="T2" fmla="*/ 179 w 236"/>
                    <a:gd name="T3" fmla="*/ 212 h 221"/>
                    <a:gd name="T4" fmla="*/ 154 w 236"/>
                    <a:gd name="T5" fmla="*/ 187 h 221"/>
                    <a:gd name="T6" fmla="*/ 130 w 236"/>
                    <a:gd name="T7" fmla="*/ 182 h 221"/>
                    <a:gd name="T8" fmla="*/ 124 w 236"/>
                    <a:gd name="T9" fmla="*/ 167 h 221"/>
                    <a:gd name="T10" fmla="*/ 110 w 236"/>
                    <a:gd name="T11" fmla="*/ 155 h 221"/>
                    <a:gd name="T12" fmla="*/ 87 w 236"/>
                    <a:gd name="T13" fmla="*/ 155 h 221"/>
                    <a:gd name="T14" fmla="*/ 62 w 236"/>
                    <a:gd name="T15" fmla="*/ 165 h 221"/>
                    <a:gd name="T16" fmla="*/ 40 w 236"/>
                    <a:gd name="T17" fmla="*/ 169 h 221"/>
                    <a:gd name="T18" fmla="*/ 15 w 236"/>
                    <a:gd name="T19" fmla="*/ 169 h 221"/>
                    <a:gd name="T20" fmla="*/ 14 w 236"/>
                    <a:gd name="T21" fmla="*/ 152 h 221"/>
                    <a:gd name="T22" fmla="*/ 5 w 236"/>
                    <a:gd name="T23" fmla="*/ 127 h 221"/>
                    <a:gd name="T24" fmla="*/ 3 w 236"/>
                    <a:gd name="T25" fmla="*/ 114 h 221"/>
                    <a:gd name="T26" fmla="*/ 3 w 236"/>
                    <a:gd name="T27" fmla="*/ 79 h 221"/>
                    <a:gd name="T28" fmla="*/ 44 w 236"/>
                    <a:gd name="T29" fmla="*/ 60 h 221"/>
                    <a:gd name="T30" fmla="*/ 48 w 236"/>
                    <a:gd name="T31" fmla="*/ 41 h 221"/>
                    <a:gd name="T32" fmla="*/ 57 w 236"/>
                    <a:gd name="T33" fmla="*/ 43 h 221"/>
                    <a:gd name="T34" fmla="*/ 77 w 236"/>
                    <a:gd name="T35" fmla="*/ 22 h 221"/>
                    <a:gd name="T36" fmla="*/ 98 w 236"/>
                    <a:gd name="T37" fmla="*/ 25 h 221"/>
                    <a:gd name="T38" fmla="*/ 113 w 236"/>
                    <a:gd name="T39" fmla="*/ 10 h 221"/>
                    <a:gd name="T40" fmla="*/ 125 w 236"/>
                    <a:gd name="T41" fmla="*/ 8 h 221"/>
                    <a:gd name="T42" fmla="*/ 145 w 236"/>
                    <a:gd name="T43" fmla="*/ 34 h 221"/>
                    <a:gd name="T44" fmla="*/ 163 w 236"/>
                    <a:gd name="T45" fmla="*/ 43 h 221"/>
                    <a:gd name="T46" fmla="*/ 165 w 236"/>
                    <a:gd name="T47" fmla="*/ 16 h 221"/>
                    <a:gd name="T48" fmla="*/ 172 w 236"/>
                    <a:gd name="T49" fmla="*/ 0 h 221"/>
                    <a:gd name="T50" fmla="*/ 185 w 236"/>
                    <a:gd name="T51" fmla="*/ 22 h 221"/>
                    <a:gd name="T52" fmla="*/ 196 w 236"/>
                    <a:gd name="T53" fmla="*/ 60 h 221"/>
                    <a:gd name="T54" fmla="*/ 219 w 236"/>
                    <a:gd name="T55" fmla="*/ 83 h 221"/>
                    <a:gd name="T56" fmla="*/ 232 w 236"/>
                    <a:gd name="T57" fmla="*/ 101 h 221"/>
                    <a:gd name="T58" fmla="*/ 235 w 236"/>
                    <a:gd name="T59" fmla="*/ 133 h 221"/>
                    <a:gd name="T60" fmla="*/ 221 w 236"/>
                    <a:gd name="T61" fmla="*/ 169 h 221"/>
                    <a:gd name="T62" fmla="*/ 217 w 236"/>
                    <a:gd name="T63" fmla="*/ 202 h 221"/>
                    <a:gd name="T64" fmla="*/ 196 w 236"/>
                    <a:gd name="T65" fmla="*/ 215 h 22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236" h="221">
                      <a:moveTo>
                        <a:pt x="196" y="215"/>
                      </a:moveTo>
                      <a:lnTo>
                        <a:pt x="190" y="216"/>
                      </a:lnTo>
                      <a:lnTo>
                        <a:pt x="185" y="220"/>
                      </a:lnTo>
                      <a:lnTo>
                        <a:pt x="179" y="212"/>
                      </a:lnTo>
                      <a:lnTo>
                        <a:pt x="158" y="202"/>
                      </a:lnTo>
                      <a:lnTo>
                        <a:pt x="154" y="187"/>
                      </a:lnTo>
                      <a:lnTo>
                        <a:pt x="147" y="182"/>
                      </a:lnTo>
                      <a:lnTo>
                        <a:pt x="130" y="182"/>
                      </a:lnTo>
                      <a:lnTo>
                        <a:pt x="130" y="170"/>
                      </a:lnTo>
                      <a:lnTo>
                        <a:pt x="124" y="167"/>
                      </a:lnTo>
                      <a:lnTo>
                        <a:pt x="123" y="157"/>
                      </a:lnTo>
                      <a:lnTo>
                        <a:pt x="110" y="155"/>
                      </a:lnTo>
                      <a:lnTo>
                        <a:pt x="98" y="152"/>
                      </a:lnTo>
                      <a:lnTo>
                        <a:pt x="87" y="155"/>
                      </a:lnTo>
                      <a:lnTo>
                        <a:pt x="87" y="157"/>
                      </a:lnTo>
                      <a:lnTo>
                        <a:pt x="62" y="165"/>
                      </a:lnTo>
                      <a:lnTo>
                        <a:pt x="62" y="169"/>
                      </a:lnTo>
                      <a:lnTo>
                        <a:pt x="40" y="169"/>
                      </a:lnTo>
                      <a:lnTo>
                        <a:pt x="28" y="176"/>
                      </a:lnTo>
                      <a:lnTo>
                        <a:pt x="15" y="169"/>
                      </a:lnTo>
                      <a:lnTo>
                        <a:pt x="14" y="167"/>
                      </a:lnTo>
                      <a:lnTo>
                        <a:pt x="14" y="152"/>
                      </a:lnTo>
                      <a:lnTo>
                        <a:pt x="10" y="139"/>
                      </a:lnTo>
                      <a:lnTo>
                        <a:pt x="5" y="127"/>
                      </a:lnTo>
                      <a:lnTo>
                        <a:pt x="8" y="118"/>
                      </a:lnTo>
                      <a:lnTo>
                        <a:pt x="3" y="114"/>
                      </a:lnTo>
                      <a:lnTo>
                        <a:pt x="0" y="93"/>
                      </a:lnTo>
                      <a:lnTo>
                        <a:pt x="3" y="79"/>
                      </a:lnTo>
                      <a:lnTo>
                        <a:pt x="16" y="68"/>
                      </a:lnTo>
                      <a:lnTo>
                        <a:pt x="44" y="60"/>
                      </a:lnTo>
                      <a:lnTo>
                        <a:pt x="51" y="51"/>
                      </a:lnTo>
                      <a:lnTo>
                        <a:pt x="48" y="41"/>
                      </a:lnTo>
                      <a:lnTo>
                        <a:pt x="55" y="38"/>
                      </a:lnTo>
                      <a:lnTo>
                        <a:pt x="57" y="43"/>
                      </a:lnTo>
                      <a:lnTo>
                        <a:pt x="60" y="35"/>
                      </a:lnTo>
                      <a:lnTo>
                        <a:pt x="77" y="22"/>
                      </a:lnTo>
                      <a:lnTo>
                        <a:pt x="87" y="28"/>
                      </a:lnTo>
                      <a:lnTo>
                        <a:pt x="98" y="25"/>
                      </a:lnTo>
                      <a:lnTo>
                        <a:pt x="102" y="13"/>
                      </a:lnTo>
                      <a:lnTo>
                        <a:pt x="113" y="10"/>
                      </a:lnTo>
                      <a:lnTo>
                        <a:pt x="110" y="2"/>
                      </a:lnTo>
                      <a:lnTo>
                        <a:pt x="125" y="8"/>
                      </a:lnTo>
                      <a:lnTo>
                        <a:pt x="138" y="5"/>
                      </a:lnTo>
                      <a:lnTo>
                        <a:pt x="145" y="34"/>
                      </a:lnTo>
                      <a:lnTo>
                        <a:pt x="154" y="43"/>
                      </a:lnTo>
                      <a:lnTo>
                        <a:pt x="163" y="43"/>
                      </a:lnTo>
                      <a:lnTo>
                        <a:pt x="167" y="25"/>
                      </a:lnTo>
                      <a:lnTo>
                        <a:pt x="165" y="16"/>
                      </a:lnTo>
                      <a:lnTo>
                        <a:pt x="167" y="2"/>
                      </a:lnTo>
                      <a:lnTo>
                        <a:pt x="172" y="0"/>
                      </a:lnTo>
                      <a:lnTo>
                        <a:pt x="179" y="18"/>
                      </a:lnTo>
                      <a:lnTo>
                        <a:pt x="185" y="22"/>
                      </a:lnTo>
                      <a:lnTo>
                        <a:pt x="189" y="38"/>
                      </a:lnTo>
                      <a:lnTo>
                        <a:pt x="196" y="60"/>
                      </a:lnTo>
                      <a:lnTo>
                        <a:pt x="206" y="66"/>
                      </a:lnTo>
                      <a:lnTo>
                        <a:pt x="219" y="83"/>
                      </a:lnTo>
                      <a:lnTo>
                        <a:pt x="221" y="91"/>
                      </a:lnTo>
                      <a:lnTo>
                        <a:pt x="232" y="101"/>
                      </a:lnTo>
                      <a:lnTo>
                        <a:pt x="235" y="119"/>
                      </a:lnTo>
                      <a:lnTo>
                        <a:pt x="235" y="133"/>
                      </a:lnTo>
                      <a:lnTo>
                        <a:pt x="232" y="155"/>
                      </a:lnTo>
                      <a:lnTo>
                        <a:pt x="221" y="169"/>
                      </a:lnTo>
                      <a:lnTo>
                        <a:pt x="217" y="187"/>
                      </a:lnTo>
                      <a:lnTo>
                        <a:pt x="217" y="202"/>
                      </a:lnTo>
                      <a:lnTo>
                        <a:pt x="206" y="205"/>
                      </a:lnTo>
                      <a:lnTo>
                        <a:pt x="196" y="2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27" name="Freeform 27">
                  <a:extLst>
                    <a:ext uri="{FF2B5EF4-FFF2-40B4-BE49-F238E27FC236}">
                      <a16:creationId xmlns:a16="http://schemas.microsoft.com/office/drawing/2014/main" id="{DA24FCDB-43A6-4183-A265-166B0504D098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286" y="1488"/>
                  <a:ext cx="18" cy="27"/>
                </a:xfrm>
                <a:custGeom>
                  <a:avLst/>
                  <a:gdLst>
                    <a:gd name="T0" fmla="*/ 9 w 18"/>
                    <a:gd name="T1" fmla="*/ 23 h 27"/>
                    <a:gd name="T2" fmla="*/ 3 w 18"/>
                    <a:gd name="T3" fmla="*/ 19 h 27"/>
                    <a:gd name="T4" fmla="*/ 3 w 18"/>
                    <a:gd name="T5" fmla="*/ 15 h 27"/>
                    <a:gd name="T6" fmla="*/ 3 w 18"/>
                    <a:gd name="T7" fmla="*/ 11 h 27"/>
                    <a:gd name="T8" fmla="*/ 2 w 18"/>
                    <a:gd name="T9" fmla="*/ 7 h 27"/>
                    <a:gd name="T10" fmla="*/ 0 w 18"/>
                    <a:gd name="T11" fmla="*/ 0 h 27"/>
                    <a:gd name="T12" fmla="*/ 3 w 18"/>
                    <a:gd name="T13" fmla="*/ 0 h 27"/>
                    <a:gd name="T14" fmla="*/ 9 w 18"/>
                    <a:gd name="T15" fmla="*/ 4 h 27"/>
                    <a:gd name="T16" fmla="*/ 12 w 18"/>
                    <a:gd name="T17" fmla="*/ 3 h 27"/>
                    <a:gd name="T18" fmla="*/ 13 w 18"/>
                    <a:gd name="T19" fmla="*/ 3 h 27"/>
                    <a:gd name="T20" fmla="*/ 17 w 18"/>
                    <a:gd name="T21" fmla="*/ 0 h 27"/>
                    <a:gd name="T22" fmla="*/ 17 w 18"/>
                    <a:gd name="T23" fmla="*/ 11 h 27"/>
                    <a:gd name="T24" fmla="*/ 15 w 18"/>
                    <a:gd name="T25" fmla="*/ 15 h 27"/>
                    <a:gd name="T26" fmla="*/ 13 w 18"/>
                    <a:gd name="T27" fmla="*/ 19 h 27"/>
                    <a:gd name="T28" fmla="*/ 13 w 18"/>
                    <a:gd name="T29" fmla="*/ 22 h 27"/>
                    <a:gd name="T30" fmla="*/ 12 w 18"/>
                    <a:gd name="T31" fmla="*/ 23 h 27"/>
                    <a:gd name="T32" fmla="*/ 12 w 18"/>
                    <a:gd name="T33" fmla="*/ 26 h 27"/>
                    <a:gd name="T34" fmla="*/ 9 w 18"/>
                    <a:gd name="T35" fmla="*/ 23 h 27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8" h="27">
                      <a:moveTo>
                        <a:pt x="9" y="23"/>
                      </a:moveTo>
                      <a:lnTo>
                        <a:pt x="3" y="19"/>
                      </a:lnTo>
                      <a:lnTo>
                        <a:pt x="3" y="15"/>
                      </a:lnTo>
                      <a:lnTo>
                        <a:pt x="3" y="11"/>
                      </a:lnTo>
                      <a:lnTo>
                        <a:pt x="2" y="7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9" y="4"/>
                      </a:lnTo>
                      <a:lnTo>
                        <a:pt x="12" y="3"/>
                      </a:lnTo>
                      <a:lnTo>
                        <a:pt x="13" y="3"/>
                      </a:lnTo>
                      <a:lnTo>
                        <a:pt x="17" y="0"/>
                      </a:lnTo>
                      <a:lnTo>
                        <a:pt x="17" y="11"/>
                      </a:lnTo>
                      <a:lnTo>
                        <a:pt x="15" y="15"/>
                      </a:lnTo>
                      <a:lnTo>
                        <a:pt x="13" y="19"/>
                      </a:lnTo>
                      <a:lnTo>
                        <a:pt x="13" y="22"/>
                      </a:lnTo>
                      <a:lnTo>
                        <a:pt x="12" y="23"/>
                      </a:lnTo>
                      <a:lnTo>
                        <a:pt x="12" y="26"/>
                      </a:lnTo>
                      <a:lnTo>
                        <a:pt x="9" y="23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28" name="Freeform 28">
                  <a:extLst>
                    <a:ext uri="{FF2B5EF4-FFF2-40B4-BE49-F238E27FC236}">
                      <a16:creationId xmlns:a16="http://schemas.microsoft.com/office/drawing/2014/main" id="{52E86AAB-7555-4737-8D8A-BAD64E885985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463" y="1235"/>
                  <a:ext cx="26" cy="106"/>
                </a:xfrm>
                <a:custGeom>
                  <a:avLst/>
                  <a:gdLst>
                    <a:gd name="T0" fmla="*/ 3 w 26"/>
                    <a:gd name="T1" fmla="*/ 37 h 106"/>
                    <a:gd name="T2" fmla="*/ 13 w 26"/>
                    <a:gd name="T3" fmla="*/ 28 h 106"/>
                    <a:gd name="T4" fmla="*/ 20 w 26"/>
                    <a:gd name="T5" fmla="*/ 0 h 106"/>
                    <a:gd name="T6" fmla="*/ 25 w 26"/>
                    <a:gd name="T7" fmla="*/ 42 h 106"/>
                    <a:gd name="T8" fmla="*/ 17 w 26"/>
                    <a:gd name="T9" fmla="*/ 94 h 106"/>
                    <a:gd name="T10" fmla="*/ 0 w 26"/>
                    <a:gd name="T11" fmla="*/ 105 h 106"/>
                    <a:gd name="T12" fmla="*/ 0 w 26"/>
                    <a:gd name="T13" fmla="*/ 80 h 106"/>
                    <a:gd name="T14" fmla="*/ 5 w 26"/>
                    <a:gd name="T15" fmla="*/ 64 h 106"/>
                    <a:gd name="T16" fmla="*/ 3 w 26"/>
                    <a:gd name="T17" fmla="*/ 37 h 10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6" h="106">
                      <a:moveTo>
                        <a:pt x="3" y="37"/>
                      </a:moveTo>
                      <a:lnTo>
                        <a:pt x="13" y="28"/>
                      </a:lnTo>
                      <a:lnTo>
                        <a:pt x="20" y="0"/>
                      </a:lnTo>
                      <a:lnTo>
                        <a:pt x="25" y="42"/>
                      </a:lnTo>
                      <a:lnTo>
                        <a:pt x="17" y="94"/>
                      </a:lnTo>
                      <a:lnTo>
                        <a:pt x="0" y="105"/>
                      </a:lnTo>
                      <a:lnTo>
                        <a:pt x="0" y="80"/>
                      </a:lnTo>
                      <a:lnTo>
                        <a:pt x="5" y="64"/>
                      </a:lnTo>
                      <a:lnTo>
                        <a:pt x="3" y="37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</p:grpSp>
        </p:grpSp>
      </p:grpSp>
      <p:sp>
        <p:nvSpPr>
          <p:cNvPr id="3104" name="Rectangle 3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3429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105" name="Rectangle 3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648200"/>
            <a:ext cx="6400800" cy="1752600"/>
          </a:xfrm>
        </p:spPr>
        <p:txBody>
          <a:bodyPr anchor="ctr"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EEC46000-C8FA-4D05-A5D8-F8A67C8A08B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4A6B3B-6C62-47B6-9762-5361CA089018}" type="datetime1">
              <a:rPr lang="en-US"/>
              <a:pPr>
                <a:defRPr/>
              </a:pPr>
              <a:t>2/26/2025</a:t>
            </a:fld>
            <a:endParaRPr lang="en-US" dirty="0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33C99EB2-8759-4610-98B4-1B0BBD6EC7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 dirty="0"/>
              <a:t>Liang, Introduction to Java Programming, Ninth Edition, Eleventh Edition, (c) 2017 Pearson Education, Inc. All rights reserved. </a:t>
            </a:r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2F895E6F-E21D-441D-AD61-45BBB6C44F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CC78D-D169-4C8E-8AC1-71E2E0CA3B0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7338008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C4F56-336F-4D32-9815-400D52CF7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11401-145D-479D-9767-63EB5C49A733}" type="datetime1">
              <a:rPr lang="en-US"/>
              <a:pPr>
                <a:defRPr/>
              </a:pPr>
              <a:t>2/26/2025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7E2F9-FC44-4EAD-8D44-5C14008737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B5BA7F-1EE3-4319-85EA-79E14BBA1BE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67765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FCBA3E1B-04B8-4EAD-B1DC-07B218942D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92DB85-6F5E-47A7-A246-DFF5AF41C9B4}" type="datetime1">
              <a:rPr lang="en-US"/>
              <a:pPr>
                <a:defRPr/>
              </a:pPr>
              <a:t>2/26/2025</a:t>
            </a:fld>
            <a:endParaRPr lang="en-US" dirty="0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A552ABF0-3E77-46AC-B515-6267059E14B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102A67-AEEA-4C94-BBF6-E20BD886EA8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60324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FB84627B-1FB9-45B8-8B27-451837B8D8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DC3AAE-55B6-42D1-B842-73626C501669}" type="datetime1">
              <a:rPr lang="en-US"/>
              <a:pPr>
                <a:defRPr/>
              </a:pPr>
              <a:t>2/26/2025</a:t>
            </a:fld>
            <a:endParaRPr lang="en-US" dirty="0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3082E4E1-9E74-4BA7-872C-8B8504267A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1100A1-0922-472F-80A7-CBE5A664119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513148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527BA925-5BA4-42AD-B1D8-EB010F502E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97E87-216E-4832-A629-C7BC6FDF8943}" type="datetime1">
              <a:rPr lang="en-US"/>
              <a:pPr>
                <a:defRPr/>
              </a:pPr>
              <a:t>2/26/2025</a:t>
            </a:fld>
            <a:endParaRPr lang="en-US" dirty="0"/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D708F640-0DD3-4E9D-B491-BA40CE3CB01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122855-E2DB-4A52-A66C-D5938359B57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7147103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A660DFEE-7792-465B-AA67-9A5C5E2598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87ED5D-31EC-4F2C-88D7-A730B6870FC1}" type="datetime1">
              <a:rPr lang="en-US"/>
              <a:pPr>
                <a:defRPr/>
              </a:pPr>
              <a:t>2/26/2025</a:t>
            </a:fld>
            <a:endParaRPr lang="en-US" dirty="0"/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1C78037A-A8BA-4BB4-8754-659CDB15178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8C7C23-D176-4974-ABE8-82E48BD1CA9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336901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">
            <a:extLst>
              <a:ext uri="{FF2B5EF4-FFF2-40B4-BE49-F238E27FC236}">
                <a16:creationId xmlns:a16="http://schemas.microsoft.com/office/drawing/2014/main" id="{3333C3E2-DF6E-473F-9F98-A2FF684C07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18CF22-E9FB-4631-B11B-B910DA4E7DEC}" type="datetime1">
              <a:rPr lang="en-US"/>
              <a:pPr>
                <a:defRPr/>
              </a:pPr>
              <a:t>2/26/2025</a:t>
            </a:fld>
            <a:endParaRPr lang="en-US" dirty="0"/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09940959-D0BF-4981-92E3-9F5CBB338E7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DBEDC3-0266-4CCE-B5FD-FD5B2432007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348316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8F493BD0-B95C-465C-9562-BBD75BD063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AA7690-0C4B-4CE3-8681-1FE2673A5AE0}" type="datetime1">
              <a:rPr lang="en-US"/>
              <a:pPr>
                <a:defRPr/>
              </a:pPr>
              <a:t>2/26/2025</a:t>
            </a:fld>
            <a:endParaRPr lang="en-US" dirty="0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73DB99BF-5C60-4AF0-9DBB-6BF75E81CFF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37753-95D8-43E0-9681-8527620DD10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188512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B8589A30-E715-4F13-BE28-A66543D211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09299-9960-4208-A933-5F2F86363AA6}" type="datetime1">
              <a:rPr lang="en-US"/>
              <a:pPr>
                <a:defRPr/>
              </a:pPr>
              <a:t>2/26/2025</a:t>
            </a:fld>
            <a:endParaRPr lang="en-US" dirty="0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C4AB69E2-F1A4-4D7D-A243-F76E803FAC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483D69-EC8C-432F-AF92-2CE89ACEF72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6539300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A36F7A85-ADE3-4383-A63D-BEE047B1FC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F06D8B-9C5E-4D15-9CFD-76112F08841B}" type="datetime1">
              <a:rPr lang="en-US"/>
              <a:pPr>
                <a:defRPr/>
              </a:pPr>
              <a:t>2/26/2025</a:t>
            </a:fld>
            <a:endParaRPr lang="en-US" dirty="0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729A37C3-1DAE-44CE-A0EC-AF51152B03C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356FA9-2933-4A49-A2A2-E0F8655FD48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46104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575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5B56C82C-8730-4487-8059-27EE94FC90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E9110-CEE4-4547-98B7-6C27AA3EB31E}" type="datetime1">
              <a:rPr lang="en-US"/>
              <a:pPr>
                <a:defRPr/>
              </a:pPr>
              <a:t>2/26/2025</a:t>
            </a:fld>
            <a:endParaRPr lang="en-US" dirty="0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B7043A13-BE73-4EF8-A5B9-612A363A0C0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97E3E8-C4A7-40F5-B81C-7B54E18B410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9347940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9">
            <a:extLst>
              <a:ext uri="{FF2B5EF4-FFF2-40B4-BE49-F238E27FC236}">
                <a16:creationId xmlns:a16="http://schemas.microsoft.com/office/drawing/2014/main" id="{5F6564F0-C5FF-499D-BCE8-D685E89CB327}"/>
              </a:ext>
            </a:extLst>
          </p:cNvPr>
          <p:cNvGrpSpPr>
            <a:grpSpLocks/>
          </p:cNvGrpSpPr>
          <p:nvPr/>
        </p:nvGrpSpPr>
        <p:grpSpPr bwMode="auto">
          <a:xfrm>
            <a:off x="0" y="4367213"/>
            <a:ext cx="9131300" cy="2478087"/>
            <a:chOff x="0" y="2751"/>
            <a:chExt cx="5752" cy="1561"/>
          </a:xfrm>
        </p:grpSpPr>
        <p:sp>
          <p:nvSpPr>
            <p:cNvPr id="1032" name="Rectangle 2">
              <a:extLst>
                <a:ext uri="{FF2B5EF4-FFF2-40B4-BE49-F238E27FC236}">
                  <a16:creationId xmlns:a16="http://schemas.microsoft.com/office/drawing/2014/main" id="{41F1B21A-9B56-4006-9F08-8C009006907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4080"/>
              <a:ext cx="5752" cy="23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 dirty="0"/>
            </a:p>
          </p:txBody>
        </p:sp>
        <p:grpSp>
          <p:nvGrpSpPr>
            <p:cNvPr id="1033" name="Group 28">
              <a:extLst>
                <a:ext uri="{FF2B5EF4-FFF2-40B4-BE49-F238E27FC236}">
                  <a16:creationId xmlns:a16="http://schemas.microsoft.com/office/drawing/2014/main" id="{86535036-ABCC-4ACC-BDF4-507E1C5386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2751"/>
              <a:ext cx="1190" cy="1426"/>
              <a:chOff x="4458" y="2751"/>
              <a:chExt cx="1190" cy="1426"/>
            </a:xfrm>
          </p:grpSpPr>
          <p:sp>
            <p:nvSpPr>
              <p:cNvPr id="1034" name="Freeform 3">
                <a:extLst>
                  <a:ext uri="{FF2B5EF4-FFF2-40B4-BE49-F238E27FC236}">
                    <a16:creationId xmlns:a16="http://schemas.microsoft.com/office/drawing/2014/main" id="{2A4DFDD4-3967-4FC4-B130-4C23324D580E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614" y="2790"/>
                <a:ext cx="1034" cy="1273"/>
              </a:xfrm>
              <a:custGeom>
                <a:avLst/>
                <a:gdLst>
                  <a:gd name="T0" fmla="*/ 646 w 1034"/>
                  <a:gd name="T1" fmla="*/ 23 h 1273"/>
                  <a:gd name="T2" fmla="*/ 765 w 1034"/>
                  <a:gd name="T3" fmla="*/ 92 h 1273"/>
                  <a:gd name="T4" fmla="*/ 866 w 1034"/>
                  <a:gd name="T5" fmla="*/ 184 h 1273"/>
                  <a:gd name="T6" fmla="*/ 944 w 1034"/>
                  <a:gd name="T7" fmla="*/ 294 h 1273"/>
                  <a:gd name="T8" fmla="*/ 1000 w 1034"/>
                  <a:gd name="T9" fmla="*/ 417 h 1273"/>
                  <a:gd name="T10" fmla="*/ 1030 w 1034"/>
                  <a:gd name="T11" fmla="*/ 550 h 1273"/>
                  <a:gd name="T12" fmla="*/ 1030 w 1034"/>
                  <a:gd name="T13" fmla="*/ 688 h 1273"/>
                  <a:gd name="T14" fmla="*/ 1000 w 1034"/>
                  <a:gd name="T15" fmla="*/ 821 h 1273"/>
                  <a:gd name="T16" fmla="*/ 944 w 1034"/>
                  <a:gd name="T17" fmla="*/ 944 h 1273"/>
                  <a:gd name="T18" fmla="*/ 866 w 1034"/>
                  <a:gd name="T19" fmla="*/ 1055 h 1273"/>
                  <a:gd name="T20" fmla="*/ 765 w 1034"/>
                  <a:gd name="T21" fmla="*/ 1148 h 1273"/>
                  <a:gd name="T22" fmla="*/ 646 w 1034"/>
                  <a:gd name="T23" fmla="*/ 1215 h 1273"/>
                  <a:gd name="T24" fmla="*/ 517 w 1034"/>
                  <a:gd name="T25" fmla="*/ 1257 h 1273"/>
                  <a:gd name="T26" fmla="*/ 382 w 1034"/>
                  <a:gd name="T27" fmla="*/ 1272 h 1273"/>
                  <a:gd name="T28" fmla="*/ 246 w 1034"/>
                  <a:gd name="T29" fmla="*/ 1257 h 1273"/>
                  <a:gd name="T30" fmla="*/ 118 w 1034"/>
                  <a:gd name="T31" fmla="*/ 1215 h 1273"/>
                  <a:gd name="T32" fmla="*/ 0 w 1034"/>
                  <a:gd name="T33" fmla="*/ 1148 h 1273"/>
                  <a:gd name="T34" fmla="*/ 89 w 1034"/>
                  <a:gd name="T35" fmla="*/ 1129 h 1273"/>
                  <a:gd name="T36" fmla="*/ 201 w 1034"/>
                  <a:gd name="T37" fmla="*/ 1179 h 1273"/>
                  <a:gd name="T38" fmla="*/ 320 w 1034"/>
                  <a:gd name="T39" fmla="*/ 1204 h 1273"/>
                  <a:gd name="T40" fmla="*/ 443 w 1034"/>
                  <a:gd name="T41" fmla="*/ 1204 h 1273"/>
                  <a:gd name="T42" fmla="*/ 563 w 1034"/>
                  <a:gd name="T43" fmla="*/ 1179 h 1273"/>
                  <a:gd name="T44" fmla="*/ 675 w 1034"/>
                  <a:gd name="T45" fmla="*/ 1129 h 1273"/>
                  <a:gd name="T46" fmla="*/ 775 w 1034"/>
                  <a:gd name="T47" fmla="*/ 1057 h 1273"/>
                  <a:gd name="T48" fmla="*/ 857 w 1034"/>
                  <a:gd name="T49" fmla="*/ 965 h 1273"/>
                  <a:gd name="T50" fmla="*/ 919 w 1034"/>
                  <a:gd name="T51" fmla="*/ 858 h 1273"/>
                  <a:gd name="T52" fmla="*/ 956 w 1034"/>
                  <a:gd name="T53" fmla="*/ 742 h 1273"/>
                  <a:gd name="T54" fmla="*/ 969 w 1034"/>
                  <a:gd name="T55" fmla="*/ 619 h 1273"/>
                  <a:gd name="T56" fmla="*/ 956 w 1034"/>
                  <a:gd name="T57" fmla="*/ 496 h 1273"/>
                  <a:gd name="T58" fmla="*/ 919 w 1034"/>
                  <a:gd name="T59" fmla="*/ 381 h 1273"/>
                  <a:gd name="T60" fmla="*/ 857 w 1034"/>
                  <a:gd name="T61" fmla="*/ 273 h 1273"/>
                  <a:gd name="T62" fmla="*/ 775 w 1034"/>
                  <a:gd name="T63" fmla="*/ 182 h 1273"/>
                  <a:gd name="T64" fmla="*/ 675 w 1034"/>
                  <a:gd name="T65" fmla="*/ 110 h 1273"/>
                  <a:gd name="T66" fmla="*/ 563 w 1034"/>
                  <a:gd name="T67" fmla="*/ 61 h 1273"/>
                  <a:gd name="T68" fmla="*/ 582 w 1034"/>
                  <a:gd name="T69" fmla="*/ 0 h 127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034" h="1273">
                    <a:moveTo>
                      <a:pt x="582" y="0"/>
                    </a:moveTo>
                    <a:lnTo>
                      <a:pt x="646" y="23"/>
                    </a:lnTo>
                    <a:lnTo>
                      <a:pt x="707" y="56"/>
                    </a:lnTo>
                    <a:lnTo>
                      <a:pt x="765" y="92"/>
                    </a:lnTo>
                    <a:lnTo>
                      <a:pt x="818" y="134"/>
                    </a:lnTo>
                    <a:lnTo>
                      <a:pt x="866" y="184"/>
                    </a:lnTo>
                    <a:lnTo>
                      <a:pt x="908" y="237"/>
                    </a:lnTo>
                    <a:lnTo>
                      <a:pt x="944" y="294"/>
                    </a:lnTo>
                    <a:lnTo>
                      <a:pt x="977" y="353"/>
                    </a:lnTo>
                    <a:lnTo>
                      <a:pt x="1000" y="417"/>
                    </a:lnTo>
                    <a:lnTo>
                      <a:pt x="1018" y="483"/>
                    </a:lnTo>
                    <a:lnTo>
                      <a:pt x="1030" y="550"/>
                    </a:lnTo>
                    <a:lnTo>
                      <a:pt x="1033" y="619"/>
                    </a:lnTo>
                    <a:lnTo>
                      <a:pt x="1030" y="688"/>
                    </a:lnTo>
                    <a:lnTo>
                      <a:pt x="1018" y="756"/>
                    </a:lnTo>
                    <a:lnTo>
                      <a:pt x="1000" y="821"/>
                    </a:lnTo>
                    <a:lnTo>
                      <a:pt x="977" y="884"/>
                    </a:lnTo>
                    <a:lnTo>
                      <a:pt x="944" y="944"/>
                    </a:lnTo>
                    <a:lnTo>
                      <a:pt x="908" y="1003"/>
                    </a:lnTo>
                    <a:lnTo>
                      <a:pt x="866" y="1055"/>
                    </a:lnTo>
                    <a:lnTo>
                      <a:pt x="818" y="1105"/>
                    </a:lnTo>
                    <a:lnTo>
                      <a:pt x="765" y="1148"/>
                    </a:lnTo>
                    <a:lnTo>
                      <a:pt x="707" y="1183"/>
                    </a:lnTo>
                    <a:lnTo>
                      <a:pt x="646" y="1215"/>
                    </a:lnTo>
                    <a:lnTo>
                      <a:pt x="582" y="1239"/>
                    </a:lnTo>
                    <a:lnTo>
                      <a:pt x="517" y="1257"/>
                    </a:lnTo>
                    <a:lnTo>
                      <a:pt x="450" y="1269"/>
                    </a:lnTo>
                    <a:lnTo>
                      <a:pt x="382" y="1272"/>
                    </a:lnTo>
                    <a:lnTo>
                      <a:pt x="313" y="1269"/>
                    </a:lnTo>
                    <a:lnTo>
                      <a:pt x="246" y="1257"/>
                    </a:lnTo>
                    <a:lnTo>
                      <a:pt x="180" y="1239"/>
                    </a:lnTo>
                    <a:lnTo>
                      <a:pt x="118" y="1215"/>
                    </a:lnTo>
                    <a:lnTo>
                      <a:pt x="57" y="1183"/>
                    </a:lnTo>
                    <a:lnTo>
                      <a:pt x="0" y="1148"/>
                    </a:lnTo>
                    <a:lnTo>
                      <a:pt x="36" y="1095"/>
                    </a:lnTo>
                    <a:lnTo>
                      <a:pt x="89" y="1129"/>
                    </a:lnTo>
                    <a:lnTo>
                      <a:pt x="144" y="1156"/>
                    </a:lnTo>
                    <a:lnTo>
                      <a:pt x="201" y="1179"/>
                    </a:lnTo>
                    <a:lnTo>
                      <a:pt x="261" y="1195"/>
                    </a:lnTo>
                    <a:lnTo>
                      <a:pt x="320" y="1204"/>
                    </a:lnTo>
                    <a:lnTo>
                      <a:pt x="382" y="1208"/>
                    </a:lnTo>
                    <a:lnTo>
                      <a:pt x="443" y="1204"/>
                    </a:lnTo>
                    <a:lnTo>
                      <a:pt x="504" y="1195"/>
                    </a:lnTo>
                    <a:lnTo>
                      <a:pt x="563" y="1179"/>
                    </a:lnTo>
                    <a:lnTo>
                      <a:pt x="621" y="1156"/>
                    </a:lnTo>
                    <a:lnTo>
                      <a:pt x="675" y="1129"/>
                    </a:lnTo>
                    <a:lnTo>
                      <a:pt x="727" y="1095"/>
                    </a:lnTo>
                    <a:lnTo>
                      <a:pt x="775" y="1057"/>
                    </a:lnTo>
                    <a:lnTo>
                      <a:pt x="818" y="1013"/>
                    </a:lnTo>
                    <a:lnTo>
                      <a:pt x="857" y="965"/>
                    </a:lnTo>
                    <a:lnTo>
                      <a:pt x="890" y="913"/>
                    </a:lnTo>
                    <a:lnTo>
                      <a:pt x="919" y="858"/>
                    </a:lnTo>
                    <a:lnTo>
                      <a:pt x="941" y="802"/>
                    </a:lnTo>
                    <a:lnTo>
                      <a:pt x="956" y="742"/>
                    </a:lnTo>
                    <a:lnTo>
                      <a:pt x="965" y="680"/>
                    </a:lnTo>
                    <a:lnTo>
                      <a:pt x="969" y="619"/>
                    </a:lnTo>
                    <a:lnTo>
                      <a:pt x="965" y="557"/>
                    </a:lnTo>
                    <a:lnTo>
                      <a:pt x="956" y="496"/>
                    </a:lnTo>
                    <a:lnTo>
                      <a:pt x="941" y="437"/>
                    </a:lnTo>
                    <a:lnTo>
                      <a:pt x="919" y="381"/>
                    </a:lnTo>
                    <a:lnTo>
                      <a:pt x="890" y="325"/>
                    </a:lnTo>
                    <a:lnTo>
                      <a:pt x="857" y="273"/>
                    </a:lnTo>
                    <a:lnTo>
                      <a:pt x="818" y="225"/>
                    </a:lnTo>
                    <a:lnTo>
                      <a:pt x="775" y="182"/>
                    </a:lnTo>
                    <a:lnTo>
                      <a:pt x="727" y="144"/>
                    </a:lnTo>
                    <a:lnTo>
                      <a:pt x="675" y="110"/>
                    </a:lnTo>
                    <a:lnTo>
                      <a:pt x="621" y="81"/>
                    </a:lnTo>
                    <a:lnTo>
                      <a:pt x="563" y="61"/>
                    </a:lnTo>
                    <a:lnTo>
                      <a:pt x="565" y="56"/>
                    </a:lnTo>
                    <a:lnTo>
                      <a:pt x="582" y="0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 dirty="0"/>
              </a:p>
            </p:txBody>
          </p:sp>
          <p:sp>
            <p:nvSpPr>
              <p:cNvPr id="1035" name="Line 4">
                <a:extLst>
                  <a:ext uri="{FF2B5EF4-FFF2-40B4-BE49-F238E27FC236}">
                    <a16:creationId xmlns:a16="http://schemas.microsoft.com/office/drawing/2014/main" id="{D2499A6A-64CA-4BEF-B1EE-F7714FE3D013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4639" y="3863"/>
                <a:ext cx="103" cy="186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MY" dirty="0"/>
              </a:p>
            </p:txBody>
          </p:sp>
          <p:sp>
            <p:nvSpPr>
              <p:cNvPr id="1036" name="Line 5">
                <a:extLst>
                  <a:ext uri="{FF2B5EF4-FFF2-40B4-BE49-F238E27FC236}">
                    <a16:creationId xmlns:a16="http://schemas.microsoft.com/office/drawing/2014/main" id="{AAEA1255-BDF7-495C-ABB6-6FCD93DD563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10" y="2874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MY" dirty="0"/>
              </a:p>
            </p:txBody>
          </p:sp>
          <p:sp>
            <p:nvSpPr>
              <p:cNvPr id="1037" name="Line 6">
                <a:extLst>
                  <a:ext uri="{FF2B5EF4-FFF2-40B4-BE49-F238E27FC236}">
                    <a16:creationId xmlns:a16="http://schemas.microsoft.com/office/drawing/2014/main" id="{EEAD5DAE-3CD8-4A80-AB55-8A66446EC77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70" y="2751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MY" dirty="0"/>
              </a:p>
            </p:txBody>
          </p:sp>
          <p:sp>
            <p:nvSpPr>
              <p:cNvPr id="1038" name="Freeform 7">
                <a:extLst>
                  <a:ext uri="{FF2B5EF4-FFF2-40B4-BE49-F238E27FC236}">
                    <a16:creationId xmlns:a16="http://schemas.microsoft.com/office/drawing/2014/main" id="{21048E8E-EFD2-4FBA-9387-545A8D7E19B2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753" y="4067"/>
                <a:ext cx="604" cy="110"/>
              </a:xfrm>
              <a:custGeom>
                <a:avLst/>
                <a:gdLst>
                  <a:gd name="T0" fmla="*/ 2 w 604"/>
                  <a:gd name="T1" fmla="*/ 70 h 110"/>
                  <a:gd name="T2" fmla="*/ 14 w 604"/>
                  <a:gd name="T3" fmla="*/ 57 h 110"/>
                  <a:gd name="T4" fmla="*/ 31 w 604"/>
                  <a:gd name="T5" fmla="*/ 46 h 110"/>
                  <a:gd name="T6" fmla="*/ 63 w 604"/>
                  <a:gd name="T7" fmla="*/ 30 h 110"/>
                  <a:gd name="T8" fmla="*/ 100 w 604"/>
                  <a:gd name="T9" fmla="*/ 21 h 110"/>
                  <a:gd name="T10" fmla="*/ 134 w 604"/>
                  <a:gd name="T11" fmla="*/ 13 h 110"/>
                  <a:gd name="T12" fmla="*/ 181 w 604"/>
                  <a:gd name="T13" fmla="*/ 6 h 110"/>
                  <a:gd name="T14" fmla="*/ 225 w 604"/>
                  <a:gd name="T15" fmla="*/ 2 h 110"/>
                  <a:gd name="T16" fmla="*/ 277 w 604"/>
                  <a:gd name="T17" fmla="*/ 0 h 110"/>
                  <a:gd name="T18" fmla="*/ 340 w 604"/>
                  <a:gd name="T19" fmla="*/ 0 h 110"/>
                  <a:gd name="T20" fmla="*/ 407 w 604"/>
                  <a:gd name="T21" fmla="*/ 4 h 110"/>
                  <a:gd name="T22" fmla="*/ 453 w 604"/>
                  <a:gd name="T23" fmla="*/ 10 h 110"/>
                  <a:gd name="T24" fmla="*/ 502 w 604"/>
                  <a:gd name="T25" fmla="*/ 19 h 110"/>
                  <a:gd name="T26" fmla="*/ 549 w 604"/>
                  <a:gd name="T27" fmla="*/ 33 h 110"/>
                  <a:gd name="T28" fmla="*/ 573 w 604"/>
                  <a:gd name="T29" fmla="*/ 47 h 110"/>
                  <a:gd name="T30" fmla="*/ 588 w 604"/>
                  <a:gd name="T31" fmla="*/ 58 h 110"/>
                  <a:gd name="T32" fmla="*/ 603 w 604"/>
                  <a:gd name="T33" fmla="*/ 77 h 110"/>
                  <a:gd name="T34" fmla="*/ 578 w 604"/>
                  <a:gd name="T35" fmla="*/ 87 h 110"/>
                  <a:gd name="T36" fmla="*/ 536 w 604"/>
                  <a:gd name="T37" fmla="*/ 95 h 110"/>
                  <a:gd name="T38" fmla="*/ 485 w 604"/>
                  <a:gd name="T39" fmla="*/ 101 h 110"/>
                  <a:gd name="T40" fmla="*/ 436 w 604"/>
                  <a:gd name="T41" fmla="*/ 106 h 110"/>
                  <a:gd name="T42" fmla="*/ 377 w 604"/>
                  <a:gd name="T43" fmla="*/ 108 h 110"/>
                  <a:gd name="T44" fmla="*/ 313 w 604"/>
                  <a:gd name="T45" fmla="*/ 109 h 110"/>
                  <a:gd name="T46" fmla="*/ 252 w 604"/>
                  <a:gd name="T47" fmla="*/ 109 h 110"/>
                  <a:gd name="T48" fmla="*/ 188 w 604"/>
                  <a:gd name="T49" fmla="*/ 108 h 110"/>
                  <a:gd name="T50" fmla="*/ 117 w 604"/>
                  <a:gd name="T51" fmla="*/ 102 h 110"/>
                  <a:gd name="T52" fmla="*/ 61 w 604"/>
                  <a:gd name="T53" fmla="*/ 96 h 110"/>
                  <a:gd name="T54" fmla="*/ 14 w 604"/>
                  <a:gd name="T55" fmla="*/ 86 h 110"/>
                  <a:gd name="T56" fmla="*/ 0 w 604"/>
                  <a:gd name="T57" fmla="*/ 78 h 110"/>
                  <a:gd name="T58" fmla="*/ 2 w 604"/>
                  <a:gd name="T59" fmla="*/ 7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04" h="110">
                    <a:moveTo>
                      <a:pt x="2" y="70"/>
                    </a:moveTo>
                    <a:lnTo>
                      <a:pt x="14" y="57"/>
                    </a:lnTo>
                    <a:lnTo>
                      <a:pt x="31" y="46"/>
                    </a:lnTo>
                    <a:lnTo>
                      <a:pt x="63" y="30"/>
                    </a:lnTo>
                    <a:lnTo>
                      <a:pt x="100" y="21"/>
                    </a:lnTo>
                    <a:lnTo>
                      <a:pt x="134" y="13"/>
                    </a:lnTo>
                    <a:lnTo>
                      <a:pt x="181" y="6"/>
                    </a:lnTo>
                    <a:lnTo>
                      <a:pt x="225" y="2"/>
                    </a:lnTo>
                    <a:lnTo>
                      <a:pt x="277" y="0"/>
                    </a:lnTo>
                    <a:lnTo>
                      <a:pt x="340" y="0"/>
                    </a:lnTo>
                    <a:lnTo>
                      <a:pt x="407" y="4"/>
                    </a:lnTo>
                    <a:lnTo>
                      <a:pt x="453" y="10"/>
                    </a:lnTo>
                    <a:lnTo>
                      <a:pt x="502" y="19"/>
                    </a:lnTo>
                    <a:lnTo>
                      <a:pt x="549" y="33"/>
                    </a:lnTo>
                    <a:lnTo>
                      <a:pt x="573" y="47"/>
                    </a:lnTo>
                    <a:lnTo>
                      <a:pt x="588" y="58"/>
                    </a:lnTo>
                    <a:lnTo>
                      <a:pt x="603" y="77"/>
                    </a:lnTo>
                    <a:lnTo>
                      <a:pt x="578" y="87"/>
                    </a:lnTo>
                    <a:lnTo>
                      <a:pt x="536" y="95"/>
                    </a:lnTo>
                    <a:lnTo>
                      <a:pt x="485" y="101"/>
                    </a:lnTo>
                    <a:lnTo>
                      <a:pt x="436" y="106"/>
                    </a:lnTo>
                    <a:lnTo>
                      <a:pt x="377" y="108"/>
                    </a:lnTo>
                    <a:lnTo>
                      <a:pt x="313" y="109"/>
                    </a:lnTo>
                    <a:lnTo>
                      <a:pt x="252" y="109"/>
                    </a:lnTo>
                    <a:lnTo>
                      <a:pt x="188" y="108"/>
                    </a:lnTo>
                    <a:lnTo>
                      <a:pt x="117" y="102"/>
                    </a:lnTo>
                    <a:lnTo>
                      <a:pt x="61" y="96"/>
                    </a:lnTo>
                    <a:lnTo>
                      <a:pt x="14" y="86"/>
                    </a:lnTo>
                    <a:lnTo>
                      <a:pt x="0" y="78"/>
                    </a:lnTo>
                    <a:lnTo>
                      <a:pt x="2" y="70"/>
                    </a:lnTo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 dirty="0"/>
              </a:p>
            </p:txBody>
          </p:sp>
          <p:sp>
            <p:nvSpPr>
              <p:cNvPr id="1039" name="Oval 8">
                <a:extLst>
                  <a:ext uri="{FF2B5EF4-FFF2-40B4-BE49-F238E27FC236}">
                    <a16:creationId xmlns:a16="http://schemas.microsoft.com/office/drawing/2014/main" id="{2B87BF25-1EFA-4D3F-B325-A65A376144AC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4458" y="2879"/>
                <a:ext cx="1074" cy="1073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 dirty="0"/>
              </a:p>
            </p:txBody>
          </p: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D0AF8BA1-F096-428A-A0C6-BAE7344644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58" y="2991"/>
                <a:ext cx="999" cy="797"/>
                <a:chOff x="4458" y="2991"/>
                <a:chExt cx="999" cy="797"/>
              </a:xfrm>
            </p:grpSpPr>
            <p:sp>
              <p:nvSpPr>
                <p:cNvPr id="1041" name="Freeform 9">
                  <a:extLst>
                    <a:ext uri="{FF2B5EF4-FFF2-40B4-BE49-F238E27FC236}">
                      <a16:creationId xmlns:a16="http://schemas.microsoft.com/office/drawing/2014/main" id="{99D716E1-3A28-4C3B-A0D7-F81E21E9D394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99" y="3283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042" name="Freeform 10">
                  <a:extLst>
                    <a:ext uri="{FF2B5EF4-FFF2-40B4-BE49-F238E27FC236}">
                      <a16:creationId xmlns:a16="http://schemas.microsoft.com/office/drawing/2014/main" id="{735F10E5-816D-42C8-BC31-2322E1667D8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16" y="33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043" name="Freeform 11">
                  <a:extLst>
                    <a:ext uri="{FF2B5EF4-FFF2-40B4-BE49-F238E27FC236}">
                      <a16:creationId xmlns:a16="http://schemas.microsoft.com/office/drawing/2014/main" id="{3B7BB38A-DEC2-47DE-8346-690DACE29F6E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74" y="3275"/>
                  <a:ext cx="37" cy="35"/>
                </a:xfrm>
                <a:custGeom>
                  <a:avLst/>
                  <a:gdLst>
                    <a:gd name="T0" fmla="*/ 36 w 37"/>
                    <a:gd name="T1" fmla="*/ 0 h 35"/>
                    <a:gd name="T2" fmla="*/ 22 w 37"/>
                    <a:gd name="T3" fmla="*/ 0 h 35"/>
                    <a:gd name="T4" fmla="*/ 14 w 37"/>
                    <a:gd name="T5" fmla="*/ 9 h 35"/>
                    <a:gd name="T6" fmla="*/ 9 w 37"/>
                    <a:gd name="T7" fmla="*/ 9 h 35"/>
                    <a:gd name="T8" fmla="*/ 5 w 37"/>
                    <a:gd name="T9" fmla="*/ 13 h 35"/>
                    <a:gd name="T10" fmla="*/ 0 w 37"/>
                    <a:gd name="T11" fmla="*/ 13 h 35"/>
                    <a:gd name="T12" fmla="*/ 0 w 37"/>
                    <a:gd name="T13" fmla="*/ 25 h 35"/>
                    <a:gd name="T14" fmla="*/ 8 w 37"/>
                    <a:gd name="T15" fmla="*/ 34 h 35"/>
                    <a:gd name="T16" fmla="*/ 29 w 37"/>
                    <a:gd name="T17" fmla="*/ 34 h 35"/>
                    <a:gd name="T18" fmla="*/ 36 w 37"/>
                    <a:gd name="T19" fmla="*/ 25 h 35"/>
                    <a:gd name="T20" fmla="*/ 36 w 37"/>
                    <a:gd name="T21" fmla="*/ 0 h 3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" h="35">
                      <a:moveTo>
                        <a:pt x="36" y="0"/>
                      </a:move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9" y="9"/>
                      </a:lnTo>
                      <a:lnTo>
                        <a:pt x="5" y="13"/>
                      </a:lnTo>
                      <a:lnTo>
                        <a:pt x="0" y="13"/>
                      </a:lnTo>
                      <a:lnTo>
                        <a:pt x="0" y="25"/>
                      </a:lnTo>
                      <a:lnTo>
                        <a:pt x="8" y="34"/>
                      </a:lnTo>
                      <a:lnTo>
                        <a:pt x="29" y="34"/>
                      </a:lnTo>
                      <a:lnTo>
                        <a:pt x="36" y="25"/>
                      </a:lnTo>
                      <a:lnTo>
                        <a:pt x="3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044" name="Freeform 12">
                  <a:extLst>
                    <a:ext uri="{FF2B5EF4-FFF2-40B4-BE49-F238E27FC236}">
                      <a16:creationId xmlns:a16="http://schemas.microsoft.com/office/drawing/2014/main" id="{F898B70D-624B-4BC7-BBED-C7705B49F6D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458" y="3303"/>
                  <a:ext cx="324" cy="422"/>
                </a:xfrm>
                <a:custGeom>
                  <a:avLst/>
                  <a:gdLst>
                    <a:gd name="T0" fmla="*/ 76 w 324"/>
                    <a:gd name="T1" fmla="*/ 0 h 422"/>
                    <a:gd name="T2" fmla="*/ 71 w 324"/>
                    <a:gd name="T3" fmla="*/ 11 h 422"/>
                    <a:gd name="T4" fmla="*/ 45 w 324"/>
                    <a:gd name="T5" fmla="*/ 33 h 422"/>
                    <a:gd name="T6" fmla="*/ 40 w 324"/>
                    <a:gd name="T7" fmla="*/ 53 h 422"/>
                    <a:gd name="T8" fmla="*/ 21 w 324"/>
                    <a:gd name="T9" fmla="*/ 68 h 422"/>
                    <a:gd name="T10" fmla="*/ 8 w 324"/>
                    <a:gd name="T11" fmla="*/ 96 h 422"/>
                    <a:gd name="T12" fmla="*/ 8 w 324"/>
                    <a:gd name="T13" fmla="*/ 114 h 422"/>
                    <a:gd name="T14" fmla="*/ 0 w 324"/>
                    <a:gd name="T15" fmla="*/ 144 h 422"/>
                    <a:gd name="T16" fmla="*/ 11 w 324"/>
                    <a:gd name="T17" fmla="*/ 157 h 422"/>
                    <a:gd name="T18" fmla="*/ 40 w 324"/>
                    <a:gd name="T19" fmla="*/ 195 h 422"/>
                    <a:gd name="T20" fmla="*/ 48 w 324"/>
                    <a:gd name="T21" fmla="*/ 190 h 422"/>
                    <a:gd name="T22" fmla="*/ 99 w 324"/>
                    <a:gd name="T23" fmla="*/ 190 h 422"/>
                    <a:gd name="T24" fmla="*/ 123 w 324"/>
                    <a:gd name="T25" fmla="*/ 199 h 422"/>
                    <a:gd name="T26" fmla="*/ 121 w 324"/>
                    <a:gd name="T27" fmla="*/ 229 h 422"/>
                    <a:gd name="T28" fmla="*/ 138 w 324"/>
                    <a:gd name="T29" fmla="*/ 268 h 422"/>
                    <a:gd name="T30" fmla="*/ 137 w 324"/>
                    <a:gd name="T31" fmla="*/ 279 h 422"/>
                    <a:gd name="T32" fmla="*/ 144 w 324"/>
                    <a:gd name="T33" fmla="*/ 291 h 422"/>
                    <a:gd name="T34" fmla="*/ 133 w 324"/>
                    <a:gd name="T35" fmla="*/ 319 h 422"/>
                    <a:gd name="T36" fmla="*/ 146 w 324"/>
                    <a:gd name="T37" fmla="*/ 354 h 422"/>
                    <a:gd name="T38" fmla="*/ 153 w 324"/>
                    <a:gd name="T39" fmla="*/ 382 h 422"/>
                    <a:gd name="T40" fmla="*/ 162 w 324"/>
                    <a:gd name="T41" fmla="*/ 399 h 422"/>
                    <a:gd name="T42" fmla="*/ 171 w 324"/>
                    <a:gd name="T43" fmla="*/ 421 h 422"/>
                    <a:gd name="T44" fmla="*/ 188 w 324"/>
                    <a:gd name="T45" fmla="*/ 418 h 422"/>
                    <a:gd name="T46" fmla="*/ 216 w 324"/>
                    <a:gd name="T47" fmla="*/ 402 h 422"/>
                    <a:gd name="T48" fmla="*/ 229 w 324"/>
                    <a:gd name="T49" fmla="*/ 382 h 422"/>
                    <a:gd name="T50" fmla="*/ 228 w 324"/>
                    <a:gd name="T51" fmla="*/ 369 h 422"/>
                    <a:gd name="T52" fmla="*/ 245 w 324"/>
                    <a:gd name="T53" fmla="*/ 359 h 422"/>
                    <a:gd name="T54" fmla="*/ 242 w 324"/>
                    <a:gd name="T55" fmla="*/ 340 h 422"/>
                    <a:gd name="T56" fmla="*/ 267 w 324"/>
                    <a:gd name="T57" fmla="*/ 310 h 422"/>
                    <a:gd name="T58" fmla="*/ 271 w 324"/>
                    <a:gd name="T59" fmla="*/ 285 h 422"/>
                    <a:gd name="T60" fmla="*/ 264 w 324"/>
                    <a:gd name="T61" fmla="*/ 277 h 422"/>
                    <a:gd name="T62" fmla="*/ 267 w 324"/>
                    <a:gd name="T63" fmla="*/ 267 h 422"/>
                    <a:gd name="T64" fmla="*/ 261 w 324"/>
                    <a:gd name="T65" fmla="*/ 258 h 422"/>
                    <a:gd name="T66" fmla="*/ 280 w 324"/>
                    <a:gd name="T67" fmla="*/ 234 h 422"/>
                    <a:gd name="T68" fmla="*/ 280 w 324"/>
                    <a:gd name="T69" fmla="*/ 222 h 422"/>
                    <a:gd name="T70" fmla="*/ 306 w 324"/>
                    <a:gd name="T71" fmla="*/ 202 h 422"/>
                    <a:gd name="T72" fmla="*/ 323 w 324"/>
                    <a:gd name="T73" fmla="*/ 148 h 422"/>
                    <a:gd name="T74" fmla="*/ 299 w 324"/>
                    <a:gd name="T75" fmla="*/ 162 h 422"/>
                    <a:gd name="T76" fmla="*/ 278 w 324"/>
                    <a:gd name="T77" fmla="*/ 156 h 422"/>
                    <a:gd name="T78" fmla="*/ 281 w 324"/>
                    <a:gd name="T79" fmla="*/ 143 h 422"/>
                    <a:gd name="T80" fmla="*/ 260 w 324"/>
                    <a:gd name="T81" fmla="*/ 129 h 422"/>
                    <a:gd name="T82" fmla="*/ 250 w 324"/>
                    <a:gd name="T83" fmla="*/ 94 h 422"/>
                    <a:gd name="T84" fmla="*/ 230 w 324"/>
                    <a:gd name="T85" fmla="*/ 66 h 422"/>
                    <a:gd name="T86" fmla="*/ 230 w 324"/>
                    <a:gd name="T87" fmla="*/ 47 h 422"/>
                    <a:gd name="T88" fmla="*/ 219 w 324"/>
                    <a:gd name="T89" fmla="*/ 46 h 422"/>
                    <a:gd name="T90" fmla="*/ 212 w 324"/>
                    <a:gd name="T91" fmla="*/ 49 h 422"/>
                    <a:gd name="T92" fmla="*/ 182 w 324"/>
                    <a:gd name="T93" fmla="*/ 38 h 422"/>
                    <a:gd name="T94" fmla="*/ 174 w 324"/>
                    <a:gd name="T95" fmla="*/ 46 h 422"/>
                    <a:gd name="T96" fmla="*/ 167 w 324"/>
                    <a:gd name="T97" fmla="*/ 56 h 422"/>
                    <a:gd name="T98" fmla="*/ 151 w 324"/>
                    <a:gd name="T99" fmla="*/ 38 h 422"/>
                    <a:gd name="T100" fmla="*/ 135 w 324"/>
                    <a:gd name="T101" fmla="*/ 33 h 422"/>
                    <a:gd name="T102" fmla="*/ 134 w 324"/>
                    <a:gd name="T103" fmla="*/ 10 h 422"/>
                    <a:gd name="T104" fmla="*/ 111 w 324"/>
                    <a:gd name="T105" fmla="*/ 14 h 422"/>
                    <a:gd name="T106" fmla="*/ 96 w 324"/>
                    <a:gd name="T107" fmla="*/ 9 h 422"/>
                    <a:gd name="T108" fmla="*/ 76 w 324"/>
                    <a:gd name="T109" fmla="*/ 0 h 422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324" h="422">
                      <a:moveTo>
                        <a:pt x="76" y="0"/>
                      </a:moveTo>
                      <a:lnTo>
                        <a:pt x="71" y="11"/>
                      </a:lnTo>
                      <a:lnTo>
                        <a:pt x="45" y="33"/>
                      </a:lnTo>
                      <a:lnTo>
                        <a:pt x="40" y="53"/>
                      </a:lnTo>
                      <a:lnTo>
                        <a:pt x="21" y="68"/>
                      </a:lnTo>
                      <a:lnTo>
                        <a:pt x="8" y="96"/>
                      </a:lnTo>
                      <a:lnTo>
                        <a:pt x="8" y="114"/>
                      </a:lnTo>
                      <a:lnTo>
                        <a:pt x="0" y="144"/>
                      </a:lnTo>
                      <a:lnTo>
                        <a:pt x="11" y="157"/>
                      </a:lnTo>
                      <a:lnTo>
                        <a:pt x="40" y="195"/>
                      </a:lnTo>
                      <a:lnTo>
                        <a:pt x="48" y="190"/>
                      </a:lnTo>
                      <a:lnTo>
                        <a:pt x="99" y="190"/>
                      </a:lnTo>
                      <a:lnTo>
                        <a:pt x="123" y="199"/>
                      </a:lnTo>
                      <a:lnTo>
                        <a:pt x="121" y="229"/>
                      </a:lnTo>
                      <a:lnTo>
                        <a:pt x="138" y="268"/>
                      </a:lnTo>
                      <a:lnTo>
                        <a:pt x="137" y="279"/>
                      </a:lnTo>
                      <a:lnTo>
                        <a:pt x="144" y="291"/>
                      </a:lnTo>
                      <a:lnTo>
                        <a:pt x="133" y="319"/>
                      </a:lnTo>
                      <a:lnTo>
                        <a:pt x="146" y="354"/>
                      </a:lnTo>
                      <a:lnTo>
                        <a:pt x="153" y="382"/>
                      </a:lnTo>
                      <a:lnTo>
                        <a:pt x="162" y="399"/>
                      </a:lnTo>
                      <a:lnTo>
                        <a:pt x="171" y="421"/>
                      </a:lnTo>
                      <a:lnTo>
                        <a:pt x="188" y="418"/>
                      </a:lnTo>
                      <a:lnTo>
                        <a:pt x="216" y="402"/>
                      </a:lnTo>
                      <a:lnTo>
                        <a:pt x="229" y="382"/>
                      </a:lnTo>
                      <a:lnTo>
                        <a:pt x="228" y="369"/>
                      </a:lnTo>
                      <a:lnTo>
                        <a:pt x="245" y="359"/>
                      </a:lnTo>
                      <a:lnTo>
                        <a:pt x="242" y="340"/>
                      </a:lnTo>
                      <a:lnTo>
                        <a:pt x="267" y="310"/>
                      </a:lnTo>
                      <a:lnTo>
                        <a:pt x="271" y="285"/>
                      </a:lnTo>
                      <a:lnTo>
                        <a:pt x="264" y="277"/>
                      </a:lnTo>
                      <a:lnTo>
                        <a:pt x="267" y="267"/>
                      </a:lnTo>
                      <a:lnTo>
                        <a:pt x="261" y="258"/>
                      </a:lnTo>
                      <a:lnTo>
                        <a:pt x="280" y="234"/>
                      </a:lnTo>
                      <a:lnTo>
                        <a:pt x="280" y="222"/>
                      </a:lnTo>
                      <a:lnTo>
                        <a:pt x="306" y="202"/>
                      </a:lnTo>
                      <a:lnTo>
                        <a:pt x="323" y="148"/>
                      </a:lnTo>
                      <a:lnTo>
                        <a:pt x="299" y="162"/>
                      </a:lnTo>
                      <a:lnTo>
                        <a:pt x="278" y="156"/>
                      </a:lnTo>
                      <a:lnTo>
                        <a:pt x="281" y="143"/>
                      </a:lnTo>
                      <a:lnTo>
                        <a:pt x="260" y="129"/>
                      </a:lnTo>
                      <a:lnTo>
                        <a:pt x="250" y="94"/>
                      </a:lnTo>
                      <a:lnTo>
                        <a:pt x="230" y="66"/>
                      </a:lnTo>
                      <a:lnTo>
                        <a:pt x="230" y="47"/>
                      </a:lnTo>
                      <a:lnTo>
                        <a:pt x="219" y="46"/>
                      </a:lnTo>
                      <a:lnTo>
                        <a:pt x="212" y="49"/>
                      </a:lnTo>
                      <a:lnTo>
                        <a:pt x="182" y="38"/>
                      </a:lnTo>
                      <a:lnTo>
                        <a:pt x="174" y="46"/>
                      </a:lnTo>
                      <a:lnTo>
                        <a:pt x="167" y="56"/>
                      </a:lnTo>
                      <a:lnTo>
                        <a:pt x="151" y="38"/>
                      </a:lnTo>
                      <a:lnTo>
                        <a:pt x="135" y="33"/>
                      </a:lnTo>
                      <a:lnTo>
                        <a:pt x="134" y="10"/>
                      </a:lnTo>
                      <a:lnTo>
                        <a:pt x="111" y="14"/>
                      </a:lnTo>
                      <a:lnTo>
                        <a:pt x="96" y="9"/>
                      </a:lnTo>
                      <a:lnTo>
                        <a:pt x="7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045" name="Freeform 13">
                  <a:extLst>
                    <a:ext uri="{FF2B5EF4-FFF2-40B4-BE49-F238E27FC236}">
                      <a16:creationId xmlns:a16="http://schemas.microsoft.com/office/drawing/2014/main" id="{5127398F-D69A-4B89-8FB4-30FE361831B5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05" y="3408"/>
                  <a:ext cx="17" cy="21"/>
                </a:xfrm>
                <a:custGeom>
                  <a:avLst/>
                  <a:gdLst>
                    <a:gd name="T0" fmla="*/ 7 w 17"/>
                    <a:gd name="T1" fmla="*/ 0 h 21"/>
                    <a:gd name="T2" fmla="*/ 9 w 17"/>
                    <a:gd name="T3" fmla="*/ 5 h 21"/>
                    <a:gd name="T4" fmla="*/ 7 w 17"/>
                    <a:gd name="T5" fmla="*/ 10 h 21"/>
                    <a:gd name="T6" fmla="*/ 7 w 17"/>
                    <a:gd name="T7" fmla="*/ 14 h 21"/>
                    <a:gd name="T8" fmla="*/ 16 w 17"/>
                    <a:gd name="T9" fmla="*/ 17 h 21"/>
                    <a:gd name="T10" fmla="*/ 16 w 17"/>
                    <a:gd name="T11" fmla="*/ 20 h 21"/>
                    <a:gd name="T12" fmla="*/ 9 w 17"/>
                    <a:gd name="T13" fmla="*/ 17 h 21"/>
                    <a:gd name="T14" fmla="*/ 3 w 17"/>
                    <a:gd name="T15" fmla="*/ 20 h 21"/>
                    <a:gd name="T16" fmla="*/ 0 w 17"/>
                    <a:gd name="T17" fmla="*/ 17 h 21"/>
                    <a:gd name="T18" fmla="*/ 3 w 17"/>
                    <a:gd name="T19" fmla="*/ 14 h 21"/>
                    <a:gd name="T20" fmla="*/ 0 w 17"/>
                    <a:gd name="T21" fmla="*/ 10 h 21"/>
                    <a:gd name="T22" fmla="*/ 3 w 17"/>
                    <a:gd name="T23" fmla="*/ 2 h 21"/>
                    <a:gd name="T24" fmla="*/ 7 w 17"/>
                    <a:gd name="T25" fmla="*/ 0 h 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1">
                      <a:moveTo>
                        <a:pt x="7" y="0"/>
                      </a:moveTo>
                      <a:lnTo>
                        <a:pt x="9" y="5"/>
                      </a:lnTo>
                      <a:lnTo>
                        <a:pt x="7" y="10"/>
                      </a:lnTo>
                      <a:lnTo>
                        <a:pt x="7" y="14"/>
                      </a:lnTo>
                      <a:lnTo>
                        <a:pt x="16" y="17"/>
                      </a:lnTo>
                      <a:lnTo>
                        <a:pt x="16" y="20"/>
                      </a:lnTo>
                      <a:lnTo>
                        <a:pt x="9" y="17"/>
                      </a:lnTo>
                      <a:lnTo>
                        <a:pt x="3" y="20"/>
                      </a:lnTo>
                      <a:lnTo>
                        <a:pt x="0" y="17"/>
                      </a:lnTo>
                      <a:lnTo>
                        <a:pt x="3" y="14"/>
                      </a:lnTo>
                      <a:lnTo>
                        <a:pt x="0" y="10"/>
                      </a:lnTo>
                      <a:lnTo>
                        <a:pt x="3" y="2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046" name="Freeform 14">
                  <a:extLst>
                    <a:ext uri="{FF2B5EF4-FFF2-40B4-BE49-F238E27FC236}">
                      <a16:creationId xmlns:a16="http://schemas.microsoft.com/office/drawing/2014/main" id="{7943A03E-C637-4BD9-8853-7B3134FC02B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44" y="3496"/>
                  <a:ext cx="49" cy="70"/>
                </a:xfrm>
                <a:custGeom>
                  <a:avLst/>
                  <a:gdLst>
                    <a:gd name="T0" fmla="*/ 0 w 49"/>
                    <a:gd name="T1" fmla="*/ 34 h 70"/>
                    <a:gd name="T2" fmla="*/ 17 w 49"/>
                    <a:gd name="T3" fmla="*/ 34 h 70"/>
                    <a:gd name="T4" fmla="*/ 37 w 49"/>
                    <a:gd name="T5" fmla="*/ 0 h 70"/>
                    <a:gd name="T6" fmla="*/ 48 w 49"/>
                    <a:gd name="T7" fmla="*/ 20 h 70"/>
                    <a:gd name="T8" fmla="*/ 39 w 49"/>
                    <a:gd name="T9" fmla="*/ 69 h 70"/>
                    <a:gd name="T10" fmla="*/ 3 w 49"/>
                    <a:gd name="T11" fmla="*/ 57 h 70"/>
                    <a:gd name="T12" fmla="*/ 0 w 49"/>
                    <a:gd name="T13" fmla="*/ 34 h 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9" h="70">
                      <a:moveTo>
                        <a:pt x="0" y="34"/>
                      </a:moveTo>
                      <a:lnTo>
                        <a:pt x="17" y="34"/>
                      </a:lnTo>
                      <a:lnTo>
                        <a:pt x="37" y="0"/>
                      </a:lnTo>
                      <a:lnTo>
                        <a:pt x="48" y="20"/>
                      </a:lnTo>
                      <a:lnTo>
                        <a:pt x="39" y="69"/>
                      </a:lnTo>
                      <a:lnTo>
                        <a:pt x="3" y="57"/>
                      </a:lnTo>
                      <a:lnTo>
                        <a:pt x="0" y="3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047" name="Freeform 15">
                  <a:extLst>
                    <a:ext uri="{FF2B5EF4-FFF2-40B4-BE49-F238E27FC236}">
                      <a16:creationId xmlns:a16="http://schemas.microsoft.com/office/drawing/2014/main" id="{44AFC392-A2AF-47B1-A88B-F5203D095CB9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41" y="3523"/>
                  <a:ext cx="84" cy="67"/>
                </a:xfrm>
                <a:custGeom>
                  <a:avLst/>
                  <a:gdLst>
                    <a:gd name="T0" fmla="*/ 5 w 84"/>
                    <a:gd name="T1" fmla="*/ 15 h 67"/>
                    <a:gd name="T2" fmla="*/ 0 w 84"/>
                    <a:gd name="T3" fmla="*/ 0 h 67"/>
                    <a:gd name="T4" fmla="*/ 27 w 84"/>
                    <a:gd name="T5" fmla="*/ 6 h 67"/>
                    <a:gd name="T6" fmla="*/ 67 w 84"/>
                    <a:gd name="T7" fmla="*/ 22 h 67"/>
                    <a:gd name="T8" fmla="*/ 67 w 84"/>
                    <a:gd name="T9" fmla="*/ 34 h 67"/>
                    <a:gd name="T10" fmla="*/ 83 w 84"/>
                    <a:gd name="T11" fmla="*/ 66 h 67"/>
                    <a:gd name="T12" fmla="*/ 52 w 84"/>
                    <a:gd name="T13" fmla="*/ 36 h 67"/>
                    <a:gd name="T14" fmla="*/ 31 w 84"/>
                    <a:gd name="T15" fmla="*/ 38 h 67"/>
                    <a:gd name="T16" fmla="*/ 5 w 84"/>
                    <a:gd name="T17" fmla="*/ 15 h 6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4" h="67">
                      <a:moveTo>
                        <a:pt x="5" y="15"/>
                      </a:moveTo>
                      <a:lnTo>
                        <a:pt x="0" y="0"/>
                      </a:lnTo>
                      <a:lnTo>
                        <a:pt x="27" y="6"/>
                      </a:lnTo>
                      <a:lnTo>
                        <a:pt x="67" y="22"/>
                      </a:lnTo>
                      <a:lnTo>
                        <a:pt x="67" y="34"/>
                      </a:lnTo>
                      <a:lnTo>
                        <a:pt x="83" y="66"/>
                      </a:lnTo>
                      <a:lnTo>
                        <a:pt x="52" y="36"/>
                      </a:lnTo>
                      <a:lnTo>
                        <a:pt x="31" y="38"/>
                      </a:lnTo>
                      <a:lnTo>
                        <a:pt x="5" y="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048" name="Freeform 16">
                  <a:extLst>
                    <a:ext uri="{FF2B5EF4-FFF2-40B4-BE49-F238E27FC236}">
                      <a16:creationId xmlns:a16="http://schemas.microsoft.com/office/drawing/2014/main" id="{5FC005B7-10FE-4674-8FE3-3D70D846F36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400" y="3660"/>
                  <a:ext cx="57" cy="73"/>
                </a:xfrm>
                <a:custGeom>
                  <a:avLst/>
                  <a:gdLst>
                    <a:gd name="T0" fmla="*/ 34 w 57"/>
                    <a:gd name="T1" fmla="*/ 0 h 73"/>
                    <a:gd name="T2" fmla="*/ 56 w 57"/>
                    <a:gd name="T3" fmla="*/ 21 h 73"/>
                    <a:gd name="T4" fmla="*/ 11 w 57"/>
                    <a:gd name="T5" fmla="*/ 72 h 73"/>
                    <a:gd name="T6" fmla="*/ 0 w 57"/>
                    <a:gd name="T7" fmla="*/ 60 h 73"/>
                    <a:gd name="T8" fmla="*/ 32 w 57"/>
                    <a:gd name="T9" fmla="*/ 28 h 73"/>
                    <a:gd name="T10" fmla="*/ 34 w 57"/>
                    <a:gd name="T11" fmla="*/ 0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7" h="73">
                      <a:moveTo>
                        <a:pt x="34" y="0"/>
                      </a:moveTo>
                      <a:lnTo>
                        <a:pt x="56" y="21"/>
                      </a:lnTo>
                      <a:lnTo>
                        <a:pt x="11" y="72"/>
                      </a:lnTo>
                      <a:lnTo>
                        <a:pt x="0" y="60"/>
                      </a:lnTo>
                      <a:lnTo>
                        <a:pt x="32" y="28"/>
                      </a:lnTo>
                      <a:lnTo>
                        <a:pt x="34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049" name="Freeform 17">
                  <a:extLst>
                    <a:ext uri="{FF2B5EF4-FFF2-40B4-BE49-F238E27FC236}">
                      <a16:creationId xmlns:a16="http://schemas.microsoft.com/office/drawing/2014/main" id="{9CDC1314-A3CF-4D3B-A286-92AEA5E006D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58" y="3167"/>
                  <a:ext cx="29" cy="48"/>
                </a:xfrm>
                <a:custGeom>
                  <a:avLst/>
                  <a:gdLst>
                    <a:gd name="T0" fmla="*/ 28 w 29"/>
                    <a:gd name="T1" fmla="*/ 36 h 48"/>
                    <a:gd name="T2" fmla="*/ 20 w 29"/>
                    <a:gd name="T3" fmla="*/ 31 h 48"/>
                    <a:gd name="T4" fmla="*/ 20 w 29"/>
                    <a:gd name="T5" fmla="*/ 10 h 48"/>
                    <a:gd name="T6" fmla="*/ 24 w 29"/>
                    <a:gd name="T7" fmla="*/ 5 h 48"/>
                    <a:gd name="T8" fmla="*/ 17 w 29"/>
                    <a:gd name="T9" fmla="*/ 5 h 48"/>
                    <a:gd name="T10" fmla="*/ 21 w 29"/>
                    <a:gd name="T11" fmla="*/ 0 h 48"/>
                    <a:gd name="T12" fmla="*/ 16 w 29"/>
                    <a:gd name="T13" fmla="*/ 0 h 48"/>
                    <a:gd name="T14" fmla="*/ 10 w 29"/>
                    <a:gd name="T15" fmla="*/ 6 h 48"/>
                    <a:gd name="T16" fmla="*/ 10 w 29"/>
                    <a:gd name="T17" fmla="*/ 19 h 48"/>
                    <a:gd name="T18" fmla="*/ 13 w 29"/>
                    <a:gd name="T19" fmla="*/ 22 h 48"/>
                    <a:gd name="T20" fmla="*/ 13 w 29"/>
                    <a:gd name="T21" fmla="*/ 28 h 48"/>
                    <a:gd name="T22" fmla="*/ 11 w 29"/>
                    <a:gd name="T23" fmla="*/ 28 h 48"/>
                    <a:gd name="T24" fmla="*/ 6 w 29"/>
                    <a:gd name="T25" fmla="*/ 33 h 48"/>
                    <a:gd name="T26" fmla="*/ 6 w 29"/>
                    <a:gd name="T27" fmla="*/ 38 h 48"/>
                    <a:gd name="T28" fmla="*/ 0 w 29"/>
                    <a:gd name="T29" fmla="*/ 47 h 48"/>
                    <a:gd name="T30" fmla="*/ 21 w 29"/>
                    <a:gd name="T31" fmla="*/ 47 h 48"/>
                    <a:gd name="T32" fmla="*/ 28 w 29"/>
                    <a:gd name="T33" fmla="*/ 36 h 4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9" h="48">
                      <a:moveTo>
                        <a:pt x="28" y="36"/>
                      </a:moveTo>
                      <a:lnTo>
                        <a:pt x="20" y="31"/>
                      </a:lnTo>
                      <a:lnTo>
                        <a:pt x="20" y="10"/>
                      </a:lnTo>
                      <a:lnTo>
                        <a:pt x="24" y="5"/>
                      </a:lnTo>
                      <a:lnTo>
                        <a:pt x="17" y="5"/>
                      </a:lnTo>
                      <a:lnTo>
                        <a:pt x="21" y="0"/>
                      </a:lnTo>
                      <a:lnTo>
                        <a:pt x="16" y="0"/>
                      </a:lnTo>
                      <a:lnTo>
                        <a:pt x="10" y="6"/>
                      </a:lnTo>
                      <a:lnTo>
                        <a:pt x="10" y="19"/>
                      </a:lnTo>
                      <a:lnTo>
                        <a:pt x="13" y="22"/>
                      </a:lnTo>
                      <a:lnTo>
                        <a:pt x="13" y="28"/>
                      </a:lnTo>
                      <a:lnTo>
                        <a:pt x="11" y="28"/>
                      </a:lnTo>
                      <a:lnTo>
                        <a:pt x="6" y="33"/>
                      </a:lnTo>
                      <a:lnTo>
                        <a:pt x="6" y="38"/>
                      </a:lnTo>
                      <a:lnTo>
                        <a:pt x="0" y="47"/>
                      </a:lnTo>
                      <a:lnTo>
                        <a:pt x="21" y="47"/>
                      </a:lnTo>
                      <a:lnTo>
                        <a:pt x="28" y="3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050" name="Freeform 18">
                  <a:extLst>
                    <a:ext uri="{FF2B5EF4-FFF2-40B4-BE49-F238E27FC236}">
                      <a16:creationId xmlns:a16="http://schemas.microsoft.com/office/drawing/2014/main" id="{3A2684B7-D40A-422C-B55E-EFC573082FF5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49" y="3183"/>
                  <a:ext cx="17" cy="17"/>
                </a:xfrm>
                <a:custGeom>
                  <a:avLst/>
                  <a:gdLst>
                    <a:gd name="T0" fmla="*/ 13 w 17"/>
                    <a:gd name="T1" fmla="*/ 5 h 17"/>
                    <a:gd name="T2" fmla="*/ 16 w 17"/>
                    <a:gd name="T3" fmla="*/ 5 h 17"/>
                    <a:gd name="T4" fmla="*/ 16 w 17"/>
                    <a:gd name="T5" fmla="*/ 0 h 17"/>
                    <a:gd name="T6" fmla="*/ 10 w 17"/>
                    <a:gd name="T7" fmla="*/ 0 h 17"/>
                    <a:gd name="T8" fmla="*/ 0 w 17"/>
                    <a:gd name="T9" fmla="*/ 10 h 17"/>
                    <a:gd name="T10" fmla="*/ 0 w 17"/>
                    <a:gd name="T11" fmla="*/ 16 h 17"/>
                    <a:gd name="T12" fmla="*/ 9 w 17"/>
                    <a:gd name="T13" fmla="*/ 16 h 17"/>
                    <a:gd name="T14" fmla="*/ 13 w 17"/>
                    <a:gd name="T15" fmla="*/ 11 h 17"/>
                    <a:gd name="T16" fmla="*/ 13 w 17"/>
                    <a:gd name="T17" fmla="*/ 5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7" h="17">
                      <a:moveTo>
                        <a:pt x="13" y="5"/>
                      </a:moveTo>
                      <a:lnTo>
                        <a:pt x="16" y="5"/>
                      </a:lnTo>
                      <a:lnTo>
                        <a:pt x="16" y="0"/>
                      </a:lnTo>
                      <a:lnTo>
                        <a:pt x="10" y="0"/>
                      </a:lnTo>
                      <a:lnTo>
                        <a:pt x="0" y="10"/>
                      </a:ln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13" y="11"/>
                      </a:lnTo>
                      <a:lnTo>
                        <a:pt x="13" y="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051" name="Freeform 19">
                  <a:extLst>
                    <a:ext uri="{FF2B5EF4-FFF2-40B4-BE49-F238E27FC236}">
                      <a16:creationId xmlns:a16="http://schemas.microsoft.com/office/drawing/2014/main" id="{A165D8FC-FCF2-4304-B18C-9AB4EAFA6A0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27" y="3155"/>
                  <a:ext cx="184" cy="155"/>
                </a:xfrm>
                <a:custGeom>
                  <a:avLst/>
                  <a:gdLst>
                    <a:gd name="T0" fmla="*/ 120 w 184"/>
                    <a:gd name="T1" fmla="*/ 10 h 155"/>
                    <a:gd name="T2" fmla="*/ 144 w 184"/>
                    <a:gd name="T3" fmla="*/ 14 h 155"/>
                    <a:gd name="T4" fmla="*/ 129 w 184"/>
                    <a:gd name="T5" fmla="*/ 20 h 155"/>
                    <a:gd name="T6" fmla="*/ 123 w 184"/>
                    <a:gd name="T7" fmla="*/ 29 h 155"/>
                    <a:gd name="T8" fmla="*/ 114 w 184"/>
                    <a:gd name="T9" fmla="*/ 50 h 155"/>
                    <a:gd name="T10" fmla="*/ 100 w 184"/>
                    <a:gd name="T11" fmla="*/ 51 h 155"/>
                    <a:gd name="T12" fmla="*/ 88 w 184"/>
                    <a:gd name="T13" fmla="*/ 49 h 155"/>
                    <a:gd name="T14" fmla="*/ 94 w 184"/>
                    <a:gd name="T15" fmla="*/ 39 h 155"/>
                    <a:gd name="T16" fmla="*/ 88 w 184"/>
                    <a:gd name="T17" fmla="*/ 26 h 155"/>
                    <a:gd name="T18" fmla="*/ 81 w 184"/>
                    <a:gd name="T19" fmla="*/ 49 h 155"/>
                    <a:gd name="T20" fmla="*/ 62 w 184"/>
                    <a:gd name="T21" fmla="*/ 60 h 155"/>
                    <a:gd name="T22" fmla="*/ 52 w 184"/>
                    <a:gd name="T23" fmla="*/ 67 h 155"/>
                    <a:gd name="T24" fmla="*/ 38 w 184"/>
                    <a:gd name="T25" fmla="*/ 77 h 155"/>
                    <a:gd name="T26" fmla="*/ 30 w 184"/>
                    <a:gd name="T27" fmla="*/ 102 h 155"/>
                    <a:gd name="T28" fmla="*/ 5 w 184"/>
                    <a:gd name="T29" fmla="*/ 93 h 155"/>
                    <a:gd name="T30" fmla="*/ 0 w 184"/>
                    <a:gd name="T31" fmla="*/ 111 h 155"/>
                    <a:gd name="T32" fmla="*/ 10 w 184"/>
                    <a:gd name="T33" fmla="*/ 138 h 155"/>
                    <a:gd name="T34" fmla="*/ 50 w 184"/>
                    <a:gd name="T35" fmla="*/ 109 h 155"/>
                    <a:gd name="T36" fmla="*/ 75 w 184"/>
                    <a:gd name="T37" fmla="*/ 103 h 155"/>
                    <a:gd name="T38" fmla="*/ 79 w 184"/>
                    <a:gd name="T39" fmla="*/ 115 h 155"/>
                    <a:gd name="T40" fmla="*/ 99 w 184"/>
                    <a:gd name="T41" fmla="*/ 143 h 155"/>
                    <a:gd name="T42" fmla="*/ 101 w 184"/>
                    <a:gd name="T43" fmla="*/ 135 h 155"/>
                    <a:gd name="T44" fmla="*/ 107 w 184"/>
                    <a:gd name="T45" fmla="*/ 135 h 155"/>
                    <a:gd name="T46" fmla="*/ 88 w 184"/>
                    <a:gd name="T47" fmla="*/ 108 h 155"/>
                    <a:gd name="T48" fmla="*/ 94 w 184"/>
                    <a:gd name="T49" fmla="*/ 99 h 155"/>
                    <a:gd name="T50" fmla="*/ 114 w 184"/>
                    <a:gd name="T51" fmla="*/ 127 h 155"/>
                    <a:gd name="T52" fmla="*/ 123 w 184"/>
                    <a:gd name="T53" fmla="*/ 144 h 155"/>
                    <a:gd name="T54" fmla="*/ 127 w 184"/>
                    <a:gd name="T55" fmla="*/ 154 h 155"/>
                    <a:gd name="T56" fmla="*/ 131 w 184"/>
                    <a:gd name="T57" fmla="*/ 136 h 155"/>
                    <a:gd name="T58" fmla="*/ 144 w 184"/>
                    <a:gd name="T59" fmla="*/ 130 h 155"/>
                    <a:gd name="T60" fmla="*/ 153 w 184"/>
                    <a:gd name="T61" fmla="*/ 126 h 155"/>
                    <a:gd name="T62" fmla="*/ 150 w 184"/>
                    <a:gd name="T63" fmla="*/ 113 h 155"/>
                    <a:gd name="T64" fmla="*/ 157 w 184"/>
                    <a:gd name="T65" fmla="*/ 90 h 155"/>
                    <a:gd name="T66" fmla="*/ 166 w 184"/>
                    <a:gd name="T67" fmla="*/ 93 h 155"/>
                    <a:gd name="T68" fmla="*/ 169 w 184"/>
                    <a:gd name="T69" fmla="*/ 103 h 155"/>
                    <a:gd name="T70" fmla="*/ 177 w 184"/>
                    <a:gd name="T71" fmla="*/ 98 h 155"/>
                    <a:gd name="T72" fmla="*/ 175 w 184"/>
                    <a:gd name="T73" fmla="*/ 95 h 155"/>
                    <a:gd name="T74" fmla="*/ 180 w 184"/>
                    <a:gd name="T75" fmla="*/ 81 h 155"/>
                    <a:gd name="T76" fmla="*/ 183 w 184"/>
                    <a:gd name="T77" fmla="*/ 98 h 155"/>
                    <a:gd name="T78" fmla="*/ 120 w 184"/>
                    <a:gd name="T79" fmla="*/ 0 h 155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184" h="155">
                      <a:moveTo>
                        <a:pt x="120" y="0"/>
                      </a:moveTo>
                      <a:lnTo>
                        <a:pt x="120" y="10"/>
                      </a:lnTo>
                      <a:lnTo>
                        <a:pt x="124" y="14"/>
                      </a:lnTo>
                      <a:lnTo>
                        <a:pt x="144" y="14"/>
                      </a:lnTo>
                      <a:lnTo>
                        <a:pt x="144" y="20"/>
                      </a:lnTo>
                      <a:lnTo>
                        <a:pt x="129" y="20"/>
                      </a:lnTo>
                      <a:lnTo>
                        <a:pt x="129" y="37"/>
                      </a:lnTo>
                      <a:lnTo>
                        <a:pt x="123" y="29"/>
                      </a:lnTo>
                      <a:lnTo>
                        <a:pt x="123" y="40"/>
                      </a:lnTo>
                      <a:lnTo>
                        <a:pt x="114" y="50"/>
                      </a:lnTo>
                      <a:lnTo>
                        <a:pt x="109" y="44"/>
                      </a:lnTo>
                      <a:lnTo>
                        <a:pt x="100" y="51"/>
                      </a:lnTo>
                      <a:lnTo>
                        <a:pt x="99" y="49"/>
                      </a:lnTo>
                      <a:lnTo>
                        <a:pt x="88" y="49"/>
                      </a:lnTo>
                      <a:lnTo>
                        <a:pt x="94" y="42"/>
                      </a:lnTo>
                      <a:lnTo>
                        <a:pt x="94" y="39"/>
                      </a:lnTo>
                      <a:lnTo>
                        <a:pt x="88" y="34"/>
                      </a:lnTo>
                      <a:lnTo>
                        <a:pt x="88" y="26"/>
                      </a:lnTo>
                      <a:lnTo>
                        <a:pt x="81" y="34"/>
                      </a:lnTo>
                      <a:lnTo>
                        <a:pt x="81" y="49"/>
                      </a:lnTo>
                      <a:lnTo>
                        <a:pt x="73" y="49"/>
                      </a:lnTo>
                      <a:lnTo>
                        <a:pt x="62" y="60"/>
                      </a:lnTo>
                      <a:lnTo>
                        <a:pt x="58" y="60"/>
                      </a:lnTo>
                      <a:lnTo>
                        <a:pt x="52" y="67"/>
                      </a:lnTo>
                      <a:lnTo>
                        <a:pt x="30" y="67"/>
                      </a:lnTo>
                      <a:lnTo>
                        <a:pt x="38" y="77"/>
                      </a:lnTo>
                      <a:lnTo>
                        <a:pt x="38" y="93"/>
                      </a:lnTo>
                      <a:lnTo>
                        <a:pt x="30" y="102"/>
                      </a:lnTo>
                      <a:lnTo>
                        <a:pt x="22" y="93"/>
                      </a:lnTo>
                      <a:lnTo>
                        <a:pt x="5" y="93"/>
                      </a:lnTo>
                      <a:lnTo>
                        <a:pt x="5" y="104"/>
                      </a:lnTo>
                      <a:lnTo>
                        <a:pt x="0" y="111"/>
                      </a:lnTo>
                      <a:lnTo>
                        <a:pt x="0" y="126"/>
                      </a:lnTo>
                      <a:lnTo>
                        <a:pt x="10" y="138"/>
                      </a:lnTo>
                      <a:lnTo>
                        <a:pt x="26" y="138"/>
                      </a:lnTo>
                      <a:lnTo>
                        <a:pt x="50" y="109"/>
                      </a:lnTo>
                      <a:lnTo>
                        <a:pt x="72" y="109"/>
                      </a:lnTo>
                      <a:lnTo>
                        <a:pt x="75" y="103"/>
                      </a:lnTo>
                      <a:lnTo>
                        <a:pt x="80" y="109"/>
                      </a:lnTo>
                      <a:lnTo>
                        <a:pt x="79" y="115"/>
                      </a:lnTo>
                      <a:lnTo>
                        <a:pt x="99" y="135"/>
                      </a:lnTo>
                      <a:lnTo>
                        <a:pt x="99" y="143"/>
                      </a:lnTo>
                      <a:lnTo>
                        <a:pt x="104" y="140"/>
                      </a:lnTo>
                      <a:lnTo>
                        <a:pt x="101" y="135"/>
                      </a:lnTo>
                      <a:lnTo>
                        <a:pt x="104" y="132"/>
                      </a:lnTo>
                      <a:lnTo>
                        <a:pt x="107" y="135"/>
                      </a:lnTo>
                      <a:lnTo>
                        <a:pt x="109" y="134"/>
                      </a:lnTo>
                      <a:lnTo>
                        <a:pt x="88" y="108"/>
                      </a:lnTo>
                      <a:lnTo>
                        <a:pt x="88" y="99"/>
                      </a:lnTo>
                      <a:lnTo>
                        <a:pt x="94" y="99"/>
                      </a:lnTo>
                      <a:lnTo>
                        <a:pt x="94" y="104"/>
                      </a:lnTo>
                      <a:lnTo>
                        <a:pt x="114" y="127"/>
                      </a:lnTo>
                      <a:lnTo>
                        <a:pt x="114" y="134"/>
                      </a:lnTo>
                      <a:lnTo>
                        <a:pt x="123" y="144"/>
                      </a:lnTo>
                      <a:lnTo>
                        <a:pt x="121" y="146"/>
                      </a:lnTo>
                      <a:lnTo>
                        <a:pt x="127" y="154"/>
                      </a:lnTo>
                      <a:lnTo>
                        <a:pt x="137" y="143"/>
                      </a:lnTo>
                      <a:lnTo>
                        <a:pt x="131" y="136"/>
                      </a:lnTo>
                      <a:lnTo>
                        <a:pt x="137" y="130"/>
                      </a:lnTo>
                      <a:lnTo>
                        <a:pt x="144" y="130"/>
                      </a:lnTo>
                      <a:lnTo>
                        <a:pt x="148" y="126"/>
                      </a:lnTo>
                      <a:lnTo>
                        <a:pt x="153" y="126"/>
                      </a:lnTo>
                      <a:lnTo>
                        <a:pt x="147" y="117"/>
                      </a:lnTo>
                      <a:lnTo>
                        <a:pt x="150" y="113"/>
                      </a:lnTo>
                      <a:lnTo>
                        <a:pt x="150" y="98"/>
                      </a:lnTo>
                      <a:lnTo>
                        <a:pt x="157" y="90"/>
                      </a:lnTo>
                      <a:lnTo>
                        <a:pt x="160" y="93"/>
                      </a:lnTo>
                      <a:lnTo>
                        <a:pt x="166" y="93"/>
                      </a:lnTo>
                      <a:lnTo>
                        <a:pt x="163" y="97"/>
                      </a:lnTo>
                      <a:lnTo>
                        <a:pt x="169" y="103"/>
                      </a:lnTo>
                      <a:lnTo>
                        <a:pt x="172" y="98"/>
                      </a:lnTo>
                      <a:lnTo>
                        <a:pt x="177" y="98"/>
                      </a:lnTo>
                      <a:lnTo>
                        <a:pt x="177" y="95"/>
                      </a:lnTo>
                      <a:lnTo>
                        <a:pt x="175" y="95"/>
                      </a:lnTo>
                      <a:lnTo>
                        <a:pt x="171" y="93"/>
                      </a:lnTo>
                      <a:lnTo>
                        <a:pt x="180" y="81"/>
                      </a:lnTo>
                      <a:lnTo>
                        <a:pt x="180" y="98"/>
                      </a:lnTo>
                      <a:lnTo>
                        <a:pt x="183" y="98"/>
                      </a:lnTo>
                      <a:lnTo>
                        <a:pt x="183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052" name="Freeform 20">
                  <a:extLst>
                    <a:ext uri="{FF2B5EF4-FFF2-40B4-BE49-F238E27FC236}">
                      <a16:creationId xmlns:a16="http://schemas.microsoft.com/office/drawing/2014/main" id="{2265A7D7-2381-4AFE-9370-4A8BD148D1F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05" y="2991"/>
                  <a:ext cx="782" cy="553"/>
                </a:xfrm>
                <a:custGeom>
                  <a:avLst/>
                  <a:gdLst>
                    <a:gd name="T0" fmla="*/ 22 w 782"/>
                    <a:gd name="T1" fmla="*/ 145 h 553"/>
                    <a:gd name="T2" fmla="*/ 71 w 782"/>
                    <a:gd name="T3" fmla="*/ 96 h 553"/>
                    <a:gd name="T4" fmla="*/ 101 w 782"/>
                    <a:gd name="T5" fmla="*/ 130 h 553"/>
                    <a:gd name="T6" fmla="*/ 84 w 782"/>
                    <a:gd name="T7" fmla="*/ 128 h 553"/>
                    <a:gd name="T8" fmla="*/ 155 w 782"/>
                    <a:gd name="T9" fmla="*/ 123 h 553"/>
                    <a:gd name="T10" fmla="*/ 172 w 782"/>
                    <a:gd name="T11" fmla="*/ 79 h 553"/>
                    <a:gd name="T12" fmla="*/ 172 w 782"/>
                    <a:gd name="T13" fmla="*/ 89 h 553"/>
                    <a:gd name="T14" fmla="*/ 160 w 782"/>
                    <a:gd name="T15" fmla="*/ 123 h 553"/>
                    <a:gd name="T16" fmla="*/ 216 w 782"/>
                    <a:gd name="T17" fmla="*/ 95 h 553"/>
                    <a:gd name="T18" fmla="*/ 330 w 782"/>
                    <a:gd name="T19" fmla="*/ 16 h 553"/>
                    <a:gd name="T20" fmla="*/ 412 w 782"/>
                    <a:gd name="T21" fmla="*/ 20 h 553"/>
                    <a:gd name="T22" fmla="*/ 503 w 782"/>
                    <a:gd name="T23" fmla="*/ 10 h 553"/>
                    <a:gd name="T24" fmla="*/ 602 w 782"/>
                    <a:gd name="T25" fmla="*/ 51 h 553"/>
                    <a:gd name="T26" fmla="*/ 718 w 782"/>
                    <a:gd name="T27" fmla="*/ 65 h 553"/>
                    <a:gd name="T28" fmla="*/ 775 w 782"/>
                    <a:gd name="T29" fmla="*/ 112 h 553"/>
                    <a:gd name="T30" fmla="*/ 731 w 782"/>
                    <a:gd name="T31" fmla="*/ 148 h 553"/>
                    <a:gd name="T32" fmla="*/ 707 w 782"/>
                    <a:gd name="T33" fmla="*/ 194 h 553"/>
                    <a:gd name="T34" fmla="*/ 678 w 782"/>
                    <a:gd name="T35" fmla="*/ 196 h 553"/>
                    <a:gd name="T36" fmla="*/ 687 w 782"/>
                    <a:gd name="T37" fmla="*/ 132 h 553"/>
                    <a:gd name="T38" fmla="*/ 650 w 782"/>
                    <a:gd name="T39" fmla="*/ 166 h 553"/>
                    <a:gd name="T40" fmla="*/ 623 w 782"/>
                    <a:gd name="T41" fmla="*/ 196 h 553"/>
                    <a:gd name="T42" fmla="*/ 632 w 782"/>
                    <a:gd name="T43" fmla="*/ 228 h 553"/>
                    <a:gd name="T44" fmla="*/ 600 w 782"/>
                    <a:gd name="T45" fmla="*/ 276 h 553"/>
                    <a:gd name="T46" fmla="*/ 605 w 782"/>
                    <a:gd name="T47" fmla="*/ 315 h 553"/>
                    <a:gd name="T48" fmla="*/ 602 w 782"/>
                    <a:gd name="T49" fmla="*/ 296 h 553"/>
                    <a:gd name="T50" fmla="*/ 572 w 782"/>
                    <a:gd name="T51" fmla="*/ 299 h 553"/>
                    <a:gd name="T52" fmla="*/ 594 w 782"/>
                    <a:gd name="T53" fmla="*/ 356 h 553"/>
                    <a:gd name="T54" fmla="*/ 539 w 782"/>
                    <a:gd name="T55" fmla="*/ 423 h 553"/>
                    <a:gd name="T56" fmla="*/ 524 w 782"/>
                    <a:gd name="T57" fmla="*/ 442 h 553"/>
                    <a:gd name="T58" fmla="*/ 504 w 782"/>
                    <a:gd name="T59" fmla="*/ 507 h 553"/>
                    <a:gd name="T60" fmla="*/ 477 w 782"/>
                    <a:gd name="T61" fmla="*/ 508 h 553"/>
                    <a:gd name="T62" fmla="*/ 510 w 782"/>
                    <a:gd name="T63" fmla="*/ 552 h 553"/>
                    <a:gd name="T64" fmla="*/ 455 w 782"/>
                    <a:gd name="T65" fmla="*/ 449 h 553"/>
                    <a:gd name="T66" fmla="*/ 391 w 782"/>
                    <a:gd name="T67" fmla="*/ 428 h 553"/>
                    <a:gd name="T68" fmla="*/ 361 w 782"/>
                    <a:gd name="T69" fmla="*/ 495 h 553"/>
                    <a:gd name="T70" fmla="*/ 338 w 782"/>
                    <a:gd name="T71" fmla="*/ 530 h 553"/>
                    <a:gd name="T72" fmla="*/ 298 w 782"/>
                    <a:gd name="T73" fmla="*/ 425 h 553"/>
                    <a:gd name="T74" fmla="*/ 267 w 782"/>
                    <a:gd name="T75" fmla="*/ 436 h 553"/>
                    <a:gd name="T76" fmla="*/ 241 w 782"/>
                    <a:gd name="T77" fmla="*/ 391 h 553"/>
                    <a:gd name="T78" fmla="*/ 160 w 782"/>
                    <a:gd name="T79" fmla="*/ 366 h 553"/>
                    <a:gd name="T80" fmla="*/ 188 w 782"/>
                    <a:gd name="T81" fmla="*/ 414 h 553"/>
                    <a:gd name="T82" fmla="*/ 167 w 782"/>
                    <a:gd name="T83" fmla="*/ 445 h 553"/>
                    <a:gd name="T84" fmla="*/ 136 w 782"/>
                    <a:gd name="T85" fmla="*/ 434 h 553"/>
                    <a:gd name="T86" fmla="*/ 85 w 782"/>
                    <a:gd name="T87" fmla="*/ 355 h 553"/>
                    <a:gd name="T88" fmla="*/ 106 w 782"/>
                    <a:gd name="T89" fmla="*/ 310 h 553"/>
                    <a:gd name="T90" fmla="*/ 119 w 782"/>
                    <a:gd name="T91" fmla="*/ 276 h 553"/>
                    <a:gd name="T92" fmla="*/ 106 w 782"/>
                    <a:gd name="T93" fmla="*/ 162 h 553"/>
                    <a:gd name="T94" fmla="*/ 61 w 782"/>
                    <a:gd name="T95" fmla="*/ 138 h 553"/>
                    <a:gd name="T96" fmla="*/ 39 w 782"/>
                    <a:gd name="T97" fmla="*/ 150 h 553"/>
                    <a:gd name="T98" fmla="*/ 0 w 782"/>
                    <a:gd name="T99" fmla="*/ 162 h 553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782" h="553">
                      <a:moveTo>
                        <a:pt x="0" y="162"/>
                      </a:moveTo>
                      <a:lnTo>
                        <a:pt x="22" y="145"/>
                      </a:lnTo>
                      <a:lnTo>
                        <a:pt x="44" y="112"/>
                      </a:lnTo>
                      <a:lnTo>
                        <a:pt x="71" y="96"/>
                      </a:lnTo>
                      <a:lnTo>
                        <a:pt x="98" y="115"/>
                      </a:lnTo>
                      <a:lnTo>
                        <a:pt x="101" y="130"/>
                      </a:lnTo>
                      <a:lnTo>
                        <a:pt x="95" y="130"/>
                      </a:lnTo>
                      <a:lnTo>
                        <a:pt x="84" y="128"/>
                      </a:lnTo>
                      <a:lnTo>
                        <a:pt x="98" y="145"/>
                      </a:lnTo>
                      <a:lnTo>
                        <a:pt x="155" y="123"/>
                      </a:lnTo>
                      <a:lnTo>
                        <a:pt x="147" y="107"/>
                      </a:lnTo>
                      <a:lnTo>
                        <a:pt x="172" y="79"/>
                      </a:lnTo>
                      <a:lnTo>
                        <a:pt x="188" y="79"/>
                      </a:lnTo>
                      <a:lnTo>
                        <a:pt x="172" y="89"/>
                      </a:lnTo>
                      <a:lnTo>
                        <a:pt x="160" y="109"/>
                      </a:lnTo>
                      <a:lnTo>
                        <a:pt x="160" y="123"/>
                      </a:lnTo>
                      <a:lnTo>
                        <a:pt x="183" y="138"/>
                      </a:lnTo>
                      <a:lnTo>
                        <a:pt x="216" y="95"/>
                      </a:lnTo>
                      <a:lnTo>
                        <a:pt x="330" y="45"/>
                      </a:lnTo>
                      <a:lnTo>
                        <a:pt x="330" y="16"/>
                      </a:lnTo>
                      <a:lnTo>
                        <a:pt x="382" y="5"/>
                      </a:lnTo>
                      <a:lnTo>
                        <a:pt x="412" y="20"/>
                      </a:lnTo>
                      <a:lnTo>
                        <a:pt x="481" y="0"/>
                      </a:lnTo>
                      <a:lnTo>
                        <a:pt x="503" y="10"/>
                      </a:lnTo>
                      <a:lnTo>
                        <a:pt x="549" y="61"/>
                      </a:lnTo>
                      <a:lnTo>
                        <a:pt x="602" y="51"/>
                      </a:lnTo>
                      <a:lnTo>
                        <a:pt x="635" y="69"/>
                      </a:lnTo>
                      <a:lnTo>
                        <a:pt x="718" y="65"/>
                      </a:lnTo>
                      <a:lnTo>
                        <a:pt x="781" y="84"/>
                      </a:lnTo>
                      <a:lnTo>
                        <a:pt x="775" y="112"/>
                      </a:lnTo>
                      <a:lnTo>
                        <a:pt x="722" y="130"/>
                      </a:lnTo>
                      <a:lnTo>
                        <a:pt x="731" y="148"/>
                      </a:lnTo>
                      <a:lnTo>
                        <a:pt x="708" y="158"/>
                      </a:lnTo>
                      <a:lnTo>
                        <a:pt x="707" y="194"/>
                      </a:lnTo>
                      <a:lnTo>
                        <a:pt x="686" y="218"/>
                      </a:lnTo>
                      <a:lnTo>
                        <a:pt x="678" y="196"/>
                      </a:lnTo>
                      <a:lnTo>
                        <a:pt x="689" y="175"/>
                      </a:lnTo>
                      <a:lnTo>
                        <a:pt x="687" y="132"/>
                      </a:lnTo>
                      <a:lnTo>
                        <a:pt x="666" y="154"/>
                      </a:lnTo>
                      <a:lnTo>
                        <a:pt x="650" y="166"/>
                      </a:lnTo>
                      <a:lnTo>
                        <a:pt x="634" y="147"/>
                      </a:lnTo>
                      <a:lnTo>
                        <a:pt x="623" y="196"/>
                      </a:lnTo>
                      <a:lnTo>
                        <a:pt x="635" y="196"/>
                      </a:lnTo>
                      <a:lnTo>
                        <a:pt x="632" y="228"/>
                      </a:lnTo>
                      <a:lnTo>
                        <a:pt x="618" y="263"/>
                      </a:lnTo>
                      <a:lnTo>
                        <a:pt x="600" y="276"/>
                      </a:lnTo>
                      <a:lnTo>
                        <a:pt x="615" y="299"/>
                      </a:lnTo>
                      <a:lnTo>
                        <a:pt x="605" y="315"/>
                      </a:lnTo>
                      <a:lnTo>
                        <a:pt x="602" y="301"/>
                      </a:lnTo>
                      <a:lnTo>
                        <a:pt x="602" y="296"/>
                      </a:lnTo>
                      <a:lnTo>
                        <a:pt x="590" y="288"/>
                      </a:lnTo>
                      <a:lnTo>
                        <a:pt x="572" y="299"/>
                      </a:lnTo>
                      <a:lnTo>
                        <a:pt x="588" y="337"/>
                      </a:lnTo>
                      <a:lnTo>
                        <a:pt x="594" y="356"/>
                      </a:lnTo>
                      <a:lnTo>
                        <a:pt x="574" y="408"/>
                      </a:lnTo>
                      <a:lnTo>
                        <a:pt x="539" y="423"/>
                      </a:lnTo>
                      <a:lnTo>
                        <a:pt x="509" y="420"/>
                      </a:lnTo>
                      <a:lnTo>
                        <a:pt x="524" y="442"/>
                      </a:lnTo>
                      <a:lnTo>
                        <a:pt x="525" y="472"/>
                      </a:lnTo>
                      <a:lnTo>
                        <a:pt x="504" y="507"/>
                      </a:lnTo>
                      <a:lnTo>
                        <a:pt x="480" y="488"/>
                      </a:lnTo>
                      <a:lnTo>
                        <a:pt x="477" y="508"/>
                      </a:lnTo>
                      <a:lnTo>
                        <a:pt x="495" y="526"/>
                      </a:lnTo>
                      <a:lnTo>
                        <a:pt x="510" y="552"/>
                      </a:lnTo>
                      <a:lnTo>
                        <a:pt x="485" y="536"/>
                      </a:lnTo>
                      <a:lnTo>
                        <a:pt x="455" y="449"/>
                      </a:lnTo>
                      <a:lnTo>
                        <a:pt x="418" y="426"/>
                      </a:lnTo>
                      <a:lnTo>
                        <a:pt x="391" y="428"/>
                      </a:lnTo>
                      <a:lnTo>
                        <a:pt x="356" y="477"/>
                      </a:lnTo>
                      <a:lnTo>
                        <a:pt x="361" y="495"/>
                      </a:lnTo>
                      <a:lnTo>
                        <a:pt x="349" y="530"/>
                      </a:lnTo>
                      <a:lnTo>
                        <a:pt x="338" y="530"/>
                      </a:lnTo>
                      <a:lnTo>
                        <a:pt x="298" y="457"/>
                      </a:lnTo>
                      <a:lnTo>
                        <a:pt x="298" y="425"/>
                      </a:lnTo>
                      <a:lnTo>
                        <a:pt x="290" y="437"/>
                      </a:lnTo>
                      <a:lnTo>
                        <a:pt x="267" y="436"/>
                      </a:lnTo>
                      <a:lnTo>
                        <a:pt x="276" y="416"/>
                      </a:lnTo>
                      <a:lnTo>
                        <a:pt x="241" y="391"/>
                      </a:lnTo>
                      <a:lnTo>
                        <a:pt x="197" y="391"/>
                      </a:lnTo>
                      <a:lnTo>
                        <a:pt x="160" y="366"/>
                      </a:lnTo>
                      <a:lnTo>
                        <a:pt x="157" y="391"/>
                      </a:lnTo>
                      <a:lnTo>
                        <a:pt x="188" y="414"/>
                      </a:lnTo>
                      <a:lnTo>
                        <a:pt x="199" y="414"/>
                      </a:lnTo>
                      <a:lnTo>
                        <a:pt x="167" y="445"/>
                      </a:lnTo>
                      <a:lnTo>
                        <a:pt x="136" y="452"/>
                      </a:lnTo>
                      <a:lnTo>
                        <a:pt x="136" y="434"/>
                      </a:lnTo>
                      <a:lnTo>
                        <a:pt x="91" y="372"/>
                      </a:lnTo>
                      <a:lnTo>
                        <a:pt x="85" y="355"/>
                      </a:lnTo>
                      <a:lnTo>
                        <a:pt x="109" y="335"/>
                      </a:lnTo>
                      <a:lnTo>
                        <a:pt x="106" y="310"/>
                      </a:lnTo>
                      <a:lnTo>
                        <a:pt x="106" y="282"/>
                      </a:lnTo>
                      <a:lnTo>
                        <a:pt x="119" y="276"/>
                      </a:lnTo>
                      <a:lnTo>
                        <a:pt x="106" y="263"/>
                      </a:lnTo>
                      <a:lnTo>
                        <a:pt x="106" y="162"/>
                      </a:lnTo>
                      <a:lnTo>
                        <a:pt x="43" y="162"/>
                      </a:lnTo>
                      <a:lnTo>
                        <a:pt x="61" y="138"/>
                      </a:lnTo>
                      <a:lnTo>
                        <a:pt x="60" y="130"/>
                      </a:lnTo>
                      <a:lnTo>
                        <a:pt x="39" y="150"/>
                      </a:lnTo>
                      <a:lnTo>
                        <a:pt x="32" y="162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053" name="Freeform 21">
                  <a:extLst>
                    <a:ext uri="{FF2B5EF4-FFF2-40B4-BE49-F238E27FC236}">
                      <a16:creationId xmlns:a16="http://schemas.microsoft.com/office/drawing/2014/main" id="{F72D049C-C87F-4B83-8290-61BE3B07148C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21" y="3217"/>
                  <a:ext cx="68" cy="113"/>
                </a:xfrm>
                <a:custGeom>
                  <a:avLst/>
                  <a:gdLst>
                    <a:gd name="T0" fmla="*/ 45 w 68"/>
                    <a:gd name="T1" fmla="*/ 0 h 113"/>
                    <a:gd name="T2" fmla="*/ 45 w 68"/>
                    <a:gd name="T3" fmla="*/ 14 h 113"/>
                    <a:gd name="T4" fmla="*/ 39 w 68"/>
                    <a:gd name="T5" fmla="*/ 23 h 113"/>
                    <a:gd name="T6" fmla="*/ 41 w 68"/>
                    <a:gd name="T7" fmla="*/ 38 h 113"/>
                    <a:gd name="T8" fmla="*/ 33 w 68"/>
                    <a:gd name="T9" fmla="*/ 58 h 113"/>
                    <a:gd name="T10" fmla="*/ 22 w 68"/>
                    <a:gd name="T11" fmla="*/ 77 h 113"/>
                    <a:gd name="T12" fmla="*/ 5 w 68"/>
                    <a:gd name="T13" fmla="*/ 89 h 113"/>
                    <a:gd name="T14" fmla="*/ 0 w 68"/>
                    <a:gd name="T15" fmla="*/ 110 h 113"/>
                    <a:gd name="T16" fmla="*/ 7 w 68"/>
                    <a:gd name="T17" fmla="*/ 112 h 113"/>
                    <a:gd name="T18" fmla="*/ 7 w 68"/>
                    <a:gd name="T19" fmla="*/ 92 h 113"/>
                    <a:gd name="T20" fmla="*/ 31 w 68"/>
                    <a:gd name="T21" fmla="*/ 91 h 113"/>
                    <a:gd name="T22" fmla="*/ 49 w 68"/>
                    <a:gd name="T23" fmla="*/ 78 h 113"/>
                    <a:gd name="T24" fmla="*/ 49 w 68"/>
                    <a:gd name="T25" fmla="*/ 51 h 113"/>
                    <a:gd name="T26" fmla="*/ 55 w 68"/>
                    <a:gd name="T27" fmla="*/ 41 h 113"/>
                    <a:gd name="T28" fmla="*/ 46 w 68"/>
                    <a:gd name="T29" fmla="*/ 24 h 113"/>
                    <a:gd name="T30" fmla="*/ 59 w 68"/>
                    <a:gd name="T31" fmla="*/ 19 h 113"/>
                    <a:gd name="T32" fmla="*/ 67 w 68"/>
                    <a:gd name="T33" fmla="*/ 5 h 113"/>
                    <a:gd name="T34" fmla="*/ 49 w 68"/>
                    <a:gd name="T35" fmla="*/ 7 h 113"/>
                    <a:gd name="T36" fmla="*/ 45 w 68"/>
                    <a:gd name="T37" fmla="*/ 0 h 11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8" h="113">
                      <a:moveTo>
                        <a:pt x="45" y="0"/>
                      </a:moveTo>
                      <a:lnTo>
                        <a:pt x="45" y="14"/>
                      </a:lnTo>
                      <a:lnTo>
                        <a:pt x="39" y="23"/>
                      </a:lnTo>
                      <a:lnTo>
                        <a:pt x="41" y="38"/>
                      </a:lnTo>
                      <a:lnTo>
                        <a:pt x="33" y="58"/>
                      </a:lnTo>
                      <a:lnTo>
                        <a:pt x="22" y="77"/>
                      </a:lnTo>
                      <a:lnTo>
                        <a:pt x="5" y="89"/>
                      </a:lnTo>
                      <a:lnTo>
                        <a:pt x="0" y="110"/>
                      </a:lnTo>
                      <a:lnTo>
                        <a:pt x="7" y="112"/>
                      </a:lnTo>
                      <a:lnTo>
                        <a:pt x="7" y="92"/>
                      </a:lnTo>
                      <a:lnTo>
                        <a:pt x="31" y="91"/>
                      </a:lnTo>
                      <a:lnTo>
                        <a:pt x="49" y="78"/>
                      </a:lnTo>
                      <a:lnTo>
                        <a:pt x="49" y="51"/>
                      </a:lnTo>
                      <a:lnTo>
                        <a:pt x="55" y="41"/>
                      </a:lnTo>
                      <a:lnTo>
                        <a:pt x="46" y="24"/>
                      </a:lnTo>
                      <a:lnTo>
                        <a:pt x="59" y="19"/>
                      </a:lnTo>
                      <a:lnTo>
                        <a:pt x="67" y="5"/>
                      </a:lnTo>
                      <a:lnTo>
                        <a:pt x="49" y="7"/>
                      </a:lnTo>
                      <a:lnTo>
                        <a:pt x="45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054" name="Freeform 22">
                  <a:extLst>
                    <a:ext uri="{FF2B5EF4-FFF2-40B4-BE49-F238E27FC236}">
                      <a16:creationId xmlns:a16="http://schemas.microsoft.com/office/drawing/2014/main" id="{14132729-F287-4C82-8874-1AFF74B7959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967" y="3518"/>
                  <a:ext cx="17" cy="26"/>
                </a:xfrm>
                <a:custGeom>
                  <a:avLst/>
                  <a:gdLst>
                    <a:gd name="T0" fmla="*/ 8 w 17"/>
                    <a:gd name="T1" fmla="*/ 0 h 26"/>
                    <a:gd name="T2" fmla="*/ 0 w 17"/>
                    <a:gd name="T3" fmla="*/ 11 h 26"/>
                    <a:gd name="T4" fmla="*/ 5 w 17"/>
                    <a:gd name="T5" fmla="*/ 25 h 26"/>
                    <a:gd name="T6" fmla="*/ 16 w 17"/>
                    <a:gd name="T7" fmla="*/ 15 h 26"/>
                    <a:gd name="T8" fmla="*/ 8 w 17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8" y="0"/>
                      </a:moveTo>
                      <a:lnTo>
                        <a:pt x="0" y="11"/>
                      </a:lnTo>
                      <a:lnTo>
                        <a:pt x="5" y="25"/>
                      </a:lnTo>
                      <a:lnTo>
                        <a:pt x="16" y="15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055" name="Freeform 23">
                  <a:extLst>
                    <a:ext uri="{FF2B5EF4-FFF2-40B4-BE49-F238E27FC236}">
                      <a16:creationId xmlns:a16="http://schemas.microsoft.com/office/drawing/2014/main" id="{207AD14C-13F1-46C7-B6F6-3C6300A5862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069" y="3545"/>
                  <a:ext cx="158" cy="68"/>
                </a:xfrm>
                <a:custGeom>
                  <a:avLst/>
                  <a:gdLst>
                    <a:gd name="T0" fmla="*/ 0 w 158"/>
                    <a:gd name="T1" fmla="*/ 0 h 68"/>
                    <a:gd name="T2" fmla="*/ 23 w 158"/>
                    <a:gd name="T3" fmla="*/ 5 h 68"/>
                    <a:gd name="T4" fmla="*/ 58 w 158"/>
                    <a:gd name="T5" fmla="*/ 29 h 68"/>
                    <a:gd name="T6" fmla="*/ 53 w 158"/>
                    <a:gd name="T7" fmla="*/ 43 h 68"/>
                    <a:gd name="T8" fmla="*/ 82 w 158"/>
                    <a:gd name="T9" fmla="*/ 55 h 68"/>
                    <a:gd name="T10" fmla="*/ 157 w 158"/>
                    <a:gd name="T11" fmla="*/ 55 h 68"/>
                    <a:gd name="T12" fmla="*/ 75 w 158"/>
                    <a:gd name="T13" fmla="*/ 67 h 68"/>
                    <a:gd name="T14" fmla="*/ 53 w 158"/>
                    <a:gd name="T15" fmla="*/ 43 h 68"/>
                    <a:gd name="T16" fmla="*/ 32 w 158"/>
                    <a:gd name="T17" fmla="*/ 38 h 68"/>
                    <a:gd name="T18" fmla="*/ 0 w 158"/>
                    <a:gd name="T19" fmla="*/ 0 h 6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58" h="68">
                      <a:moveTo>
                        <a:pt x="0" y="0"/>
                      </a:moveTo>
                      <a:lnTo>
                        <a:pt x="23" y="5"/>
                      </a:lnTo>
                      <a:lnTo>
                        <a:pt x="58" y="29"/>
                      </a:lnTo>
                      <a:lnTo>
                        <a:pt x="53" y="43"/>
                      </a:lnTo>
                      <a:lnTo>
                        <a:pt x="82" y="55"/>
                      </a:lnTo>
                      <a:lnTo>
                        <a:pt x="157" y="55"/>
                      </a:lnTo>
                      <a:lnTo>
                        <a:pt x="75" y="67"/>
                      </a:lnTo>
                      <a:lnTo>
                        <a:pt x="53" y="43"/>
                      </a:lnTo>
                      <a:lnTo>
                        <a:pt x="32" y="3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2" name="Freeform 24">
                  <a:extLst>
                    <a:ext uri="{FF2B5EF4-FFF2-40B4-BE49-F238E27FC236}">
                      <a16:creationId xmlns:a16="http://schemas.microsoft.com/office/drawing/2014/main" id="{B10B0404-B024-4998-BE82-BCBC6D8DFC8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95" y="3601"/>
                  <a:ext cx="169" cy="159"/>
                </a:xfrm>
                <a:custGeom>
                  <a:avLst/>
                  <a:gdLst>
                    <a:gd name="T0" fmla="*/ 135 w 169"/>
                    <a:gd name="T1" fmla="*/ 155 h 159"/>
                    <a:gd name="T2" fmla="*/ 127 w 169"/>
                    <a:gd name="T3" fmla="*/ 152 h 159"/>
                    <a:gd name="T4" fmla="*/ 110 w 169"/>
                    <a:gd name="T5" fmla="*/ 134 h 159"/>
                    <a:gd name="T6" fmla="*/ 92 w 169"/>
                    <a:gd name="T7" fmla="*/ 130 h 159"/>
                    <a:gd name="T8" fmla="*/ 88 w 169"/>
                    <a:gd name="T9" fmla="*/ 119 h 159"/>
                    <a:gd name="T10" fmla="*/ 78 w 169"/>
                    <a:gd name="T11" fmla="*/ 111 h 159"/>
                    <a:gd name="T12" fmla="*/ 62 w 169"/>
                    <a:gd name="T13" fmla="*/ 111 h 159"/>
                    <a:gd name="T14" fmla="*/ 44 w 169"/>
                    <a:gd name="T15" fmla="*/ 118 h 159"/>
                    <a:gd name="T16" fmla="*/ 28 w 169"/>
                    <a:gd name="T17" fmla="*/ 121 h 159"/>
                    <a:gd name="T18" fmla="*/ 10 w 169"/>
                    <a:gd name="T19" fmla="*/ 121 h 159"/>
                    <a:gd name="T20" fmla="*/ 10 w 169"/>
                    <a:gd name="T21" fmla="*/ 109 h 159"/>
                    <a:gd name="T22" fmla="*/ 3 w 169"/>
                    <a:gd name="T23" fmla="*/ 91 h 159"/>
                    <a:gd name="T24" fmla="*/ 2 w 169"/>
                    <a:gd name="T25" fmla="*/ 81 h 159"/>
                    <a:gd name="T26" fmla="*/ 2 w 169"/>
                    <a:gd name="T27" fmla="*/ 56 h 159"/>
                    <a:gd name="T28" fmla="*/ 31 w 169"/>
                    <a:gd name="T29" fmla="*/ 43 h 159"/>
                    <a:gd name="T30" fmla="*/ 34 w 169"/>
                    <a:gd name="T31" fmla="*/ 29 h 159"/>
                    <a:gd name="T32" fmla="*/ 40 w 169"/>
                    <a:gd name="T33" fmla="*/ 30 h 159"/>
                    <a:gd name="T34" fmla="*/ 55 w 169"/>
                    <a:gd name="T35" fmla="*/ 15 h 159"/>
                    <a:gd name="T36" fmla="*/ 70 w 169"/>
                    <a:gd name="T37" fmla="*/ 17 h 159"/>
                    <a:gd name="T38" fmla="*/ 80 w 169"/>
                    <a:gd name="T39" fmla="*/ 7 h 159"/>
                    <a:gd name="T40" fmla="*/ 89 w 169"/>
                    <a:gd name="T41" fmla="*/ 5 h 159"/>
                    <a:gd name="T42" fmla="*/ 103 w 169"/>
                    <a:gd name="T43" fmla="*/ 24 h 159"/>
                    <a:gd name="T44" fmla="*/ 116 w 169"/>
                    <a:gd name="T45" fmla="*/ 30 h 159"/>
                    <a:gd name="T46" fmla="*/ 117 w 169"/>
                    <a:gd name="T47" fmla="*/ 11 h 159"/>
                    <a:gd name="T48" fmla="*/ 122 w 169"/>
                    <a:gd name="T49" fmla="*/ 0 h 159"/>
                    <a:gd name="T50" fmla="*/ 132 w 169"/>
                    <a:gd name="T51" fmla="*/ 15 h 159"/>
                    <a:gd name="T52" fmla="*/ 140 w 169"/>
                    <a:gd name="T53" fmla="*/ 43 h 159"/>
                    <a:gd name="T54" fmla="*/ 156 w 169"/>
                    <a:gd name="T55" fmla="*/ 59 h 159"/>
                    <a:gd name="T56" fmla="*/ 165 w 169"/>
                    <a:gd name="T57" fmla="*/ 72 h 159"/>
                    <a:gd name="T58" fmla="*/ 168 w 169"/>
                    <a:gd name="T59" fmla="*/ 95 h 159"/>
                    <a:gd name="T60" fmla="*/ 157 w 169"/>
                    <a:gd name="T61" fmla="*/ 121 h 159"/>
                    <a:gd name="T62" fmla="*/ 155 w 169"/>
                    <a:gd name="T63" fmla="*/ 145 h 159"/>
                    <a:gd name="T64" fmla="*/ 140 w 169"/>
                    <a:gd name="T65" fmla="*/ 154 h 159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69" h="159">
                      <a:moveTo>
                        <a:pt x="140" y="154"/>
                      </a:moveTo>
                      <a:lnTo>
                        <a:pt x="135" y="155"/>
                      </a:lnTo>
                      <a:lnTo>
                        <a:pt x="132" y="158"/>
                      </a:lnTo>
                      <a:lnTo>
                        <a:pt x="127" y="152"/>
                      </a:lnTo>
                      <a:lnTo>
                        <a:pt x="112" y="145"/>
                      </a:lnTo>
                      <a:lnTo>
                        <a:pt x="110" y="134"/>
                      </a:lnTo>
                      <a:lnTo>
                        <a:pt x="105" y="130"/>
                      </a:lnTo>
                      <a:lnTo>
                        <a:pt x="92" y="130"/>
                      </a:lnTo>
                      <a:lnTo>
                        <a:pt x="92" y="122"/>
                      </a:lnTo>
                      <a:lnTo>
                        <a:pt x="88" y="119"/>
                      </a:lnTo>
                      <a:lnTo>
                        <a:pt x="87" y="112"/>
                      </a:lnTo>
                      <a:lnTo>
                        <a:pt x="78" y="111"/>
                      </a:lnTo>
                      <a:lnTo>
                        <a:pt x="70" y="109"/>
                      </a:lnTo>
                      <a:lnTo>
                        <a:pt x="62" y="111"/>
                      </a:lnTo>
                      <a:lnTo>
                        <a:pt x="62" y="112"/>
                      </a:lnTo>
                      <a:lnTo>
                        <a:pt x="44" y="118"/>
                      </a:lnTo>
                      <a:lnTo>
                        <a:pt x="44" y="121"/>
                      </a:lnTo>
                      <a:lnTo>
                        <a:pt x="28" y="121"/>
                      </a:lnTo>
                      <a:lnTo>
                        <a:pt x="20" y="126"/>
                      </a:lnTo>
                      <a:lnTo>
                        <a:pt x="10" y="121"/>
                      </a:lnTo>
                      <a:lnTo>
                        <a:pt x="10" y="119"/>
                      </a:lnTo>
                      <a:lnTo>
                        <a:pt x="10" y="109"/>
                      </a:lnTo>
                      <a:lnTo>
                        <a:pt x="7" y="99"/>
                      </a:lnTo>
                      <a:lnTo>
                        <a:pt x="3" y="91"/>
                      </a:lnTo>
                      <a:lnTo>
                        <a:pt x="5" y="84"/>
                      </a:lnTo>
                      <a:lnTo>
                        <a:pt x="2" y="81"/>
                      </a:lnTo>
                      <a:lnTo>
                        <a:pt x="0" y="66"/>
                      </a:lnTo>
                      <a:lnTo>
                        <a:pt x="2" y="56"/>
                      </a:lnTo>
                      <a:lnTo>
                        <a:pt x="11" y="48"/>
                      </a:lnTo>
                      <a:lnTo>
                        <a:pt x="31" y="43"/>
                      </a:lnTo>
                      <a:lnTo>
                        <a:pt x="36" y="36"/>
                      </a:lnTo>
                      <a:lnTo>
                        <a:pt x="34" y="29"/>
                      </a:lnTo>
                      <a:lnTo>
                        <a:pt x="39" y="27"/>
                      </a:lnTo>
                      <a:lnTo>
                        <a:pt x="40" y="30"/>
                      </a:lnTo>
                      <a:lnTo>
                        <a:pt x="42" y="25"/>
                      </a:lnTo>
                      <a:lnTo>
                        <a:pt x="55" y="15"/>
                      </a:lnTo>
                      <a:lnTo>
                        <a:pt x="62" y="20"/>
                      </a:lnTo>
                      <a:lnTo>
                        <a:pt x="70" y="17"/>
                      </a:lnTo>
                      <a:lnTo>
                        <a:pt x="72" y="9"/>
                      </a:lnTo>
                      <a:lnTo>
                        <a:pt x="80" y="7"/>
                      </a:lnTo>
                      <a:lnTo>
                        <a:pt x="78" y="1"/>
                      </a:lnTo>
                      <a:lnTo>
                        <a:pt x="89" y="5"/>
                      </a:lnTo>
                      <a:lnTo>
                        <a:pt x="98" y="3"/>
                      </a:lnTo>
                      <a:lnTo>
                        <a:pt x="103" y="24"/>
                      </a:lnTo>
                      <a:lnTo>
                        <a:pt x="110" y="30"/>
                      </a:lnTo>
                      <a:lnTo>
                        <a:pt x="116" y="30"/>
                      </a:lnTo>
                      <a:lnTo>
                        <a:pt x="119" y="17"/>
                      </a:lnTo>
                      <a:lnTo>
                        <a:pt x="117" y="11"/>
                      </a:lnTo>
                      <a:lnTo>
                        <a:pt x="119" y="1"/>
                      </a:lnTo>
                      <a:lnTo>
                        <a:pt x="122" y="0"/>
                      </a:lnTo>
                      <a:lnTo>
                        <a:pt x="127" y="12"/>
                      </a:lnTo>
                      <a:lnTo>
                        <a:pt x="132" y="15"/>
                      </a:lnTo>
                      <a:lnTo>
                        <a:pt x="135" y="27"/>
                      </a:lnTo>
                      <a:lnTo>
                        <a:pt x="140" y="43"/>
                      </a:lnTo>
                      <a:lnTo>
                        <a:pt x="147" y="47"/>
                      </a:lnTo>
                      <a:lnTo>
                        <a:pt x="156" y="59"/>
                      </a:lnTo>
                      <a:lnTo>
                        <a:pt x="157" y="65"/>
                      </a:lnTo>
                      <a:lnTo>
                        <a:pt x="165" y="72"/>
                      </a:lnTo>
                      <a:lnTo>
                        <a:pt x="168" y="85"/>
                      </a:lnTo>
                      <a:lnTo>
                        <a:pt x="168" y="95"/>
                      </a:lnTo>
                      <a:lnTo>
                        <a:pt x="165" y="111"/>
                      </a:lnTo>
                      <a:lnTo>
                        <a:pt x="157" y="121"/>
                      </a:lnTo>
                      <a:lnTo>
                        <a:pt x="155" y="134"/>
                      </a:lnTo>
                      <a:lnTo>
                        <a:pt x="155" y="145"/>
                      </a:lnTo>
                      <a:lnTo>
                        <a:pt x="147" y="147"/>
                      </a:lnTo>
                      <a:lnTo>
                        <a:pt x="140" y="15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1057" name="Freeform 25">
                  <a:extLst>
                    <a:ext uri="{FF2B5EF4-FFF2-40B4-BE49-F238E27FC236}">
                      <a16:creationId xmlns:a16="http://schemas.microsoft.com/office/drawing/2014/main" id="{A53DDF7F-D226-439E-BE55-11A37385EC64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330" y="3768"/>
                  <a:ext cx="17" cy="20"/>
                </a:xfrm>
                <a:custGeom>
                  <a:avLst/>
                  <a:gdLst>
                    <a:gd name="T0" fmla="*/ 8 w 17"/>
                    <a:gd name="T1" fmla="*/ 16 h 20"/>
                    <a:gd name="T2" fmla="*/ 2 w 17"/>
                    <a:gd name="T3" fmla="*/ 13 h 20"/>
                    <a:gd name="T4" fmla="*/ 2 w 17"/>
                    <a:gd name="T5" fmla="*/ 10 h 20"/>
                    <a:gd name="T6" fmla="*/ 2 w 17"/>
                    <a:gd name="T7" fmla="*/ 8 h 20"/>
                    <a:gd name="T8" fmla="*/ 1 w 17"/>
                    <a:gd name="T9" fmla="*/ 5 h 20"/>
                    <a:gd name="T10" fmla="*/ 0 w 17"/>
                    <a:gd name="T11" fmla="*/ 0 h 20"/>
                    <a:gd name="T12" fmla="*/ 2 w 17"/>
                    <a:gd name="T13" fmla="*/ 0 h 20"/>
                    <a:gd name="T14" fmla="*/ 8 w 17"/>
                    <a:gd name="T15" fmla="*/ 2 h 20"/>
                    <a:gd name="T16" fmla="*/ 11 w 17"/>
                    <a:gd name="T17" fmla="*/ 2 h 20"/>
                    <a:gd name="T18" fmla="*/ 12 w 17"/>
                    <a:gd name="T19" fmla="*/ 2 h 20"/>
                    <a:gd name="T20" fmla="*/ 16 w 17"/>
                    <a:gd name="T21" fmla="*/ 0 h 20"/>
                    <a:gd name="T22" fmla="*/ 16 w 17"/>
                    <a:gd name="T23" fmla="*/ 8 h 20"/>
                    <a:gd name="T24" fmla="*/ 14 w 17"/>
                    <a:gd name="T25" fmla="*/ 10 h 20"/>
                    <a:gd name="T26" fmla="*/ 12 w 17"/>
                    <a:gd name="T27" fmla="*/ 13 h 20"/>
                    <a:gd name="T28" fmla="*/ 12 w 17"/>
                    <a:gd name="T29" fmla="*/ 16 h 20"/>
                    <a:gd name="T30" fmla="*/ 11 w 17"/>
                    <a:gd name="T31" fmla="*/ 16 h 20"/>
                    <a:gd name="T32" fmla="*/ 11 w 17"/>
                    <a:gd name="T33" fmla="*/ 19 h 20"/>
                    <a:gd name="T34" fmla="*/ 8 w 17"/>
                    <a:gd name="T35" fmla="*/ 16 h 2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7" h="20">
                      <a:moveTo>
                        <a:pt x="8" y="16"/>
                      </a:moveTo>
                      <a:lnTo>
                        <a:pt x="2" y="13"/>
                      </a:lnTo>
                      <a:lnTo>
                        <a:pt x="2" y="10"/>
                      </a:lnTo>
                      <a:lnTo>
                        <a:pt x="2" y="8"/>
                      </a:lnTo>
                      <a:lnTo>
                        <a:pt x="1" y="5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8" y="2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6" y="0"/>
                      </a:lnTo>
                      <a:lnTo>
                        <a:pt x="16" y="8"/>
                      </a:lnTo>
                      <a:lnTo>
                        <a:pt x="14" y="10"/>
                      </a:lnTo>
                      <a:lnTo>
                        <a:pt x="12" y="13"/>
                      </a:lnTo>
                      <a:lnTo>
                        <a:pt x="12" y="16"/>
                      </a:lnTo>
                      <a:lnTo>
                        <a:pt x="11" y="16"/>
                      </a:lnTo>
                      <a:lnTo>
                        <a:pt x="11" y="19"/>
                      </a:lnTo>
                      <a:lnTo>
                        <a:pt x="8" y="1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  <p:sp>
              <p:nvSpPr>
                <p:cNvPr id="3" name="Freeform 26">
                  <a:extLst>
                    <a:ext uri="{FF2B5EF4-FFF2-40B4-BE49-F238E27FC236}">
                      <a16:creationId xmlns:a16="http://schemas.microsoft.com/office/drawing/2014/main" id="{612D103E-9DDB-40A2-B57F-0580BC829D34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739" y="3587"/>
                  <a:ext cx="19" cy="76"/>
                </a:xfrm>
                <a:custGeom>
                  <a:avLst/>
                  <a:gdLst>
                    <a:gd name="T0" fmla="*/ 2 w 19"/>
                    <a:gd name="T1" fmla="*/ 26 h 76"/>
                    <a:gd name="T2" fmla="*/ 9 w 19"/>
                    <a:gd name="T3" fmla="*/ 20 h 76"/>
                    <a:gd name="T4" fmla="*/ 14 w 19"/>
                    <a:gd name="T5" fmla="*/ 0 h 76"/>
                    <a:gd name="T6" fmla="*/ 18 w 19"/>
                    <a:gd name="T7" fmla="*/ 30 h 76"/>
                    <a:gd name="T8" fmla="*/ 12 w 19"/>
                    <a:gd name="T9" fmla="*/ 67 h 76"/>
                    <a:gd name="T10" fmla="*/ 0 w 19"/>
                    <a:gd name="T11" fmla="*/ 75 h 76"/>
                    <a:gd name="T12" fmla="*/ 0 w 19"/>
                    <a:gd name="T13" fmla="*/ 57 h 76"/>
                    <a:gd name="T14" fmla="*/ 3 w 19"/>
                    <a:gd name="T15" fmla="*/ 45 h 76"/>
                    <a:gd name="T16" fmla="*/ 2 w 19"/>
                    <a:gd name="T17" fmla="*/ 26 h 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" h="76">
                      <a:moveTo>
                        <a:pt x="2" y="26"/>
                      </a:moveTo>
                      <a:lnTo>
                        <a:pt x="9" y="20"/>
                      </a:lnTo>
                      <a:lnTo>
                        <a:pt x="14" y="0"/>
                      </a:lnTo>
                      <a:lnTo>
                        <a:pt x="18" y="30"/>
                      </a:lnTo>
                      <a:lnTo>
                        <a:pt x="12" y="67"/>
                      </a:lnTo>
                      <a:lnTo>
                        <a:pt x="0" y="75"/>
                      </a:lnTo>
                      <a:lnTo>
                        <a:pt x="0" y="57"/>
                      </a:lnTo>
                      <a:lnTo>
                        <a:pt x="3" y="45"/>
                      </a:lnTo>
                      <a:lnTo>
                        <a:pt x="2" y="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MY" dirty="0"/>
                </a:p>
              </p:txBody>
            </p:sp>
          </p:grpSp>
        </p:grpSp>
      </p:grpSp>
      <p:sp>
        <p:nvSpPr>
          <p:cNvPr id="1027" name="Rectangle 30">
            <a:extLst>
              <a:ext uri="{FF2B5EF4-FFF2-40B4-BE49-F238E27FC236}">
                <a16:creationId xmlns:a16="http://schemas.microsoft.com/office/drawing/2014/main" id="{3EAA6463-86C4-420A-AFB9-5434B84FE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1">
            <a:extLst>
              <a:ext uri="{FF2B5EF4-FFF2-40B4-BE49-F238E27FC236}">
                <a16:creationId xmlns:a16="http://schemas.microsoft.com/office/drawing/2014/main" id="{B769FCA2-C65C-4A1A-BBF3-7CBBAAE757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56" name="Rectangle 32">
            <a:extLst>
              <a:ext uri="{FF2B5EF4-FFF2-40B4-BE49-F238E27FC236}">
                <a16:creationId xmlns:a16="http://schemas.microsoft.com/office/drawing/2014/main" id="{BA5D79E4-53AD-4535-AF49-D3A70FB3F5A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9EB92042-F396-4AEA-86E5-0F47C4AC810D}" type="datetime1">
              <a:rPr lang="en-US"/>
              <a:pPr>
                <a:defRPr/>
              </a:pPr>
              <a:t>2/26/2025</a:t>
            </a:fld>
            <a:endParaRPr lang="en-US" dirty="0"/>
          </a:p>
        </p:txBody>
      </p:sp>
      <p:sp>
        <p:nvSpPr>
          <p:cNvPr id="1058" name="Rectangle 34">
            <a:extLst>
              <a:ext uri="{FF2B5EF4-FFF2-40B4-BE49-F238E27FC236}">
                <a16:creationId xmlns:a16="http://schemas.microsoft.com/office/drawing/2014/main" id="{38FE1C2A-531E-4297-A1FB-23307514A39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2B106BD-4357-4CA8-A0A6-5AA38440DA9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31" name="Rectangle 35">
            <a:extLst>
              <a:ext uri="{FF2B5EF4-FFF2-40B4-BE49-F238E27FC236}">
                <a16:creationId xmlns:a16="http://schemas.microsoft.com/office/drawing/2014/main" id="{698E08DC-3E8E-4B87-AF3A-354786994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6438900"/>
            <a:ext cx="558165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>
                <a:latin typeface="Arial" panose="020B0604020202020204" pitchFamily="34" charset="0"/>
              </a:rPr>
              <a:t>Liang, Introduction to Java Programming, Eleventh Edition, (c) 2017 Pearson Education, Inc.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0" r:id="rId1"/>
    <p:sldLayoutId id="2147484101" r:id="rId2"/>
    <p:sldLayoutId id="2147484091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098" r:id="rId10"/>
    <p:sldLayoutId id="2147484099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F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u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.com/en/download/help/uninstall_java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zul.com/core-post-download/?endpoint=zulu&amp;uuid=880ef368-faf6-4edd-b9d7-661dd233f9be" TargetMode="External"/><Relationship Id="rId2" Type="http://schemas.openxmlformats.org/officeDocument/2006/relationships/hyperlink" Target="https://www.azul.com/core-post-download/?endpoint=zulu&amp;uuid=dcf01f97-f3b0-4ba4-b0ed-1fef65494fa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arketplace.visualstudio.com/items?itemName=vscjava.vscode-java-pack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F24A454D-5BF3-4AE6-80C5-274455537A48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81200"/>
            <a:ext cx="7772400" cy="1143000"/>
          </a:xfrm>
        </p:spPr>
        <p:txBody>
          <a:bodyPr/>
          <a:lstStyle/>
          <a:p>
            <a:br>
              <a:rPr lang="en-US" altLang="en-US" dirty="0"/>
            </a:br>
            <a:r>
              <a:rPr lang="en-US" altLang="en-US" dirty="0"/>
              <a:t>Software Installation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F2A23-B9E9-8E85-3F4C-6CE879792CF8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>
          <a:xfrm>
            <a:off x="1371600" y="3200400"/>
            <a:ext cx="6400800" cy="1752600"/>
          </a:xfrm>
        </p:spPr>
        <p:txBody>
          <a:bodyPr/>
          <a:lstStyle/>
          <a:p>
            <a:r>
              <a:rPr lang="en-US" altLang="en-US" dirty="0"/>
              <a:t>This is not a lecture but a guide for students to self-install the software used in the labs</a:t>
            </a:r>
            <a:endParaRPr lang="en-US" dirty="0"/>
          </a:p>
        </p:txBody>
      </p:sp>
      <p:sp>
        <p:nvSpPr>
          <p:cNvPr id="4098" name="Slide Number Placeholder 4">
            <a:extLst>
              <a:ext uri="{FF2B5EF4-FFF2-40B4-BE49-F238E27FC236}">
                <a16:creationId xmlns:a16="http://schemas.microsoft.com/office/drawing/2014/main" id="{83F0DF2F-5D6D-482C-89B5-DFB78AE9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80E087-D930-4CE3-95F9-D2791E10D5B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8BCBE-17CE-3DE8-FCF3-B8EB0C358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>
            <a:extLst>
              <a:ext uri="{FF2B5EF4-FFF2-40B4-BE49-F238E27FC236}">
                <a16:creationId xmlns:a16="http://schemas.microsoft.com/office/drawing/2014/main" id="{0FDA0CE0-E42D-A54F-82F4-A4FA857563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958BE9-85F6-4728-943F-990DD8C58CB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 dirty="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D811E8E-C506-2755-163F-3CB0825AC9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762000"/>
          </a:xfrm>
        </p:spPr>
        <p:txBody>
          <a:bodyPr/>
          <a:lstStyle/>
          <a:p>
            <a:r>
              <a:rPr lang="en-US" altLang="en-US" sz="4000" dirty="0"/>
              <a:t>Uninstall Existing Java/</a:t>
            </a:r>
            <a:r>
              <a:rPr lang="en-US" altLang="en-US" sz="4000" dirty="0" err="1"/>
              <a:t>JDK</a:t>
            </a:r>
            <a:endParaRPr lang="en-US" altLang="en-US" dirty="0"/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6FA0629-8AA5-0767-A25F-90E85111E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458200" cy="5181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3400" dirty="0"/>
              <a:t>Java Development Kit (</a:t>
            </a:r>
            <a:r>
              <a:rPr lang="en-US" altLang="en-US" sz="3400" dirty="0" err="1"/>
              <a:t>JDK</a:t>
            </a:r>
            <a:r>
              <a:rPr lang="en-US" altLang="en-US" sz="3400" dirty="0"/>
              <a:t>) is used in this course.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3400" dirty="0"/>
              <a:t>Most of the problems faced by students are caused by unknowingly installed multiple versions of </a:t>
            </a:r>
            <a:r>
              <a:rPr lang="en-US" altLang="en-US" sz="3400" dirty="0" err="1"/>
              <a:t>JDK</a:t>
            </a:r>
            <a:r>
              <a:rPr lang="en-US" altLang="en-US" sz="3400" dirty="0"/>
              <a:t> or incorrect installation.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3400" dirty="0"/>
              <a:t>Search "Java" or "</a:t>
            </a:r>
            <a:r>
              <a:rPr lang="en-US" altLang="en-US" sz="3400" dirty="0" err="1"/>
              <a:t>JDK</a:t>
            </a:r>
            <a:r>
              <a:rPr lang="en-US" altLang="en-US" sz="3400" dirty="0"/>
              <a:t>" in your app list.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3400" dirty="0"/>
              <a:t>Uninstall all of them.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3000" dirty="0">
                <a:hlinkClick r:id="rId2"/>
              </a:rPr>
              <a:t>How do I uninstall Java on my Windows computer?</a:t>
            </a:r>
            <a:endParaRPr lang="en-US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42779341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>
            <a:extLst>
              <a:ext uri="{FF2B5EF4-FFF2-40B4-BE49-F238E27FC236}">
                <a16:creationId xmlns:a16="http://schemas.microsoft.com/office/drawing/2014/main" id="{9EA42881-178C-4DE8-81A3-50DE8B90B3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958BE9-85F6-4728-943F-990DD8C58CB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 dirty="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437CCC08-0B53-4A2F-928A-3030BE5E0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762000"/>
          </a:xfrm>
        </p:spPr>
        <p:txBody>
          <a:bodyPr/>
          <a:lstStyle/>
          <a:p>
            <a:r>
              <a:rPr lang="en-US" altLang="en-US" sz="4000" dirty="0"/>
              <a:t>Software for Java Development</a:t>
            </a:r>
            <a:endParaRPr lang="en-US" altLang="en-US" dirty="0"/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BBBB994-503E-436E-8CDA-BA8D9CBD2E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458200" cy="51816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sz="3400" dirty="0"/>
              <a:t>Java compiler: Azul Zulu </a:t>
            </a:r>
            <a:r>
              <a:rPr lang="en-US" altLang="en-US" sz="3400" dirty="0" err="1"/>
              <a:t>JDK</a:t>
            </a:r>
            <a:r>
              <a:rPr lang="en-US" altLang="en-US" sz="3400" dirty="0"/>
              <a:t> 23</a:t>
            </a:r>
            <a:endParaRPr lang="en-US" altLang="en-US" sz="3400" i="1" dirty="0"/>
          </a:p>
          <a:p>
            <a:pPr lvl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hlinkClick r:id="rId2"/>
              </a:rPr>
              <a:t>Azul Zulu </a:t>
            </a:r>
            <a:r>
              <a:rPr lang="en-US" altLang="en-US" dirty="0" err="1">
                <a:hlinkClick r:id="rId2"/>
              </a:rPr>
              <a:t>JDK</a:t>
            </a:r>
            <a:r>
              <a:rPr lang="en-US" altLang="en-US" dirty="0">
                <a:hlinkClick r:id="rId2"/>
              </a:rPr>
              <a:t> 23 for Windows</a:t>
            </a:r>
            <a:endParaRPr lang="en-US" altLang="en-US" i="1" dirty="0"/>
          </a:p>
          <a:p>
            <a:pPr lvl="2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Read the next slide for setting </a:t>
            </a:r>
            <a:r>
              <a:rPr lang="en-US" altLang="en-US" dirty="0" err="1"/>
              <a:t>JAVA_HOME</a:t>
            </a:r>
            <a:endParaRPr lang="en-US" altLang="en-US" dirty="0"/>
          </a:p>
          <a:p>
            <a:pPr lvl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hlinkClick r:id="rId3"/>
              </a:rPr>
              <a:t>Azul Zulu </a:t>
            </a:r>
            <a:r>
              <a:rPr lang="en-US" altLang="en-US" dirty="0" err="1">
                <a:hlinkClick r:id="rId3"/>
              </a:rPr>
              <a:t>JDK</a:t>
            </a:r>
            <a:r>
              <a:rPr lang="en-US" altLang="en-US" dirty="0">
                <a:hlinkClick r:id="rId3"/>
              </a:rPr>
              <a:t> 23 for Mac</a:t>
            </a:r>
            <a:endParaRPr lang="en-US" altLang="en-US" i="1" dirty="0"/>
          </a:p>
          <a:p>
            <a:pPr marL="514350" indent="-514350">
              <a:buFont typeface="+mj-lt"/>
              <a:buAutoNum type="arabicPeriod"/>
            </a:pPr>
            <a:r>
              <a:rPr lang="en-US" altLang="en-US" sz="3400" dirty="0"/>
              <a:t>IDE: Visual Studio Code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sz="3400" dirty="0"/>
              <a:t>Extension Pack for Java</a:t>
            </a:r>
          </a:p>
          <a:p>
            <a:pPr marL="514350" indent="-514350">
              <a:buFont typeface="+mj-lt"/>
              <a:buAutoNum type="arabicPeriod"/>
            </a:pPr>
            <a:endParaRPr lang="en-US" altLang="en-US" sz="3400" dirty="0"/>
          </a:p>
        </p:txBody>
      </p:sp>
    </p:spTree>
    <p:extLst>
      <p:ext uri="{BB962C8B-B14F-4D97-AF65-F5344CB8AC3E}">
        <p14:creationId xmlns:p14="http://schemas.microsoft.com/office/powerpoint/2010/main" val="32539211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28E3A8F7-90F6-47E2-B3BF-9B7E6D982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0F77C7-50A5-4231-B818-18AF5E117BB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 dirty="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6462415F-4900-4107-910A-04721FB6D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r>
              <a:rPr lang="en-US" altLang="en-US" dirty="0" err="1"/>
              <a:t>JAVA_HOME</a:t>
            </a:r>
            <a:endParaRPr lang="en-US" altLang="en-US" dirty="0"/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938B954E-ABA3-42A5-A7BC-89E23F077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05800" cy="51054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Windows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At the step below, change </a:t>
            </a:r>
            <a:r>
              <a:rPr lang="en-US" altLang="en-US" dirty="0" err="1"/>
              <a:t>JAVA_HOME</a:t>
            </a:r>
            <a:r>
              <a:rPr lang="en-US" altLang="en-US" dirty="0"/>
              <a:t> option to </a:t>
            </a:r>
            <a:r>
              <a:rPr lang="en-US" altLang="en-US" b="1" dirty="0"/>
              <a:t>Will be installed on local drive</a:t>
            </a:r>
            <a:r>
              <a:rPr lang="en-US" alt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DDF695-3D8F-AEB1-07F9-1D25D0A70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819400"/>
            <a:ext cx="4473328" cy="334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79312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28E3A8F7-90F6-47E2-B3BF-9B7E6D982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0F77C7-50A5-4231-B818-18AF5E117BB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 dirty="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6462415F-4900-4107-910A-04721FB6D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r>
              <a:rPr lang="en-US" altLang="en-US" dirty="0"/>
              <a:t>Visual Studio Code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938B954E-ABA3-42A5-A7BC-89E23F077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05800" cy="5105400"/>
          </a:xfrm>
        </p:spPr>
        <p:txBody>
          <a:bodyPr/>
          <a:lstStyle/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dirty="0"/>
              <a:t>Download </a:t>
            </a:r>
            <a:r>
              <a:rPr lang="en-US" altLang="en-US" dirty="0">
                <a:hlinkClick r:id="rId2"/>
              </a:rPr>
              <a:t>Visual Studio Code</a:t>
            </a:r>
            <a:endParaRPr lang="en-US" altLang="en-US" dirty="0"/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dirty="0"/>
              <a:t>Windows: Choose </a:t>
            </a:r>
            <a:r>
              <a:rPr lang="en-US" altLang="en-US" u="sng" dirty="0"/>
              <a:t>System Installer x64</a:t>
            </a:r>
            <a:r>
              <a:rPr lang="en-US" altLang="en-US" dirty="0"/>
              <a:t>.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dirty="0"/>
              <a:t>Tick </a:t>
            </a:r>
            <a:r>
              <a:rPr lang="en-US" altLang="en-US" b="1" dirty="0"/>
              <a:t>Open with Code</a:t>
            </a:r>
            <a:r>
              <a:rPr lang="en-US" altLang="en-US" dirty="0"/>
              <a:t> options as follows:</a:t>
            </a:r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B70A13A-9781-4337-6C59-F5F78095B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417" y="3066532"/>
            <a:ext cx="4763165" cy="371526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28E3A8F7-90F6-47E2-B3BF-9B7E6D982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0F77C7-50A5-4231-B818-18AF5E117BB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 dirty="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6462415F-4900-4107-910A-04721FB6D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r>
              <a:rPr lang="en-US" altLang="en-US" dirty="0"/>
              <a:t>Extension Pack for Java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938B954E-ABA3-42A5-A7BC-89E23F077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05800" cy="5105400"/>
          </a:xfrm>
        </p:spPr>
        <p:txBody>
          <a:bodyPr/>
          <a:lstStyle/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dirty="0"/>
              <a:t>Install </a:t>
            </a:r>
            <a:r>
              <a:rPr lang="en-US" altLang="en-US" dirty="0">
                <a:hlinkClick r:id="rId2"/>
              </a:rPr>
              <a:t>Extension Pack for Java</a:t>
            </a:r>
            <a:r>
              <a:rPr lang="en-US" altLang="en-US" dirty="0"/>
              <a:t> in VS Code.</a:t>
            </a:r>
          </a:p>
        </p:txBody>
      </p:sp>
    </p:spTree>
    <p:extLst>
      <p:ext uri="{BB962C8B-B14F-4D97-AF65-F5344CB8AC3E}">
        <p14:creationId xmlns:p14="http://schemas.microsoft.com/office/powerpoint/2010/main" val="234264960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28E3A8F7-90F6-47E2-B3BF-9B7E6D982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0F77C7-50A5-4231-B818-18AF5E117BB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 dirty="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6462415F-4900-4107-910A-04721FB6D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r>
              <a:rPr lang="en-US" altLang="en-US" dirty="0"/>
              <a:t>Test Your Installation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938B954E-ABA3-42A5-A7BC-89E23F077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05800" cy="5105400"/>
          </a:xfrm>
        </p:spPr>
        <p:txBody>
          <a:bodyPr/>
          <a:lstStyle/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dirty="0"/>
              <a:t>Launch VS Code.</a:t>
            </a:r>
          </a:p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dirty="0"/>
              <a:t>Click </a:t>
            </a:r>
            <a:r>
              <a:rPr lang="en-US" altLang="en-US" b="1" dirty="0"/>
              <a:t>File</a:t>
            </a:r>
            <a:r>
              <a:rPr lang="en-US" altLang="en-US" dirty="0"/>
              <a:t> menu &gt; </a:t>
            </a:r>
            <a:r>
              <a:rPr lang="en-US" altLang="en-US" b="1" dirty="0"/>
              <a:t>Open Folder</a:t>
            </a:r>
            <a:r>
              <a:rPr lang="en-US" altLang="en-US" dirty="0"/>
              <a:t>.</a:t>
            </a:r>
          </a:p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dirty="0"/>
              <a:t>Select the </a:t>
            </a:r>
            <a:r>
              <a:rPr lang="en-US" altLang="en-US" b="1" dirty="0"/>
              <a:t>Code</a:t>
            </a:r>
            <a:r>
              <a:rPr lang="en-US" altLang="en-US" dirty="0"/>
              <a:t> folder.</a:t>
            </a:r>
          </a:p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dirty="0"/>
              <a:t>Click </a:t>
            </a:r>
            <a:r>
              <a:rPr lang="en-US" altLang="en-US" b="1" dirty="0"/>
              <a:t>Welcome.java</a:t>
            </a:r>
            <a:r>
              <a:rPr lang="en-US" altLang="en-US" dirty="0"/>
              <a:t>.</a:t>
            </a:r>
          </a:p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dirty="0"/>
              <a:t>Click </a:t>
            </a:r>
            <a:r>
              <a:rPr lang="en-US" altLang="en-US" b="1" dirty="0"/>
              <a:t>Run</a:t>
            </a:r>
            <a:r>
              <a:rPr lang="en-US" altLang="en-US" dirty="0"/>
              <a:t> menu &gt; </a:t>
            </a:r>
            <a:r>
              <a:rPr lang="en-US" altLang="en-US" b="1" dirty="0"/>
              <a:t>Run Without Debugging</a:t>
            </a:r>
            <a:r>
              <a:rPr lang="en-US" altLang="en-US" dirty="0"/>
              <a:t>.</a:t>
            </a:r>
          </a:p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dirty="0"/>
              <a:t>If there is no error, a </a:t>
            </a:r>
            <a:r>
              <a:rPr lang="en-US" altLang="en-US" b="1" dirty="0"/>
              <a:t>Hello world</a:t>
            </a:r>
            <a:r>
              <a:rPr lang="en-US" altLang="en-US" dirty="0"/>
              <a:t> message will be output.</a:t>
            </a:r>
          </a:p>
        </p:txBody>
      </p:sp>
    </p:spTree>
    <p:extLst>
      <p:ext uri="{BB962C8B-B14F-4D97-AF65-F5344CB8AC3E}">
        <p14:creationId xmlns:p14="http://schemas.microsoft.com/office/powerpoint/2010/main" val="272332715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28E3A8F7-90F6-47E2-B3BF-9B7E6D982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0F77C7-50A5-4231-B818-18AF5E117BB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 dirty="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6462415F-4900-4107-910A-04721FB6D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MY" altLang="en-US"/>
              <a:t>Open Folder in VS Code</a:t>
            </a:r>
            <a:endParaRPr lang="en-US" altLang="en-US" dirty="0"/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938B954E-ABA3-42A5-A7BC-89E23F077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05800" cy="51054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In VS Code, a folder is a project. Hence, always use the </a:t>
            </a:r>
            <a:r>
              <a:rPr lang="en-US" altLang="en-US" b="1" dirty="0"/>
              <a:t>Open Folder</a:t>
            </a:r>
            <a:r>
              <a:rPr lang="en-US" altLang="en-US" dirty="0"/>
              <a:t> feature to open the folder containing your .java file. 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dirty="0"/>
              <a:t>If you open a .java file directly without </a:t>
            </a:r>
            <a:r>
              <a:rPr lang="en-US" altLang="en-US" b="1" dirty="0"/>
              <a:t>Open Folder</a:t>
            </a:r>
            <a:r>
              <a:rPr lang="en-US" altLang="en-US" dirty="0"/>
              <a:t>, it may not work.</a:t>
            </a:r>
          </a:p>
        </p:txBody>
      </p:sp>
    </p:spTree>
    <p:extLst>
      <p:ext uri="{BB962C8B-B14F-4D97-AF65-F5344CB8AC3E}">
        <p14:creationId xmlns:p14="http://schemas.microsoft.com/office/powerpoint/2010/main" val="67599791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International">
  <a:themeElements>
    <a:clrScheme name="Office">
      <a:dk1>
        <a:sysClr val="windowText" lastClr="C0C0C0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nternationa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nternational 1">
        <a:dk1>
          <a:srgbClr val="000000"/>
        </a:dk1>
        <a:lt1>
          <a:srgbClr val="FFFFFF"/>
        </a:lt1>
        <a:dk2>
          <a:srgbClr val="0000FF"/>
        </a:dk2>
        <a:lt2>
          <a:srgbClr val="FFFF99"/>
        </a:lt2>
        <a:accent1>
          <a:srgbClr val="009966"/>
        </a:accent1>
        <a:accent2>
          <a:srgbClr val="00CCCC"/>
        </a:accent2>
        <a:accent3>
          <a:srgbClr val="AAAAFF"/>
        </a:accent3>
        <a:accent4>
          <a:srgbClr val="DADADA"/>
        </a:accent4>
        <a:accent5>
          <a:srgbClr val="AACAB8"/>
        </a:accent5>
        <a:accent6>
          <a:srgbClr val="00B9B9"/>
        </a:accent6>
        <a:hlink>
          <a:srgbClr val="000080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tional 2">
        <a:dk1>
          <a:srgbClr val="000000"/>
        </a:dk1>
        <a:lt1>
          <a:srgbClr val="FFFFFF"/>
        </a:lt1>
        <a:dk2>
          <a:srgbClr val="000080"/>
        </a:dk2>
        <a:lt2>
          <a:srgbClr val="003399"/>
        </a:lt2>
        <a:accent1>
          <a:srgbClr val="9999FF"/>
        </a:accent1>
        <a:accent2>
          <a:srgbClr val="FF99FF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E78AE7"/>
        </a:accent6>
        <a:hlink>
          <a:srgbClr val="85AD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tional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DDDDD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Designs\International.pot</Template>
  <TotalTime>15858</TotalTime>
  <Words>290</Words>
  <Application>Microsoft Office PowerPoint</Application>
  <PresentationFormat>On-screen Show (4:3)</PresentationFormat>
  <Paragraphs>42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  <vt:variant>
        <vt:lpstr>Custom Shows</vt:lpstr>
      </vt:variant>
      <vt:variant>
        <vt:i4>1</vt:i4>
      </vt:variant>
    </vt:vector>
  </HeadingPairs>
  <TitlesOfParts>
    <vt:vector size="14" baseType="lpstr">
      <vt:lpstr>Monotype Sorts</vt:lpstr>
      <vt:lpstr>Arial</vt:lpstr>
      <vt:lpstr>Times New Roman</vt:lpstr>
      <vt:lpstr>Wingdings</vt:lpstr>
      <vt:lpstr>International</vt:lpstr>
      <vt:lpstr> Software Installation  </vt:lpstr>
      <vt:lpstr>Uninstall Existing Java/JDK</vt:lpstr>
      <vt:lpstr>Software for Java Development</vt:lpstr>
      <vt:lpstr>JAVA_HOME</vt:lpstr>
      <vt:lpstr>Visual Studio Code</vt:lpstr>
      <vt:lpstr>Extension Pack for Java</vt:lpstr>
      <vt:lpstr>Test Your Installation</vt:lpstr>
      <vt:lpstr>Open Folder in VS Code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 to Java</dc:title>
  <dc:creator>Y. Daniel Liang</dc:creator>
  <cp:lastModifiedBy>Neoh Kee Lin</cp:lastModifiedBy>
  <cp:revision>591</cp:revision>
  <cp:lastPrinted>1998-02-24T16:19:51Z</cp:lastPrinted>
  <dcterms:created xsi:type="dcterms:W3CDTF">1995-06-10T17:31:50Z</dcterms:created>
  <dcterms:modified xsi:type="dcterms:W3CDTF">2025-02-26T09:27:15Z</dcterms:modified>
</cp:coreProperties>
</file>