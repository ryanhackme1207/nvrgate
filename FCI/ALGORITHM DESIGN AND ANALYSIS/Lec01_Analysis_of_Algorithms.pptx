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33"/>
  </p:notesMasterIdLst>
  <p:handoutMasterIdLst>
    <p:handoutMasterId r:id="rId34"/>
  </p:handoutMasterIdLst>
  <p:sldIdLst>
    <p:sldId id="256" r:id="rId2"/>
    <p:sldId id="258" r:id="rId3"/>
    <p:sldId id="296" r:id="rId4"/>
    <p:sldId id="298" r:id="rId5"/>
    <p:sldId id="297" r:id="rId6"/>
    <p:sldId id="294" r:id="rId7"/>
    <p:sldId id="259" r:id="rId8"/>
    <p:sldId id="260" r:id="rId9"/>
    <p:sldId id="261" r:id="rId10"/>
    <p:sldId id="262" r:id="rId11"/>
    <p:sldId id="264" r:id="rId12"/>
    <p:sldId id="295" r:id="rId13"/>
    <p:sldId id="265" r:id="rId14"/>
    <p:sldId id="266" r:id="rId15"/>
    <p:sldId id="267" r:id="rId16"/>
    <p:sldId id="268" r:id="rId17"/>
    <p:sldId id="270" r:id="rId18"/>
    <p:sldId id="274" r:id="rId19"/>
    <p:sldId id="271" r:id="rId20"/>
    <p:sldId id="275" r:id="rId21"/>
    <p:sldId id="276" r:id="rId22"/>
    <p:sldId id="293" r:id="rId23"/>
    <p:sldId id="290" r:id="rId24"/>
    <p:sldId id="280" r:id="rId25"/>
    <p:sldId id="277" r:id="rId26"/>
    <p:sldId id="278" r:id="rId27"/>
    <p:sldId id="279" r:id="rId28"/>
    <p:sldId id="288" r:id="rId29"/>
    <p:sldId id="287" r:id="rId30"/>
    <p:sldId id="291" r:id="rId31"/>
    <p:sldId id="292" r:id="rId32"/>
  </p:sldIdLst>
  <p:sldSz cx="9144000" cy="6858000" type="screen4x3"/>
  <p:notesSz cx="7302500" cy="95885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0D0"/>
    <a:srgbClr val="F2E4AA"/>
    <a:srgbClr val="000000"/>
    <a:srgbClr val="E4BB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74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881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eoh Kee Lin" userId="9e68bd29-1eeb-4ae3-beb9-48fd59e465e5" providerId="ADAL" clId="{E433316C-265F-439A-BC56-9776F71C28D4}"/>
    <pc:docChg chg="undo custSel modSld">
      <pc:chgData name="Neoh Kee Lin" userId="9e68bd29-1eeb-4ae3-beb9-48fd59e465e5" providerId="ADAL" clId="{E433316C-265F-439A-BC56-9776F71C28D4}" dt="2024-11-04T08:57:17.763" v="65" actId="20577"/>
      <pc:docMkLst>
        <pc:docMk/>
      </pc:docMkLst>
      <pc:sldChg chg="addSp delSp modSp">
        <pc:chgData name="Neoh Kee Lin" userId="9e68bd29-1eeb-4ae3-beb9-48fd59e465e5" providerId="ADAL" clId="{E433316C-265F-439A-BC56-9776F71C28D4}" dt="2024-11-04T07:54:48.203" v="1"/>
        <pc:sldMkLst>
          <pc:docMk/>
          <pc:sldMk cId="0" sldId="256"/>
        </pc:sldMkLst>
      </pc:sldChg>
      <pc:sldChg chg="modSp mod">
        <pc:chgData name="Neoh Kee Lin" userId="9e68bd29-1eeb-4ae3-beb9-48fd59e465e5" providerId="ADAL" clId="{E433316C-265F-439A-BC56-9776F71C28D4}" dt="2024-11-04T08:51:10.101" v="22"/>
        <pc:sldMkLst>
          <pc:docMk/>
          <pc:sldMk cId="0" sldId="270"/>
        </pc:sldMkLst>
      </pc:sldChg>
      <pc:sldChg chg="modSp mod">
        <pc:chgData name="Neoh Kee Lin" userId="9e68bd29-1eeb-4ae3-beb9-48fd59e465e5" providerId="ADAL" clId="{E433316C-265F-439A-BC56-9776F71C28D4}" dt="2024-11-04T08:52:55.728" v="38" actId="20577"/>
        <pc:sldMkLst>
          <pc:docMk/>
          <pc:sldMk cId="0" sldId="271"/>
        </pc:sldMkLst>
      </pc:sldChg>
      <pc:sldChg chg="modSp mod">
        <pc:chgData name="Neoh Kee Lin" userId="9e68bd29-1eeb-4ae3-beb9-48fd59e465e5" providerId="ADAL" clId="{E433316C-265F-439A-BC56-9776F71C28D4}" dt="2024-11-04T08:00:55.241" v="19" actId="6549"/>
        <pc:sldMkLst>
          <pc:docMk/>
          <pc:sldMk cId="0" sldId="274"/>
        </pc:sldMkLst>
      </pc:sldChg>
      <pc:sldChg chg="modSp mod">
        <pc:chgData name="Neoh Kee Lin" userId="9e68bd29-1eeb-4ae3-beb9-48fd59e465e5" providerId="ADAL" clId="{E433316C-265F-439A-BC56-9776F71C28D4}" dt="2024-11-04T08:53:07.035" v="40" actId="6549"/>
        <pc:sldMkLst>
          <pc:docMk/>
          <pc:sldMk cId="0" sldId="276"/>
        </pc:sldMkLst>
      </pc:sldChg>
      <pc:sldChg chg="modSp mod">
        <pc:chgData name="Neoh Kee Lin" userId="9e68bd29-1eeb-4ae3-beb9-48fd59e465e5" providerId="ADAL" clId="{E433316C-265F-439A-BC56-9776F71C28D4}" dt="2024-11-04T08:53:53.587" v="42" actId="115"/>
        <pc:sldMkLst>
          <pc:docMk/>
          <pc:sldMk cId="0" sldId="290"/>
        </pc:sldMkLst>
      </pc:sldChg>
      <pc:sldChg chg="modSp mod">
        <pc:chgData name="Neoh Kee Lin" userId="9e68bd29-1eeb-4ae3-beb9-48fd59e465e5" providerId="ADAL" clId="{E433316C-265F-439A-BC56-9776F71C28D4}" dt="2024-11-04T08:56:00.594" v="43"/>
        <pc:sldMkLst>
          <pc:docMk/>
          <pc:sldMk cId="0" sldId="291"/>
        </pc:sldMkLst>
      </pc:sldChg>
      <pc:sldChg chg="modSp mod">
        <pc:chgData name="Neoh Kee Lin" userId="9e68bd29-1eeb-4ae3-beb9-48fd59e465e5" providerId="ADAL" clId="{E433316C-265F-439A-BC56-9776F71C28D4}" dt="2024-11-04T08:57:17.763" v="65" actId="20577"/>
        <pc:sldMkLst>
          <pc:docMk/>
          <pc:sldMk cId="0" sldId="292"/>
        </pc:sldMkLst>
      </pc:sldChg>
    </pc:docChg>
  </pc:docChgLst>
  <pc:docChgLst>
    <pc:chgData name="Neoh Kee Lin" userId="9e68bd29-1eeb-4ae3-beb9-48fd59e465e5" providerId="ADAL" clId="{5750836B-629B-468F-B940-F55E6A81785E}"/>
    <pc:docChg chg="undo custSel modSld">
      <pc:chgData name="Neoh Kee Lin" userId="9e68bd29-1eeb-4ae3-beb9-48fd59e465e5" providerId="ADAL" clId="{5750836B-629B-468F-B940-F55E6A81785E}" dt="2025-01-06T09:11:15.817" v="75"/>
      <pc:docMkLst>
        <pc:docMk/>
      </pc:docMkLst>
      <pc:sldChg chg="addSp delSp modSp mod">
        <pc:chgData name="Neoh Kee Lin" userId="9e68bd29-1eeb-4ae3-beb9-48fd59e465e5" providerId="ADAL" clId="{5750836B-629B-468F-B940-F55E6A81785E}" dt="2025-01-06T09:11:15.817" v="75"/>
        <pc:sldMkLst>
          <pc:docMk/>
          <pc:sldMk cId="0" sldId="270"/>
        </pc:sldMkLst>
        <pc:graphicFrameChg chg="add mod">
          <ac:chgData name="Neoh Kee Lin" userId="9e68bd29-1eeb-4ae3-beb9-48fd59e465e5" providerId="ADAL" clId="{5750836B-629B-468F-B940-F55E6A81785E}" dt="2025-01-06T09:11:15.817" v="75"/>
          <ac:graphicFrameMkLst>
            <pc:docMk/>
            <pc:sldMk cId="0" sldId="270"/>
            <ac:graphicFrameMk id="2" creationId="{8B52C49B-1AA8-3ED0-7D2D-86DB4D3E7203}"/>
          </ac:graphicFrameMkLst>
        </pc:graphicFrameChg>
      </pc:sldChg>
      <pc:sldChg chg="modSp mod">
        <pc:chgData name="Neoh Kee Lin" userId="9e68bd29-1eeb-4ae3-beb9-48fd59e465e5" providerId="ADAL" clId="{5750836B-629B-468F-B940-F55E6A81785E}" dt="2025-01-06T09:07:56.269" v="57" actId="20577"/>
        <pc:sldMkLst>
          <pc:docMk/>
          <pc:sldMk cId="0" sldId="277"/>
        </pc:sldMkLst>
        <pc:spChg chg="mod">
          <ac:chgData name="Neoh Kee Lin" userId="9e68bd29-1eeb-4ae3-beb9-48fd59e465e5" providerId="ADAL" clId="{5750836B-629B-468F-B940-F55E6A81785E}" dt="2025-01-06T09:07:09.365" v="29" actId="20577"/>
          <ac:spMkLst>
            <pc:docMk/>
            <pc:sldMk cId="0" sldId="277"/>
            <ac:spMk id="39940" creationId="{134BDBAB-44BF-865F-BA71-598829513687}"/>
          </ac:spMkLst>
        </pc:spChg>
        <pc:spChg chg="mod">
          <ac:chgData name="Neoh Kee Lin" userId="9e68bd29-1eeb-4ae3-beb9-48fd59e465e5" providerId="ADAL" clId="{5750836B-629B-468F-B940-F55E6A81785E}" dt="2025-01-06T09:07:56.269" v="57" actId="20577"/>
          <ac:spMkLst>
            <pc:docMk/>
            <pc:sldMk cId="0" sldId="277"/>
            <ac:spMk id="39942" creationId="{870F0B56-E616-6E2E-3E6C-9FB7A36CDEBE}"/>
          </ac:spMkLst>
        </pc:spChg>
      </pc:sldChg>
      <pc:sldChg chg="modSp">
        <pc:chgData name="Neoh Kee Lin" userId="9e68bd29-1eeb-4ae3-beb9-48fd59e465e5" providerId="ADAL" clId="{5750836B-629B-468F-B940-F55E6A81785E}" dt="2025-01-06T09:08:26.343" v="58"/>
        <pc:sldMkLst>
          <pc:docMk/>
          <pc:sldMk cId="0" sldId="278"/>
        </pc:sldMkLst>
        <pc:spChg chg="mod">
          <ac:chgData name="Neoh Kee Lin" userId="9e68bd29-1eeb-4ae3-beb9-48fd59e465e5" providerId="ADAL" clId="{5750836B-629B-468F-B940-F55E6A81785E}" dt="2025-01-06T09:08:26.343" v="58"/>
          <ac:spMkLst>
            <pc:docMk/>
            <pc:sldMk cId="0" sldId="278"/>
            <ac:spMk id="40965" creationId="{4CC9090F-7C3B-AACB-4323-EA798F457F74}"/>
          </ac:spMkLst>
        </pc:spChg>
      </pc:sldChg>
      <pc:sldChg chg="modSp mod">
        <pc:chgData name="Neoh Kee Lin" userId="9e68bd29-1eeb-4ae3-beb9-48fd59e465e5" providerId="ADAL" clId="{5750836B-629B-468F-B940-F55E6A81785E}" dt="2025-01-06T09:09:51.564" v="73" actId="115"/>
        <pc:sldMkLst>
          <pc:docMk/>
          <pc:sldMk cId="0" sldId="279"/>
        </pc:sldMkLst>
        <pc:spChg chg="mod">
          <ac:chgData name="Neoh Kee Lin" userId="9e68bd29-1eeb-4ae3-beb9-48fd59e465e5" providerId="ADAL" clId="{5750836B-629B-468F-B940-F55E6A81785E}" dt="2025-01-06T09:07:18.175" v="30"/>
          <ac:spMkLst>
            <pc:docMk/>
            <pc:sldMk cId="0" sldId="279"/>
            <ac:spMk id="41988" creationId="{4ACCF8A3-264D-FB48-36D5-2F0A844DC9C8}"/>
          </ac:spMkLst>
        </pc:spChg>
        <pc:spChg chg="mod">
          <ac:chgData name="Neoh Kee Lin" userId="9e68bd29-1eeb-4ae3-beb9-48fd59e465e5" providerId="ADAL" clId="{5750836B-629B-468F-B940-F55E6A81785E}" dt="2025-01-06T09:09:51.564" v="73" actId="115"/>
          <ac:spMkLst>
            <pc:docMk/>
            <pc:sldMk cId="0" sldId="279"/>
            <ac:spMk id="41989" creationId="{CFF0D6B3-2D18-BA7D-F565-2E6C083BF0E6}"/>
          </ac:spMkLst>
        </pc:spChg>
        <pc:spChg chg="mod">
          <ac:chgData name="Neoh Kee Lin" userId="9e68bd29-1eeb-4ae3-beb9-48fd59e465e5" providerId="ADAL" clId="{5750836B-629B-468F-B940-F55E6A81785E}" dt="2025-01-06T09:09:11.394" v="70" actId="20577"/>
          <ac:spMkLst>
            <pc:docMk/>
            <pc:sldMk cId="0" sldId="279"/>
            <ac:spMk id="41990" creationId="{D2B5590F-A69D-39CE-E342-38F267EE9F42}"/>
          </ac:spMkLst>
        </pc:spChg>
      </pc:sldChg>
      <pc:sldChg chg="modSp mod">
        <pc:chgData name="Neoh Kee Lin" userId="9e68bd29-1eeb-4ae3-beb9-48fd59e465e5" providerId="ADAL" clId="{5750836B-629B-468F-B940-F55E6A81785E}" dt="2025-01-06T09:07:04.718" v="25" actId="6549"/>
        <pc:sldMkLst>
          <pc:docMk/>
          <pc:sldMk cId="0" sldId="280"/>
        </pc:sldMkLst>
        <pc:spChg chg="mod">
          <ac:chgData name="Neoh Kee Lin" userId="9e68bd29-1eeb-4ae3-beb9-48fd59e465e5" providerId="ADAL" clId="{5750836B-629B-468F-B940-F55E6A81785E}" dt="2025-01-06T09:06:18.233" v="7" actId="20577"/>
          <ac:spMkLst>
            <pc:docMk/>
            <pc:sldMk cId="0" sldId="280"/>
            <ac:spMk id="38916" creationId="{115BA8AF-7131-4778-0AD4-4008A2A74EA4}"/>
          </ac:spMkLst>
        </pc:spChg>
        <pc:spChg chg="mod">
          <ac:chgData name="Neoh Kee Lin" userId="9e68bd29-1eeb-4ae3-beb9-48fd59e465e5" providerId="ADAL" clId="{5750836B-629B-468F-B940-F55E6A81785E}" dt="2025-01-06T09:07:04.718" v="25" actId="6549"/>
          <ac:spMkLst>
            <pc:docMk/>
            <pc:sldMk cId="0" sldId="280"/>
            <ac:spMk id="38917" creationId="{8C33DB92-D87A-D6FB-27A4-2D9FBB3BDF90}"/>
          </ac:spMkLst>
        </pc:spChg>
      </pc:sldChg>
      <pc:sldChg chg="modSp mod">
        <pc:chgData name="Neoh Kee Lin" userId="9e68bd29-1eeb-4ae3-beb9-48fd59e465e5" providerId="ADAL" clId="{5750836B-629B-468F-B940-F55E6A81785E}" dt="2025-01-06T09:05:55.030" v="0" actId="114"/>
        <pc:sldMkLst>
          <pc:docMk/>
          <pc:sldMk cId="0" sldId="290"/>
        </pc:sldMkLst>
        <pc:graphicFrameChg chg="modGraphic">
          <ac:chgData name="Neoh Kee Lin" userId="9e68bd29-1eeb-4ae3-beb9-48fd59e465e5" providerId="ADAL" clId="{5750836B-629B-468F-B940-F55E6A81785E}" dt="2025-01-06T09:05:55.030" v="0" actId="114"/>
          <ac:graphicFrameMkLst>
            <pc:docMk/>
            <pc:sldMk cId="0" sldId="290"/>
            <ac:graphicFrameMk id="72759" creationId="{55547095-A27E-B3D4-3FAE-DD289B27398F}"/>
          </ac:graphicFrameMkLst>
        </pc:graphicFrameChg>
      </pc:sldChg>
    </pc:docChg>
  </pc:docChgLst>
  <pc:docChgLst>
    <pc:chgData name="Neoh Kee Lin" userId="9e68bd29-1eeb-4ae3-beb9-48fd59e465e5" providerId="ADAL" clId="{74BB8B49-0F9F-4AF7-9943-8AF169A36092}"/>
    <pc:docChg chg="undo custSel addSld delSld modSld">
      <pc:chgData name="Neoh Kee Lin" userId="9e68bd29-1eeb-4ae3-beb9-48fd59e465e5" providerId="ADAL" clId="{74BB8B49-0F9F-4AF7-9943-8AF169A36092}" dt="2025-01-03T15:43:32.698" v="894" actId="47"/>
      <pc:docMkLst>
        <pc:docMk/>
      </pc:docMkLst>
      <pc:sldChg chg="modSp mod">
        <pc:chgData name="Neoh Kee Lin" userId="9e68bd29-1eeb-4ae3-beb9-48fd59e465e5" providerId="ADAL" clId="{74BB8B49-0F9F-4AF7-9943-8AF169A36092}" dt="2024-12-26T11:23:57.875" v="585" actId="6549"/>
        <pc:sldMkLst>
          <pc:docMk/>
          <pc:sldMk cId="0" sldId="258"/>
        </pc:sldMkLst>
        <pc:spChg chg="mod">
          <ac:chgData name="Neoh Kee Lin" userId="9e68bd29-1eeb-4ae3-beb9-48fd59e465e5" providerId="ADAL" clId="{74BB8B49-0F9F-4AF7-9943-8AF169A36092}" dt="2024-12-26T11:23:57.875" v="585" actId="6549"/>
          <ac:spMkLst>
            <pc:docMk/>
            <pc:sldMk cId="0" sldId="258"/>
            <ac:spMk id="18436" creationId="{D78DDB1A-DD12-C98D-D6FD-DC53C91D4033}"/>
          </ac:spMkLst>
        </pc:spChg>
        <pc:spChg chg="mod">
          <ac:chgData name="Neoh Kee Lin" userId="9e68bd29-1eeb-4ae3-beb9-48fd59e465e5" providerId="ADAL" clId="{74BB8B49-0F9F-4AF7-9943-8AF169A36092}" dt="2024-12-26T11:03:32.869" v="305" actId="20577"/>
          <ac:spMkLst>
            <pc:docMk/>
            <pc:sldMk cId="0" sldId="258"/>
            <ac:spMk id="18437" creationId="{CC9782EC-4243-8058-E64F-07E017DFDB5B}"/>
          </ac:spMkLst>
        </pc:spChg>
      </pc:sldChg>
      <pc:sldChg chg="modSp mod">
        <pc:chgData name="Neoh Kee Lin" userId="9e68bd29-1eeb-4ae3-beb9-48fd59e465e5" providerId="ADAL" clId="{74BB8B49-0F9F-4AF7-9943-8AF169A36092}" dt="2024-12-26T11:23:52.411" v="584" actId="6549"/>
        <pc:sldMkLst>
          <pc:docMk/>
          <pc:sldMk cId="0" sldId="259"/>
        </pc:sldMkLst>
        <pc:spChg chg="mod">
          <ac:chgData name="Neoh Kee Lin" userId="9e68bd29-1eeb-4ae3-beb9-48fd59e465e5" providerId="ADAL" clId="{74BB8B49-0F9F-4AF7-9943-8AF169A36092}" dt="2024-12-26T11:23:52.411" v="584" actId="6549"/>
          <ac:spMkLst>
            <pc:docMk/>
            <pc:sldMk cId="0" sldId="259"/>
            <ac:spMk id="21508" creationId="{78C5734F-78E5-8098-1629-B167E308ECCF}"/>
          </ac:spMkLst>
        </pc:spChg>
      </pc:sldChg>
      <pc:sldChg chg="addSp modSp mod">
        <pc:chgData name="Neoh Kee Lin" userId="9e68bd29-1eeb-4ae3-beb9-48fd59e465e5" providerId="ADAL" clId="{74BB8B49-0F9F-4AF7-9943-8AF169A36092}" dt="2025-01-03T15:43:15.355" v="893" actId="1035"/>
        <pc:sldMkLst>
          <pc:docMk/>
          <pc:sldMk cId="0" sldId="262"/>
        </pc:sldMkLst>
        <pc:spChg chg="add mod">
          <ac:chgData name="Neoh Kee Lin" userId="9e68bd29-1eeb-4ae3-beb9-48fd59e465e5" providerId="ADAL" clId="{74BB8B49-0F9F-4AF7-9943-8AF169A36092}" dt="2025-01-03T15:43:08.260" v="889" actId="14100"/>
          <ac:spMkLst>
            <pc:docMk/>
            <pc:sldMk cId="0" sldId="262"/>
            <ac:spMk id="2" creationId="{BDA2355D-FD62-AE0F-991E-62CF3A713BCF}"/>
          </ac:spMkLst>
        </pc:spChg>
        <pc:spChg chg="mod">
          <ac:chgData name="Neoh Kee Lin" userId="9e68bd29-1eeb-4ae3-beb9-48fd59e465e5" providerId="ADAL" clId="{74BB8B49-0F9F-4AF7-9943-8AF169A36092}" dt="2024-12-26T11:24:05.560" v="586" actId="6549"/>
          <ac:spMkLst>
            <pc:docMk/>
            <pc:sldMk cId="0" sldId="262"/>
            <ac:spMk id="24580" creationId="{FB3D6E3F-D227-1518-D7F2-33C045A1AD13}"/>
          </ac:spMkLst>
        </pc:spChg>
        <pc:spChg chg="mod">
          <ac:chgData name="Neoh Kee Lin" userId="9e68bd29-1eeb-4ae3-beb9-48fd59e465e5" providerId="ADAL" clId="{74BB8B49-0F9F-4AF7-9943-8AF169A36092}" dt="2024-12-26T11:16:19.621" v="514" actId="115"/>
          <ac:spMkLst>
            <pc:docMk/>
            <pc:sldMk cId="0" sldId="262"/>
            <ac:spMk id="24581" creationId="{D5773B0C-1784-24E0-3F23-006D64E47E2E}"/>
          </ac:spMkLst>
        </pc:spChg>
        <pc:spChg chg="mod">
          <ac:chgData name="Neoh Kee Lin" userId="9e68bd29-1eeb-4ae3-beb9-48fd59e465e5" providerId="ADAL" clId="{74BB8B49-0F9F-4AF7-9943-8AF169A36092}" dt="2025-01-03T15:43:15.355" v="893" actId="1035"/>
          <ac:spMkLst>
            <pc:docMk/>
            <pc:sldMk cId="0" sldId="262"/>
            <ac:spMk id="24583" creationId="{F5A7D534-CBA0-59F6-DB30-7C96F40F141B}"/>
          </ac:spMkLst>
        </pc:spChg>
      </pc:sldChg>
      <pc:sldChg chg="modSp mod">
        <pc:chgData name="Neoh Kee Lin" userId="9e68bd29-1eeb-4ae3-beb9-48fd59e465e5" providerId="ADAL" clId="{74BB8B49-0F9F-4AF7-9943-8AF169A36092}" dt="2024-12-26T11:13:37.565" v="442" actId="115"/>
        <pc:sldMkLst>
          <pc:docMk/>
          <pc:sldMk cId="0" sldId="264"/>
        </pc:sldMkLst>
        <pc:spChg chg="mod">
          <ac:chgData name="Neoh Kee Lin" userId="9e68bd29-1eeb-4ae3-beb9-48fd59e465e5" providerId="ADAL" clId="{74BB8B49-0F9F-4AF7-9943-8AF169A36092}" dt="2024-12-26T11:13:37.565" v="442" actId="115"/>
          <ac:spMkLst>
            <pc:docMk/>
            <pc:sldMk cId="0" sldId="264"/>
            <ac:spMk id="25605" creationId="{7364CE11-D6D9-B5F8-743C-67B0ADC2A329}"/>
          </ac:spMkLst>
        </pc:spChg>
      </pc:sldChg>
      <pc:sldChg chg="modSp mod">
        <pc:chgData name="Neoh Kee Lin" userId="9e68bd29-1eeb-4ae3-beb9-48fd59e465e5" providerId="ADAL" clId="{74BB8B49-0F9F-4AF7-9943-8AF169A36092}" dt="2024-12-26T11:37:12.018" v="768" actId="404"/>
        <pc:sldMkLst>
          <pc:docMk/>
          <pc:sldMk cId="0" sldId="265"/>
        </pc:sldMkLst>
        <pc:spChg chg="mod">
          <ac:chgData name="Neoh Kee Lin" userId="9e68bd29-1eeb-4ae3-beb9-48fd59e465e5" providerId="ADAL" clId="{74BB8B49-0F9F-4AF7-9943-8AF169A36092}" dt="2024-12-26T11:24:55.491" v="594" actId="20577"/>
          <ac:spMkLst>
            <pc:docMk/>
            <pc:sldMk cId="0" sldId="265"/>
            <ac:spMk id="26628" creationId="{25E4BF0E-3FD9-5A51-3385-D9832B3B2652}"/>
          </ac:spMkLst>
        </pc:spChg>
        <pc:spChg chg="mod">
          <ac:chgData name="Neoh Kee Lin" userId="9e68bd29-1eeb-4ae3-beb9-48fd59e465e5" providerId="ADAL" clId="{74BB8B49-0F9F-4AF7-9943-8AF169A36092}" dt="2024-12-26T11:28:15.896" v="641" actId="20577"/>
          <ac:spMkLst>
            <pc:docMk/>
            <pc:sldMk cId="0" sldId="265"/>
            <ac:spMk id="26629" creationId="{2FC09C4A-E7F3-E7C6-8B9B-6F65CE35E0FD}"/>
          </ac:spMkLst>
        </pc:spChg>
        <pc:spChg chg="mod">
          <ac:chgData name="Neoh Kee Lin" userId="9e68bd29-1eeb-4ae3-beb9-48fd59e465e5" providerId="ADAL" clId="{74BB8B49-0F9F-4AF7-9943-8AF169A36092}" dt="2024-12-26T11:37:12.018" v="768" actId="404"/>
          <ac:spMkLst>
            <pc:docMk/>
            <pc:sldMk cId="0" sldId="265"/>
            <ac:spMk id="26630" creationId="{0F98C2A6-586E-5FC7-BDF8-0CD4C4BAB9DD}"/>
          </ac:spMkLst>
        </pc:spChg>
      </pc:sldChg>
      <pc:sldChg chg="modSp mod">
        <pc:chgData name="Neoh Kee Lin" userId="9e68bd29-1eeb-4ae3-beb9-48fd59e465e5" providerId="ADAL" clId="{74BB8B49-0F9F-4AF7-9943-8AF169A36092}" dt="2024-12-26T11:22:22.465" v="578"/>
        <pc:sldMkLst>
          <pc:docMk/>
          <pc:sldMk cId="0" sldId="266"/>
        </pc:sldMkLst>
        <pc:spChg chg="mod">
          <ac:chgData name="Neoh Kee Lin" userId="9e68bd29-1eeb-4ae3-beb9-48fd59e465e5" providerId="ADAL" clId="{74BB8B49-0F9F-4AF7-9943-8AF169A36092}" dt="2024-12-26T11:22:22.465" v="578"/>
          <ac:spMkLst>
            <pc:docMk/>
            <pc:sldMk cId="0" sldId="266"/>
            <ac:spMk id="27652" creationId="{FEBE67D6-E2D2-935A-BF56-DB7EE9DEC3D6}"/>
          </ac:spMkLst>
        </pc:spChg>
      </pc:sldChg>
      <pc:sldChg chg="modSp mod">
        <pc:chgData name="Neoh Kee Lin" userId="9e68bd29-1eeb-4ae3-beb9-48fd59e465e5" providerId="ADAL" clId="{74BB8B49-0F9F-4AF7-9943-8AF169A36092}" dt="2024-12-26T11:19:34.877" v="577" actId="20577"/>
        <pc:sldMkLst>
          <pc:docMk/>
          <pc:sldMk cId="0" sldId="267"/>
        </pc:sldMkLst>
        <pc:spChg chg="mod">
          <ac:chgData name="Neoh Kee Lin" userId="9e68bd29-1eeb-4ae3-beb9-48fd59e465e5" providerId="ADAL" clId="{74BB8B49-0F9F-4AF7-9943-8AF169A36092}" dt="2024-12-26T11:19:34.877" v="577" actId="20577"/>
          <ac:spMkLst>
            <pc:docMk/>
            <pc:sldMk cId="0" sldId="267"/>
            <ac:spMk id="28677" creationId="{3737D58A-5602-798B-07F1-2A3768D59567}"/>
          </ac:spMkLst>
        </pc:spChg>
      </pc:sldChg>
      <pc:sldChg chg="modSp mod">
        <pc:chgData name="Neoh Kee Lin" userId="9e68bd29-1eeb-4ae3-beb9-48fd59e465e5" providerId="ADAL" clId="{74BB8B49-0F9F-4AF7-9943-8AF169A36092}" dt="2024-12-26T11:39:46.511" v="790" actId="14100"/>
        <pc:sldMkLst>
          <pc:docMk/>
          <pc:sldMk cId="2350222394" sldId="295"/>
        </pc:sldMkLst>
        <pc:spChg chg="mod">
          <ac:chgData name="Neoh Kee Lin" userId="9e68bd29-1eeb-4ae3-beb9-48fd59e465e5" providerId="ADAL" clId="{74BB8B49-0F9F-4AF7-9943-8AF169A36092}" dt="2024-12-26T11:23:44.562" v="583" actId="6549"/>
          <ac:spMkLst>
            <pc:docMk/>
            <pc:sldMk cId="2350222394" sldId="295"/>
            <ac:spMk id="26628" creationId="{8D9C390E-7384-40C9-7CB7-9EDFB5604BEB}"/>
          </ac:spMkLst>
        </pc:spChg>
        <pc:spChg chg="mod">
          <ac:chgData name="Neoh Kee Lin" userId="9e68bd29-1eeb-4ae3-beb9-48fd59e465e5" providerId="ADAL" clId="{74BB8B49-0F9F-4AF7-9943-8AF169A36092}" dt="2024-12-26T11:39:46.511" v="790" actId="14100"/>
          <ac:spMkLst>
            <pc:docMk/>
            <pc:sldMk cId="2350222394" sldId="295"/>
            <ac:spMk id="26629" creationId="{0182B6A8-D59D-B277-D0C0-C784ADC340BC}"/>
          </ac:spMkLst>
        </pc:spChg>
        <pc:spChg chg="mod">
          <ac:chgData name="Neoh Kee Lin" userId="9e68bd29-1eeb-4ae3-beb9-48fd59e465e5" providerId="ADAL" clId="{74BB8B49-0F9F-4AF7-9943-8AF169A36092}" dt="2024-12-26T11:39:37.665" v="789" actId="1036"/>
          <ac:spMkLst>
            <pc:docMk/>
            <pc:sldMk cId="2350222394" sldId="295"/>
            <ac:spMk id="26630" creationId="{9848404D-F32B-180A-7B41-3A571DE34E52}"/>
          </ac:spMkLst>
        </pc:spChg>
      </pc:sldChg>
      <pc:sldChg chg="modSp add mod">
        <pc:chgData name="Neoh Kee Lin" userId="9e68bd29-1eeb-4ae3-beb9-48fd59e465e5" providerId="ADAL" clId="{74BB8B49-0F9F-4AF7-9943-8AF169A36092}" dt="2024-12-26T11:04:52.039" v="311" actId="6549"/>
        <pc:sldMkLst>
          <pc:docMk/>
          <pc:sldMk cId="3648205929" sldId="296"/>
        </pc:sldMkLst>
        <pc:spChg chg="mod">
          <ac:chgData name="Neoh Kee Lin" userId="9e68bd29-1eeb-4ae3-beb9-48fd59e465e5" providerId="ADAL" clId="{74BB8B49-0F9F-4AF7-9943-8AF169A36092}" dt="2024-12-26T10:56:23.091" v="36" actId="14100"/>
          <ac:spMkLst>
            <pc:docMk/>
            <pc:sldMk cId="3648205929" sldId="296"/>
            <ac:spMk id="18436" creationId="{8576E41B-451E-832D-87DC-9F0DD9F689F0}"/>
          </ac:spMkLst>
        </pc:spChg>
        <pc:spChg chg="mod">
          <ac:chgData name="Neoh Kee Lin" userId="9e68bd29-1eeb-4ae3-beb9-48fd59e465e5" providerId="ADAL" clId="{74BB8B49-0F9F-4AF7-9943-8AF169A36092}" dt="2024-12-26T11:04:52.039" v="311" actId="6549"/>
          <ac:spMkLst>
            <pc:docMk/>
            <pc:sldMk cId="3648205929" sldId="296"/>
            <ac:spMk id="18437" creationId="{63D87EA1-93D2-7F0F-0075-7DB84417C364}"/>
          </ac:spMkLst>
        </pc:spChg>
      </pc:sldChg>
      <pc:sldChg chg="modSp add mod">
        <pc:chgData name="Neoh Kee Lin" userId="9e68bd29-1eeb-4ae3-beb9-48fd59e465e5" providerId="ADAL" clId="{74BB8B49-0F9F-4AF7-9943-8AF169A36092}" dt="2024-12-26T11:09:18.882" v="439" actId="115"/>
        <pc:sldMkLst>
          <pc:docMk/>
          <pc:sldMk cId="126609635" sldId="297"/>
        </pc:sldMkLst>
        <pc:spChg chg="mod">
          <ac:chgData name="Neoh Kee Lin" userId="9e68bd29-1eeb-4ae3-beb9-48fd59e465e5" providerId="ADAL" clId="{74BB8B49-0F9F-4AF7-9943-8AF169A36092}" dt="2024-12-26T11:07:30.745" v="333" actId="20577"/>
          <ac:spMkLst>
            <pc:docMk/>
            <pc:sldMk cId="126609635" sldId="297"/>
            <ac:spMk id="18436" creationId="{14E51932-182B-CE3D-6F50-7FD54D539629}"/>
          </ac:spMkLst>
        </pc:spChg>
        <pc:spChg chg="mod">
          <ac:chgData name="Neoh Kee Lin" userId="9e68bd29-1eeb-4ae3-beb9-48fd59e465e5" providerId="ADAL" clId="{74BB8B49-0F9F-4AF7-9943-8AF169A36092}" dt="2024-12-26T11:09:18.882" v="439" actId="115"/>
          <ac:spMkLst>
            <pc:docMk/>
            <pc:sldMk cId="126609635" sldId="297"/>
            <ac:spMk id="18437" creationId="{CE644929-9562-85BD-4F65-E85A9B3F71DC}"/>
          </ac:spMkLst>
        </pc:spChg>
      </pc:sldChg>
      <pc:sldChg chg="addSp modSp add del mod">
        <pc:chgData name="Neoh Kee Lin" userId="9e68bd29-1eeb-4ae3-beb9-48fd59e465e5" providerId="ADAL" clId="{74BB8B49-0F9F-4AF7-9943-8AF169A36092}" dt="2024-12-26T11:37:55.755" v="769" actId="47"/>
        <pc:sldMkLst>
          <pc:docMk/>
          <pc:sldMk cId="477579944" sldId="298"/>
        </pc:sldMkLst>
      </pc:sldChg>
      <pc:sldChg chg="modSp add del mod">
        <pc:chgData name="Neoh Kee Lin" userId="9e68bd29-1eeb-4ae3-beb9-48fd59e465e5" providerId="ADAL" clId="{74BB8B49-0F9F-4AF7-9943-8AF169A36092}" dt="2025-01-03T15:43:32.698" v="894" actId="47"/>
        <pc:sldMkLst>
          <pc:docMk/>
          <pc:sldMk cId="2829637372" sldId="298"/>
        </pc:sldMkLst>
      </pc:sldChg>
    </pc:docChg>
  </pc:docChgLst>
  <pc:docChgLst>
    <pc:chgData name="Neoh Kee Lin" userId="9e68bd29-1eeb-4ae3-beb9-48fd59e465e5" providerId="ADAL" clId="{5B6264CB-4CD0-4943-8930-F12919B1BEB6}"/>
    <pc:docChg chg="undo custSel addSld modSld sldOrd">
      <pc:chgData name="Neoh Kee Lin" userId="9e68bd29-1eeb-4ae3-beb9-48fd59e465e5" providerId="ADAL" clId="{5B6264CB-4CD0-4943-8930-F12919B1BEB6}" dt="2024-11-17T08:07:38.914" v="674" actId="14100"/>
      <pc:docMkLst>
        <pc:docMk/>
      </pc:docMkLst>
      <pc:sldChg chg="modSp mod">
        <pc:chgData name="Neoh Kee Lin" userId="9e68bd29-1eeb-4ae3-beb9-48fd59e465e5" providerId="ADAL" clId="{5B6264CB-4CD0-4943-8930-F12919B1BEB6}" dt="2024-11-17T07:42:26.351" v="20" actId="20577"/>
        <pc:sldMkLst>
          <pc:docMk/>
          <pc:sldMk cId="0" sldId="258"/>
        </pc:sldMkLst>
      </pc:sldChg>
      <pc:sldChg chg="modSp mod ord">
        <pc:chgData name="Neoh Kee Lin" userId="9e68bd29-1eeb-4ae3-beb9-48fd59e465e5" providerId="ADAL" clId="{5B6264CB-4CD0-4943-8930-F12919B1BEB6}" dt="2024-11-17T08:07:38.914" v="674" actId="14100"/>
        <pc:sldMkLst>
          <pc:docMk/>
          <pc:sldMk cId="0" sldId="265"/>
        </pc:sldMkLst>
      </pc:sldChg>
      <pc:sldChg chg="modSp add mod">
        <pc:chgData name="Neoh Kee Lin" userId="9e68bd29-1eeb-4ae3-beb9-48fd59e465e5" providerId="ADAL" clId="{5B6264CB-4CD0-4943-8930-F12919B1BEB6}" dt="2024-11-17T08:06:19.230" v="642" actId="14100"/>
        <pc:sldMkLst>
          <pc:docMk/>
          <pc:sldMk cId="2350222394" sldId="295"/>
        </pc:sldMkLst>
      </pc:sldChg>
    </pc:docChg>
  </pc:docChgLst>
  <pc:docChgLst>
    <pc:chgData name="Neoh Kee Lin" userId="9e68bd29-1eeb-4ae3-beb9-48fd59e465e5" providerId="ADAL" clId="{B1755B0C-20A8-4C13-AD1F-5FEBF30B9C9F}"/>
    <pc:docChg chg="undo custSel addSld delSld modSld sldOrd">
      <pc:chgData name="Neoh Kee Lin" userId="9e68bd29-1eeb-4ae3-beb9-48fd59e465e5" providerId="ADAL" clId="{B1755B0C-20A8-4C13-AD1F-5FEBF30B9C9F}" dt="2025-02-26T08:23:39.114" v="892" actId="20577"/>
      <pc:docMkLst>
        <pc:docMk/>
      </pc:docMkLst>
      <pc:sldChg chg="modSp mod">
        <pc:chgData name="Neoh Kee Lin" userId="9e68bd29-1eeb-4ae3-beb9-48fd59e465e5" providerId="ADAL" clId="{B1755B0C-20A8-4C13-AD1F-5FEBF30B9C9F}" dt="2025-02-26T05:29:13.479" v="55" actId="20577"/>
        <pc:sldMkLst>
          <pc:docMk/>
          <pc:sldMk cId="0" sldId="262"/>
        </pc:sldMkLst>
        <pc:spChg chg="mod">
          <ac:chgData name="Neoh Kee Lin" userId="9e68bd29-1eeb-4ae3-beb9-48fd59e465e5" providerId="ADAL" clId="{B1755B0C-20A8-4C13-AD1F-5FEBF30B9C9F}" dt="2025-02-26T05:29:13.479" v="55" actId="20577"/>
          <ac:spMkLst>
            <pc:docMk/>
            <pc:sldMk cId="0" sldId="262"/>
            <ac:spMk id="24581" creationId="{D5773B0C-1784-24E0-3F23-006D64E47E2E}"/>
          </ac:spMkLst>
        </pc:spChg>
      </pc:sldChg>
      <pc:sldChg chg="modSp mod">
        <pc:chgData name="Neoh Kee Lin" userId="9e68bd29-1eeb-4ae3-beb9-48fd59e465e5" providerId="ADAL" clId="{B1755B0C-20A8-4C13-AD1F-5FEBF30B9C9F}" dt="2025-02-26T04:59:57.466" v="27" actId="115"/>
        <pc:sldMkLst>
          <pc:docMk/>
          <pc:sldMk cId="0" sldId="264"/>
        </pc:sldMkLst>
        <pc:spChg chg="mod">
          <ac:chgData name="Neoh Kee Lin" userId="9e68bd29-1eeb-4ae3-beb9-48fd59e465e5" providerId="ADAL" clId="{B1755B0C-20A8-4C13-AD1F-5FEBF30B9C9F}" dt="2025-02-26T04:58:14.850" v="13" actId="115"/>
          <ac:spMkLst>
            <pc:docMk/>
            <pc:sldMk cId="0" sldId="264"/>
            <ac:spMk id="25605" creationId="{7364CE11-D6D9-B5F8-743C-67B0ADC2A329}"/>
          </ac:spMkLst>
        </pc:spChg>
        <pc:spChg chg="mod">
          <ac:chgData name="Neoh Kee Lin" userId="9e68bd29-1eeb-4ae3-beb9-48fd59e465e5" providerId="ADAL" clId="{B1755B0C-20A8-4C13-AD1F-5FEBF30B9C9F}" dt="2025-02-26T04:59:57.466" v="27" actId="115"/>
          <ac:spMkLst>
            <pc:docMk/>
            <pc:sldMk cId="0" sldId="264"/>
            <ac:spMk id="25606" creationId="{5895264E-F650-FD7D-568D-B4B3BD2234F0}"/>
          </ac:spMkLst>
        </pc:spChg>
      </pc:sldChg>
      <pc:sldChg chg="modSp mod">
        <pc:chgData name="Neoh Kee Lin" userId="9e68bd29-1eeb-4ae3-beb9-48fd59e465e5" providerId="ADAL" clId="{B1755B0C-20A8-4C13-AD1F-5FEBF30B9C9F}" dt="2025-02-26T05:03:06.618" v="49" actId="20577"/>
        <pc:sldMkLst>
          <pc:docMk/>
          <pc:sldMk cId="0" sldId="266"/>
        </pc:sldMkLst>
        <pc:spChg chg="mod">
          <ac:chgData name="Neoh Kee Lin" userId="9e68bd29-1eeb-4ae3-beb9-48fd59e465e5" providerId="ADAL" clId="{B1755B0C-20A8-4C13-AD1F-5FEBF30B9C9F}" dt="2025-02-26T05:03:06.618" v="49" actId="20577"/>
          <ac:spMkLst>
            <pc:docMk/>
            <pc:sldMk cId="0" sldId="266"/>
            <ac:spMk id="27652" creationId="{FEBE67D6-E2D2-935A-BF56-DB7EE9DEC3D6}"/>
          </ac:spMkLst>
        </pc:spChg>
      </pc:sldChg>
      <pc:sldChg chg="addSp delSp modSp mod">
        <pc:chgData name="Neoh Kee Lin" userId="9e68bd29-1eeb-4ae3-beb9-48fd59e465e5" providerId="ADAL" clId="{B1755B0C-20A8-4C13-AD1F-5FEBF30B9C9F}" dt="2025-02-26T05:35:40.301" v="139" actId="6549"/>
        <pc:sldMkLst>
          <pc:docMk/>
          <pc:sldMk cId="0" sldId="267"/>
        </pc:sldMkLst>
        <pc:spChg chg="mod">
          <ac:chgData name="Neoh Kee Lin" userId="9e68bd29-1eeb-4ae3-beb9-48fd59e465e5" providerId="ADAL" clId="{B1755B0C-20A8-4C13-AD1F-5FEBF30B9C9F}" dt="2025-02-26T05:34:45.116" v="130" actId="1035"/>
          <ac:spMkLst>
            <pc:docMk/>
            <pc:sldMk cId="0" sldId="267"/>
            <ac:spMk id="28676" creationId="{71B98713-0B5C-DD6A-C37E-7D374BE73D3A}"/>
          </ac:spMkLst>
        </pc:spChg>
        <pc:spChg chg="mod">
          <ac:chgData name="Neoh Kee Lin" userId="9e68bd29-1eeb-4ae3-beb9-48fd59e465e5" providerId="ADAL" clId="{B1755B0C-20A8-4C13-AD1F-5FEBF30B9C9F}" dt="2025-02-26T05:35:40.301" v="139" actId="6549"/>
          <ac:spMkLst>
            <pc:docMk/>
            <pc:sldMk cId="0" sldId="267"/>
            <ac:spMk id="28677" creationId="{3737D58A-5602-798B-07F1-2A3768D59567}"/>
          </ac:spMkLst>
        </pc:spChg>
        <pc:graphicFrameChg chg="add mod">
          <ac:chgData name="Neoh Kee Lin" userId="9e68bd29-1eeb-4ae3-beb9-48fd59e465e5" providerId="ADAL" clId="{B1755B0C-20A8-4C13-AD1F-5FEBF30B9C9F}" dt="2025-02-26T05:33:23.347" v="79" actId="14100"/>
          <ac:graphicFrameMkLst>
            <pc:docMk/>
            <pc:sldMk cId="0" sldId="267"/>
            <ac:graphicFrameMk id="2" creationId="{1BEECBED-F176-A1F0-C189-7331C8D6241D}"/>
          </ac:graphicFrameMkLst>
        </pc:graphicFrameChg>
        <pc:graphicFrameChg chg="del">
          <ac:chgData name="Neoh Kee Lin" userId="9e68bd29-1eeb-4ae3-beb9-48fd59e465e5" providerId="ADAL" clId="{B1755B0C-20A8-4C13-AD1F-5FEBF30B9C9F}" dt="2025-02-26T05:30:13.021" v="57" actId="478"/>
          <ac:graphicFrameMkLst>
            <pc:docMk/>
            <pc:sldMk cId="0" sldId="267"/>
            <ac:graphicFrameMk id="28678" creationId="{E297CE81-28C0-AC5C-D100-92CBED55EC12}"/>
          </ac:graphicFrameMkLst>
        </pc:graphicFrameChg>
      </pc:sldChg>
      <pc:sldChg chg="modSp mod">
        <pc:chgData name="Neoh Kee Lin" userId="9e68bd29-1eeb-4ae3-beb9-48fd59e465e5" providerId="ADAL" clId="{B1755B0C-20A8-4C13-AD1F-5FEBF30B9C9F}" dt="2025-02-26T08:22:07.770" v="793" actId="6549"/>
        <pc:sldMkLst>
          <pc:docMk/>
          <pc:sldMk cId="0" sldId="277"/>
        </pc:sldMkLst>
        <pc:spChg chg="mod">
          <ac:chgData name="Neoh Kee Lin" userId="9e68bd29-1eeb-4ae3-beb9-48fd59e465e5" providerId="ADAL" clId="{B1755B0C-20A8-4C13-AD1F-5FEBF30B9C9F}" dt="2025-02-26T08:21:48.701" v="792" actId="20577"/>
          <ac:spMkLst>
            <pc:docMk/>
            <pc:sldMk cId="0" sldId="277"/>
            <ac:spMk id="39940" creationId="{134BDBAB-44BF-865F-BA71-598829513687}"/>
          </ac:spMkLst>
        </pc:spChg>
        <pc:spChg chg="mod">
          <ac:chgData name="Neoh Kee Lin" userId="9e68bd29-1eeb-4ae3-beb9-48fd59e465e5" providerId="ADAL" clId="{B1755B0C-20A8-4C13-AD1F-5FEBF30B9C9F}" dt="2025-02-26T08:20:15.208" v="790" actId="6549"/>
          <ac:spMkLst>
            <pc:docMk/>
            <pc:sldMk cId="0" sldId="277"/>
            <ac:spMk id="39941" creationId="{DE45BD05-CFBB-581E-E227-F71B5E3A0607}"/>
          </ac:spMkLst>
        </pc:spChg>
        <pc:spChg chg="mod">
          <ac:chgData name="Neoh Kee Lin" userId="9e68bd29-1eeb-4ae3-beb9-48fd59e465e5" providerId="ADAL" clId="{B1755B0C-20A8-4C13-AD1F-5FEBF30B9C9F}" dt="2025-02-26T08:22:07.770" v="793" actId="6549"/>
          <ac:spMkLst>
            <pc:docMk/>
            <pc:sldMk cId="0" sldId="277"/>
            <ac:spMk id="39942" creationId="{870F0B56-E616-6E2E-3E6C-9FB7A36CDEBE}"/>
          </ac:spMkLst>
        </pc:spChg>
      </pc:sldChg>
      <pc:sldChg chg="modSp mod">
        <pc:chgData name="Neoh Kee Lin" userId="9e68bd29-1eeb-4ae3-beb9-48fd59e465e5" providerId="ADAL" clId="{B1755B0C-20A8-4C13-AD1F-5FEBF30B9C9F}" dt="2025-02-26T08:19:00.442" v="739" actId="6549"/>
        <pc:sldMkLst>
          <pc:docMk/>
          <pc:sldMk cId="0" sldId="278"/>
        </pc:sldMkLst>
        <pc:spChg chg="mod">
          <ac:chgData name="Neoh Kee Lin" userId="9e68bd29-1eeb-4ae3-beb9-48fd59e465e5" providerId="ADAL" clId="{B1755B0C-20A8-4C13-AD1F-5FEBF30B9C9F}" dt="2025-02-26T08:19:00.442" v="739" actId="6549"/>
          <ac:spMkLst>
            <pc:docMk/>
            <pc:sldMk cId="0" sldId="278"/>
            <ac:spMk id="40965" creationId="{4CC9090F-7C3B-AACB-4323-EA798F457F74}"/>
          </ac:spMkLst>
        </pc:spChg>
      </pc:sldChg>
      <pc:sldChg chg="modSp mod">
        <pc:chgData name="Neoh Kee Lin" userId="9e68bd29-1eeb-4ae3-beb9-48fd59e465e5" providerId="ADAL" clId="{B1755B0C-20A8-4C13-AD1F-5FEBF30B9C9F}" dt="2025-02-26T08:20:03.473" v="788" actId="1036"/>
        <pc:sldMkLst>
          <pc:docMk/>
          <pc:sldMk cId="0" sldId="279"/>
        </pc:sldMkLst>
        <pc:spChg chg="mod">
          <ac:chgData name="Neoh Kee Lin" userId="9e68bd29-1eeb-4ae3-beb9-48fd59e465e5" providerId="ADAL" clId="{B1755B0C-20A8-4C13-AD1F-5FEBF30B9C9F}" dt="2025-02-26T08:19:08.058" v="742" actId="6549"/>
          <ac:spMkLst>
            <pc:docMk/>
            <pc:sldMk cId="0" sldId="279"/>
            <ac:spMk id="41988" creationId="{4ACCF8A3-264D-FB48-36D5-2F0A844DC9C8}"/>
          </ac:spMkLst>
        </pc:spChg>
        <pc:spChg chg="mod">
          <ac:chgData name="Neoh Kee Lin" userId="9e68bd29-1eeb-4ae3-beb9-48fd59e465e5" providerId="ADAL" clId="{B1755B0C-20A8-4C13-AD1F-5FEBF30B9C9F}" dt="2025-02-26T08:19:52.346" v="787" actId="6549"/>
          <ac:spMkLst>
            <pc:docMk/>
            <pc:sldMk cId="0" sldId="279"/>
            <ac:spMk id="41989" creationId="{CFF0D6B3-2D18-BA7D-F565-2E6C083BF0E6}"/>
          </ac:spMkLst>
        </pc:spChg>
        <pc:spChg chg="mod">
          <ac:chgData name="Neoh Kee Lin" userId="9e68bd29-1eeb-4ae3-beb9-48fd59e465e5" providerId="ADAL" clId="{B1755B0C-20A8-4C13-AD1F-5FEBF30B9C9F}" dt="2025-02-26T08:20:03.473" v="788" actId="1036"/>
          <ac:spMkLst>
            <pc:docMk/>
            <pc:sldMk cId="0" sldId="279"/>
            <ac:spMk id="41990" creationId="{D2B5590F-A69D-39CE-E342-38F267EE9F42}"/>
          </ac:spMkLst>
        </pc:spChg>
      </pc:sldChg>
      <pc:sldChg chg="modSp mod">
        <pc:chgData name="Neoh Kee Lin" userId="9e68bd29-1eeb-4ae3-beb9-48fd59e465e5" providerId="ADAL" clId="{B1755B0C-20A8-4C13-AD1F-5FEBF30B9C9F}" dt="2025-02-26T08:23:39.114" v="892" actId="20577"/>
        <pc:sldMkLst>
          <pc:docMk/>
          <pc:sldMk cId="0" sldId="280"/>
        </pc:sldMkLst>
        <pc:spChg chg="mod">
          <ac:chgData name="Neoh Kee Lin" userId="9e68bd29-1eeb-4ae3-beb9-48fd59e465e5" providerId="ADAL" clId="{B1755B0C-20A8-4C13-AD1F-5FEBF30B9C9F}" dt="2025-02-26T08:23:39.114" v="892" actId="20577"/>
          <ac:spMkLst>
            <pc:docMk/>
            <pc:sldMk cId="0" sldId="280"/>
            <ac:spMk id="38917" creationId="{8C33DB92-D87A-D6FB-27A4-2D9FBB3BDF90}"/>
          </ac:spMkLst>
        </pc:spChg>
      </pc:sldChg>
      <pc:sldChg chg="modSp mod">
        <pc:chgData name="Neoh Kee Lin" userId="9e68bd29-1eeb-4ae3-beb9-48fd59e465e5" providerId="ADAL" clId="{B1755B0C-20A8-4C13-AD1F-5FEBF30B9C9F}" dt="2025-02-26T08:17:58.275" v="734" actId="6549"/>
        <pc:sldMkLst>
          <pc:docMk/>
          <pc:sldMk cId="0" sldId="290"/>
        </pc:sldMkLst>
        <pc:spChg chg="mod">
          <ac:chgData name="Neoh Kee Lin" userId="9e68bd29-1eeb-4ae3-beb9-48fd59e465e5" providerId="ADAL" clId="{B1755B0C-20A8-4C13-AD1F-5FEBF30B9C9F}" dt="2025-02-26T08:02:08.745" v="732" actId="20577"/>
          <ac:spMkLst>
            <pc:docMk/>
            <pc:sldMk cId="0" sldId="290"/>
            <ac:spMk id="37893" creationId="{B81D7BEF-1803-860C-4031-66A19A6201B0}"/>
          </ac:spMkLst>
        </pc:spChg>
        <pc:graphicFrameChg chg="modGraphic">
          <ac:chgData name="Neoh Kee Lin" userId="9e68bd29-1eeb-4ae3-beb9-48fd59e465e5" providerId="ADAL" clId="{B1755B0C-20A8-4C13-AD1F-5FEBF30B9C9F}" dt="2025-02-26T08:17:58.275" v="734" actId="6549"/>
          <ac:graphicFrameMkLst>
            <pc:docMk/>
            <pc:sldMk cId="0" sldId="290"/>
            <ac:graphicFrameMk id="72759" creationId="{55547095-A27E-B3D4-3FAE-DD289B27398F}"/>
          </ac:graphicFrameMkLst>
        </pc:graphicFrameChg>
      </pc:sldChg>
      <pc:sldChg chg="modSp mod">
        <pc:chgData name="Neoh Kee Lin" userId="9e68bd29-1eeb-4ae3-beb9-48fd59e465e5" providerId="ADAL" clId="{B1755B0C-20A8-4C13-AD1F-5FEBF30B9C9F}" dt="2025-02-26T08:01:33.618" v="723" actId="790"/>
        <pc:sldMkLst>
          <pc:docMk/>
          <pc:sldMk cId="0" sldId="293"/>
        </pc:sldMkLst>
        <pc:spChg chg="ord">
          <ac:chgData name="Neoh Kee Lin" userId="9e68bd29-1eeb-4ae3-beb9-48fd59e465e5" providerId="ADAL" clId="{B1755B0C-20A8-4C13-AD1F-5FEBF30B9C9F}" dt="2025-02-26T08:01:21.867" v="722" actId="167"/>
          <ac:spMkLst>
            <pc:docMk/>
            <pc:sldMk cId="0" sldId="293"/>
            <ac:spMk id="8" creationId="{CC1C2504-52F2-3DC0-E1E1-7077B6930679}"/>
          </ac:spMkLst>
        </pc:spChg>
        <pc:spChg chg="mod">
          <ac:chgData name="Neoh Kee Lin" userId="9e68bd29-1eeb-4ae3-beb9-48fd59e465e5" providerId="ADAL" clId="{B1755B0C-20A8-4C13-AD1F-5FEBF30B9C9F}" dt="2025-02-26T08:01:33.618" v="723" actId="790"/>
          <ac:spMkLst>
            <pc:docMk/>
            <pc:sldMk cId="0" sldId="293"/>
            <ac:spMk id="36869" creationId="{D519DF0C-C09E-866E-5FB3-9F277D0A234D}"/>
          </ac:spMkLst>
        </pc:spChg>
      </pc:sldChg>
      <pc:sldChg chg="modSp mod">
        <pc:chgData name="Neoh Kee Lin" userId="9e68bd29-1eeb-4ae3-beb9-48fd59e465e5" providerId="ADAL" clId="{B1755B0C-20A8-4C13-AD1F-5FEBF30B9C9F}" dt="2025-02-26T05:01:14.330" v="43" actId="115"/>
        <pc:sldMkLst>
          <pc:docMk/>
          <pc:sldMk cId="2350222394" sldId="295"/>
        </pc:sldMkLst>
        <pc:spChg chg="mod">
          <ac:chgData name="Neoh Kee Lin" userId="9e68bd29-1eeb-4ae3-beb9-48fd59e465e5" providerId="ADAL" clId="{B1755B0C-20A8-4C13-AD1F-5FEBF30B9C9F}" dt="2025-02-26T05:01:14.330" v="43" actId="115"/>
          <ac:spMkLst>
            <pc:docMk/>
            <pc:sldMk cId="2350222394" sldId="295"/>
            <ac:spMk id="26629" creationId="{0182B6A8-D59D-B277-D0C0-C784ADC340BC}"/>
          </ac:spMkLst>
        </pc:spChg>
      </pc:sldChg>
      <pc:sldChg chg="modSp mod ord">
        <pc:chgData name="Neoh Kee Lin" userId="9e68bd29-1eeb-4ae3-beb9-48fd59e465e5" providerId="ADAL" clId="{B1755B0C-20A8-4C13-AD1F-5FEBF30B9C9F}" dt="2025-02-26T07:57:30.624" v="720" actId="115"/>
        <pc:sldMkLst>
          <pc:docMk/>
          <pc:sldMk cId="3648205929" sldId="296"/>
        </pc:sldMkLst>
        <pc:spChg chg="mod">
          <ac:chgData name="Neoh Kee Lin" userId="9e68bd29-1eeb-4ae3-beb9-48fd59e465e5" providerId="ADAL" clId="{B1755B0C-20A8-4C13-AD1F-5FEBF30B9C9F}" dt="2025-02-26T07:57:30.624" v="720" actId="115"/>
          <ac:spMkLst>
            <pc:docMk/>
            <pc:sldMk cId="3648205929" sldId="296"/>
            <ac:spMk id="18437" creationId="{63D87EA1-93D2-7F0F-0075-7DB84417C364}"/>
          </ac:spMkLst>
        </pc:spChg>
      </pc:sldChg>
      <pc:sldChg chg="modSp mod">
        <pc:chgData name="Neoh Kee Lin" userId="9e68bd29-1eeb-4ae3-beb9-48fd59e465e5" providerId="ADAL" clId="{B1755B0C-20A8-4C13-AD1F-5FEBF30B9C9F}" dt="2025-02-26T04:57:16.808" v="12" actId="115"/>
        <pc:sldMkLst>
          <pc:docMk/>
          <pc:sldMk cId="126609635" sldId="297"/>
        </pc:sldMkLst>
        <pc:spChg chg="mod">
          <ac:chgData name="Neoh Kee Lin" userId="9e68bd29-1eeb-4ae3-beb9-48fd59e465e5" providerId="ADAL" clId="{B1755B0C-20A8-4C13-AD1F-5FEBF30B9C9F}" dt="2025-02-26T04:57:16.808" v="12" actId="115"/>
          <ac:spMkLst>
            <pc:docMk/>
            <pc:sldMk cId="126609635" sldId="297"/>
            <ac:spMk id="18437" creationId="{CE644929-9562-85BD-4F65-E85A9B3F71DC}"/>
          </ac:spMkLst>
        </pc:spChg>
      </pc:sldChg>
      <pc:sldChg chg="modSp add mod ord">
        <pc:chgData name="Neoh Kee Lin" userId="9e68bd29-1eeb-4ae3-beb9-48fd59e465e5" providerId="ADAL" clId="{B1755B0C-20A8-4C13-AD1F-5FEBF30B9C9F}" dt="2025-02-26T07:57:44.868" v="721" actId="115"/>
        <pc:sldMkLst>
          <pc:docMk/>
          <pc:sldMk cId="1193287089" sldId="298"/>
        </pc:sldMkLst>
        <pc:spChg chg="mod">
          <ac:chgData name="Neoh Kee Lin" userId="9e68bd29-1eeb-4ae3-beb9-48fd59e465e5" providerId="ADAL" clId="{B1755B0C-20A8-4C13-AD1F-5FEBF30B9C9F}" dt="2025-02-26T05:57:40.401" v="713" actId="6549"/>
          <ac:spMkLst>
            <pc:docMk/>
            <pc:sldMk cId="1193287089" sldId="298"/>
            <ac:spMk id="2" creationId="{D28EE30D-9903-B00F-2556-AB2071585540}"/>
          </ac:spMkLst>
        </pc:spChg>
        <pc:spChg chg="mod">
          <ac:chgData name="Neoh Kee Lin" userId="9e68bd29-1eeb-4ae3-beb9-48fd59e465e5" providerId="ADAL" clId="{B1755B0C-20A8-4C13-AD1F-5FEBF30B9C9F}" dt="2025-02-26T05:50:52.877" v="525" actId="20577"/>
          <ac:spMkLst>
            <pc:docMk/>
            <pc:sldMk cId="1193287089" sldId="298"/>
            <ac:spMk id="24580" creationId="{D227C992-8846-9772-DEF1-35E3FC5A8031}"/>
          </ac:spMkLst>
        </pc:spChg>
        <pc:spChg chg="mod">
          <ac:chgData name="Neoh Kee Lin" userId="9e68bd29-1eeb-4ae3-beb9-48fd59e465e5" providerId="ADAL" clId="{B1755B0C-20A8-4C13-AD1F-5FEBF30B9C9F}" dt="2025-02-26T07:57:44.868" v="721" actId="115"/>
          <ac:spMkLst>
            <pc:docMk/>
            <pc:sldMk cId="1193287089" sldId="298"/>
            <ac:spMk id="24581" creationId="{6ECD38F5-4EE8-6D8A-2002-D9498ACB7B0E}"/>
          </ac:spMkLst>
        </pc:spChg>
        <pc:spChg chg="mod">
          <ac:chgData name="Neoh Kee Lin" userId="9e68bd29-1eeb-4ae3-beb9-48fd59e465e5" providerId="ADAL" clId="{B1755B0C-20A8-4C13-AD1F-5FEBF30B9C9F}" dt="2025-02-26T05:56:52.294" v="699" actId="20577"/>
          <ac:spMkLst>
            <pc:docMk/>
            <pc:sldMk cId="1193287089" sldId="298"/>
            <ac:spMk id="24583" creationId="{47E9ABF1-B94B-9A0C-822D-EEC8EC4A5D55}"/>
          </ac:spMkLst>
        </pc:spChg>
      </pc:sldChg>
      <pc:sldChg chg="add del">
        <pc:chgData name="Neoh Kee Lin" userId="9e68bd29-1eeb-4ae3-beb9-48fd59e465e5" providerId="ADAL" clId="{B1755B0C-20A8-4C13-AD1F-5FEBF30B9C9F}" dt="2025-02-26T05:38:15.138" v="142" actId="47"/>
        <pc:sldMkLst>
          <pc:docMk/>
          <pc:sldMk cId="3820912300" sldId="298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B6576CC7-B8FC-82D4-D432-016AD8573F4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3888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>
            <a:lvl1pPr defTabSz="965200" eaLnBrk="1" hangingPunct="1">
              <a:defRPr sz="13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659241BF-25BD-1AC9-CD49-39E7AD6A6913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38613" y="0"/>
            <a:ext cx="3163887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>
            <a:lvl1pPr algn="r" defTabSz="965200" eaLnBrk="1" hangingPunct="1">
              <a:defRPr sz="13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5364" name="Rectangle 4">
            <a:extLst>
              <a:ext uri="{FF2B5EF4-FFF2-40B4-BE49-F238E27FC236}">
                <a16:creationId xmlns:a16="http://schemas.microsoft.com/office/drawing/2014/main" id="{C4C1727E-4B8B-9ED9-A2D9-7B6ABB00B03F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09075"/>
            <a:ext cx="3163888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509" tIns="48254" rIns="96509" bIns="48254" numCol="1" anchor="b" anchorCtr="0" compatLnSpc="1">
            <a:prstTxWarp prst="textNoShape">
              <a:avLst/>
            </a:prstTxWarp>
          </a:bodyPr>
          <a:lstStyle>
            <a:lvl1pPr defTabSz="965200" eaLnBrk="1" hangingPunct="1">
              <a:defRPr sz="13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5365" name="Rectangle 5">
            <a:extLst>
              <a:ext uri="{FF2B5EF4-FFF2-40B4-BE49-F238E27FC236}">
                <a16:creationId xmlns:a16="http://schemas.microsoft.com/office/drawing/2014/main" id="{3C36D24F-D13C-4A62-C9A7-CFD19B9B53D8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38613" y="9109075"/>
            <a:ext cx="3163887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509" tIns="48254" rIns="96509" bIns="48254" numCol="1" anchor="b" anchorCtr="0" compatLnSpc="1">
            <a:prstTxWarp prst="textNoShape">
              <a:avLst/>
            </a:prstTxWarp>
          </a:bodyPr>
          <a:lstStyle>
            <a:lvl1pPr algn="r" defTabSz="965200" eaLnBrk="1" hangingPunct="1">
              <a:defRPr sz="1300"/>
            </a:lvl1pPr>
          </a:lstStyle>
          <a:p>
            <a:pPr>
              <a:defRPr/>
            </a:pPr>
            <a:fld id="{A30FEB18-2B1E-4C47-8EA8-E3925514E0B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0CE512EF-6D37-ED37-9A9E-5E0C0ED3E81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3888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>
            <a:lvl1pPr defTabSz="965200" eaLnBrk="1" hangingPunct="1">
              <a:defRPr sz="13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3DBFEC47-99EF-EF68-82B5-FD88B8504F4A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138613" y="0"/>
            <a:ext cx="3163887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>
            <a:lvl1pPr algn="r" defTabSz="965200" eaLnBrk="1" hangingPunct="1">
              <a:defRPr sz="13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5364" name="Rectangle 4">
            <a:extLst>
              <a:ext uri="{FF2B5EF4-FFF2-40B4-BE49-F238E27FC236}">
                <a16:creationId xmlns:a16="http://schemas.microsoft.com/office/drawing/2014/main" id="{B8BF5B6B-E825-F225-A8D1-AD7496B0A1F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5713" y="720725"/>
            <a:ext cx="4792662" cy="3594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F43998B4-0ED7-57F4-4556-84E8314353BC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3138" y="4554538"/>
            <a:ext cx="5356225" cy="431323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B2E6D30-9172-AD13-2748-59A4BF53164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09075"/>
            <a:ext cx="3163888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509" tIns="48254" rIns="96509" bIns="48254" numCol="1" anchor="b" anchorCtr="0" compatLnSpc="1">
            <a:prstTxWarp prst="textNoShape">
              <a:avLst/>
            </a:prstTxWarp>
          </a:bodyPr>
          <a:lstStyle>
            <a:lvl1pPr defTabSz="965200" eaLnBrk="1" hangingPunct="1">
              <a:defRPr sz="13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BDF3AB58-6E92-E62F-DBE1-46A9E7154A7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38613" y="9109075"/>
            <a:ext cx="3163887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509" tIns="48254" rIns="96509" bIns="48254" numCol="1" anchor="b" anchorCtr="0" compatLnSpc="1">
            <a:prstTxWarp prst="textNoShape">
              <a:avLst/>
            </a:prstTxWarp>
          </a:bodyPr>
          <a:lstStyle>
            <a:lvl1pPr algn="r" defTabSz="965200" eaLnBrk="1" hangingPunct="1">
              <a:defRPr sz="1300"/>
            </a:lvl1pPr>
          </a:lstStyle>
          <a:p>
            <a:pPr>
              <a:defRPr/>
            </a:pPr>
            <a:fld id="{BE98B933-E6B8-4115-B9E3-94C42C41AEC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id="{DC107C00-5C53-7845-E71C-47A81AC25FC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2A071628-6D18-4C0F-9663-BB88E90CDF74}" type="slidenum">
              <a:rPr lang="en-US" altLang="en-US" sz="1300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6</a:t>
            </a:fld>
            <a:endParaRPr lang="en-US" altLang="en-US" sz="1300">
              <a:latin typeface="Tahoma" panose="020B0604030504040204" pitchFamily="34" charset="0"/>
            </a:endParaRPr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E565ECB3-EA0E-4D03-DC03-56DE68175B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8C29AAC1-0BD6-A3E5-B39F-F742164ECA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07341372-DB12-E96B-3FF5-395971CF73D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F75F38D-1F69-40ED-9F0A-107A23B73DDE}" type="slidenum">
              <a:rPr lang="en-US" altLang="en-US" sz="1300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21</a:t>
            </a:fld>
            <a:endParaRPr lang="en-US" altLang="en-US" sz="1300">
              <a:latin typeface="Tahoma" panose="020B0604030504040204" pitchFamily="34" charset="0"/>
            </a:endParaRPr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04344F15-7CAE-17DD-AD41-21C5AB0A53C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1AD426B1-D531-0B28-3FAA-B797AA83C1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>
            <a:extLst>
              <a:ext uri="{FF2B5EF4-FFF2-40B4-BE49-F238E27FC236}">
                <a16:creationId xmlns:a16="http://schemas.microsoft.com/office/drawing/2014/main" id="{C12F0579-5542-3655-AFC5-E72A81C75BC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DBBEDCD-F1ED-44AC-90AD-2A23532FB9C1}" type="slidenum">
              <a:rPr lang="en-US" altLang="en-US" sz="1300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29</a:t>
            </a:fld>
            <a:endParaRPr lang="en-US" altLang="en-US" sz="1300">
              <a:latin typeface="Tahoma" panose="020B0604030504040204" pitchFamily="34" charset="0"/>
            </a:endParaRPr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3FD5DD48-9913-EB8F-882E-13852934C96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4125" y="719138"/>
            <a:ext cx="4794250" cy="3595687"/>
          </a:xfrm>
          <a:ln/>
        </p:spPr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17A4A6BD-1541-3FE8-7255-8D76EF7F71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3138" y="4554538"/>
            <a:ext cx="5356225" cy="43148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6515" tIns="48257" rIns="96515" bIns="48257"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>
            <a:extLst>
              <a:ext uri="{FF2B5EF4-FFF2-40B4-BE49-F238E27FC236}">
                <a16:creationId xmlns:a16="http://schemas.microsoft.com/office/drawing/2014/main" id="{43EBD3A3-45BF-2AB9-D8E8-16BABEDE62A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A83B294-9685-40C9-BC8F-5DFB0E4A1F45}" type="slidenum">
              <a:rPr lang="en-US" altLang="en-US" sz="1300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30</a:t>
            </a:fld>
            <a:endParaRPr lang="en-US" altLang="en-US" sz="1300">
              <a:latin typeface="Tahoma" panose="020B0604030504040204" pitchFamily="34" charset="0"/>
            </a:endParaRPr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52E035FC-4E47-6FA5-1300-B85E1ECAF6B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E96DA8CB-037C-E2BD-FF0D-14FE21B843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>
            <a:extLst>
              <a:ext uri="{FF2B5EF4-FFF2-40B4-BE49-F238E27FC236}">
                <a16:creationId xmlns:a16="http://schemas.microsoft.com/office/drawing/2014/main" id="{233F402A-6C23-4B40-1B16-71EB85C05A3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8E11962-D9F1-4FB9-B637-F8DDED9B611B}" type="slidenum">
              <a:rPr lang="en-US" altLang="en-US" sz="1300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31</a:t>
            </a:fld>
            <a:endParaRPr lang="en-US" altLang="en-US" sz="1300">
              <a:latin typeface="Tahoma" panose="020B0604030504040204" pitchFamily="34" charset="0"/>
            </a:endParaRPr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42E76159-AA88-8C22-375A-C6B3DE605E6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9A5037F3-61C5-0902-9D08-B53E03F490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223B029-43DC-80CE-DCD2-E76D414617EB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B9ED2B2A-E6A0-D87C-5706-89686DE2388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3" name="Rectangle 4">
                <a:extLst>
                  <a:ext uri="{FF2B5EF4-FFF2-40B4-BE49-F238E27FC236}">
                    <a16:creationId xmlns:a16="http://schemas.microsoft.com/office/drawing/2014/main" id="{19DE6EF0-C851-549E-7A4D-192AA35332F5}"/>
                  </a:ext>
                </a:extLst>
              </p:cNvPr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/>
              </a:p>
            </p:txBody>
          </p:sp>
          <p:grpSp>
            <p:nvGrpSpPr>
              <p:cNvPr id="14" name="Group 5">
                <a:extLst>
                  <a:ext uri="{FF2B5EF4-FFF2-40B4-BE49-F238E27FC236}">
                    <a16:creationId xmlns:a16="http://schemas.microsoft.com/office/drawing/2014/main" id="{8E314FE9-EFA7-30F1-C98C-7A269B100ECB}"/>
                  </a:ext>
                </a:extLst>
              </p:cNvPr>
              <p:cNvGrpSpPr>
                <a:grpSpLocks/>
              </p:cNvGrpSpPr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6" name="Line 6">
                  <a:extLst>
                    <a:ext uri="{FF2B5EF4-FFF2-40B4-BE49-F238E27FC236}">
                      <a16:creationId xmlns:a16="http://schemas.microsoft.com/office/drawing/2014/main" id="{20286537-17E2-32B6-5B04-67FFADA6B2C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7" name="Line 7">
                  <a:extLst>
                    <a:ext uri="{FF2B5EF4-FFF2-40B4-BE49-F238E27FC236}">
                      <a16:creationId xmlns:a16="http://schemas.microsoft.com/office/drawing/2014/main" id="{C590E8C2-DFD8-3F70-A130-CAD5F94663B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" name="Line 8">
                  <a:extLst>
                    <a:ext uri="{FF2B5EF4-FFF2-40B4-BE49-F238E27FC236}">
                      <a16:creationId xmlns:a16="http://schemas.microsoft.com/office/drawing/2014/main" id="{03782D44-5629-322D-E702-381EE642955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9" name="Line 9">
                  <a:extLst>
                    <a:ext uri="{FF2B5EF4-FFF2-40B4-BE49-F238E27FC236}">
                      <a16:creationId xmlns:a16="http://schemas.microsoft.com/office/drawing/2014/main" id="{9E0E4B68-D0B8-586F-7C24-BD14DFFD145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0" name="Line 10">
                  <a:extLst>
                    <a:ext uri="{FF2B5EF4-FFF2-40B4-BE49-F238E27FC236}">
                      <a16:creationId xmlns:a16="http://schemas.microsoft.com/office/drawing/2014/main" id="{CFE38B7D-64BB-AEAF-4982-C46A8D3C43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" name="Line 11">
                  <a:extLst>
                    <a:ext uri="{FF2B5EF4-FFF2-40B4-BE49-F238E27FC236}">
                      <a16:creationId xmlns:a16="http://schemas.microsoft.com/office/drawing/2014/main" id="{473FB839-F450-613F-7749-6242E717313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" name="Line 12">
                  <a:extLst>
                    <a:ext uri="{FF2B5EF4-FFF2-40B4-BE49-F238E27FC236}">
                      <a16:creationId xmlns:a16="http://schemas.microsoft.com/office/drawing/2014/main" id="{A8005C9F-3D2F-CCFF-8589-6A5E9C6BB8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" name="Line 13">
                  <a:extLst>
                    <a:ext uri="{FF2B5EF4-FFF2-40B4-BE49-F238E27FC236}">
                      <a16:creationId xmlns:a16="http://schemas.microsoft.com/office/drawing/2014/main" id="{50600240-DE55-71E1-A51D-27279F92377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4" name="Line 14">
                  <a:extLst>
                    <a:ext uri="{FF2B5EF4-FFF2-40B4-BE49-F238E27FC236}">
                      <a16:creationId xmlns:a16="http://schemas.microsoft.com/office/drawing/2014/main" id="{15097466-FBD8-03ED-79A4-D0082865545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5" name="Line 15">
                  <a:extLst>
                    <a:ext uri="{FF2B5EF4-FFF2-40B4-BE49-F238E27FC236}">
                      <a16:creationId xmlns:a16="http://schemas.microsoft.com/office/drawing/2014/main" id="{1980508B-E60D-01A9-EDFF-29F1DDC21D7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6" name="Line 16">
                  <a:extLst>
                    <a:ext uri="{FF2B5EF4-FFF2-40B4-BE49-F238E27FC236}">
                      <a16:creationId xmlns:a16="http://schemas.microsoft.com/office/drawing/2014/main" id="{A63C3A19-776D-B15B-3967-088BA90F476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7" name="Line 17">
                  <a:extLst>
                    <a:ext uri="{FF2B5EF4-FFF2-40B4-BE49-F238E27FC236}">
                      <a16:creationId xmlns:a16="http://schemas.microsoft.com/office/drawing/2014/main" id="{FC877F9B-9BF3-632C-D6DA-E0968D8417A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" name="Line 18">
                  <a:extLst>
                    <a:ext uri="{FF2B5EF4-FFF2-40B4-BE49-F238E27FC236}">
                      <a16:creationId xmlns:a16="http://schemas.microsoft.com/office/drawing/2014/main" id="{42F8A437-CBEF-01A5-21AE-226FD3271F8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9" name="Line 19">
                  <a:extLst>
                    <a:ext uri="{FF2B5EF4-FFF2-40B4-BE49-F238E27FC236}">
                      <a16:creationId xmlns:a16="http://schemas.microsoft.com/office/drawing/2014/main" id="{011C64E4-B213-19E0-B017-9A5EA89CD31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0" name="Line 20">
                  <a:extLst>
                    <a:ext uri="{FF2B5EF4-FFF2-40B4-BE49-F238E27FC236}">
                      <a16:creationId xmlns:a16="http://schemas.microsoft.com/office/drawing/2014/main" id="{F0923ACE-25DC-C184-F3A6-16791373BB3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1" name="Line 21">
                  <a:extLst>
                    <a:ext uri="{FF2B5EF4-FFF2-40B4-BE49-F238E27FC236}">
                      <a16:creationId xmlns:a16="http://schemas.microsoft.com/office/drawing/2014/main" id="{676FB6E7-5F07-A127-99D9-E1F077D015C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2" name="Line 22">
                  <a:extLst>
                    <a:ext uri="{FF2B5EF4-FFF2-40B4-BE49-F238E27FC236}">
                      <a16:creationId xmlns:a16="http://schemas.microsoft.com/office/drawing/2014/main" id="{CA9052B4-74C5-5223-36CB-FE3CB756360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" name="Line 23">
                  <a:extLst>
                    <a:ext uri="{FF2B5EF4-FFF2-40B4-BE49-F238E27FC236}">
                      <a16:creationId xmlns:a16="http://schemas.microsoft.com/office/drawing/2014/main" id="{C088622C-676F-F14A-3F59-72AC984CF87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" name="Line 24">
                  <a:extLst>
                    <a:ext uri="{FF2B5EF4-FFF2-40B4-BE49-F238E27FC236}">
                      <a16:creationId xmlns:a16="http://schemas.microsoft.com/office/drawing/2014/main" id="{8A1F9DCB-AD49-32AA-EA34-13A0B30CD07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5" name="Line 25">
                  <a:extLst>
                    <a:ext uri="{FF2B5EF4-FFF2-40B4-BE49-F238E27FC236}">
                      <a16:creationId xmlns:a16="http://schemas.microsoft.com/office/drawing/2014/main" id="{AA771334-3BFD-F4DF-56D7-EE5EB098723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6" name="Line 26">
                  <a:extLst>
                    <a:ext uri="{FF2B5EF4-FFF2-40B4-BE49-F238E27FC236}">
                      <a16:creationId xmlns:a16="http://schemas.microsoft.com/office/drawing/2014/main" id="{0DC06ACE-E6CD-2685-65E4-F5A06881AA4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" name="Line 27">
                  <a:extLst>
                    <a:ext uri="{FF2B5EF4-FFF2-40B4-BE49-F238E27FC236}">
                      <a16:creationId xmlns:a16="http://schemas.microsoft.com/office/drawing/2014/main" id="{294829CB-2ED7-83AD-3570-AFE6AA11C9F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" name="Line 28">
                  <a:extLst>
                    <a:ext uri="{FF2B5EF4-FFF2-40B4-BE49-F238E27FC236}">
                      <a16:creationId xmlns:a16="http://schemas.microsoft.com/office/drawing/2014/main" id="{5FAEBB4F-11A7-E399-9C84-0FF42AF8AB0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" name="Line 29">
                  <a:extLst>
                    <a:ext uri="{FF2B5EF4-FFF2-40B4-BE49-F238E27FC236}">
                      <a16:creationId xmlns:a16="http://schemas.microsoft.com/office/drawing/2014/main" id="{8EE1A0C0-7A00-3210-9818-1F100FFF1AD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0" name="Line 30">
                  <a:extLst>
                    <a:ext uri="{FF2B5EF4-FFF2-40B4-BE49-F238E27FC236}">
                      <a16:creationId xmlns:a16="http://schemas.microsoft.com/office/drawing/2014/main" id="{25BD2BCB-230E-3B73-6C28-E4DB33EF111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" name="Line 31">
                  <a:extLst>
                    <a:ext uri="{FF2B5EF4-FFF2-40B4-BE49-F238E27FC236}">
                      <a16:creationId xmlns:a16="http://schemas.microsoft.com/office/drawing/2014/main" id="{66C1168F-90F4-59B9-1274-1D5EC38FBF3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2" name="Line 32">
                  <a:extLst>
                    <a:ext uri="{FF2B5EF4-FFF2-40B4-BE49-F238E27FC236}">
                      <a16:creationId xmlns:a16="http://schemas.microsoft.com/office/drawing/2014/main" id="{697D7ADC-24A6-9E25-95AB-536F3048061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3" name="Line 33">
                  <a:extLst>
                    <a:ext uri="{FF2B5EF4-FFF2-40B4-BE49-F238E27FC236}">
                      <a16:creationId xmlns:a16="http://schemas.microsoft.com/office/drawing/2014/main" id="{103B885C-05AC-B3C7-6DF9-CC53533E8F0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" name="Line 34">
                  <a:extLst>
                    <a:ext uri="{FF2B5EF4-FFF2-40B4-BE49-F238E27FC236}">
                      <a16:creationId xmlns:a16="http://schemas.microsoft.com/office/drawing/2014/main" id="{0B86E67D-A680-180F-5A69-B156592BF80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5" name="Line 35">
                  <a:extLst>
                    <a:ext uri="{FF2B5EF4-FFF2-40B4-BE49-F238E27FC236}">
                      <a16:creationId xmlns:a16="http://schemas.microsoft.com/office/drawing/2014/main" id="{F8764D8A-5530-9D47-AD3F-67E224D1B7A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" name="Line 36">
                  <a:extLst>
                    <a:ext uri="{FF2B5EF4-FFF2-40B4-BE49-F238E27FC236}">
                      <a16:creationId xmlns:a16="http://schemas.microsoft.com/office/drawing/2014/main" id="{E402E266-BCF1-E0B8-8683-98B84D3275C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7" name="Line 37">
                  <a:extLst>
                    <a:ext uri="{FF2B5EF4-FFF2-40B4-BE49-F238E27FC236}">
                      <a16:creationId xmlns:a16="http://schemas.microsoft.com/office/drawing/2014/main" id="{C18BA084-41A9-2C2A-6B97-9B4E2477575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8" name="Line 38">
                  <a:extLst>
                    <a:ext uri="{FF2B5EF4-FFF2-40B4-BE49-F238E27FC236}">
                      <a16:creationId xmlns:a16="http://schemas.microsoft.com/office/drawing/2014/main" id="{B8B09376-9ED5-2BE2-B94D-4C0BE311C1B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9" name="Line 39">
                  <a:extLst>
                    <a:ext uri="{FF2B5EF4-FFF2-40B4-BE49-F238E27FC236}">
                      <a16:creationId xmlns:a16="http://schemas.microsoft.com/office/drawing/2014/main" id="{209129BA-2DEB-4E3F-1A9F-B61120077F8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0" name="Line 40">
                  <a:extLst>
                    <a:ext uri="{FF2B5EF4-FFF2-40B4-BE49-F238E27FC236}">
                      <a16:creationId xmlns:a16="http://schemas.microsoft.com/office/drawing/2014/main" id="{3F64B8D0-0FE3-8277-DC80-A8F83B7A4D1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" name="Line 41">
                  <a:extLst>
                    <a:ext uri="{FF2B5EF4-FFF2-40B4-BE49-F238E27FC236}">
                      <a16:creationId xmlns:a16="http://schemas.microsoft.com/office/drawing/2014/main" id="{14874915-8D60-A25D-4425-FE1CC741CC1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2" name="Line 42">
                  <a:extLst>
                    <a:ext uri="{FF2B5EF4-FFF2-40B4-BE49-F238E27FC236}">
                      <a16:creationId xmlns:a16="http://schemas.microsoft.com/office/drawing/2014/main" id="{A901E87D-C336-5175-7418-DEA9C803A92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3" name="Line 43">
                  <a:extLst>
                    <a:ext uri="{FF2B5EF4-FFF2-40B4-BE49-F238E27FC236}">
                      <a16:creationId xmlns:a16="http://schemas.microsoft.com/office/drawing/2014/main" id="{9F906DCD-2B52-004D-3950-9AF36BD9439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4" name="Line 44">
                  <a:extLst>
                    <a:ext uri="{FF2B5EF4-FFF2-40B4-BE49-F238E27FC236}">
                      <a16:creationId xmlns:a16="http://schemas.microsoft.com/office/drawing/2014/main" id="{3D847059-CBF5-B368-6C35-E4958C45E50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5" name="Line 45">
                  <a:extLst>
                    <a:ext uri="{FF2B5EF4-FFF2-40B4-BE49-F238E27FC236}">
                      <a16:creationId xmlns:a16="http://schemas.microsoft.com/office/drawing/2014/main" id="{E0F8C61B-A3A7-B588-8F91-A271F888198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6" name="Line 46">
                  <a:extLst>
                    <a:ext uri="{FF2B5EF4-FFF2-40B4-BE49-F238E27FC236}">
                      <a16:creationId xmlns:a16="http://schemas.microsoft.com/office/drawing/2014/main" id="{D7F56A7F-39E7-B7BD-FE1D-54754F3ECE3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7" name="Line 47">
                  <a:extLst>
                    <a:ext uri="{FF2B5EF4-FFF2-40B4-BE49-F238E27FC236}">
                      <a16:creationId xmlns:a16="http://schemas.microsoft.com/office/drawing/2014/main" id="{3EAE5FC1-58A4-9B82-7E1E-D6095C6463E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8" name="Line 48">
                  <a:extLst>
                    <a:ext uri="{FF2B5EF4-FFF2-40B4-BE49-F238E27FC236}">
                      <a16:creationId xmlns:a16="http://schemas.microsoft.com/office/drawing/2014/main" id="{EC90CF0D-BB45-1B2A-5A30-37130CE2C01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9" name="Line 49">
                  <a:extLst>
                    <a:ext uri="{FF2B5EF4-FFF2-40B4-BE49-F238E27FC236}">
                      <a16:creationId xmlns:a16="http://schemas.microsoft.com/office/drawing/2014/main" id="{30A5C805-8840-B0E8-9817-FEAD04E6A00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0" name="Line 50">
                  <a:extLst>
                    <a:ext uri="{FF2B5EF4-FFF2-40B4-BE49-F238E27FC236}">
                      <a16:creationId xmlns:a16="http://schemas.microsoft.com/office/drawing/2014/main" id="{35C8D7A9-42A0-A923-D0AD-56A351AB7C8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1" name="Line 51">
                  <a:extLst>
                    <a:ext uri="{FF2B5EF4-FFF2-40B4-BE49-F238E27FC236}">
                      <a16:creationId xmlns:a16="http://schemas.microsoft.com/office/drawing/2014/main" id="{49601B96-F1EE-5D09-71AC-CA67344F18A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" name="Line 52">
                  <a:extLst>
                    <a:ext uri="{FF2B5EF4-FFF2-40B4-BE49-F238E27FC236}">
                      <a16:creationId xmlns:a16="http://schemas.microsoft.com/office/drawing/2014/main" id="{035424E3-A5DF-136B-D2DB-70E7F5DE8D7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3" name="Line 53">
                  <a:extLst>
                    <a:ext uri="{FF2B5EF4-FFF2-40B4-BE49-F238E27FC236}">
                      <a16:creationId xmlns:a16="http://schemas.microsoft.com/office/drawing/2014/main" id="{B3CF7890-EBC3-C36C-B440-0E666D1D02D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84" name="Line 54">
                  <a:extLst>
                    <a:ext uri="{FF2B5EF4-FFF2-40B4-BE49-F238E27FC236}">
                      <a16:creationId xmlns:a16="http://schemas.microsoft.com/office/drawing/2014/main" id="{9B98B280-3036-6DE7-1D84-C17299BE9E2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85" name="Line 55">
                  <a:extLst>
                    <a:ext uri="{FF2B5EF4-FFF2-40B4-BE49-F238E27FC236}">
                      <a16:creationId xmlns:a16="http://schemas.microsoft.com/office/drawing/2014/main" id="{E4C0073D-6027-2386-0F2D-B3D1921C3B7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86" name="Line 56">
                  <a:extLst>
                    <a:ext uri="{FF2B5EF4-FFF2-40B4-BE49-F238E27FC236}">
                      <a16:creationId xmlns:a16="http://schemas.microsoft.com/office/drawing/2014/main" id="{39DF1CEF-5C44-B2B1-6B20-4F8A71427CC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5" name="Line 57">
                <a:extLst>
                  <a:ext uri="{FF2B5EF4-FFF2-40B4-BE49-F238E27FC236}">
                    <a16:creationId xmlns:a16="http://schemas.microsoft.com/office/drawing/2014/main" id="{9DD96878-5CAF-BBBE-A382-794887CCAFD1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4" name="Group 58">
              <a:extLst>
                <a:ext uri="{FF2B5EF4-FFF2-40B4-BE49-F238E27FC236}">
                  <a16:creationId xmlns:a16="http://schemas.microsoft.com/office/drawing/2014/main" id="{2D5AE5C2-EAB6-BB77-3A6C-1337C3B75E71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9" name="Line 59">
                <a:extLst>
                  <a:ext uri="{FF2B5EF4-FFF2-40B4-BE49-F238E27FC236}">
                    <a16:creationId xmlns:a16="http://schemas.microsoft.com/office/drawing/2014/main" id="{9DCD9E45-7110-7A92-9359-35A07EE1321D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" name="Line 60">
                <a:extLst>
                  <a:ext uri="{FF2B5EF4-FFF2-40B4-BE49-F238E27FC236}">
                    <a16:creationId xmlns:a16="http://schemas.microsoft.com/office/drawing/2014/main" id="{0A49CC84-ED64-235B-A8AC-0BE1DE7420F1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" name="Line 61">
                <a:extLst>
                  <a:ext uri="{FF2B5EF4-FFF2-40B4-BE49-F238E27FC236}">
                    <a16:creationId xmlns:a16="http://schemas.microsoft.com/office/drawing/2014/main" id="{653DAD1B-E6FA-720D-F30A-E7E8D4EA9384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" name="Arc 62">
                <a:extLst>
                  <a:ext uri="{FF2B5EF4-FFF2-40B4-BE49-F238E27FC236}">
                    <a16:creationId xmlns:a16="http://schemas.microsoft.com/office/drawing/2014/main" id="{E48A8A7F-AB06-F60A-90D2-DA86F3E79B0E}"/>
                  </a:ext>
                </a:extLst>
              </p:cNvPr>
              <p:cNvSpPr>
                <a:spLocks/>
              </p:cNvSpPr>
              <p:nvPr/>
            </p:nvSpPr>
            <p:spPr bwMode="ltGray">
              <a:xfrm rot="16200000" flipH="1">
                <a:off x="426" y="860"/>
                <a:ext cx="156" cy="157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5" name="Group 63">
              <a:extLst>
                <a:ext uri="{FF2B5EF4-FFF2-40B4-BE49-F238E27FC236}">
                  <a16:creationId xmlns:a16="http://schemas.microsoft.com/office/drawing/2014/main" id="{CF6A550B-D9D6-D3C8-FBD9-C3972C0052A5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6" name="Line 64">
                <a:extLst>
                  <a:ext uri="{FF2B5EF4-FFF2-40B4-BE49-F238E27FC236}">
                    <a16:creationId xmlns:a16="http://schemas.microsoft.com/office/drawing/2014/main" id="{D3A34972-F27B-33DC-303D-15D0B39E5D2B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" name="Line 65">
                <a:extLst>
                  <a:ext uri="{FF2B5EF4-FFF2-40B4-BE49-F238E27FC236}">
                    <a16:creationId xmlns:a16="http://schemas.microsoft.com/office/drawing/2014/main" id="{F34DD429-5D93-2606-511C-8EBB2DC3CE8C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" name="Arc 66">
                <a:extLst>
                  <a:ext uri="{FF2B5EF4-FFF2-40B4-BE49-F238E27FC236}">
                    <a16:creationId xmlns:a16="http://schemas.microsoft.com/office/drawing/2014/main" id="{1A2E8440-4458-E2F3-FBA9-F52307A29307}"/>
                  </a:ext>
                </a:extLst>
              </p:cNvPr>
              <p:cNvSpPr>
                <a:spLocks/>
              </p:cNvSpPr>
              <p:nvPr/>
            </p:nvSpPr>
            <p:spPr bwMode="ltGray">
              <a:xfrm rot="5400000">
                <a:off x="5097" y="3346"/>
                <a:ext cx="156" cy="157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5187" name="Rectangle 67"/>
          <p:cNvSpPr>
            <a:spLocks noGrp="1" noChangeArrowheads="1"/>
          </p:cNvSpPr>
          <p:nvPr>
            <p:ph type="ctrTitle"/>
          </p:nvPr>
        </p:nvSpPr>
        <p:spPr>
          <a:xfrm>
            <a:off x="990600" y="17526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188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990600" y="3309938"/>
            <a:ext cx="6400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5189" name="Rectangle 69">
            <a:extLst>
              <a:ext uri="{FF2B5EF4-FFF2-40B4-BE49-F238E27FC236}">
                <a16:creationId xmlns:a16="http://schemas.microsoft.com/office/drawing/2014/main" id="{42628C87-CBC2-2648-4D0F-5046B0868321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190" name="Rectangle 70">
            <a:extLst>
              <a:ext uri="{FF2B5EF4-FFF2-40B4-BE49-F238E27FC236}">
                <a16:creationId xmlns:a16="http://schemas.microsoft.com/office/drawing/2014/main" id="{B1D812C6-F612-1305-17FA-EBBC12E7448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[Lect01] Analysis of Algorithms</a:t>
            </a:r>
          </a:p>
        </p:txBody>
      </p:sp>
      <p:sp>
        <p:nvSpPr>
          <p:cNvPr id="5191" name="Rectangle 71">
            <a:extLst>
              <a:ext uri="{FF2B5EF4-FFF2-40B4-BE49-F238E27FC236}">
                <a16:creationId xmlns:a16="http://schemas.microsoft.com/office/drawing/2014/main" id="{19B2DC82-2106-A8AD-A053-37016C2340C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73437D-8663-4451-B476-4C3CD378AD7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26484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5">
            <a:extLst>
              <a:ext uri="{FF2B5EF4-FFF2-40B4-BE49-F238E27FC236}">
                <a16:creationId xmlns:a16="http://schemas.microsoft.com/office/drawing/2014/main" id="{0C4FCBB4-8A61-A4FA-7CB4-64E73979ACE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6">
            <a:extLst>
              <a:ext uri="{FF2B5EF4-FFF2-40B4-BE49-F238E27FC236}">
                <a16:creationId xmlns:a16="http://schemas.microsoft.com/office/drawing/2014/main" id="{06B371CD-2591-6BB6-1EE9-848059B6663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[Lect01] Analysis of Algorithms</a:t>
            </a:r>
          </a:p>
        </p:txBody>
      </p:sp>
      <p:sp>
        <p:nvSpPr>
          <p:cNvPr id="6" name="Rectangle 67">
            <a:extLst>
              <a:ext uri="{FF2B5EF4-FFF2-40B4-BE49-F238E27FC236}">
                <a16:creationId xmlns:a16="http://schemas.microsoft.com/office/drawing/2014/main" id="{CF511445-0409-4502-5509-BE331CC4136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BCA3C9-BF0B-4180-B4B5-E8EFC5595AD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26339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5">
            <a:extLst>
              <a:ext uri="{FF2B5EF4-FFF2-40B4-BE49-F238E27FC236}">
                <a16:creationId xmlns:a16="http://schemas.microsoft.com/office/drawing/2014/main" id="{D46BDAC4-9FB9-D012-1820-4D08BED28FC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6">
            <a:extLst>
              <a:ext uri="{FF2B5EF4-FFF2-40B4-BE49-F238E27FC236}">
                <a16:creationId xmlns:a16="http://schemas.microsoft.com/office/drawing/2014/main" id="{49700620-99C3-4F10-F22E-7AB7AE9E7B7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[Lect01] Analysis of Algorithms</a:t>
            </a:r>
          </a:p>
        </p:txBody>
      </p:sp>
      <p:sp>
        <p:nvSpPr>
          <p:cNvPr id="6" name="Rectangle 67">
            <a:extLst>
              <a:ext uri="{FF2B5EF4-FFF2-40B4-BE49-F238E27FC236}">
                <a16:creationId xmlns:a16="http://schemas.microsoft.com/office/drawing/2014/main" id="{1942093E-5A54-5B3B-1034-072124B5083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9BB073-D1EF-43F3-B4D5-3AC5CDD589C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87787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5">
            <a:extLst>
              <a:ext uri="{FF2B5EF4-FFF2-40B4-BE49-F238E27FC236}">
                <a16:creationId xmlns:a16="http://schemas.microsoft.com/office/drawing/2014/main" id="{5A102A39-C573-EB7E-50C5-7CE97482A12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6">
            <a:extLst>
              <a:ext uri="{FF2B5EF4-FFF2-40B4-BE49-F238E27FC236}">
                <a16:creationId xmlns:a16="http://schemas.microsoft.com/office/drawing/2014/main" id="{797494D7-5471-EBBB-EDE4-16FF0094DFF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[Lect01] Analysis of Algorithms</a:t>
            </a:r>
          </a:p>
        </p:txBody>
      </p:sp>
      <p:sp>
        <p:nvSpPr>
          <p:cNvPr id="7" name="Rectangle 67">
            <a:extLst>
              <a:ext uri="{FF2B5EF4-FFF2-40B4-BE49-F238E27FC236}">
                <a16:creationId xmlns:a16="http://schemas.microsoft.com/office/drawing/2014/main" id="{86A0AD8C-4FD9-6EF4-67AE-9FB0D22ABEB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C4F982-6CE7-473C-BC78-21A6849A904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22587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5">
            <a:extLst>
              <a:ext uri="{FF2B5EF4-FFF2-40B4-BE49-F238E27FC236}">
                <a16:creationId xmlns:a16="http://schemas.microsoft.com/office/drawing/2014/main" id="{BFCDBBD8-066E-CA92-AC8E-B4A811347E0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66">
            <a:extLst>
              <a:ext uri="{FF2B5EF4-FFF2-40B4-BE49-F238E27FC236}">
                <a16:creationId xmlns:a16="http://schemas.microsoft.com/office/drawing/2014/main" id="{E9391888-BBBD-39C4-EA92-F3DB8DD4B69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[Lect01] Analysis of Algorithms</a:t>
            </a:r>
          </a:p>
        </p:txBody>
      </p:sp>
      <p:sp>
        <p:nvSpPr>
          <p:cNvPr id="9" name="Rectangle 67">
            <a:extLst>
              <a:ext uri="{FF2B5EF4-FFF2-40B4-BE49-F238E27FC236}">
                <a16:creationId xmlns:a16="http://schemas.microsoft.com/office/drawing/2014/main" id="{116EC13F-588D-71E2-CE02-74E2E0C72B6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53E527-999E-4B69-8BED-6B603A6A96A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89893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65">
            <a:extLst>
              <a:ext uri="{FF2B5EF4-FFF2-40B4-BE49-F238E27FC236}">
                <a16:creationId xmlns:a16="http://schemas.microsoft.com/office/drawing/2014/main" id="{E2CD41E0-7345-AF15-EC66-9E82BF711E5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6">
            <a:extLst>
              <a:ext uri="{FF2B5EF4-FFF2-40B4-BE49-F238E27FC236}">
                <a16:creationId xmlns:a16="http://schemas.microsoft.com/office/drawing/2014/main" id="{506C22DC-B84B-B627-6803-D4D0F99B05E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[Lect01] Analysis of Algorithms</a:t>
            </a:r>
          </a:p>
        </p:txBody>
      </p:sp>
      <p:sp>
        <p:nvSpPr>
          <p:cNvPr id="5" name="Rectangle 67">
            <a:extLst>
              <a:ext uri="{FF2B5EF4-FFF2-40B4-BE49-F238E27FC236}">
                <a16:creationId xmlns:a16="http://schemas.microsoft.com/office/drawing/2014/main" id="{E4E3ED63-81A6-4DE0-FF34-253554F7684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AE05D0-3125-46C7-BAB1-6B0BA535D1B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426368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5">
            <a:extLst>
              <a:ext uri="{FF2B5EF4-FFF2-40B4-BE49-F238E27FC236}">
                <a16:creationId xmlns:a16="http://schemas.microsoft.com/office/drawing/2014/main" id="{FFE73377-16D2-501D-625F-7F57BFDE85B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66">
            <a:extLst>
              <a:ext uri="{FF2B5EF4-FFF2-40B4-BE49-F238E27FC236}">
                <a16:creationId xmlns:a16="http://schemas.microsoft.com/office/drawing/2014/main" id="{298C76E8-6CE2-3D1E-D3D4-09D97792936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[Lect01] Analysis of Algorithms</a:t>
            </a:r>
          </a:p>
        </p:txBody>
      </p:sp>
      <p:sp>
        <p:nvSpPr>
          <p:cNvPr id="4" name="Rectangle 67">
            <a:extLst>
              <a:ext uri="{FF2B5EF4-FFF2-40B4-BE49-F238E27FC236}">
                <a16:creationId xmlns:a16="http://schemas.microsoft.com/office/drawing/2014/main" id="{B6D2CF6F-9CFE-E7D2-4B77-E4E98191D2A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99909C-D032-4EFF-A82E-A6493AA1477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902412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5">
            <a:extLst>
              <a:ext uri="{FF2B5EF4-FFF2-40B4-BE49-F238E27FC236}">
                <a16:creationId xmlns:a16="http://schemas.microsoft.com/office/drawing/2014/main" id="{9000F7C5-871F-362C-893A-7ED4D2C8AD8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6">
            <a:extLst>
              <a:ext uri="{FF2B5EF4-FFF2-40B4-BE49-F238E27FC236}">
                <a16:creationId xmlns:a16="http://schemas.microsoft.com/office/drawing/2014/main" id="{4FC231FC-FC30-ECE3-D7C1-38F33F6E123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[Lect01] Analysis of Algorithms</a:t>
            </a:r>
          </a:p>
        </p:txBody>
      </p:sp>
      <p:sp>
        <p:nvSpPr>
          <p:cNvPr id="7" name="Rectangle 67">
            <a:extLst>
              <a:ext uri="{FF2B5EF4-FFF2-40B4-BE49-F238E27FC236}">
                <a16:creationId xmlns:a16="http://schemas.microsoft.com/office/drawing/2014/main" id="{6F6FF3F6-4181-1052-954C-A2B24E7E8E0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AAEE7C-B843-4AB4-A6CC-3F6E75D10CB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23298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5">
            <a:extLst>
              <a:ext uri="{FF2B5EF4-FFF2-40B4-BE49-F238E27FC236}">
                <a16:creationId xmlns:a16="http://schemas.microsoft.com/office/drawing/2014/main" id="{5771523E-2F74-1F6E-2F54-6A1FC2E330E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6">
            <a:extLst>
              <a:ext uri="{FF2B5EF4-FFF2-40B4-BE49-F238E27FC236}">
                <a16:creationId xmlns:a16="http://schemas.microsoft.com/office/drawing/2014/main" id="{9CD1DC39-9C06-8E17-7FE1-BE29A93E445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[Lect01] Analysis of Algorithms</a:t>
            </a:r>
          </a:p>
        </p:txBody>
      </p:sp>
      <p:sp>
        <p:nvSpPr>
          <p:cNvPr id="7" name="Rectangle 67">
            <a:extLst>
              <a:ext uri="{FF2B5EF4-FFF2-40B4-BE49-F238E27FC236}">
                <a16:creationId xmlns:a16="http://schemas.microsoft.com/office/drawing/2014/main" id="{7E94C697-198E-28D8-DBE9-3AA707BF120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C26344-767A-4931-B0C2-7DA884CF9BF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07165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5">
            <a:extLst>
              <a:ext uri="{FF2B5EF4-FFF2-40B4-BE49-F238E27FC236}">
                <a16:creationId xmlns:a16="http://schemas.microsoft.com/office/drawing/2014/main" id="{A021686B-5A32-A2BB-DBCD-33A18D66124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6">
            <a:extLst>
              <a:ext uri="{FF2B5EF4-FFF2-40B4-BE49-F238E27FC236}">
                <a16:creationId xmlns:a16="http://schemas.microsoft.com/office/drawing/2014/main" id="{CBB91AE4-32EB-0211-6A18-848B19112B5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[Lect01] Analysis of Algorithms</a:t>
            </a:r>
          </a:p>
        </p:txBody>
      </p:sp>
      <p:sp>
        <p:nvSpPr>
          <p:cNvPr id="6" name="Rectangle 67">
            <a:extLst>
              <a:ext uri="{FF2B5EF4-FFF2-40B4-BE49-F238E27FC236}">
                <a16:creationId xmlns:a16="http://schemas.microsoft.com/office/drawing/2014/main" id="{A4816AE8-78FB-B067-D46E-3E5A63E82C8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732716-7C84-46E9-A250-B33A6597CA5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060592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10350" y="304800"/>
            <a:ext cx="2000250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304800"/>
            <a:ext cx="584835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5">
            <a:extLst>
              <a:ext uri="{FF2B5EF4-FFF2-40B4-BE49-F238E27FC236}">
                <a16:creationId xmlns:a16="http://schemas.microsoft.com/office/drawing/2014/main" id="{493C3D75-C228-2947-C9F9-FDEE1A06924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6">
            <a:extLst>
              <a:ext uri="{FF2B5EF4-FFF2-40B4-BE49-F238E27FC236}">
                <a16:creationId xmlns:a16="http://schemas.microsoft.com/office/drawing/2014/main" id="{62487D2E-6F43-B7E0-330E-28F09AE4391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[Lect01] Analysis of Algorithms</a:t>
            </a:r>
          </a:p>
        </p:txBody>
      </p:sp>
      <p:sp>
        <p:nvSpPr>
          <p:cNvPr id="6" name="Rectangle 67">
            <a:extLst>
              <a:ext uri="{FF2B5EF4-FFF2-40B4-BE49-F238E27FC236}">
                <a16:creationId xmlns:a16="http://schemas.microsoft.com/office/drawing/2014/main" id="{46E31F80-FC80-272B-70B3-9E2132881F2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D39D21-A3D1-4300-B65A-706D3C285BD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012344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Chart" preserve="1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5" name="Rectangle 65">
            <a:extLst>
              <a:ext uri="{FF2B5EF4-FFF2-40B4-BE49-F238E27FC236}">
                <a16:creationId xmlns:a16="http://schemas.microsoft.com/office/drawing/2014/main" id="{5DD4081B-6593-568C-1272-C6B947CB017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6">
            <a:extLst>
              <a:ext uri="{FF2B5EF4-FFF2-40B4-BE49-F238E27FC236}">
                <a16:creationId xmlns:a16="http://schemas.microsoft.com/office/drawing/2014/main" id="{A04A9B34-5D7E-35D5-7D0B-55828BDFE2B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[Lect01] Analysis of Algorithms</a:t>
            </a:r>
          </a:p>
        </p:txBody>
      </p:sp>
      <p:sp>
        <p:nvSpPr>
          <p:cNvPr id="7" name="Rectangle 67">
            <a:extLst>
              <a:ext uri="{FF2B5EF4-FFF2-40B4-BE49-F238E27FC236}">
                <a16:creationId xmlns:a16="http://schemas.microsoft.com/office/drawing/2014/main" id="{6AFB5343-871F-F85B-08F0-5141558EE50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50E6F4-B460-441A-9C00-AE617475B68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11285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5">
            <a:extLst>
              <a:ext uri="{FF2B5EF4-FFF2-40B4-BE49-F238E27FC236}">
                <a16:creationId xmlns:a16="http://schemas.microsoft.com/office/drawing/2014/main" id="{BF39547A-206D-8E9D-7020-422D201392F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6">
            <a:extLst>
              <a:ext uri="{FF2B5EF4-FFF2-40B4-BE49-F238E27FC236}">
                <a16:creationId xmlns:a16="http://schemas.microsoft.com/office/drawing/2014/main" id="{4286FE29-4649-5F7B-61A5-ABFBB5D6125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[Lect01] Analysis of Algorithms</a:t>
            </a:r>
          </a:p>
        </p:txBody>
      </p:sp>
      <p:sp>
        <p:nvSpPr>
          <p:cNvPr id="7" name="Rectangle 67">
            <a:extLst>
              <a:ext uri="{FF2B5EF4-FFF2-40B4-BE49-F238E27FC236}">
                <a16:creationId xmlns:a16="http://schemas.microsoft.com/office/drawing/2014/main" id="{3550AD98-920A-1043-991F-61E58E77BD8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CA8964-D17B-4960-A5BC-B95DDB87EE8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802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blackWhite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02A4AC17-8090-8E72-E902-B6C8419EDB21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1032" name="Group 3">
              <a:extLst>
                <a:ext uri="{FF2B5EF4-FFF2-40B4-BE49-F238E27FC236}">
                  <a16:creationId xmlns:a16="http://schemas.microsoft.com/office/drawing/2014/main" id="{C482A2AF-81D8-0B68-898B-EA08787DF80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grpSp>
            <p:nvGrpSpPr>
              <p:cNvPr id="1039" name="Group 4">
                <a:extLst>
                  <a:ext uri="{FF2B5EF4-FFF2-40B4-BE49-F238E27FC236}">
                    <a16:creationId xmlns:a16="http://schemas.microsoft.com/office/drawing/2014/main" id="{9E03FAAF-7F8C-E105-ED70-51A547470C0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92"/>
                <a:ext cx="5760" cy="4032"/>
                <a:chOff x="0" y="192"/>
                <a:chExt cx="5760" cy="4032"/>
              </a:xfrm>
            </p:grpSpPr>
            <p:sp>
              <p:nvSpPr>
                <p:cNvPr id="1070" name="Line 5">
                  <a:extLst>
                    <a:ext uri="{FF2B5EF4-FFF2-40B4-BE49-F238E27FC236}">
                      <a16:creationId xmlns:a16="http://schemas.microsoft.com/office/drawing/2014/main" id="{90725ED0-FC7D-9EEC-73D7-9BF6F694AF9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1" name="Line 6">
                  <a:extLst>
                    <a:ext uri="{FF2B5EF4-FFF2-40B4-BE49-F238E27FC236}">
                      <a16:creationId xmlns:a16="http://schemas.microsoft.com/office/drawing/2014/main" id="{FD811F0C-5BB3-A2DE-CEAC-53EB7C410F1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2" name="Line 7">
                  <a:extLst>
                    <a:ext uri="{FF2B5EF4-FFF2-40B4-BE49-F238E27FC236}">
                      <a16:creationId xmlns:a16="http://schemas.microsoft.com/office/drawing/2014/main" id="{4DE5FD5B-5651-1685-B910-C4D6953162F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3" name="Line 8">
                  <a:extLst>
                    <a:ext uri="{FF2B5EF4-FFF2-40B4-BE49-F238E27FC236}">
                      <a16:creationId xmlns:a16="http://schemas.microsoft.com/office/drawing/2014/main" id="{D5BA8734-B6BA-01E3-02CE-8633A032F91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4" name="Line 9">
                  <a:extLst>
                    <a:ext uri="{FF2B5EF4-FFF2-40B4-BE49-F238E27FC236}">
                      <a16:creationId xmlns:a16="http://schemas.microsoft.com/office/drawing/2014/main" id="{921DCFC8-9583-4B03-22C5-881209A7D56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5" name="Line 10">
                  <a:extLst>
                    <a:ext uri="{FF2B5EF4-FFF2-40B4-BE49-F238E27FC236}">
                      <a16:creationId xmlns:a16="http://schemas.microsoft.com/office/drawing/2014/main" id="{F58C2430-29F8-7460-7C39-3ED207D28B8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6" name="Line 11">
                  <a:extLst>
                    <a:ext uri="{FF2B5EF4-FFF2-40B4-BE49-F238E27FC236}">
                      <a16:creationId xmlns:a16="http://schemas.microsoft.com/office/drawing/2014/main" id="{03814731-BB6D-D1E6-C368-69C134053FF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7" name="Line 12">
                  <a:extLst>
                    <a:ext uri="{FF2B5EF4-FFF2-40B4-BE49-F238E27FC236}">
                      <a16:creationId xmlns:a16="http://schemas.microsoft.com/office/drawing/2014/main" id="{7CF2B68A-D265-C986-F21D-3AB14616591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8" name="Line 13">
                  <a:extLst>
                    <a:ext uri="{FF2B5EF4-FFF2-40B4-BE49-F238E27FC236}">
                      <a16:creationId xmlns:a16="http://schemas.microsoft.com/office/drawing/2014/main" id="{E0A29526-37C8-A6C4-91A9-6A1B77A7583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9" name="Line 14">
                  <a:extLst>
                    <a:ext uri="{FF2B5EF4-FFF2-40B4-BE49-F238E27FC236}">
                      <a16:creationId xmlns:a16="http://schemas.microsoft.com/office/drawing/2014/main" id="{555A00C0-EDBD-8BE5-3000-519E2766AD8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0" name="Line 15">
                  <a:extLst>
                    <a:ext uri="{FF2B5EF4-FFF2-40B4-BE49-F238E27FC236}">
                      <a16:creationId xmlns:a16="http://schemas.microsoft.com/office/drawing/2014/main" id="{3950FDD9-B3B7-51CE-EA5C-F044A5C5A1F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1" name="Line 16">
                  <a:extLst>
                    <a:ext uri="{FF2B5EF4-FFF2-40B4-BE49-F238E27FC236}">
                      <a16:creationId xmlns:a16="http://schemas.microsoft.com/office/drawing/2014/main" id="{B5AC8955-3DDE-ACD0-026F-2F308470E7C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2" name="Line 17">
                  <a:extLst>
                    <a:ext uri="{FF2B5EF4-FFF2-40B4-BE49-F238E27FC236}">
                      <a16:creationId xmlns:a16="http://schemas.microsoft.com/office/drawing/2014/main" id="{923046D4-24C2-C5D4-6306-8ABF51803F9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3" name="Line 18">
                  <a:extLst>
                    <a:ext uri="{FF2B5EF4-FFF2-40B4-BE49-F238E27FC236}">
                      <a16:creationId xmlns:a16="http://schemas.microsoft.com/office/drawing/2014/main" id="{049C2FAE-9453-F670-A0E1-40D6BE1FC97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4" name="Line 19">
                  <a:extLst>
                    <a:ext uri="{FF2B5EF4-FFF2-40B4-BE49-F238E27FC236}">
                      <a16:creationId xmlns:a16="http://schemas.microsoft.com/office/drawing/2014/main" id="{7B99ECDA-A5FD-92C9-072B-AC6D97C2934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5" name="Line 20">
                  <a:extLst>
                    <a:ext uri="{FF2B5EF4-FFF2-40B4-BE49-F238E27FC236}">
                      <a16:creationId xmlns:a16="http://schemas.microsoft.com/office/drawing/2014/main" id="{18667CBE-020B-0D26-4A7A-B0751FA2DAA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6" name="Line 21">
                  <a:extLst>
                    <a:ext uri="{FF2B5EF4-FFF2-40B4-BE49-F238E27FC236}">
                      <a16:creationId xmlns:a16="http://schemas.microsoft.com/office/drawing/2014/main" id="{56F425B0-5BE3-0B63-40D0-6593ECBDEB8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7" name="Line 22">
                  <a:extLst>
                    <a:ext uri="{FF2B5EF4-FFF2-40B4-BE49-F238E27FC236}">
                      <a16:creationId xmlns:a16="http://schemas.microsoft.com/office/drawing/2014/main" id="{E1FD66B2-69EB-069B-E2F5-E5B46F78CB1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8" name="Line 23">
                  <a:extLst>
                    <a:ext uri="{FF2B5EF4-FFF2-40B4-BE49-F238E27FC236}">
                      <a16:creationId xmlns:a16="http://schemas.microsoft.com/office/drawing/2014/main" id="{29981D38-6BBD-6237-F052-71D73F66416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9" name="Line 24">
                  <a:extLst>
                    <a:ext uri="{FF2B5EF4-FFF2-40B4-BE49-F238E27FC236}">
                      <a16:creationId xmlns:a16="http://schemas.microsoft.com/office/drawing/2014/main" id="{76A29474-47D4-F0E4-08B7-E8317C6CC4C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90" name="Line 25">
                  <a:extLst>
                    <a:ext uri="{FF2B5EF4-FFF2-40B4-BE49-F238E27FC236}">
                      <a16:creationId xmlns:a16="http://schemas.microsoft.com/office/drawing/2014/main" id="{45F3B97F-2945-02AB-CF9A-D3B9EBC927D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91" name="Line 26">
                  <a:extLst>
                    <a:ext uri="{FF2B5EF4-FFF2-40B4-BE49-F238E27FC236}">
                      <a16:creationId xmlns:a16="http://schemas.microsoft.com/office/drawing/2014/main" id="{1CBB5FC3-5E34-4B23-296E-4215805BA64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40" name="Group 27">
                <a:extLst>
                  <a:ext uri="{FF2B5EF4-FFF2-40B4-BE49-F238E27FC236}">
                    <a16:creationId xmlns:a16="http://schemas.microsoft.com/office/drawing/2014/main" id="{7790B15B-BC7C-727F-65DB-4E779DC2F8E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2" y="0"/>
                <a:ext cx="5376" cy="4320"/>
                <a:chOff x="192" y="0"/>
                <a:chExt cx="5376" cy="4320"/>
              </a:xfrm>
            </p:grpSpPr>
            <p:sp>
              <p:nvSpPr>
                <p:cNvPr id="1041" name="Line 28">
                  <a:extLst>
                    <a:ext uri="{FF2B5EF4-FFF2-40B4-BE49-F238E27FC236}">
                      <a16:creationId xmlns:a16="http://schemas.microsoft.com/office/drawing/2014/main" id="{CC9EA7D8-809B-F60F-74DF-31967E0102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2" name="Line 29">
                  <a:extLst>
                    <a:ext uri="{FF2B5EF4-FFF2-40B4-BE49-F238E27FC236}">
                      <a16:creationId xmlns:a16="http://schemas.microsoft.com/office/drawing/2014/main" id="{B38ADBFD-573E-7DC5-A98E-0C31DEA425F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3" name="Line 30">
                  <a:extLst>
                    <a:ext uri="{FF2B5EF4-FFF2-40B4-BE49-F238E27FC236}">
                      <a16:creationId xmlns:a16="http://schemas.microsoft.com/office/drawing/2014/main" id="{CA79CFE5-D928-D21E-08A2-13F84F3218F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4" name="Line 31">
                  <a:extLst>
                    <a:ext uri="{FF2B5EF4-FFF2-40B4-BE49-F238E27FC236}">
                      <a16:creationId xmlns:a16="http://schemas.microsoft.com/office/drawing/2014/main" id="{9098582D-B949-B07A-B1D8-FBC7E84218E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5" name="Line 32">
                  <a:extLst>
                    <a:ext uri="{FF2B5EF4-FFF2-40B4-BE49-F238E27FC236}">
                      <a16:creationId xmlns:a16="http://schemas.microsoft.com/office/drawing/2014/main" id="{8951FB83-FB88-0DA8-78A1-7AF913435F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6" name="Line 33">
                  <a:extLst>
                    <a:ext uri="{FF2B5EF4-FFF2-40B4-BE49-F238E27FC236}">
                      <a16:creationId xmlns:a16="http://schemas.microsoft.com/office/drawing/2014/main" id="{1E01C472-C107-E0C0-B49E-EDC15FE95DC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7" name="Line 34">
                  <a:extLst>
                    <a:ext uri="{FF2B5EF4-FFF2-40B4-BE49-F238E27FC236}">
                      <a16:creationId xmlns:a16="http://schemas.microsoft.com/office/drawing/2014/main" id="{C82D67F9-2CDF-7826-BC8E-EE3A0F04453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8" name="Line 35">
                  <a:extLst>
                    <a:ext uri="{FF2B5EF4-FFF2-40B4-BE49-F238E27FC236}">
                      <a16:creationId xmlns:a16="http://schemas.microsoft.com/office/drawing/2014/main" id="{F91B1B85-0FCE-B8FF-6271-C01DB4F054F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9" name="Line 36">
                  <a:extLst>
                    <a:ext uri="{FF2B5EF4-FFF2-40B4-BE49-F238E27FC236}">
                      <a16:creationId xmlns:a16="http://schemas.microsoft.com/office/drawing/2014/main" id="{5B35F2C9-A0F2-25D2-C13F-A1962F0F277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0" name="Line 37">
                  <a:extLst>
                    <a:ext uri="{FF2B5EF4-FFF2-40B4-BE49-F238E27FC236}">
                      <a16:creationId xmlns:a16="http://schemas.microsoft.com/office/drawing/2014/main" id="{7993C145-94D3-5B73-AE10-FACDC7BFB57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1" name="Line 38">
                  <a:extLst>
                    <a:ext uri="{FF2B5EF4-FFF2-40B4-BE49-F238E27FC236}">
                      <a16:creationId xmlns:a16="http://schemas.microsoft.com/office/drawing/2014/main" id="{351B2DA7-EAC5-E14A-21F4-ED8B56E41D3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2" name="Line 39">
                  <a:extLst>
                    <a:ext uri="{FF2B5EF4-FFF2-40B4-BE49-F238E27FC236}">
                      <a16:creationId xmlns:a16="http://schemas.microsoft.com/office/drawing/2014/main" id="{B3D5C231-C1AD-77C2-1FDF-3BA00A2DFFA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3" name="Line 40">
                  <a:extLst>
                    <a:ext uri="{FF2B5EF4-FFF2-40B4-BE49-F238E27FC236}">
                      <a16:creationId xmlns:a16="http://schemas.microsoft.com/office/drawing/2014/main" id="{5FBAEFDF-F939-9D46-AAF1-9C31C1DE13B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4" name="Line 41">
                  <a:extLst>
                    <a:ext uri="{FF2B5EF4-FFF2-40B4-BE49-F238E27FC236}">
                      <a16:creationId xmlns:a16="http://schemas.microsoft.com/office/drawing/2014/main" id="{1C4E4F4D-7403-215E-0C7D-AB485591E6F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5" name="Line 42">
                  <a:extLst>
                    <a:ext uri="{FF2B5EF4-FFF2-40B4-BE49-F238E27FC236}">
                      <a16:creationId xmlns:a16="http://schemas.microsoft.com/office/drawing/2014/main" id="{A2E26D41-34FA-0749-375B-14DBDA16831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6" name="Line 43">
                  <a:extLst>
                    <a:ext uri="{FF2B5EF4-FFF2-40B4-BE49-F238E27FC236}">
                      <a16:creationId xmlns:a16="http://schemas.microsoft.com/office/drawing/2014/main" id="{BB68D919-463F-90C4-BC56-CB67089CC1E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7" name="Line 44">
                  <a:extLst>
                    <a:ext uri="{FF2B5EF4-FFF2-40B4-BE49-F238E27FC236}">
                      <a16:creationId xmlns:a16="http://schemas.microsoft.com/office/drawing/2014/main" id="{FE844CED-0515-6BFB-4F72-0FECA6E75E9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8" name="Line 45">
                  <a:extLst>
                    <a:ext uri="{FF2B5EF4-FFF2-40B4-BE49-F238E27FC236}">
                      <a16:creationId xmlns:a16="http://schemas.microsoft.com/office/drawing/2014/main" id="{FBCFFC3E-901F-F0B1-92C2-924C9E91784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9" name="Line 46">
                  <a:extLst>
                    <a:ext uri="{FF2B5EF4-FFF2-40B4-BE49-F238E27FC236}">
                      <a16:creationId xmlns:a16="http://schemas.microsoft.com/office/drawing/2014/main" id="{14FDA8B9-FE43-B9B4-BDFE-9F4FD0E55E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0" name="Line 47">
                  <a:extLst>
                    <a:ext uri="{FF2B5EF4-FFF2-40B4-BE49-F238E27FC236}">
                      <a16:creationId xmlns:a16="http://schemas.microsoft.com/office/drawing/2014/main" id="{38AB674A-44A5-2E5D-EA7A-DB812967524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1" name="Line 48">
                  <a:extLst>
                    <a:ext uri="{FF2B5EF4-FFF2-40B4-BE49-F238E27FC236}">
                      <a16:creationId xmlns:a16="http://schemas.microsoft.com/office/drawing/2014/main" id="{F0F2266B-9755-0EFC-DC24-BA07992AE4A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2" name="Line 49">
                  <a:extLst>
                    <a:ext uri="{FF2B5EF4-FFF2-40B4-BE49-F238E27FC236}">
                      <a16:creationId xmlns:a16="http://schemas.microsoft.com/office/drawing/2014/main" id="{DCBAE839-80D7-4586-9238-2DF042D160D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3" name="Line 50">
                  <a:extLst>
                    <a:ext uri="{FF2B5EF4-FFF2-40B4-BE49-F238E27FC236}">
                      <a16:creationId xmlns:a16="http://schemas.microsoft.com/office/drawing/2014/main" id="{0127038D-F380-272C-6560-80626F20458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4" name="Line 51">
                  <a:extLst>
                    <a:ext uri="{FF2B5EF4-FFF2-40B4-BE49-F238E27FC236}">
                      <a16:creationId xmlns:a16="http://schemas.microsoft.com/office/drawing/2014/main" id="{4FC8730D-8317-A662-ED9C-159BD777CF0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5" name="Line 52">
                  <a:extLst>
                    <a:ext uri="{FF2B5EF4-FFF2-40B4-BE49-F238E27FC236}">
                      <a16:creationId xmlns:a16="http://schemas.microsoft.com/office/drawing/2014/main" id="{003E83EE-3A4B-2391-9750-8D3C9EA05C3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6" name="Line 53">
                  <a:extLst>
                    <a:ext uri="{FF2B5EF4-FFF2-40B4-BE49-F238E27FC236}">
                      <a16:creationId xmlns:a16="http://schemas.microsoft.com/office/drawing/2014/main" id="{7D679544-4997-85D5-E6FA-5BE9944D732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7" name="Line 54">
                  <a:extLst>
                    <a:ext uri="{FF2B5EF4-FFF2-40B4-BE49-F238E27FC236}">
                      <a16:creationId xmlns:a16="http://schemas.microsoft.com/office/drawing/2014/main" id="{F962FCF5-1F89-B206-BC86-7F34D22BD25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8" name="Line 55">
                  <a:extLst>
                    <a:ext uri="{FF2B5EF4-FFF2-40B4-BE49-F238E27FC236}">
                      <a16:creationId xmlns:a16="http://schemas.microsoft.com/office/drawing/2014/main" id="{6B77A53A-B4C5-38AD-81C5-7213E2878CA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9" name="Line 56">
                  <a:extLst>
                    <a:ext uri="{FF2B5EF4-FFF2-40B4-BE49-F238E27FC236}">
                      <a16:creationId xmlns:a16="http://schemas.microsoft.com/office/drawing/2014/main" id="{1AF39478-5058-635E-69D9-EE05755BE6C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1033" name="Rectangle 57" descr="60%">
              <a:extLst>
                <a:ext uri="{FF2B5EF4-FFF2-40B4-BE49-F238E27FC236}">
                  <a16:creationId xmlns:a16="http://schemas.microsoft.com/office/drawing/2014/main" id="{9F39917D-BF04-870D-54DE-1FC93589E509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2112" y="0"/>
              <a:ext cx="3648" cy="96"/>
            </a:xfrm>
            <a:prstGeom prst="rect">
              <a:avLst/>
            </a:prstGeom>
            <a:pattFill prst="pct60">
              <a:fgClr>
                <a:schemeClr val="folHlink"/>
              </a:fgClr>
              <a:bgClr>
                <a:schemeClr val="bg1"/>
              </a:bgClr>
            </a:patt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34" name="Line 58">
              <a:extLst>
                <a:ext uri="{FF2B5EF4-FFF2-40B4-BE49-F238E27FC236}">
                  <a16:creationId xmlns:a16="http://schemas.microsoft.com/office/drawing/2014/main" id="{EF9D0196-B8CE-6DB7-F9A3-1E33988847F4}"/>
                </a:ext>
              </a:extLst>
            </p:cNvPr>
            <p:cNvSpPr>
              <a:spLocks noChangeShapeType="1"/>
            </p:cNvSpPr>
            <p:nvPr/>
          </p:nvSpPr>
          <p:spPr bwMode="ltGray">
            <a:xfrm>
              <a:off x="5568" y="0"/>
              <a:ext cx="0" cy="148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035" name="Group 59">
              <a:extLst>
                <a:ext uri="{FF2B5EF4-FFF2-40B4-BE49-F238E27FC236}">
                  <a16:creationId xmlns:a16="http://schemas.microsoft.com/office/drawing/2014/main" id="{DF9B7378-A0EB-D853-952B-AF7DBB5F999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892"/>
              <a:ext cx="1124" cy="1464"/>
              <a:chOff x="96" y="916"/>
              <a:chExt cx="2208" cy="2876"/>
            </a:xfrm>
          </p:grpSpPr>
          <p:sp>
            <p:nvSpPr>
              <p:cNvPr id="1036" name="Line 60">
                <a:extLst>
                  <a:ext uri="{FF2B5EF4-FFF2-40B4-BE49-F238E27FC236}">
                    <a16:creationId xmlns:a16="http://schemas.microsoft.com/office/drawing/2014/main" id="{8A00BABD-1C6B-B10A-B193-0EABDA087794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H="1">
                <a:off x="96" y="1037"/>
                <a:ext cx="22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7" name="Line 61">
                <a:extLst>
                  <a:ext uri="{FF2B5EF4-FFF2-40B4-BE49-F238E27FC236}">
                    <a16:creationId xmlns:a16="http://schemas.microsoft.com/office/drawing/2014/main" id="{4E39E670-ACAA-AF31-86CE-AB7CED922083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>
                <a:off x="336" y="920"/>
                <a:ext cx="0" cy="287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8" name="Arc 62">
                <a:extLst>
                  <a:ext uri="{FF2B5EF4-FFF2-40B4-BE49-F238E27FC236}">
                    <a16:creationId xmlns:a16="http://schemas.microsoft.com/office/drawing/2014/main" id="{11C4D7FC-325F-381C-3D9C-2BF9331E9104}"/>
                  </a:ext>
                </a:extLst>
              </p:cNvPr>
              <p:cNvSpPr>
                <a:spLocks/>
              </p:cNvSpPr>
              <p:nvPr/>
            </p:nvSpPr>
            <p:spPr bwMode="ltGray">
              <a:xfrm flipH="1">
                <a:off x="217" y="916"/>
                <a:ext cx="239" cy="239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1027" name="Rectangle 63">
            <a:extLst>
              <a:ext uri="{FF2B5EF4-FFF2-40B4-BE49-F238E27FC236}">
                <a16:creationId xmlns:a16="http://schemas.microsoft.com/office/drawing/2014/main" id="{C2DB55D8-4CFB-CA5F-EF30-A7FEABAF38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64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9BEF4022-D7A5-AE0B-7E64-B43AB401B7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9050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161" name="Rectangle 65">
            <a:extLst>
              <a:ext uri="{FF2B5EF4-FFF2-40B4-BE49-F238E27FC236}">
                <a16:creationId xmlns:a16="http://schemas.microsoft.com/office/drawing/2014/main" id="{CDF21E6F-8083-7FA0-A93F-ECE3BC21080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162" name="Rectangle 66">
            <a:extLst>
              <a:ext uri="{FF2B5EF4-FFF2-40B4-BE49-F238E27FC236}">
                <a16:creationId xmlns:a16="http://schemas.microsoft.com/office/drawing/2014/main" id="{4A595585-FE4B-457A-3A4E-13411B8E032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r>
              <a:rPr lang="en-US"/>
              <a:t>[Lect01] Analysis of Algorithms</a:t>
            </a:r>
          </a:p>
        </p:txBody>
      </p:sp>
      <p:sp>
        <p:nvSpPr>
          <p:cNvPr id="4163" name="Rectangle 67">
            <a:extLst>
              <a:ext uri="{FF2B5EF4-FFF2-40B4-BE49-F238E27FC236}">
                <a16:creationId xmlns:a16="http://schemas.microsoft.com/office/drawing/2014/main" id="{03C3EBC8-E987-F220-717C-E653A8ED181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BED6603F-0C72-474A-B440-E5A43BFF305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92" r:id="rId1"/>
    <p:sldLayoutId id="2147484293" r:id="rId2"/>
    <p:sldLayoutId id="2147484294" r:id="rId3"/>
    <p:sldLayoutId id="2147484295" r:id="rId4"/>
    <p:sldLayoutId id="2147484296" r:id="rId5"/>
    <p:sldLayoutId id="2147484297" r:id="rId6"/>
    <p:sldLayoutId id="2147484298" r:id="rId7"/>
    <p:sldLayoutId id="2147484299" r:id="rId8"/>
    <p:sldLayoutId id="2147484300" r:id="rId9"/>
    <p:sldLayoutId id="2147484301" r:id="rId10"/>
    <p:sldLayoutId id="2147484302" r:id="rId11"/>
    <p:sldLayoutId id="2147484303" r:id="rId12"/>
    <p:sldLayoutId id="2147484304" r:id="rId13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e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w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w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em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emf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w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wmf"/><Relationship Id="rId4" Type="http://schemas.openxmlformats.org/officeDocument/2006/relationships/oleObject" Target="../embeddings/oleObject12.bin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06BB0662-5062-DEC6-3F06-BCFEE039C6C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914400" y="16764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sz="4000"/>
              <a:t>Lecture 01</a:t>
            </a:r>
            <a:br>
              <a:rPr lang="en-US" altLang="en-US" sz="4000"/>
            </a:br>
            <a:r>
              <a:rPr lang="en-US" altLang="en-US" sz="4000"/>
              <a:t>Analysis of Algorithms</a:t>
            </a:r>
          </a:p>
        </p:txBody>
      </p:sp>
      <p:sp>
        <p:nvSpPr>
          <p:cNvPr id="17419" name="Text Box 159">
            <a:extLst>
              <a:ext uri="{FF2B5EF4-FFF2-40B4-BE49-F238E27FC236}">
                <a16:creationId xmlns:a16="http://schemas.microsoft.com/office/drawing/2014/main" id="{55A12499-4E55-CC0D-DFCA-A406831597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7338" y="5502275"/>
            <a:ext cx="6367462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An </a:t>
            </a:r>
            <a:r>
              <a:rPr lang="en-US" altLang="en-US" sz="2400" b="1"/>
              <a:t>algorithm</a:t>
            </a:r>
            <a:r>
              <a:rPr lang="en-US" altLang="en-US" sz="2400"/>
              <a:t> is a step-by-step procedure for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solving a problem in a finite amount of time.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D3FD2B1-82D5-04C3-602F-FA11293DE04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676519" y="2957400"/>
            <a:ext cx="5896080" cy="2428920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Footer Placeholder 5">
            <a:extLst>
              <a:ext uri="{FF2B5EF4-FFF2-40B4-BE49-F238E27FC236}">
                <a16:creationId xmlns:a16="http://schemas.microsoft.com/office/drawing/2014/main" id="{2F648B17-8C45-0798-E094-4C5D202E3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[Lect01] Analysis of Algorithms</a:t>
            </a:r>
          </a:p>
        </p:txBody>
      </p:sp>
      <p:sp>
        <p:nvSpPr>
          <p:cNvPr id="18435" name="Slide Number Placeholder 6">
            <a:extLst>
              <a:ext uri="{FF2B5EF4-FFF2-40B4-BE49-F238E27FC236}">
                <a16:creationId xmlns:a16="http://schemas.microsoft.com/office/drawing/2014/main" id="{63E5D9FE-B0B0-6574-C67E-1594BBC9E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76E9BD4-334B-42B7-A6E2-E9DC7B162EE6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400"/>
          </a:p>
        </p:txBody>
      </p:sp>
      <p:sp>
        <p:nvSpPr>
          <p:cNvPr id="18436" name="Rectangle 2">
            <a:extLst>
              <a:ext uri="{FF2B5EF4-FFF2-40B4-BE49-F238E27FC236}">
                <a16:creationId xmlns:a16="http://schemas.microsoft.com/office/drawing/2014/main" id="{D78DDB1A-DD12-C98D-D6FD-DC53C91D40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Running Time</a:t>
            </a:r>
          </a:p>
        </p:txBody>
      </p:sp>
      <p:sp>
        <p:nvSpPr>
          <p:cNvPr id="18437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CC9782EC-4243-8058-E64F-07E017DFDB5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09600" y="1676400"/>
            <a:ext cx="4419600" cy="4800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How well an algorithm performs when input size grows?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The running time of an algorithm typically </a:t>
            </a:r>
            <a:r>
              <a:rPr lang="en-US" altLang="en-US" sz="2400" u="sng" dirty="0"/>
              <a:t>grows with the input size</a:t>
            </a:r>
            <a:r>
              <a:rPr lang="en-US" altLang="en-US" sz="2400" dirty="0"/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An algorithm can </a:t>
            </a:r>
            <a:r>
              <a:rPr lang="en-US" altLang="en-US" sz="2400" u="sng" dirty="0"/>
              <a:t>perform differently</a:t>
            </a:r>
            <a:r>
              <a:rPr lang="en-US" altLang="en-US" sz="2400" dirty="0"/>
              <a:t> even if the </a:t>
            </a:r>
            <a:r>
              <a:rPr lang="en-US" altLang="en-US" sz="2400" u="sng" dirty="0"/>
              <a:t>input size is the same</a:t>
            </a:r>
            <a:r>
              <a:rPr lang="en-US" altLang="en-US" sz="2400" dirty="0"/>
              <a:t> but have a </a:t>
            </a:r>
            <a:r>
              <a:rPr lang="en-US" altLang="en-US" sz="2400" u="sng" dirty="0"/>
              <a:t>different contents or order</a:t>
            </a:r>
            <a:r>
              <a:rPr lang="en-US" altLang="en-US" sz="2400" dirty="0"/>
              <a:t>.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 dirty="0"/>
          </a:p>
        </p:txBody>
      </p:sp>
      <p:graphicFrame>
        <p:nvGraphicFramePr>
          <p:cNvPr id="18438" name="Object 4">
            <a:extLst>
              <a:ext uri="{FF2B5EF4-FFF2-40B4-BE49-F238E27FC236}">
                <a16:creationId xmlns:a16="http://schemas.microsoft.com/office/drawing/2014/main" id="{6B017921-0FFC-1FCE-DE18-3ADCFB317864}"/>
              </a:ext>
            </a:extLst>
          </p:cNvPr>
          <p:cNvGraphicFramePr>
            <a:graphicFrameLocks noGrp="1" noChangeAspect="1"/>
          </p:cNvGraphicFramePr>
          <p:nvPr>
            <p:ph type="chart" sz="half" idx="2"/>
          </p:nvPr>
        </p:nvGraphicFramePr>
        <p:xfrm>
          <a:off x="4724400" y="1676400"/>
          <a:ext cx="3943350" cy="420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3" imgW="3939594" imgH="4198527" progId="MSGraph.Chart.8">
                  <p:embed followColorScheme="full"/>
                </p:oleObj>
              </mc:Choice>
              <mc:Fallback>
                <p:oleObj name="Chart" r:id="rId3" imgW="3939594" imgH="4198527" progId="MSGraph.Chart.8">
                  <p:embed followColorScheme="full"/>
                  <p:pic>
                    <p:nvPicPr>
                      <p:cNvPr id="18438" name="Object 4">
                        <a:extLst>
                          <a:ext uri="{FF2B5EF4-FFF2-40B4-BE49-F238E27FC236}">
                            <a16:creationId xmlns:a16="http://schemas.microsoft.com/office/drawing/2014/main" id="{6B017921-0FFC-1FCE-DE18-3ADCFB31786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1676400"/>
                        <a:ext cx="3943350" cy="420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9EC35-4E3E-CD89-84B8-BA650F65A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Footer Placeholder 5">
            <a:extLst>
              <a:ext uri="{FF2B5EF4-FFF2-40B4-BE49-F238E27FC236}">
                <a16:creationId xmlns:a16="http://schemas.microsoft.com/office/drawing/2014/main" id="{10657446-519F-1B8F-F24C-CBE7D8368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[Lect01] Analysis of Algorithms</a:t>
            </a:r>
          </a:p>
        </p:txBody>
      </p:sp>
      <p:sp>
        <p:nvSpPr>
          <p:cNvPr id="18435" name="Slide Number Placeholder 6">
            <a:extLst>
              <a:ext uri="{FF2B5EF4-FFF2-40B4-BE49-F238E27FC236}">
                <a16:creationId xmlns:a16="http://schemas.microsoft.com/office/drawing/2014/main" id="{ABB8D012-CA9E-86D2-EE2F-8017D86AA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76E9BD4-334B-42B7-A6E2-E9DC7B162EE6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400"/>
          </a:p>
        </p:txBody>
      </p:sp>
      <p:sp>
        <p:nvSpPr>
          <p:cNvPr id="18436" name="Rectangle 2">
            <a:extLst>
              <a:ext uri="{FF2B5EF4-FFF2-40B4-BE49-F238E27FC236}">
                <a16:creationId xmlns:a16="http://schemas.microsoft.com/office/drawing/2014/main" id="{8576E41B-451E-832D-87DC-9F0DD9F689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1534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Best, Worst, and Average Cases</a:t>
            </a:r>
          </a:p>
        </p:txBody>
      </p:sp>
      <p:sp>
        <p:nvSpPr>
          <p:cNvPr id="18437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63D87EA1-93D2-7F0F-0075-7DB84417C36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28600" y="1676400"/>
            <a:ext cx="4800600" cy="4800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Given the </a:t>
            </a:r>
            <a:r>
              <a:rPr lang="en-US" altLang="en-US" sz="2400" u="sng" dirty="0"/>
              <a:t>same input size</a:t>
            </a:r>
            <a:r>
              <a:rPr lang="en-US" altLang="en-US" sz="2400" dirty="0"/>
              <a:t> of n elements,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i="1" dirty="0"/>
              <a:t>Best case</a:t>
            </a:r>
            <a:r>
              <a:rPr lang="en-US" altLang="en-US" sz="2000" dirty="0"/>
              <a:t> occurs when an algorithm performs the </a:t>
            </a:r>
            <a:r>
              <a:rPr lang="en-US" altLang="en-US" sz="2000" u="sng" dirty="0"/>
              <a:t>minimum</a:t>
            </a:r>
            <a:r>
              <a:rPr lang="en-US" altLang="en-US" sz="2000" dirty="0"/>
              <a:t> number of steps.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i="1" dirty="0"/>
              <a:t>Worst case</a:t>
            </a:r>
            <a:r>
              <a:rPr lang="en-US" altLang="en-US" sz="2000" dirty="0"/>
              <a:t> occurs when an algorithm performs the </a:t>
            </a:r>
            <a:r>
              <a:rPr lang="en-US" altLang="en-US" sz="2000" u="sng" dirty="0"/>
              <a:t>maximum</a:t>
            </a:r>
            <a:r>
              <a:rPr lang="en-US" altLang="en-US" sz="2000" dirty="0"/>
              <a:t> number of steps.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i="1" dirty="0"/>
              <a:t>Average case</a:t>
            </a:r>
            <a:r>
              <a:rPr lang="en-US" altLang="en-US" sz="2000" dirty="0"/>
              <a:t> occurs when an algorithm performs the </a:t>
            </a:r>
            <a:r>
              <a:rPr lang="en-US" altLang="en-US" sz="2000" u="sng" dirty="0"/>
              <a:t>average</a:t>
            </a:r>
            <a:r>
              <a:rPr lang="en-US" altLang="en-US" sz="2000" dirty="0"/>
              <a:t> number of steps.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u="sng" dirty="0"/>
              <a:t>Average case</a:t>
            </a:r>
            <a:r>
              <a:rPr lang="en-US" altLang="en-US" sz="2400" dirty="0"/>
              <a:t> time is </a:t>
            </a:r>
            <a:r>
              <a:rPr lang="en-US" altLang="en-US" sz="2400" u="sng" dirty="0"/>
              <a:t>often</a:t>
            </a:r>
            <a:r>
              <a:rPr lang="en-US" altLang="en-US" sz="2400" dirty="0"/>
              <a:t> </a:t>
            </a:r>
            <a:r>
              <a:rPr lang="en-US" altLang="en-US" sz="2400" u="sng" dirty="0"/>
              <a:t>difficult to determine</a:t>
            </a:r>
            <a:r>
              <a:rPr lang="en-US" altLang="en-US" sz="2400" dirty="0"/>
              <a:t>.</a:t>
            </a:r>
          </a:p>
        </p:txBody>
      </p:sp>
      <p:graphicFrame>
        <p:nvGraphicFramePr>
          <p:cNvPr id="18438" name="Object 4">
            <a:extLst>
              <a:ext uri="{FF2B5EF4-FFF2-40B4-BE49-F238E27FC236}">
                <a16:creationId xmlns:a16="http://schemas.microsoft.com/office/drawing/2014/main" id="{73E5F3FE-8D0C-B7A7-1336-CB039EE1D513}"/>
              </a:ext>
            </a:extLst>
          </p:cNvPr>
          <p:cNvGraphicFramePr>
            <a:graphicFrameLocks noGrp="1" noChangeAspect="1"/>
          </p:cNvGraphicFramePr>
          <p:nvPr>
            <p:ph type="chart" sz="half" idx="2"/>
          </p:nvPr>
        </p:nvGraphicFramePr>
        <p:xfrm>
          <a:off x="4724400" y="1676400"/>
          <a:ext cx="3943350" cy="420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3" imgW="3939594" imgH="4198527" progId="MSGraph.Chart.8">
                  <p:embed followColorScheme="full"/>
                </p:oleObj>
              </mc:Choice>
              <mc:Fallback>
                <p:oleObj name="Chart" r:id="rId3" imgW="3939594" imgH="4198527" progId="MSGraph.Chart.8">
                  <p:embed followColorScheme="full"/>
                  <p:pic>
                    <p:nvPicPr>
                      <p:cNvPr id="18438" name="Object 4">
                        <a:extLst>
                          <a:ext uri="{FF2B5EF4-FFF2-40B4-BE49-F238E27FC236}">
                            <a16:creationId xmlns:a16="http://schemas.microsoft.com/office/drawing/2014/main" id="{73E5F3FE-8D0C-B7A7-1336-CB039EE1D51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1676400"/>
                        <a:ext cx="3943350" cy="420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482059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D94BF-8538-6001-B3FF-30A5316A6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Footer Placeholder 4">
            <a:extLst>
              <a:ext uri="{FF2B5EF4-FFF2-40B4-BE49-F238E27FC236}">
                <a16:creationId xmlns:a16="http://schemas.microsoft.com/office/drawing/2014/main" id="{7546DB8B-86F0-C20F-379B-4FF74C0C1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[Lect01] Analysis of Algorithms</a:t>
            </a:r>
          </a:p>
        </p:txBody>
      </p:sp>
      <p:sp>
        <p:nvSpPr>
          <p:cNvPr id="24579" name="Slide Number Placeholder 5">
            <a:extLst>
              <a:ext uri="{FF2B5EF4-FFF2-40B4-BE49-F238E27FC236}">
                <a16:creationId xmlns:a16="http://schemas.microsoft.com/office/drawing/2014/main" id="{5EE8D4E2-68BF-2342-589F-463D8FBF2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17C0A4A-C975-4C84-B643-6A7192EFD242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400"/>
          </a:p>
        </p:txBody>
      </p:sp>
      <p:sp>
        <p:nvSpPr>
          <p:cNvPr id="24580" name="Rectangle 2">
            <a:extLst>
              <a:ext uri="{FF2B5EF4-FFF2-40B4-BE49-F238E27FC236}">
                <a16:creationId xmlns:a16="http://schemas.microsoft.com/office/drawing/2014/main" id="{D227C992-8846-9772-DEF1-35E3FC5A80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4572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Examples of Best, Worst, and Average Cases</a:t>
            </a:r>
          </a:p>
        </p:txBody>
      </p:sp>
      <p:sp>
        <p:nvSpPr>
          <p:cNvPr id="24581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6ECD38F5-4EE8-6D8A-2002-D9498ACB7B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905000"/>
            <a:ext cx="3962400" cy="3962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u="sng" dirty="0"/>
              <a:t>Best case</a:t>
            </a:r>
            <a:r>
              <a:rPr lang="en-US" altLang="en-US" sz="2400" dirty="0"/>
              <a:t> occurs when e exists as the </a:t>
            </a:r>
            <a:r>
              <a:rPr lang="en-US" altLang="en-US" sz="2400" u="sng" dirty="0"/>
              <a:t>first element</a:t>
            </a:r>
            <a:r>
              <a:rPr lang="en-US" altLang="en-US" sz="2400" dirty="0"/>
              <a:t> in A, the 'if' runs </a:t>
            </a:r>
            <a:r>
              <a:rPr lang="en-US" altLang="en-US" sz="2400" u="sng" dirty="0"/>
              <a:t>once</a:t>
            </a:r>
            <a:r>
              <a:rPr lang="en-US" altLang="en-US" sz="2400" dirty="0"/>
              <a:t> only.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u="sng" dirty="0"/>
              <a:t>Worst case</a:t>
            </a:r>
            <a:r>
              <a:rPr lang="en-US" altLang="en-US" sz="2400" dirty="0"/>
              <a:t> occurs when e </a:t>
            </a:r>
            <a:r>
              <a:rPr lang="en-US" altLang="en-US" sz="2400" u="sng" dirty="0"/>
              <a:t>does not exist</a:t>
            </a:r>
            <a:r>
              <a:rPr lang="en-US" altLang="en-US" sz="2400" dirty="0"/>
              <a:t> in A, the 'if' runs </a:t>
            </a:r>
            <a:r>
              <a:rPr lang="en-US" altLang="en-US" sz="2400" u="sng" dirty="0"/>
              <a:t>n times</a:t>
            </a:r>
            <a:r>
              <a:rPr lang="en-US" altLang="en-US" sz="2400" dirty="0"/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u="sng" dirty="0"/>
              <a:t>Average case</a:t>
            </a:r>
            <a:r>
              <a:rPr lang="en-US" altLang="en-US" sz="2400" dirty="0"/>
              <a:t> occurs when e exists in the </a:t>
            </a:r>
            <a:r>
              <a:rPr lang="en-US" altLang="en-US" sz="2400" u="sng" dirty="0"/>
              <a:t>middle</a:t>
            </a:r>
            <a:r>
              <a:rPr lang="en-US" altLang="en-US" sz="2400" dirty="0"/>
              <a:t> of A, the 'if' runs about </a:t>
            </a:r>
            <a:r>
              <a:rPr lang="en-US" altLang="en-US" sz="2400" u="sng" dirty="0"/>
              <a:t>n/2 times</a:t>
            </a:r>
            <a:r>
              <a:rPr lang="en-US" altLang="en-US" sz="2400" dirty="0"/>
              <a:t>.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 dirty="0"/>
          </a:p>
        </p:txBody>
      </p:sp>
      <p:sp>
        <p:nvSpPr>
          <p:cNvPr id="24582" name="Rectangle 6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05E9CBE3-6521-0EDB-9FE6-6767DE4BD2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5410200"/>
            <a:ext cx="38100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/>
              <a:t>	</a:t>
            </a:r>
          </a:p>
        </p:txBody>
      </p:sp>
      <p:sp>
        <p:nvSpPr>
          <p:cNvPr id="24583" name="Text Box 7">
            <a:extLst>
              <a:ext uri="{FF2B5EF4-FFF2-40B4-BE49-F238E27FC236}">
                <a16:creationId xmlns:a16="http://schemas.microsoft.com/office/drawing/2014/main" id="{47E9ABF1-B94B-9A0C-822D-EEC8EC4A5D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990600"/>
            <a:ext cx="4343398" cy="2585323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22860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noProof="1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 sz="1800" noProof="1">
                <a:latin typeface="Times New Roman" panose="02020603050405020304" pitchFamily="18" charset="0"/>
              </a:rPr>
              <a:t> </a:t>
            </a:r>
            <a:r>
              <a:rPr lang="en-US" altLang="en-US" sz="1800" b="1" i="1" noProof="1">
                <a:solidFill>
                  <a:schemeClr val="tx2"/>
                </a:solidFill>
                <a:latin typeface="Times New Roman" panose="02020603050405020304" pitchFamily="18" charset="0"/>
              </a:rPr>
              <a:t>contains </a:t>
            </a:r>
            <a:r>
              <a:rPr lang="en-US" altLang="en-US" sz="1800" noProof="1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 noProof="1">
                <a:solidFill>
                  <a:schemeClr val="tx2"/>
                </a:solidFill>
                <a:latin typeface="Times New Roman" panose="02020603050405020304" pitchFamily="18" charset="0"/>
              </a:rPr>
              <a:t>A</a:t>
            </a:r>
            <a:r>
              <a:rPr lang="en-US" altLang="en-US" sz="1800" noProof="1">
                <a:solidFill>
                  <a:schemeClr val="tx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en-US" sz="1800" b="1" i="1" noProof="1">
                <a:solidFill>
                  <a:schemeClr val="tx2"/>
                </a:solidFill>
                <a:latin typeface="Times New Roman" panose="02020603050405020304" pitchFamily="18" charset="0"/>
              </a:rPr>
              <a:t>e</a:t>
            </a:r>
            <a:r>
              <a:rPr lang="en-US" altLang="en-US" sz="1800" noProof="1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noProof="1">
                <a:solidFill>
                  <a:schemeClr val="tx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1800" b="1" noProof="1">
                <a:solidFill>
                  <a:srgbClr val="000000"/>
                </a:solidFill>
                <a:latin typeface="Times New Roman" panose="02020603050405020304" pitchFamily="18" charset="0"/>
              </a:rPr>
              <a:t>Input</a:t>
            </a:r>
            <a:r>
              <a:rPr lang="en-US" altLang="en-US" sz="1800" noProof="1">
                <a:latin typeface="Times New Roman" panose="02020603050405020304" pitchFamily="18" charset="0"/>
              </a:rPr>
              <a:t> </a:t>
            </a:r>
            <a:r>
              <a:rPr lang="en-US" altLang="en-US" sz="1800" noProof="1">
                <a:solidFill>
                  <a:schemeClr val="accent2"/>
                </a:solidFill>
                <a:latin typeface="Times New Roman" panose="02020603050405020304" pitchFamily="18" charset="0"/>
              </a:rPr>
              <a:t>array </a:t>
            </a:r>
            <a:r>
              <a:rPr lang="en-US" altLang="en-US" sz="1800" b="1" i="1" noProof="1">
                <a:solidFill>
                  <a:schemeClr val="accent2"/>
                </a:solidFill>
                <a:latin typeface="Times New Roman" panose="02020603050405020304" pitchFamily="18" charset="0"/>
              </a:rPr>
              <a:t>A</a:t>
            </a:r>
            <a:r>
              <a:rPr lang="en-US" altLang="en-US" sz="1800" noProof="1">
                <a:solidFill>
                  <a:schemeClr val="accent2"/>
                </a:solidFill>
                <a:latin typeface="Times New Roman" panose="02020603050405020304" pitchFamily="18" charset="0"/>
              </a:rPr>
              <a:t> of </a:t>
            </a:r>
            <a:r>
              <a:rPr lang="en-US" altLang="en-US" sz="1800" b="1" i="1" noProof="1">
                <a:solidFill>
                  <a:schemeClr val="accent2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sz="1800" noProof="1">
                <a:solidFill>
                  <a:schemeClr val="accent2"/>
                </a:solidFill>
                <a:latin typeface="Times New Roman" panose="02020603050405020304" pitchFamily="18" charset="0"/>
              </a:rPr>
              <a:t> integers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noProof="1">
                <a:solidFill>
                  <a:schemeClr val="tx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1800" b="1" noProof="1">
                <a:solidFill>
                  <a:srgbClr val="000000"/>
                </a:solidFill>
                <a:latin typeface="Times New Roman" panose="02020603050405020304" pitchFamily="18" charset="0"/>
              </a:rPr>
              <a:t>Output</a:t>
            </a:r>
            <a:r>
              <a:rPr lang="en-US" altLang="en-US" sz="1800" noProof="1">
                <a:latin typeface="Times New Roman" panose="02020603050405020304" pitchFamily="18" charset="0"/>
              </a:rPr>
              <a:t> </a:t>
            </a:r>
            <a:r>
              <a:rPr lang="en-US" altLang="en-US" sz="1800" noProof="1">
                <a:solidFill>
                  <a:schemeClr val="accent2"/>
                </a:solidFill>
                <a:latin typeface="Times New Roman" panose="02020603050405020304" pitchFamily="18" charset="0"/>
              </a:rPr>
              <a:t>true if </a:t>
            </a:r>
            <a:r>
              <a:rPr lang="en-US" altLang="en-US" sz="1800" i="1" noProof="1">
                <a:solidFill>
                  <a:schemeClr val="accent2"/>
                </a:solidFill>
                <a:latin typeface="Times New Roman" panose="02020603050405020304" pitchFamily="18" charset="0"/>
              </a:rPr>
              <a:t>e</a:t>
            </a:r>
            <a:r>
              <a:rPr lang="en-US" altLang="en-US" sz="1800" noProof="1">
                <a:solidFill>
                  <a:schemeClr val="accent2"/>
                </a:solidFill>
                <a:latin typeface="Times New Roman" panose="02020603050405020304" pitchFamily="18" charset="0"/>
              </a:rPr>
              <a:t> exists in </a:t>
            </a:r>
            <a:r>
              <a:rPr lang="en-US" altLang="en-US" sz="1800" b="1" i="1" noProof="1">
                <a:solidFill>
                  <a:schemeClr val="accent2"/>
                </a:solidFill>
                <a:latin typeface="Times New Roman" panose="02020603050405020304" pitchFamily="18" charset="0"/>
              </a:rPr>
              <a:t>A</a:t>
            </a:r>
            <a:r>
              <a:rPr lang="en-US" altLang="en-US" sz="1800" noProof="1">
                <a:solidFill>
                  <a:schemeClr val="accent2"/>
                </a:solidFill>
                <a:latin typeface="Times New Roman" panose="02020603050405020304" pitchFamily="18" charset="0"/>
              </a:rPr>
              <a:t>,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noProof="1">
                <a:solidFill>
                  <a:schemeClr val="accent2"/>
                </a:solidFill>
                <a:latin typeface="Times New Roman" panose="02020603050405020304" pitchFamily="18" charset="0"/>
              </a:rPr>
              <a:t>                 false otherwise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noProof="1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noProof="1">
                <a:latin typeface="Times New Roman" panose="02020603050405020304" pitchFamily="18" charset="0"/>
              </a:rPr>
              <a:t>	</a:t>
            </a:r>
            <a:r>
              <a:rPr lang="en-US" altLang="en-US" sz="1800" b="1" noProof="1">
                <a:solidFill>
                  <a:srgbClr val="000000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1800" noProof="1">
                <a:latin typeface="Times New Roman" panose="02020603050405020304" pitchFamily="18" charset="0"/>
              </a:rPr>
              <a:t> </a:t>
            </a:r>
            <a:r>
              <a:rPr lang="en-US" altLang="en-US" sz="1800" b="1" i="1" noProof="1">
                <a:solidFill>
                  <a:schemeClr val="accent2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sz="1800" noProof="1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noProof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en-US" sz="1800" noProof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0</a:t>
            </a:r>
            <a:r>
              <a:rPr lang="en-US" altLang="en-US" sz="1800" noProof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1800" b="1" noProof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to</a:t>
            </a:r>
            <a:r>
              <a:rPr lang="en-US" altLang="en-US" sz="1800" noProof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1800" b="1" i="1" noProof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sz="1800" noProof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 1</a:t>
            </a:r>
            <a:r>
              <a:rPr lang="en-US" altLang="en-US" sz="1800" noProof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1800" b="1" noProof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do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noProof="1">
                <a:latin typeface="Times New Roman" panose="02020603050405020304" pitchFamily="18" charset="0"/>
                <a:sym typeface="Symbol" panose="05050102010706020507" pitchFamily="18" charset="2"/>
              </a:rPr>
              <a:t>		</a:t>
            </a:r>
            <a:r>
              <a:rPr lang="en-US" altLang="en-US" sz="1800" b="1" noProof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if</a:t>
            </a:r>
            <a:r>
              <a:rPr lang="en-US" altLang="en-US" sz="1800" noProof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1800" b="1" i="1" noProof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en-US" sz="1800" noProof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[</a:t>
            </a:r>
            <a:r>
              <a:rPr lang="en-US" altLang="en-US" sz="1800" i="1" noProof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en-US" sz="1800" noProof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] = </a:t>
            </a:r>
            <a:r>
              <a:rPr lang="en-US" altLang="en-US" sz="1800" b="1" i="1" noProof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lang="en-US" altLang="en-US" sz="1800" noProof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1800" b="1" noProof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then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noProof="1">
                <a:latin typeface="Times New Roman" panose="02020603050405020304" pitchFamily="18" charset="0"/>
                <a:sym typeface="Symbol" panose="05050102010706020507" pitchFamily="18" charset="2"/>
              </a:rPr>
              <a:t>			</a:t>
            </a:r>
            <a:r>
              <a:rPr lang="en-US" altLang="en-US" sz="1800" b="1" noProof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return</a:t>
            </a:r>
            <a:r>
              <a:rPr lang="en-US" altLang="en-US" sz="1800" noProof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1800" b="1" i="1" noProof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true</a:t>
            </a:r>
            <a:endParaRPr lang="en-US" altLang="en-US" sz="1800" noProof="1">
              <a:solidFill>
                <a:schemeClr val="accent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noProof="1">
                <a:latin typeface="Times New Roman" panose="02020603050405020304" pitchFamily="18" charset="0"/>
                <a:sym typeface="Symbol" panose="05050102010706020507" pitchFamily="18" charset="2"/>
              </a:rPr>
              <a:t>	</a:t>
            </a:r>
            <a:r>
              <a:rPr lang="en-US" altLang="en-US" sz="1800" b="1" noProof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return</a:t>
            </a:r>
            <a:r>
              <a:rPr lang="en-US" altLang="en-US" sz="1800" noProof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1800" b="1" i="1" noProof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false</a:t>
            </a:r>
            <a:r>
              <a:rPr lang="en-US" altLang="en-US" sz="1800" noProof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en-US" altLang="en-US" sz="1800" noProof="1">
              <a:latin typeface="Times New Roman" panose="02020603050405020304" pitchFamily="18" charset="0"/>
            </a:endParaRPr>
          </a:p>
        </p:txBody>
      </p:sp>
      <p:sp>
        <p:nvSpPr>
          <p:cNvPr id="2" name="Text Box 7">
            <a:extLst>
              <a:ext uri="{FF2B5EF4-FFF2-40B4-BE49-F238E27FC236}">
                <a16:creationId xmlns:a16="http://schemas.microsoft.com/office/drawing/2014/main" id="{D28EE30D-9903-B00F-2556-AB20715855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3822918"/>
            <a:ext cx="4343398" cy="2062103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22860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</a:rPr>
              <a:t>// Java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</a:rPr>
              <a:t>boolean </a:t>
            </a:r>
            <a:r>
              <a:rPr lang="en-US" altLang="en-US" sz="1600" noProof="1">
                <a:solidFill>
                  <a:schemeClr val="tx2"/>
                </a:solidFill>
                <a:latin typeface="Consolas" panose="020B0609020204030204" pitchFamily="49" charset="0"/>
              </a:rPr>
              <a:t>contains (int A[], int e)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noProof="1">
                <a:solidFill>
                  <a:schemeClr val="tx2"/>
                </a:solidFill>
                <a:latin typeface="Consolas" panose="020B0609020204030204" pitchFamily="49" charset="0"/>
              </a:rPr>
              <a:t>{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noProof="1">
                <a:latin typeface="Consolas" panose="020B0609020204030204" pitchFamily="49" charset="0"/>
              </a:rPr>
              <a:t>	</a:t>
            </a: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</a:rPr>
              <a:t>for</a:t>
            </a:r>
            <a:r>
              <a:rPr lang="en-US" altLang="en-US" sz="1600" noProof="1">
                <a:latin typeface="Consolas" panose="020B0609020204030204" pitchFamily="49" charset="0"/>
              </a:rPr>
              <a:t> (int 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i</a:t>
            </a:r>
            <a:r>
              <a:rPr lang="en-US" altLang="en-US" sz="1600" noProof="1">
                <a:solidFill>
                  <a:schemeClr val="tx2"/>
                </a:solidFill>
                <a:latin typeface="Consolas" panose="020B0609020204030204" pitchFamily="49" charset="0"/>
              </a:rPr>
              <a:t> =</a:t>
            </a:r>
            <a:r>
              <a:rPr lang="en-US" altLang="en-US" sz="1600" noProof="1">
                <a:solidFill>
                  <a:schemeClr val="tx2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 0; i &lt; A.length, i++)</a:t>
            </a:r>
            <a:endParaRPr lang="en-US" altLang="en-US" sz="1600" noProof="1">
              <a:solidFill>
                <a:srgbClr val="000000"/>
              </a:solidFill>
              <a:latin typeface="Consolas" panose="020B0609020204030204" pitchFamily="49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noProof="1">
                <a:latin typeface="Consolas" panose="020B0609020204030204" pitchFamily="49" charset="0"/>
                <a:sym typeface="Symbol" panose="05050102010706020507" pitchFamily="18" charset="2"/>
              </a:rPr>
              <a:t>		</a:t>
            </a: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if</a:t>
            </a:r>
            <a:r>
              <a:rPr lang="en-US" altLang="en-US" sz="1600" noProof="1">
                <a:latin typeface="Consolas" panose="020B0609020204030204" pitchFamily="49" charset="0"/>
                <a:sym typeface="Symbol" panose="05050102010706020507" pitchFamily="18" charset="2"/>
              </a:rPr>
              <a:t> (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A[i] == e)</a:t>
            </a:r>
            <a:endParaRPr lang="en-US" altLang="en-US" sz="1600" noProof="1">
              <a:solidFill>
                <a:srgbClr val="000000"/>
              </a:solidFill>
              <a:latin typeface="Consolas" panose="020B0609020204030204" pitchFamily="49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noProof="1">
                <a:latin typeface="Consolas" panose="020B0609020204030204" pitchFamily="49" charset="0"/>
                <a:sym typeface="Symbol" panose="05050102010706020507" pitchFamily="18" charset="2"/>
              </a:rPr>
              <a:t>			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return true;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noProof="1">
                <a:latin typeface="Consolas" panose="020B0609020204030204" pitchFamily="49" charset="0"/>
                <a:sym typeface="Symbol" panose="05050102010706020507" pitchFamily="18" charset="2"/>
              </a:rPr>
              <a:t>	</a:t>
            </a: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return</a:t>
            </a:r>
            <a:r>
              <a:rPr lang="en-US" altLang="en-US" sz="1600" noProof="1">
                <a:latin typeface="Consolas" panose="020B0609020204030204" pitchFamily="49" charset="0"/>
                <a:sym typeface="Symbol" panose="05050102010706020507" pitchFamily="18" charset="2"/>
              </a:rPr>
              <a:t> 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false;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}</a:t>
            </a:r>
            <a:endParaRPr lang="en-US" altLang="en-US" sz="1600" noProof="1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32870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8E984-4BB9-D9D5-CE23-857C90155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Footer Placeholder 5">
            <a:extLst>
              <a:ext uri="{FF2B5EF4-FFF2-40B4-BE49-F238E27FC236}">
                <a16:creationId xmlns:a16="http://schemas.microsoft.com/office/drawing/2014/main" id="{BE01D75B-9D0C-32BA-269B-F13ACD87F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[Lect01] Analysis of Algorithms</a:t>
            </a:r>
          </a:p>
        </p:txBody>
      </p:sp>
      <p:sp>
        <p:nvSpPr>
          <p:cNvPr id="18435" name="Slide Number Placeholder 6">
            <a:extLst>
              <a:ext uri="{FF2B5EF4-FFF2-40B4-BE49-F238E27FC236}">
                <a16:creationId xmlns:a16="http://schemas.microsoft.com/office/drawing/2014/main" id="{052A138E-2901-2450-2467-BF68FAFFF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76E9BD4-334B-42B7-A6E2-E9DC7B162EE6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400"/>
          </a:p>
        </p:txBody>
      </p:sp>
      <p:sp>
        <p:nvSpPr>
          <p:cNvPr id="18436" name="Rectangle 2">
            <a:extLst>
              <a:ext uri="{FF2B5EF4-FFF2-40B4-BE49-F238E27FC236}">
                <a16:creationId xmlns:a16="http://schemas.microsoft.com/office/drawing/2014/main" id="{14E51932-182B-CE3D-6F50-7FD54D5396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1534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Worst Case</a:t>
            </a:r>
          </a:p>
        </p:txBody>
      </p:sp>
      <p:sp>
        <p:nvSpPr>
          <p:cNvPr id="18437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CE644929-9562-85BD-4F65-E85A9B3F71D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28600" y="1676400"/>
            <a:ext cx="4800600" cy="4800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We generally focus on the </a:t>
            </a:r>
            <a:r>
              <a:rPr lang="en-US" altLang="en-US" sz="2400" u="sng" dirty="0"/>
              <a:t>worst-case</a:t>
            </a:r>
            <a:r>
              <a:rPr lang="en-US" altLang="en-US" sz="2400" dirty="0"/>
              <a:t> running time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Easier to analyze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We can estimate the </a:t>
            </a:r>
            <a:r>
              <a:rPr lang="en-US" altLang="en-US" sz="2400" u="sng" dirty="0"/>
              <a:t>maximum time</a:t>
            </a:r>
            <a:r>
              <a:rPr lang="en-US" altLang="en-US" sz="2400" dirty="0"/>
              <a:t> for the algorithm to finish, which is crucial to applications such as games, finance and robotics</a:t>
            </a:r>
          </a:p>
        </p:txBody>
      </p:sp>
      <p:graphicFrame>
        <p:nvGraphicFramePr>
          <p:cNvPr id="18438" name="Object 4">
            <a:extLst>
              <a:ext uri="{FF2B5EF4-FFF2-40B4-BE49-F238E27FC236}">
                <a16:creationId xmlns:a16="http://schemas.microsoft.com/office/drawing/2014/main" id="{D641F84C-FDDF-B6A9-CB25-23FD84944411}"/>
              </a:ext>
            </a:extLst>
          </p:cNvPr>
          <p:cNvGraphicFramePr>
            <a:graphicFrameLocks noGrp="1" noChangeAspect="1"/>
          </p:cNvGraphicFramePr>
          <p:nvPr>
            <p:ph type="chart" sz="half" idx="2"/>
          </p:nvPr>
        </p:nvGraphicFramePr>
        <p:xfrm>
          <a:off x="4724400" y="1676400"/>
          <a:ext cx="3943350" cy="420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3" imgW="3939594" imgH="4198527" progId="MSGraph.Chart.8">
                  <p:embed followColorScheme="full"/>
                </p:oleObj>
              </mc:Choice>
              <mc:Fallback>
                <p:oleObj name="Chart" r:id="rId3" imgW="3939594" imgH="4198527" progId="MSGraph.Chart.8">
                  <p:embed followColorScheme="full"/>
                  <p:pic>
                    <p:nvPicPr>
                      <p:cNvPr id="18438" name="Object 4">
                        <a:extLst>
                          <a:ext uri="{FF2B5EF4-FFF2-40B4-BE49-F238E27FC236}">
                            <a16:creationId xmlns:a16="http://schemas.microsoft.com/office/drawing/2014/main" id="{D641F84C-FDDF-B6A9-CB25-23FD8494441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1676400"/>
                        <a:ext cx="3943350" cy="420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66096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Footer Placeholder 4">
            <a:extLst>
              <a:ext uri="{FF2B5EF4-FFF2-40B4-BE49-F238E27FC236}">
                <a16:creationId xmlns:a16="http://schemas.microsoft.com/office/drawing/2014/main" id="{9B6D6D91-7D4E-0DD0-C969-0752DABA4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[Lect01] Analysis of Algorithms</a:t>
            </a:r>
          </a:p>
        </p:txBody>
      </p:sp>
      <p:sp>
        <p:nvSpPr>
          <p:cNvPr id="19459" name="Slide Number Placeholder 5">
            <a:extLst>
              <a:ext uri="{FF2B5EF4-FFF2-40B4-BE49-F238E27FC236}">
                <a16:creationId xmlns:a16="http://schemas.microsoft.com/office/drawing/2014/main" id="{BADA2AF3-E85F-66DA-8609-E1673684F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69A9427-A78B-4986-9CE7-BFC9D99FE4B9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400"/>
          </a:p>
        </p:txBody>
      </p:sp>
      <p:sp>
        <p:nvSpPr>
          <p:cNvPr id="19460" name="Rectangle 2">
            <a:extLst>
              <a:ext uri="{FF2B5EF4-FFF2-40B4-BE49-F238E27FC236}">
                <a16:creationId xmlns:a16="http://schemas.microsoft.com/office/drawing/2014/main" id="{9F9D3E7D-CF3E-A9C3-856B-069AD4148A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Running Time Analysis</a:t>
            </a:r>
          </a:p>
        </p:txBody>
      </p:sp>
      <p:sp>
        <p:nvSpPr>
          <p:cNvPr id="19461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2AECE5CF-7E36-899D-7329-ECDDFBCBEC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600200"/>
            <a:ext cx="7848600" cy="4572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2 techniques: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Experimental Studies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Theoretical Analysis</a:t>
            </a:r>
          </a:p>
          <a:p>
            <a:pPr eaLnBrk="1" hangingPunct="1">
              <a:lnSpc>
                <a:spcPct val="90000"/>
              </a:lnSpc>
            </a:pPr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Footer Placeholder 5">
            <a:extLst>
              <a:ext uri="{FF2B5EF4-FFF2-40B4-BE49-F238E27FC236}">
                <a16:creationId xmlns:a16="http://schemas.microsoft.com/office/drawing/2014/main" id="{C33C4648-EB56-527D-4DD4-1ECA28E52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[Lect01] Analysis of Algorithms</a:t>
            </a:r>
          </a:p>
        </p:txBody>
      </p:sp>
      <p:sp>
        <p:nvSpPr>
          <p:cNvPr id="21507" name="Slide Number Placeholder 6">
            <a:extLst>
              <a:ext uri="{FF2B5EF4-FFF2-40B4-BE49-F238E27FC236}">
                <a16:creationId xmlns:a16="http://schemas.microsoft.com/office/drawing/2014/main" id="{94A4251A-8B89-8D2A-FF8B-A109A32CF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393B63F-96A9-4215-A660-DC325F914A9C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400"/>
          </a:p>
        </p:txBody>
      </p:sp>
      <p:sp>
        <p:nvSpPr>
          <p:cNvPr id="21508" name="Rectangle 2">
            <a:extLst>
              <a:ext uri="{FF2B5EF4-FFF2-40B4-BE49-F238E27FC236}">
                <a16:creationId xmlns:a16="http://schemas.microsoft.com/office/drawing/2014/main" id="{78C5734F-78E5-8098-1629-B167E308EC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Experimental Studies</a:t>
            </a:r>
          </a:p>
        </p:txBody>
      </p:sp>
      <p:sp>
        <p:nvSpPr>
          <p:cNvPr id="21509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8040B41A-11F4-CC2E-901C-B4B893CF27E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905000"/>
            <a:ext cx="4191000" cy="4267200"/>
          </a:xfrm>
        </p:spPr>
        <p:txBody>
          <a:bodyPr/>
          <a:lstStyle/>
          <a:p>
            <a:pPr marL="457200" indent="-457200" eaLnBrk="1" hangingPunct="1">
              <a:lnSpc>
                <a:spcPct val="90000"/>
              </a:lnSpc>
              <a:buFont typeface="Tahoma" panose="020B0604030504040204" pitchFamily="34" charset="0"/>
              <a:buAutoNum type="arabicPeriod"/>
            </a:pPr>
            <a:r>
              <a:rPr lang="en-US" altLang="en-US" sz="2400"/>
              <a:t>Write a program </a:t>
            </a:r>
            <a:r>
              <a:rPr lang="en-US" altLang="en-US" sz="2400" u="sng"/>
              <a:t>implementing</a:t>
            </a:r>
            <a:r>
              <a:rPr lang="en-US" altLang="en-US" sz="2400"/>
              <a:t> the algorithm</a:t>
            </a:r>
          </a:p>
          <a:p>
            <a:pPr marL="457200" indent="-457200" eaLnBrk="1" hangingPunct="1">
              <a:lnSpc>
                <a:spcPct val="90000"/>
              </a:lnSpc>
              <a:buFont typeface="Tahoma" panose="020B0604030504040204" pitchFamily="34" charset="0"/>
              <a:buAutoNum type="arabicPeriod"/>
            </a:pPr>
            <a:r>
              <a:rPr lang="en-US" altLang="en-US" sz="2400"/>
              <a:t>Run the program with </a:t>
            </a:r>
            <a:r>
              <a:rPr lang="en-US" altLang="en-US" sz="2400" u="sng"/>
              <a:t>inputs of varying size and composition</a:t>
            </a:r>
          </a:p>
          <a:p>
            <a:pPr marL="457200" indent="-457200" eaLnBrk="1" hangingPunct="1">
              <a:lnSpc>
                <a:spcPct val="90000"/>
              </a:lnSpc>
              <a:buFont typeface="Tahoma" panose="020B0604030504040204" pitchFamily="34" charset="0"/>
              <a:buAutoNum type="arabicPeriod"/>
            </a:pPr>
            <a:r>
              <a:rPr lang="en-US" altLang="en-US" sz="2400"/>
              <a:t>Use </a:t>
            </a:r>
            <a:r>
              <a:rPr lang="en-US" altLang="en-US" sz="2400" u="sng"/>
              <a:t>programming language’s time method</a:t>
            </a:r>
            <a:r>
              <a:rPr lang="en-US" altLang="en-US" sz="2400"/>
              <a:t> to get an accurate measure of the actual running time</a:t>
            </a:r>
          </a:p>
          <a:p>
            <a:pPr marL="457200" indent="-457200" eaLnBrk="1" hangingPunct="1">
              <a:lnSpc>
                <a:spcPct val="90000"/>
              </a:lnSpc>
              <a:buFont typeface="Tahoma" panose="020B0604030504040204" pitchFamily="34" charset="0"/>
              <a:buAutoNum type="arabicPeriod"/>
            </a:pPr>
            <a:r>
              <a:rPr lang="en-US" altLang="en-US" sz="2400" u="sng"/>
              <a:t>Plot</a:t>
            </a:r>
            <a:r>
              <a:rPr lang="en-US" altLang="en-US" sz="2400"/>
              <a:t> the results</a:t>
            </a:r>
          </a:p>
        </p:txBody>
      </p:sp>
      <p:graphicFrame>
        <p:nvGraphicFramePr>
          <p:cNvPr id="21510" name="Object 4">
            <a:extLst>
              <a:ext uri="{FF2B5EF4-FFF2-40B4-BE49-F238E27FC236}">
                <a16:creationId xmlns:a16="http://schemas.microsoft.com/office/drawing/2014/main" id="{875D132B-DBEB-231C-FC56-2FE7AB41E695}"/>
              </a:ext>
            </a:extLst>
          </p:cNvPr>
          <p:cNvGraphicFramePr>
            <a:graphicFrameLocks noGrp="1" noChangeAspect="1"/>
          </p:cNvGraphicFramePr>
          <p:nvPr>
            <p:ph type="chart" sz="half" idx="2"/>
          </p:nvPr>
        </p:nvGraphicFramePr>
        <p:xfrm>
          <a:off x="4510088" y="1752600"/>
          <a:ext cx="4429125" cy="464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3" imgW="4434732" imgH="4648205" progId="MSGraph.Chart.8">
                  <p:embed followColorScheme="full"/>
                </p:oleObj>
              </mc:Choice>
              <mc:Fallback>
                <p:oleObj name="Chart" r:id="rId3" imgW="4434732" imgH="4648205" progId="MSGraph.Chart.8">
                  <p:embed followColorScheme="full"/>
                  <p:pic>
                    <p:nvPicPr>
                      <p:cNvPr id="21510" name="Object 4">
                        <a:extLst>
                          <a:ext uri="{FF2B5EF4-FFF2-40B4-BE49-F238E27FC236}">
                            <a16:creationId xmlns:a16="http://schemas.microsoft.com/office/drawing/2014/main" id="{875D132B-DBEB-231C-FC56-2FE7AB41E69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0088" y="1752600"/>
                        <a:ext cx="4429125" cy="464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Footer Placeholder 4">
            <a:extLst>
              <a:ext uri="{FF2B5EF4-FFF2-40B4-BE49-F238E27FC236}">
                <a16:creationId xmlns:a16="http://schemas.microsoft.com/office/drawing/2014/main" id="{7927979E-4A41-85BC-CFC4-2C8D80667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[Lect01] Analysis of Algorithms</a:t>
            </a:r>
          </a:p>
        </p:txBody>
      </p:sp>
      <p:sp>
        <p:nvSpPr>
          <p:cNvPr id="22531" name="Slide Number Placeholder 5">
            <a:extLst>
              <a:ext uri="{FF2B5EF4-FFF2-40B4-BE49-F238E27FC236}">
                <a16:creationId xmlns:a16="http://schemas.microsoft.com/office/drawing/2014/main" id="{FEB00DE7-5254-F7D9-4B75-47AC44707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E2E51D7-0F69-4881-AC41-F4D7BBAE5CE1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400"/>
          </a:p>
        </p:txBody>
      </p:sp>
      <p:sp>
        <p:nvSpPr>
          <p:cNvPr id="22532" name="Rectangle 2">
            <a:extLst>
              <a:ext uri="{FF2B5EF4-FFF2-40B4-BE49-F238E27FC236}">
                <a16:creationId xmlns:a16="http://schemas.microsoft.com/office/drawing/2014/main" id="{4138D4DA-0D97-F074-CB61-660114F711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Limitations of Experiments</a:t>
            </a:r>
          </a:p>
        </p:txBody>
      </p:sp>
      <p:sp>
        <p:nvSpPr>
          <p:cNvPr id="22533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8233CD4A-6FC7-0048-B1CE-9276CED565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905000"/>
            <a:ext cx="8077200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u="sng"/>
              <a:t>No hardware</a:t>
            </a:r>
            <a:r>
              <a:rPr lang="en-US" altLang="en-US"/>
              <a:t> to process huge amount of inputs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Difficult to find </a:t>
            </a:r>
            <a:r>
              <a:rPr lang="en-US" altLang="en-US" u="sng"/>
              <a:t>complete or sufficient inputs</a:t>
            </a:r>
            <a:r>
              <a:rPr lang="en-US" altLang="en-US"/>
              <a:t> to produce indicative results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Difficult to find the </a:t>
            </a:r>
            <a:r>
              <a:rPr lang="en-US" altLang="en-US" u="sng"/>
              <a:t>same hardware and software</a:t>
            </a:r>
            <a:r>
              <a:rPr lang="en-US" altLang="en-US"/>
              <a:t> to compare algorithms in a </a:t>
            </a:r>
            <a:r>
              <a:rPr lang="en-US" altLang="en-US" u="sng"/>
              <a:t>fair</a:t>
            </a:r>
            <a:r>
              <a:rPr lang="en-US" altLang="en-US"/>
              <a:t> manner</a:t>
            </a:r>
          </a:p>
        </p:txBody>
      </p:sp>
      <p:graphicFrame>
        <p:nvGraphicFramePr>
          <p:cNvPr id="22534" name="Object 4">
            <a:extLst>
              <a:ext uri="{FF2B5EF4-FFF2-40B4-BE49-F238E27FC236}">
                <a16:creationId xmlns:a16="http://schemas.microsoft.com/office/drawing/2014/main" id="{C0221AE1-A5B7-AC4C-1470-03F03E7F362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05600" y="4876800"/>
          <a:ext cx="1811338" cy="149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3" imgW="1812341" imgH="1498702" progId="MS_ClipArt_Gallery.5">
                  <p:embed/>
                </p:oleObj>
              </mc:Choice>
              <mc:Fallback>
                <p:oleObj name="Clip" r:id="rId3" imgW="1812341" imgH="1498702" progId="MS_ClipArt_Gallery.5">
                  <p:embed/>
                  <p:pic>
                    <p:nvPicPr>
                      <p:cNvPr id="22534" name="Object 4">
                        <a:extLst>
                          <a:ext uri="{FF2B5EF4-FFF2-40B4-BE49-F238E27FC236}">
                            <a16:creationId xmlns:a16="http://schemas.microsoft.com/office/drawing/2014/main" id="{C0221AE1-A5B7-AC4C-1470-03F03E7F362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4876800"/>
                        <a:ext cx="1811338" cy="149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Footer Placeholder 4">
            <a:extLst>
              <a:ext uri="{FF2B5EF4-FFF2-40B4-BE49-F238E27FC236}">
                <a16:creationId xmlns:a16="http://schemas.microsoft.com/office/drawing/2014/main" id="{439DCD5F-5EEC-1A2E-2CCF-4604B7AD0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[Lect01] Analysis of Algorithms</a:t>
            </a:r>
          </a:p>
        </p:txBody>
      </p:sp>
      <p:sp>
        <p:nvSpPr>
          <p:cNvPr id="23555" name="Slide Number Placeholder 5">
            <a:extLst>
              <a:ext uri="{FF2B5EF4-FFF2-40B4-BE49-F238E27FC236}">
                <a16:creationId xmlns:a16="http://schemas.microsoft.com/office/drawing/2014/main" id="{FFCC8A3F-DF15-5AAB-6FE4-8DEB9046F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CE45ADC-0A62-4F41-B1AA-973D125DB7CD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400"/>
          </a:p>
        </p:txBody>
      </p:sp>
      <p:sp>
        <p:nvSpPr>
          <p:cNvPr id="23556" name="Rectangle 2">
            <a:extLst>
              <a:ext uri="{FF2B5EF4-FFF2-40B4-BE49-F238E27FC236}">
                <a16:creationId xmlns:a16="http://schemas.microsoft.com/office/drawing/2014/main" id="{D9D1C8CD-2063-E2A7-BF53-EA8D3416F9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Theoretical Analysis</a:t>
            </a:r>
          </a:p>
        </p:txBody>
      </p:sp>
      <p:sp>
        <p:nvSpPr>
          <p:cNvPr id="23557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991A8F35-C291-40DA-FFBF-8A956DC2B5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752600"/>
            <a:ext cx="7772400" cy="4267200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Uses </a:t>
            </a:r>
            <a:r>
              <a:rPr lang="en-US" altLang="en-US" sz="2800" u="sng" dirty="0"/>
              <a:t>pseudocode</a:t>
            </a:r>
            <a:r>
              <a:rPr lang="en-US" altLang="en-US" sz="2800" dirty="0"/>
              <a:t> instead of an implementation</a:t>
            </a:r>
          </a:p>
          <a:p>
            <a:pPr eaLnBrk="1" hangingPunct="1"/>
            <a:r>
              <a:rPr lang="en-US" altLang="en-US" sz="2800" dirty="0"/>
              <a:t>Characterizes running time as a </a:t>
            </a:r>
            <a:r>
              <a:rPr lang="en-US" altLang="en-US" sz="2800" u="sng" dirty="0"/>
              <a:t>function of the input size</a:t>
            </a:r>
            <a:r>
              <a:rPr lang="en-US" altLang="en-US" sz="2800" dirty="0"/>
              <a:t>, </a:t>
            </a:r>
            <a:r>
              <a:rPr lang="en-US" altLang="en-US" sz="2800" i="1" dirty="0"/>
              <a:t>n</a:t>
            </a:r>
            <a:r>
              <a:rPr lang="en-US" altLang="en-US" sz="2800" dirty="0"/>
              <a:t>.</a:t>
            </a:r>
          </a:p>
          <a:p>
            <a:pPr eaLnBrk="1" hangingPunct="1"/>
            <a:r>
              <a:rPr lang="en-US" altLang="en-US" sz="2800" dirty="0"/>
              <a:t>Advantages: </a:t>
            </a:r>
          </a:p>
          <a:p>
            <a:pPr lvl="1" eaLnBrk="1" hangingPunct="1"/>
            <a:r>
              <a:rPr lang="en-US" altLang="en-US" sz="2400" dirty="0"/>
              <a:t>Takes into account </a:t>
            </a:r>
            <a:r>
              <a:rPr lang="en-US" altLang="en-US" sz="2400" u="sng" dirty="0"/>
              <a:t>all possible inputs</a:t>
            </a:r>
          </a:p>
          <a:p>
            <a:pPr lvl="1" eaLnBrk="1" hangingPunct="1"/>
            <a:r>
              <a:rPr lang="en-US" altLang="en-US" sz="2400" dirty="0"/>
              <a:t>Allows us to evaluate the speed of an algorithm </a:t>
            </a:r>
            <a:r>
              <a:rPr lang="en-US" altLang="en-US" sz="2400" u="sng" dirty="0"/>
              <a:t>independent of the hardware/software</a:t>
            </a:r>
            <a:endParaRPr lang="en-US" altLang="en-US" sz="2400" dirty="0"/>
          </a:p>
        </p:txBody>
      </p:sp>
      <p:graphicFrame>
        <p:nvGraphicFramePr>
          <p:cNvPr id="23558" name="Object 4">
            <a:extLst>
              <a:ext uri="{FF2B5EF4-FFF2-40B4-BE49-F238E27FC236}">
                <a16:creationId xmlns:a16="http://schemas.microsoft.com/office/drawing/2014/main" id="{3D82FB82-6A3C-9C92-87F5-7B95085C8A6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62800" y="228600"/>
          <a:ext cx="1495425" cy="205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3" imgW="2309813" imgH="3176588" progId="MS_ClipArt_Gallery.2">
                  <p:embed/>
                </p:oleObj>
              </mc:Choice>
              <mc:Fallback>
                <p:oleObj name="Clip" r:id="rId3" imgW="2309813" imgH="3176588" progId="MS_ClipArt_Gallery.2">
                  <p:embed/>
                  <p:pic>
                    <p:nvPicPr>
                      <p:cNvPr id="23558" name="Object 4">
                        <a:extLst>
                          <a:ext uri="{FF2B5EF4-FFF2-40B4-BE49-F238E27FC236}">
                            <a16:creationId xmlns:a16="http://schemas.microsoft.com/office/drawing/2014/main" id="{3D82FB82-6A3C-9C92-87F5-7B95085C8A6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2800" y="228600"/>
                        <a:ext cx="1495425" cy="205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Footer Placeholder 4">
            <a:extLst>
              <a:ext uri="{FF2B5EF4-FFF2-40B4-BE49-F238E27FC236}">
                <a16:creationId xmlns:a16="http://schemas.microsoft.com/office/drawing/2014/main" id="{71A5857F-8E36-2F6A-F436-17FA3D205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[Lect01] Analysis of Algorithms</a:t>
            </a:r>
          </a:p>
        </p:txBody>
      </p:sp>
      <p:sp>
        <p:nvSpPr>
          <p:cNvPr id="24579" name="Slide Number Placeholder 5">
            <a:extLst>
              <a:ext uri="{FF2B5EF4-FFF2-40B4-BE49-F238E27FC236}">
                <a16:creationId xmlns:a16="http://schemas.microsoft.com/office/drawing/2014/main" id="{4A394042-DE7A-25CA-DBC0-E628D6B87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17C0A4A-C975-4C84-B643-6A7192EFD242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400"/>
          </a:p>
        </p:txBody>
      </p:sp>
      <p:sp>
        <p:nvSpPr>
          <p:cNvPr id="24580" name="Rectangle 2">
            <a:extLst>
              <a:ext uri="{FF2B5EF4-FFF2-40B4-BE49-F238E27FC236}">
                <a16:creationId xmlns:a16="http://schemas.microsoft.com/office/drawing/2014/main" id="{FB3D6E3F-D227-1518-D7F2-33C045A1AD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Pseudocode</a:t>
            </a:r>
          </a:p>
        </p:txBody>
      </p:sp>
      <p:sp>
        <p:nvSpPr>
          <p:cNvPr id="24581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D5773B0C-1784-24E0-3F23-006D64E47E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752600"/>
            <a:ext cx="3657600" cy="3962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u="sng" dirty="0"/>
              <a:t>High-level</a:t>
            </a:r>
            <a:r>
              <a:rPr lang="en-US" altLang="en-US" sz="2400" dirty="0"/>
              <a:t> description of an algorithm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u="sng" dirty="0"/>
              <a:t>Less detailed</a:t>
            </a:r>
            <a:r>
              <a:rPr lang="en-US" altLang="en-US" sz="2400" dirty="0"/>
              <a:t> than a programming language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u="sng" dirty="0"/>
              <a:t>More than one way</a:t>
            </a:r>
            <a:r>
              <a:rPr lang="en-US" altLang="en-US" sz="2400" dirty="0"/>
              <a:t> to write a pseudocode code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Example: find max element of an array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 dirty="0"/>
          </a:p>
        </p:txBody>
      </p:sp>
      <p:sp>
        <p:nvSpPr>
          <p:cNvPr id="24582" name="Rectangle 6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D2615EDB-2166-1B51-A49E-93B1959189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5410200"/>
            <a:ext cx="38100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/>
              <a:t>	</a:t>
            </a:r>
          </a:p>
        </p:txBody>
      </p:sp>
      <p:sp>
        <p:nvSpPr>
          <p:cNvPr id="24583" name="Text Box 7">
            <a:extLst>
              <a:ext uri="{FF2B5EF4-FFF2-40B4-BE49-F238E27FC236}">
                <a16:creationId xmlns:a16="http://schemas.microsoft.com/office/drawing/2014/main" id="{F5A7D534-CBA0-59F6-DB30-7C96F40F14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0" y="762000"/>
            <a:ext cx="4419600" cy="2708434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22860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noProof="1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 sz="2000" noProof="1">
                <a:latin typeface="Times New Roman" panose="02020603050405020304" pitchFamily="18" charset="0"/>
              </a:rPr>
              <a:t> </a:t>
            </a:r>
            <a:r>
              <a:rPr lang="en-US" altLang="en-US" sz="2000" b="1" i="1" noProof="1">
                <a:solidFill>
                  <a:schemeClr val="tx2"/>
                </a:solidFill>
                <a:latin typeface="Times New Roman" panose="02020603050405020304" pitchFamily="18" charset="0"/>
              </a:rPr>
              <a:t>arrayMax</a:t>
            </a:r>
            <a:r>
              <a:rPr lang="en-US" altLang="en-US" sz="2000" noProof="1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2000" b="1" i="1" noProof="1">
                <a:solidFill>
                  <a:schemeClr val="tx2"/>
                </a:solidFill>
                <a:latin typeface="Times New Roman" panose="02020603050405020304" pitchFamily="18" charset="0"/>
              </a:rPr>
              <a:t>A</a:t>
            </a:r>
            <a:r>
              <a:rPr lang="en-US" altLang="en-US" sz="2000" noProof="1">
                <a:solidFill>
                  <a:schemeClr val="tx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en-US" sz="2000" b="1" i="1" noProof="1">
                <a:solidFill>
                  <a:schemeClr val="tx2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sz="2000" noProof="1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noProof="1">
                <a:solidFill>
                  <a:schemeClr val="tx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2000" b="1" noProof="1">
                <a:solidFill>
                  <a:srgbClr val="000000"/>
                </a:solidFill>
                <a:latin typeface="Times New Roman" panose="02020603050405020304" pitchFamily="18" charset="0"/>
              </a:rPr>
              <a:t>Input</a:t>
            </a:r>
            <a:r>
              <a:rPr lang="en-US" altLang="en-US" sz="2000" noProof="1">
                <a:latin typeface="Times New Roman" panose="02020603050405020304" pitchFamily="18" charset="0"/>
              </a:rPr>
              <a:t> </a:t>
            </a:r>
            <a:r>
              <a:rPr lang="en-US" altLang="en-US" sz="2000" noProof="1">
                <a:solidFill>
                  <a:schemeClr val="accent2"/>
                </a:solidFill>
                <a:latin typeface="Times New Roman" panose="02020603050405020304" pitchFamily="18" charset="0"/>
              </a:rPr>
              <a:t>array </a:t>
            </a:r>
            <a:r>
              <a:rPr lang="en-US" altLang="en-US" sz="2000" b="1" i="1" noProof="1">
                <a:solidFill>
                  <a:schemeClr val="accent2"/>
                </a:solidFill>
                <a:latin typeface="Times New Roman" panose="02020603050405020304" pitchFamily="18" charset="0"/>
              </a:rPr>
              <a:t>A</a:t>
            </a:r>
            <a:r>
              <a:rPr lang="en-US" altLang="en-US" sz="2000" noProof="1">
                <a:solidFill>
                  <a:schemeClr val="accent2"/>
                </a:solidFill>
                <a:latin typeface="Times New Roman" panose="02020603050405020304" pitchFamily="18" charset="0"/>
              </a:rPr>
              <a:t> of </a:t>
            </a:r>
            <a:r>
              <a:rPr lang="en-US" altLang="en-US" sz="2000" b="1" i="1" noProof="1">
                <a:solidFill>
                  <a:schemeClr val="accent2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sz="2000" noProof="1">
                <a:solidFill>
                  <a:schemeClr val="accent2"/>
                </a:solidFill>
                <a:latin typeface="Times New Roman" panose="02020603050405020304" pitchFamily="18" charset="0"/>
              </a:rPr>
              <a:t> integers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noProof="1">
                <a:solidFill>
                  <a:schemeClr val="tx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2000" b="1" noProof="1">
                <a:solidFill>
                  <a:srgbClr val="000000"/>
                </a:solidFill>
                <a:latin typeface="Times New Roman" panose="02020603050405020304" pitchFamily="18" charset="0"/>
              </a:rPr>
              <a:t>Output</a:t>
            </a:r>
            <a:r>
              <a:rPr lang="en-US" altLang="en-US" sz="2000" noProof="1">
                <a:latin typeface="Times New Roman" panose="02020603050405020304" pitchFamily="18" charset="0"/>
              </a:rPr>
              <a:t> </a:t>
            </a:r>
            <a:r>
              <a:rPr lang="en-US" altLang="en-US" sz="2000" noProof="1">
                <a:solidFill>
                  <a:schemeClr val="accent2"/>
                </a:solidFill>
                <a:latin typeface="Times New Roman" panose="02020603050405020304" pitchFamily="18" charset="0"/>
              </a:rPr>
              <a:t>maximum element of </a:t>
            </a:r>
            <a:r>
              <a:rPr lang="en-US" altLang="en-US" sz="2000" b="1" i="1" noProof="1">
                <a:solidFill>
                  <a:schemeClr val="accent2"/>
                </a:solidFill>
                <a:latin typeface="Times New Roman" panose="02020603050405020304" pitchFamily="18" charset="0"/>
              </a:rPr>
              <a:t>A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noProof="1">
                <a:solidFill>
                  <a:schemeClr val="tx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2000" b="1" i="1" noProof="1">
                <a:solidFill>
                  <a:schemeClr val="accent2"/>
                </a:solidFill>
                <a:latin typeface="Times New Roman" panose="02020603050405020304" pitchFamily="18" charset="0"/>
              </a:rPr>
              <a:t>currentMax</a:t>
            </a:r>
            <a:r>
              <a:rPr lang="en-US" altLang="en-US" sz="2000" noProof="1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noProof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en-US" sz="2000" noProof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000" b="1" i="1" noProof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en-US" sz="2000" noProof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[0]</a:t>
            </a:r>
            <a:endParaRPr lang="en-US" altLang="en-US" sz="2000" noProof="1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noProof="1">
                <a:latin typeface="Times New Roman" panose="02020603050405020304" pitchFamily="18" charset="0"/>
              </a:rPr>
              <a:t>	</a:t>
            </a:r>
            <a:r>
              <a:rPr lang="en-US" altLang="en-US" sz="2000" b="1" noProof="1">
                <a:solidFill>
                  <a:srgbClr val="000000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2000" noProof="1">
                <a:latin typeface="Times New Roman" panose="02020603050405020304" pitchFamily="18" charset="0"/>
              </a:rPr>
              <a:t> </a:t>
            </a:r>
            <a:r>
              <a:rPr lang="en-US" altLang="en-US" sz="2000" b="1" i="1" noProof="1">
                <a:solidFill>
                  <a:schemeClr val="accent2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sz="2000" noProof="1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noProof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en-US" sz="2000" noProof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000" noProof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en-US" sz="2000" noProof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000" b="1" noProof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to</a:t>
            </a:r>
            <a:r>
              <a:rPr lang="en-US" altLang="en-US" sz="2000" noProof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000" b="1" i="1" noProof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sz="2000" noProof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 1</a:t>
            </a:r>
            <a:r>
              <a:rPr lang="en-US" altLang="en-US" sz="2000" noProof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000" b="1" noProof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do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noProof="1">
                <a:latin typeface="Times New Roman" panose="02020603050405020304" pitchFamily="18" charset="0"/>
                <a:sym typeface="Symbol" panose="05050102010706020507" pitchFamily="18" charset="2"/>
              </a:rPr>
              <a:t>		</a:t>
            </a:r>
            <a:r>
              <a:rPr lang="en-US" altLang="en-US" sz="2000" b="1" noProof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if</a:t>
            </a:r>
            <a:r>
              <a:rPr lang="en-US" altLang="en-US" sz="2000" noProof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000" b="1" i="1" noProof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en-US" sz="2000" noProof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[</a:t>
            </a:r>
            <a:r>
              <a:rPr lang="en-US" altLang="en-US" sz="2000" i="1" noProof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en-US" sz="2000" noProof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]  </a:t>
            </a:r>
            <a:r>
              <a:rPr lang="en-US" altLang="en-US" sz="2000" b="1" i="1" noProof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currentMax</a:t>
            </a:r>
            <a:r>
              <a:rPr lang="en-US" altLang="en-US" sz="2000" noProof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000" b="1" noProof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then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noProof="1">
                <a:latin typeface="Times New Roman" panose="02020603050405020304" pitchFamily="18" charset="0"/>
                <a:sym typeface="Symbol" panose="05050102010706020507" pitchFamily="18" charset="2"/>
              </a:rPr>
              <a:t>			</a:t>
            </a:r>
            <a:r>
              <a:rPr lang="en-US" altLang="en-US" sz="2000" b="1" i="1" noProof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currentMax</a:t>
            </a:r>
            <a:r>
              <a:rPr lang="en-US" altLang="en-US" sz="2000" noProof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000" noProof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en-US" sz="2000" noProof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000" b="1" i="1" noProof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en-US" sz="2000" noProof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[</a:t>
            </a:r>
            <a:r>
              <a:rPr lang="en-US" altLang="en-US" sz="2000" b="1" i="1" noProof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en-US" sz="2000" noProof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]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noProof="1">
                <a:latin typeface="Times New Roman" panose="02020603050405020304" pitchFamily="18" charset="0"/>
                <a:sym typeface="Symbol" panose="05050102010706020507" pitchFamily="18" charset="2"/>
              </a:rPr>
              <a:t>	</a:t>
            </a:r>
            <a:r>
              <a:rPr lang="en-US" altLang="en-US" sz="2000" b="1" noProof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return</a:t>
            </a:r>
            <a:r>
              <a:rPr lang="en-US" altLang="en-US" sz="2000" noProof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000" b="1" i="1" noProof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currentMax</a:t>
            </a:r>
            <a:r>
              <a:rPr lang="en-US" altLang="en-US" sz="2000" noProof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en-US" altLang="en-US" sz="2000" noProof="1">
              <a:latin typeface="Times New Roman" panose="02020603050405020304" pitchFamily="18" charset="0"/>
            </a:endParaRPr>
          </a:p>
        </p:txBody>
      </p:sp>
      <p:sp>
        <p:nvSpPr>
          <p:cNvPr id="2" name="Text Box 7">
            <a:extLst>
              <a:ext uri="{FF2B5EF4-FFF2-40B4-BE49-F238E27FC236}">
                <a16:creationId xmlns:a16="http://schemas.microsoft.com/office/drawing/2014/main" id="{BDA2355D-FD62-AE0F-991E-62CF3A713B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0" y="3616166"/>
            <a:ext cx="4419600" cy="2708434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22860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noProof="1">
                <a:solidFill>
                  <a:srgbClr val="000000"/>
                </a:solidFill>
                <a:latin typeface="Consolas" panose="020B0609020204030204" pitchFamily="49" charset="0"/>
              </a:rPr>
              <a:t>Algorithm</a:t>
            </a:r>
            <a:r>
              <a:rPr lang="en-US" altLang="en-US" sz="2000" noProof="1">
                <a:latin typeface="Consolas" panose="020B0609020204030204" pitchFamily="49" charset="0"/>
              </a:rPr>
              <a:t> </a:t>
            </a:r>
            <a:r>
              <a:rPr lang="en-US" altLang="en-US" sz="2000" noProof="1">
                <a:solidFill>
                  <a:schemeClr val="tx2"/>
                </a:solidFill>
                <a:latin typeface="Consolas" panose="020B0609020204030204" pitchFamily="49" charset="0"/>
              </a:rPr>
              <a:t>arrayMax(A, n)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noProof="1">
                <a:solidFill>
                  <a:schemeClr val="tx2"/>
                </a:solidFill>
                <a:latin typeface="Consolas" panose="020B0609020204030204" pitchFamily="49" charset="0"/>
              </a:rPr>
              <a:t>	</a:t>
            </a:r>
            <a:r>
              <a:rPr lang="en-US" altLang="en-US" sz="2000" noProof="1">
                <a:solidFill>
                  <a:srgbClr val="000000"/>
                </a:solidFill>
                <a:latin typeface="Consolas" panose="020B0609020204030204" pitchFamily="49" charset="0"/>
              </a:rPr>
              <a:t>Input:</a:t>
            </a:r>
            <a:r>
              <a:rPr lang="en-US" altLang="en-US" sz="2000" noProof="1">
                <a:latin typeface="Consolas" panose="020B0609020204030204" pitchFamily="49" charset="0"/>
              </a:rPr>
              <a:t> </a:t>
            </a:r>
            <a:r>
              <a:rPr lang="en-US" altLang="en-US" sz="2000" noProof="1">
                <a:solidFill>
                  <a:schemeClr val="accent2"/>
                </a:solidFill>
                <a:latin typeface="Consolas" panose="020B0609020204030204" pitchFamily="49" charset="0"/>
              </a:rPr>
              <a:t>array A of n integers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noProof="1">
                <a:solidFill>
                  <a:schemeClr val="tx2"/>
                </a:solidFill>
                <a:latin typeface="Consolas" panose="020B0609020204030204" pitchFamily="49" charset="0"/>
              </a:rPr>
              <a:t>	</a:t>
            </a:r>
            <a:r>
              <a:rPr lang="en-US" altLang="en-US" sz="2000" noProof="1">
                <a:solidFill>
                  <a:srgbClr val="000000"/>
                </a:solidFill>
                <a:latin typeface="Consolas" panose="020B0609020204030204" pitchFamily="49" charset="0"/>
              </a:rPr>
              <a:t>Output:</a:t>
            </a:r>
            <a:r>
              <a:rPr lang="en-US" altLang="en-US" sz="2000" noProof="1">
                <a:latin typeface="Consolas" panose="020B0609020204030204" pitchFamily="49" charset="0"/>
              </a:rPr>
              <a:t> </a:t>
            </a:r>
            <a:r>
              <a:rPr lang="en-US" altLang="en-US" sz="2000" noProof="1">
                <a:solidFill>
                  <a:schemeClr val="accent2"/>
                </a:solidFill>
                <a:latin typeface="Consolas" panose="020B0609020204030204" pitchFamily="49" charset="0"/>
              </a:rPr>
              <a:t>maximum element of A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noProof="1">
                <a:solidFill>
                  <a:schemeClr val="tx2"/>
                </a:solidFill>
                <a:latin typeface="Consolas" panose="020B0609020204030204" pitchFamily="49" charset="0"/>
              </a:rPr>
              <a:t>	</a:t>
            </a:r>
            <a:r>
              <a:rPr lang="en-US" altLang="en-US" sz="2000" noProof="1">
                <a:solidFill>
                  <a:schemeClr val="accent2"/>
                </a:solidFill>
                <a:latin typeface="Consolas" panose="020B0609020204030204" pitchFamily="49" charset="0"/>
              </a:rPr>
              <a:t>currentMax</a:t>
            </a:r>
            <a:r>
              <a:rPr lang="en-US" altLang="en-US" sz="2000" noProof="1">
                <a:solidFill>
                  <a:schemeClr val="tx2"/>
                </a:solidFill>
                <a:latin typeface="Consolas" panose="020B0609020204030204" pitchFamily="49" charset="0"/>
              </a:rPr>
              <a:t> =</a:t>
            </a:r>
            <a:r>
              <a:rPr lang="en-US" altLang="en-US" sz="2000" noProof="1">
                <a:solidFill>
                  <a:schemeClr val="tx2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 </a:t>
            </a:r>
            <a:r>
              <a:rPr lang="en-US" altLang="en-US" sz="2000" noProof="1">
                <a:solidFill>
                  <a:schemeClr val="accent2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A[0]</a:t>
            </a:r>
            <a:endParaRPr lang="en-US" altLang="en-US" sz="2000" noProof="1">
              <a:solidFill>
                <a:schemeClr val="accent2"/>
              </a:solidFill>
              <a:latin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noProof="1">
                <a:latin typeface="Consolas" panose="020B0609020204030204" pitchFamily="49" charset="0"/>
              </a:rPr>
              <a:t>	</a:t>
            </a:r>
            <a:r>
              <a:rPr lang="en-US" altLang="en-US" sz="2000" noProof="1">
                <a:solidFill>
                  <a:srgbClr val="000000"/>
                </a:solidFill>
                <a:latin typeface="Consolas" panose="020B0609020204030204" pitchFamily="49" charset="0"/>
              </a:rPr>
              <a:t>for</a:t>
            </a:r>
            <a:r>
              <a:rPr lang="en-US" altLang="en-US" sz="2000" noProof="1">
                <a:latin typeface="Consolas" panose="020B0609020204030204" pitchFamily="49" charset="0"/>
              </a:rPr>
              <a:t> </a:t>
            </a:r>
            <a:r>
              <a:rPr lang="en-US" altLang="en-US" sz="2000" noProof="1">
                <a:solidFill>
                  <a:schemeClr val="accent2"/>
                </a:solidFill>
                <a:latin typeface="Consolas" panose="020B0609020204030204" pitchFamily="49" charset="0"/>
              </a:rPr>
              <a:t>i</a:t>
            </a:r>
            <a:r>
              <a:rPr lang="en-US" altLang="en-US" sz="2000" noProof="1">
                <a:solidFill>
                  <a:schemeClr val="tx2"/>
                </a:solidFill>
                <a:latin typeface="Consolas" panose="020B0609020204030204" pitchFamily="49" charset="0"/>
              </a:rPr>
              <a:t> =</a:t>
            </a:r>
            <a:r>
              <a:rPr lang="en-US" altLang="en-US" sz="2000" noProof="1">
                <a:solidFill>
                  <a:schemeClr val="tx2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 </a:t>
            </a:r>
            <a:r>
              <a:rPr lang="en-US" altLang="en-US" sz="2000" noProof="1">
                <a:solidFill>
                  <a:schemeClr val="accent2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1</a:t>
            </a:r>
            <a:r>
              <a:rPr lang="en-US" altLang="en-US" sz="2000" noProof="1">
                <a:latin typeface="Consolas" panose="020B0609020204030204" pitchFamily="49" charset="0"/>
                <a:sym typeface="Symbol" panose="05050102010706020507" pitchFamily="18" charset="2"/>
              </a:rPr>
              <a:t> </a:t>
            </a:r>
            <a:r>
              <a:rPr lang="en-US" altLang="en-US" sz="2000" noProof="1">
                <a:solidFill>
                  <a:srgbClr val="000000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to</a:t>
            </a:r>
            <a:r>
              <a:rPr lang="en-US" altLang="en-US" sz="2000" noProof="1">
                <a:latin typeface="Consolas" panose="020B0609020204030204" pitchFamily="49" charset="0"/>
                <a:sym typeface="Symbol" panose="05050102010706020507" pitchFamily="18" charset="2"/>
              </a:rPr>
              <a:t> </a:t>
            </a:r>
            <a:r>
              <a:rPr lang="en-US" altLang="en-US" sz="2000" noProof="1">
                <a:solidFill>
                  <a:schemeClr val="accent2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n - 1</a:t>
            </a:r>
            <a:endParaRPr lang="en-US" altLang="en-US" sz="2000" noProof="1">
              <a:solidFill>
                <a:srgbClr val="000000"/>
              </a:solidFill>
              <a:latin typeface="Consolas" panose="020B0609020204030204" pitchFamily="49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noProof="1">
                <a:latin typeface="Consolas" panose="020B0609020204030204" pitchFamily="49" charset="0"/>
                <a:sym typeface="Symbol" panose="05050102010706020507" pitchFamily="18" charset="2"/>
              </a:rPr>
              <a:t>		</a:t>
            </a:r>
            <a:r>
              <a:rPr lang="en-US" altLang="en-US" sz="2000" noProof="1">
                <a:solidFill>
                  <a:srgbClr val="000000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if</a:t>
            </a:r>
            <a:r>
              <a:rPr lang="en-US" altLang="en-US" sz="2000" noProof="1">
                <a:latin typeface="Consolas" panose="020B0609020204030204" pitchFamily="49" charset="0"/>
                <a:sym typeface="Symbol" panose="05050102010706020507" pitchFamily="18" charset="2"/>
              </a:rPr>
              <a:t> </a:t>
            </a:r>
            <a:r>
              <a:rPr lang="en-US" altLang="en-US" sz="2000" noProof="1">
                <a:solidFill>
                  <a:schemeClr val="accent2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A[i]  currentMax</a:t>
            </a:r>
            <a:endParaRPr lang="en-US" altLang="en-US" sz="2000" noProof="1">
              <a:solidFill>
                <a:srgbClr val="000000"/>
              </a:solidFill>
              <a:latin typeface="Consolas" panose="020B0609020204030204" pitchFamily="49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noProof="1">
                <a:latin typeface="Consolas" panose="020B0609020204030204" pitchFamily="49" charset="0"/>
                <a:sym typeface="Symbol" panose="05050102010706020507" pitchFamily="18" charset="2"/>
              </a:rPr>
              <a:t>			</a:t>
            </a:r>
            <a:r>
              <a:rPr lang="en-US" altLang="en-US" sz="2000" noProof="1">
                <a:solidFill>
                  <a:schemeClr val="accent2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currentMax</a:t>
            </a:r>
            <a:r>
              <a:rPr lang="en-US" altLang="en-US" sz="2000" noProof="1">
                <a:solidFill>
                  <a:schemeClr val="tx2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 =</a:t>
            </a:r>
            <a:r>
              <a:rPr lang="en-US" altLang="en-US" sz="2000" noProof="1">
                <a:solidFill>
                  <a:schemeClr val="accent2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 A[i]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noProof="1">
                <a:latin typeface="Consolas" panose="020B0609020204030204" pitchFamily="49" charset="0"/>
                <a:sym typeface="Symbol" panose="05050102010706020507" pitchFamily="18" charset="2"/>
              </a:rPr>
              <a:t>	</a:t>
            </a:r>
            <a:r>
              <a:rPr lang="en-US" altLang="en-US" sz="2000" noProof="1">
                <a:solidFill>
                  <a:srgbClr val="000000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return</a:t>
            </a:r>
            <a:r>
              <a:rPr lang="en-US" altLang="en-US" sz="2000" noProof="1">
                <a:latin typeface="Consolas" panose="020B0609020204030204" pitchFamily="49" charset="0"/>
                <a:sym typeface="Symbol" panose="05050102010706020507" pitchFamily="18" charset="2"/>
              </a:rPr>
              <a:t> </a:t>
            </a:r>
            <a:r>
              <a:rPr lang="en-US" altLang="en-US" sz="2000" noProof="1">
                <a:solidFill>
                  <a:schemeClr val="accent2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currentMax</a:t>
            </a:r>
            <a:r>
              <a:rPr lang="en-US" altLang="en-US" sz="2000" noProof="1">
                <a:latin typeface="Consolas" panose="020B0609020204030204" pitchFamily="49" charset="0"/>
                <a:sym typeface="Symbol" panose="05050102010706020507" pitchFamily="18" charset="2"/>
              </a:rPr>
              <a:t> </a:t>
            </a:r>
            <a:endParaRPr lang="en-US" altLang="en-US" sz="2000" noProof="1"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Footer Placeholder 5">
            <a:extLst>
              <a:ext uri="{FF2B5EF4-FFF2-40B4-BE49-F238E27FC236}">
                <a16:creationId xmlns:a16="http://schemas.microsoft.com/office/drawing/2014/main" id="{4EDFA19F-E026-119B-9152-F0C8EAEEE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[Lect01] Analysis of Algorithms</a:t>
            </a:r>
          </a:p>
        </p:txBody>
      </p:sp>
      <p:sp>
        <p:nvSpPr>
          <p:cNvPr id="25603" name="Slide Number Placeholder 6">
            <a:extLst>
              <a:ext uri="{FF2B5EF4-FFF2-40B4-BE49-F238E27FC236}">
                <a16:creationId xmlns:a16="http://schemas.microsoft.com/office/drawing/2014/main" id="{5A61D4C9-A2DC-2C0D-2241-DAE32D8CD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7C00780-EE8A-4113-8250-62EA86340F43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en-US" sz="1400"/>
          </a:p>
        </p:txBody>
      </p:sp>
      <p:sp>
        <p:nvSpPr>
          <p:cNvPr id="25604" name="Rectangle 2">
            <a:extLst>
              <a:ext uri="{FF2B5EF4-FFF2-40B4-BE49-F238E27FC236}">
                <a16:creationId xmlns:a16="http://schemas.microsoft.com/office/drawing/2014/main" id="{BB051CDD-EDAB-3375-2C71-72FBC805B0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Primitive Operations</a:t>
            </a:r>
          </a:p>
        </p:txBody>
      </p:sp>
      <p:sp>
        <p:nvSpPr>
          <p:cNvPr id="25605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7364CE11-D6D9-B5F8-743C-67B0ADC2A32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676400"/>
            <a:ext cx="4876800" cy="4343400"/>
          </a:xfrm>
        </p:spPr>
        <p:txBody>
          <a:bodyPr/>
          <a:lstStyle/>
          <a:p>
            <a:pPr eaLnBrk="1" hangingPunct="1"/>
            <a:r>
              <a:rPr lang="en-US" altLang="en-US" sz="2600" u="sng" dirty="0"/>
              <a:t>Basic computations</a:t>
            </a:r>
            <a:r>
              <a:rPr lang="en-US" altLang="en-US" sz="2600" dirty="0"/>
              <a:t> performed by an algorithm</a:t>
            </a:r>
          </a:p>
          <a:p>
            <a:pPr eaLnBrk="1" hangingPunct="1"/>
            <a:r>
              <a:rPr lang="en-US" altLang="en-US" sz="2600" dirty="0"/>
              <a:t>Identifiable in pseudocode</a:t>
            </a:r>
          </a:p>
          <a:p>
            <a:pPr eaLnBrk="1" hangingPunct="1"/>
            <a:r>
              <a:rPr lang="en-US" altLang="en-US" sz="2600" dirty="0"/>
              <a:t>Largely independent from the programming language</a:t>
            </a:r>
          </a:p>
          <a:p>
            <a:pPr eaLnBrk="1" hangingPunct="1"/>
            <a:r>
              <a:rPr lang="en-US" altLang="en-US" sz="2600" u="sng" dirty="0"/>
              <a:t>Exact definition not important</a:t>
            </a:r>
            <a:r>
              <a:rPr lang="en-US" altLang="en-US" sz="2600" dirty="0"/>
              <a:t> (we will see why later)</a:t>
            </a:r>
          </a:p>
          <a:p>
            <a:pPr eaLnBrk="1" hangingPunct="1"/>
            <a:r>
              <a:rPr lang="en-US" altLang="en-US" sz="2600" dirty="0"/>
              <a:t>Assumed to take a constant amount of time</a:t>
            </a:r>
            <a:endParaRPr lang="en-US" altLang="en-US" sz="3000" dirty="0"/>
          </a:p>
        </p:txBody>
      </p:sp>
      <p:sp>
        <p:nvSpPr>
          <p:cNvPr id="25606" name="Rectangle 4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5895264E-F650-FD7D-568D-B4B3BD2234F0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5486400" y="1905000"/>
            <a:ext cx="3124200" cy="4114800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Examples:</a:t>
            </a:r>
          </a:p>
          <a:p>
            <a:pPr lvl="1" eaLnBrk="1" hangingPunct="1"/>
            <a:r>
              <a:rPr lang="en-US" altLang="en-US" sz="2000" dirty="0"/>
              <a:t>Performing an </a:t>
            </a:r>
            <a:r>
              <a:rPr lang="en-US" altLang="en-US" sz="2000" u="sng" dirty="0"/>
              <a:t>arithmetic</a:t>
            </a:r>
            <a:r>
              <a:rPr lang="en-US" altLang="en-US" sz="2000" dirty="0"/>
              <a:t> ops</a:t>
            </a:r>
          </a:p>
          <a:p>
            <a:pPr lvl="1" eaLnBrk="1" hangingPunct="1"/>
            <a:r>
              <a:rPr lang="en-US" altLang="en-US" sz="2000" u="sng" dirty="0"/>
              <a:t>Assigning</a:t>
            </a:r>
            <a:r>
              <a:rPr lang="en-US" altLang="en-US" sz="2000" dirty="0"/>
              <a:t> a value to a variable</a:t>
            </a:r>
          </a:p>
          <a:p>
            <a:pPr lvl="1" eaLnBrk="1" hangingPunct="1"/>
            <a:r>
              <a:rPr lang="en-US" altLang="en-US" sz="2000" u="sng" dirty="0"/>
              <a:t>Indexing</a:t>
            </a:r>
            <a:r>
              <a:rPr lang="en-US" altLang="en-US" sz="2000" dirty="0"/>
              <a:t> into an array</a:t>
            </a:r>
          </a:p>
          <a:p>
            <a:pPr lvl="1" eaLnBrk="1" hangingPunct="1"/>
            <a:r>
              <a:rPr lang="en-US" altLang="en-US" sz="2000" dirty="0"/>
              <a:t>Calling a method</a:t>
            </a:r>
          </a:p>
          <a:p>
            <a:pPr lvl="1" eaLnBrk="1" hangingPunct="1"/>
            <a:r>
              <a:rPr lang="en-US" altLang="en-US" sz="2000" u="sng" dirty="0"/>
              <a:t>Returning</a:t>
            </a:r>
            <a:r>
              <a:rPr lang="en-US" altLang="en-US" sz="2000" dirty="0"/>
              <a:t> from a method</a:t>
            </a:r>
          </a:p>
          <a:p>
            <a:pPr lvl="1" eaLnBrk="1" hangingPunct="1"/>
            <a:r>
              <a:rPr lang="en-US" altLang="en-US" sz="2000" u="sng" dirty="0"/>
              <a:t>Comparing</a:t>
            </a:r>
            <a:r>
              <a:rPr lang="en-US" altLang="en-US" sz="2000" dirty="0"/>
              <a:t> 2 variables</a:t>
            </a:r>
          </a:p>
        </p:txBody>
      </p:sp>
      <p:graphicFrame>
        <p:nvGraphicFramePr>
          <p:cNvPr id="25607" name="Object 5">
            <a:extLst>
              <a:ext uri="{FF2B5EF4-FFF2-40B4-BE49-F238E27FC236}">
                <a16:creationId xmlns:a16="http://schemas.microsoft.com/office/drawing/2014/main" id="{71A97BF1-47DB-3D66-54CA-4CD3A811D56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00800" y="381000"/>
          <a:ext cx="2058988" cy="173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3" imgW="4117818" imgH="3468986" progId="MS_ClipArt_Gallery.2">
                  <p:embed/>
                </p:oleObj>
              </mc:Choice>
              <mc:Fallback>
                <p:oleObj name="Clip" r:id="rId3" imgW="4117818" imgH="3468986" progId="MS_ClipArt_Gallery.2">
                  <p:embed/>
                  <p:pic>
                    <p:nvPicPr>
                      <p:cNvPr id="25607" name="Object 5">
                        <a:extLst>
                          <a:ext uri="{FF2B5EF4-FFF2-40B4-BE49-F238E27FC236}">
                            <a16:creationId xmlns:a16="http://schemas.microsoft.com/office/drawing/2014/main" id="{71A97BF1-47DB-3D66-54CA-4CD3A811D56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381000"/>
                        <a:ext cx="2058988" cy="1735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667B9-C8BF-380E-FB20-6488EACF0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Footer Placeholder 5">
            <a:extLst>
              <a:ext uri="{FF2B5EF4-FFF2-40B4-BE49-F238E27FC236}">
                <a16:creationId xmlns:a16="http://schemas.microsoft.com/office/drawing/2014/main" id="{18C59CFD-D525-E34F-042E-BD025FB7F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[Lect01] Analysis of Algorithms</a:t>
            </a:r>
          </a:p>
        </p:txBody>
      </p:sp>
      <p:sp>
        <p:nvSpPr>
          <p:cNvPr id="26627" name="Slide Number Placeholder 6">
            <a:extLst>
              <a:ext uri="{FF2B5EF4-FFF2-40B4-BE49-F238E27FC236}">
                <a16:creationId xmlns:a16="http://schemas.microsoft.com/office/drawing/2014/main" id="{4CC41385-0C9B-8757-8D8B-DBF196CA9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257E366-7D04-4035-9521-9F04AC2FE58C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en-US" sz="1400"/>
          </a:p>
        </p:txBody>
      </p:sp>
      <p:sp>
        <p:nvSpPr>
          <p:cNvPr id="26628" name="Rectangle 2">
            <a:extLst>
              <a:ext uri="{FF2B5EF4-FFF2-40B4-BE49-F238E27FC236}">
                <a16:creationId xmlns:a16="http://schemas.microsoft.com/office/drawing/2014/main" id="{8D9C390E-7384-40C9-7CB7-9EDFB5604B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Counting Primitive Operations</a:t>
            </a:r>
          </a:p>
        </p:txBody>
      </p:sp>
      <p:sp>
        <p:nvSpPr>
          <p:cNvPr id="26629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0182B6A8-D59D-B277-D0C0-C784ADC340B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20000" cy="1828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We determine the </a:t>
            </a:r>
            <a:r>
              <a:rPr lang="en-US" altLang="en-US" sz="2400" u="sng" dirty="0"/>
              <a:t>maximum</a:t>
            </a:r>
            <a:r>
              <a:rPr lang="en-US" altLang="en-US" sz="2400" dirty="0"/>
              <a:t> number of primitive operations executed by an algorithm (</a:t>
            </a:r>
            <a:r>
              <a:rPr lang="en-US" altLang="en-US" sz="2400" u="sng" dirty="0"/>
              <a:t>worst case</a:t>
            </a:r>
            <a:r>
              <a:rPr lang="en-US" altLang="en-US" sz="2400" dirty="0"/>
              <a:t>), as a function of the input size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>
                <a:highlight>
                  <a:srgbClr val="FFFF00"/>
                </a:highlight>
              </a:rPr>
              <a:t>This way of counting primitive operations in detail is for illustration only. Don't count in this way</a:t>
            </a:r>
            <a:endParaRPr lang="en-US" altLang="en-US" sz="2400" dirty="0"/>
          </a:p>
          <a:p>
            <a:pPr eaLnBrk="1" hangingPunct="1">
              <a:lnSpc>
                <a:spcPct val="90000"/>
              </a:lnSpc>
            </a:pPr>
            <a:endParaRPr lang="en-US" altLang="en-US" sz="2400" dirty="0"/>
          </a:p>
        </p:txBody>
      </p:sp>
      <p:sp>
        <p:nvSpPr>
          <p:cNvPr id="26630" name="Rectangle 4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9848404D-F32B-180A-7B41-3A571DE34E52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black">
          <a:xfrm>
            <a:off x="990600" y="3733800"/>
            <a:ext cx="7315200" cy="2667000"/>
          </a:xfrm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noProof="1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 sz="2000" noProof="1">
                <a:latin typeface="Times New Roman" panose="02020603050405020304" pitchFamily="18" charset="0"/>
              </a:rPr>
              <a:t> </a:t>
            </a:r>
            <a:r>
              <a:rPr lang="en-US" altLang="en-US" sz="2000" b="1" i="1" noProof="1">
                <a:solidFill>
                  <a:schemeClr val="tx2"/>
                </a:solidFill>
                <a:latin typeface="Times New Roman" panose="02020603050405020304" pitchFamily="18" charset="0"/>
              </a:rPr>
              <a:t>arrayMax</a:t>
            </a:r>
            <a:r>
              <a:rPr lang="en-US" altLang="en-US" sz="2000" noProof="1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2000" b="1" i="1" noProof="1">
                <a:solidFill>
                  <a:schemeClr val="tx2"/>
                </a:solidFill>
                <a:latin typeface="Times New Roman" panose="02020603050405020304" pitchFamily="18" charset="0"/>
              </a:rPr>
              <a:t>A</a:t>
            </a:r>
            <a:r>
              <a:rPr lang="en-US" altLang="en-US" sz="2000" noProof="1">
                <a:solidFill>
                  <a:schemeClr val="tx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en-US" sz="2000" b="1" i="1" noProof="1">
                <a:solidFill>
                  <a:schemeClr val="tx2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sz="2000" noProof="1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noProof="1">
                <a:solidFill>
                  <a:schemeClr val="tx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2000" b="1" noProof="1">
                <a:solidFill>
                  <a:srgbClr val="000000"/>
                </a:solidFill>
                <a:latin typeface="Times New Roman" panose="02020603050405020304" pitchFamily="18" charset="0"/>
              </a:rPr>
              <a:t>				</a:t>
            </a:r>
            <a:r>
              <a:rPr lang="en-US" altLang="en-US" sz="2000" b="1" i="1" noProof="1">
                <a:solidFill>
                  <a:schemeClr val="accent2"/>
                </a:solidFill>
                <a:latin typeface="Times New Roman" panose="02020603050405020304" pitchFamily="18" charset="0"/>
              </a:rPr>
              <a:t>	     </a:t>
            </a:r>
            <a:r>
              <a:rPr lang="en-US" altLang="en-US" sz="2000" noProof="1"/>
              <a:t># operations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 noProof="1">
                <a:solidFill>
                  <a:schemeClr val="accent2"/>
                </a:solidFill>
                <a:latin typeface="Times New Roman" panose="02020603050405020304" pitchFamily="18" charset="0"/>
              </a:rPr>
              <a:t>  currentMax</a:t>
            </a:r>
            <a:r>
              <a:rPr lang="en-US" altLang="en-US" sz="2000" noProof="1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noProof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en-US" sz="2000" noProof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000" b="1" i="1" noProof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en-US" sz="2000" noProof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[0]				     </a:t>
            </a:r>
            <a:r>
              <a:rPr lang="en-US" altLang="en-US" sz="2000" noProof="1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endParaRPr lang="en-US" altLang="en-US" sz="2000" noProof="1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noProof="1">
                <a:solidFill>
                  <a:srgbClr val="000000"/>
                </a:solidFill>
                <a:latin typeface="Times New Roman" panose="02020603050405020304" pitchFamily="18" charset="0"/>
              </a:rPr>
              <a:t>  for</a:t>
            </a:r>
            <a:r>
              <a:rPr lang="en-US" altLang="en-US" sz="2000" noProof="1">
                <a:latin typeface="Times New Roman" panose="02020603050405020304" pitchFamily="18" charset="0"/>
              </a:rPr>
              <a:t> </a:t>
            </a:r>
            <a:r>
              <a:rPr lang="en-US" altLang="en-US" sz="2000" b="1" i="1" noProof="1">
                <a:solidFill>
                  <a:schemeClr val="accent2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sz="2000" noProof="1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noProof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en-US" sz="2000" noProof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000" noProof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en-US" sz="2000" noProof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000" b="1" noProof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to</a:t>
            </a:r>
            <a:r>
              <a:rPr lang="en-US" altLang="en-US" sz="2000" noProof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000" b="1" i="1" noProof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sz="2000" noProof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000" noProof="1">
                <a:solidFill>
                  <a:schemeClr val="accent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</a:t>
            </a:r>
            <a:r>
              <a:rPr lang="en-US" altLang="en-US" sz="2000" noProof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1</a:t>
            </a:r>
            <a:r>
              <a:rPr lang="en-US" altLang="en-US" sz="2000" noProof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000" b="1" noProof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do				  1 </a:t>
            </a:r>
            <a:r>
              <a:rPr lang="en-US" altLang="en-US" sz="2000" noProof="1">
                <a:latin typeface="Symbol" panose="05050102010706020507" pitchFamily="18" charset="2"/>
                <a:sym typeface="Symbol" panose="05050102010706020507" pitchFamily="18" charset="2"/>
              </a:rPr>
              <a:t>+</a:t>
            </a:r>
            <a:r>
              <a:rPr lang="en-US" altLang="en-US" sz="2000" noProof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000" b="1" i="1" noProof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endParaRPr lang="en-US" altLang="en-US" sz="2000" b="1" noProof="1">
              <a:solidFill>
                <a:srgbClr val="000000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noProof="1">
                <a:latin typeface="Times New Roman" panose="02020603050405020304" pitchFamily="18" charset="0"/>
                <a:sym typeface="Symbol" panose="05050102010706020507" pitchFamily="18" charset="2"/>
              </a:rPr>
              <a:t>	</a:t>
            </a:r>
            <a:r>
              <a:rPr lang="en-US" altLang="en-US" sz="2000" b="1" noProof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if</a:t>
            </a:r>
            <a:r>
              <a:rPr lang="en-US" altLang="en-US" sz="2000" noProof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000" b="1" i="1" noProof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en-US" sz="2000" noProof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[</a:t>
            </a:r>
            <a:r>
              <a:rPr lang="en-US" altLang="en-US" sz="2000" i="1" noProof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en-US" sz="2000" noProof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]  </a:t>
            </a:r>
            <a:r>
              <a:rPr lang="en-US" altLang="en-US" sz="2000" b="1" i="1" noProof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currentMax</a:t>
            </a:r>
            <a:r>
              <a:rPr lang="en-US" altLang="en-US" sz="2000" noProof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000" b="1" noProof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then			</a:t>
            </a:r>
            <a:r>
              <a:rPr lang="en-US" altLang="en-US" sz="2000" noProof="1">
                <a:latin typeface="Times New Roman" panose="02020603050405020304" pitchFamily="18" charset="0"/>
                <a:sym typeface="Symbol" panose="05050102010706020507" pitchFamily="18" charset="2"/>
              </a:rPr>
              <a:t>2(</a:t>
            </a:r>
            <a:r>
              <a:rPr lang="en-US" altLang="en-US" sz="2000" b="1" i="1" noProof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sz="2000" noProof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000" noProof="1">
                <a:latin typeface="Symbol" panose="05050102010706020507" pitchFamily="18" charset="2"/>
                <a:sym typeface="Symbol" panose="05050102010706020507" pitchFamily="18" charset="2"/>
              </a:rPr>
              <a:t></a:t>
            </a:r>
            <a:r>
              <a:rPr lang="en-US" altLang="en-US" sz="2000" noProof="1">
                <a:latin typeface="Times New Roman" panose="02020603050405020304" pitchFamily="18" charset="0"/>
                <a:sym typeface="Symbol" panose="05050102010706020507" pitchFamily="18" charset="2"/>
              </a:rPr>
              <a:t> 1)</a:t>
            </a:r>
            <a:endParaRPr lang="en-US" altLang="en-US" sz="2000" b="1" noProof="1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noProof="1">
                <a:latin typeface="Times New Roman" panose="02020603050405020304" pitchFamily="18" charset="0"/>
                <a:sym typeface="Symbol" panose="05050102010706020507" pitchFamily="18" charset="2"/>
              </a:rPr>
              <a:t>		</a:t>
            </a:r>
            <a:r>
              <a:rPr lang="en-US" altLang="en-US" sz="2000" b="1" i="1" noProof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currentMax</a:t>
            </a:r>
            <a:r>
              <a:rPr lang="en-US" altLang="en-US" sz="2000" noProof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000" noProof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en-US" sz="2000" noProof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000" b="1" i="1" noProof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en-US" sz="2000" noProof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[</a:t>
            </a:r>
            <a:r>
              <a:rPr lang="en-US" altLang="en-US" sz="2000" b="1" i="1" noProof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en-US" sz="2000" noProof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]			</a:t>
            </a:r>
            <a:r>
              <a:rPr lang="en-US" altLang="en-US" sz="2000" noProof="1">
                <a:latin typeface="Times New Roman" panose="02020603050405020304" pitchFamily="18" charset="0"/>
                <a:sym typeface="Symbol" panose="05050102010706020507" pitchFamily="18" charset="2"/>
              </a:rPr>
              <a:t>2(</a:t>
            </a:r>
            <a:r>
              <a:rPr lang="en-US" altLang="en-US" sz="2000" b="1" i="1" noProof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sz="2000" noProof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000" noProof="1">
                <a:latin typeface="Symbol" panose="05050102010706020507" pitchFamily="18" charset="2"/>
                <a:sym typeface="Symbol" panose="05050102010706020507" pitchFamily="18" charset="2"/>
              </a:rPr>
              <a:t></a:t>
            </a:r>
            <a:r>
              <a:rPr lang="en-US" altLang="en-US" sz="2000" noProof="1">
                <a:latin typeface="Times New Roman" panose="02020603050405020304" pitchFamily="18" charset="0"/>
                <a:sym typeface="Symbol" panose="05050102010706020507" pitchFamily="18" charset="2"/>
              </a:rPr>
              <a:t> 1)</a:t>
            </a:r>
            <a:endParaRPr lang="en-US" altLang="en-US" sz="2000" noProof="1">
              <a:solidFill>
                <a:schemeClr val="accent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noProof="1">
                <a:latin typeface="Times New Roman" panose="02020603050405020304" pitchFamily="18" charset="0"/>
                <a:sym typeface="Symbol" panose="05050102010706020507" pitchFamily="18" charset="2"/>
              </a:rPr>
              <a:t>  { increment counter </a:t>
            </a:r>
            <a:r>
              <a:rPr lang="en-US" altLang="en-US" sz="2000" b="1" i="1" noProof="1"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en-US" sz="2000" noProof="1">
                <a:latin typeface="Times New Roman" panose="02020603050405020304" pitchFamily="18" charset="0"/>
                <a:sym typeface="Symbol" panose="05050102010706020507" pitchFamily="18" charset="2"/>
              </a:rPr>
              <a:t> }				2(</a:t>
            </a:r>
            <a:r>
              <a:rPr lang="en-US" altLang="en-US" sz="2000" b="1" i="1" noProof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sz="2000" noProof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000" noProof="1">
                <a:latin typeface="Symbol" panose="05050102010706020507" pitchFamily="18" charset="2"/>
                <a:sym typeface="Symbol" panose="05050102010706020507" pitchFamily="18" charset="2"/>
              </a:rPr>
              <a:t></a:t>
            </a:r>
            <a:r>
              <a:rPr lang="en-US" altLang="en-US" sz="2000" noProof="1">
                <a:latin typeface="Times New Roman" panose="02020603050405020304" pitchFamily="18" charset="0"/>
                <a:sym typeface="Symbol" panose="05050102010706020507" pitchFamily="18" charset="2"/>
              </a:rPr>
              <a:t> 1)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noProof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return</a:t>
            </a:r>
            <a:r>
              <a:rPr lang="en-US" altLang="en-US" sz="2000" noProof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000" b="1" i="1" noProof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currentMax				      </a:t>
            </a:r>
            <a:r>
              <a:rPr lang="en-US" altLang="en-US" sz="2000" noProof="1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noProof="1">
                <a:latin typeface="Times New Roman" panose="02020603050405020304" pitchFamily="18" charset="0"/>
                <a:sym typeface="Symbol" panose="05050102010706020507" pitchFamily="18" charset="2"/>
              </a:rPr>
              <a:t>						</a:t>
            </a:r>
            <a:r>
              <a:rPr lang="en-US" altLang="en-US" sz="2000" noProof="1">
                <a:sym typeface="Symbol" panose="05050102010706020507" pitchFamily="18" charset="2"/>
              </a:rPr>
              <a:t>Total =</a:t>
            </a:r>
            <a:r>
              <a:rPr lang="en-US" altLang="en-US" sz="2000" noProof="1">
                <a:latin typeface="Times New Roman" panose="02020603050405020304" pitchFamily="18" charset="0"/>
                <a:sym typeface="Symbol" panose="05050102010706020507" pitchFamily="18" charset="2"/>
              </a:rPr>
              <a:t> 7</a:t>
            </a:r>
            <a:r>
              <a:rPr lang="en-US" altLang="en-US" sz="2000" b="1" i="1" noProof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sz="2000" noProof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000" noProof="1">
                <a:latin typeface="Symbol" panose="05050102010706020507" pitchFamily="18" charset="2"/>
                <a:sym typeface="Symbol" panose="05050102010706020507" pitchFamily="18" charset="2"/>
              </a:rPr>
              <a:t></a:t>
            </a:r>
            <a:r>
              <a:rPr lang="en-US" altLang="en-US" sz="2000" noProof="1">
                <a:latin typeface="Times New Roman" panose="02020603050405020304" pitchFamily="18" charset="0"/>
                <a:sym typeface="Symbol" panose="05050102010706020507" pitchFamily="18" charset="2"/>
              </a:rPr>
              <a:t> 2</a:t>
            </a:r>
          </a:p>
        </p:txBody>
      </p:sp>
    </p:spTree>
    <p:extLst>
      <p:ext uri="{BB962C8B-B14F-4D97-AF65-F5344CB8AC3E}">
        <p14:creationId xmlns:p14="http://schemas.microsoft.com/office/powerpoint/2010/main" val="23502223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Footer Placeholder 5">
            <a:extLst>
              <a:ext uri="{FF2B5EF4-FFF2-40B4-BE49-F238E27FC236}">
                <a16:creationId xmlns:a16="http://schemas.microsoft.com/office/drawing/2014/main" id="{15FB6B0B-85C2-BD5F-9FF9-175DB7714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/>
              <a:t>[Lect01] Analysis of Algorithms</a:t>
            </a:r>
          </a:p>
        </p:txBody>
      </p:sp>
      <p:sp>
        <p:nvSpPr>
          <p:cNvPr id="26627" name="Slide Number Placeholder 6">
            <a:extLst>
              <a:ext uri="{FF2B5EF4-FFF2-40B4-BE49-F238E27FC236}">
                <a16:creationId xmlns:a16="http://schemas.microsoft.com/office/drawing/2014/main" id="{E1475FC2-739A-EF9C-E527-18B49863A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257E366-7D04-4035-9521-9F04AC2FE58C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en-US" sz="1400"/>
          </a:p>
        </p:txBody>
      </p:sp>
      <p:sp>
        <p:nvSpPr>
          <p:cNvPr id="26628" name="Rectangle 2">
            <a:extLst>
              <a:ext uri="{FF2B5EF4-FFF2-40B4-BE49-F238E27FC236}">
                <a16:creationId xmlns:a16="http://schemas.microsoft.com/office/drawing/2014/main" id="{25E4BF0E-3FD9-5A51-3385-D9832B3B26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Counting Primitive Operations (cont.)</a:t>
            </a:r>
          </a:p>
        </p:txBody>
      </p:sp>
      <p:sp>
        <p:nvSpPr>
          <p:cNvPr id="26629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2FC09C4A-E7F3-E7C6-8B9B-6F65CE35E0F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239000" cy="762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C++/Java version of </a:t>
            </a:r>
            <a:r>
              <a:rPr lang="en-US" altLang="en-US" sz="24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arrayMax</a:t>
            </a:r>
            <a:r>
              <a:rPr lang="en-US" altLang="en-US" sz="2400" dirty="0"/>
              <a:t> algorithm</a:t>
            </a:r>
          </a:p>
        </p:txBody>
      </p:sp>
      <p:sp>
        <p:nvSpPr>
          <p:cNvPr id="26630" name="Rectangle 4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0F98C2A6-586E-5FC7-BDF8-0CD4C4BAB9DD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black">
          <a:xfrm>
            <a:off x="533400" y="2743200"/>
            <a:ext cx="8153400" cy="2971800"/>
          </a:xfrm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noProof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int arrayMax (int A[], int n) { </a:t>
            </a:r>
            <a:r>
              <a:rPr lang="zh-CN" altLang="en-US" sz="2000" noProof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</a:t>
            </a:r>
            <a:r>
              <a:rPr lang="en-US" altLang="zh-CN" sz="2000" noProof="1">
                <a:latin typeface="Consolas" panose="020B0609020204030204" pitchFamily="49" charset="0"/>
                <a:cs typeface="Courier New" panose="02070309020205020404" pitchFamily="49" charset="0"/>
              </a:rPr>
              <a:t># operations</a:t>
            </a:r>
            <a:endParaRPr lang="zh-CN" altLang="en-US" sz="2000" noProof="1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noProof="1">
                <a:solidFill>
                  <a:schemeClr val="tx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2000" noProof="1">
                <a:solidFill>
                  <a:schemeClr val="tx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int </a:t>
            </a:r>
            <a:r>
              <a:rPr lang="en-US" altLang="zh-CN" sz="2000" noProof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currentMax</a:t>
            </a:r>
            <a:r>
              <a:rPr lang="zh-CN" altLang="en-US" sz="2000" noProof="1">
                <a:solidFill>
                  <a:schemeClr val="tx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noProof="1">
                <a:solidFill>
                  <a:schemeClr val="tx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zh-CN" altLang="en-US" sz="2000" noProof="1">
                <a:solidFill>
                  <a:schemeClr val="tx2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 </a:t>
            </a:r>
            <a:r>
              <a:rPr lang="en-US" altLang="zh-CN" sz="2000" noProof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A[0];</a:t>
            </a:r>
            <a:r>
              <a:rPr lang="zh-CN" altLang="en-US" sz="2000" noProof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			  </a:t>
            </a:r>
            <a:r>
              <a:rPr lang="en-US" altLang="zh-CN" sz="2000" noProof="1">
                <a:latin typeface="Consolas" panose="020B06090202040302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2</a:t>
            </a:r>
            <a:endParaRPr lang="zh-CN" altLang="en-US" sz="2000" noProof="1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noProof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nn-NO" altLang="zh-CN" sz="2000" noProof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for (int i=1;				  1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nn-NO" altLang="zh-CN" sz="2000" noProof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i &lt; n; 				  </a:t>
            </a:r>
            <a:r>
              <a:rPr lang="en-US" altLang="zh-CN" sz="2000" noProof="1">
                <a:latin typeface="Consolas" panose="020B06090202040302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n</a:t>
            </a:r>
            <a:endParaRPr lang="nn-NO" altLang="zh-CN" sz="2000" noProof="1">
              <a:solidFill>
                <a:srgbClr val="000000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nn-NO" altLang="zh-CN" sz="2000" noProof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i++)	</a:t>
            </a:r>
            <a:r>
              <a:rPr lang="zh-CN" altLang="en-US" sz="2000" noProof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	</a:t>
            </a:r>
            <a:r>
              <a:rPr lang="en-US" altLang="zh-CN" sz="2000" noProof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			</a:t>
            </a:r>
            <a:r>
              <a:rPr lang="en-US" altLang="zh-CN" sz="2000" noProof="1">
                <a:latin typeface="Consolas" panose="020B06090202040302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2(n </a:t>
            </a:r>
            <a:r>
              <a:rPr lang="zh-CN" altLang="en-US" sz="2000" noProof="1">
                <a:latin typeface="Consolas" panose="020B06090202040302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 </a:t>
            </a:r>
            <a:r>
              <a:rPr lang="en-US" altLang="zh-CN" sz="2000" noProof="1">
                <a:latin typeface="Consolas" panose="020B06090202040302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1)</a:t>
            </a:r>
            <a:endParaRPr lang="zh-CN" altLang="en-US" sz="2000" noProof="1">
              <a:solidFill>
                <a:srgbClr val="000000"/>
              </a:solidFill>
              <a:latin typeface="Consolas" panose="020B0609020204030204" pitchFamily="49" charset="0"/>
              <a:cs typeface="Courier New" panose="02070309020205020404" pitchFamily="49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noProof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    </a:t>
            </a:r>
            <a:r>
              <a:rPr lang="en-US" altLang="zh-CN" sz="2000" noProof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if (A[i] &gt; currentMax)</a:t>
            </a:r>
            <a:r>
              <a:rPr lang="zh-CN" altLang="en-US" sz="2000" noProof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			</a:t>
            </a:r>
            <a:r>
              <a:rPr lang="en-US" altLang="zh-CN" sz="2000" noProof="1">
                <a:latin typeface="Consolas" panose="020B06090202040302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2(n </a:t>
            </a:r>
            <a:r>
              <a:rPr lang="zh-CN" altLang="en-US" sz="2000" noProof="1">
                <a:latin typeface="Consolas" panose="020B06090202040302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 </a:t>
            </a:r>
            <a:r>
              <a:rPr lang="en-US" altLang="zh-CN" sz="2000" noProof="1">
                <a:latin typeface="Consolas" panose="020B06090202040302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1)</a:t>
            </a:r>
            <a:endParaRPr lang="zh-CN" altLang="en-US" sz="2000" noProof="1">
              <a:latin typeface="Consolas" panose="020B0609020204030204" pitchFamily="49" charset="0"/>
              <a:cs typeface="Courier New" panose="02070309020205020404" pitchFamily="49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noProof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      </a:t>
            </a:r>
            <a:r>
              <a:rPr lang="en-US" altLang="zh-CN" sz="2000" noProof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currentMax</a:t>
            </a:r>
            <a:r>
              <a:rPr lang="zh-CN" altLang="en-US" sz="2000" noProof="1">
                <a:solidFill>
                  <a:schemeClr val="tx2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 </a:t>
            </a:r>
            <a:r>
              <a:rPr lang="en-US" altLang="zh-CN" sz="2000" noProof="1">
                <a:solidFill>
                  <a:schemeClr val="tx2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=</a:t>
            </a:r>
            <a:r>
              <a:rPr lang="zh-CN" altLang="en-US" sz="2000" noProof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 </a:t>
            </a:r>
            <a:r>
              <a:rPr lang="en-US" altLang="zh-CN" sz="2000" noProof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A[i];</a:t>
            </a:r>
            <a:r>
              <a:rPr lang="zh-CN" altLang="en-US" sz="2000" noProof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			</a:t>
            </a:r>
            <a:r>
              <a:rPr lang="en-US" altLang="zh-CN" sz="2000" noProof="1">
                <a:latin typeface="Consolas" panose="020B06090202040302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2(n </a:t>
            </a:r>
            <a:r>
              <a:rPr lang="zh-CN" altLang="en-US" sz="2000" noProof="1">
                <a:latin typeface="Consolas" panose="020B06090202040302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 </a:t>
            </a:r>
            <a:r>
              <a:rPr lang="en-US" altLang="zh-CN" sz="2000" noProof="1">
                <a:latin typeface="Consolas" panose="020B06090202040302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1)</a:t>
            </a:r>
            <a:endParaRPr lang="zh-CN" altLang="en-US" sz="2000" noProof="1">
              <a:solidFill>
                <a:schemeClr val="accent2"/>
              </a:solidFill>
              <a:latin typeface="Consolas" panose="020B0609020204030204" pitchFamily="49" charset="0"/>
              <a:cs typeface="Courier New" panose="02070309020205020404" pitchFamily="49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noProof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  </a:t>
            </a:r>
            <a:r>
              <a:rPr lang="en-US" altLang="zh-CN" sz="2000" noProof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return</a:t>
            </a:r>
            <a:r>
              <a:rPr lang="zh-CN" altLang="en-US" sz="2000" noProof="1">
                <a:latin typeface="Consolas" panose="020B06090202040302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 </a:t>
            </a:r>
            <a:r>
              <a:rPr lang="en-US" altLang="zh-CN" sz="2000" noProof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currentMax</a:t>
            </a:r>
            <a:r>
              <a:rPr lang="zh-CN" altLang="en-US" sz="2000" noProof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				  </a:t>
            </a:r>
            <a:r>
              <a:rPr lang="en-US" altLang="zh-CN" sz="2000" noProof="1">
                <a:latin typeface="Consolas" panose="020B06090202040302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1</a:t>
            </a:r>
            <a:endParaRPr lang="zh-CN" altLang="en-US" sz="2000" noProof="1">
              <a:latin typeface="Consolas" panose="020B0609020204030204" pitchFamily="49" charset="0"/>
              <a:cs typeface="Courier New" panose="02070309020205020404" pitchFamily="49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noProof="1">
                <a:latin typeface="Consolas" panose="020B06090202040302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}</a:t>
            </a:r>
            <a:r>
              <a:rPr lang="zh-CN" altLang="en-US" sz="2000" noProof="1">
                <a:latin typeface="Consolas" panose="020B06090202040302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						</a:t>
            </a:r>
            <a:r>
              <a:rPr lang="en-US" altLang="zh-CN" sz="2000" noProof="1">
                <a:latin typeface="Consolas" panose="020B06090202040302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Total = 7n </a:t>
            </a:r>
            <a:r>
              <a:rPr lang="zh-CN" altLang="en-US" sz="2000" noProof="1">
                <a:latin typeface="Consolas" panose="020B06090202040302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 </a:t>
            </a:r>
            <a:r>
              <a:rPr lang="en-US" altLang="zh-CN" sz="2000" noProof="1">
                <a:latin typeface="Consolas" panose="020B06090202040302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2</a:t>
            </a:r>
            <a:endParaRPr lang="zh-CN" altLang="en-US" sz="2000" noProof="1">
              <a:latin typeface="Consolas" panose="020B0609020204030204" pitchFamily="49" charset="0"/>
              <a:cs typeface="Courier New" panose="02070309020205020404" pitchFamily="49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Footer Placeholder 5">
            <a:extLst>
              <a:ext uri="{FF2B5EF4-FFF2-40B4-BE49-F238E27FC236}">
                <a16:creationId xmlns:a16="http://schemas.microsoft.com/office/drawing/2014/main" id="{AF12B8AA-F142-81E8-62F3-9F08C1E15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[Lect01] Analysis of Algorithms</a:t>
            </a:r>
          </a:p>
        </p:txBody>
      </p:sp>
      <p:sp>
        <p:nvSpPr>
          <p:cNvPr id="27651" name="Slide Number Placeholder 6">
            <a:extLst>
              <a:ext uri="{FF2B5EF4-FFF2-40B4-BE49-F238E27FC236}">
                <a16:creationId xmlns:a16="http://schemas.microsoft.com/office/drawing/2014/main" id="{9144855A-EB27-A917-3E58-13F764007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16D78B4-4504-4740-BD6E-5B4FAC89F9DB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en-US" sz="1400"/>
          </a:p>
        </p:txBody>
      </p:sp>
      <p:sp>
        <p:nvSpPr>
          <p:cNvPr id="27652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FEBE67D6-E2D2-935A-BF56-DB7EE9DEC3D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09600" y="1752600"/>
            <a:ext cx="8305800" cy="4648200"/>
          </a:xfrm>
        </p:spPr>
        <p:txBody>
          <a:bodyPr/>
          <a:lstStyle/>
          <a:p>
            <a:pPr eaLnBrk="1" hangingPunct="1"/>
            <a:r>
              <a:rPr lang="en-US" altLang="en-US" dirty="0"/>
              <a:t>In the </a:t>
            </a:r>
            <a:r>
              <a:rPr lang="en-US" altLang="en-US" u="sng" dirty="0"/>
              <a:t>worst case</a:t>
            </a:r>
            <a:r>
              <a:rPr lang="en-US" altLang="en-US" dirty="0"/>
              <a:t>, </a:t>
            </a:r>
            <a:r>
              <a:rPr lang="en-US" altLang="en-US" b="1" i="1" dirty="0">
                <a:latin typeface="Times New Roman" panose="02020603050405020304" pitchFamily="18" charset="0"/>
              </a:rPr>
              <a:t>arrayMax</a:t>
            </a:r>
            <a:r>
              <a:rPr lang="en-US" altLang="en-US" dirty="0"/>
              <a:t> executes </a:t>
            </a:r>
            <a:r>
              <a:rPr lang="en-US" altLang="en-US" u="sng" dirty="0">
                <a:latin typeface="Times New Roman" panose="02020603050405020304" pitchFamily="18" charset="0"/>
                <a:sym typeface="Symbol" panose="05050102010706020507" pitchFamily="18" charset="2"/>
              </a:rPr>
              <a:t>7</a:t>
            </a:r>
            <a:r>
              <a:rPr lang="en-US" altLang="en-US" b="1" u="sng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u="sng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u="sng" dirty="0">
                <a:latin typeface="Symbol" panose="05050102010706020507" pitchFamily="18" charset="2"/>
                <a:sym typeface="Symbol" panose="05050102010706020507" pitchFamily="18" charset="2"/>
              </a:rPr>
              <a:t></a:t>
            </a:r>
            <a:r>
              <a:rPr lang="en-US" altLang="en-US" u="sng" dirty="0">
                <a:latin typeface="Times New Roman" panose="02020603050405020304" pitchFamily="18" charset="0"/>
                <a:sym typeface="Symbol" panose="05050102010706020507" pitchFamily="18" charset="2"/>
              </a:rPr>
              <a:t> 2</a:t>
            </a:r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dirty="0"/>
              <a:t>primitive operations whereby the ‘if’ loop is </a:t>
            </a:r>
            <a:r>
              <a:rPr lang="en-US" altLang="en-US" u="sng" dirty="0"/>
              <a:t>always true</a:t>
            </a:r>
            <a:r>
              <a:rPr lang="en-US" altLang="en-US" dirty="0"/>
              <a:t>.</a:t>
            </a:r>
          </a:p>
          <a:p>
            <a:pPr eaLnBrk="1" hangingPunct="1"/>
            <a:r>
              <a:rPr lang="en-US" altLang="en-US" dirty="0"/>
              <a:t>In the </a:t>
            </a:r>
            <a:r>
              <a:rPr lang="en-US" altLang="en-US" u="sng" dirty="0"/>
              <a:t>best case</a:t>
            </a:r>
            <a:r>
              <a:rPr lang="en-US" altLang="en-US" dirty="0"/>
              <a:t>, </a:t>
            </a:r>
            <a:r>
              <a:rPr lang="en-US" altLang="en-US" b="1" i="1" dirty="0">
                <a:latin typeface="Times New Roman" panose="02020603050405020304" pitchFamily="18" charset="0"/>
              </a:rPr>
              <a:t>arrayMax</a:t>
            </a:r>
            <a:r>
              <a:rPr lang="en-US" altLang="en-US" dirty="0"/>
              <a:t> executes </a:t>
            </a:r>
            <a:r>
              <a:rPr lang="en-US" altLang="en-US" u="sng" dirty="0">
                <a:latin typeface="Times New Roman" panose="02020603050405020304" pitchFamily="18" charset="0"/>
                <a:sym typeface="Symbol" panose="05050102010706020507" pitchFamily="18" charset="2"/>
              </a:rPr>
              <a:t>5</a:t>
            </a:r>
            <a:r>
              <a:rPr lang="en-US" altLang="en-US" b="1" i="1" u="sng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dirty="0"/>
              <a:t>primitive operations whereby the ‘if’ loop is </a:t>
            </a:r>
            <a:r>
              <a:rPr lang="en-US" altLang="en-US" u="sng" dirty="0"/>
              <a:t>always false</a:t>
            </a:r>
            <a:r>
              <a:rPr lang="en-US" altLang="en-US" dirty="0"/>
              <a:t>.</a:t>
            </a:r>
          </a:p>
          <a:p>
            <a:pPr eaLnBrk="1" hangingPunct="1"/>
            <a:r>
              <a:rPr lang="en-US" altLang="en-US" dirty="0"/>
              <a:t>Let </a:t>
            </a:r>
            <a:r>
              <a:rPr lang="en-US" altLang="en-US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en-US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en-US" dirty="0"/>
              <a:t> be </a:t>
            </a:r>
            <a:r>
              <a:rPr lang="en-US" altLang="en-US" u="sng" dirty="0"/>
              <a:t>worst-case time</a:t>
            </a:r>
            <a:r>
              <a:rPr lang="en-US" altLang="en-US" dirty="0"/>
              <a:t> of </a:t>
            </a:r>
            <a:r>
              <a:rPr lang="en-US" altLang="en-US" b="1" i="1" dirty="0">
                <a:latin typeface="Times New Roman" panose="02020603050405020304" pitchFamily="18" charset="0"/>
              </a:rPr>
              <a:t>arrayMax.</a:t>
            </a:r>
            <a:r>
              <a:rPr lang="en-US" altLang="en-US" b="1" dirty="0">
                <a:latin typeface="Times New Roman" panose="02020603050405020304" pitchFamily="18" charset="0"/>
              </a:rPr>
              <a:t> </a:t>
            </a:r>
            <a:r>
              <a:rPr lang="en-US" altLang="en-US" dirty="0"/>
              <a:t>Then</a:t>
            </a:r>
            <a:br>
              <a:rPr lang="en-US" altLang="en-US" dirty="0"/>
            </a:br>
            <a:r>
              <a:rPr lang="en-US" altLang="en-US" dirty="0"/>
              <a:t>		</a:t>
            </a:r>
            <a:r>
              <a:rPr lang="en-US" altLang="en-US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en-US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en-US" dirty="0"/>
              <a:t> = </a:t>
            </a:r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7</a:t>
            </a:r>
            <a:r>
              <a:rPr lang="en-US" altLang="en-US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dirty="0">
                <a:latin typeface="Symbol" panose="05050102010706020507" pitchFamily="18" charset="2"/>
                <a:sym typeface="Symbol" panose="05050102010706020507" pitchFamily="18" charset="2"/>
              </a:rPr>
              <a:t></a:t>
            </a:r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 2</a:t>
            </a:r>
          </a:p>
          <a:p>
            <a:pPr eaLnBrk="1" hangingPunct="1"/>
            <a:r>
              <a:rPr lang="en-US" altLang="en-US" dirty="0">
                <a:sym typeface="Symbol" panose="05050102010706020507" pitchFamily="18" charset="2"/>
              </a:rPr>
              <a:t>Next, we will see why we don't have to count in detail the </a:t>
            </a:r>
            <a:r>
              <a:rPr lang="en-US" altLang="en-US" dirty="0"/>
              <a:t>primitive operations</a:t>
            </a:r>
            <a:r>
              <a:rPr lang="en-US" altLang="en-US" dirty="0">
                <a:sym typeface="Symbol" panose="05050102010706020507" pitchFamily="18" charset="2"/>
              </a:rPr>
              <a:t>.</a:t>
            </a:r>
          </a:p>
        </p:txBody>
      </p:sp>
      <p:graphicFrame>
        <p:nvGraphicFramePr>
          <p:cNvPr id="27653" name="Object 117">
            <a:extLst>
              <a:ext uri="{FF2B5EF4-FFF2-40B4-BE49-F238E27FC236}">
                <a16:creationId xmlns:a16="http://schemas.microsoft.com/office/drawing/2014/main" id="{563D7EF2-4AB8-73B0-1BCC-85BD4152958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38975" y="152400"/>
          <a:ext cx="1724025" cy="1541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3" imgW="2943225" imgH="2628900" progId="MS_ClipArt_Gallery.2">
                  <p:embed/>
                </p:oleObj>
              </mc:Choice>
              <mc:Fallback>
                <p:oleObj name="Clip" r:id="rId3" imgW="2943225" imgH="2628900" progId="MS_ClipArt_Gallery.2">
                  <p:embed/>
                  <p:pic>
                    <p:nvPicPr>
                      <p:cNvPr id="27653" name="Object 117">
                        <a:extLst>
                          <a:ext uri="{FF2B5EF4-FFF2-40B4-BE49-F238E27FC236}">
                            <a16:creationId xmlns:a16="http://schemas.microsoft.com/office/drawing/2014/main" id="{563D7EF2-4AB8-73B0-1BCC-85BD4152958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38975" y="152400"/>
                        <a:ext cx="1724025" cy="1541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4" name="Rectangle 2">
            <a:extLst>
              <a:ext uri="{FF2B5EF4-FFF2-40B4-BE49-F238E27FC236}">
                <a16:creationId xmlns:a16="http://schemas.microsoft.com/office/drawing/2014/main" id="{DB4511F0-61F2-1863-8FFC-3E7F05E736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6781800" cy="1143000"/>
          </a:xfrm>
        </p:spPr>
        <p:txBody>
          <a:bodyPr/>
          <a:lstStyle/>
          <a:p>
            <a:pPr eaLnBrk="1" hangingPunct="1"/>
            <a:r>
              <a:rPr lang="en-US" altLang="en-US"/>
              <a:t>Estimating Running Time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Footer Placeholder 4">
            <a:extLst>
              <a:ext uri="{FF2B5EF4-FFF2-40B4-BE49-F238E27FC236}">
                <a16:creationId xmlns:a16="http://schemas.microsoft.com/office/drawing/2014/main" id="{45ACC5C9-82E0-F7F4-4FA7-ECDBB49F2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[Lect01] Analysis of Algorithms</a:t>
            </a:r>
          </a:p>
        </p:txBody>
      </p:sp>
      <p:sp>
        <p:nvSpPr>
          <p:cNvPr id="28675" name="Slide Number Placeholder 5">
            <a:extLst>
              <a:ext uri="{FF2B5EF4-FFF2-40B4-BE49-F238E27FC236}">
                <a16:creationId xmlns:a16="http://schemas.microsoft.com/office/drawing/2014/main" id="{799E8A02-A3AD-9AF0-6B5C-8032FB9B1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E658AD-779F-4621-A2FA-36478C71371B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en-US" sz="1400"/>
          </a:p>
        </p:txBody>
      </p:sp>
      <p:sp>
        <p:nvSpPr>
          <p:cNvPr id="28676" name="Rectangle 2">
            <a:extLst>
              <a:ext uri="{FF2B5EF4-FFF2-40B4-BE49-F238E27FC236}">
                <a16:creationId xmlns:a16="http://schemas.microsoft.com/office/drawing/2014/main" id="{71B98713-0B5C-DD6A-C37E-7D374BE73D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762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Growth Rate of Running Time</a:t>
            </a:r>
          </a:p>
        </p:txBody>
      </p:sp>
      <p:sp>
        <p:nvSpPr>
          <p:cNvPr id="28677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3737D58A-5602-798B-07F1-2A3768D595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524000"/>
            <a:ext cx="5021315" cy="4419600"/>
          </a:xfrm>
        </p:spPr>
        <p:txBody>
          <a:bodyPr/>
          <a:lstStyle/>
          <a:p>
            <a:pPr eaLnBrk="1" hangingPunct="1"/>
            <a:r>
              <a:rPr lang="en-US" altLang="en-US" dirty="0"/>
              <a:t>Fact: Changing the hardware/software environment </a:t>
            </a:r>
          </a:p>
          <a:p>
            <a:pPr lvl="1" eaLnBrk="1" hangingPunct="1"/>
            <a:r>
              <a:rPr lang="en-US" altLang="en-US" dirty="0"/>
              <a:t>Affects </a:t>
            </a:r>
            <a:r>
              <a:rPr lang="en-US" altLang="en-US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en-US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en-US" dirty="0"/>
              <a:t> by a constant factor, but</a:t>
            </a:r>
          </a:p>
          <a:p>
            <a:pPr lvl="1" eaLnBrk="1" hangingPunct="1"/>
            <a:r>
              <a:rPr lang="en-US" altLang="en-US" u="sng" dirty="0"/>
              <a:t>Does not alter the growth rate</a:t>
            </a:r>
            <a:r>
              <a:rPr lang="en-US" altLang="en-US" dirty="0"/>
              <a:t> of </a:t>
            </a:r>
            <a:r>
              <a:rPr lang="en-US" altLang="en-US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en-US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  <a:p>
            <a:pPr lvl="2" eaLnBrk="1" hangingPunct="1"/>
            <a:r>
              <a:rPr lang="en-US" altLang="en-US" dirty="0"/>
              <a:t>n, 10n and 100n grow at the same rate</a:t>
            </a:r>
          </a:p>
        </p:txBody>
      </p:sp>
      <p:graphicFrame>
        <p:nvGraphicFramePr>
          <p:cNvPr id="2" name="Object 4">
            <a:extLst>
              <a:ext uri="{FF2B5EF4-FFF2-40B4-BE49-F238E27FC236}">
                <a16:creationId xmlns:a16="http://schemas.microsoft.com/office/drawing/2014/main" id="{1BEECBED-F176-A1F0-C189-7331C8D624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1735222"/>
              </p:ext>
            </p:extLst>
          </p:nvPr>
        </p:nvGraphicFramePr>
        <p:xfrm>
          <a:off x="4685204" y="1981200"/>
          <a:ext cx="4299946" cy="381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3" imgW="8359122" imgH="7406667" progId="Excel.Chart.8">
                  <p:embed followColorScheme="full"/>
                </p:oleObj>
              </mc:Choice>
              <mc:Fallback>
                <p:oleObj name="Chart" r:id="rId3" imgW="8359122" imgH="7406667" progId="Excel.Chart.8">
                  <p:embed followColorScheme="full"/>
                  <p:pic>
                    <p:nvPicPr>
                      <p:cNvPr id="2" name="Object 4">
                        <a:extLst>
                          <a:ext uri="{FF2B5EF4-FFF2-40B4-BE49-F238E27FC236}">
                            <a16:creationId xmlns:a16="http://schemas.microsoft.com/office/drawing/2014/main" id="{1BEECBED-F176-A1F0-C189-7331C8D6241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5204" y="1981200"/>
                        <a:ext cx="4299946" cy="381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Footer Placeholder 5">
            <a:extLst>
              <a:ext uri="{FF2B5EF4-FFF2-40B4-BE49-F238E27FC236}">
                <a16:creationId xmlns:a16="http://schemas.microsoft.com/office/drawing/2014/main" id="{CC3168F7-9858-B822-0684-848EA7151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[Lect01] Analysis of Algorithms</a:t>
            </a:r>
          </a:p>
        </p:txBody>
      </p:sp>
      <p:sp>
        <p:nvSpPr>
          <p:cNvPr id="29699" name="Slide Number Placeholder 6">
            <a:extLst>
              <a:ext uri="{FF2B5EF4-FFF2-40B4-BE49-F238E27FC236}">
                <a16:creationId xmlns:a16="http://schemas.microsoft.com/office/drawing/2014/main" id="{BF87B24D-A783-6F5B-5DCE-20BA97043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A80BD2E-A1C8-46A3-8E08-5A2AB5AA11CD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en-US" sz="1400"/>
          </a:p>
        </p:txBody>
      </p:sp>
      <p:sp>
        <p:nvSpPr>
          <p:cNvPr id="29700" name="Rectangle 2">
            <a:extLst>
              <a:ext uri="{FF2B5EF4-FFF2-40B4-BE49-F238E27FC236}">
                <a16:creationId xmlns:a16="http://schemas.microsoft.com/office/drawing/2014/main" id="{F87EAF09-E736-E48C-CADD-CE513C9384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Growth Rates of Functions</a:t>
            </a:r>
          </a:p>
        </p:txBody>
      </p:sp>
      <p:sp>
        <p:nvSpPr>
          <p:cNvPr id="29701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3E9ACC37-08DB-A3A1-3674-A058EEF464A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76200" y="1905000"/>
            <a:ext cx="2971800" cy="41148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MY" altLang="en-US" sz="2400"/>
              <a:t>From lowest to highest:</a:t>
            </a:r>
            <a:endParaRPr lang="en-US" altLang="en-US" sz="2400"/>
          </a:p>
          <a:p>
            <a:pPr lvl="1" eaLnBrk="1" hangingPunct="1">
              <a:lnSpc>
                <a:spcPct val="80000"/>
              </a:lnSpc>
            </a:pPr>
            <a:r>
              <a:rPr lang="en-US" altLang="en-US" sz="1800"/>
              <a:t>Constant </a:t>
            </a:r>
            <a:r>
              <a:rPr lang="en-US" altLang="en-US" sz="1800">
                <a:sym typeface="Symbol" panose="05050102010706020507" pitchFamily="18" charset="2"/>
              </a:rPr>
              <a:t> </a:t>
            </a:r>
            <a:r>
              <a:rPr lang="en-US" altLang="en-US" sz="1800" b="1" i="1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800"/>
              <a:t>Logarithmic </a:t>
            </a:r>
            <a:r>
              <a:rPr lang="en-US" altLang="en-US" sz="1800">
                <a:sym typeface="Symbol" panose="05050102010706020507" pitchFamily="18" charset="2"/>
              </a:rPr>
              <a:t> log </a:t>
            </a:r>
            <a:r>
              <a:rPr lang="en-US" altLang="en-US" sz="1800" b="1" i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endParaRPr lang="en-US" altLang="en-US" sz="1800"/>
          </a:p>
          <a:p>
            <a:pPr lvl="1" eaLnBrk="1" hangingPunct="1">
              <a:lnSpc>
                <a:spcPct val="80000"/>
              </a:lnSpc>
            </a:pPr>
            <a:r>
              <a:rPr lang="en-US" altLang="en-US" sz="1800"/>
              <a:t>Linear </a:t>
            </a:r>
            <a:r>
              <a:rPr lang="en-US" altLang="en-US" sz="1800">
                <a:sym typeface="Symbol" panose="05050102010706020507" pitchFamily="18" charset="2"/>
              </a:rPr>
              <a:t> </a:t>
            </a:r>
            <a:r>
              <a:rPr lang="en-US" altLang="en-US" sz="1800" b="1" i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800"/>
              <a:t>N-Log-N </a:t>
            </a:r>
            <a:r>
              <a:rPr lang="en-US" altLang="en-US" sz="1800">
                <a:sym typeface="Symbol" panose="05050102010706020507" pitchFamily="18" charset="2"/>
              </a:rPr>
              <a:t> </a:t>
            </a:r>
            <a:r>
              <a:rPr lang="en-US" altLang="en-US" sz="1800" b="1" i="1">
                <a:latin typeface="Times New Roman" panose="02020603050405020304" pitchFamily="18" charset="0"/>
                <a:sym typeface="Symbol" panose="05050102010706020507" pitchFamily="18" charset="2"/>
              </a:rPr>
              <a:t>n </a:t>
            </a:r>
            <a:r>
              <a:rPr lang="en-US" altLang="en-US" sz="1800">
                <a:sym typeface="Symbol" panose="05050102010706020507" pitchFamily="18" charset="2"/>
              </a:rPr>
              <a:t>log </a:t>
            </a:r>
            <a:r>
              <a:rPr lang="en-US" altLang="en-US" sz="1800" b="1" i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800"/>
              <a:t>Quadratic </a:t>
            </a:r>
            <a:r>
              <a:rPr lang="en-US" altLang="en-US" sz="1800">
                <a:sym typeface="Symbol" panose="05050102010706020507" pitchFamily="18" charset="2"/>
              </a:rPr>
              <a:t> </a:t>
            </a:r>
            <a:r>
              <a:rPr lang="en-US" altLang="en-US" sz="1800" b="1" i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sz="1800" baseline="3000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800"/>
              <a:t>Cubic </a:t>
            </a:r>
            <a:r>
              <a:rPr lang="en-US" altLang="en-US" sz="1800">
                <a:sym typeface="Symbol" panose="05050102010706020507" pitchFamily="18" charset="2"/>
              </a:rPr>
              <a:t> </a:t>
            </a:r>
            <a:r>
              <a:rPr lang="en-US" altLang="en-US" sz="1800" b="1" i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sz="1800" baseline="30000"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800"/>
              <a:t>Exponential </a:t>
            </a:r>
            <a:r>
              <a:rPr lang="en-US" altLang="en-US" sz="1800">
                <a:sym typeface="Symbol" panose="05050102010706020507" pitchFamily="18" charset="2"/>
              </a:rPr>
              <a:t> </a:t>
            </a:r>
            <a:r>
              <a:rPr lang="en-US" altLang="en-US" sz="1800" b="1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en-US" sz="1800" i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</a:p>
          <a:p>
            <a:pPr eaLnBrk="1" hangingPunct="1">
              <a:lnSpc>
                <a:spcPct val="80000"/>
              </a:lnSpc>
            </a:pPr>
            <a:endParaRPr lang="en-US" altLang="en-US" sz="2400"/>
          </a:p>
        </p:txBody>
      </p:sp>
      <p:pic>
        <p:nvPicPr>
          <p:cNvPr id="29702" name="Picture 12" descr="http://pages.cpsc.ucalgary.ca/~eharris/past/cpsc319/w12/tut01/gnuplot0-20.png">
            <a:extLst>
              <a:ext uri="{FF2B5EF4-FFF2-40B4-BE49-F238E27FC236}">
                <a16:creationId xmlns:a16="http://schemas.microsoft.com/office/drawing/2014/main" id="{E101762F-68F3-DC5B-05C6-67850AFBCA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1905000"/>
            <a:ext cx="6096000" cy="428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Footer Placeholder 4">
            <a:extLst>
              <a:ext uri="{FF2B5EF4-FFF2-40B4-BE49-F238E27FC236}">
                <a16:creationId xmlns:a16="http://schemas.microsoft.com/office/drawing/2014/main" id="{59E53D56-CA71-9267-6BB2-7322A5B14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[Lect01] Analysis of Algorithms</a:t>
            </a:r>
          </a:p>
        </p:txBody>
      </p:sp>
      <p:sp>
        <p:nvSpPr>
          <p:cNvPr id="30723" name="Slide Number Placeholder 5">
            <a:extLst>
              <a:ext uri="{FF2B5EF4-FFF2-40B4-BE49-F238E27FC236}">
                <a16:creationId xmlns:a16="http://schemas.microsoft.com/office/drawing/2014/main" id="{021B695A-537C-06CC-B851-483E4B523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D1103C8-870D-4430-836E-8F677C8F8C6D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en-US" sz="1400"/>
          </a:p>
        </p:txBody>
      </p:sp>
      <p:sp>
        <p:nvSpPr>
          <p:cNvPr id="30724" name="Rectangle 2">
            <a:extLst>
              <a:ext uri="{FF2B5EF4-FFF2-40B4-BE49-F238E27FC236}">
                <a16:creationId xmlns:a16="http://schemas.microsoft.com/office/drawing/2014/main" id="{ADF9C2D7-B71D-EBF8-24A9-920A31B468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Big-Oh Notation (§1.2)</a:t>
            </a:r>
          </a:p>
        </p:txBody>
      </p:sp>
      <p:sp>
        <p:nvSpPr>
          <p:cNvPr id="30725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388000E8-6EAE-D705-EE45-7128D891C9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600200"/>
            <a:ext cx="3886200" cy="4419600"/>
          </a:xfrm>
        </p:spPr>
        <p:txBody>
          <a:bodyPr/>
          <a:lstStyle/>
          <a:p>
            <a:pPr marL="343080" lvl="0" indent="-343080" hangingPunct="1">
              <a:spcBef>
                <a:spcPts val="601"/>
              </a:spcBef>
              <a:buSzPts val="2640"/>
              <a:buBlip>
                <a:blip r:embed="rId2"/>
              </a:buBlip>
            </a:pPr>
            <a:r>
              <a:rPr lang="en-US" sz="2400" kern="0" dirty="0">
                <a:latin typeface="Tahoma" pitchFamily="18"/>
              </a:rPr>
              <a:t>Given functions </a:t>
            </a:r>
            <a:r>
              <a:rPr lang="en-US" sz="2400" b="1" i="1" kern="0" dirty="0">
                <a:latin typeface="Times New Roman" pitchFamily="18"/>
              </a:rPr>
              <a:t>f</a:t>
            </a:r>
            <a:r>
              <a:rPr lang="en-US" sz="2400" kern="0" dirty="0">
                <a:latin typeface="Times New Roman" pitchFamily="18"/>
              </a:rPr>
              <a:t>(</a:t>
            </a:r>
            <a:r>
              <a:rPr lang="en-US" sz="2400" b="1" i="1" kern="0" dirty="0">
                <a:latin typeface="Times New Roman" pitchFamily="18"/>
              </a:rPr>
              <a:t>n</a:t>
            </a:r>
            <a:r>
              <a:rPr lang="en-US" sz="2400" kern="0" dirty="0">
                <a:latin typeface="Times New Roman" pitchFamily="18"/>
              </a:rPr>
              <a:t>) </a:t>
            </a:r>
            <a:r>
              <a:rPr lang="en-US" sz="2400" kern="0" dirty="0">
                <a:latin typeface="Tahoma" pitchFamily="18"/>
              </a:rPr>
              <a:t>and </a:t>
            </a:r>
            <a:r>
              <a:rPr lang="en-US" sz="2400" b="1" i="1" kern="0" dirty="0">
                <a:latin typeface="Times New Roman" pitchFamily="18"/>
              </a:rPr>
              <a:t>g</a:t>
            </a:r>
            <a:r>
              <a:rPr lang="en-US" sz="2400" kern="0" dirty="0">
                <a:latin typeface="Times New Roman" pitchFamily="18"/>
              </a:rPr>
              <a:t>(</a:t>
            </a:r>
            <a:r>
              <a:rPr lang="en-US" sz="2400" b="1" i="1" kern="0" dirty="0">
                <a:latin typeface="Times New Roman" pitchFamily="18"/>
              </a:rPr>
              <a:t>n</a:t>
            </a:r>
            <a:r>
              <a:rPr lang="en-US" sz="2400" kern="0" dirty="0">
                <a:latin typeface="Times New Roman" pitchFamily="18"/>
              </a:rPr>
              <a:t>)</a:t>
            </a:r>
            <a:r>
              <a:rPr lang="en-US" sz="2400" kern="0" dirty="0">
                <a:latin typeface="Tahoma" pitchFamily="18"/>
              </a:rPr>
              <a:t>, we say that </a:t>
            </a:r>
            <a:r>
              <a:rPr lang="en-US" sz="2400" b="1" i="1" kern="0" dirty="0">
                <a:latin typeface="Times New Roman" pitchFamily="18"/>
              </a:rPr>
              <a:t>f</a:t>
            </a:r>
            <a:r>
              <a:rPr lang="en-US" sz="2400" kern="0" dirty="0">
                <a:latin typeface="Times New Roman" pitchFamily="18"/>
              </a:rPr>
              <a:t>(</a:t>
            </a:r>
            <a:r>
              <a:rPr lang="en-US" sz="2400" b="1" i="1" kern="0" dirty="0">
                <a:latin typeface="Times New Roman" pitchFamily="18"/>
              </a:rPr>
              <a:t>n</a:t>
            </a:r>
            <a:r>
              <a:rPr lang="en-US" sz="2400" kern="0" dirty="0">
                <a:latin typeface="Times New Roman" pitchFamily="18"/>
              </a:rPr>
              <a:t>) </a:t>
            </a:r>
            <a:r>
              <a:rPr lang="en-US" sz="2400" kern="0" dirty="0">
                <a:latin typeface="Tahoma" pitchFamily="18"/>
              </a:rPr>
              <a:t>is </a:t>
            </a:r>
            <a:r>
              <a:rPr lang="en-US" sz="2400" b="1" i="1" kern="0" dirty="0">
                <a:latin typeface="Times New Roman" pitchFamily="18"/>
              </a:rPr>
              <a:t>O</a:t>
            </a:r>
            <a:r>
              <a:rPr lang="en-US" sz="2400" kern="0" dirty="0">
                <a:latin typeface="Times New Roman" pitchFamily="18"/>
              </a:rPr>
              <a:t>(</a:t>
            </a:r>
            <a:r>
              <a:rPr lang="en-US" sz="2400" b="1" i="1" kern="0" dirty="0">
                <a:latin typeface="Times New Roman" pitchFamily="18"/>
              </a:rPr>
              <a:t>g</a:t>
            </a:r>
            <a:r>
              <a:rPr lang="en-US" sz="2400" kern="0" dirty="0">
                <a:latin typeface="Times New Roman" pitchFamily="18"/>
              </a:rPr>
              <a:t>(</a:t>
            </a:r>
            <a:r>
              <a:rPr lang="en-US" sz="2400" b="1" i="1" kern="0" dirty="0">
                <a:latin typeface="Times New Roman" pitchFamily="18"/>
              </a:rPr>
              <a:t>n</a:t>
            </a:r>
            <a:r>
              <a:rPr lang="en-US" sz="2400" kern="0" dirty="0">
                <a:latin typeface="Times New Roman" pitchFamily="18"/>
              </a:rPr>
              <a:t>))</a:t>
            </a:r>
            <a:r>
              <a:rPr lang="en-US" sz="2400" kern="0" dirty="0">
                <a:latin typeface="Tahoma" pitchFamily="18"/>
              </a:rPr>
              <a:t> if there are positive constants</a:t>
            </a:r>
            <a:br>
              <a:rPr lang="en-US" sz="2400" kern="0" dirty="0">
                <a:latin typeface="Tahoma" pitchFamily="18"/>
              </a:rPr>
            </a:br>
            <a:r>
              <a:rPr lang="en-US" sz="2400" b="1" i="1" kern="0" dirty="0">
                <a:latin typeface="Times New Roman" pitchFamily="18"/>
              </a:rPr>
              <a:t>c</a:t>
            </a:r>
            <a:r>
              <a:rPr lang="en-US" sz="2400" kern="0" dirty="0">
                <a:latin typeface="Tahoma" pitchFamily="18"/>
              </a:rPr>
              <a:t> and </a:t>
            </a:r>
            <a:r>
              <a:rPr lang="en-US" sz="2400" b="1" i="1" kern="0" dirty="0">
                <a:latin typeface="Times New Roman" pitchFamily="18"/>
              </a:rPr>
              <a:t>n</a:t>
            </a:r>
            <a:r>
              <a:rPr lang="en-US" sz="2400" b="1" kern="0" baseline="-25000" dirty="0">
                <a:latin typeface="Times New Roman" pitchFamily="18"/>
              </a:rPr>
              <a:t>0</a:t>
            </a:r>
            <a:r>
              <a:rPr lang="en-US" sz="2400" kern="0" dirty="0">
                <a:latin typeface="Tahoma" pitchFamily="18"/>
              </a:rPr>
              <a:t> such that</a:t>
            </a:r>
          </a:p>
          <a:p>
            <a:pPr marL="343080" lvl="0" indent="-343080" hangingPunct="1">
              <a:spcBef>
                <a:spcPts val="700"/>
              </a:spcBef>
              <a:buNone/>
            </a:pPr>
            <a:r>
              <a:rPr lang="en-US" sz="2800" b="1" i="1" kern="0" dirty="0">
                <a:latin typeface="Times New Roman" pitchFamily="18"/>
              </a:rPr>
              <a:t>	</a:t>
            </a:r>
            <a:r>
              <a:rPr lang="en-US" sz="2400" b="1" i="1" kern="0" dirty="0">
                <a:latin typeface="Times New Roman" pitchFamily="18"/>
              </a:rPr>
              <a:t>f</a:t>
            </a:r>
            <a:r>
              <a:rPr lang="en-US" sz="2400" kern="0" dirty="0">
                <a:latin typeface="Times New Roman" pitchFamily="18"/>
              </a:rPr>
              <a:t>(</a:t>
            </a:r>
            <a:r>
              <a:rPr lang="en-US" sz="2400" b="1" i="1" kern="0" dirty="0">
                <a:latin typeface="Times New Roman" pitchFamily="18"/>
              </a:rPr>
              <a:t>n</a:t>
            </a:r>
            <a:r>
              <a:rPr lang="en-US" sz="2400" kern="0" dirty="0">
                <a:latin typeface="Times New Roman" pitchFamily="18"/>
              </a:rPr>
              <a:t>)</a:t>
            </a:r>
            <a:r>
              <a:rPr lang="en-US" sz="2400" kern="0" dirty="0">
                <a:latin typeface="Tahoma" pitchFamily="18"/>
              </a:rPr>
              <a:t> </a:t>
            </a:r>
            <a:r>
              <a:rPr lang="en-US" sz="2400" kern="0" dirty="0">
                <a:latin typeface="Symbol" pitchFamily="18"/>
              </a:rPr>
              <a:t></a:t>
            </a:r>
            <a:r>
              <a:rPr lang="en-US" sz="2400" kern="0" dirty="0">
                <a:latin typeface="Tahoma" pitchFamily="18"/>
              </a:rPr>
              <a:t> </a:t>
            </a:r>
            <a:r>
              <a:rPr lang="en-US" sz="2400" b="1" i="1" kern="0" dirty="0">
                <a:latin typeface="Times New Roman" pitchFamily="18"/>
              </a:rPr>
              <a:t>cg</a:t>
            </a:r>
            <a:r>
              <a:rPr lang="en-US" sz="2400" kern="0" dirty="0">
                <a:latin typeface="Times New Roman" pitchFamily="18"/>
              </a:rPr>
              <a:t>(</a:t>
            </a:r>
            <a:r>
              <a:rPr lang="en-US" sz="2400" b="1" i="1" kern="0" dirty="0">
                <a:latin typeface="Times New Roman" pitchFamily="18"/>
              </a:rPr>
              <a:t>n</a:t>
            </a:r>
            <a:r>
              <a:rPr lang="en-US" sz="2400" kern="0" dirty="0">
                <a:latin typeface="Times New Roman" pitchFamily="18"/>
              </a:rPr>
              <a:t>)  </a:t>
            </a:r>
            <a:r>
              <a:rPr lang="en-US" sz="2400" kern="0" dirty="0">
                <a:latin typeface="Tahoma" pitchFamily="18"/>
              </a:rPr>
              <a:t>for </a:t>
            </a:r>
            <a:r>
              <a:rPr lang="en-US" sz="2400" b="1" i="1" kern="0" dirty="0">
                <a:latin typeface="Times New Roman" pitchFamily="18"/>
              </a:rPr>
              <a:t>n </a:t>
            </a:r>
            <a:r>
              <a:rPr lang="en-US" sz="2400" kern="0" dirty="0">
                <a:latin typeface="Symbol" pitchFamily="18"/>
              </a:rPr>
              <a:t></a:t>
            </a:r>
            <a:r>
              <a:rPr lang="en-US" sz="2400" kern="0" dirty="0">
                <a:latin typeface="Tahoma" pitchFamily="18"/>
              </a:rPr>
              <a:t> </a:t>
            </a:r>
            <a:r>
              <a:rPr lang="en-US" sz="2400" b="1" i="1" kern="0" dirty="0">
                <a:latin typeface="Times New Roman" pitchFamily="18"/>
              </a:rPr>
              <a:t>n</a:t>
            </a:r>
            <a:r>
              <a:rPr lang="en-US" sz="2400" b="1" kern="0" baseline="-25000" dirty="0">
                <a:latin typeface="Times New Roman" pitchFamily="18"/>
              </a:rPr>
              <a:t>0</a:t>
            </a:r>
          </a:p>
          <a:p>
            <a:pPr marL="343080" lvl="0" indent="-343080" hangingPunct="1">
              <a:spcBef>
                <a:spcPts val="601"/>
              </a:spcBef>
              <a:buSzPts val="2640"/>
              <a:buBlip>
                <a:blip r:embed="rId2"/>
              </a:buBlip>
            </a:pPr>
            <a:r>
              <a:rPr lang="en-US" sz="2400" kern="0" dirty="0">
                <a:latin typeface="Tahoma" pitchFamily="18"/>
              </a:rPr>
              <a:t>Example: </a:t>
            </a:r>
            <a:r>
              <a:rPr lang="en-US" sz="2400" kern="0" dirty="0">
                <a:latin typeface="Times New Roman" pitchFamily="18"/>
              </a:rPr>
              <a:t>2</a:t>
            </a:r>
            <a:r>
              <a:rPr lang="en-US" sz="2400" b="1" i="1" kern="0" dirty="0">
                <a:latin typeface="Times New Roman" pitchFamily="18"/>
              </a:rPr>
              <a:t>n</a:t>
            </a:r>
            <a:r>
              <a:rPr lang="en-US" sz="2400" b="1" kern="0" dirty="0">
                <a:latin typeface="Times New Roman" pitchFamily="18"/>
              </a:rPr>
              <a:t> </a:t>
            </a:r>
            <a:r>
              <a:rPr lang="en-US" sz="2400" kern="0" dirty="0">
                <a:latin typeface="Symbol" pitchFamily="18"/>
              </a:rPr>
              <a:t>+</a:t>
            </a:r>
            <a:r>
              <a:rPr lang="en-US" sz="2400" b="1" kern="0" dirty="0">
                <a:latin typeface="Times New Roman" pitchFamily="18"/>
              </a:rPr>
              <a:t> </a:t>
            </a:r>
            <a:r>
              <a:rPr lang="en-US" sz="2400" kern="0" dirty="0">
                <a:latin typeface="Times New Roman" pitchFamily="18"/>
              </a:rPr>
              <a:t>10</a:t>
            </a:r>
            <a:r>
              <a:rPr lang="en-US" sz="2400" kern="0" dirty="0">
                <a:latin typeface="Tahoma" pitchFamily="18"/>
              </a:rPr>
              <a:t> is </a:t>
            </a:r>
            <a:r>
              <a:rPr lang="en-US" sz="2400" b="1" i="1" kern="0" dirty="0">
                <a:latin typeface="Times New Roman" pitchFamily="18"/>
              </a:rPr>
              <a:t>O</a:t>
            </a:r>
            <a:r>
              <a:rPr lang="en-US" sz="2400" kern="0" dirty="0">
                <a:latin typeface="Times New Roman" pitchFamily="18"/>
              </a:rPr>
              <a:t>(</a:t>
            </a:r>
            <a:r>
              <a:rPr lang="en-US" sz="2400" b="1" i="1" kern="0" dirty="0">
                <a:latin typeface="Times New Roman" pitchFamily="18"/>
              </a:rPr>
              <a:t>n</a:t>
            </a:r>
            <a:r>
              <a:rPr lang="en-US" sz="2400" kern="0" dirty="0">
                <a:latin typeface="Times New Roman" pitchFamily="18"/>
              </a:rPr>
              <a:t>)</a:t>
            </a:r>
          </a:p>
          <a:p>
            <a:pPr lvl="1" hangingPunct="1">
              <a:spcBef>
                <a:spcPts val="499"/>
              </a:spcBef>
              <a:buClr>
                <a:srgbClr val="000000"/>
              </a:buClr>
              <a:buSzPct val="60000"/>
              <a:buFont typeface="Wingdings" pitchFamily="2"/>
              <a:buChar char="n"/>
            </a:pPr>
            <a:r>
              <a:rPr lang="en-US" sz="2000" dirty="0">
                <a:latin typeface="Times New Roman" pitchFamily="18"/>
              </a:rPr>
              <a:t>2</a:t>
            </a:r>
            <a:r>
              <a:rPr lang="en-US" sz="2000" b="1" i="1" dirty="0">
                <a:latin typeface="Times New Roman" pitchFamily="18"/>
              </a:rPr>
              <a:t>n</a:t>
            </a:r>
            <a:r>
              <a:rPr lang="en-US" sz="2000" b="1" dirty="0">
                <a:latin typeface="Times New Roman" pitchFamily="18"/>
              </a:rPr>
              <a:t> </a:t>
            </a:r>
            <a:r>
              <a:rPr lang="en-US" sz="2000" dirty="0">
                <a:latin typeface="Symbol" pitchFamily="18"/>
              </a:rPr>
              <a:t>+</a:t>
            </a:r>
            <a:r>
              <a:rPr lang="en-US" sz="2000" b="1" dirty="0">
                <a:latin typeface="Times New Roman" pitchFamily="18"/>
              </a:rPr>
              <a:t> </a:t>
            </a:r>
            <a:r>
              <a:rPr lang="en-US" sz="2000" dirty="0">
                <a:latin typeface="Times New Roman" pitchFamily="18"/>
              </a:rPr>
              <a:t>10</a:t>
            </a:r>
            <a:r>
              <a:rPr lang="en-US" sz="2000" b="1" i="1" dirty="0">
                <a:latin typeface="Times New Roman" pitchFamily="18"/>
              </a:rPr>
              <a:t> </a:t>
            </a:r>
            <a:r>
              <a:rPr lang="en-US" sz="2000" dirty="0">
                <a:latin typeface="Symbol" pitchFamily="18"/>
              </a:rPr>
              <a:t></a:t>
            </a:r>
            <a:r>
              <a:rPr lang="en-US" sz="2000" dirty="0"/>
              <a:t> </a:t>
            </a:r>
            <a:r>
              <a:rPr lang="en-US" sz="2000" b="1" i="1" dirty="0" err="1">
                <a:latin typeface="Times New Roman" pitchFamily="18"/>
              </a:rPr>
              <a:t>cn</a:t>
            </a:r>
            <a:endParaRPr lang="en-US" sz="2000" b="1" i="1" dirty="0">
              <a:latin typeface="Times New Roman" pitchFamily="18"/>
            </a:endParaRPr>
          </a:p>
          <a:p>
            <a:pPr lvl="1" hangingPunct="1">
              <a:spcBef>
                <a:spcPts val="499"/>
              </a:spcBef>
              <a:buClr>
                <a:srgbClr val="000000"/>
              </a:buClr>
              <a:buSzPct val="60000"/>
              <a:buFont typeface="Wingdings" pitchFamily="2"/>
              <a:buChar char="n"/>
            </a:pPr>
            <a:r>
              <a:rPr lang="en-US" sz="2000" dirty="0">
                <a:latin typeface="Times New Roman" pitchFamily="18"/>
              </a:rPr>
              <a:t>(</a:t>
            </a:r>
            <a:r>
              <a:rPr lang="en-US" sz="2000" b="1" i="1" dirty="0">
                <a:latin typeface="Times New Roman" pitchFamily="18"/>
              </a:rPr>
              <a:t>c</a:t>
            </a:r>
            <a:r>
              <a:rPr lang="en-US" sz="2000" dirty="0">
                <a:latin typeface="Times New Roman" pitchFamily="18"/>
              </a:rPr>
              <a:t> </a:t>
            </a:r>
            <a:r>
              <a:rPr lang="en-US" sz="2000" dirty="0">
                <a:latin typeface="Symbol" pitchFamily="18"/>
              </a:rPr>
              <a:t></a:t>
            </a:r>
            <a:r>
              <a:rPr lang="en-US" sz="2000" dirty="0">
                <a:latin typeface="Times New Roman" pitchFamily="18"/>
              </a:rPr>
              <a:t> 2) </a:t>
            </a:r>
            <a:r>
              <a:rPr lang="en-US" sz="2000" b="1" i="1" dirty="0">
                <a:latin typeface="Times New Roman" pitchFamily="18"/>
              </a:rPr>
              <a:t>n </a:t>
            </a:r>
            <a:r>
              <a:rPr lang="en-US" sz="2000" dirty="0">
                <a:latin typeface="Symbol" pitchFamily="18"/>
              </a:rPr>
              <a:t> </a:t>
            </a:r>
            <a:r>
              <a:rPr lang="en-US" sz="2000" dirty="0">
                <a:latin typeface="Times New Roman" pitchFamily="18"/>
              </a:rPr>
              <a:t>10</a:t>
            </a:r>
          </a:p>
          <a:p>
            <a:pPr lvl="1" hangingPunct="1">
              <a:spcBef>
                <a:spcPts val="499"/>
              </a:spcBef>
              <a:buClr>
                <a:srgbClr val="000000"/>
              </a:buClr>
              <a:buSzPct val="60000"/>
              <a:buFont typeface="Wingdings" pitchFamily="2"/>
              <a:buChar char="n"/>
            </a:pPr>
            <a:r>
              <a:rPr lang="en-US" sz="2000" b="1" i="1" dirty="0">
                <a:latin typeface="Times New Roman" pitchFamily="18"/>
              </a:rPr>
              <a:t>n </a:t>
            </a:r>
            <a:r>
              <a:rPr lang="en-US" sz="2000" dirty="0">
                <a:latin typeface="Symbol" pitchFamily="18"/>
              </a:rPr>
              <a:t> </a:t>
            </a:r>
            <a:r>
              <a:rPr lang="en-US" sz="2000" dirty="0">
                <a:latin typeface="Times New Roman" pitchFamily="18"/>
              </a:rPr>
              <a:t>10</a:t>
            </a:r>
            <a:r>
              <a:rPr lang="en-US" sz="2000" dirty="0">
                <a:latin typeface="Symbol" pitchFamily="18"/>
              </a:rPr>
              <a:t>/</a:t>
            </a:r>
            <a:r>
              <a:rPr lang="en-US" sz="2000" dirty="0">
                <a:latin typeface="Times New Roman" pitchFamily="18"/>
              </a:rPr>
              <a:t>(</a:t>
            </a:r>
            <a:r>
              <a:rPr lang="en-US" sz="2000" b="1" i="1" dirty="0">
                <a:latin typeface="Times New Roman" pitchFamily="18"/>
              </a:rPr>
              <a:t>c</a:t>
            </a:r>
            <a:r>
              <a:rPr lang="en-US" sz="2000" dirty="0">
                <a:latin typeface="Times New Roman" pitchFamily="18"/>
              </a:rPr>
              <a:t> </a:t>
            </a:r>
            <a:r>
              <a:rPr lang="en-US" sz="2000" dirty="0">
                <a:latin typeface="Symbol" pitchFamily="18"/>
              </a:rPr>
              <a:t></a:t>
            </a:r>
            <a:r>
              <a:rPr lang="en-US" sz="2000" dirty="0">
                <a:latin typeface="Times New Roman" pitchFamily="18"/>
              </a:rPr>
              <a:t> 2)</a:t>
            </a:r>
          </a:p>
          <a:p>
            <a:pPr lvl="1" hangingPunct="1">
              <a:spcBef>
                <a:spcPts val="499"/>
              </a:spcBef>
              <a:buClr>
                <a:srgbClr val="000000"/>
              </a:buClr>
              <a:buSzPct val="60000"/>
              <a:buFont typeface="Wingdings" pitchFamily="2"/>
              <a:buChar char="n"/>
            </a:pPr>
            <a:r>
              <a:rPr lang="en-US" sz="2000" dirty="0"/>
              <a:t>Pick </a:t>
            </a:r>
            <a:r>
              <a:rPr lang="en-US" sz="2000" b="1" i="1" dirty="0">
                <a:latin typeface="Times New Roman" pitchFamily="18"/>
              </a:rPr>
              <a:t>c </a:t>
            </a:r>
            <a:r>
              <a:rPr lang="en-US" sz="2000" dirty="0">
                <a:latin typeface="Symbol" pitchFamily="18"/>
              </a:rPr>
              <a:t>= </a:t>
            </a:r>
            <a:r>
              <a:rPr lang="en-US" sz="2000" dirty="0">
                <a:latin typeface="Times New Roman" pitchFamily="18"/>
              </a:rPr>
              <a:t>3 </a:t>
            </a:r>
            <a:r>
              <a:rPr lang="en-US" sz="2000" dirty="0"/>
              <a:t>and </a:t>
            </a:r>
            <a:r>
              <a:rPr lang="en-US" sz="2000" b="1" i="1" dirty="0">
                <a:latin typeface="Times New Roman" pitchFamily="18"/>
              </a:rPr>
              <a:t>n</a:t>
            </a:r>
            <a:r>
              <a:rPr lang="en-US" sz="2000" b="1" baseline="-25000" dirty="0">
                <a:latin typeface="Times New Roman" pitchFamily="18"/>
              </a:rPr>
              <a:t>0 </a:t>
            </a:r>
            <a:r>
              <a:rPr lang="en-US" sz="2000" dirty="0">
                <a:latin typeface="Symbol" pitchFamily="18"/>
              </a:rPr>
              <a:t>= </a:t>
            </a:r>
            <a:r>
              <a:rPr lang="en-US" sz="2000" dirty="0">
                <a:latin typeface="Times New Roman" pitchFamily="18"/>
              </a:rPr>
              <a:t>10</a:t>
            </a:r>
          </a:p>
          <a:p>
            <a:pPr lvl="1" hangingPunct="1">
              <a:spcBef>
                <a:spcPts val="499"/>
              </a:spcBef>
              <a:buClr>
                <a:srgbClr val="000000"/>
              </a:buClr>
              <a:buSzPct val="60000"/>
              <a:buFont typeface="Wingdings" pitchFamily="2"/>
              <a:buChar char="n"/>
            </a:pPr>
            <a:endParaRPr lang="en-US" sz="2000" dirty="0">
              <a:latin typeface="Times New Roman" pitchFamily="18"/>
            </a:endParaRPr>
          </a:p>
        </p:txBody>
      </p:sp>
      <p:graphicFrame>
        <p:nvGraphicFramePr>
          <p:cNvPr id="2" name="Object 4">
            <a:extLst>
              <a:ext uri="{FF2B5EF4-FFF2-40B4-BE49-F238E27FC236}">
                <a16:creationId xmlns:a16="http://schemas.microsoft.com/office/drawing/2014/main" id="{8B52C49B-1AA8-3ED0-7D2D-86DB4D3E720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0000" y="1371600"/>
          <a:ext cx="5324475" cy="428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3" imgW="9090642" imgH="7208416" progId="Excel.Chart.8">
                  <p:embed followColorScheme="full"/>
                </p:oleObj>
              </mc:Choice>
              <mc:Fallback>
                <p:oleObj name="Chart" r:id="rId3" imgW="9090642" imgH="7208416" progId="Excel.Chart.8">
                  <p:embed followColorScheme="full"/>
                  <p:pic>
                    <p:nvPicPr>
                      <p:cNvPr id="2" name="Object 4">
                        <a:extLst>
                          <a:ext uri="{FF2B5EF4-FFF2-40B4-BE49-F238E27FC236}">
                            <a16:creationId xmlns:a16="http://schemas.microsoft.com/office/drawing/2014/main" id="{8B52C49B-1AA8-3ED0-7D2D-86DB4D3E720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1371600"/>
                        <a:ext cx="5324475" cy="428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Footer Placeholder 4">
            <a:extLst>
              <a:ext uri="{FF2B5EF4-FFF2-40B4-BE49-F238E27FC236}">
                <a16:creationId xmlns:a16="http://schemas.microsoft.com/office/drawing/2014/main" id="{BFDD2F60-8511-901A-E3E8-A9969BC22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[Lect01] Analysis of Algorithms</a:t>
            </a:r>
          </a:p>
        </p:txBody>
      </p:sp>
      <p:sp>
        <p:nvSpPr>
          <p:cNvPr id="31747" name="Slide Number Placeholder 5">
            <a:extLst>
              <a:ext uri="{FF2B5EF4-FFF2-40B4-BE49-F238E27FC236}">
                <a16:creationId xmlns:a16="http://schemas.microsoft.com/office/drawing/2014/main" id="{15AED4B5-FF43-A694-A336-28C24AB1B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C64B67A-08A0-4E84-88B1-98B38C5FDD81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en-US" sz="1400"/>
          </a:p>
        </p:txBody>
      </p:sp>
      <p:sp>
        <p:nvSpPr>
          <p:cNvPr id="31748" name="Rectangle 2">
            <a:extLst>
              <a:ext uri="{FF2B5EF4-FFF2-40B4-BE49-F238E27FC236}">
                <a16:creationId xmlns:a16="http://schemas.microsoft.com/office/drawing/2014/main" id="{B0AAADE6-E1EB-C59D-943E-F4C8951857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Big-Oh Example</a:t>
            </a:r>
          </a:p>
        </p:txBody>
      </p:sp>
      <p:sp>
        <p:nvSpPr>
          <p:cNvPr id="31749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0B1D7320-E6D4-EF62-6EB2-25666D1F0F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905000"/>
            <a:ext cx="3733800" cy="3657600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Example: </a:t>
            </a:r>
            <a:r>
              <a:rPr lang="en-US" altLang="en-US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sz="2400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is not </a:t>
            </a:r>
            <a:r>
              <a:rPr lang="en-US" altLang="en-US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O</a:t>
            </a: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en-US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  <a:p>
            <a:pPr lvl="1" hangingPunct="1">
              <a:spcBef>
                <a:spcPts val="499"/>
              </a:spcBef>
              <a:buClr>
                <a:srgbClr val="000000"/>
              </a:buClr>
              <a:buSzPct val="60000"/>
              <a:buFont typeface="Wingdings" pitchFamily="2"/>
              <a:buChar char="n"/>
            </a:pPr>
            <a:r>
              <a:rPr lang="en-US" sz="2800" b="1" i="1" dirty="0">
                <a:latin typeface="Times New Roman" pitchFamily="18"/>
              </a:rPr>
              <a:t>n</a:t>
            </a:r>
            <a:r>
              <a:rPr lang="en-US" sz="2800" baseline="30000" dirty="0">
                <a:latin typeface="Times New Roman" pitchFamily="18"/>
              </a:rPr>
              <a:t>2</a:t>
            </a:r>
            <a:r>
              <a:rPr lang="en-US" sz="2800" b="1" i="1" dirty="0">
                <a:latin typeface="Times New Roman" pitchFamily="18"/>
              </a:rPr>
              <a:t> </a:t>
            </a:r>
            <a:r>
              <a:rPr lang="en-US" sz="2800" dirty="0">
                <a:latin typeface="Symbol" pitchFamily="18"/>
              </a:rPr>
              <a:t></a:t>
            </a:r>
            <a:r>
              <a:rPr lang="en-US" sz="2800" dirty="0"/>
              <a:t> </a:t>
            </a:r>
            <a:r>
              <a:rPr lang="en-US" sz="2800" b="1" i="1" dirty="0" err="1">
                <a:latin typeface="Times New Roman" pitchFamily="18"/>
              </a:rPr>
              <a:t>cn</a:t>
            </a:r>
            <a:endParaRPr lang="en-US" sz="2800" b="1" i="1" dirty="0">
              <a:latin typeface="Times New Roman" pitchFamily="18"/>
            </a:endParaRPr>
          </a:p>
          <a:p>
            <a:pPr lvl="1" hangingPunct="1">
              <a:spcBef>
                <a:spcPts val="499"/>
              </a:spcBef>
              <a:buClr>
                <a:srgbClr val="000000"/>
              </a:buClr>
              <a:buSzPct val="60000"/>
              <a:buFont typeface="Wingdings" pitchFamily="2"/>
              <a:buChar char="n"/>
            </a:pPr>
            <a:r>
              <a:rPr lang="en-US" sz="2800" b="1" i="1" dirty="0">
                <a:latin typeface="Times New Roman" pitchFamily="18"/>
              </a:rPr>
              <a:t>n </a:t>
            </a:r>
            <a:r>
              <a:rPr lang="en-US" sz="2800" dirty="0">
                <a:latin typeface="Symbol" pitchFamily="18"/>
              </a:rPr>
              <a:t></a:t>
            </a:r>
            <a:r>
              <a:rPr lang="en-US" sz="2800" dirty="0"/>
              <a:t> </a:t>
            </a:r>
            <a:r>
              <a:rPr lang="en-US" sz="2800" b="1" i="1" dirty="0">
                <a:latin typeface="Times New Roman" pitchFamily="18"/>
              </a:rPr>
              <a:t>c</a:t>
            </a:r>
          </a:p>
          <a:p>
            <a:pPr lvl="1" hangingPunct="1">
              <a:spcBef>
                <a:spcPts val="499"/>
              </a:spcBef>
              <a:buClr>
                <a:srgbClr val="000000"/>
              </a:buClr>
              <a:buSzPct val="60000"/>
              <a:buFont typeface="Wingdings" pitchFamily="2"/>
              <a:buChar char="n"/>
            </a:pPr>
            <a:r>
              <a:rPr lang="en-US" sz="2800" dirty="0"/>
              <a:t>The above inequality cannot be satisfied since </a:t>
            </a:r>
            <a:r>
              <a:rPr lang="en-US" sz="2800" b="1" i="1" dirty="0">
                <a:latin typeface="Times New Roman" pitchFamily="18"/>
              </a:rPr>
              <a:t>c</a:t>
            </a:r>
            <a:r>
              <a:rPr lang="en-US" sz="2800" dirty="0"/>
              <a:t> must be a constant</a:t>
            </a:r>
            <a:endParaRPr lang="en-US" altLang="en-US" dirty="0"/>
          </a:p>
        </p:txBody>
      </p:sp>
      <p:graphicFrame>
        <p:nvGraphicFramePr>
          <p:cNvPr id="31750" name="Object 4">
            <a:extLst>
              <a:ext uri="{FF2B5EF4-FFF2-40B4-BE49-F238E27FC236}">
                <a16:creationId xmlns:a16="http://schemas.microsoft.com/office/drawing/2014/main" id="{7D935165-9C22-7F32-0BE7-062E651D6D6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0000" y="1562100"/>
          <a:ext cx="5153025" cy="461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3" imgW="8359122" imgH="7406667" progId="Excel.Chart.8">
                  <p:embed followColorScheme="full"/>
                </p:oleObj>
              </mc:Choice>
              <mc:Fallback>
                <p:oleObj name="Chart" r:id="rId3" imgW="8359122" imgH="7406667" progId="Excel.Chart.8">
                  <p:embed followColorScheme="full"/>
                  <p:pic>
                    <p:nvPicPr>
                      <p:cNvPr id="31750" name="Object 4">
                        <a:extLst>
                          <a:ext uri="{FF2B5EF4-FFF2-40B4-BE49-F238E27FC236}">
                            <a16:creationId xmlns:a16="http://schemas.microsoft.com/office/drawing/2014/main" id="{7D935165-9C22-7F32-0BE7-062E651D6D6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1562100"/>
                        <a:ext cx="5153025" cy="4619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Footer Placeholder 4">
            <a:extLst>
              <a:ext uri="{FF2B5EF4-FFF2-40B4-BE49-F238E27FC236}">
                <a16:creationId xmlns:a16="http://schemas.microsoft.com/office/drawing/2014/main" id="{D5363F4A-8941-CE7C-18B7-FBBA9C3F4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[Lect01] Analysis of Algorithms</a:t>
            </a:r>
          </a:p>
        </p:txBody>
      </p:sp>
      <p:sp>
        <p:nvSpPr>
          <p:cNvPr id="32771" name="Slide Number Placeholder 5">
            <a:extLst>
              <a:ext uri="{FF2B5EF4-FFF2-40B4-BE49-F238E27FC236}">
                <a16:creationId xmlns:a16="http://schemas.microsoft.com/office/drawing/2014/main" id="{20D5F366-4593-5FA8-5BF4-D11CC62BA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EC5481D-72DC-47B6-85DB-65C794E79B98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en-US" sz="1400"/>
          </a:p>
        </p:txBody>
      </p:sp>
      <p:sp>
        <p:nvSpPr>
          <p:cNvPr id="32772" name="Rectangle 2">
            <a:extLst>
              <a:ext uri="{FF2B5EF4-FFF2-40B4-BE49-F238E27FC236}">
                <a16:creationId xmlns:a16="http://schemas.microsoft.com/office/drawing/2014/main" id="{84C369DA-4AEF-48F3-8D9A-84D2629A99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Big-Oh and Growth Rate</a:t>
            </a:r>
          </a:p>
        </p:txBody>
      </p:sp>
      <p:sp>
        <p:nvSpPr>
          <p:cNvPr id="32773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62171E94-E613-D058-23DC-6E6FB2B0DB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0" y="1752600"/>
            <a:ext cx="8001000" cy="1143000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The big-Oh notation gives an </a:t>
            </a:r>
            <a:r>
              <a:rPr lang="en-US" altLang="en-US" sz="2400" u="sng" dirty="0"/>
              <a:t>upper bound</a:t>
            </a:r>
            <a:r>
              <a:rPr lang="en-US" altLang="en-US" sz="2400" dirty="0"/>
              <a:t> on the </a:t>
            </a:r>
            <a:r>
              <a:rPr lang="en-US" altLang="en-US" sz="2400" u="sng" dirty="0"/>
              <a:t>growth rate</a:t>
            </a:r>
            <a:r>
              <a:rPr lang="en-US" altLang="en-US" sz="2400" dirty="0"/>
              <a:t> of a function</a:t>
            </a:r>
          </a:p>
          <a:p>
            <a:pPr eaLnBrk="1" hangingPunct="1"/>
            <a:r>
              <a:rPr lang="en-US" sz="2400" kern="0" dirty="0">
                <a:latin typeface="Tahoma" pitchFamily="18"/>
              </a:rPr>
              <a:t>The statement “</a:t>
            </a:r>
            <a:r>
              <a:rPr lang="en-US" sz="2400" b="1" i="1" kern="0" dirty="0">
                <a:latin typeface="Times New Roman" pitchFamily="18"/>
              </a:rPr>
              <a:t>f</a:t>
            </a:r>
            <a:r>
              <a:rPr lang="en-US" sz="2400" kern="0" dirty="0">
                <a:latin typeface="Times New Roman" pitchFamily="18"/>
              </a:rPr>
              <a:t>(</a:t>
            </a:r>
            <a:r>
              <a:rPr lang="en-US" sz="2400" b="1" i="1" kern="0" dirty="0">
                <a:latin typeface="Times New Roman" pitchFamily="18"/>
              </a:rPr>
              <a:t>n</a:t>
            </a:r>
            <a:r>
              <a:rPr lang="en-US" sz="2400" kern="0" dirty="0">
                <a:latin typeface="Times New Roman" pitchFamily="18"/>
              </a:rPr>
              <a:t>) </a:t>
            </a:r>
            <a:r>
              <a:rPr lang="en-US" sz="2400" kern="0" dirty="0">
                <a:latin typeface="Tahoma" pitchFamily="18"/>
              </a:rPr>
              <a:t>is </a:t>
            </a:r>
            <a:r>
              <a:rPr lang="en-US" sz="2400" b="1" i="1" kern="0" dirty="0">
                <a:latin typeface="Times New Roman" pitchFamily="18"/>
              </a:rPr>
              <a:t>O</a:t>
            </a:r>
            <a:r>
              <a:rPr lang="en-US" sz="2400" kern="0" dirty="0">
                <a:latin typeface="Times New Roman" pitchFamily="18"/>
              </a:rPr>
              <a:t>(</a:t>
            </a:r>
            <a:r>
              <a:rPr lang="en-US" sz="2400" b="1" i="1" kern="0" dirty="0">
                <a:latin typeface="Times New Roman" pitchFamily="18"/>
              </a:rPr>
              <a:t>g</a:t>
            </a:r>
            <a:r>
              <a:rPr lang="en-US" sz="2400" kern="0" dirty="0">
                <a:latin typeface="Times New Roman" pitchFamily="18"/>
              </a:rPr>
              <a:t>(</a:t>
            </a:r>
            <a:r>
              <a:rPr lang="en-US" sz="2400" b="1" i="1" kern="0" dirty="0">
                <a:latin typeface="Times New Roman" pitchFamily="18"/>
              </a:rPr>
              <a:t>n</a:t>
            </a:r>
            <a:r>
              <a:rPr lang="en-US" sz="2400" kern="0" dirty="0">
                <a:latin typeface="Times New Roman" pitchFamily="18"/>
              </a:rPr>
              <a:t>))</a:t>
            </a:r>
            <a:r>
              <a:rPr lang="en-US" sz="2400" kern="0" dirty="0">
                <a:latin typeface="Tahoma" pitchFamily="18"/>
              </a:rPr>
              <a:t>” means that the growth rate of </a:t>
            </a:r>
            <a:r>
              <a:rPr lang="en-US" sz="2400" b="1" i="1" kern="0" dirty="0">
                <a:latin typeface="Times New Roman" pitchFamily="18"/>
              </a:rPr>
              <a:t>f</a:t>
            </a:r>
            <a:r>
              <a:rPr lang="en-US" sz="2400" kern="0" dirty="0">
                <a:latin typeface="Times New Roman" pitchFamily="18"/>
              </a:rPr>
              <a:t>(</a:t>
            </a:r>
            <a:r>
              <a:rPr lang="en-US" sz="2400" b="1" i="1" kern="0" dirty="0">
                <a:latin typeface="Times New Roman" pitchFamily="18"/>
              </a:rPr>
              <a:t>n</a:t>
            </a:r>
            <a:r>
              <a:rPr lang="en-US" sz="2400" kern="0" dirty="0">
                <a:latin typeface="Times New Roman" pitchFamily="18"/>
              </a:rPr>
              <a:t>) </a:t>
            </a:r>
            <a:r>
              <a:rPr lang="en-US" sz="2400" kern="0" dirty="0">
                <a:latin typeface="Tahoma" pitchFamily="18"/>
              </a:rPr>
              <a:t>is </a:t>
            </a:r>
            <a:r>
              <a:rPr lang="en-US" sz="2400" u="sng" kern="0" dirty="0">
                <a:latin typeface="Tahoma" pitchFamily="18"/>
              </a:rPr>
              <a:t>no more than</a:t>
            </a:r>
            <a:r>
              <a:rPr lang="en-US" sz="2400" kern="0" dirty="0">
                <a:latin typeface="Tahoma" pitchFamily="18"/>
              </a:rPr>
              <a:t> the growth rate of </a:t>
            </a:r>
            <a:r>
              <a:rPr lang="en-US" sz="2400" b="1" i="1" kern="0" dirty="0">
                <a:latin typeface="Times New Roman" pitchFamily="18"/>
              </a:rPr>
              <a:t>g</a:t>
            </a:r>
            <a:r>
              <a:rPr lang="en-US" sz="2400" kern="0" dirty="0">
                <a:latin typeface="Times New Roman" pitchFamily="18"/>
              </a:rPr>
              <a:t>(</a:t>
            </a:r>
            <a:r>
              <a:rPr lang="en-US" sz="2400" b="1" i="1" kern="0" dirty="0">
                <a:latin typeface="Times New Roman" pitchFamily="18"/>
              </a:rPr>
              <a:t>n</a:t>
            </a:r>
            <a:r>
              <a:rPr lang="en-US" sz="2400" kern="0" dirty="0">
                <a:latin typeface="Times New Roman" pitchFamily="18"/>
              </a:rPr>
              <a:t>)</a:t>
            </a:r>
          </a:p>
          <a:p>
            <a:pPr eaLnBrk="1" hangingPunct="1"/>
            <a:endParaRPr lang="en-US" altLang="en-US" sz="2400" dirty="0"/>
          </a:p>
        </p:txBody>
      </p:sp>
      <p:graphicFrame>
        <p:nvGraphicFramePr>
          <p:cNvPr id="24648" name="Group 72">
            <a:extLst>
              <a:ext uri="{FF2B5EF4-FFF2-40B4-BE49-F238E27FC236}">
                <a16:creationId xmlns:a16="http://schemas.microsoft.com/office/drawing/2014/main" id="{B6E76C1D-8C34-869D-D7C4-54A74E4623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0522835"/>
              </p:ext>
            </p:extLst>
          </p:nvPr>
        </p:nvGraphicFramePr>
        <p:xfrm>
          <a:off x="1066800" y="3657600"/>
          <a:ext cx="7239000" cy="1895475"/>
        </p:xfrm>
        <a:graphic>
          <a:graphicData uri="http://schemas.openxmlformats.org/drawingml/2006/table">
            <a:tbl>
              <a:tblPr/>
              <a:tblGrid>
                <a:gridCol w="2578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87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21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38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f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(</a:t>
                      </a: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n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) 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is </a:t>
                      </a: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O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(</a:t>
                      </a: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g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(</a:t>
                      </a: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n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))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g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(</a:t>
                      </a: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n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) 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is </a:t>
                      </a: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O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(</a:t>
                      </a: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f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(</a:t>
                      </a: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n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))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g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(</a:t>
                      </a: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n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) 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grows more</a:t>
                      </a: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sym typeface="Wingdings" pitchFamily="2" charset="2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  <a:sym typeface="Wingdings" pitchFamily="2" charset="2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f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(</a:t>
                      </a: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n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) 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grows more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  <a:sym typeface="Wingdings" pitchFamily="2" charset="2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sym typeface="Wingdings" pitchFamily="2" charset="2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Same growth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sym typeface="Wingdings" pitchFamily="2" charset="2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sym typeface="Wingdings" pitchFamily="2" charset="2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Footer Placeholder 4">
            <a:extLst>
              <a:ext uri="{FF2B5EF4-FFF2-40B4-BE49-F238E27FC236}">
                <a16:creationId xmlns:a16="http://schemas.microsoft.com/office/drawing/2014/main" id="{101675B1-CA78-8658-1BB4-05E0ECA49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[Lect01] Analysis of Algorithms</a:t>
            </a:r>
          </a:p>
        </p:txBody>
      </p:sp>
      <p:sp>
        <p:nvSpPr>
          <p:cNvPr id="33795" name="Slide Number Placeholder 5">
            <a:extLst>
              <a:ext uri="{FF2B5EF4-FFF2-40B4-BE49-F238E27FC236}">
                <a16:creationId xmlns:a16="http://schemas.microsoft.com/office/drawing/2014/main" id="{E139E81B-1ACA-66F3-B4D0-9EA4BF0BB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24DB8C4-FA6C-4CCF-AD2E-5D1C053E3FB0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en-US" sz="1400"/>
          </a:p>
        </p:txBody>
      </p:sp>
      <p:sp>
        <p:nvSpPr>
          <p:cNvPr id="33796" name="Rectangle 2">
            <a:extLst>
              <a:ext uri="{FF2B5EF4-FFF2-40B4-BE49-F238E27FC236}">
                <a16:creationId xmlns:a16="http://schemas.microsoft.com/office/drawing/2014/main" id="{44662CE3-BD71-E0F8-69A1-2EFF1E609E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9200" y="304800"/>
            <a:ext cx="3962400" cy="1143000"/>
          </a:xfrm>
        </p:spPr>
        <p:txBody>
          <a:bodyPr/>
          <a:lstStyle/>
          <a:p>
            <a:pPr eaLnBrk="1" hangingPunct="1"/>
            <a:r>
              <a:rPr lang="en-US" altLang="en-US"/>
              <a:t>Big-Oh Rules</a:t>
            </a:r>
          </a:p>
        </p:txBody>
      </p:sp>
      <p:sp>
        <p:nvSpPr>
          <p:cNvPr id="33797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9039D8D6-FC7A-6273-06F8-874B171FC3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2209800"/>
            <a:ext cx="7924800" cy="4114800"/>
          </a:xfrm>
        </p:spPr>
        <p:txBody>
          <a:bodyPr/>
          <a:lstStyle/>
          <a:p>
            <a:pPr eaLnBrk="1" hangingPunct="1">
              <a:tabLst>
                <a:tab pos="1028700" algn="l"/>
              </a:tabLst>
            </a:pPr>
            <a:r>
              <a:rPr lang="en-US" altLang="en-US" sz="2800"/>
              <a:t>If is </a:t>
            </a:r>
            <a:r>
              <a:rPr lang="en-US" altLang="en-US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en-US" sz="280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en-US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sz="280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en-US" sz="2800"/>
              <a:t> a polynomial of degree </a:t>
            </a:r>
            <a:r>
              <a:rPr lang="en-US" altLang="en-US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d</a:t>
            </a:r>
            <a:r>
              <a:rPr lang="en-US" altLang="en-US" sz="2800"/>
              <a:t>, then </a:t>
            </a:r>
            <a:r>
              <a:rPr lang="en-US" altLang="en-US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en-US" sz="280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en-US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sz="280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en-US" sz="2800"/>
              <a:t> is </a:t>
            </a:r>
            <a:r>
              <a:rPr lang="en-US" altLang="en-US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O</a:t>
            </a:r>
            <a:r>
              <a:rPr lang="en-US" altLang="en-US" sz="280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en-US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sz="2800" b="1" i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d</a:t>
            </a:r>
            <a:r>
              <a:rPr lang="en-US" altLang="en-US" sz="280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en-US" sz="2800"/>
              <a:t>, i.e.,</a:t>
            </a:r>
          </a:p>
          <a:p>
            <a:pPr marL="1028700" lvl="1" eaLnBrk="1" hangingPunct="1">
              <a:buFont typeface="Wingdings" panose="05000000000000000000" pitchFamily="2" charset="2"/>
              <a:buAutoNum type="arabicPeriod"/>
              <a:tabLst>
                <a:tab pos="1028700" algn="l"/>
              </a:tabLst>
            </a:pPr>
            <a:r>
              <a:rPr lang="en-US" altLang="en-US" sz="2400" u="sng"/>
              <a:t>Drop lower-order terms</a:t>
            </a:r>
          </a:p>
          <a:p>
            <a:pPr marL="1028700" lvl="1" eaLnBrk="1" hangingPunct="1">
              <a:buFont typeface="Wingdings" panose="05000000000000000000" pitchFamily="2" charset="2"/>
              <a:buAutoNum type="arabicPeriod"/>
              <a:tabLst>
                <a:tab pos="1028700" algn="l"/>
              </a:tabLst>
            </a:pPr>
            <a:r>
              <a:rPr lang="en-US" altLang="en-US" sz="2400" u="sng"/>
              <a:t>Drop constant factors</a:t>
            </a:r>
          </a:p>
          <a:p>
            <a:pPr eaLnBrk="1" hangingPunct="1">
              <a:tabLst>
                <a:tab pos="1028700" algn="l"/>
              </a:tabLst>
            </a:pPr>
            <a:r>
              <a:rPr lang="en-US" altLang="en-US" sz="2800"/>
              <a:t>Use the </a:t>
            </a:r>
            <a:r>
              <a:rPr lang="en-US" altLang="en-US" sz="2800" u="sng"/>
              <a:t>smallest</a:t>
            </a:r>
            <a:r>
              <a:rPr lang="en-US" altLang="en-US" sz="2800"/>
              <a:t> possible </a:t>
            </a:r>
            <a:r>
              <a:rPr lang="en-US" altLang="en-US" sz="2800" u="sng"/>
              <a:t>class of functions</a:t>
            </a:r>
          </a:p>
          <a:p>
            <a:pPr marL="1028700" lvl="1" eaLnBrk="1" hangingPunct="1">
              <a:tabLst>
                <a:tab pos="1028700" algn="l"/>
              </a:tabLst>
            </a:pPr>
            <a:r>
              <a:rPr lang="en-US" altLang="en-US" sz="2400"/>
              <a:t>Say “</a:t>
            </a:r>
            <a:r>
              <a:rPr lang="en-US" altLang="en-US" sz="240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en-US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sz="2400">
                <a:sym typeface="Symbol" panose="05050102010706020507" pitchFamily="18" charset="2"/>
              </a:rPr>
              <a:t> is </a:t>
            </a:r>
            <a:r>
              <a:rPr lang="en-US" altLang="en-US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O</a:t>
            </a:r>
            <a:r>
              <a:rPr lang="en-US" altLang="en-US" sz="240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en-US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sz="240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en-US" sz="2400">
                <a:sym typeface="Symbol" panose="05050102010706020507" pitchFamily="18" charset="2"/>
              </a:rPr>
              <a:t>”</a:t>
            </a:r>
            <a:r>
              <a:rPr lang="en-US" altLang="en-US" sz="240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400"/>
              <a:t>instead of “</a:t>
            </a:r>
            <a:r>
              <a:rPr lang="en-US" altLang="en-US" sz="240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en-US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sz="2400">
                <a:sym typeface="Symbol" panose="05050102010706020507" pitchFamily="18" charset="2"/>
              </a:rPr>
              <a:t> is </a:t>
            </a:r>
            <a:r>
              <a:rPr lang="en-US" altLang="en-US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O</a:t>
            </a:r>
            <a:r>
              <a:rPr lang="en-US" altLang="en-US" sz="240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en-US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sz="2400" baseline="3000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en-US" sz="240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en-US" sz="2400">
                <a:sym typeface="Symbol" panose="05050102010706020507" pitchFamily="18" charset="2"/>
              </a:rPr>
              <a:t>”</a:t>
            </a:r>
          </a:p>
          <a:p>
            <a:pPr eaLnBrk="1" hangingPunct="1">
              <a:tabLst>
                <a:tab pos="1028700" algn="l"/>
              </a:tabLst>
            </a:pPr>
            <a:r>
              <a:rPr lang="en-US" altLang="en-US" sz="2800">
                <a:sym typeface="Symbol" panose="05050102010706020507" pitchFamily="18" charset="2"/>
              </a:rPr>
              <a:t>Use the </a:t>
            </a:r>
            <a:r>
              <a:rPr lang="en-US" altLang="en-US" sz="2800" u="sng">
                <a:sym typeface="Symbol" panose="05050102010706020507" pitchFamily="18" charset="2"/>
              </a:rPr>
              <a:t>simplest expression</a:t>
            </a:r>
            <a:r>
              <a:rPr lang="en-US" altLang="en-US" sz="2800">
                <a:sym typeface="Symbol" panose="05050102010706020507" pitchFamily="18" charset="2"/>
              </a:rPr>
              <a:t> of the class</a:t>
            </a:r>
          </a:p>
          <a:p>
            <a:pPr marL="1028700" lvl="1" eaLnBrk="1" hangingPunct="1">
              <a:tabLst>
                <a:tab pos="1028700" algn="l"/>
              </a:tabLst>
            </a:pPr>
            <a:r>
              <a:rPr lang="en-US" altLang="en-US" sz="2400"/>
              <a:t>Say “</a:t>
            </a:r>
            <a:r>
              <a:rPr lang="en-US" altLang="en-US" sz="2400"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en-US" altLang="en-US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400">
                <a:latin typeface="Symbol" panose="05050102010706020507" pitchFamily="18" charset="2"/>
                <a:sym typeface="Symbol" panose="05050102010706020507" pitchFamily="18" charset="2"/>
              </a:rPr>
              <a:t>+</a:t>
            </a:r>
            <a:r>
              <a:rPr lang="en-US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400">
                <a:latin typeface="Times New Roman" panose="02020603050405020304" pitchFamily="18" charset="0"/>
                <a:sym typeface="Symbol" panose="05050102010706020507" pitchFamily="18" charset="2"/>
              </a:rPr>
              <a:t>5</a:t>
            </a:r>
            <a:r>
              <a:rPr lang="en-US" altLang="en-US" sz="2400">
                <a:sym typeface="Symbol" panose="05050102010706020507" pitchFamily="18" charset="2"/>
              </a:rPr>
              <a:t> is </a:t>
            </a:r>
            <a:r>
              <a:rPr lang="en-US" altLang="en-US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O</a:t>
            </a:r>
            <a:r>
              <a:rPr lang="en-US" altLang="en-US" sz="240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en-US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sz="240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en-US" sz="2400">
                <a:sym typeface="Symbol" panose="05050102010706020507" pitchFamily="18" charset="2"/>
              </a:rPr>
              <a:t>”</a:t>
            </a:r>
            <a:r>
              <a:rPr lang="en-US" altLang="en-US" sz="240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400"/>
              <a:t>instead of “</a:t>
            </a:r>
            <a:r>
              <a:rPr lang="en-US" altLang="en-US" sz="2400"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en-US" altLang="en-US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400">
                <a:latin typeface="Symbol" panose="05050102010706020507" pitchFamily="18" charset="2"/>
                <a:sym typeface="Symbol" panose="05050102010706020507" pitchFamily="18" charset="2"/>
              </a:rPr>
              <a:t>+</a:t>
            </a:r>
            <a:r>
              <a:rPr lang="en-US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400">
                <a:latin typeface="Times New Roman" panose="02020603050405020304" pitchFamily="18" charset="0"/>
                <a:sym typeface="Symbol" panose="05050102010706020507" pitchFamily="18" charset="2"/>
              </a:rPr>
              <a:t>5</a:t>
            </a:r>
            <a:r>
              <a:rPr lang="en-US" altLang="en-US" sz="2400">
                <a:sym typeface="Symbol" panose="05050102010706020507" pitchFamily="18" charset="2"/>
              </a:rPr>
              <a:t> is </a:t>
            </a:r>
            <a:r>
              <a:rPr lang="en-US" altLang="en-US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O</a:t>
            </a:r>
            <a:r>
              <a:rPr lang="en-US" altLang="en-US" sz="2400">
                <a:latin typeface="Times New Roman" panose="02020603050405020304" pitchFamily="18" charset="0"/>
                <a:sym typeface="Symbol" panose="05050102010706020507" pitchFamily="18" charset="2"/>
              </a:rPr>
              <a:t>(3</a:t>
            </a:r>
            <a:r>
              <a:rPr lang="en-US" altLang="en-US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sz="240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en-US" sz="2400">
                <a:sym typeface="Symbol" panose="05050102010706020507" pitchFamily="18" charset="2"/>
              </a:rPr>
              <a:t>”</a:t>
            </a:r>
          </a:p>
        </p:txBody>
      </p:sp>
      <p:graphicFrame>
        <p:nvGraphicFramePr>
          <p:cNvPr id="33798" name="Object 4">
            <a:extLst>
              <a:ext uri="{FF2B5EF4-FFF2-40B4-BE49-F238E27FC236}">
                <a16:creationId xmlns:a16="http://schemas.microsoft.com/office/drawing/2014/main" id="{9EECE8F9-83F0-8ED6-E7EC-5A3A8141228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24688" y="152400"/>
          <a:ext cx="1662112" cy="1874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3" imgW="1593799" imgH="1798625" progId="MS_ClipArt_Gallery.2">
                  <p:embed/>
                </p:oleObj>
              </mc:Choice>
              <mc:Fallback>
                <p:oleObj name="Clip" r:id="rId3" imgW="1593799" imgH="1798625" progId="MS_ClipArt_Gallery.2">
                  <p:embed/>
                  <p:pic>
                    <p:nvPicPr>
                      <p:cNvPr id="33798" name="Object 4">
                        <a:extLst>
                          <a:ext uri="{FF2B5EF4-FFF2-40B4-BE49-F238E27FC236}">
                            <a16:creationId xmlns:a16="http://schemas.microsoft.com/office/drawing/2014/main" id="{9EECE8F9-83F0-8ED6-E7EC-5A3A8141228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24688" y="152400"/>
                        <a:ext cx="1662112" cy="1874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Footer Placeholder 4">
            <a:extLst>
              <a:ext uri="{FF2B5EF4-FFF2-40B4-BE49-F238E27FC236}">
                <a16:creationId xmlns:a16="http://schemas.microsoft.com/office/drawing/2014/main" id="{0149B2E7-3154-1899-30F9-FB3FF3F01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[Lect01] Analysis of Algorithms</a:t>
            </a:r>
          </a:p>
        </p:txBody>
      </p:sp>
      <p:sp>
        <p:nvSpPr>
          <p:cNvPr id="34819" name="Slide Number Placeholder 5">
            <a:extLst>
              <a:ext uri="{FF2B5EF4-FFF2-40B4-BE49-F238E27FC236}">
                <a16:creationId xmlns:a16="http://schemas.microsoft.com/office/drawing/2014/main" id="{4CE11992-9688-539D-0BE0-0722583DC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B350FBF-C1FF-4D51-9DA0-E48E15089093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en-US" sz="1400"/>
          </a:p>
        </p:txBody>
      </p:sp>
      <p:sp>
        <p:nvSpPr>
          <p:cNvPr id="34820" name="Rectangle 2">
            <a:extLst>
              <a:ext uri="{FF2B5EF4-FFF2-40B4-BE49-F238E27FC236}">
                <a16:creationId xmlns:a16="http://schemas.microsoft.com/office/drawing/2014/main" id="{0CEE7415-6D38-C49F-F4C8-70BCF26817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Asymptotic Algorithm Analysis</a:t>
            </a:r>
          </a:p>
        </p:txBody>
      </p:sp>
      <p:sp>
        <p:nvSpPr>
          <p:cNvPr id="35845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49F853E1-83FC-DC11-9AAE-15512AD1A6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600200"/>
            <a:ext cx="7848600" cy="45720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en-US" sz="2400" dirty="0"/>
              <a:t>Determines </a:t>
            </a:r>
            <a:r>
              <a:rPr lang="en-US" altLang="en-US" sz="2400" u="sng" dirty="0"/>
              <a:t>running time in big-Oh</a:t>
            </a:r>
            <a:r>
              <a:rPr lang="en-US" altLang="en-US" sz="2400" dirty="0"/>
              <a:t> notation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en-US" sz="2400" dirty="0"/>
              <a:t>To perform the asymptotic analysis</a:t>
            </a:r>
          </a:p>
          <a:p>
            <a:pPr marL="1257300" lvl="1" indent="-457200" eaLnBrk="1" hangingPunct="1">
              <a:lnSpc>
                <a:spcPct val="90000"/>
              </a:lnSpc>
              <a:buFont typeface="+mj-lt"/>
              <a:buAutoNum type="arabicPeriod"/>
              <a:defRPr/>
            </a:pPr>
            <a:r>
              <a:rPr lang="en-US" altLang="en-US" sz="2000" dirty="0"/>
              <a:t>We find the </a:t>
            </a:r>
            <a:r>
              <a:rPr lang="en-US" altLang="en-US" sz="2000" u="sng" dirty="0"/>
              <a:t>worst-case</a:t>
            </a:r>
            <a:r>
              <a:rPr lang="en-US" altLang="en-US" sz="2000" dirty="0"/>
              <a:t> number of primitive operations executed as a function of the input size</a:t>
            </a:r>
          </a:p>
          <a:p>
            <a:pPr marL="1257300" lvl="1" indent="-457200" eaLnBrk="1" hangingPunct="1">
              <a:lnSpc>
                <a:spcPct val="90000"/>
              </a:lnSpc>
              <a:buFont typeface="+mj-lt"/>
              <a:buAutoNum type="arabicPeriod"/>
              <a:defRPr/>
            </a:pPr>
            <a:r>
              <a:rPr lang="en-US" altLang="en-US" sz="2000" dirty="0"/>
              <a:t>We express this function with </a:t>
            </a:r>
            <a:r>
              <a:rPr lang="en-US" altLang="en-US" sz="2000" u="sng" dirty="0"/>
              <a:t>big-Oh</a:t>
            </a:r>
            <a:r>
              <a:rPr lang="en-US" altLang="en-US" sz="2000" dirty="0"/>
              <a:t> notation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en-US" sz="2400" dirty="0"/>
              <a:t>Example:</a:t>
            </a:r>
          </a:p>
          <a:p>
            <a:pPr marL="1028700" lvl="1" indent="-228600" eaLnBrk="1" hangingPunct="1">
              <a:lnSpc>
                <a:spcPct val="90000"/>
              </a:lnSpc>
              <a:defRPr/>
            </a:pPr>
            <a:r>
              <a:rPr lang="en-US" altLang="en-US" sz="2000" dirty="0"/>
              <a:t>We determine that algorithm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arrayMax</a:t>
            </a:r>
            <a:r>
              <a:rPr lang="en-US" altLang="en-US" sz="2000" dirty="0"/>
              <a:t> executes at most </a:t>
            </a:r>
            <a:r>
              <a:rPr lang="en-US" altLang="en-US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7</a:t>
            </a:r>
            <a:r>
              <a:rPr lang="en-US" altLang="en-US" sz="20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000" dirty="0">
                <a:latin typeface="Symbol" panose="05050102010706020507" pitchFamily="18" charset="2"/>
                <a:sym typeface="Symbol" panose="05050102010706020507" pitchFamily="18" charset="2"/>
              </a:rPr>
              <a:t></a:t>
            </a:r>
            <a:r>
              <a:rPr lang="en-US" altLang="en-US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 2 </a:t>
            </a:r>
            <a:r>
              <a:rPr lang="en-US" altLang="en-US" sz="2000" dirty="0"/>
              <a:t>primitive operations</a:t>
            </a:r>
          </a:p>
          <a:p>
            <a:pPr marL="1028700" lvl="1" indent="-228600" eaLnBrk="1" hangingPunct="1">
              <a:lnSpc>
                <a:spcPct val="90000"/>
              </a:lnSpc>
              <a:defRPr/>
            </a:pPr>
            <a:r>
              <a:rPr lang="en-US" altLang="en-US" sz="2000" dirty="0"/>
              <a:t>We say that algorithm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arrayMax</a:t>
            </a:r>
            <a:r>
              <a:rPr lang="en-US" altLang="en-US" sz="2000" dirty="0"/>
              <a:t> “runs in </a:t>
            </a:r>
            <a:r>
              <a:rPr lang="en-US" altLang="en-US" sz="20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O</a:t>
            </a:r>
            <a:r>
              <a:rPr lang="en-US" altLang="en-US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en-US" sz="20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) </a:t>
            </a:r>
            <a:r>
              <a:rPr lang="en-US" altLang="en-US" sz="2000" dirty="0"/>
              <a:t>time”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400" kern="0" dirty="0">
                <a:latin typeface="Tahoma" pitchFamily="18"/>
              </a:rPr>
              <a:t>Since </a:t>
            </a:r>
            <a:r>
              <a:rPr lang="en-US" sz="2400" u="sng" kern="0" dirty="0">
                <a:latin typeface="Tahoma" pitchFamily="18"/>
              </a:rPr>
              <a:t>constant factors</a:t>
            </a:r>
            <a:r>
              <a:rPr lang="en-US" sz="2400" kern="0" dirty="0">
                <a:latin typeface="Tahoma" pitchFamily="18"/>
              </a:rPr>
              <a:t> and </a:t>
            </a:r>
            <a:r>
              <a:rPr lang="en-US" sz="2400" u="sng" kern="0" dirty="0">
                <a:latin typeface="Tahoma" pitchFamily="18"/>
              </a:rPr>
              <a:t>lower-order terms</a:t>
            </a:r>
            <a:r>
              <a:rPr lang="en-US" sz="2400" kern="0" dirty="0">
                <a:latin typeface="Tahoma" pitchFamily="18"/>
              </a:rPr>
              <a:t> are eventually dropped anyhow, we can </a:t>
            </a:r>
            <a:r>
              <a:rPr lang="en-US" sz="2400" u="sng" kern="0" dirty="0">
                <a:latin typeface="Tahoma" pitchFamily="18"/>
              </a:rPr>
              <a:t>disregard</a:t>
            </a:r>
            <a:r>
              <a:rPr lang="en-US" sz="2400" kern="0" dirty="0">
                <a:latin typeface="Tahoma" pitchFamily="18"/>
              </a:rPr>
              <a:t> them when counting primitive operations</a:t>
            </a:r>
            <a:endParaRPr lang="en-US" altLang="en-US" sz="2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CC1C2504-52F2-3DC0-E1E1-7077B69306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600200"/>
            <a:ext cx="7848600" cy="45720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18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18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18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18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18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18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lnSpc>
                <a:spcPct val="90000"/>
              </a:lnSpc>
              <a:defRPr/>
            </a:pPr>
            <a:r>
              <a:rPr lang="en-US" altLang="en-US" sz="2400" kern="0" dirty="0"/>
              <a:t>Since </a:t>
            </a:r>
            <a:r>
              <a:rPr lang="en-US" altLang="en-US" sz="2400" u="sng" kern="0" dirty="0"/>
              <a:t>constant factors</a:t>
            </a:r>
            <a:r>
              <a:rPr lang="en-US" altLang="en-US" sz="2400" kern="0" dirty="0"/>
              <a:t> and </a:t>
            </a:r>
            <a:r>
              <a:rPr lang="en-US" altLang="en-US" sz="2400" u="sng" kern="0" dirty="0"/>
              <a:t>lower-order terms</a:t>
            </a:r>
            <a:r>
              <a:rPr lang="en-US" altLang="en-US" sz="2400" kern="0" dirty="0"/>
              <a:t> are eventually dropped anyhow, we can </a:t>
            </a:r>
            <a:r>
              <a:rPr lang="en-US" altLang="en-US" sz="2400" u="sng" kern="0" dirty="0"/>
              <a:t>disregard</a:t>
            </a:r>
            <a:r>
              <a:rPr lang="en-US" altLang="en-US" sz="2400" kern="0" dirty="0"/>
              <a:t> them when counting primitive operations</a:t>
            </a:r>
          </a:p>
        </p:txBody>
      </p:sp>
      <p:sp>
        <p:nvSpPr>
          <p:cNvPr id="36866" name="Footer Placeholder 5">
            <a:extLst>
              <a:ext uri="{FF2B5EF4-FFF2-40B4-BE49-F238E27FC236}">
                <a16:creationId xmlns:a16="http://schemas.microsoft.com/office/drawing/2014/main" id="{CE7AE7C4-D43D-68BC-5099-FE42D4340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[Lect01] Analysis of Algorithms</a:t>
            </a:r>
          </a:p>
        </p:txBody>
      </p:sp>
      <p:sp>
        <p:nvSpPr>
          <p:cNvPr id="36867" name="Slide Number Placeholder 6">
            <a:extLst>
              <a:ext uri="{FF2B5EF4-FFF2-40B4-BE49-F238E27FC236}">
                <a16:creationId xmlns:a16="http://schemas.microsoft.com/office/drawing/2014/main" id="{2AD21401-082B-312B-CAFC-331554D38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D65D124-DE25-499A-92DD-622C9EC044E5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en-US" sz="1400"/>
          </a:p>
        </p:txBody>
      </p:sp>
      <p:sp>
        <p:nvSpPr>
          <p:cNvPr id="36868" name="Rectangle 2">
            <a:extLst>
              <a:ext uri="{FF2B5EF4-FFF2-40B4-BE49-F238E27FC236}">
                <a16:creationId xmlns:a16="http://schemas.microsoft.com/office/drawing/2014/main" id="{208C970D-F4B8-222F-813D-794A66DFDF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Asymptotic Algorithm Analysis</a:t>
            </a:r>
          </a:p>
        </p:txBody>
      </p:sp>
      <p:sp>
        <p:nvSpPr>
          <p:cNvPr id="36869" name="Rectangle 4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D519DF0C-C09E-866E-5FB3-9F277D0A234D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black">
          <a:xfrm>
            <a:off x="990600" y="2819400"/>
            <a:ext cx="7010400" cy="3276600"/>
          </a:xfrm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sz="2400" b="1" noProof="1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sz="2400" noProof="1">
                <a:latin typeface="Times New Roman" panose="02020603050405020304" pitchFamily="18" charset="0"/>
              </a:rPr>
              <a:t> </a:t>
            </a:r>
            <a:r>
              <a:rPr lang="en-US" sz="2400" b="1" i="1" noProof="1">
                <a:solidFill>
                  <a:schemeClr val="tx2"/>
                </a:solidFill>
                <a:latin typeface="Times New Roman" panose="02020603050405020304" pitchFamily="18" charset="0"/>
              </a:rPr>
              <a:t>arrayMax</a:t>
            </a:r>
            <a:r>
              <a:rPr lang="en-US" sz="2400" noProof="1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sz="2400" b="1" i="1" noProof="1">
                <a:solidFill>
                  <a:schemeClr val="tx2"/>
                </a:solidFill>
                <a:latin typeface="Times New Roman" panose="02020603050405020304" pitchFamily="18" charset="0"/>
              </a:rPr>
              <a:t>A</a:t>
            </a:r>
            <a:r>
              <a:rPr lang="en-US" sz="2400" noProof="1">
                <a:solidFill>
                  <a:schemeClr val="tx2"/>
                </a:solidFill>
                <a:latin typeface="Times New Roman" panose="02020603050405020304" pitchFamily="18" charset="0"/>
              </a:rPr>
              <a:t>, </a:t>
            </a:r>
            <a:r>
              <a:rPr lang="en-US" sz="2400" b="1" i="1" noProof="1">
                <a:solidFill>
                  <a:schemeClr val="tx2"/>
                </a:solidFill>
                <a:latin typeface="Times New Roman" panose="02020603050405020304" pitchFamily="18" charset="0"/>
              </a:rPr>
              <a:t>n</a:t>
            </a:r>
            <a:r>
              <a:rPr lang="en-US" sz="2400" noProof="1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sz="2400" b="1" noProof="1">
                <a:solidFill>
                  <a:schemeClr val="tx2"/>
                </a:solidFill>
                <a:latin typeface="Times New Roman" panose="02020603050405020304" pitchFamily="18" charset="0"/>
              </a:rPr>
              <a:t>	</a:t>
            </a:r>
            <a:r>
              <a:rPr lang="en-US" sz="2400" b="1" noProof="1">
                <a:solidFill>
                  <a:srgbClr val="000000"/>
                </a:solidFill>
                <a:latin typeface="Times New Roman" panose="02020603050405020304" pitchFamily="18" charset="0"/>
              </a:rPr>
              <a:t>				</a:t>
            </a:r>
            <a:r>
              <a:rPr lang="en-US" sz="2400" b="1" i="1" noProof="1">
                <a:solidFill>
                  <a:schemeClr val="accent2"/>
                </a:solidFill>
                <a:latin typeface="Times New Roman" panose="02020603050405020304" pitchFamily="18" charset="0"/>
              </a:rPr>
              <a:t>	     </a:t>
            </a:r>
            <a:r>
              <a:rPr lang="en-US" sz="2400" noProof="1"/>
              <a:t># operations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sz="2400" noProof="1">
                <a:solidFill>
                  <a:schemeClr val="tx2"/>
                </a:solidFill>
                <a:latin typeface="Times New Roman" panose="02020603050405020304" pitchFamily="18" charset="0"/>
              </a:rPr>
              <a:t>	</a:t>
            </a:r>
            <a:r>
              <a:rPr lang="en-US" sz="2400" b="1" i="1" noProof="1">
                <a:solidFill>
                  <a:schemeClr val="accent2"/>
                </a:solidFill>
                <a:latin typeface="Times New Roman" panose="02020603050405020304" pitchFamily="18" charset="0"/>
              </a:rPr>
              <a:t>currentMax</a:t>
            </a:r>
            <a:r>
              <a:rPr lang="en-US" sz="2400" noProof="1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sz="2400" noProof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sz="2400" noProof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sz="2400" b="1" i="1" noProof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sz="2400" noProof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[0]			     </a:t>
            </a:r>
            <a:r>
              <a:rPr lang="en-US" sz="2400" b="1" noProof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endParaRPr lang="en-US" sz="2400" noProof="1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sz="2400" noProof="1">
                <a:latin typeface="Times New Roman" panose="02020603050405020304" pitchFamily="18" charset="0"/>
              </a:rPr>
              <a:t>	</a:t>
            </a:r>
            <a:r>
              <a:rPr lang="en-US" sz="2400" b="1" noProof="1">
                <a:solidFill>
                  <a:srgbClr val="000000"/>
                </a:solidFill>
                <a:latin typeface="Times New Roman" panose="02020603050405020304" pitchFamily="18" charset="0"/>
              </a:rPr>
              <a:t>for</a:t>
            </a:r>
            <a:r>
              <a:rPr lang="en-US" sz="2400" noProof="1">
                <a:latin typeface="Times New Roman" panose="02020603050405020304" pitchFamily="18" charset="0"/>
              </a:rPr>
              <a:t> </a:t>
            </a:r>
            <a:r>
              <a:rPr lang="en-US" sz="2400" b="1" i="1" noProof="1">
                <a:solidFill>
                  <a:schemeClr val="accent2"/>
                </a:solidFill>
                <a:latin typeface="Times New Roman" panose="02020603050405020304" pitchFamily="18" charset="0"/>
              </a:rPr>
              <a:t>i</a:t>
            </a:r>
            <a:r>
              <a:rPr lang="en-US" sz="2400" noProof="1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sz="2400" noProof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sz="2400" noProof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sz="2400" noProof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sz="2400" noProof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sz="2400" b="1" noProof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to</a:t>
            </a:r>
            <a:r>
              <a:rPr lang="en-US" sz="2400" noProof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sz="2400" b="1" i="1" noProof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sz="2400" noProof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sz="2400" noProof="1">
                <a:solidFill>
                  <a:schemeClr val="accent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</a:t>
            </a:r>
            <a:r>
              <a:rPr lang="en-US" sz="2400" noProof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1</a:t>
            </a:r>
            <a:r>
              <a:rPr lang="en-US" sz="2400" noProof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sz="2400" b="1" noProof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do			    </a:t>
            </a:r>
            <a:r>
              <a:rPr lang="en-US" sz="2400" noProof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sz="2400" b="1" i="1" noProof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endParaRPr lang="en-US" sz="2400" b="1" noProof="1">
              <a:solidFill>
                <a:srgbClr val="000000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sz="2400" noProof="1">
                <a:latin typeface="Times New Roman" panose="02020603050405020304" pitchFamily="18" charset="0"/>
                <a:sym typeface="Symbol" panose="05050102010706020507" pitchFamily="18" charset="2"/>
              </a:rPr>
              <a:t>		</a:t>
            </a:r>
            <a:r>
              <a:rPr lang="en-US" sz="2400" b="1" noProof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if</a:t>
            </a:r>
            <a:r>
              <a:rPr lang="en-US" sz="2400" noProof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sz="2400" b="1" i="1" noProof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sz="2400" noProof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[</a:t>
            </a:r>
            <a:r>
              <a:rPr lang="en-US" sz="2400" i="1" noProof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sz="2400" noProof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]  </a:t>
            </a:r>
            <a:r>
              <a:rPr lang="en-US" sz="2400" b="1" i="1" noProof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currentMax</a:t>
            </a:r>
            <a:r>
              <a:rPr lang="en-US" sz="2400" noProof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sz="2400" b="1" noProof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then		     </a:t>
            </a:r>
            <a:r>
              <a:rPr lang="en-US" sz="2400" b="1" i="1" noProof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endParaRPr lang="en-US" sz="2400" b="1" noProof="1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sz="2400" noProof="1">
                <a:latin typeface="Times New Roman" panose="02020603050405020304" pitchFamily="18" charset="0"/>
                <a:sym typeface="Symbol" panose="05050102010706020507" pitchFamily="18" charset="2"/>
              </a:rPr>
              <a:t>			</a:t>
            </a:r>
            <a:r>
              <a:rPr lang="en-US" sz="2400" b="1" i="1" noProof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currentMax</a:t>
            </a:r>
            <a:r>
              <a:rPr lang="en-US" sz="2400" noProof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sz="2400" noProof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sz="2400" noProof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sz="2400" b="1" i="1" noProof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sz="2400" noProof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[</a:t>
            </a:r>
            <a:r>
              <a:rPr lang="en-US" sz="2400" b="1" i="1" noProof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sz="2400" noProof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]		     </a:t>
            </a:r>
            <a:r>
              <a:rPr lang="en-US" sz="2400" b="1" i="1" noProof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endParaRPr lang="en-US" sz="2400" noProof="1">
              <a:solidFill>
                <a:schemeClr val="accent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sz="2400" noProof="1">
                <a:latin typeface="Times New Roman" panose="02020603050405020304" pitchFamily="18" charset="0"/>
                <a:sym typeface="Symbol" panose="05050102010706020507" pitchFamily="18" charset="2"/>
              </a:rPr>
              <a:t>	{ increment counter </a:t>
            </a:r>
            <a:r>
              <a:rPr lang="en-US" sz="2400" b="1" i="1" noProof="1"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sz="2400" noProof="1">
                <a:latin typeface="Times New Roman" panose="02020603050405020304" pitchFamily="18" charset="0"/>
                <a:sym typeface="Symbol" panose="05050102010706020507" pitchFamily="18" charset="2"/>
              </a:rPr>
              <a:t> }			     </a:t>
            </a:r>
            <a:r>
              <a:rPr lang="en-US" sz="2400" b="1" i="1" noProof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endParaRPr lang="en-US" sz="2400" noProof="1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sz="2400" b="1" noProof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return</a:t>
            </a:r>
            <a:r>
              <a:rPr lang="en-US" sz="2400" noProof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sz="2400" b="1" i="1" noProof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currentMax			     </a:t>
            </a:r>
            <a:r>
              <a:rPr lang="en-US" sz="2400" b="1" noProof="1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sz="2400" noProof="1">
                <a:latin typeface="Times New Roman" panose="02020603050405020304" pitchFamily="18" charset="0"/>
                <a:sym typeface="Symbol" panose="05050102010706020507" pitchFamily="18" charset="2"/>
              </a:rPr>
              <a:t>						</a:t>
            </a:r>
            <a:r>
              <a:rPr lang="en-US" sz="2400" noProof="1">
                <a:sym typeface="Symbol" panose="05050102010706020507" pitchFamily="18" charset="2"/>
              </a:rPr>
              <a:t>Total =</a:t>
            </a:r>
            <a:r>
              <a:rPr lang="en-US" sz="2400" noProof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sz="2400" b="1" i="1" noProof="1">
                <a:latin typeface="Times New Roman" panose="02020603050405020304" pitchFamily="18" charset="0"/>
                <a:sym typeface="Symbol" panose="05050102010706020507" pitchFamily="18" charset="2"/>
              </a:rPr>
              <a:t>O</a:t>
            </a:r>
            <a:r>
              <a:rPr lang="en-US" sz="2400" noProof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sz="2400" b="1" i="1" noProof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sz="2400" noProof="1">
                <a:latin typeface="Symbol" panose="05050102010706020507" pitchFamily="18" charset="2"/>
                <a:sym typeface="Symbol" panose="05050102010706020507" pitchFamily="18" charset="2"/>
              </a:rPr>
              <a:t>)</a:t>
            </a:r>
            <a:endParaRPr lang="en-US" sz="2400" noProof="1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Footer Placeholder 5">
            <a:extLst>
              <a:ext uri="{FF2B5EF4-FFF2-40B4-BE49-F238E27FC236}">
                <a16:creationId xmlns:a16="http://schemas.microsoft.com/office/drawing/2014/main" id="{D2B18A92-8539-A857-CF3E-BB3CBB574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[Lect01] Analysis of Algorithms</a:t>
            </a:r>
          </a:p>
        </p:txBody>
      </p:sp>
      <p:sp>
        <p:nvSpPr>
          <p:cNvPr id="37891" name="Slide Number Placeholder 6">
            <a:extLst>
              <a:ext uri="{FF2B5EF4-FFF2-40B4-BE49-F238E27FC236}">
                <a16:creationId xmlns:a16="http://schemas.microsoft.com/office/drawing/2014/main" id="{2C3ED631-3AD4-27AD-C80D-1082DB90A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A3BC8DA-E62B-4B14-8879-1EBEA1452CA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US" altLang="en-US" sz="1400"/>
          </a:p>
        </p:txBody>
      </p:sp>
      <p:sp>
        <p:nvSpPr>
          <p:cNvPr id="37892" name="Rectangle 2">
            <a:extLst>
              <a:ext uri="{FF2B5EF4-FFF2-40B4-BE49-F238E27FC236}">
                <a16:creationId xmlns:a16="http://schemas.microsoft.com/office/drawing/2014/main" id="{0AB79617-6F59-8921-8ED6-02FFF6D655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The Importance of Asymptotics</a:t>
            </a:r>
          </a:p>
        </p:txBody>
      </p:sp>
      <p:sp>
        <p:nvSpPr>
          <p:cNvPr id="37893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B81D7BEF-1803-860C-4031-66A19A6201B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600200"/>
            <a:ext cx="7772400" cy="1524000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An algorithm with an asymptotically </a:t>
            </a:r>
            <a:r>
              <a:rPr lang="en-US" altLang="en-US" sz="2400" u="sng" dirty="0"/>
              <a:t>fast running time </a:t>
            </a:r>
            <a:r>
              <a:rPr lang="en-US" altLang="en-US" sz="2400" dirty="0"/>
              <a:t>(</a:t>
            </a:r>
            <a:r>
              <a:rPr lang="en-US" altLang="en-US" sz="2400" u="sng" dirty="0"/>
              <a:t>low growth rate</a:t>
            </a:r>
            <a:r>
              <a:rPr lang="en-US" altLang="en-US" sz="2400" dirty="0"/>
              <a:t>) can </a:t>
            </a:r>
            <a:r>
              <a:rPr lang="en-US" altLang="en-US" sz="2400" u="sng" dirty="0"/>
              <a:t>process more inputs</a:t>
            </a:r>
            <a:r>
              <a:rPr lang="en-US" altLang="en-US" sz="2400" dirty="0"/>
              <a:t> than an algorithm with an asymptotically </a:t>
            </a:r>
            <a:r>
              <a:rPr lang="en-US" altLang="en-US" sz="2400" u="sng" dirty="0"/>
              <a:t>slow running time</a:t>
            </a:r>
            <a:r>
              <a:rPr lang="en-US" altLang="en-US" sz="2400" dirty="0"/>
              <a:t> (</a:t>
            </a:r>
            <a:r>
              <a:rPr lang="en-US" altLang="en-US" sz="2400" u="sng" dirty="0"/>
              <a:t>high growth rate</a:t>
            </a:r>
            <a:r>
              <a:rPr lang="en-US" altLang="en-US" sz="2400" dirty="0"/>
              <a:t>)</a:t>
            </a:r>
          </a:p>
        </p:txBody>
      </p:sp>
      <p:graphicFrame>
        <p:nvGraphicFramePr>
          <p:cNvPr id="72759" name="Group 55">
            <a:extLst>
              <a:ext uri="{FF2B5EF4-FFF2-40B4-BE49-F238E27FC236}">
                <a16:creationId xmlns:a16="http://schemas.microsoft.com/office/drawing/2014/main" id="{55547095-A27E-B3D4-3FAE-DD289B27398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29595401"/>
              </p:ext>
            </p:extLst>
          </p:nvPr>
        </p:nvGraphicFramePr>
        <p:xfrm>
          <a:off x="1295400" y="3683000"/>
          <a:ext cx="6477000" cy="2489200"/>
        </p:xfrm>
        <a:graphic>
          <a:graphicData uri="http://schemas.openxmlformats.org/drawingml/2006/table">
            <a:tbl>
              <a:tblPr/>
              <a:tblGrid>
                <a:gridCol w="175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80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Running Time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 second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 minute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 hour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6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O(n)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2,500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150,000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9,000,000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6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O(</a:t>
                      </a:r>
                      <a:r>
                        <a:rPr kumimoji="0" lang="en-US" alt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nlog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n)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4,096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166,666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7,826,087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6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O(n</a:t>
                      </a:r>
                      <a:r>
                        <a:rPr kumimoji="0" lang="en-US" altLang="en-US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2)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707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5,477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42,426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56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O(n</a:t>
                      </a:r>
                      <a:r>
                        <a:rPr kumimoji="0" lang="en-US" altLang="en-US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4)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88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244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17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O(2</a:t>
                      </a:r>
                      <a:r>
                        <a:rPr kumimoji="0" lang="en-US" altLang="en-US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n)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7931" name="Text Box 53">
            <a:extLst>
              <a:ext uri="{FF2B5EF4-FFF2-40B4-BE49-F238E27FC236}">
                <a16:creationId xmlns:a16="http://schemas.microsoft.com/office/drawing/2014/main" id="{FDBA258A-305E-307E-A474-C0C595FD7E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1375" y="3155950"/>
            <a:ext cx="31972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Maximum Problem Size (n)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Footer Placeholder 4">
            <a:extLst>
              <a:ext uri="{FF2B5EF4-FFF2-40B4-BE49-F238E27FC236}">
                <a16:creationId xmlns:a16="http://schemas.microsoft.com/office/drawing/2014/main" id="{777BFBAC-AEAB-66E5-44FB-50817B992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[Lect01] Analysis of Algorithms</a:t>
            </a:r>
          </a:p>
        </p:txBody>
      </p:sp>
      <p:sp>
        <p:nvSpPr>
          <p:cNvPr id="38915" name="Slide Number Placeholder 5">
            <a:extLst>
              <a:ext uri="{FF2B5EF4-FFF2-40B4-BE49-F238E27FC236}">
                <a16:creationId xmlns:a16="http://schemas.microsoft.com/office/drawing/2014/main" id="{BB71486B-9E60-3A65-C6DC-1003A7052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6BF0F50-D605-4D51-B6CD-4FDD9A2F9090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US" altLang="en-US" sz="1400"/>
          </a:p>
        </p:txBody>
      </p:sp>
      <p:sp>
        <p:nvSpPr>
          <p:cNvPr id="38916" name="Rectangle 2">
            <a:extLst>
              <a:ext uri="{FF2B5EF4-FFF2-40B4-BE49-F238E27FC236}">
                <a16:creationId xmlns:a16="http://schemas.microsoft.com/office/drawing/2014/main" id="{115BA8AF-7131-4778-0AD4-4008A2A74E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Computing Prefix Sums</a:t>
            </a:r>
          </a:p>
        </p:txBody>
      </p:sp>
      <p:sp>
        <p:nvSpPr>
          <p:cNvPr id="38917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8C33DB92-D87A-D6FB-27A4-2D9FBB3BDF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676400"/>
            <a:ext cx="7772400" cy="4648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Another example: prefix sums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The </a:t>
            </a:r>
            <a:r>
              <a:rPr lang="en-US" altLang="en-US" sz="2800" b="1" i="1" dirty="0" err="1">
                <a:latin typeface="Times New Roman" panose="02020603050405020304" pitchFamily="18" charset="0"/>
              </a:rPr>
              <a:t>i</a:t>
            </a:r>
            <a:r>
              <a:rPr lang="en-US" altLang="en-US" sz="2800" dirty="0" err="1"/>
              <a:t>-th</a:t>
            </a:r>
            <a:r>
              <a:rPr lang="en-US" altLang="en-US" sz="2800" dirty="0"/>
              <a:t> prefix sum of an array </a:t>
            </a:r>
            <a:r>
              <a:rPr lang="en-US" altLang="en-US" sz="2800" b="1" i="1" dirty="0">
                <a:latin typeface="Times New Roman" panose="02020603050405020304" pitchFamily="18" charset="0"/>
              </a:rPr>
              <a:t>X</a:t>
            </a:r>
            <a:r>
              <a:rPr lang="en-US" altLang="en-US" sz="2800" dirty="0"/>
              <a:t> is sum of the first </a:t>
            </a:r>
            <a:r>
              <a:rPr lang="en-US" altLang="en-US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en-US" sz="2800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en-US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dirty="0">
                <a:latin typeface="Symbol" panose="05050102010706020507" pitchFamily="18" charset="2"/>
                <a:sym typeface="Symbol" panose="05050102010706020507" pitchFamily="18" charset="2"/>
              </a:rPr>
              <a:t>+</a:t>
            </a:r>
            <a:r>
              <a:rPr lang="en-US" altLang="en-US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 1) </a:t>
            </a:r>
            <a:r>
              <a:rPr lang="en-US" altLang="en-US" sz="2800" dirty="0"/>
              <a:t>elements of </a:t>
            </a:r>
            <a:r>
              <a:rPr lang="en-US" altLang="en-US" sz="2800" b="1" i="1" dirty="0">
                <a:latin typeface="Times New Roman" panose="02020603050405020304" pitchFamily="18" charset="0"/>
              </a:rPr>
              <a:t>X</a:t>
            </a:r>
            <a:r>
              <a:rPr lang="en-US" altLang="en-US" sz="2800" b="1" dirty="0">
                <a:latin typeface="Times New Roman" panose="02020603050405020304" pitchFamily="18" charset="0"/>
              </a:rPr>
              <a:t>:</a:t>
            </a:r>
            <a:endParaRPr lang="en-US" altLang="en-US" sz="2800" dirty="0"/>
          </a:p>
          <a:p>
            <a:pPr algn="ctr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[</a:t>
            </a:r>
            <a:r>
              <a:rPr lang="en-US" altLang="en-US" sz="2400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]</a:t>
            </a:r>
            <a:r>
              <a:rPr lang="en-US" altLang="en-US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dirty="0">
                <a:latin typeface="Symbol" panose="05050102010706020507" pitchFamily="18" charset="2"/>
                <a:sym typeface="Symbol" panose="05050102010706020507" pitchFamily="18" charset="2"/>
              </a:rPr>
              <a:t>= (</a:t>
            </a:r>
            <a:r>
              <a:rPr lang="en-US" altLang="en-US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[0] </a:t>
            </a:r>
            <a:r>
              <a:rPr lang="en-US" altLang="en-US" sz="2800" dirty="0">
                <a:latin typeface="Symbol" panose="05050102010706020507" pitchFamily="18" charset="2"/>
                <a:sym typeface="Symbol" panose="05050102010706020507" pitchFamily="18" charset="2"/>
              </a:rPr>
              <a:t>+</a:t>
            </a: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[1] </a:t>
            </a:r>
            <a:r>
              <a:rPr lang="en-US" altLang="en-US" sz="2800" dirty="0">
                <a:latin typeface="Symbol" panose="05050102010706020507" pitchFamily="18" charset="2"/>
                <a:sym typeface="Symbol" panose="05050102010706020507" pitchFamily="18" charset="2"/>
              </a:rPr>
              <a:t>+</a:t>
            </a: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400" dirty="0">
                <a:latin typeface="Times New Roman" panose="02020603050405020304" pitchFamily="18" charset="0"/>
              </a:rPr>
              <a:t>… </a:t>
            </a:r>
            <a:r>
              <a:rPr lang="en-US" altLang="en-US" sz="2800" dirty="0">
                <a:latin typeface="Symbol" panose="05050102010706020507" pitchFamily="18" charset="2"/>
                <a:sym typeface="Symbol" panose="05050102010706020507" pitchFamily="18" charset="2"/>
              </a:rPr>
              <a:t>+</a:t>
            </a:r>
            <a:r>
              <a:rPr lang="en-US" altLang="en-US" sz="2400" dirty="0">
                <a:latin typeface="Times New Roman" panose="02020603050405020304" pitchFamily="18" charset="0"/>
              </a:rPr>
              <a:t> </a:t>
            </a:r>
            <a:r>
              <a:rPr lang="en-US" altLang="en-US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[</a:t>
            </a:r>
            <a:r>
              <a:rPr lang="en-US" altLang="en-US" sz="2400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])</a:t>
            </a:r>
          </a:p>
          <a:p>
            <a:pPr eaLnBrk="1" hangingPunct="1">
              <a:lnSpc>
                <a:spcPct val="90000"/>
              </a:lnSpc>
            </a:pPr>
            <a:endParaRPr lang="en-US" altLang="en-US" sz="9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We will compare 2 algorithms with different running time for computing prefix sums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prefixSum1 runs in O(n</a:t>
            </a:r>
            <a:r>
              <a:rPr lang="en-US" altLang="en-US" sz="2800" baseline="30000" dirty="0"/>
              <a:t>2</a:t>
            </a:r>
            <a:r>
              <a:rPr lang="en-US" altLang="en-US" sz="2800" dirty="0"/>
              <a:t>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prefixSum2 runs in O(n)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Which </a:t>
            </a:r>
            <a:r>
              <a:rPr lang="en-US" altLang="en-US" sz="2800"/>
              <a:t>one runs </a:t>
            </a:r>
            <a:r>
              <a:rPr lang="en-US" altLang="en-US" sz="2800" dirty="0"/>
              <a:t>faster?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Footer Placeholder 2">
            <a:extLst>
              <a:ext uri="{FF2B5EF4-FFF2-40B4-BE49-F238E27FC236}">
                <a16:creationId xmlns:a16="http://schemas.microsoft.com/office/drawing/2014/main" id="{5FF1C8CA-71EB-BE0E-9DC5-11A3F3317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[Lect01] Analysis of Algorithms</a:t>
            </a:r>
          </a:p>
        </p:txBody>
      </p:sp>
      <p:sp>
        <p:nvSpPr>
          <p:cNvPr id="39939" name="Slide Number Placeholder 3">
            <a:extLst>
              <a:ext uri="{FF2B5EF4-FFF2-40B4-BE49-F238E27FC236}">
                <a16:creationId xmlns:a16="http://schemas.microsoft.com/office/drawing/2014/main" id="{2A697815-1B55-ADFE-7AC7-C1FB78B7A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5CDB12A-7237-4E28-8E7C-963D6C8BD491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en-US" altLang="en-US" sz="1400"/>
          </a:p>
        </p:txBody>
      </p:sp>
      <p:sp>
        <p:nvSpPr>
          <p:cNvPr id="39940" name="Rectangle 2">
            <a:extLst>
              <a:ext uri="{FF2B5EF4-FFF2-40B4-BE49-F238E27FC236}">
                <a16:creationId xmlns:a16="http://schemas.microsoft.com/office/drawing/2014/main" id="{134BDBAB-44BF-865F-BA71-5988295136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400" dirty="0">
                <a:solidFill>
                  <a:schemeClr val="tx2"/>
                </a:solidFill>
              </a:rPr>
              <a:t>PrefixSums1 (Quadratic)</a:t>
            </a:r>
          </a:p>
        </p:txBody>
      </p:sp>
      <p:sp>
        <p:nvSpPr>
          <p:cNvPr id="39941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DE45BD05-CFBB-581E-E227-F71B5E3A06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1524000"/>
            <a:ext cx="78486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The following algorithm computes prefix averages in </a:t>
            </a:r>
            <a:r>
              <a:rPr lang="en-US" altLang="en-US" sz="2400" u="sng" dirty="0"/>
              <a:t>quadratic time </a:t>
            </a:r>
            <a:r>
              <a:rPr lang="en-US" altLang="en-US" sz="2400" i="1" u="sng" dirty="0"/>
              <a:t>n </a:t>
            </a:r>
            <a:r>
              <a:rPr lang="en-US" altLang="en-US" sz="2400" u="sng" baseline="30000" dirty="0"/>
              <a:t>2</a:t>
            </a:r>
            <a:endParaRPr lang="en-US" altLang="en-US" sz="2400" u="sng" dirty="0"/>
          </a:p>
        </p:txBody>
      </p:sp>
      <p:sp>
        <p:nvSpPr>
          <p:cNvPr id="39942" name="Rectangle 4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870F0B56-E616-6E2E-3E6C-9FB7A36CDE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362200"/>
            <a:ext cx="7772400" cy="411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 sz="2400" dirty="0">
                <a:latin typeface="Times New Roman" panose="02020603050405020304" pitchFamily="18" charset="0"/>
              </a:rPr>
              <a:t> </a:t>
            </a:r>
            <a:r>
              <a:rPr lang="en-US" altLang="en-US" sz="24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prefixSum1 </a:t>
            </a:r>
            <a:r>
              <a:rPr lang="en-US" altLang="en-US" sz="2400" dirty="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24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X, n</a:t>
            </a:r>
            <a:r>
              <a:rPr lang="en-US" altLang="en-US" sz="2400" dirty="0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Input</a:t>
            </a:r>
            <a:r>
              <a:rPr lang="en-US" altLang="en-US" sz="2400" dirty="0">
                <a:latin typeface="Times New Roman" panose="02020603050405020304" pitchFamily="18" charset="0"/>
              </a:rPr>
              <a:t> </a:t>
            </a:r>
            <a:r>
              <a:rPr lang="en-US" altLang="en-US" sz="2400" dirty="0">
                <a:solidFill>
                  <a:schemeClr val="accent2"/>
                </a:solidFill>
                <a:latin typeface="Times New Roman" panose="02020603050405020304" pitchFamily="18" charset="0"/>
              </a:rPr>
              <a:t>array </a:t>
            </a:r>
            <a:r>
              <a:rPr lang="en-US" altLang="en-US" sz="24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X</a:t>
            </a:r>
            <a:r>
              <a:rPr lang="en-US" altLang="en-US" sz="2400" dirty="0">
                <a:solidFill>
                  <a:schemeClr val="accent2"/>
                </a:solidFill>
                <a:latin typeface="Times New Roman" panose="02020603050405020304" pitchFamily="18" charset="0"/>
              </a:rPr>
              <a:t> of </a:t>
            </a:r>
            <a:r>
              <a:rPr lang="en-US" altLang="en-US" sz="24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sz="2400" dirty="0">
                <a:solidFill>
                  <a:schemeClr val="accent2"/>
                </a:solidFill>
                <a:latin typeface="Times New Roman" panose="02020603050405020304" pitchFamily="18" charset="0"/>
              </a:rPr>
              <a:t> integers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Output</a:t>
            </a:r>
            <a:r>
              <a:rPr lang="en-US" altLang="en-US" sz="2400" dirty="0">
                <a:latin typeface="Times New Roman" panose="02020603050405020304" pitchFamily="18" charset="0"/>
              </a:rPr>
              <a:t> </a:t>
            </a:r>
            <a:r>
              <a:rPr lang="en-US" altLang="en-US" sz="2400" dirty="0">
                <a:solidFill>
                  <a:schemeClr val="accent2"/>
                </a:solidFill>
                <a:latin typeface="Times New Roman" panose="02020603050405020304" pitchFamily="18" charset="0"/>
              </a:rPr>
              <a:t>array </a:t>
            </a:r>
            <a:r>
              <a:rPr lang="en-US" altLang="en-US" sz="24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A</a:t>
            </a:r>
            <a:r>
              <a:rPr lang="en-US" altLang="en-US" sz="2400" dirty="0">
                <a:solidFill>
                  <a:schemeClr val="accent2"/>
                </a:solidFill>
                <a:latin typeface="Times New Roman" panose="02020603050405020304" pitchFamily="18" charset="0"/>
              </a:rPr>
              <a:t> of prefix sums of </a:t>
            </a:r>
            <a:r>
              <a:rPr lang="en-US" altLang="en-US" sz="2400" b="1" i="1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	</a:t>
            </a:r>
            <a:r>
              <a:rPr lang="en-US" altLang="en-US" sz="2000" dirty="0">
                <a:sym typeface="Symbol" panose="05050102010706020507" pitchFamily="18" charset="2"/>
              </a:rPr>
              <a:t>#operations</a:t>
            </a:r>
            <a:endParaRPr lang="en-US" altLang="en-US" sz="2400" dirty="0">
              <a:solidFill>
                <a:schemeClr val="accent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</a:t>
            </a:r>
            <a:r>
              <a:rPr lang="en-US" altLang="en-US" sz="2400" dirty="0">
                <a:latin typeface="Times New Roman" panose="02020603050405020304" pitchFamily="18" charset="0"/>
              </a:rPr>
              <a:t> </a:t>
            </a:r>
            <a:r>
              <a:rPr lang="en-US" altLang="en-US" sz="24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A</a:t>
            </a:r>
            <a:r>
              <a:rPr lang="en-US" altLang="en-US" sz="2400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4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 </a:t>
            </a:r>
            <a:r>
              <a:rPr lang="en-US" altLang="en-US" sz="2400" dirty="0">
                <a:solidFill>
                  <a:schemeClr val="accent2"/>
                </a:solidFill>
                <a:latin typeface="Times New Roman" panose="02020603050405020304" pitchFamily="18" charset="0"/>
              </a:rPr>
              <a:t>new array of </a:t>
            </a:r>
            <a:r>
              <a:rPr lang="en-US" altLang="en-US" sz="24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sz="2400" dirty="0">
                <a:solidFill>
                  <a:schemeClr val="accent2"/>
                </a:solidFill>
                <a:latin typeface="Times New Roman" panose="02020603050405020304" pitchFamily="18" charset="0"/>
              </a:rPr>
              <a:t> integers		     1</a:t>
            </a:r>
            <a:endParaRPr lang="en-US" altLang="en-US" sz="2400" b="1" i="1" dirty="0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</a:rPr>
              <a:t>	</a:t>
            </a: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2400" dirty="0">
                <a:latin typeface="Times New Roman" panose="02020603050405020304" pitchFamily="18" charset="0"/>
              </a:rPr>
              <a:t> </a:t>
            </a:r>
            <a:r>
              <a:rPr lang="en-US" altLang="en-US" sz="2400" b="1" i="1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sz="2400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4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en-US" sz="2400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400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to</a:t>
            </a: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400" b="1" i="1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sz="2400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400" dirty="0">
                <a:solidFill>
                  <a:schemeClr val="accent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</a:t>
            </a:r>
            <a:r>
              <a:rPr lang="en-US" altLang="en-US" sz="2400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1</a:t>
            </a: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do		</a:t>
            </a:r>
            <a:r>
              <a:rPr lang="en-US" altLang="en-US" sz="2400" dirty="0">
                <a:solidFill>
                  <a:schemeClr val="accent2"/>
                </a:solidFill>
                <a:latin typeface="Times New Roman" panose="02020603050405020304" pitchFamily="18" charset="0"/>
              </a:rPr>
              <a:t>	     </a:t>
            </a:r>
            <a:r>
              <a:rPr lang="en-US" altLang="en-US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		</a:t>
            </a:r>
            <a:r>
              <a:rPr lang="en-US" altLang="en-US" sz="2400" b="1" i="1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en-US" sz="2400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4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en-US" sz="2400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400" b="1" i="1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[0] 			</a:t>
            </a:r>
            <a:r>
              <a:rPr lang="en-US" altLang="en-US" sz="2400" dirty="0">
                <a:solidFill>
                  <a:schemeClr val="accent2"/>
                </a:solidFill>
                <a:latin typeface="Times New Roman" panose="02020603050405020304" pitchFamily="18" charset="0"/>
              </a:rPr>
              <a:t>	     </a:t>
            </a:r>
            <a:r>
              <a:rPr lang="en-US" altLang="en-US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endParaRPr lang="en-US" altLang="en-US" sz="2400" dirty="0">
              <a:solidFill>
                <a:schemeClr val="accent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</a:rPr>
              <a:t>		</a:t>
            </a: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2400" dirty="0">
                <a:latin typeface="Times New Roman" panose="02020603050405020304" pitchFamily="18" charset="0"/>
              </a:rPr>
              <a:t> </a:t>
            </a:r>
            <a:r>
              <a:rPr lang="en-US" altLang="en-US" sz="24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j</a:t>
            </a:r>
            <a:r>
              <a:rPr lang="en-US" altLang="en-US" sz="2400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4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en-US" sz="2400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400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to</a:t>
            </a: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400" b="1" i="1" dirty="0" err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en-US" sz="2400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do		    </a:t>
            </a: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en-US" sz="2400" dirty="0">
                <a:latin typeface="Symbol" panose="05050102010706020507" pitchFamily="18" charset="2"/>
                <a:sym typeface="Symbol" panose="05050102010706020507" pitchFamily="18" charset="2"/>
              </a:rPr>
              <a:t>+</a:t>
            </a: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en-US" sz="2400" dirty="0">
                <a:latin typeface="Symbol" panose="05050102010706020507" pitchFamily="18" charset="2"/>
                <a:sym typeface="Symbol" panose="05050102010706020507" pitchFamily="18" charset="2"/>
              </a:rPr>
              <a:t>+</a:t>
            </a: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…</a:t>
            </a:r>
            <a:r>
              <a:rPr lang="en-US" altLang="en-US" sz="2400" dirty="0">
                <a:latin typeface="Symbol" panose="05050102010706020507" pitchFamily="18" charset="2"/>
                <a:sym typeface="Symbol" panose="05050102010706020507" pitchFamily="18" charset="2"/>
              </a:rPr>
              <a:t>+</a:t>
            </a: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en-US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sz="2400" dirty="0">
                <a:latin typeface="Symbol" panose="05050102010706020507" pitchFamily="18" charset="2"/>
                <a:sym typeface="Symbol" panose="05050102010706020507" pitchFamily="18" charset="2"/>
              </a:rPr>
              <a:t></a:t>
            </a: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1) ≈ </a:t>
            </a:r>
            <a:r>
              <a:rPr lang="en-US" altLang="en-US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sz="2400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endParaRPr lang="en-US" altLang="en-US" sz="2400" b="1" i="1" baseline="30000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			</a:t>
            </a:r>
            <a:r>
              <a:rPr lang="en-US" altLang="en-US" sz="2400" b="1" i="1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en-US" sz="2400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4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en-US" sz="2400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400" b="1" i="1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en-US" sz="2400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400" dirty="0">
                <a:solidFill>
                  <a:schemeClr val="accent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+</a:t>
            </a:r>
            <a:r>
              <a:rPr lang="en-US" altLang="en-US" sz="2400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400" b="1" i="1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[</a:t>
            </a:r>
            <a:r>
              <a:rPr lang="en-US" altLang="en-US" sz="2400" b="1" i="1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j</a:t>
            </a:r>
            <a:r>
              <a:rPr lang="en-US" altLang="en-US" sz="2400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]		    </a:t>
            </a: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en-US" sz="2400" dirty="0">
                <a:latin typeface="Symbol" panose="05050102010706020507" pitchFamily="18" charset="2"/>
                <a:sym typeface="Symbol" panose="05050102010706020507" pitchFamily="18" charset="2"/>
              </a:rPr>
              <a:t>+</a:t>
            </a: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en-US" sz="2400" dirty="0">
                <a:latin typeface="Symbol" panose="05050102010706020507" pitchFamily="18" charset="2"/>
                <a:sym typeface="Symbol" panose="05050102010706020507" pitchFamily="18" charset="2"/>
              </a:rPr>
              <a:t>+</a:t>
            </a: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…</a:t>
            </a:r>
            <a:r>
              <a:rPr lang="en-US" altLang="en-US" sz="2400" dirty="0">
                <a:latin typeface="Symbol" panose="05050102010706020507" pitchFamily="18" charset="2"/>
                <a:sym typeface="Symbol" panose="05050102010706020507" pitchFamily="18" charset="2"/>
              </a:rPr>
              <a:t>+</a:t>
            </a: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en-US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sz="2400" dirty="0">
                <a:latin typeface="Symbol" panose="05050102010706020507" pitchFamily="18" charset="2"/>
                <a:sym typeface="Symbol" panose="05050102010706020507" pitchFamily="18" charset="2"/>
              </a:rPr>
              <a:t></a:t>
            </a: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1) ≈ </a:t>
            </a:r>
            <a:r>
              <a:rPr lang="en-US" altLang="en-US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sz="2400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endParaRPr lang="en-US" altLang="en-US" sz="2400" dirty="0">
              <a:solidFill>
                <a:schemeClr val="accent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		</a:t>
            </a:r>
            <a:r>
              <a:rPr lang="en-US" altLang="en-US" sz="2400" b="1" i="1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[</a:t>
            </a:r>
            <a:r>
              <a:rPr lang="en-US" altLang="en-US" sz="2400" b="1" i="1" dirty="0" err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en-US" sz="2400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]</a:t>
            </a:r>
            <a:r>
              <a:rPr lang="en-US" altLang="en-US" sz="2400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4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en-US" sz="2400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400" b="1" i="1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en-US" sz="2400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		</a:t>
            </a:r>
            <a:r>
              <a:rPr lang="en-US" altLang="en-US" sz="2400" dirty="0">
                <a:solidFill>
                  <a:schemeClr val="accent2"/>
                </a:solidFill>
                <a:latin typeface="Times New Roman" panose="02020603050405020304" pitchFamily="18" charset="0"/>
              </a:rPr>
              <a:t>	     </a:t>
            </a:r>
            <a:r>
              <a:rPr lang="en-US" altLang="en-US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endParaRPr lang="en-US" altLang="en-US" sz="2400" dirty="0">
              <a:solidFill>
                <a:schemeClr val="accent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return</a:t>
            </a: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400" b="1" i="1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 			      	</a:t>
            </a:r>
            <a:r>
              <a:rPr lang="en-US" altLang="en-US" sz="2400" dirty="0">
                <a:solidFill>
                  <a:schemeClr val="accent2"/>
                </a:solidFill>
                <a:latin typeface="Times New Roman" panose="02020603050405020304" pitchFamily="18" charset="0"/>
              </a:rPr>
              <a:t>	     </a:t>
            </a: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                                                               T</a:t>
            </a: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en-US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) </a:t>
            </a:r>
            <a:r>
              <a:rPr lang="en-US" altLang="en-US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= O</a:t>
            </a: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en-US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sz="2400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Footer Placeholder 5">
            <a:extLst>
              <a:ext uri="{FF2B5EF4-FFF2-40B4-BE49-F238E27FC236}">
                <a16:creationId xmlns:a16="http://schemas.microsoft.com/office/drawing/2014/main" id="{F32596E5-A649-A651-76EB-DBF52ACAB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[Lect01] Analysis of Algorithms</a:t>
            </a:r>
          </a:p>
        </p:txBody>
      </p:sp>
      <p:sp>
        <p:nvSpPr>
          <p:cNvPr id="40963" name="Slide Number Placeholder 6">
            <a:extLst>
              <a:ext uri="{FF2B5EF4-FFF2-40B4-BE49-F238E27FC236}">
                <a16:creationId xmlns:a16="http://schemas.microsoft.com/office/drawing/2014/main" id="{35661B59-0F12-B371-2F65-65508E19F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F103560-76C6-4C01-920A-5C3D102DB518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en-US" altLang="en-US" sz="1400"/>
          </a:p>
        </p:txBody>
      </p:sp>
      <p:sp>
        <p:nvSpPr>
          <p:cNvPr id="40964" name="Rectangle 2">
            <a:extLst>
              <a:ext uri="{FF2B5EF4-FFF2-40B4-BE49-F238E27FC236}">
                <a16:creationId xmlns:a16="http://schemas.microsoft.com/office/drawing/2014/main" id="{F21758AF-B8CA-B19E-FA5C-C35D29F90E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Arithmetic Progression</a:t>
            </a:r>
          </a:p>
        </p:txBody>
      </p:sp>
      <p:sp>
        <p:nvSpPr>
          <p:cNvPr id="40965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4CC9090F-7C3B-AACB-4323-EA798F457F7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762000" y="1905000"/>
            <a:ext cx="3886200" cy="3962400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The sum of the first </a:t>
            </a:r>
            <a:r>
              <a:rPr lang="en-US" altLang="en-US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sz="2400" dirty="0"/>
              <a:t> integers </a:t>
            </a: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(1 </a:t>
            </a:r>
            <a:r>
              <a:rPr lang="en-US" altLang="en-US" sz="2400" dirty="0">
                <a:latin typeface="Symbol" panose="05050102010706020507" pitchFamily="18" charset="2"/>
                <a:sym typeface="Symbol" panose="05050102010706020507" pitchFamily="18" charset="2"/>
              </a:rPr>
              <a:t>+ </a:t>
            </a: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2 </a:t>
            </a:r>
            <a:r>
              <a:rPr lang="en-US" altLang="en-US" sz="2400" dirty="0">
                <a:latin typeface="Symbol" panose="05050102010706020507" pitchFamily="18" charset="2"/>
                <a:sym typeface="Symbol" panose="05050102010706020507" pitchFamily="18" charset="2"/>
              </a:rPr>
              <a:t>+ </a:t>
            </a: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…</a:t>
            </a:r>
            <a:r>
              <a:rPr lang="en-US" altLang="en-US" sz="2400" dirty="0">
                <a:latin typeface="Symbol" panose="05050102010706020507" pitchFamily="18" charset="2"/>
                <a:sym typeface="Symbol" panose="05050102010706020507" pitchFamily="18" charset="2"/>
              </a:rPr>
              <a:t>+ </a:t>
            </a:r>
            <a:r>
              <a:rPr lang="en-US" altLang="en-US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) </a:t>
            </a:r>
            <a:r>
              <a:rPr lang="en-US" altLang="en-US" sz="2400" dirty="0"/>
              <a:t>is </a:t>
            </a:r>
            <a:r>
              <a:rPr lang="en-US" altLang="en-US" sz="2400" b="1" i="1" dirty="0">
                <a:latin typeface="Times New Roman" panose="02020603050405020304" pitchFamily="18" charset="0"/>
              </a:rPr>
              <a:t>n</a:t>
            </a: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en-US" sz="2400" b="1" i="1" dirty="0">
                <a:latin typeface="Times New Roman" panose="02020603050405020304" pitchFamily="18" charset="0"/>
              </a:rPr>
              <a:t>n</a:t>
            </a: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400" dirty="0">
                <a:latin typeface="Symbol" panose="05050102010706020507" pitchFamily="18" charset="2"/>
                <a:sym typeface="Symbol" panose="05050102010706020507" pitchFamily="18" charset="2"/>
              </a:rPr>
              <a:t>+ </a:t>
            </a: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1) </a:t>
            </a:r>
            <a:r>
              <a:rPr lang="en-US" altLang="en-US" sz="2400" b="1" dirty="0">
                <a:latin typeface="Symbol" panose="05050102010706020507" pitchFamily="18" charset="2"/>
                <a:sym typeface="Symbol" panose="05050102010706020507" pitchFamily="18" charset="2"/>
              </a:rPr>
              <a:t>/ </a:t>
            </a: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</a:p>
          <a:p>
            <a:pPr lvl="1" eaLnBrk="1" hangingPunct="1"/>
            <a:r>
              <a:rPr lang="en-US" altLang="en-US" sz="2000" dirty="0">
                <a:sym typeface="Symbol" panose="05050102010706020507" pitchFamily="18" charset="2"/>
              </a:rPr>
              <a:t>There is a simple visual proof of this fact</a:t>
            </a:r>
          </a:p>
          <a:p>
            <a:pPr eaLnBrk="1" hangingPunct="1"/>
            <a:r>
              <a:rPr lang="en-US" altLang="en-US" sz="2400" dirty="0"/>
              <a:t>Thus, algorithm </a:t>
            </a:r>
            <a:r>
              <a:rPr lang="en-US" altLang="en-US" sz="2400" b="1" i="1" dirty="0">
                <a:latin typeface="Times New Roman" panose="02020603050405020304" pitchFamily="18" charset="0"/>
              </a:rPr>
              <a:t>prefixSum1 </a:t>
            </a:r>
            <a:r>
              <a:rPr lang="en-US" altLang="en-US" sz="2400" dirty="0"/>
              <a:t>runs in </a:t>
            </a:r>
            <a:r>
              <a:rPr lang="en-US" altLang="en-US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O</a:t>
            </a: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en-US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sz="2400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) </a:t>
            </a:r>
            <a:r>
              <a:rPr lang="en-US" altLang="en-US" sz="2400" dirty="0"/>
              <a:t>time</a:t>
            </a:r>
          </a:p>
        </p:txBody>
      </p:sp>
      <p:graphicFrame>
        <p:nvGraphicFramePr>
          <p:cNvPr id="40966" name="Object 6">
            <a:extLst>
              <a:ext uri="{FF2B5EF4-FFF2-40B4-BE49-F238E27FC236}">
                <a16:creationId xmlns:a16="http://schemas.microsoft.com/office/drawing/2014/main" id="{9010A425-0EF0-40CC-64FA-BD0A572A6A5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76800" y="1514475"/>
          <a:ext cx="3981450" cy="456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3" imgW="3977748" imgH="4564396" progId="MSGraph.Chart.8">
                  <p:embed followColorScheme="full"/>
                </p:oleObj>
              </mc:Choice>
              <mc:Fallback>
                <p:oleObj name="Chart" r:id="rId3" imgW="3977748" imgH="4564396" progId="MSGraph.Chart.8">
                  <p:embed followColorScheme="full"/>
                  <p:pic>
                    <p:nvPicPr>
                      <p:cNvPr id="40966" name="Object 6">
                        <a:extLst>
                          <a:ext uri="{FF2B5EF4-FFF2-40B4-BE49-F238E27FC236}">
                            <a16:creationId xmlns:a16="http://schemas.microsoft.com/office/drawing/2014/main" id="{9010A425-0EF0-40CC-64FA-BD0A572A6A5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1514475"/>
                        <a:ext cx="3981450" cy="4562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Footer Placeholder 2">
            <a:extLst>
              <a:ext uri="{FF2B5EF4-FFF2-40B4-BE49-F238E27FC236}">
                <a16:creationId xmlns:a16="http://schemas.microsoft.com/office/drawing/2014/main" id="{03A8DC33-1A40-B1C0-ED8C-5F5EA62E2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[Lect01] Analysis of Algorithms</a:t>
            </a:r>
          </a:p>
        </p:txBody>
      </p:sp>
      <p:sp>
        <p:nvSpPr>
          <p:cNvPr id="41987" name="Slide Number Placeholder 3">
            <a:extLst>
              <a:ext uri="{FF2B5EF4-FFF2-40B4-BE49-F238E27FC236}">
                <a16:creationId xmlns:a16="http://schemas.microsoft.com/office/drawing/2014/main" id="{2A127B1D-5182-B1E1-80AD-E008C581B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C9BDFB9-B592-42DB-9E9F-F09A34D7F56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lang="en-US" altLang="en-US" sz="1400"/>
          </a:p>
        </p:txBody>
      </p:sp>
      <p:sp>
        <p:nvSpPr>
          <p:cNvPr id="41988" name="Rectangle 2">
            <a:extLst>
              <a:ext uri="{FF2B5EF4-FFF2-40B4-BE49-F238E27FC236}">
                <a16:creationId xmlns:a16="http://schemas.microsoft.com/office/drawing/2014/main" id="{4ACCF8A3-264D-FB48-36D5-2F0A844DC9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400" dirty="0">
                <a:solidFill>
                  <a:schemeClr val="tx2"/>
                </a:solidFill>
              </a:rPr>
              <a:t>PrefixSum2 (Linear)</a:t>
            </a:r>
          </a:p>
        </p:txBody>
      </p:sp>
      <p:sp>
        <p:nvSpPr>
          <p:cNvPr id="41989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CFF0D6B3-2D18-BA7D-F565-2E6C083BF0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600200"/>
            <a:ext cx="78486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The following algorithm computes prefix sums in </a:t>
            </a:r>
            <a:r>
              <a:rPr lang="en-US" altLang="en-US" sz="2400" u="sng" dirty="0"/>
              <a:t>linear time </a:t>
            </a:r>
            <a:r>
              <a:rPr lang="en-US" altLang="en-US" sz="2400" i="1" u="sng" dirty="0"/>
              <a:t>n</a:t>
            </a:r>
            <a:r>
              <a:rPr lang="en-US" altLang="en-US" sz="2400" dirty="0"/>
              <a:t>  by using the previous sum</a:t>
            </a:r>
            <a:endParaRPr lang="en-US" altLang="en-US" sz="2400" b="1" i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41990" name="Rectangle 4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D2B5590F-A69D-39CE-E342-38F267EE9F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2514600"/>
            <a:ext cx="7543800" cy="3810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 sz="2400" dirty="0">
                <a:latin typeface="Times New Roman" panose="02020603050405020304" pitchFamily="18" charset="0"/>
              </a:rPr>
              <a:t> </a:t>
            </a:r>
            <a:r>
              <a:rPr lang="en-US" altLang="en-US" sz="24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prefixSums2 </a:t>
            </a:r>
            <a:r>
              <a:rPr lang="en-US" altLang="en-US" sz="2400" dirty="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24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X, n</a:t>
            </a:r>
            <a:r>
              <a:rPr lang="en-US" altLang="en-US" sz="2400" dirty="0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Input</a:t>
            </a:r>
            <a:r>
              <a:rPr lang="en-US" altLang="en-US" sz="2400" dirty="0">
                <a:latin typeface="Times New Roman" panose="02020603050405020304" pitchFamily="18" charset="0"/>
              </a:rPr>
              <a:t> </a:t>
            </a:r>
            <a:r>
              <a:rPr lang="en-US" altLang="en-US" sz="2400" dirty="0">
                <a:solidFill>
                  <a:schemeClr val="accent2"/>
                </a:solidFill>
                <a:latin typeface="Times New Roman" panose="02020603050405020304" pitchFamily="18" charset="0"/>
              </a:rPr>
              <a:t>array </a:t>
            </a:r>
            <a:r>
              <a:rPr lang="en-US" altLang="en-US" sz="24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X</a:t>
            </a:r>
            <a:r>
              <a:rPr lang="en-US" altLang="en-US" sz="2400" dirty="0">
                <a:solidFill>
                  <a:schemeClr val="accent2"/>
                </a:solidFill>
                <a:latin typeface="Times New Roman" panose="02020603050405020304" pitchFamily="18" charset="0"/>
              </a:rPr>
              <a:t> of </a:t>
            </a:r>
            <a:r>
              <a:rPr lang="en-US" altLang="en-US" sz="24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sz="2400" dirty="0">
                <a:solidFill>
                  <a:schemeClr val="accent2"/>
                </a:solidFill>
                <a:latin typeface="Times New Roman" panose="02020603050405020304" pitchFamily="18" charset="0"/>
              </a:rPr>
              <a:t> integers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Output</a:t>
            </a:r>
            <a:r>
              <a:rPr lang="en-US" altLang="en-US" sz="2400" dirty="0">
                <a:latin typeface="Times New Roman" panose="02020603050405020304" pitchFamily="18" charset="0"/>
              </a:rPr>
              <a:t> </a:t>
            </a:r>
            <a:r>
              <a:rPr lang="en-US" altLang="en-US" sz="2400" dirty="0">
                <a:solidFill>
                  <a:schemeClr val="accent2"/>
                </a:solidFill>
                <a:latin typeface="Times New Roman" panose="02020603050405020304" pitchFamily="18" charset="0"/>
              </a:rPr>
              <a:t>array </a:t>
            </a:r>
            <a:r>
              <a:rPr lang="en-US" altLang="en-US" sz="24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A</a:t>
            </a:r>
            <a:r>
              <a:rPr lang="en-US" altLang="en-US" sz="2400" dirty="0">
                <a:solidFill>
                  <a:schemeClr val="accent2"/>
                </a:solidFill>
                <a:latin typeface="Times New Roman" panose="02020603050405020304" pitchFamily="18" charset="0"/>
              </a:rPr>
              <a:t> of prefix averages of </a:t>
            </a:r>
            <a:r>
              <a:rPr lang="en-US" altLang="en-US" sz="2400" b="1" i="1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	    </a:t>
            </a:r>
            <a:r>
              <a:rPr lang="en-US" altLang="en-US" sz="2000" dirty="0">
                <a:sym typeface="Symbol" panose="05050102010706020507" pitchFamily="18" charset="2"/>
              </a:rPr>
              <a:t>#operations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</a:t>
            </a:r>
            <a:r>
              <a:rPr lang="en-US" altLang="en-US" sz="24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A</a:t>
            </a:r>
            <a:r>
              <a:rPr lang="en-US" altLang="en-US" sz="2400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4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 </a:t>
            </a:r>
            <a:r>
              <a:rPr lang="en-US" altLang="en-US" sz="2400" dirty="0">
                <a:solidFill>
                  <a:schemeClr val="accent2"/>
                </a:solidFill>
                <a:latin typeface="Times New Roman" panose="02020603050405020304" pitchFamily="18" charset="0"/>
              </a:rPr>
              <a:t>new array of </a:t>
            </a:r>
            <a:r>
              <a:rPr lang="en-US" altLang="en-US" sz="24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sz="2400" dirty="0">
                <a:solidFill>
                  <a:schemeClr val="accent2"/>
                </a:solidFill>
                <a:latin typeface="Times New Roman" panose="02020603050405020304" pitchFamily="18" charset="0"/>
              </a:rPr>
              <a:t> integers			1</a:t>
            </a:r>
            <a:endParaRPr lang="en-US" altLang="en-US" sz="2400" b="1" i="1" dirty="0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	</a:t>
            </a:r>
            <a:r>
              <a:rPr lang="en-US" altLang="en-US" sz="2400" b="1" i="1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en-US" sz="2400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4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en-US" sz="2400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0 						</a:t>
            </a: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endParaRPr lang="en-US" altLang="en-US" sz="2400" dirty="0">
              <a:solidFill>
                <a:schemeClr val="accent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</a:rPr>
              <a:t>	</a:t>
            </a: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2400" dirty="0">
                <a:latin typeface="Times New Roman" panose="02020603050405020304" pitchFamily="18" charset="0"/>
              </a:rPr>
              <a:t> </a:t>
            </a:r>
            <a:r>
              <a:rPr lang="en-US" altLang="en-US" sz="2400" b="1" i="1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sz="2400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4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en-US" sz="2400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400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to</a:t>
            </a: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400" b="1" i="1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sz="2400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400" dirty="0">
                <a:solidFill>
                  <a:schemeClr val="accent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</a:t>
            </a:r>
            <a:r>
              <a:rPr lang="en-US" altLang="en-US" sz="2400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1</a:t>
            </a: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do				</a:t>
            </a:r>
            <a:r>
              <a:rPr lang="en-US" altLang="en-US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		</a:t>
            </a:r>
            <a:r>
              <a:rPr lang="en-US" altLang="en-US" sz="2400" b="1" i="1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en-US" sz="2400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4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en-US" sz="2400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400" b="1" i="1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en-US" sz="2400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400" dirty="0">
                <a:solidFill>
                  <a:schemeClr val="accent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+</a:t>
            </a:r>
            <a:r>
              <a:rPr lang="en-US" altLang="en-US" sz="2400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400" b="1" i="1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[</a:t>
            </a:r>
            <a:r>
              <a:rPr lang="en-US" altLang="en-US" sz="2400" b="1" i="1" dirty="0" err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en-US" sz="2400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]		</a:t>
            </a: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			</a:t>
            </a:r>
            <a:r>
              <a:rPr lang="en-US" altLang="en-US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endParaRPr lang="en-US" altLang="en-US" sz="2400" dirty="0">
              <a:solidFill>
                <a:schemeClr val="accent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		</a:t>
            </a:r>
            <a:r>
              <a:rPr lang="en-US" altLang="en-US" sz="2400" b="1" i="1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[</a:t>
            </a:r>
            <a:r>
              <a:rPr lang="en-US" altLang="en-US" sz="2400" b="1" i="1" dirty="0" err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en-US" sz="2400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]</a:t>
            </a:r>
            <a:r>
              <a:rPr lang="en-US" altLang="en-US" sz="2400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4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en-US" sz="2400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400" b="1" i="1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en-US" sz="2400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					</a:t>
            </a:r>
            <a:r>
              <a:rPr lang="en-US" altLang="en-US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endParaRPr lang="en-US" altLang="en-US" sz="2400" dirty="0">
              <a:solidFill>
                <a:schemeClr val="accent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return</a:t>
            </a: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400" b="1" i="1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 			      			</a:t>
            </a: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                                                                      T</a:t>
            </a: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en-US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) </a:t>
            </a:r>
            <a:r>
              <a:rPr lang="en-US" altLang="en-US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= O</a:t>
            </a: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en-US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Footer Placeholder 4">
            <a:extLst>
              <a:ext uri="{FF2B5EF4-FFF2-40B4-BE49-F238E27FC236}">
                <a16:creationId xmlns:a16="http://schemas.microsoft.com/office/drawing/2014/main" id="{082C2408-51B0-5C4B-89E4-D0872CEDA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[Lect01] Analysis of Algorithms</a:t>
            </a:r>
          </a:p>
        </p:txBody>
      </p:sp>
      <p:sp>
        <p:nvSpPr>
          <p:cNvPr id="43011" name="Slide Number Placeholder 5">
            <a:extLst>
              <a:ext uri="{FF2B5EF4-FFF2-40B4-BE49-F238E27FC236}">
                <a16:creationId xmlns:a16="http://schemas.microsoft.com/office/drawing/2014/main" id="{AE13F3CE-8DD8-BF95-F451-1119B1360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417154F-7911-43EA-9547-9A996B8DA781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lang="en-US" altLang="en-US" sz="1400"/>
          </a:p>
        </p:txBody>
      </p:sp>
      <p:sp>
        <p:nvSpPr>
          <p:cNvPr id="43012" name="Rectangle 2">
            <a:extLst>
              <a:ext uri="{FF2B5EF4-FFF2-40B4-BE49-F238E27FC236}">
                <a16:creationId xmlns:a16="http://schemas.microsoft.com/office/drawing/2014/main" id="{1C6891B9-DF17-541E-449E-F1AD6E0935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6553200" cy="1295400"/>
          </a:xfrm>
        </p:spPr>
        <p:txBody>
          <a:bodyPr/>
          <a:lstStyle/>
          <a:p>
            <a:pPr eaLnBrk="1" hangingPunct="1"/>
            <a:r>
              <a:rPr lang="en-US" altLang="en-US"/>
              <a:t>Intuition for Asymptotic Notation</a:t>
            </a:r>
          </a:p>
        </p:txBody>
      </p:sp>
      <p:sp>
        <p:nvSpPr>
          <p:cNvPr id="43013" name="Rectangle 4">
            <a:extLst>
              <a:ext uri="{FF2B5EF4-FFF2-40B4-BE49-F238E27FC236}">
                <a16:creationId xmlns:a16="http://schemas.microsoft.com/office/drawing/2014/main" id="{6790D605-0C0A-7CBE-073A-5F30F14937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2133600"/>
            <a:ext cx="8915400" cy="381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000" b="1"/>
              <a:t>	</a:t>
            </a:r>
            <a:r>
              <a:rPr lang="en-US" altLang="en-US" sz="2000" b="1">
                <a:solidFill>
                  <a:schemeClr val="tx2"/>
                </a:solidFill>
              </a:rPr>
              <a:t>Big-Oh</a:t>
            </a:r>
            <a:endParaRPr lang="en-US" altLang="en-US" sz="2000" b="1"/>
          </a:p>
          <a:p>
            <a:pPr lvl="1" eaLnBrk="1" hangingPunct="1"/>
            <a:r>
              <a:rPr lang="en-US" altLang="en-US" sz="2000"/>
              <a:t>f(n) is </a:t>
            </a:r>
            <a:r>
              <a:rPr lang="en-US" altLang="en-US" sz="2000">
                <a:sym typeface="Symbol" panose="05050102010706020507" pitchFamily="18" charset="2"/>
              </a:rPr>
              <a:t>O(g(n)) if f(n) is asymptotically </a:t>
            </a:r>
            <a:r>
              <a:rPr lang="en-US" altLang="en-US" sz="2000" b="1">
                <a:sym typeface="Symbol" panose="05050102010706020507" pitchFamily="18" charset="2"/>
              </a:rPr>
              <a:t>less than or equal</a:t>
            </a:r>
            <a:r>
              <a:rPr lang="en-US" altLang="en-US" sz="2000">
                <a:sym typeface="Symbol" panose="05050102010706020507" pitchFamily="18" charset="2"/>
              </a:rPr>
              <a:t> to g(n)</a:t>
            </a:r>
            <a:endParaRPr lang="en-US" altLang="en-US" sz="1800" b="1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000" b="1"/>
              <a:t>	</a:t>
            </a:r>
            <a:r>
              <a:rPr lang="en-US" altLang="en-US" sz="2000" b="1">
                <a:solidFill>
                  <a:schemeClr val="tx2"/>
                </a:solidFill>
              </a:rPr>
              <a:t>big-Omega</a:t>
            </a:r>
            <a:endParaRPr lang="en-US" altLang="en-US" sz="2000" b="1"/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f(n) is </a:t>
            </a:r>
            <a:r>
              <a:rPr lang="en-US" altLang="en-US" sz="2000">
                <a:sym typeface="Symbol" panose="05050102010706020507" pitchFamily="18" charset="2"/>
              </a:rPr>
              <a:t>(g(n)) if f(n) is asymptotically </a:t>
            </a:r>
            <a:r>
              <a:rPr lang="en-US" altLang="en-US" sz="2000" b="1">
                <a:sym typeface="Symbol" panose="05050102010706020507" pitchFamily="18" charset="2"/>
              </a:rPr>
              <a:t>greater than or equal</a:t>
            </a:r>
            <a:r>
              <a:rPr lang="en-US" altLang="en-US" sz="2000">
                <a:sym typeface="Symbol" panose="05050102010706020507" pitchFamily="18" charset="2"/>
              </a:rPr>
              <a:t> to g(n)</a:t>
            </a:r>
            <a:endParaRPr lang="en-US" altLang="en-US" sz="2000" baseline="-25000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b="1"/>
              <a:t>	</a:t>
            </a:r>
            <a:r>
              <a:rPr lang="en-US" altLang="en-US" sz="2000" b="1">
                <a:solidFill>
                  <a:schemeClr val="tx2"/>
                </a:solidFill>
              </a:rPr>
              <a:t>big-Theta</a:t>
            </a:r>
            <a:endParaRPr lang="en-US" altLang="en-US" sz="2000" b="1"/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f(n) is </a:t>
            </a:r>
            <a:r>
              <a:rPr lang="en-US" altLang="en-US" sz="2000">
                <a:sym typeface="Symbol" panose="05050102010706020507" pitchFamily="18" charset="2"/>
              </a:rPr>
              <a:t>(g(n)) if f(n) is asymptotically </a:t>
            </a:r>
            <a:r>
              <a:rPr lang="en-US" altLang="en-US" sz="2000" b="1">
                <a:sym typeface="Symbol" panose="05050102010706020507" pitchFamily="18" charset="2"/>
              </a:rPr>
              <a:t>equal</a:t>
            </a:r>
            <a:r>
              <a:rPr lang="en-US" altLang="en-US" sz="2000">
                <a:sym typeface="Symbol" panose="05050102010706020507" pitchFamily="18" charset="2"/>
              </a:rPr>
              <a:t> to g(n)</a:t>
            </a:r>
            <a:endParaRPr lang="en-US" altLang="en-US" sz="200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b="1"/>
              <a:t>	</a:t>
            </a:r>
            <a:r>
              <a:rPr lang="en-US" altLang="en-US" sz="2000" b="1">
                <a:solidFill>
                  <a:schemeClr val="tx2"/>
                </a:solidFill>
              </a:rPr>
              <a:t>little-oh</a:t>
            </a:r>
            <a:endParaRPr lang="en-US" altLang="en-US" sz="2000"/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f(n) is </a:t>
            </a:r>
            <a:r>
              <a:rPr lang="en-US" altLang="en-US" sz="2000">
                <a:sym typeface="Symbol" panose="05050102010706020507" pitchFamily="18" charset="2"/>
              </a:rPr>
              <a:t>o(g(n)) if f(n) is asymptotically </a:t>
            </a:r>
            <a:r>
              <a:rPr lang="en-US" altLang="en-US" sz="2000" b="1">
                <a:sym typeface="Symbol" panose="05050102010706020507" pitchFamily="18" charset="2"/>
              </a:rPr>
              <a:t>strictly less</a:t>
            </a:r>
            <a:r>
              <a:rPr lang="en-US" altLang="en-US" sz="2000">
                <a:sym typeface="Symbol" panose="05050102010706020507" pitchFamily="18" charset="2"/>
              </a:rPr>
              <a:t> than g(n)</a:t>
            </a:r>
            <a:endParaRPr lang="en-US" altLang="en-US" sz="2000" baseline="-25000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b="1"/>
              <a:t>	</a:t>
            </a:r>
            <a:r>
              <a:rPr lang="en-US" altLang="en-US" sz="2000" b="1">
                <a:solidFill>
                  <a:schemeClr val="tx2"/>
                </a:solidFill>
              </a:rPr>
              <a:t>little-omega</a:t>
            </a:r>
            <a:endParaRPr lang="en-US" altLang="en-US" sz="2000"/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f(n) is </a:t>
            </a:r>
            <a:r>
              <a:rPr lang="en-US" altLang="en-US" sz="2000">
                <a:sym typeface="Symbol" panose="05050102010706020507" pitchFamily="18" charset="2"/>
              </a:rPr>
              <a:t>(g(n)) if is asymptotically </a:t>
            </a:r>
            <a:r>
              <a:rPr lang="en-US" altLang="en-US" sz="2000" b="1">
                <a:sym typeface="Symbol" panose="05050102010706020507" pitchFamily="18" charset="2"/>
              </a:rPr>
              <a:t>strictly greater</a:t>
            </a:r>
            <a:r>
              <a:rPr lang="en-US" altLang="en-US" sz="2000">
                <a:sym typeface="Symbol" panose="05050102010706020507" pitchFamily="18" charset="2"/>
              </a:rPr>
              <a:t> than g(n)</a:t>
            </a:r>
          </a:p>
        </p:txBody>
      </p:sp>
      <p:graphicFrame>
        <p:nvGraphicFramePr>
          <p:cNvPr id="43014" name="Object 6">
            <a:extLst>
              <a:ext uri="{FF2B5EF4-FFF2-40B4-BE49-F238E27FC236}">
                <a16:creationId xmlns:a16="http://schemas.microsoft.com/office/drawing/2014/main" id="{D5CAE364-CED3-63DD-7DA2-DD0526CF74E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05600" y="152400"/>
          <a:ext cx="1752600" cy="174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3" imgW="878738" imgH="876910" progId="MS_ClipArt_Gallery.2">
                  <p:embed/>
                </p:oleObj>
              </mc:Choice>
              <mc:Fallback>
                <p:oleObj name="Clip" r:id="rId3" imgW="878738" imgH="876910" progId="MS_ClipArt_Gallery.2">
                  <p:embed/>
                  <p:pic>
                    <p:nvPicPr>
                      <p:cNvPr id="43014" name="Object 6">
                        <a:extLst>
                          <a:ext uri="{FF2B5EF4-FFF2-40B4-BE49-F238E27FC236}">
                            <a16:creationId xmlns:a16="http://schemas.microsoft.com/office/drawing/2014/main" id="{D5CAE364-CED3-63DD-7DA2-DD0526CF74E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152400"/>
                        <a:ext cx="1752600" cy="174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Footer Placeholder 2">
            <a:extLst>
              <a:ext uri="{FF2B5EF4-FFF2-40B4-BE49-F238E27FC236}">
                <a16:creationId xmlns:a16="http://schemas.microsoft.com/office/drawing/2014/main" id="{3CEB23EA-8DD9-4F95-71FC-DDE1F9DDB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[Lect01] Analysis of Algorithms</a:t>
            </a:r>
          </a:p>
        </p:txBody>
      </p:sp>
      <p:sp>
        <p:nvSpPr>
          <p:cNvPr id="44035" name="Slide Number Placeholder 3">
            <a:extLst>
              <a:ext uri="{FF2B5EF4-FFF2-40B4-BE49-F238E27FC236}">
                <a16:creationId xmlns:a16="http://schemas.microsoft.com/office/drawing/2014/main" id="{AD52B10D-253E-5FB9-D7A5-1CF93A80F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071113B-6F09-478A-B09C-CE0F055BF8BD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lang="en-US" altLang="en-US" sz="1400"/>
          </a:p>
        </p:txBody>
      </p:sp>
      <p:sp>
        <p:nvSpPr>
          <p:cNvPr id="44036" name="Rectangle 2">
            <a:extLst>
              <a:ext uri="{FF2B5EF4-FFF2-40B4-BE49-F238E27FC236}">
                <a16:creationId xmlns:a16="http://schemas.microsoft.com/office/drawing/2014/main" id="{41E0D1B4-17D3-16F9-9E4F-54D2F0A2E2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28600"/>
            <a:ext cx="56388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400">
                <a:solidFill>
                  <a:schemeClr val="tx2"/>
                </a:solidFill>
              </a:rPr>
              <a:t>Example Uses of the Relatives of Big-Oh</a:t>
            </a:r>
          </a:p>
        </p:txBody>
      </p:sp>
      <p:sp>
        <p:nvSpPr>
          <p:cNvPr id="44037" name="Rectangle 6">
            <a:extLst>
              <a:ext uri="{FF2B5EF4-FFF2-40B4-BE49-F238E27FC236}">
                <a16:creationId xmlns:a16="http://schemas.microsoft.com/office/drawing/2014/main" id="{D3298733-BE4A-7017-131F-D1FE74D2E5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3819525"/>
            <a:ext cx="7924800" cy="371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285750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</a:pPr>
            <a:r>
              <a:rPr lang="en-US" altLang="en-US" sz="2000" b="1">
                <a:latin typeface="Times New Roman" panose="02020603050405020304" pitchFamily="18" charset="0"/>
              </a:rPr>
              <a:t>5n</a:t>
            </a:r>
            <a:r>
              <a:rPr lang="en-US" altLang="en-US" sz="2000" b="1" baseline="30000">
                <a:latin typeface="Times New Roman" panose="02020603050405020304" pitchFamily="18" charset="0"/>
              </a:rPr>
              <a:t>2</a:t>
            </a:r>
            <a:r>
              <a:rPr lang="en-US" altLang="en-US" sz="2000" b="1">
                <a:latin typeface="Times New Roman" panose="02020603050405020304" pitchFamily="18" charset="0"/>
              </a:rPr>
              <a:t> is </a:t>
            </a:r>
            <a:r>
              <a:rPr lang="en-US" altLang="en-US" sz="2000" b="1"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US" altLang="en-US" sz="2000" b="1">
                <a:latin typeface="Times New Roman" panose="02020603050405020304" pitchFamily="18" charset="0"/>
              </a:rPr>
              <a:t>(n)</a:t>
            </a:r>
          </a:p>
        </p:txBody>
      </p:sp>
      <p:sp>
        <p:nvSpPr>
          <p:cNvPr id="44038" name="Rectangle 8">
            <a:extLst>
              <a:ext uri="{FF2B5EF4-FFF2-40B4-BE49-F238E27FC236}">
                <a16:creationId xmlns:a16="http://schemas.microsoft.com/office/drawing/2014/main" id="{60F1A16B-6F67-1327-F871-A66E18B628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3114675"/>
            <a:ext cx="79248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285750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</a:pPr>
            <a:r>
              <a:rPr lang="en-US" altLang="en-US" sz="2000" b="1">
                <a:latin typeface="Times New Roman" panose="02020603050405020304" pitchFamily="18" charset="0"/>
              </a:rPr>
              <a:t>5n</a:t>
            </a:r>
            <a:r>
              <a:rPr lang="en-US" altLang="en-US" sz="2000" b="1" baseline="30000">
                <a:latin typeface="Times New Roman" panose="02020603050405020304" pitchFamily="18" charset="0"/>
              </a:rPr>
              <a:t>2</a:t>
            </a:r>
            <a:r>
              <a:rPr lang="en-US" altLang="en-US" sz="2000" b="1">
                <a:latin typeface="Times New Roman" panose="02020603050405020304" pitchFamily="18" charset="0"/>
              </a:rPr>
              <a:t> is </a:t>
            </a:r>
            <a:r>
              <a:rPr lang="en-US" altLang="en-US" sz="2000" b="1">
                <a:latin typeface="Times New Roman" panose="02020603050405020304" pitchFamily="18" charset="0"/>
                <a:sym typeface="Symbol" panose="05050102010706020507" pitchFamily="18" charset="2"/>
              </a:rPr>
              <a:t></a:t>
            </a:r>
            <a:r>
              <a:rPr lang="en-US" altLang="en-US" sz="2000" b="1">
                <a:latin typeface="Times New Roman" panose="02020603050405020304" pitchFamily="18" charset="0"/>
              </a:rPr>
              <a:t>(n)</a:t>
            </a:r>
          </a:p>
        </p:txBody>
      </p:sp>
      <p:sp>
        <p:nvSpPr>
          <p:cNvPr id="44039" name="Rectangle 10">
            <a:extLst>
              <a:ext uri="{FF2B5EF4-FFF2-40B4-BE49-F238E27FC236}">
                <a16:creationId xmlns:a16="http://schemas.microsoft.com/office/drawing/2014/main" id="{C4F25F5C-4242-6CBA-7D9A-6D01B6460A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2438400"/>
            <a:ext cx="79248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285750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</a:pPr>
            <a:r>
              <a:rPr lang="en-US" altLang="en-US" sz="2000" b="1">
                <a:latin typeface="Times New Roman" panose="02020603050405020304" pitchFamily="18" charset="0"/>
              </a:rPr>
              <a:t>5n</a:t>
            </a:r>
            <a:r>
              <a:rPr lang="en-US" altLang="en-US" sz="2000" b="1" baseline="30000">
                <a:latin typeface="Times New Roman" panose="02020603050405020304" pitchFamily="18" charset="0"/>
              </a:rPr>
              <a:t>2</a:t>
            </a:r>
            <a:r>
              <a:rPr lang="en-US" altLang="en-US" sz="2000" b="1">
                <a:latin typeface="Times New Roman" panose="02020603050405020304" pitchFamily="18" charset="0"/>
              </a:rPr>
              <a:t> is </a:t>
            </a:r>
            <a:r>
              <a:rPr lang="en-US" altLang="en-US" sz="2000" b="1">
                <a:latin typeface="Times New Roman" panose="02020603050405020304" pitchFamily="18" charset="0"/>
                <a:sym typeface="Symbol" panose="05050102010706020507" pitchFamily="18" charset="2"/>
              </a:rPr>
              <a:t></a:t>
            </a:r>
            <a:r>
              <a:rPr lang="en-US" altLang="en-US" sz="2000" b="1">
                <a:latin typeface="Times New Roman" panose="02020603050405020304" pitchFamily="18" charset="0"/>
              </a:rPr>
              <a:t>(n</a:t>
            </a:r>
            <a:r>
              <a:rPr lang="en-US" altLang="en-US" sz="2000" b="1" baseline="30000">
                <a:latin typeface="Times New Roman" panose="02020603050405020304" pitchFamily="18" charset="0"/>
              </a:rPr>
              <a:t>2</a:t>
            </a:r>
            <a:r>
              <a:rPr lang="en-US" altLang="en-US" sz="2000" b="1">
                <a:latin typeface="Times New Roman" panose="02020603050405020304" pitchFamily="18" charset="0"/>
              </a:rPr>
              <a:t>)</a:t>
            </a:r>
          </a:p>
        </p:txBody>
      </p:sp>
      <p:graphicFrame>
        <p:nvGraphicFramePr>
          <p:cNvPr id="44040" name="Object 11">
            <a:extLst>
              <a:ext uri="{FF2B5EF4-FFF2-40B4-BE49-F238E27FC236}">
                <a16:creationId xmlns:a16="http://schemas.microsoft.com/office/drawing/2014/main" id="{51FEA77E-AD0C-F8FE-9D27-8C93B7395AF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81800" y="381000"/>
          <a:ext cx="1466850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4" imgW="790956" imgH="904342" progId="MS_ClipArt_Gallery.2">
                  <p:embed/>
                </p:oleObj>
              </mc:Choice>
              <mc:Fallback>
                <p:oleObj name="Clip" r:id="rId4" imgW="790956" imgH="904342" progId="MS_ClipArt_Gallery.2">
                  <p:embed/>
                  <p:pic>
                    <p:nvPicPr>
                      <p:cNvPr id="44040" name="Object 11">
                        <a:extLst>
                          <a:ext uri="{FF2B5EF4-FFF2-40B4-BE49-F238E27FC236}">
                            <a16:creationId xmlns:a16="http://schemas.microsoft.com/office/drawing/2014/main" id="{51FEA77E-AD0C-F8FE-9D27-8C93B7395AF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381000"/>
                        <a:ext cx="1466850" cy="167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Footer Placeholder 4">
            <a:extLst>
              <a:ext uri="{FF2B5EF4-FFF2-40B4-BE49-F238E27FC236}">
                <a16:creationId xmlns:a16="http://schemas.microsoft.com/office/drawing/2014/main" id="{C91512AC-E200-0D6C-0063-507C1DEC8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[Lect01] Analysis of Algorithms</a:t>
            </a:r>
          </a:p>
        </p:txBody>
      </p:sp>
      <p:sp>
        <p:nvSpPr>
          <p:cNvPr id="46083" name="Slide Number Placeholder 5">
            <a:extLst>
              <a:ext uri="{FF2B5EF4-FFF2-40B4-BE49-F238E27FC236}">
                <a16:creationId xmlns:a16="http://schemas.microsoft.com/office/drawing/2014/main" id="{8935C1BF-033F-F53A-3483-C9DF46AB1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E9BC1D3-9BA5-4725-AECF-40C1967D43FB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30</a:t>
            </a:fld>
            <a:endParaRPr lang="en-US" altLang="en-US" sz="1400"/>
          </a:p>
        </p:txBody>
      </p:sp>
      <p:sp>
        <p:nvSpPr>
          <p:cNvPr id="46084" name="Rectangle 2">
            <a:extLst>
              <a:ext uri="{FF2B5EF4-FFF2-40B4-BE49-F238E27FC236}">
                <a16:creationId xmlns:a16="http://schemas.microsoft.com/office/drawing/2014/main" id="{E12F0B06-63AC-FA88-AF93-257A1F263D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Time Complexity, </a:t>
            </a:r>
            <a:r>
              <a:rPr lang="en-US" altLang="en-US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46085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8EA9E563-7B22-3A6B-2A33-8EAB351437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600200"/>
            <a:ext cx="7848600" cy="4572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Time complexity, </a:t>
            </a:r>
            <a:r>
              <a:rPr lang="en-US" alt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en-US" sz="2800" dirty="0"/>
              <a:t>, refers to the use of </a:t>
            </a:r>
            <a:r>
              <a:rPr lang="en-US" altLang="en-US" sz="2800" u="sng" dirty="0"/>
              <a:t>asymptotic</a:t>
            </a:r>
            <a:r>
              <a:rPr lang="en-US" altLang="en-US" sz="2800" dirty="0"/>
              <a:t> notation (O, </a:t>
            </a:r>
            <a:r>
              <a:rPr lang="en-US" altLang="en-US" sz="2800" dirty="0">
                <a:sym typeface="Symbol" panose="05050102010706020507" pitchFamily="18" charset="2"/>
              </a:rPr>
              <a:t>, , o, </a:t>
            </a:r>
            <a:r>
              <a:rPr lang="en-US" altLang="en-US" sz="2800" dirty="0"/>
              <a:t>) in denoting running time</a:t>
            </a:r>
          </a:p>
          <a:p>
            <a:pPr eaLnBrk="1" hangingPunct="1">
              <a:lnSpc>
                <a:spcPct val="90000"/>
              </a:lnSpc>
            </a:pPr>
            <a:r>
              <a:rPr lang="en-MY" altLang="en-US" sz="2800" dirty="0"/>
              <a:t>If 2 algorithms accomplish the same task with </a:t>
            </a:r>
            <a:r>
              <a:rPr lang="en-MY" altLang="en-US" sz="2800" u="sng" dirty="0"/>
              <a:t>different time complexities</a:t>
            </a:r>
            <a:r>
              <a:rPr lang="en-MY" altLang="en-US" sz="2800" dirty="0"/>
              <a:t>:</a:t>
            </a:r>
          </a:p>
          <a:p>
            <a:pPr lvl="1" eaLnBrk="1" hangingPunct="1">
              <a:lnSpc>
                <a:spcPct val="90000"/>
              </a:lnSpc>
            </a:pPr>
            <a:r>
              <a:rPr lang="en-MY" altLang="en-US" sz="2400" dirty="0"/>
              <a:t>One is faster than another</a:t>
            </a:r>
          </a:p>
          <a:p>
            <a:pPr lvl="1" eaLnBrk="1" hangingPunct="1">
              <a:lnSpc>
                <a:spcPct val="90000"/>
              </a:lnSpc>
            </a:pPr>
            <a:r>
              <a:rPr lang="en-MY" altLang="en-US" sz="2400" dirty="0"/>
              <a:t>As input </a:t>
            </a:r>
            <a:r>
              <a:rPr lang="en-MY" altLang="en-US" sz="2400" i="1" dirty="0"/>
              <a:t>n </a:t>
            </a:r>
            <a:r>
              <a:rPr lang="en-MY" altLang="en-US" sz="2400" dirty="0"/>
              <a:t>increases further, the performance difference becomes more obvious</a:t>
            </a:r>
          </a:p>
          <a:p>
            <a:pPr eaLnBrk="1" hangingPunct="1">
              <a:lnSpc>
                <a:spcPct val="90000"/>
              </a:lnSpc>
            </a:pPr>
            <a:r>
              <a:rPr lang="en-MY" sz="2800" kern="0" dirty="0">
                <a:latin typeface="Tahoma" pitchFamily="18"/>
              </a:rPr>
              <a:t>Faster algorithm is generally preferred</a:t>
            </a:r>
          </a:p>
          <a:p>
            <a:pPr eaLnBrk="1" hangingPunct="1">
              <a:lnSpc>
                <a:spcPct val="90000"/>
              </a:lnSpc>
            </a:pPr>
            <a:endParaRPr lang="en-US" altLang="en-US" sz="2800" u="sng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Footer Placeholder 4">
            <a:extLst>
              <a:ext uri="{FF2B5EF4-FFF2-40B4-BE49-F238E27FC236}">
                <a16:creationId xmlns:a16="http://schemas.microsoft.com/office/drawing/2014/main" id="{6AC866DD-6A96-8088-4A9E-7E2044444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[Lect01] Analysis of Algorithms</a:t>
            </a:r>
          </a:p>
        </p:txBody>
      </p:sp>
      <p:sp>
        <p:nvSpPr>
          <p:cNvPr id="48131" name="Slide Number Placeholder 5">
            <a:extLst>
              <a:ext uri="{FF2B5EF4-FFF2-40B4-BE49-F238E27FC236}">
                <a16:creationId xmlns:a16="http://schemas.microsoft.com/office/drawing/2014/main" id="{6C9C8BE6-5432-68EC-A818-B115E19F3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4BA3168-852A-4C92-A27E-FEBE06A3D51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31</a:t>
            </a:fld>
            <a:endParaRPr lang="en-US" altLang="en-US" sz="1400"/>
          </a:p>
        </p:txBody>
      </p:sp>
      <p:sp>
        <p:nvSpPr>
          <p:cNvPr id="48132" name="Rectangle 2">
            <a:extLst>
              <a:ext uri="{FF2B5EF4-FFF2-40B4-BE49-F238E27FC236}">
                <a16:creationId xmlns:a16="http://schemas.microsoft.com/office/drawing/2014/main" id="{6A8FF956-A6B3-F6C0-FAEF-E62F14E84E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Time Complexity Comparison</a:t>
            </a:r>
          </a:p>
        </p:txBody>
      </p:sp>
      <p:sp>
        <p:nvSpPr>
          <p:cNvPr id="48133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F47AD85E-93D4-17E7-5B28-0DCAFEE9A3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600200"/>
            <a:ext cx="7848600" cy="45720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Clr>
                <a:srgbClr val="000000"/>
              </a:buClr>
            </a:pPr>
            <a:r>
              <a:rPr lang="en-MY" altLang="en-US" sz="2800" dirty="0"/>
              <a:t>A </a:t>
            </a:r>
            <a:r>
              <a:rPr lang="en-MY" altLang="en-US" sz="2800" u="sng" dirty="0"/>
              <a:t>fast algorithm</a:t>
            </a:r>
            <a:r>
              <a:rPr lang="en-MY" altLang="en-US" sz="2800" dirty="0"/>
              <a:t> has a </a:t>
            </a:r>
            <a:r>
              <a:rPr lang="en-MY" altLang="en-US" sz="2800" u="sng" dirty="0"/>
              <a:t>low time complexity</a:t>
            </a:r>
            <a:r>
              <a:rPr lang="en-MY" altLang="en-US" sz="2800" dirty="0"/>
              <a:t>, while a </a:t>
            </a:r>
            <a:r>
              <a:rPr lang="en-MY" altLang="en-US" sz="2800" u="sng" dirty="0"/>
              <a:t>slow algorithm</a:t>
            </a:r>
            <a:r>
              <a:rPr lang="en-MY" altLang="en-US" sz="2800" dirty="0"/>
              <a:t> has a </a:t>
            </a:r>
            <a:r>
              <a:rPr lang="en-MY" altLang="en-US" sz="2800" u="sng" dirty="0"/>
              <a:t>high time complexity</a:t>
            </a:r>
            <a:r>
              <a:rPr lang="en-MY" altLang="en-US" sz="2800" dirty="0"/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MY" altLang="en-US" sz="2800" dirty="0"/>
              <a:t>Ranking of </a:t>
            </a:r>
            <a:r>
              <a:rPr lang="en-MY" altLang="en-US" sz="2800" u="sng" dirty="0"/>
              <a:t>selected</a:t>
            </a:r>
            <a:r>
              <a:rPr lang="en-MY" altLang="en-US" sz="2800" dirty="0"/>
              <a:t> time complexities:</a:t>
            </a:r>
          </a:p>
          <a:p>
            <a:pPr lvl="1" eaLnBrk="1" hangingPunct="1">
              <a:lnSpc>
                <a:spcPct val="80000"/>
              </a:lnSpc>
              <a:buClr>
                <a:srgbClr val="000000"/>
              </a:buClr>
            </a:pPr>
            <a:r>
              <a:rPr lang="en-US" altLang="en-US" sz="2400" dirty="0">
                <a:solidFill>
                  <a:srgbClr val="000000"/>
                </a:solidFill>
              </a:rPr>
              <a:t>Constant </a:t>
            </a:r>
            <a:r>
              <a:rPr lang="en-US" altLang="en-US" sz="2400" dirty="0">
                <a:solidFill>
                  <a:srgbClr val="000000"/>
                </a:solidFill>
                <a:sym typeface="Symbol" panose="05050102010706020507" pitchFamily="18" charset="2"/>
              </a:rPr>
              <a:t> </a:t>
            </a:r>
            <a:r>
              <a:rPr lang="en-US" altLang="en-US" sz="2400" b="1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 </a:t>
            </a:r>
            <a:r>
              <a:rPr lang="en-US" altLang="en-US" sz="2400" dirty="0">
                <a:solidFill>
                  <a:srgbClr val="000000"/>
                </a:solidFill>
              </a:rPr>
              <a:t>(lowest </a:t>
            </a:r>
            <a:r>
              <a:rPr lang="en-US" altLang="en-US" sz="24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4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en-US" sz="2400" dirty="0">
                <a:solidFill>
                  <a:srgbClr val="000000"/>
                </a:solidFill>
              </a:rPr>
              <a:t>, fastest speed)</a:t>
            </a:r>
            <a:endParaRPr lang="en-US" altLang="en-US" sz="2400" b="1" dirty="0">
              <a:solidFill>
                <a:srgbClr val="000000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lvl="1" eaLnBrk="1" hangingPunct="1">
              <a:lnSpc>
                <a:spcPct val="80000"/>
              </a:lnSpc>
              <a:buClr>
                <a:srgbClr val="000000"/>
              </a:buClr>
            </a:pPr>
            <a:r>
              <a:rPr lang="en-US" altLang="en-US" sz="2400" dirty="0">
                <a:solidFill>
                  <a:srgbClr val="000000"/>
                </a:solidFill>
              </a:rPr>
              <a:t>Logarithmic </a:t>
            </a:r>
            <a:r>
              <a:rPr lang="en-US" altLang="en-US" sz="2400" dirty="0">
                <a:solidFill>
                  <a:srgbClr val="000000"/>
                </a:solidFill>
                <a:sym typeface="Symbol" panose="05050102010706020507" pitchFamily="18" charset="2"/>
              </a:rPr>
              <a:t> log </a:t>
            </a:r>
            <a:r>
              <a:rPr lang="en-US" altLang="en-US" sz="2400" b="1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endParaRPr lang="en-US" altLang="en-US" sz="2400" dirty="0">
              <a:solidFill>
                <a:srgbClr val="000000"/>
              </a:solidFill>
            </a:endParaRPr>
          </a:p>
          <a:p>
            <a:pPr lvl="1" eaLnBrk="1" hangingPunct="1">
              <a:lnSpc>
                <a:spcPct val="80000"/>
              </a:lnSpc>
              <a:buClr>
                <a:srgbClr val="000000"/>
              </a:buClr>
            </a:pPr>
            <a:r>
              <a:rPr lang="en-US" altLang="en-US" sz="2400" dirty="0">
                <a:solidFill>
                  <a:srgbClr val="000000"/>
                </a:solidFill>
              </a:rPr>
              <a:t>Linear </a:t>
            </a:r>
            <a:r>
              <a:rPr lang="en-US" altLang="en-US" sz="2400" dirty="0">
                <a:solidFill>
                  <a:srgbClr val="000000"/>
                </a:solidFill>
                <a:sym typeface="Symbol" panose="05050102010706020507" pitchFamily="18" charset="2"/>
              </a:rPr>
              <a:t> </a:t>
            </a:r>
            <a:r>
              <a:rPr lang="en-US" altLang="en-US" sz="2400" b="1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</a:p>
          <a:p>
            <a:pPr lvl="1" eaLnBrk="1" hangingPunct="1">
              <a:lnSpc>
                <a:spcPct val="80000"/>
              </a:lnSpc>
              <a:buClr>
                <a:srgbClr val="000000"/>
              </a:buClr>
            </a:pPr>
            <a:r>
              <a:rPr lang="en-US" altLang="en-US" sz="2400" dirty="0">
                <a:solidFill>
                  <a:srgbClr val="000000"/>
                </a:solidFill>
              </a:rPr>
              <a:t>N-Log-N </a:t>
            </a:r>
            <a:r>
              <a:rPr lang="en-US" altLang="en-US" sz="2400" dirty="0">
                <a:solidFill>
                  <a:srgbClr val="000000"/>
                </a:solidFill>
                <a:sym typeface="Symbol" panose="05050102010706020507" pitchFamily="18" charset="2"/>
              </a:rPr>
              <a:t> </a:t>
            </a:r>
            <a:r>
              <a:rPr lang="en-US" altLang="en-US" sz="2400" b="1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n </a:t>
            </a:r>
            <a:r>
              <a:rPr lang="en-US" altLang="en-US" sz="2400" dirty="0">
                <a:solidFill>
                  <a:srgbClr val="000000"/>
                </a:solidFill>
                <a:sym typeface="Symbol" panose="05050102010706020507" pitchFamily="18" charset="2"/>
              </a:rPr>
              <a:t>log </a:t>
            </a:r>
            <a:r>
              <a:rPr lang="en-US" altLang="en-US" sz="2400" b="1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</a:p>
          <a:p>
            <a:pPr lvl="1" eaLnBrk="1" hangingPunct="1">
              <a:lnSpc>
                <a:spcPct val="80000"/>
              </a:lnSpc>
              <a:buClr>
                <a:srgbClr val="000000"/>
              </a:buClr>
            </a:pPr>
            <a:r>
              <a:rPr lang="en-US" altLang="en-US" sz="2400" dirty="0">
                <a:solidFill>
                  <a:srgbClr val="000000"/>
                </a:solidFill>
              </a:rPr>
              <a:t>Quadratic </a:t>
            </a:r>
            <a:r>
              <a:rPr lang="en-US" altLang="en-US" sz="2400" dirty="0">
                <a:solidFill>
                  <a:srgbClr val="000000"/>
                </a:solidFill>
                <a:sym typeface="Symbol" panose="05050102010706020507" pitchFamily="18" charset="2"/>
              </a:rPr>
              <a:t> </a:t>
            </a:r>
            <a:r>
              <a:rPr lang="en-US" altLang="en-US" sz="2400" b="1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sz="2400" baseline="300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</a:p>
          <a:p>
            <a:pPr lvl="1" eaLnBrk="1" hangingPunct="1">
              <a:lnSpc>
                <a:spcPct val="80000"/>
              </a:lnSpc>
              <a:buClr>
                <a:srgbClr val="000000"/>
              </a:buClr>
            </a:pPr>
            <a:r>
              <a:rPr lang="en-US" altLang="en-US" sz="2400" dirty="0">
                <a:solidFill>
                  <a:srgbClr val="000000"/>
                </a:solidFill>
              </a:rPr>
              <a:t>Cubic </a:t>
            </a:r>
            <a:r>
              <a:rPr lang="en-US" altLang="en-US" sz="2400" dirty="0">
                <a:solidFill>
                  <a:srgbClr val="000000"/>
                </a:solidFill>
                <a:sym typeface="Symbol" panose="05050102010706020507" pitchFamily="18" charset="2"/>
              </a:rPr>
              <a:t> </a:t>
            </a:r>
            <a:r>
              <a:rPr lang="en-US" altLang="en-US" sz="2400" b="1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sz="2400" baseline="300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</a:p>
          <a:p>
            <a:pPr lvl="1" eaLnBrk="1" hangingPunct="1">
              <a:lnSpc>
                <a:spcPct val="80000"/>
              </a:lnSpc>
              <a:buClr>
                <a:srgbClr val="000000"/>
              </a:buClr>
            </a:pPr>
            <a:r>
              <a:rPr lang="en-US" altLang="en-US" sz="2400" dirty="0">
                <a:solidFill>
                  <a:srgbClr val="000000"/>
                </a:solidFill>
              </a:rPr>
              <a:t>Exponential </a:t>
            </a:r>
            <a:r>
              <a:rPr lang="en-US" altLang="en-US" sz="2400" dirty="0">
                <a:solidFill>
                  <a:srgbClr val="000000"/>
                </a:solidFill>
                <a:sym typeface="Symbol" panose="05050102010706020507" pitchFamily="18" charset="2"/>
              </a:rPr>
              <a:t> </a:t>
            </a: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en-US" sz="2400" i="1" baseline="300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n </a:t>
            </a:r>
            <a:r>
              <a:rPr lang="en-US" altLang="en-US" sz="2400" dirty="0">
                <a:solidFill>
                  <a:srgbClr val="000000"/>
                </a:solidFill>
              </a:rPr>
              <a:t>(highest </a:t>
            </a:r>
            <a:r>
              <a:rPr lang="en-US" altLang="en-US" sz="24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4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en-US" sz="2400" dirty="0">
                <a:solidFill>
                  <a:srgbClr val="000000"/>
                </a:solidFill>
              </a:rPr>
              <a:t>, slowest speed)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ueprint">
  <a:themeElements>
    <a:clrScheme name="Aspect">
      <a:dk1>
        <a:sysClr val="windowText" lastClr="C0C0C0"/>
      </a:dk1>
      <a:lt1>
        <a:sysClr val="window" lastClr="000000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Blueprint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Designs\Blueprint.pot</Template>
  <TotalTime>3860</TotalTime>
  <Words>2681</Words>
  <Application>Microsoft Office PowerPoint</Application>
  <PresentationFormat>On-screen Show (4:3)</PresentationFormat>
  <Paragraphs>351</Paragraphs>
  <Slides>31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31</vt:i4>
      </vt:variant>
    </vt:vector>
  </HeadingPairs>
  <TitlesOfParts>
    <vt:vector size="39" baseType="lpstr">
      <vt:lpstr>Consolas</vt:lpstr>
      <vt:lpstr>Symbol</vt:lpstr>
      <vt:lpstr>Tahoma</vt:lpstr>
      <vt:lpstr>Times New Roman</vt:lpstr>
      <vt:lpstr>Wingdings</vt:lpstr>
      <vt:lpstr>Blueprint</vt:lpstr>
      <vt:lpstr>Chart</vt:lpstr>
      <vt:lpstr>Clip</vt:lpstr>
      <vt:lpstr>Lecture 01 Analysis of Algorithms</vt:lpstr>
      <vt:lpstr>Running Time</vt:lpstr>
      <vt:lpstr>Best, Worst, and Average Cases</vt:lpstr>
      <vt:lpstr>Examples of Best, Worst, and Average Cases</vt:lpstr>
      <vt:lpstr>Worst Case</vt:lpstr>
      <vt:lpstr>Running Time Analysis</vt:lpstr>
      <vt:lpstr>Experimental Studies</vt:lpstr>
      <vt:lpstr>Limitations of Experiments</vt:lpstr>
      <vt:lpstr>Theoretical Analysis</vt:lpstr>
      <vt:lpstr>Pseudocode</vt:lpstr>
      <vt:lpstr>Primitive Operations</vt:lpstr>
      <vt:lpstr>Counting Primitive Operations</vt:lpstr>
      <vt:lpstr>Counting Primitive Operations (cont.)</vt:lpstr>
      <vt:lpstr>Estimating Running Time</vt:lpstr>
      <vt:lpstr>Growth Rate of Running Time</vt:lpstr>
      <vt:lpstr>Growth Rates of Functions</vt:lpstr>
      <vt:lpstr>Big-Oh Notation (§1.2)</vt:lpstr>
      <vt:lpstr>Big-Oh Example</vt:lpstr>
      <vt:lpstr>Big-Oh and Growth Rate</vt:lpstr>
      <vt:lpstr>Big-Oh Rules</vt:lpstr>
      <vt:lpstr>Asymptotic Algorithm Analysis</vt:lpstr>
      <vt:lpstr>Asymptotic Algorithm Analysis</vt:lpstr>
      <vt:lpstr>The Importance of Asymptotics</vt:lpstr>
      <vt:lpstr>Computing Prefix Sums</vt:lpstr>
      <vt:lpstr>PowerPoint Presentation</vt:lpstr>
      <vt:lpstr>Arithmetic Progression</vt:lpstr>
      <vt:lpstr>PowerPoint Presentation</vt:lpstr>
      <vt:lpstr>Intuition for Asymptotic Notation</vt:lpstr>
      <vt:lpstr>PowerPoint Presentation</vt:lpstr>
      <vt:lpstr>Time Complexity, T(n)</vt:lpstr>
      <vt:lpstr>Time Complexity Comparison</vt:lpstr>
    </vt:vector>
  </TitlesOfParts>
  <Company>Brown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01 Analysis of Algorithms</dc:title>
  <dc:creator>Roberto Tamassia</dc:creator>
  <cp:lastModifiedBy>Neoh Kee Lin</cp:lastModifiedBy>
  <cp:revision>281</cp:revision>
  <dcterms:created xsi:type="dcterms:W3CDTF">2002-01-21T02:22:10Z</dcterms:created>
  <dcterms:modified xsi:type="dcterms:W3CDTF">2025-02-26T08:23:39Z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2</vt:i4>
  </property>
  <property fmtid="{D5CDD505-2E9C-101B-9397-08002B2CF9AE}" pid="3" name="GraphicType">
    <vt:i4>2</vt:i4>
  </property>
  <property fmtid="{D5CDD505-2E9C-101B-9397-08002B2CF9AE}" pid="4" name="Compression">
    <vt:i4>90</vt:i4>
  </property>
  <property fmtid="{D5CDD505-2E9C-101B-9397-08002B2CF9AE}" pid="5" name="ScreenSize">
    <vt:i4>2</vt:i4>
  </property>
  <property fmtid="{D5CDD505-2E9C-101B-9397-08002B2CF9AE}" pid="6" name="ScreenUsage">
    <vt:i4>2</vt:i4>
  </property>
  <property fmtid="{D5CDD505-2E9C-101B-9397-08002B2CF9AE}" pid="7" name="MailAddress">
    <vt:lpwstr/>
  </property>
  <property fmtid="{D5CDD505-2E9C-101B-9397-08002B2CF9AE}" pid="8" name="HomePage">
    <vt:lpwstr/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3</vt:i4>
  </property>
  <property fmtid="{D5CDD505-2E9C-101B-9397-08002B2CF9AE}" pid="19" name="ShowNotes">
    <vt:bool>false</vt:bool>
  </property>
  <property fmtid="{D5CDD505-2E9C-101B-9397-08002B2CF9AE}" pid="20" name="NavBtnPos">
    <vt:i4>1</vt:i4>
  </property>
  <property fmtid="{D5CDD505-2E9C-101B-9397-08002B2CF9AE}" pid="21" name="OutputDir">
    <vt:lpwstr>C:\Work\html</vt:lpwstr>
  </property>
</Properties>
</file>