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47"/>
  </p:notesMasterIdLst>
  <p:sldIdLst>
    <p:sldId id="518" r:id="rId2"/>
    <p:sldId id="519" r:id="rId3"/>
    <p:sldId id="584" r:id="rId4"/>
    <p:sldId id="309" r:id="rId5"/>
    <p:sldId id="310" r:id="rId6"/>
    <p:sldId id="311" r:id="rId7"/>
    <p:sldId id="268" r:id="rId8"/>
    <p:sldId id="312" r:id="rId9"/>
    <p:sldId id="269" r:id="rId10"/>
    <p:sldId id="313" r:id="rId11"/>
    <p:sldId id="315" r:id="rId12"/>
    <p:sldId id="350" r:id="rId13"/>
    <p:sldId id="320" r:id="rId14"/>
    <p:sldId id="324" r:id="rId15"/>
    <p:sldId id="328" r:id="rId16"/>
    <p:sldId id="332" r:id="rId17"/>
    <p:sldId id="336" r:id="rId18"/>
    <p:sldId id="340" r:id="rId19"/>
    <p:sldId id="521" r:id="rId20"/>
    <p:sldId id="522" r:id="rId21"/>
    <p:sldId id="341" r:id="rId22"/>
    <p:sldId id="345" r:id="rId23"/>
    <p:sldId id="348" r:id="rId24"/>
    <p:sldId id="349" r:id="rId25"/>
    <p:sldId id="524" r:id="rId26"/>
    <p:sldId id="351" r:id="rId27"/>
    <p:sldId id="352" r:id="rId28"/>
    <p:sldId id="353" r:id="rId29"/>
    <p:sldId id="354" r:id="rId30"/>
    <p:sldId id="582" r:id="rId31"/>
    <p:sldId id="579" r:id="rId32"/>
    <p:sldId id="571" r:id="rId33"/>
    <p:sldId id="572" r:id="rId34"/>
    <p:sldId id="583" r:id="rId35"/>
    <p:sldId id="570" r:id="rId36"/>
    <p:sldId id="306" r:id="rId37"/>
    <p:sldId id="573" r:id="rId38"/>
    <p:sldId id="574" r:id="rId39"/>
    <p:sldId id="580" r:id="rId40"/>
    <p:sldId id="581" r:id="rId41"/>
    <p:sldId id="362" r:id="rId42"/>
    <p:sldId id="363" r:id="rId43"/>
    <p:sldId id="359" r:id="rId44"/>
    <p:sldId id="361" r:id="rId45"/>
    <p:sldId id="546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3300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oh Kee Lin" userId="9e68bd29-1eeb-4ae3-beb9-48fd59e465e5" providerId="ADAL" clId="{69B24A36-F0F8-418D-AB2B-DCE97BE5B1FF}"/>
    <pc:docChg chg="addSld modSld">
      <pc:chgData name="Neoh Kee Lin" userId="9e68bd29-1eeb-4ae3-beb9-48fd59e465e5" providerId="ADAL" clId="{69B24A36-F0F8-418D-AB2B-DCE97BE5B1FF}" dt="2024-11-04T10:05:27.375" v="96" actId="20577"/>
      <pc:docMkLst>
        <pc:docMk/>
      </pc:docMkLst>
      <pc:sldChg chg="modSp mod">
        <pc:chgData name="Neoh Kee Lin" userId="9e68bd29-1eeb-4ae3-beb9-48fd59e465e5" providerId="ADAL" clId="{69B24A36-F0F8-418D-AB2B-DCE97BE5B1FF}" dt="2024-11-04T09:14:29.314" v="71" actId="6549"/>
        <pc:sldMkLst>
          <pc:docMk/>
          <pc:sldMk cId="0" sldId="268"/>
        </pc:sldMkLst>
      </pc:sldChg>
      <pc:sldChg chg="modSp add mod">
        <pc:chgData name="Neoh Kee Lin" userId="9e68bd29-1eeb-4ae3-beb9-48fd59e465e5" providerId="ADAL" clId="{69B24A36-F0F8-418D-AB2B-DCE97BE5B1FF}" dt="2024-11-04T10:03:50.772" v="92" actId="1035"/>
        <pc:sldMkLst>
          <pc:docMk/>
          <pc:sldMk cId="0" sldId="306"/>
        </pc:sldMkLst>
      </pc:sldChg>
      <pc:sldChg chg="modSp mod">
        <pc:chgData name="Neoh Kee Lin" userId="9e68bd29-1eeb-4ae3-beb9-48fd59e465e5" providerId="ADAL" clId="{69B24A36-F0F8-418D-AB2B-DCE97BE5B1FF}" dt="2024-11-04T09:04:33.378" v="2" actId="115"/>
        <pc:sldMkLst>
          <pc:docMk/>
          <pc:sldMk cId="0" sldId="310"/>
        </pc:sldMkLst>
      </pc:sldChg>
      <pc:sldChg chg="modSp mod">
        <pc:chgData name="Neoh Kee Lin" userId="9e68bd29-1eeb-4ae3-beb9-48fd59e465e5" providerId="ADAL" clId="{69B24A36-F0F8-418D-AB2B-DCE97BE5B1FF}" dt="2024-11-04T09:04:41.866" v="4" actId="115"/>
        <pc:sldMkLst>
          <pc:docMk/>
          <pc:sldMk cId="0" sldId="311"/>
        </pc:sldMkLst>
      </pc:sldChg>
      <pc:sldChg chg="modSp mod">
        <pc:chgData name="Neoh Kee Lin" userId="9e68bd29-1eeb-4ae3-beb9-48fd59e465e5" providerId="ADAL" clId="{69B24A36-F0F8-418D-AB2B-DCE97BE5B1FF}" dt="2024-11-04T10:05:27.375" v="96" actId="20577"/>
        <pc:sldMkLst>
          <pc:docMk/>
          <pc:sldMk cId="0" sldId="362"/>
        </pc:sldMkLst>
      </pc:sldChg>
      <pc:sldChg chg="modSp mod">
        <pc:chgData name="Neoh Kee Lin" userId="9e68bd29-1eeb-4ae3-beb9-48fd59e465e5" providerId="ADAL" clId="{69B24A36-F0F8-418D-AB2B-DCE97BE5B1FF}" dt="2024-11-04T10:04:31.941" v="94" actId="115"/>
        <pc:sldMkLst>
          <pc:docMk/>
          <pc:sldMk cId="0" sldId="574"/>
        </pc:sldMkLst>
      </pc:sldChg>
    </pc:docChg>
  </pc:docChgLst>
  <pc:docChgLst>
    <pc:chgData name="Neoh Kee Lin" userId="9e68bd29-1eeb-4ae3-beb9-48fd59e465e5" providerId="ADAL" clId="{E33881DC-1CF7-49B5-B878-1E0A05EBE6CA}"/>
    <pc:docChg chg="undo custSel addSld delSld modSld">
      <pc:chgData name="Neoh Kee Lin" userId="9e68bd29-1eeb-4ae3-beb9-48fd59e465e5" providerId="ADAL" clId="{E33881DC-1CF7-49B5-B878-1E0A05EBE6CA}" dt="2022-11-10T15:41:59.300" v="189" actId="6549"/>
      <pc:docMkLst>
        <pc:docMk/>
      </pc:docMkLst>
      <pc:sldChg chg="modSp mod">
        <pc:chgData name="Neoh Kee Lin" userId="9e68bd29-1eeb-4ae3-beb9-48fd59e465e5" providerId="ADAL" clId="{E33881DC-1CF7-49B5-B878-1E0A05EBE6CA}" dt="2022-11-10T15:35:24.579" v="92" actId="6549"/>
        <pc:sldMkLst>
          <pc:docMk/>
          <pc:sldMk cId="0" sldId="258"/>
        </pc:sldMkLst>
      </pc:sldChg>
      <pc:sldChg chg="modSp mod">
        <pc:chgData name="Neoh Kee Lin" userId="9e68bd29-1eeb-4ae3-beb9-48fd59e465e5" providerId="ADAL" clId="{E33881DC-1CF7-49B5-B878-1E0A05EBE6CA}" dt="2022-11-10T15:38:41.619" v="180" actId="14100"/>
        <pc:sldMkLst>
          <pc:docMk/>
          <pc:sldMk cId="0" sldId="268"/>
        </pc:sldMkLst>
      </pc:sldChg>
      <pc:sldChg chg="modSp mod">
        <pc:chgData name="Neoh Kee Lin" userId="9e68bd29-1eeb-4ae3-beb9-48fd59e465e5" providerId="ADAL" clId="{E33881DC-1CF7-49B5-B878-1E0A05EBE6CA}" dt="2022-11-10T15:37:17.108" v="162" actId="6549"/>
        <pc:sldMkLst>
          <pc:docMk/>
          <pc:sldMk cId="0" sldId="519"/>
        </pc:sldMkLst>
      </pc:sldChg>
      <pc:sldChg chg="del">
        <pc:chgData name="Neoh Kee Lin" userId="9e68bd29-1eeb-4ae3-beb9-48fd59e465e5" providerId="ADAL" clId="{E33881DC-1CF7-49B5-B878-1E0A05EBE6CA}" dt="2022-11-10T15:31:40.566" v="25" actId="47"/>
        <pc:sldMkLst>
          <pc:docMk/>
          <pc:sldMk cId="0" sldId="520"/>
        </pc:sldMkLst>
      </pc:sldChg>
      <pc:sldChg chg="modSp mod">
        <pc:chgData name="Neoh Kee Lin" userId="9e68bd29-1eeb-4ae3-beb9-48fd59e465e5" providerId="ADAL" clId="{E33881DC-1CF7-49B5-B878-1E0A05EBE6CA}" dt="2022-11-10T15:41:19.764" v="188" actId="115"/>
        <pc:sldMkLst>
          <pc:docMk/>
          <pc:sldMk cId="0" sldId="574"/>
        </pc:sldMkLst>
      </pc:sldChg>
      <pc:sldChg chg="modSp mod">
        <pc:chgData name="Neoh Kee Lin" userId="9e68bd29-1eeb-4ae3-beb9-48fd59e465e5" providerId="ADAL" clId="{E33881DC-1CF7-49B5-B878-1E0A05EBE6CA}" dt="2022-11-10T15:29:48.422" v="12" actId="114"/>
        <pc:sldMkLst>
          <pc:docMk/>
          <pc:sldMk cId="1380035929" sldId="579"/>
        </pc:sldMkLst>
      </pc:sldChg>
      <pc:sldChg chg="modSp mod">
        <pc:chgData name="Neoh Kee Lin" userId="9e68bd29-1eeb-4ae3-beb9-48fd59e465e5" providerId="ADAL" clId="{E33881DC-1CF7-49B5-B878-1E0A05EBE6CA}" dt="2022-11-10T15:41:59.300" v="189" actId="6549"/>
        <pc:sldMkLst>
          <pc:docMk/>
          <pc:sldMk cId="3519540801" sldId="580"/>
        </pc:sldMkLst>
      </pc:sldChg>
      <pc:sldChg chg="modSp mod">
        <pc:chgData name="Neoh Kee Lin" userId="9e68bd29-1eeb-4ae3-beb9-48fd59e465e5" providerId="ADAL" clId="{E33881DC-1CF7-49B5-B878-1E0A05EBE6CA}" dt="2022-11-10T15:21:33.382" v="4" actId="6549"/>
        <pc:sldMkLst>
          <pc:docMk/>
          <pc:sldMk cId="3700515399" sldId="582"/>
        </pc:sldMkLst>
      </pc:sldChg>
      <pc:sldChg chg="modSp mod">
        <pc:chgData name="Neoh Kee Lin" userId="9e68bd29-1eeb-4ae3-beb9-48fd59e465e5" providerId="ADAL" clId="{E33881DC-1CF7-49B5-B878-1E0A05EBE6CA}" dt="2022-11-10T15:40:08.196" v="183" actId="115"/>
        <pc:sldMkLst>
          <pc:docMk/>
          <pc:sldMk cId="4218579494" sldId="583"/>
        </pc:sldMkLst>
      </pc:sldChg>
      <pc:sldChg chg="modSp add mod">
        <pc:chgData name="Neoh Kee Lin" userId="9e68bd29-1eeb-4ae3-beb9-48fd59e465e5" providerId="ADAL" clId="{E33881DC-1CF7-49B5-B878-1E0A05EBE6CA}" dt="2022-11-10T15:35:59.542" v="97" actId="14"/>
        <pc:sldMkLst>
          <pc:docMk/>
          <pc:sldMk cId="4270678348" sldId="584"/>
        </pc:sldMkLst>
      </pc:sldChg>
    </pc:docChg>
  </pc:docChgLst>
  <pc:docChgLst>
    <pc:chgData name="Neoh Kee Lin" userId="9e68bd29-1eeb-4ae3-beb9-48fd59e465e5" providerId="ADAL" clId="{12723880-ECDC-41A2-A92A-11585AE5B785}"/>
    <pc:docChg chg="custSel modSld">
      <pc:chgData name="Neoh Kee Lin" userId="9e68bd29-1eeb-4ae3-beb9-48fd59e465e5" providerId="ADAL" clId="{12723880-ECDC-41A2-A92A-11585AE5B785}" dt="2025-02-26T09:31:18.714" v="1" actId="27636"/>
      <pc:docMkLst>
        <pc:docMk/>
      </pc:docMkLst>
      <pc:sldChg chg="modSp mod">
        <pc:chgData name="Neoh Kee Lin" userId="9e68bd29-1eeb-4ae3-beb9-48fd59e465e5" providerId="ADAL" clId="{12723880-ECDC-41A2-A92A-11585AE5B785}" dt="2025-02-26T09:31:18.714" v="1" actId="27636"/>
        <pc:sldMkLst>
          <pc:docMk/>
          <pc:sldMk cId="0" sldId="574"/>
        </pc:sldMkLst>
        <pc:spChg chg="mod">
          <ac:chgData name="Neoh Kee Lin" userId="9e68bd29-1eeb-4ae3-beb9-48fd59e465e5" providerId="ADAL" clId="{12723880-ECDC-41A2-A92A-11585AE5B785}" dt="2025-02-26T09:31:18.714" v="1" actId="27636"/>
          <ac:spMkLst>
            <pc:docMk/>
            <pc:sldMk cId="0" sldId="574"/>
            <ac:spMk id="3" creationId="{00000000-0000-0000-0000-000000000000}"/>
          </ac:spMkLst>
        </pc:spChg>
      </pc:sldChg>
    </pc:docChg>
  </pc:docChgLst>
  <pc:docChgLst>
    <pc:chgData name="Neoh Kee Lin" userId="9e68bd29-1eeb-4ae3-beb9-48fd59e465e5" providerId="ADAL" clId="{8BE85653-634A-48F3-A95F-1D57EC9DBFDE}"/>
    <pc:docChg chg="undo custSel addSld delSld modSld">
      <pc:chgData name="Neoh Kee Lin" userId="9e68bd29-1eeb-4ae3-beb9-48fd59e465e5" providerId="ADAL" clId="{8BE85653-634A-48F3-A95F-1D57EC9DBFDE}" dt="2025-02-26T10:33:22.892" v="621" actId="403"/>
      <pc:docMkLst>
        <pc:docMk/>
      </pc:docMkLst>
      <pc:sldChg chg="modSp mod">
        <pc:chgData name="Neoh Kee Lin" userId="9e68bd29-1eeb-4ae3-beb9-48fd59e465e5" providerId="ADAL" clId="{8BE85653-634A-48F3-A95F-1D57EC9DBFDE}" dt="2025-02-26T10:33:22.892" v="621" actId="403"/>
        <pc:sldMkLst>
          <pc:docMk/>
          <pc:sldMk cId="0" sldId="359"/>
        </pc:sldMkLst>
        <pc:spChg chg="mod">
          <ac:chgData name="Neoh Kee Lin" userId="9e68bd29-1eeb-4ae3-beb9-48fd59e465e5" providerId="ADAL" clId="{8BE85653-634A-48F3-A95F-1D57EC9DBFDE}" dt="2025-02-26T10:33:22.892" v="621" actId="403"/>
          <ac:spMkLst>
            <pc:docMk/>
            <pc:sldMk cId="0" sldId="359"/>
            <ac:spMk id="49156" creationId="{00000000-0000-0000-0000-000000000000}"/>
          </ac:spMkLst>
        </pc:spChg>
      </pc:sldChg>
      <pc:sldChg chg="modSp del mod">
        <pc:chgData name="Neoh Kee Lin" userId="9e68bd29-1eeb-4ae3-beb9-48fd59e465e5" providerId="ADAL" clId="{8BE85653-634A-48F3-A95F-1D57EC9DBFDE}" dt="2025-02-26T10:29:51.556" v="571" actId="47"/>
        <pc:sldMkLst>
          <pc:docMk/>
          <pc:sldMk cId="0" sldId="360"/>
        </pc:sldMkLst>
        <pc:spChg chg="mod">
          <ac:chgData name="Neoh Kee Lin" userId="9e68bd29-1eeb-4ae3-beb9-48fd59e465e5" providerId="ADAL" clId="{8BE85653-634A-48F3-A95F-1D57EC9DBFDE}" dt="2025-02-26T10:29:43.888" v="568" actId="21"/>
          <ac:spMkLst>
            <pc:docMk/>
            <pc:sldMk cId="0" sldId="360"/>
            <ac:spMk id="50180" creationId="{00000000-0000-0000-0000-000000000000}"/>
          </ac:spMkLst>
        </pc:spChg>
      </pc:sldChg>
      <pc:sldChg chg="modSp del mod">
        <pc:chgData name="Neoh Kee Lin" userId="9e68bd29-1eeb-4ae3-beb9-48fd59e465e5" providerId="ADAL" clId="{8BE85653-634A-48F3-A95F-1D57EC9DBFDE}" dt="2025-02-26T10:19:53.764" v="437" actId="2696"/>
        <pc:sldMkLst>
          <pc:docMk/>
          <pc:sldMk cId="0" sldId="362"/>
        </pc:sldMkLst>
        <pc:spChg chg="mod">
          <ac:chgData name="Neoh Kee Lin" userId="9e68bd29-1eeb-4ae3-beb9-48fd59e465e5" providerId="ADAL" clId="{8BE85653-634A-48F3-A95F-1D57EC9DBFDE}" dt="2025-02-26T09:52:55.613" v="180" actId="6549"/>
          <ac:spMkLst>
            <pc:docMk/>
            <pc:sldMk cId="0" sldId="362"/>
            <ac:spMk id="52228" creationId="{00000000-0000-0000-0000-000000000000}"/>
          </ac:spMkLst>
        </pc:spChg>
      </pc:sldChg>
      <pc:sldChg chg="modSp add mod">
        <pc:chgData name="Neoh Kee Lin" userId="9e68bd29-1eeb-4ae3-beb9-48fd59e465e5" providerId="ADAL" clId="{8BE85653-634A-48F3-A95F-1D57EC9DBFDE}" dt="2025-02-26T10:25:35.748" v="556" actId="20577"/>
        <pc:sldMkLst>
          <pc:docMk/>
          <pc:sldMk cId="1991530313" sldId="362"/>
        </pc:sldMkLst>
        <pc:spChg chg="mod">
          <ac:chgData name="Neoh Kee Lin" userId="9e68bd29-1eeb-4ae3-beb9-48fd59e465e5" providerId="ADAL" clId="{8BE85653-634A-48F3-A95F-1D57EC9DBFDE}" dt="2025-02-26T10:25:35.748" v="556" actId="20577"/>
          <ac:spMkLst>
            <pc:docMk/>
            <pc:sldMk cId="1991530313" sldId="362"/>
            <ac:spMk id="52228" creationId="{00000000-0000-0000-0000-000000000000}"/>
          </ac:spMkLst>
        </pc:spChg>
      </pc:sldChg>
      <pc:sldChg chg="modSp del mod">
        <pc:chgData name="Neoh Kee Lin" userId="9e68bd29-1eeb-4ae3-beb9-48fd59e465e5" providerId="ADAL" clId="{8BE85653-634A-48F3-A95F-1D57EC9DBFDE}" dt="2025-02-26T10:19:53.764" v="437" actId="2696"/>
        <pc:sldMkLst>
          <pc:docMk/>
          <pc:sldMk cId="0" sldId="363"/>
        </pc:sldMkLst>
        <pc:spChg chg="mod">
          <ac:chgData name="Neoh Kee Lin" userId="9e68bd29-1eeb-4ae3-beb9-48fd59e465e5" providerId="ADAL" clId="{8BE85653-634A-48F3-A95F-1D57EC9DBFDE}" dt="2025-02-26T09:59:09.391" v="186" actId="6549"/>
          <ac:spMkLst>
            <pc:docMk/>
            <pc:sldMk cId="0" sldId="363"/>
            <ac:spMk id="54276" creationId="{00000000-0000-0000-0000-000000000000}"/>
          </ac:spMkLst>
        </pc:spChg>
      </pc:sldChg>
      <pc:sldChg chg="modSp add mod">
        <pc:chgData name="Neoh Kee Lin" userId="9e68bd29-1eeb-4ae3-beb9-48fd59e465e5" providerId="ADAL" clId="{8BE85653-634A-48F3-A95F-1D57EC9DBFDE}" dt="2025-02-26T10:32:42.091" v="620" actId="403"/>
        <pc:sldMkLst>
          <pc:docMk/>
          <pc:sldMk cId="2539311112" sldId="363"/>
        </pc:sldMkLst>
        <pc:spChg chg="mod">
          <ac:chgData name="Neoh Kee Lin" userId="9e68bd29-1eeb-4ae3-beb9-48fd59e465e5" providerId="ADAL" clId="{8BE85653-634A-48F3-A95F-1D57EC9DBFDE}" dt="2025-02-26T10:32:42.091" v="620" actId="403"/>
          <ac:spMkLst>
            <pc:docMk/>
            <pc:sldMk cId="2539311112" sldId="363"/>
            <ac:spMk id="54276" creationId="{00000000-0000-0000-0000-000000000000}"/>
          </ac:spMkLst>
        </pc:spChg>
      </pc:sldChg>
      <pc:sldChg chg="modSp del mod">
        <pc:chgData name="Neoh Kee Lin" userId="9e68bd29-1eeb-4ae3-beb9-48fd59e465e5" providerId="ADAL" clId="{8BE85653-634A-48F3-A95F-1D57EC9DBFDE}" dt="2025-02-26T10:19:53.764" v="437" actId="2696"/>
        <pc:sldMkLst>
          <pc:docMk/>
          <pc:sldMk cId="0" sldId="364"/>
        </pc:sldMkLst>
        <pc:spChg chg="mod">
          <ac:chgData name="Neoh Kee Lin" userId="9e68bd29-1eeb-4ae3-beb9-48fd59e465e5" providerId="ADAL" clId="{8BE85653-634A-48F3-A95F-1D57EC9DBFDE}" dt="2025-02-26T09:56:14.530" v="185" actId="948"/>
          <ac:spMkLst>
            <pc:docMk/>
            <pc:sldMk cId="0" sldId="364"/>
            <ac:spMk id="53252" creationId="{00000000-0000-0000-0000-000000000000}"/>
          </ac:spMkLst>
        </pc:spChg>
      </pc:sldChg>
      <pc:sldChg chg="add del">
        <pc:chgData name="Neoh Kee Lin" userId="9e68bd29-1eeb-4ae3-beb9-48fd59e465e5" providerId="ADAL" clId="{8BE85653-634A-48F3-A95F-1D57EC9DBFDE}" dt="2025-02-26T10:22:59.343" v="506" actId="47"/>
        <pc:sldMkLst>
          <pc:docMk/>
          <pc:sldMk cId="2754170839" sldId="364"/>
        </pc:sldMkLst>
      </pc:sldChg>
      <pc:sldChg chg="del">
        <pc:chgData name="Neoh Kee Lin" userId="9e68bd29-1eeb-4ae3-beb9-48fd59e465e5" providerId="ADAL" clId="{8BE85653-634A-48F3-A95F-1D57EC9DBFDE}" dt="2025-02-26T09:54:38.737" v="183" actId="47"/>
        <pc:sldMkLst>
          <pc:docMk/>
          <pc:sldMk cId="0" sldId="550"/>
        </pc:sldMkLst>
      </pc:sldChg>
      <pc:sldChg chg="modSp mod">
        <pc:chgData name="Neoh Kee Lin" userId="9e68bd29-1eeb-4ae3-beb9-48fd59e465e5" providerId="ADAL" clId="{8BE85653-634A-48F3-A95F-1D57EC9DBFDE}" dt="2025-02-26T09:33:06.935" v="10" actId="20577"/>
        <pc:sldMkLst>
          <pc:docMk/>
          <pc:sldMk cId="0" sldId="574"/>
        </pc:sldMkLst>
        <pc:spChg chg="mod">
          <ac:chgData name="Neoh Kee Lin" userId="9e68bd29-1eeb-4ae3-beb9-48fd59e465e5" providerId="ADAL" clId="{8BE85653-634A-48F3-A95F-1D57EC9DBFDE}" dt="2025-02-26T09:33:06.935" v="10" actId="20577"/>
          <ac:spMkLst>
            <pc:docMk/>
            <pc:sldMk cId="0" sldId="574"/>
            <ac:spMk id="3" creationId="{00000000-0000-0000-0000-000000000000}"/>
          </ac:spMkLst>
        </pc:spChg>
      </pc:sldChg>
      <pc:sldChg chg="modSp mod">
        <pc:chgData name="Neoh Kee Lin" userId="9e68bd29-1eeb-4ae3-beb9-48fd59e465e5" providerId="ADAL" clId="{8BE85653-634A-48F3-A95F-1D57EC9DBFDE}" dt="2025-02-26T10:07:17.552" v="222" actId="21"/>
        <pc:sldMkLst>
          <pc:docMk/>
          <pc:sldMk cId="3519540801" sldId="580"/>
        </pc:sldMkLst>
        <pc:spChg chg="mod">
          <ac:chgData name="Neoh Kee Lin" userId="9e68bd29-1eeb-4ae3-beb9-48fd59e465e5" providerId="ADAL" clId="{8BE85653-634A-48F3-A95F-1D57EC9DBFDE}" dt="2025-02-26T10:07:17.552" v="222" actId="21"/>
          <ac:spMkLst>
            <pc:docMk/>
            <pc:sldMk cId="3519540801" sldId="580"/>
            <ac:spMk id="47108" creationId="{00000000-0000-0000-0000-000000000000}"/>
          </ac:spMkLst>
        </pc:spChg>
      </pc:sldChg>
      <pc:sldChg chg="modSp mod">
        <pc:chgData name="Neoh Kee Lin" userId="9e68bd29-1eeb-4ae3-beb9-48fd59e465e5" providerId="ADAL" clId="{8BE85653-634A-48F3-A95F-1D57EC9DBFDE}" dt="2025-02-26T10:09:38.183" v="292" actId="20577"/>
        <pc:sldMkLst>
          <pc:docMk/>
          <pc:sldMk cId="4204324045" sldId="581"/>
        </pc:sldMkLst>
        <pc:spChg chg="mod">
          <ac:chgData name="Neoh Kee Lin" userId="9e68bd29-1eeb-4ae3-beb9-48fd59e465e5" providerId="ADAL" clId="{8BE85653-634A-48F3-A95F-1D57EC9DBFDE}" dt="2025-02-26T10:09:38.183" v="292" actId="20577"/>
          <ac:spMkLst>
            <pc:docMk/>
            <pc:sldMk cId="4204324045" sldId="581"/>
            <ac:spMk id="48132" creationId="{00000000-0000-0000-0000-000000000000}"/>
          </ac:spMkLst>
        </pc:spChg>
      </pc:sldChg>
    </pc:docChg>
  </pc:docChgLst>
  <pc:docChgLst>
    <pc:chgData name="Neoh Kee Lin" userId="9e68bd29-1eeb-4ae3-beb9-48fd59e465e5" providerId="ADAL" clId="{1B993B40-F6D9-4664-B9BA-5CE1E8D01351}"/>
    <pc:docChg chg="undo custSel delSld modSld">
      <pc:chgData name="Neoh Kee Lin" userId="9e68bd29-1eeb-4ae3-beb9-48fd59e465e5" providerId="ADAL" clId="{1B993B40-F6D9-4664-B9BA-5CE1E8D01351}" dt="2024-11-25T04:39:30.534" v="213" actId="20577"/>
      <pc:docMkLst>
        <pc:docMk/>
      </pc:docMkLst>
      <pc:sldChg chg="del">
        <pc:chgData name="Neoh Kee Lin" userId="9e68bd29-1eeb-4ae3-beb9-48fd59e465e5" providerId="ADAL" clId="{1B993B40-F6D9-4664-B9BA-5CE1E8D01351}" dt="2024-11-20T11:58:14.813" v="58" actId="47"/>
        <pc:sldMkLst>
          <pc:docMk/>
          <pc:sldMk cId="0" sldId="258"/>
        </pc:sldMkLst>
      </pc:sldChg>
      <pc:sldChg chg="modSp mod">
        <pc:chgData name="Neoh Kee Lin" userId="9e68bd29-1eeb-4ae3-beb9-48fd59e465e5" providerId="ADAL" clId="{1B993B40-F6D9-4664-B9BA-5CE1E8D01351}" dt="2024-11-25T04:39:30.534" v="213" actId="20577"/>
        <pc:sldMkLst>
          <pc:docMk/>
          <pc:sldMk cId="0" sldId="269"/>
        </pc:sldMkLst>
      </pc:sldChg>
      <pc:sldChg chg="modSp mod">
        <pc:chgData name="Neoh Kee Lin" userId="9e68bd29-1eeb-4ae3-beb9-48fd59e465e5" providerId="ADAL" clId="{1B993B40-F6D9-4664-B9BA-5CE1E8D01351}" dt="2024-11-20T12:00:39.651" v="71" actId="20577"/>
        <pc:sldMkLst>
          <pc:docMk/>
          <pc:sldMk cId="0" sldId="306"/>
        </pc:sldMkLst>
      </pc:sldChg>
      <pc:sldChg chg="modSp mod">
        <pc:chgData name="Neoh Kee Lin" userId="9e68bd29-1eeb-4ae3-beb9-48fd59e465e5" providerId="ADAL" clId="{1B993B40-F6D9-4664-B9BA-5CE1E8D01351}" dt="2024-11-20T11:59:44.226" v="69" actId="115"/>
        <pc:sldMkLst>
          <pc:docMk/>
          <pc:sldMk cId="0" sldId="309"/>
        </pc:sldMkLst>
      </pc:sldChg>
      <pc:sldChg chg="modSp mod">
        <pc:chgData name="Neoh Kee Lin" userId="9e68bd29-1eeb-4ae3-beb9-48fd59e465e5" providerId="ADAL" clId="{1B993B40-F6D9-4664-B9BA-5CE1E8D01351}" dt="2024-11-20T11:58:09.736" v="57" actId="14100"/>
        <pc:sldMkLst>
          <pc:docMk/>
          <pc:sldMk cId="0" sldId="519"/>
        </pc:sldMkLst>
      </pc:sldChg>
    </pc:docChg>
  </pc:docChgLst>
  <pc:docChgLst>
    <pc:chgData name="Neoh Kee Lin" userId="9e68bd29-1eeb-4ae3-beb9-48fd59e465e5" providerId="ADAL" clId="{B5F50729-2A8A-4CC6-8365-3A8F9E076C8E}"/>
    <pc:docChg chg="modSld">
      <pc:chgData name="Neoh Kee Lin" userId="9e68bd29-1eeb-4ae3-beb9-48fd59e465e5" providerId="ADAL" clId="{B5F50729-2A8A-4CC6-8365-3A8F9E076C8E}" dt="2024-11-20T11:54:40.884" v="3" actId="6549"/>
      <pc:docMkLst>
        <pc:docMk/>
      </pc:docMkLst>
      <pc:sldChg chg="modSp mod">
        <pc:chgData name="Neoh Kee Lin" userId="9e68bd29-1eeb-4ae3-beb9-48fd59e465e5" providerId="ADAL" clId="{B5F50729-2A8A-4CC6-8365-3A8F9E076C8E}" dt="2024-11-20T11:54:40.884" v="3" actId="6549"/>
        <pc:sldMkLst>
          <pc:docMk/>
          <pc:sldMk cId="0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F89D0A10-1881-4CE8-A95B-93850F7CD3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4444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DA43458-5A10-4EFC-9553-465F18C249F3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15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7CDDB6C5-0182-7E96-5AA2-A1537D0EA983}"/>
              </a:ext>
            </a:extLst>
          </p:cNvPr>
          <p:cNvSpPr txBox="1"/>
          <p:nvPr/>
        </p:nvSpPr>
        <p:spPr>
          <a:xfrm>
            <a:off x="3884755" y="8685364"/>
            <a:ext cx="2971800" cy="4572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89FB4C1-56EC-489F-80C3-85F9C571BF94}" type="slidenum">
              <a:t>36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Segoe UI" pitchFamily="2"/>
              <a:cs typeface="Tahoma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B34F520-1A0B-03B8-0AB8-28302C80F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solidFill>
            <a:srgbClr val="BBE0E3"/>
          </a:solidFill>
          <a:ln w="9363" cap="flat">
            <a:solidFill>
              <a:srgbClr val="000000"/>
            </a:solidFill>
            <a:prstDash val="solid"/>
            <a:round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FABA65E2-F540-378F-8C14-A9FBD6F3573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50099-297D-4F66-8DB2-FCFBA12978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083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4003D-CC78-4978-BEF2-57F4D9FEB5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183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AC9D1F-A93E-4858-9A45-664E9FBCEB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86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5FD70-FB0C-4D57-9FB5-9A76F9168F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99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B4EE9-8899-48AF-823B-5B01D499C7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73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D7F68-F8D3-440F-93C8-EA34CECA73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16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EBD954-0E60-402C-9237-B2B9B8C7C8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39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7A6D9-E4C9-4C48-A2CD-6620DBFB8E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48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EDD177-55E1-4CCB-A446-82D8F08163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7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BF3E4-A940-4F69-8E20-FEFE958E5C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392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08A42-3844-4A02-BEEC-D1D23A360C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237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D0418-106B-6562-FFC4-EC5240238F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D7F45-8BB2-D299-5D0B-85358FDA2D9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1600200"/>
            <a:ext cx="8229600" cy="4525923"/>
          </a:xfrm>
        </p:spPr>
        <p:txBody>
          <a:bodyPr anchor="t" anchorCtr="0"/>
          <a:lstStyle>
            <a:lvl1pPr marL="343082" indent="-343082" algn="l">
              <a:spcBef>
                <a:spcPts val="800"/>
              </a:spcBef>
              <a:buSzPct val="100000"/>
              <a:buChar char="•"/>
              <a:defRPr sz="3200"/>
            </a:lvl1pPr>
          </a:lstStyle>
          <a:p>
            <a:pPr lvl="0"/>
            <a:r>
              <a:rPr lang="en-US"/>
              <a:t>Click to edit Master text styles</a:t>
            </a:r>
            <a:br>
              <a:rPr lang="en-US"/>
            </a:br>
            <a:r>
              <a:rPr lang="en-US"/>
              <a:t>Second level</a:t>
            </a:r>
            <a:br>
              <a:rPr lang="en-US"/>
            </a:br>
            <a:r>
              <a:rPr lang="en-US"/>
              <a:t>Third level</a:t>
            </a:r>
            <a:br>
              <a:rPr lang="en-US"/>
            </a:br>
            <a:r>
              <a:rPr lang="en-US"/>
              <a:t>Fourth level</a:t>
            </a:r>
            <a:br>
              <a:rPr lang="en-US"/>
            </a:br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1B7798-F1E0-B820-7E34-E11ECE7A09A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551A6E-10FD-AC1C-7342-61F0CF4848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304F619-4A30-938F-6287-C54379F628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3BBE28-11C2-496C-90BB-9D68F3E73CFC}" type="slidenum"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9F0A5F-CA77-527E-44DD-20D8B0E448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4515"/>
            <a:ext cx="8229243" cy="3977283"/>
          </a:xfrm>
        </p:spPr>
        <p:txBody>
          <a:bodyPr lIns="0" tIns="0" rIns="0" bIns="0"/>
          <a:lstStyle>
            <a:lvl1pPr>
              <a:spcBef>
                <a:spcPts val="1415"/>
              </a:spcBef>
              <a:defRPr kern="1200">
                <a:latin typeface="Liberation Sans" pitchFamily="18"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8395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7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B3FF2F46-4BC3-447B-AD55-AEE97818A5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12F3850-5A60-4FAE-AE12-AAFD267C189E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3124200"/>
          </a:xfrm>
          <a:noFill/>
        </p:spPr>
        <p:txBody>
          <a:bodyPr/>
          <a:lstStyle/>
          <a:p>
            <a:pPr algn="ctr" eaLnBrk="1" hangingPunct="1">
              <a:buFontTx/>
              <a:buNone/>
            </a:pPr>
            <a:endParaRPr lang="en-US" altLang="en-US" sz="4400" dirty="0"/>
          </a:p>
          <a:p>
            <a:pPr algn="ctr" eaLnBrk="1" hangingPunct="1">
              <a:buFontTx/>
              <a:buNone/>
            </a:pPr>
            <a:r>
              <a:rPr lang="en-US" altLang="en-US" sz="4400"/>
              <a:t>Lecture 02</a:t>
            </a:r>
          </a:p>
          <a:p>
            <a:pPr algn="ctr" eaLnBrk="1" hangingPunct="1">
              <a:buFontTx/>
              <a:buNone/>
            </a:pPr>
            <a:r>
              <a:rPr lang="en-US" altLang="en-US" sz="4400" dirty="0"/>
              <a:t>Hash Tables</a:t>
            </a:r>
            <a:endParaRPr lang="en-US" altLang="en-US" sz="40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F15744-6D1D-4949-A75C-EE27E24E0093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 Table ADT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b="1" i="1" dirty="0">
                <a:solidFill>
                  <a:srgbClr val="0066FF"/>
                </a:solidFill>
              </a:rPr>
              <a:t>hash table</a:t>
            </a:r>
            <a:r>
              <a:rPr lang="en-US" altLang="en-US" dirty="0"/>
              <a:t> is a table of elements that have keys</a:t>
            </a:r>
          </a:p>
          <a:p>
            <a:pPr eaLnBrk="1" hangingPunct="1"/>
            <a:r>
              <a:rPr lang="en-US" altLang="en-US" dirty="0"/>
              <a:t>A </a:t>
            </a:r>
            <a:r>
              <a:rPr lang="en-US" altLang="en-US" b="1" i="1" dirty="0">
                <a:solidFill>
                  <a:srgbClr val="0066FF"/>
                </a:solidFill>
              </a:rPr>
              <a:t>hash function</a:t>
            </a:r>
            <a:r>
              <a:rPr lang="en-US" altLang="en-US" dirty="0"/>
              <a:t> is used for </a:t>
            </a:r>
            <a:r>
              <a:rPr lang="en-US" altLang="en-US" u="sng" dirty="0"/>
              <a:t>locating the position of a key</a:t>
            </a:r>
            <a:r>
              <a:rPr lang="en-US" altLang="en-US" dirty="0"/>
              <a:t> in the table</a:t>
            </a:r>
          </a:p>
          <a:p>
            <a:pPr eaLnBrk="1" hangingPunct="1"/>
            <a:r>
              <a:rPr lang="en-US" altLang="en-US" dirty="0"/>
              <a:t>A search for an element can be done in </a:t>
            </a:r>
            <a:r>
              <a:rPr lang="en-US" altLang="en-US" b="1" u="sng" dirty="0">
                <a:sym typeface="Symbol" pitchFamily="18" charset="2"/>
              </a:rPr>
              <a:t>( 1 )</a:t>
            </a:r>
            <a:r>
              <a:rPr lang="en-US" altLang="en-US" dirty="0">
                <a:sym typeface="Symbol" pitchFamily="18" charset="2"/>
              </a:rPr>
              <a:t> time.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F15744-6D1D-4949-A75C-EE27E24E0093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400" dirty="0"/>
              <a:t>Selected Hash Table ADT Operations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en-US" b="1" i="1" dirty="0">
                <a:solidFill>
                  <a:srgbClr val="0066FF"/>
                </a:solidFill>
              </a:rPr>
              <a:t>insert</a:t>
            </a:r>
            <a:r>
              <a:rPr lang="en-US" altLang="en-US" dirty="0"/>
              <a:t>, to insert an element into a table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en-US" b="1" i="1" dirty="0">
                <a:solidFill>
                  <a:srgbClr val="0066FF"/>
                </a:solidFill>
              </a:rPr>
              <a:t>retrieve</a:t>
            </a:r>
            <a:r>
              <a:rPr lang="en-US" altLang="en-US" dirty="0"/>
              <a:t>, to retrieve an element from the table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en-US" dirty="0"/>
              <a:t>an operation to empty out the hash table</a:t>
            </a:r>
          </a:p>
        </p:txBody>
      </p:sp>
    </p:spTree>
    <p:extLst>
      <p:ext uri="{BB962C8B-B14F-4D97-AF65-F5344CB8AC3E}">
        <p14:creationId xmlns:p14="http://schemas.microsoft.com/office/powerpoint/2010/main" val="4270678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9693A4-6053-4B9F-8918-8A4E4B5F6931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 Functions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u="sng" dirty="0">
                <a:solidFill>
                  <a:srgbClr val="FF3300"/>
                </a:solidFill>
              </a:rPr>
              <a:t>input</a:t>
            </a:r>
            <a:r>
              <a:rPr lang="en-US" altLang="en-US" dirty="0"/>
              <a:t> into a hash function is </a:t>
            </a:r>
            <a:r>
              <a:rPr lang="en-US" altLang="en-US" dirty="0">
                <a:solidFill>
                  <a:srgbClr val="FF3300"/>
                </a:solidFill>
              </a:rPr>
              <a:t>a </a:t>
            </a:r>
            <a:r>
              <a:rPr lang="en-US" altLang="en-US" u="sng" dirty="0">
                <a:solidFill>
                  <a:srgbClr val="FF3300"/>
                </a:solidFill>
              </a:rPr>
              <a:t>key</a:t>
            </a:r>
            <a:r>
              <a:rPr lang="en-US" altLang="en-US" dirty="0">
                <a:solidFill>
                  <a:srgbClr val="FF3300"/>
                </a:solidFill>
              </a:rPr>
              <a:t> value</a:t>
            </a:r>
          </a:p>
          <a:p>
            <a:pPr eaLnBrk="1" hangingPunct="1"/>
            <a:r>
              <a:rPr lang="en-US" altLang="en-US" dirty="0"/>
              <a:t>The </a:t>
            </a:r>
            <a:r>
              <a:rPr lang="en-US" altLang="en-US" u="sng" dirty="0">
                <a:solidFill>
                  <a:srgbClr val="FF3300"/>
                </a:solidFill>
              </a:rPr>
              <a:t>output</a:t>
            </a:r>
            <a:r>
              <a:rPr lang="en-US" altLang="en-US" dirty="0"/>
              <a:t> from a hash function is an </a:t>
            </a:r>
            <a:r>
              <a:rPr lang="en-US" altLang="en-US" u="sng" dirty="0">
                <a:solidFill>
                  <a:srgbClr val="FF3300"/>
                </a:solidFill>
              </a:rPr>
              <a:t>index</a:t>
            </a:r>
            <a:r>
              <a:rPr lang="en-US" altLang="en-US" dirty="0">
                <a:solidFill>
                  <a:srgbClr val="FF3300"/>
                </a:solidFill>
              </a:rPr>
              <a:t> of an array (hash table)</a:t>
            </a:r>
            <a:r>
              <a:rPr lang="en-US" altLang="en-US" dirty="0"/>
              <a:t> where the object containing the key is located</a:t>
            </a:r>
          </a:p>
          <a:p>
            <a:pPr eaLnBrk="1" hangingPunct="1"/>
            <a:r>
              <a:rPr lang="en-US" altLang="en-US" dirty="0"/>
              <a:t>Example of a hash function: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h( k ) = k % </a:t>
            </a:r>
            <a:r>
              <a:rPr lang="en-US" altLang="en-US" dirty="0" err="1"/>
              <a:t>table_size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540D37-864A-4125-870C-E2FE839C325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Example Using a </a:t>
            </a:r>
            <a:br>
              <a:rPr lang="en-US" altLang="en-US" sz="4000" dirty="0"/>
            </a:br>
            <a:r>
              <a:rPr lang="en-US" altLang="en-US" sz="4000" dirty="0"/>
              <a:t>Hash Function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Suppose our hash function is:</a:t>
            </a:r>
          </a:p>
          <a:p>
            <a:pPr lvl="1" eaLnBrk="1" hangingPunct="1">
              <a:buFontTx/>
              <a:buNone/>
            </a:pPr>
            <a:r>
              <a:rPr lang="en-US" altLang="en-US" sz="2400" dirty="0"/>
              <a:t>h( k ) = k % 100</a:t>
            </a:r>
          </a:p>
          <a:p>
            <a:pPr eaLnBrk="1" hangingPunct="1"/>
            <a:r>
              <a:rPr lang="en-US" altLang="en-US" sz="2800" dirty="0"/>
              <a:t>We wish to search for the object containing key value 214</a:t>
            </a:r>
          </a:p>
          <a:p>
            <a:pPr eaLnBrk="1" hangingPunct="1"/>
            <a:r>
              <a:rPr lang="en-US" altLang="en-US" sz="2800" dirty="0"/>
              <a:t>k is set to 214 in the hash function</a:t>
            </a:r>
          </a:p>
          <a:p>
            <a:pPr eaLnBrk="1" hangingPunct="1"/>
            <a:r>
              <a:rPr lang="en-US" altLang="en-US" sz="2800" dirty="0"/>
              <a:t>The result is 14</a:t>
            </a:r>
          </a:p>
          <a:p>
            <a:pPr eaLnBrk="1" hangingPunct="1"/>
            <a:r>
              <a:rPr lang="en-US" altLang="en-US" sz="2800" dirty="0"/>
              <a:t>The object containing key value 214 is stored at index 14 of the array (hash table)</a:t>
            </a:r>
          </a:p>
          <a:p>
            <a:pPr eaLnBrk="1" hangingPunct="1"/>
            <a:r>
              <a:rPr lang="en-US" altLang="en-US" sz="2800" dirty="0"/>
              <a:t>The </a:t>
            </a:r>
            <a:r>
              <a:rPr lang="en-US" altLang="en-US" sz="2800" u="sng" dirty="0"/>
              <a:t>search</a:t>
            </a:r>
            <a:r>
              <a:rPr lang="en-US" altLang="en-US" sz="2800" dirty="0"/>
              <a:t> is done in </a:t>
            </a:r>
            <a:r>
              <a:rPr lang="en-US" altLang="en-US" sz="2800" b="1" u="sng" dirty="0">
                <a:sym typeface="Symbol" pitchFamily="18" charset="2"/>
              </a:rPr>
              <a:t>( 1 )</a:t>
            </a:r>
            <a:r>
              <a:rPr lang="en-US" altLang="en-US" sz="2800" dirty="0">
                <a:sym typeface="Symbol" pitchFamily="18" charset="2"/>
              </a:rPr>
              <a:t> time</a:t>
            </a:r>
            <a:r>
              <a:rPr lang="en-US" altLang="en-US" sz="28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0DC36E8-20C7-4278-BA1D-D72E85ADF3E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Inserting an Element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element is inserted into a hash table using the same hash function</a:t>
            </a:r>
          </a:p>
          <a:p>
            <a:pPr lvl="1" eaLnBrk="1" hangingPunct="1">
              <a:buFontTx/>
              <a:buNone/>
            </a:pPr>
            <a:r>
              <a:rPr lang="en-US" altLang="en-US" dirty="0"/>
              <a:t>h( k )  = k % 100</a:t>
            </a:r>
          </a:p>
          <a:p>
            <a:pPr eaLnBrk="1" hangingPunct="1"/>
            <a:r>
              <a:rPr lang="en-US" altLang="en-US" dirty="0"/>
              <a:t>To find where an element is to be inserted, use the hash function on its key</a:t>
            </a:r>
          </a:p>
          <a:p>
            <a:pPr eaLnBrk="1" hangingPunct="1"/>
            <a:r>
              <a:rPr lang="en-US" altLang="en-US" dirty="0"/>
              <a:t>If the key value is 214, the object is to be stored in index 14 of the array</a:t>
            </a:r>
          </a:p>
          <a:p>
            <a:pPr eaLnBrk="1" hangingPunct="1"/>
            <a:r>
              <a:rPr lang="en-US" altLang="en-US" u="sng" dirty="0"/>
              <a:t>Insertion</a:t>
            </a:r>
            <a:r>
              <a:rPr lang="en-US" altLang="en-US" dirty="0"/>
              <a:t> is done in </a:t>
            </a:r>
            <a:r>
              <a:rPr lang="en-US" altLang="en-US" u="sng" dirty="0">
                <a:sym typeface="Symbol" pitchFamily="18" charset="2"/>
              </a:rPr>
              <a:t>( 1 )</a:t>
            </a:r>
            <a:r>
              <a:rPr lang="en-US" altLang="en-US" dirty="0">
                <a:sym typeface="Symbol" pitchFamily="18" charset="2"/>
              </a:rPr>
              <a:t> 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7B79FC-ADF3-4FE9-B032-9E2B8C04FEA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98437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4000" dirty="0"/>
              <a:t>Consider the Big Picture …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60437"/>
            <a:ext cx="8229600" cy="48307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If we have one million key values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u="sng" dirty="0"/>
              <a:t>Linear search</a:t>
            </a:r>
            <a:r>
              <a:rPr lang="en-US" altLang="en-US" dirty="0"/>
              <a:t> takes </a:t>
            </a:r>
            <a:r>
              <a:rPr lang="en-US" altLang="en-US" b="1" u="sng" dirty="0"/>
              <a:t>O( n )</a:t>
            </a:r>
            <a:r>
              <a:rPr lang="en-US" altLang="en-US" dirty="0"/>
              <a:t> to search in a regular array or a linked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On average, we might compare 500,000 key values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u="sng" dirty="0"/>
              <a:t>Binary search</a:t>
            </a:r>
            <a:r>
              <a:rPr lang="en-US" altLang="en-US" dirty="0"/>
              <a:t> algorithm gives </a:t>
            </a:r>
            <a:r>
              <a:rPr lang="en-US" altLang="en-US" b="1" u="sng" dirty="0"/>
              <a:t>O(</a:t>
            </a:r>
            <a:r>
              <a:rPr lang="en-US" altLang="en-US" b="1" u="sng" dirty="0" err="1"/>
              <a:t>lg</a:t>
            </a:r>
            <a:r>
              <a:rPr lang="en-US" altLang="en-US" b="1" u="sng" dirty="0"/>
              <a:t> 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/>
              <a:t>lg</a:t>
            </a:r>
            <a:r>
              <a:rPr lang="en-US" altLang="en-US" dirty="0"/>
              <a:t> 500000 ≈ 19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Number of comparison: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 (</a:t>
            </a:r>
            <a:r>
              <a:rPr lang="en-US" altLang="en-US" dirty="0" err="1"/>
              <a:t>hashtable</a:t>
            </a:r>
            <a:r>
              <a:rPr lang="en-US" altLang="en-US" dirty="0"/>
              <a:t>) vs. 19 (binary search) vs. 500,000 (linear search)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872A1F7-2291-4A69-96FA-8D598FA6DFD1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Collisions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26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Consider the hash function</a:t>
            </a:r>
          </a:p>
          <a:p>
            <a:pPr lvl="1" eaLnBrk="1" hangingPunct="1"/>
            <a:r>
              <a:rPr lang="en-US" altLang="en-US" sz="2400" dirty="0"/>
              <a:t>h( k ) = k % 100</a:t>
            </a:r>
          </a:p>
          <a:p>
            <a:pPr eaLnBrk="1" hangingPunct="1"/>
            <a:r>
              <a:rPr lang="en-US" altLang="en-US" sz="2800" dirty="0"/>
              <a:t>A key value of 393 is used for an object, and the object is stored at index 93</a:t>
            </a:r>
          </a:p>
          <a:p>
            <a:pPr eaLnBrk="1" hangingPunct="1"/>
            <a:r>
              <a:rPr lang="en-US" altLang="en-US" sz="2800" dirty="0"/>
              <a:t>Then a key value of 193 is used for a second object; the result of the hash function is 93, but index 93 is </a:t>
            </a:r>
            <a:r>
              <a:rPr lang="en-US" altLang="en-US" sz="2800" u="sng" dirty="0"/>
              <a:t>already occupied</a:t>
            </a:r>
          </a:p>
          <a:p>
            <a:pPr eaLnBrk="1" hangingPunct="1"/>
            <a:r>
              <a:rPr lang="en-US" altLang="en-US" sz="2800" dirty="0"/>
              <a:t>This is called a </a:t>
            </a:r>
            <a:r>
              <a:rPr lang="en-US" altLang="en-US" sz="2800" b="1" i="1" dirty="0">
                <a:solidFill>
                  <a:srgbClr val="0066FF"/>
                </a:solidFill>
              </a:rPr>
              <a:t>collision</a:t>
            </a:r>
          </a:p>
          <a:p>
            <a:pPr eaLnBrk="1" hangingPunct="1"/>
            <a:r>
              <a:rPr lang="en-US" altLang="en-US" sz="2800" dirty="0"/>
              <a:t>The most popular way to resolve collisions is by </a:t>
            </a:r>
            <a:r>
              <a:rPr lang="en-US" altLang="en-US" sz="2800" b="1" i="1" dirty="0">
                <a:solidFill>
                  <a:srgbClr val="0066FF"/>
                </a:solidFill>
              </a:rPr>
              <a:t>chaining, linear probing, and other 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14BB99-98C1-4859-A809-12FE8F6F2069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Collision Resolution: Chaining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 chaining, instead of having an array of objects, we have an </a:t>
            </a:r>
            <a:r>
              <a:rPr lang="en-US" altLang="en-US" sz="2800" u="sng" dirty="0"/>
              <a:t>array of linked lists</a:t>
            </a:r>
            <a:r>
              <a:rPr lang="en-US" altLang="en-US" sz="2800" dirty="0"/>
              <a:t>, each node of which contains an object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An element is still inserted by using the hash function -- the </a:t>
            </a:r>
            <a:r>
              <a:rPr lang="en-US" altLang="en-US" sz="2800" u="sng" dirty="0"/>
              <a:t>hash function provides an index of a linked list</a:t>
            </a:r>
            <a:r>
              <a:rPr lang="en-US" altLang="en-US" sz="2800" dirty="0"/>
              <a:t>, and the element is inserted at the front of that (usually short) linked list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When searching for an element, the hash function is used to get the correct linked list, then the linked list is searched for the 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Java’s </a:t>
            </a:r>
            <a:r>
              <a:rPr lang="en-US" altLang="en-US" sz="2800" dirty="0"/>
              <a:t>HashSet and HashMap are hash tables that use chaining for collision 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38AE116-3086-42BC-8736-B48FD0B1F726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28" name="Line 5"/>
          <p:cNvSpPr>
            <a:spLocks noChangeShapeType="1"/>
          </p:cNvSpPr>
          <p:nvPr/>
        </p:nvSpPr>
        <p:spPr bwMode="auto">
          <a:xfrm>
            <a:off x="1600200" y="1522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0" name="Line 7"/>
          <p:cNvSpPr>
            <a:spLocks noChangeShapeType="1"/>
          </p:cNvSpPr>
          <p:nvPr/>
        </p:nvSpPr>
        <p:spPr bwMode="auto">
          <a:xfrm>
            <a:off x="1600200" y="2132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>
            <a:off x="1600200" y="27416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4" name="Line 11"/>
          <p:cNvSpPr>
            <a:spLocks noChangeShapeType="1"/>
          </p:cNvSpPr>
          <p:nvPr/>
        </p:nvSpPr>
        <p:spPr bwMode="auto">
          <a:xfrm>
            <a:off x="1600200" y="33512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5" name="Rectangle 12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6" name="Line 13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7" name="Rectangle 14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38" name="Line 15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39" name="Rectangle 16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6640" name="Line 17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641" name="Text Box 24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26642" name="Text Box 25"/>
          <p:cNvSpPr txBox="1">
            <a:spLocks noChangeArrowheads="1"/>
          </p:cNvSpPr>
          <p:nvPr/>
        </p:nvSpPr>
        <p:spPr bwMode="auto">
          <a:xfrm>
            <a:off x="3352800" y="1497013"/>
            <a:ext cx="4648200" cy="2474912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A hash table which is initially empty.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Every element is a LinkedList object.  Only the start pointer of the LinkedList object is shown, which is set to NULL.</a:t>
            </a:r>
          </a:p>
        </p:txBody>
      </p:sp>
      <p:sp>
        <p:nvSpPr>
          <p:cNvPr id="26643" name="Text Box 26"/>
          <p:cNvSpPr txBox="1">
            <a:spLocks noChangeArrowheads="1"/>
          </p:cNvSpPr>
          <p:nvPr/>
        </p:nvSpPr>
        <p:spPr bwMode="auto">
          <a:xfrm>
            <a:off x="4800600" y="4648200"/>
            <a:ext cx="3276600" cy="1938992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      h( k ) = k % 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Table/Array size is 7</a:t>
            </a:r>
          </a:p>
        </p:txBody>
      </p:sp>
      <p:sp>
        <p:nvSpPr>
          <p:cNvPr id="26644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Using Chaining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F8F2899-ACE7-4434-B616-97CE419734BC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52" name="Line 3"/>
          <p:cNvSpPr>
            <a:spLocks noChangeShapeType="1"/>
          </p:cNvSpPr>
          <p:nvPr/>
        </p:nvSpPr>
        <p:spPr bwMode="auto">
          <a:xfrm>
            <a:off x="1600200" y="1522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>
            <a:off x="1600200" y="2132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56" name="Line 7"/>
          <p:cNvSpPr>
            <a:spLocks noChangeShapeType="1"/>
          </p:cNvSpPr>
          <p:nvPr/>
        </p:nvSpPr>
        <p:spPr bwMode="auto">
          <a:xfrm>
            <a:off x="1600200" y="27416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58" name="Line 9"/>
          <p:cNvSpPr>
            <a:spLocks noChangeShapeType="1"/>
          </p:cNvSpPr>
          <p:nvPr/>
        </p:nvSpPr>
        <p:spPr bwMode="auto">
          <a:xfrm>
            <a:off x="1600200" y="33512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59" name="Rectangle 10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60" name="Line 11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1" name="Rectangle 1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62" name="Line 1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3" name="Rectangle 1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7664" name="Line 15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65" name="Text Box 16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27666" name="Text Box 19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27667" name="Text Box 21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31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31 % 7 is 3</a:t>
            </a:r>
          </a:p>
        </p:txBody>
      </p:sp>
      <p:sp>
        <p:nvSpPr>
          <p:cNvPr id="27668" name="Rectangle 2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A0DC12E-2217-452F-A192-AB6182D15078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8675" name="Text Box 15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28676" name="Text Box 23"/>
          <p:cNvSpPr txBox="1">
            <a:spLocks noChangeArrowheads="1"/>
          </p:cNvSpPr>
          <p:nvPr/>
        </p:nvSpPr>
        <p:spPr bwMode="auto">
          <a:xfrm>
            <a:off x="3200400" y="1768475"/>
            <a:ext cx="50292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Note:  The whole object is stored but only the key value is shown</a:t>
            </a:r>
          </a:p>
        </p:txBody>
      </p:sp>
      <p:sp>
        <p:nvSpPr>
          <p:cNvPr id="28677" name="Text Box 2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28678" name="Text Box 26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31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31 % 7 is 3</a:t>
            </a:r>
          </a:p>
        </p:txBody>
      </p:sp>
      <p:sp>
        <p:nvSpPr>
          <p:cNvPr id="28679" name="Rectangle 27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28680" name="Rectangle 28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1" name="Line 29"/>
          <p:cNvSpPr>
            <a:spLocks noChangeShapeType="1"/>
          </p:cNvSpPr>
          <p:nvPr/>
        </p:nvSpPr>
        <p:spPr bwMode="auto">
          <a:xfrm>
            <a:off x="1600200" y="1522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82" name="Rectangle 30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3" name="Line 31"/>
          <p:cNvSpPr>
            <a:spLocks noChangeShapeType="1"/>
          </p:cNvSpPr>
          <p:nvPr/>
        </p:nvSpPr>
        <p:spPr bwMode="auto">
          <a:xfrm>
            <a:off x="1600200" y="2132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84" name="Rectangle 32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5" name="Line 33"/>
          <p:cNvSpPr>
            <a:spLocks noChangeShapeType="1"/>
          </p:cNvSpPr>
          <p:nvPr/>
        </p:nvSpPr>
        <p:spPr bwMode="auto">
          <a:xfrm>
            <a:off x="1600200" y="27416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86" name="Rectangle 34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7" name="Rectangle 35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88" name="Line 36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89" name="Rectangle 37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90" name="Line 38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1" name="Rectangle 39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92" name="Line 40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3" name="Line 41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4" name="Rectangle 42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8695" name="Line 43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696" name="Text Box 44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28697" name="Line 45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A428BD9-9F69-4E68-9E99-71E474B9DE7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9699" name="Text Box 15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29700" name="Text Box 17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29701" name="Rectangle 35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02" name="Line 36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03" name="Text Box 37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29704" name="Line 38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05" name="Text Box 39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29706" name="Text Box 41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9 % 7 is 2</a:t>
            </a:r>
          </a:p>
        </p:txBody>
      </p:sp>
      <p:sp>
        <p:nvSpPr>
          <p:cNvPr id="29707" name="Rectangle 4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29708" name="Rectangle 43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09" name="Line 44"/>
          <p:cNvSpPr>
            <a:spLocks noChangeShapeType="1"/>
          </p:cNvSpPr>
          <p:nvPr/>
        </p:nvSpPr>
        <p:spPr bwMode="auto">
          <a:xfrm>
            <a:off x="1600200" y="1522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10" name="Rectangle 45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1" name="Line 46"/>
          <p:cNvSpPr>
            <a:spLocks noChangeShapeType="1"/>
          </p:cNvSpPr>
          <p:nvPr/>
        </p:nvSpPr>
        <p:spPr bwMode="auto">
          <a:xfrm>
            <a:off x="1600200" y="2132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12" name="Rectangle 47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3" name="Rectangle 49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4" name="Rectangle 50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5" name="Line 51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16" name="Rectangle 5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7" name="Line 5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18" name="Rectangle 5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19" name="Line 55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0" name="Line 56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1" name="Rectangle 57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29722" name="Line 58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3" name="Text Box 59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29724" name="Line 60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725" name="Line 34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1B837B6-06E6-4DA9-A53A-3AE267E44E78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3" name="Text Box 14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0724" name="Text Box 16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0725" name="Rectangle 29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26" name="Line 30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27" name="Text Box 31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0728" name="Line 32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29" name="Text Box 33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0730" name="Text Box 35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36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36 % 7 is 1</a:t>
            </a:r>
          </a:p>
        </p:txBody>
      </p:sp>
      <p:sp>
        <p:nvSpPr>
          <p:cNvPr id="30731" name="Rectangle 3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0732" name="Rectangle 37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33" name="Line 38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4" name="Text Box 39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0735" name="Line 40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6" name="Rectangle 41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37" name="Line 42"/>
          <p:cNvSpPr>
            <a:spLocks noChangeShapeType="1"/>
          </p:cNvSpPr>
          <p:nvPr/>
        </p:nvSpPr>
        <p:spPr bwMode="auto">
          <a:xfrm>
            <a:off x="1600200" y="1522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38" name="Rectangle 43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39" name="Rectangle 45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0" name="Rectangle 47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1" name="Rectangle 48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2" name="Line 49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43" name="Rectangle 50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4" name="Line 51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45" name="Rectangle 52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6" name="Line 53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47" name="Line 54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48" name="Rectangle 55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0749" name="Line 56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50" name="Text Box 57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0751" name="Line 58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52" name="Line 59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53" name="Line 28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DA900C-48E2-461A-9C4C-0F84B65D6CE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1747" name="Rectangle 4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1748" name="Text Box 13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1749" name="Text Box 15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1750" name="Line 32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51" name="Rectangle 33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52" name="Line 34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53" name="Text Box 35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1754" name="Line 36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55" name="Text Box 37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1756" name="Text Box 39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42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42 % 7 is 0</a:t>
            </a:r>
          </a:p>
        </p:txBody>
      </p:sp>
      <p:sp>
        <p:nvSpPr>
          <p:cNvPr id="31757" name="Rectangle 41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58" name="Line 42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59" name="Text Box 43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1760" name="Line 44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61" name="Rectangle 45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62" name="Line 46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63" name="Text Box 47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1764" name="Line 48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65" name="Rectangle 49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66" name="Rectangle 51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67" name="Rectangle 52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68" name="Rectangle 53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69" name="Rectangle 54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70" name="Line 55"/>
          <p:cNvSpPr>
            <a:spLocks noChangeShapeType="1"/>
          </p:cNvSpPr>
          <p:nvPr/>
        </p:nvSpPr>
        <p:spPr bwMode="auto">
          <a:xfrm>
            <a:off x="1600200" y="39608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71" name="Rectangle 56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72" name="Line 57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73" name="Rectangle 58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74" name="Line 59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75" name="Line 60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76" name="Rectangle 61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1777" name="Line 62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78" name="Text Box 63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1779" name="Line 64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80" name="Line 65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81" name="Line 66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874A17-B8F6-4CBE-9039-5548A1EC87EB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2771" name="Text Box 12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2772" name="Text Box 14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2773" name="Rectangle 42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74" name="Line 43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5" name="Text Box 44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2776" name="Line 45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77" name="Text Box 46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2778" name="Text Box 48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46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46 % 7 is 4</a:t>
            </a:r>
          </a:p>
        </p:txBody>
      </p:sp>
      <p:sp>
        <p:nvSpPr>
          <p:cNvPr id="32779" name="Rectangle 4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2780" name="Rectangle 51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81" name="Line 52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82" name="Text Box 53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2783" name="Line 54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84" name="Rectangle 55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85" name="Line 56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86" name="Text Box 57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2787" name="Line 58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88" name="Rectangle 59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89" name="Line 60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90" name="Text Box 61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2791" name="Line 62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92" name="Rectangle 63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3" name="Rectangle 64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4" name="Rectangle 65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5" name="Rectangle 66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6" name="Rectangle 67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7" name="Rectangle 69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798" name="Line 70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799" name="Rectangle 71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800" name="Line 72"/>
          <p:cNvSpPr>
            <a:spLocks noChangeShapeType="1"/>
          </p:cNvSpPr>
          <p:nvPr/>
        </p:nvSpPr>
        <p:spPr bwMode="auto">
          <a:xfrm>
            <a:off x="1600200" y="51800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1" name="Line 73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2" name="Rectangle 74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2803" name="Line 75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4" name="Text Box 76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2805" name="Line 77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6" name="Line 78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7" name="Line 79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8" name="Line 41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809" name="Line 50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2F950E-DBE8-49C9-A2B2-AA085E6B8224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33795" name="Text Box 11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3796" name="Text Box 13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3797" name="Rectangle 41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798" name="Line 42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799" name="Text Box 43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3800" name="Line 44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1" name="Text Box 45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3802" name="Text Box 4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20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20 % 7 is 6</a:t>
            </a:r>
          </a:p>
        </p:txBody>
      </p:sp>
      <p:sp>
        <p:nvSpPr>
          <p:cNvPr id="33803" name="Rectangle 4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3804" name="Rectangle 49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05" name="Line 50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6" name="Text Box 51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3807" name="Line 52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08" name="Rectangle 54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09" name="Line 55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10" name="Text Box 56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3811" name="Line 57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12" name="Rectangle 58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13" name="Line 59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14" name="Text Box 60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3815" name="Line 61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16" name="Rectangle 62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17" name="Line 63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18" name="Text Box 64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3819" name="Line 65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20" name="Rectangle 66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1" name="Rectangle 67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2" name="Rectangle 68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3" name="Rectangle 69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4" name="Rectangle 70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5" name="Rectangle 71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6" name="Line 72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27" name="Rectangle 73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28" name="Line 7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29" name="Rectangle 7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3830" name="Line 7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1" name="Text Box 78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3832" name="Line 79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3" name="Line 80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4" name="Line 81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5" name="Line 82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6" name="Line 40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837" name="Line 83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D97C32B-E255-49CC-92B3-31ACF8DE661F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4819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4820" name="Text Box 12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4821" name="Text Box 44"/>
          <p:cNvSpPr txBox="1">
            <a:spLocks noChangeArrowheads="1"/>
          </p:cNvSpPr>
          <p:nvPr/>
        </p:nvSpPr>
        <p:spPr bwMode="auto">
          <a:xfrm>
            <a:off x="4495800" y="1828800"/>
            <a:ext cx="38862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COLLISION occurs…</a:t>
            </a:r>
          </a:p>
        </p:txBody>
      </p:sp>
      <p:sp>
        <p:nvSpPr>
          <p:cNvPr id="34822" name="Text Box 45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4823" name="Text Box 4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34824" name="Rectangle 4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4825" name="Rectangle 49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26" name="Line 50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27" name="Text Box 51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4828" name="Line 52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29" name="Rectangle 53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30" name="Line 54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31" name="Text Box 55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4832" name="Line 56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33" name="Rectangle 58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34" name="Line 59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35" name="Text Box 60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4836" name="Line 61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37" name="Rectangle 62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38" name="Line 63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39" name="Text Box 64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4840" name="Line 65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41" name="Rectangle 66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42" name="Line 67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43" name="Text Box 68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4844" name="Line 69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45" name="Rectangle 70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46" name="Rectangle 71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47" name="Rectangle 72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48" name="Rectangle 73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49" name="Rectangle 74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50" name="Rectangle 75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51" name="Line 76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52" name="Rectangle 77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53" name="Line 78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54" name="Rectangle 79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4855" name="Line 80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56" name="Text Box 81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4857" name="Line 82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58" name="Line 83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59" name="Line 84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60" name="Line 85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61" name="Line 86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862" name="Line 87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B423EFF-BDDC-44C8-A4F9-290AD652FF55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5843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5844" name="Text Box 11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5845" name="Text Box 42"/>
          <p:cNvSpPr txBox="1">
            <a:spLocks noChangeArrowheads="1"/>
          </p:cNvSpPr>
          <p:nvPr/>
        </p:nvSpPr>
        <p:spPr bwMode="auto">
          <a:xfrm>
            <a:off x="4495800" y="1692275"/>
            <a:ext cx="43434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But key 2 is just inserted in the linked list</a:t>
            </a:r>
          </a:p>
        </p:txBody>
      </p:sp>
      <p:sp>
        <p:nvSpPr>
          <p:cNvPr id="35846" name="Text Box 43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5847" name="Text Box 44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35848" name="Rectangle 4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5849" name="Rectangle 46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50" name="Line 47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51" name="Text Box 48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5852" name="Line 49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53" name="Rectangle 50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54" name="Line 51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55" name="Text Box 52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5856" name="Line 53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57" name="Rectangle 55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58" name="Line 56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59" name="Text Box 57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5860" name="Line 58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61" name="Rectangle 59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62" name="Line 60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63" name="Text Box 61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5864" name="Line 62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65" name="Rectangle 63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66" name="Line 64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67" name="Text Box 65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5868" name="Line 66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69" name="Rectangle 67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0" name="Rectangle 68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1" name="Rectangle 69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2" name="Rectangle 7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3" name="Rectangle 7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4" name="Rectangle 7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5" name="Line 7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76" name="Rectangle 7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7" name="Line 7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78" name="Rectangle 7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5879" name="Line 7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0" name="Text Box 78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5881" name="Line 79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2" name="Line 80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3" name="Line 81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4" name="Line 82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5" name="Line 83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5886" name="Line 84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7AE8782-0F0E-47F8-AAE1-3906262B521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6867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6868" name="Text Box 11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6869" name="Text Box 42"/>
          <p:cNvSpPr txBox="1">
            <a:spLocks noChangeArrowheads="1"/>
          </p:cNvSpPr>
          <p:nvPr/>
        </p:nvSpPr>
        <p:spPr bwMode="auto">
          <a:xfrm>
            <a:off x="4038600" y="1600200"/>
            <a:ext cx="49530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insert function of LinkedList inserts a new element at the BEGINNING of the list</a:t>
            </a:r>
          </a:p>
        </p:txBody>
      </p:sp>
      <p:sp>
        <p:nvSpPr>
          <p:cNvPr id="36870" name="Text Box 43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6871" name="Text Box 44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36872" name="Rectangle 4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6873" name="Rectangle 46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74" name="Line 47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5" name="Text Box 48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6876" name="Line 49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7" name="Rectangle 50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78" name="Line 51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79" name="Text Box 52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6880" name="Line 53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81" name="Rectangle 55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82" name="Line 56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83" name="Text Box 57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6884" name="Line 58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85" name="Rectangle 59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86" name="Line 60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87" name="Text Box 61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6888" name="Line 62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89" name="Rectangle 63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0" name="Line 64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91" name="Text Box 65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 9</a:t>
            </a:r>
          </a:p>
        </p:txBody>
      </p:sp>
      <p:sp>
        <p:nvSpPr>
          <p:cNvPr id="36892" name="Line 66"/>
          <p:cNvSpPr>
            <a:spLocks noChangeShapeType="1"/>
          </p:cNvSpPr>
          <p:nvPr/>
        </p:nvSpPr>
        <p:spPr bwMode="auto">
          <a:xfrm>
            <a:off x="3276600" y="27432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893" name="Rectangle 67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4" name="Rectangle 68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5" name="Rectangle 69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6" name="Rectangle 7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7" name="Rectangle 7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8" name="Rectangle 7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899" name="Line 7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0" name="Rectangle 7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901" name="Line 7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2" name="Rectangle 7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6903" name="Line 7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4" name="Text Box 78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6905" name="Line 79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6" name="Line 80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7" name="Line 81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8" name="Line 82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09" name="Line 83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6910" name="Line 84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D5CF5E-9D0B-42A2-9314-1EFE3F8D488B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7891" name="Text Box 10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7892" name="Text Box 12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7893" name="Rectangle 51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894" name="Line 52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895" name="Text Box 53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37896" name="Line 54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897" name="Text Box 55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7898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37899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7900" name="Rectangle 59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01" name="Line 60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02" name="Text Box 61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7903" name="Line 62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04" name="Rectangle 63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05" name="Line 64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06" name="Text Box 65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7907" name="Line 66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08" name="Rectangle 68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09" name="Line 69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0" name="Text Box 70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7911" name="Line 71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2" name="Rectangle 72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13" name="Line 73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4" name="Text Box 74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7915" name="Line 75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6" name="Rectangle 76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17" name="Line 77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18" name="Text Box 78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37919" name="Rectangle 80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0" name="Rectangle 81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1" name="Rectangle 82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2" name="Rectangle 83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3" name="Rectangle 84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4" name="Rectangle 85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5" name="Line 86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26" name="Rectangle 87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7" name="Line 88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28" name="Rectangle 89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7929" name="Line 90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0" name="Text Box 91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31</a:t>
            </a:r>
          </a:p>
        </p:txBody>
      </p:sp>
      <p:sp>
        <p:nvSpPr>
          <p:cNvPr id="37931" name="Line 92"/>
          <p:cNvSpPr>
            <a:spLocks noChangeShapeType="1"/>
          </p:cNvSpPr>
          <p:nvPr/>
        </p:nvSpPr>
        <p:spPr bwMode="auto">
          <a:xfrm>
            <a:off x="32766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2" name="Line 93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3" name="Line 94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4" name="Line 95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5" name="Line 96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6" name="Line 50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7937" name="Line 97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20156C-0518-4AA9-BC7A-6C927B6AFF4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8915" name="Text Box 10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8916" name="Text Box 12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8917" name="Rectangle 49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18" name="Line 50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19" name="Text Box 51"/>
          <p:cNvSpPr txBox="1">
            <a:spLocks noChangeArrowheads="1"/>
          </p:cNvSpPr>
          <p:nvPr/>
        </p:nvSpPr>
        <p:spPr bwMode="auto">
          <a:xfrm>
            <a:off x="4267200" y="3352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38920" name="Line 52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1" name="Text Box 53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8922" name="Text Box 55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INSERT object with key 24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24 % 7 is 3</a:t>
            </a:r>
          </a:p>
        </p:txBody>
      </p:sp>
      <p:sp>
        <p:nvSpPr>
          <p:cNvPr id="38923" name="Rectangle 5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8924" name="Rectangle 57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25" name="Line 58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6" name="Text Box 59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38927" name="Line 60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28" name="Rectangle 61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29" name="Line 62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0" name="Text Box 63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8931" name="Line 64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2" name="Rectangle 65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33" name="Line 66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4" name="Text Box 67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8935" name="Line 68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6" name="Rectangle 70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37" name="Line 71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38" name="Text Box 72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8939" name="Line 73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0" name="Rectangle 74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41" name="Line 75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2" name="Text Box 76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8943" name="Line 77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4" name="Rectangle 78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45" name="Line 79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46" name="Text Box 80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38947" name="Rectangle 81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48" name="Rectangle 82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49" name="Rectangle 83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0" name="Rectangle 84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1" name="Rectangle 85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2" name="Rectangle 86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3" name="Line 87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4" name="Rectangle 88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5" name="Line 89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6" name="Rectangle 90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8957" name="Line 91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58" name="Text Box 92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38959" name="Line 94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0" name="Line 95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1" name="Line 96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2" name="Line 97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3" name="Line 98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4" name="Line 48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965" name="Line 99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C1C8E2-E4FB-4B6B-83AD-52C14B132CE6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39940" name="Text Box 12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39941" name="Text Box 52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39942" name="Text Box 54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8499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39943" name="Rectangle 5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39944" name="Rectangle 56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45" name="Line 57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6" name="Text Box 58"/>
          <p:cNvSpPr txBox="1">
            <a:spLocks noChangeArrowheads="1"/>
          </p:cNvSpPr>
          <p:nvPr/>
        </p:nvSpPr>
        <p:spPr bwMode="auto">
          <a:xfrm>
            <a:off x="4267200" y="33528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39947" name="Line 59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8" name="Rectangle 60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49" name="Line 61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0" name="Text Box 62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39951" name="Line 63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2" name="Rectangle 64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53" name="Line 65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4" name="Text Box 66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39955" name="Line 67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6" name="Rectangle 68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57" name="Line 69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58" name="Text Box 70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39959" name="Line 71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0" name="Rectangle 73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61" name="Line 74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2" name="Text Box 75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39963" name="Line 76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4" name="Rectangle 77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65" name="Line 78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6" name="Text Box 79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39967" name="Line 80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68" name="Rectangle 81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69" name="Line 82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0" name="Text Box 83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39971" name="Rectangle 84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2" name="Rectangle 85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3" name="Rectangle 86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4" name="Rectangle 87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5" name="Rectangle 88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6" name="Rectangle 89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7" name="Line 90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78" name="Rectangle 91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79" name="Line 92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0" name="Rectangle 93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39981" name="Line 94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2" name="Text Box 95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39983" name="Line 96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4" name="Line 97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5" name="Line 98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6" name="Line 99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7" name="Line 100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8" name="Line 101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89" name="Line 102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A1D6BD-7AB7-4EAA-AC6B-4607B22AAC67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40963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40964" name="Text Box 12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0965" name="Text Box 53"/>
          <p:cNvSpPr txBox="1">
            <a:spLocks noChangeArrowheads="1"/>
          </p:cNvSpPr>
          <p:nvPr/>
        </p:nvSpPr>
        <p:spPr bwMode="auto">
          <a:xfrm>
            <a:off x="4343400" y="1600200"/>
            <a:ext cx="44958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We search this linked list for the object with key 2</a:t>
            </a:r>
          </a:p>
        </p:txBody>
      </p:sp>
      <p:sp>
        <p:nvSpPr>
          <p:cNvPr id="40966" name="Text Box 5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0967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40968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0969" name="Rectangle 59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70" name="Line 60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1" name="Text Box 61"/>
          <p:cNvSpPr txBox="1">
            <a:spLocks noChangeArrowheads="1"/>
          </p:cNvSpPr>
          <p:nvPr/>
        </p:nvSpPr>
        <p:spPr bwMode="auto">
          <a:xfrm>
            <a:off x="4267200" y="3352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0972" name="Line 62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3" name="Rectangle 63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74" name="Line 64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5" name="Text Box 65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0976" name="Line 66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7" name="Rectangle 67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78" name="Line 68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79" name="Text Box 69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0980" name="Line 70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1" name="Rectangle 71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82" name="Line 72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3" name="Text Box 73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0984" name="Line 74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5" name="Rectangle 76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86" name="Line 77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7" name="Text Box 78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0988" name="Line 79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89" name="Rectangle 80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90" name="Line 81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1" name="Text Box 82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0992" name="Line 83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3" name="Rectangle 84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94" name="Line 85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5" name="Text Box 86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0996" name="Rectangle 87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97" name="Rectangle 88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98" name="Rectangle 9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0999" name="Rectangle 9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000" name="Rectangle 9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001" name="Line 9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2" name="Rectangle 9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003" name="Line 9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4" name="Rectangle 9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005" name="Line 9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6" name="Text Box 98"/>
          <p:cNvSpPr txBox="1">
            <a:spLocks noChangeArrowheads="1"/>
          </p:cNvSpPr>
          <p:nvPr/>
        </p:nvSpPr>
        <p:spPr bwMode="auto">
          <a:xfrm>
            <a:off x="2819400" y="335121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1007" name="Line 100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8" name="Line 101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09" name="Line 102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0" name="Line 103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1" name="Line 104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2" name="Rectangle 89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013" name="Line 99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4" name="Line 105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D2E490-F85D-46CF-8C88-9ED6E2AFF620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41987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41988" name="Text Box 11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1989" name="Text Box 51"/>
          <p:cNvSpPr txBox="1">
            <a:spLocks noChangeArrowheads="1"/>
          </p:cNvSpPr>
          <p:nvPr/>
        </p:nvSpPr>
        <p:spPr bwMode="auto">
          <a:xfrm>
            <a:off x="3962400" y="1600200"/>
            <a:ext cx="4953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Remember…the whole object is stored, only the key is shown</a:t>
            </a:r>
          </a:p>
        </p:txBody>
      </p:sp>
      <p:sp>
        <p:nvSpPr>
          <p:cNvPr id="41990" name="Text Box 52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1991" name="Text Box 53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8499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41992" name="Rectangle 5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1993" name="Rectangle 55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994" name="Line 56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5" name="Text Box 57"/>
          <p:cNvSpPr txBox="1">
            <a:spLocks noChangeArrowheads="1"/>
          </p:cNvSpPr>
          <p:nvPr/>
        </p:nvSpPr>
        <p:spPr bwMode="auto">
          <a:xfrm>
            <a:off x="4267200" y="33528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1996" name="Line 58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7" name="Rectangle 59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1998" name="Line 60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999" name="Text Box 61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2000" name="Line 62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1" name="Rectangle 63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02" name="Line 64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3" name="Text Box 65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2004" name="Line 66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5" name="Rectangle 67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06" name="Line 68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7" name="Text Box 69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2008" name="Line 70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09" name="Rectangle 72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10" name="Line 73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1" name="Text Box 74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2012" name="Line 75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3" name="Rectangle 76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14" name="Line 77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5" name="Text Box 78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2016" name="Line 79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7" name="Rectangle 80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18" name="Line 81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19" name="Text Box 82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2020" name="Rectangle 83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1" name="Rectangle 84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2" name="Rectangle 85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3" name="Rectangle 86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4" name="Rectangle 87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5" name="Line 88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6" name="Rectangle 89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7" name="Line 90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28" name="Rectangle 91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29" name="Line 92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0" name="Text Box 93"/>
          <p:cNvSpPr txBox="1">
            <a:spLocks noChangeArrowheads="1"/>
          </p:cNvSpPr>
          <p:nvPr/>
        </p:nvSpPr>
        <p:spPr bwMode="auto">
          <a:xfrm>
            <a:off x="2819400" y="335121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2031" name="Line 95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2" name="Line 96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3" name="Line 97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4" name="Line 98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5" name="Line 99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6" name="Rectangle 100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2037" name="Line 94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2038" name="Line 101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033A6AD-4261-4B98-BBFD-C727DEDFE029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3011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43012" name="Text Box 12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3013" name="Text Box 53"/>
          <p:cNvSpPr txBox="1">
            <a:spLocks noChangeArrowheads="1"/>
          </p:cNvSpPr>
          <p:nvPr/>
        </p:nvSpPr>
        <p:spPr bwMode="auto">
          <a:xfrm>
            <a:off x="4038600" y="1600200"/>
            <a:ext cx="49530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Does this object contain key 2?</a:t>
            </a:r>
          </a:p>
        </p:txBody>
      </p:sp>
      <p:sp>
        <p:nvSpPr>
          <p:cNvPr id="43014" name="Text Box 5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3015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8499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43016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3017" name="Rectangle 59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18" name="Line 60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19" name="Text Box 61"/>
          <p:cNvSpPr txBox="1">
            <a:spLocks noChangeArrowheads="1"/>
          </p:cNvSpPr>
          <p:nvPr/>
        </p:nvSpPr>
        <p:spPr bwMode="auto">
          <a:xfrm>
            <a:off x="4267200" y="33528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3020" name="Line 62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1" name="Rectangle 63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22" name="Line 64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3" name="Text Box 65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3024" name="Line 66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5" name="Rectangle 67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26" name="Line 68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7" name="Text Box 69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3028" name="Line 70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29" name="Rectangle 71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30" name="Line 72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1" name="Text Box 73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3032" name="Line 74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3" name="Rectangle 76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34" name="Line 77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5" name="Text Box 78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3036" name="Line 79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7" name="Rectangle 80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38" name="Line 81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39" name="Text Box 82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3040" name="Line 83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1" name="Rectangle 84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2" name="Line 85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43" name="Text Box 86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3044" name="Rectangle 87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5" name="Rectangle 88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6" name="Rectangle 89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7" name="Rectangle 90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8" name="Rectangle 91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49" name="Line 92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0" name="Rectangle 93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51" name="Line 94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2" name="Rectangle 95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53" name="Line 96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4" name="Text Box 97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3055" name="Line 99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6" name="Line 100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7" name="Line 101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8" name="Line 102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59" name="Line 103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0" name="Rectangle 104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3061" name="Line 98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2" name="Line 105"/>
          <p:cNvSpPr>
            <a:spLocks noChangeShapeType="1"/>
          </p:cNvSpPr>
          <p:nvPr/>
        </p:nvSpPr>
        <p:spPr bwMode="auto">
          <a:xfrm flipH="1">
            <a:off x="3810000" y="2057400"/>
            <a:ext cx="6096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063" name="Line 106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3D33D3D-0998-4CA6-9D4E-B9F2F3EBD0E2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44035" name="Text Box 10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44036" name="Text Box 12"/>
          <p:cNvSpPr txBox="1">
            <a:spLocks noChangeArrowheads="1"/>
          </p:cNvSpPr>
          <p:nvPr/>
        </p:nvSpPr>
        <p:spPr bwMode="auto">
          <a:xfrm>
            <a:off x="457200" y="6019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4037" name="Text Box 5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4038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44039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4040" name="Text Box 59"/>
          <p:cNvSpPr txBox="1">
            <a:spLocks noChangeArrowheads="1"/>
          </p:cNvSpPr>
          <p:nvPr/>
        </p:nvSpPr>
        <p:spPr bwMode="auto">
          <a:xfrm>
            <a:off x="4038600" y="1600200"/>
            <a:ext cx="4953000" cy="83099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Does this object contain key 2?  No, so go on to the next object.</a:t>
            </a:r>
          </a:p>
        </p:txBody>
      </p:sp>
      <p:sp>
        <p:nvSpPr>
          <p:cNvPr id="44041" name="Rectangle 60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42" name="Line 61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3" name="Text Box 62"/>
          <p:cNvSpPr txBox="1">
            <a:spLocks noChangeArrowheads="1"/>
          </p:cNvSpPr>
          <p:nvPr/>
        </p:nvSpPr>
        <p:spPr bwMode="auto">
          <a:xfrm>
            <a:off x="4267200" y="3352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4044" name="Line 63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5" name="Rectangle 64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46" name="Line 65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7" name="Text Box 66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4048" name="Line 67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49" name="Rectangle 68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50" name="Line 69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1" name="Text Box 70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4052" name="Line 71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3" name="Rectangle 72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54" name="Line 73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5" name="Text Box 74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4056" name="Line 75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7" name="Rectangle 77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58" name="Line 78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59" name="Text Box 79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4060" name="Line 80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1" name="Rectangle 81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62" name="Line 82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3" name="Text Box 83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4064" name="Line 84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5" name="Rectangle 85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66" name="Line 86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67" name="Text Box 87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4068" name="Rectangle 88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69" name="Rectangle 89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0" name="Rectangle 9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1" name="Rectangle 9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2" name="Rectangle 9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3" name="Line 9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4" name="Rectangle 9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5" name="Line 9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6" name="Rectangle 9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77" name="Line 9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78" name="Text Box 98"/>
          <p:cNvSpPr txBox="1">
            <a:spLocks noChangeArrowheads="1"/>
          </p:cNvSpPr>
          <p:nvPr/>
        </p:nvSpPr>
        <p:spPr bwMode="auto">
          <a:xfrm>
            <a:off x="2819400" y="335121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4079" name="Line 99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0" name="Line 100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1" name="Line 101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2" name="Line 102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3" name="Line 103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4" name="Rectangle 104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4085" name="Line 105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6" name="Line 106"/>
          <p:cNvSpPr>
            <a:spLocks noChangeShapeType="1"/>
          </p:cNvSpPr>
          <p:nvPr/>
        </p:nvSpPr>
        <p:spPr bwMode="auto">
          <a:xfrm flipH="1">
            <a:off x="3810000" y="2438400"/>
            <a:ext cx="4572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4087" name="Line 107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521A6D-4AA1-4017-943D-B81D603FD333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45059" name="Text Box 12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5060" name="Text Box 5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5061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8499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**FIND** the object with key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2 % 7 is 2</a:t>
            </a:r>
          </a:p>
        </p:txBody>
      </p:sp>
      <p:sp>
        <p:nvSpPr>
          <p:cNvPr id="45062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5063" name="Text Box 59"/>
          <p:cNvSpPr txBox="1">
            <a:spLocks noChangeArrowheads="1"/>
          </p:cNvSpPr>
          <p:nvPr/>
        </p:nvSpPr>
        <p:spPr bwMode="auto">
          <a:xfrm>
            <a:off x="4038600" y="1600200"/>
            <a:ext cx="4953000" cy="46672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FF3300"/>
                </a:solidFill>
              </a:rPr>
              <a:t>Does this object contain key 2?</a:t>
            </a:r>
          </a:p>
        </p:txBody>
      </p:sp>
      <p:sp>
        <p:nvSpPr>
          <p:cNvPr id="45064" name="Rectangle 60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5" name="Line 61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6" name="Text Box 62"/>
          <p:cNvSpPr txBox="1">
            <a:spLocks noChangeArrowheads="1"/>
          </p:cNvSpPr>
          <p:nvPr/>
        </p:nvSpPr>
        <p:spPr bwMode="auto">
          <a:xfrm>
            <a:off x="4267200" y="3352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5067" name="Line 63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68" name="Rectangle 64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69" name="Line 65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0" name="Text Box 66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5071" name="Line 67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2" name="Rectangle 68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73" name="Line 69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4" name="Text Box 70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5075" name="Line 71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6" name="Rectangle 72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77" name="Line 73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8" name="Text Box 74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5079" name="Line 75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0" name="Rectangle 77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81" name="Line 78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2" name="Text Box 79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5083" name="Line 80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4" name="Rectangle 81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85" name="Line 82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6" name="Text Box 83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5087" name="Line 84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88" name="Rectangle 85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89" name="Line 86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0" name="Text Box 87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5091" name="Rectangle 88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2" name="Rectangle 89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3" name="Rectangle 9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4" name="Rectangle 9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5" name="Rectangle 9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6" name="Line 9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7" name="Rectangle 9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098" name="Line 9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99" name="Rectangle 9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100" name="Line 9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1" name="Text Box 98"/>
          <p:cNvSpPr txBox="1">
            <a:spLocks noChangeArrowheads="1"/>
          </p:cNvSpPr>
          <p:nvPr/>
        </p:nvSpPr>
        <p:spPr bwMode="auto">
          <a:xfrm>
            <a:off x="2819400" y="335121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5102" name="Line 99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3" name="Line 100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4" name="Line 101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5" name="Line 102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6" name="Line 103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7" name="Rectangle 104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5108" name="Line 105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09" name="Line 106"/>
          <p:cNvSpPr>
            <a:spLocks noChangeShapeType="1"/>
          </p:cNvSpPr>
          <p:nvPr/>
        </p:nvSpPr>
        <p:spPr bwMode="auto">
          <a:xfrm>
            <a:off x="4419600" y="2057400"/>
            <a:ext cx="762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0" name="Line 107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1" name="Text Box 108"/>
          <p:cNvSpPr txBox="1">
            <a:spLocks noChangeArrowheads="1"/>
          </p:cNvSpPr>
          <p:nvPr/>
        </p:nvSpPr>
        <p:spPr bwMode="auto">
          <a:xfrm>
            <a:off x="838200" y="1524000"/>
            <a:ext cx="533400" cy="4802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C21004F-4292-4F5D-A05F-1BDA29C3820B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46083" name="Text Box 10"/>
          <p:cNvSpPr txBox="1">
            <a:spLocks noChangeArrowheads="1"/>
          </p:cNvSpPr>
          <p:nvPr/>
        </p:nvSpPr>
        <p:spPr bwMode="auto">
          <a:xfrm>
            <a:off x="838200" y="1522413"/>
            <a:ext cx="533400" cy="48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0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1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2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3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4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5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r>
              <a:rPr lang="en-US" altLang="en-US" sz="2400" b="0"/>
              <a:t>6</a:t>
            </a:r>
          </a:p>
          <a:p>
            <a:pPr eaLnBrk="1" hangingPunct="1">
              <a:spcBef>
                <a:spcPct val="50000"/>
              </a:spcBef>
              <a:spcAft>
                <a:spcPct val="20000"/>
              </a:spcAft>
              <a:buFontTx/>
              <a:buNone/>
            </a:pPr>
            <a:endParaRPr lang="en-US" altLang="en-US" sz="2400" b="0"/>
          </a:p>
        </p:txBody>
      </p:sp>
      <p:sp>
        <p:nvSpPr>
          <p:cNvPr id="46084" name="Text Box 12"/>
          <p:cNvSpPr txBox="1">
            <a:spLocks noChangeArrowheads="1"/>
          </p:cNvSpPr>
          <p:nvPr/>
        </p:nvSpPr>
        <p:spPr bwMode="auto">
          <a:xfrm>
            <a:off x="457200" y="49530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2400" b="0">
              <a:solidFill>
                <a:srgbClr val="FF3300"/>
              </a:solidFill>
            </a:endParaRPr>
          </a:p>
        </p:txBody>
      </p:sp>
      <p:sp>
        <p:nvSpPr>
          <p:cNvPr id="46085" name="Text Box 54"/>
          <p:cNvSpPr txBox="1">
            <a:spLocks noChangeArrowheads="1"/>
          </p:cNvSpPr>
          <p:nvPr/>
        </p:nvSpPr>
        <p:spPr bwMode="auto">
          <a:xfrm>
            <a:off x="4800600" y="4648200"/>
            <a:ext cx="3276600" cy="119697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The hash function is: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FF33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      h( k ) = k % 7</a:t>
            </a:r>
          </a:p>
        </p:txBody>
      </p:sp>
      <p:sp>
        <p:nvSpPr>
          <p:cNvPr id="46086" name="Text Box 57"/>
          <p:cNvSpPr txBox="1">
            <a:spLocks noChangeArrowheads="1"/>
          </p:cNvSpPr>
          <p:nvPr/>
        </p:nvSpPr>
        <p:spPr bwMode="auto">
          <a:xfrm>
            <a:off x="5715000" y="2963863"/>
            <a:ext cx="2743200" cy="1379537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**FIND** the object with key 9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9 % 7 is 2</a:t>
            </a:r>
          </a:p>
        </p:txBody>
      </p:sp>
      <p:sp>
        <p:nvSpPr>
          <p:cNvPr id="46087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 sz="4000"/>
              <a:t>Example Using Chaining</a:t>
            </a:r>
            <a:br>
              <a:rPr lang="en-US" altLang="en-US" sz="4000"/>
            </a:br>
            <a:r>
              <a:rPr lang="en-US" altLang="en-US" sz="4000"/>
              <a:t>(cont.)</a:t>
            </a:r>
          </a:p>
        </p:txBody>
      </p:sp>
      <p:sp>
        <p:nvSpPr>
          <p:cNvPr id="46088" name="Text Box 59"/>
          <p:cNvSpPr txBox="1">
            <a:spLocks noChangeArrowheads="1"/>
          </p:cNvSpPr>
          <p:nvPr/>
        </p:nvSpPr>
        <p:spPr bwMode="auto">
          <a:xfrm>
            <a:off x="4038600" y="1600200"/>
            <a:ext cx="4953000" cy="831850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solidFill>
                  <a:srgbClr val="FF3300"/>
                </a:solidFill>
              </a:rPr>
              <a:t>Does this object contain key 9?  YES, found it!  Return the object.</a:t>
            </a:r>
          </a:p>
        </p:txBody>
      </p:sp>
      <p:sp>
        <p:nvSpPr>
          <p:cNvPr id="46089" name="Rectangle 60"/>
          <p:cNvSpPr>
            <a:spLocks noChangeArrowheads="1"/>
          </p:cNvSpPr>
          <p:nvPr/>
        </p:nvSpPr>
        <p:spPr bwMode="auto">
          <a:xfrm>
            <a:off x="42672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090" name="Line 61"/>
          <p:cNvSpPr>
            <a:spLocks noChangeShapeType="1"/>
          </p:cNvSpPr>
          <p:nvPr/>
        </p:nvSpPr>
        <p:spPr bwMode="auto">
          <a:xfrm>
            <a:off x="47244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1" name="Text Box 62"/>
          <p:cNvSpPr txBox="1">
            <a:spLocks noChangeArrowheads="1"/>
          </p:cNvSpPr>
          <p:nvPr/>
        </p:nvSpPr>
        <p:spPr bwMode="auto">
          <a:xfrm>
            <a:off x="4267200" y="3352800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24 </a:t>
            </a:r>
          </a:p>
        </p:txBody>
      </p:sp>
      <p:sp>
        <p:nvSpPr>
          <p:cNvPr id="46092" name="Line 63"/>
          <p:cNvSpPr>
            <a:spLocks noChangeShapeType="1"/>
          </p:cNvSpPr>
          <p:nvPr/>
        </p:nvSpPr>
        <p:spPr bwMode="auto">
          <a:xfrm>
            <a:off x="4724400" y="33512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3" name="Rectangle 64"/>
          <p:cNvSpPr>
            <a:spLocks noChangeArrowheads="1"/>
          </p:cNvSpPr>
          <p:nvPr/>
        </p:nvSpPr>
        <p:spPr bwMode="auto">
          <a:xfrm>
            <a:off x="4267200" y="27416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094" name="Line 65"/>
          <p:cNvSpPr>
            <a:spLocks noChangeShapeType="1"/>
          </p:cNvSpPr>
          <p:nvPr/>
        </p:nvSpPr>
        <p:spPr bwMode="auto">
          <a:xfrm>
            <a:off x="4724400" y="27416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5" name="Text Box 66"/>
          <p:cNvSpPr txBox="1">
            <a:spLocks noChangeArrowheads="1"/>
          </p:cNvSpPr>
          <p:nvPr/>
        </p:nvSpPr>
        <p:spPr bwMode="auto">
          <a:xfrm>
            <a:off x="42672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2</a:t>
            </a:r>
          </a:p>
        </p:txBody>
      </p:sp>
      <p:sp>
        <p:nvSpPr>
          <p:cNvPr id="46096" name="Line 67"/>
          <p:cNvSpPr>
            <a:spLocks noChangeShapeType="1"/>
          </p:cNvSpPr>
          <p:nvPr/>
        </p:nvSpPr>
        <p:spPr bwMode="auto">
          <a:xfrm>
            <a:off x="4724400" y="2741613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7" name="Rectangle 68"/>
          <p:cNvSpPr>
            <a:spLocks noChangeArrowheads="1"/>
          </p:cNvSpPr>
          <p:nvPr/>
        </p:nvSpPr>
        <p:spPr bwMode="auto">
          <a:xfrm>
            <a:off x="2819400" y="5181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098" name="Line 69"/>
          <p:cNvSpPr>
            <a:spLocks noChangeShapeType="1"/>
          </p:cNvSpPr>
          <p:nvPr/>
        </p:nvSpPr>
        <p:spPr bwMode="auto">
          <a:xfrm>
            <a:off x="3276600" y="5181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9" name="Text Box 70"/>
          <p:cNvSpPr txBox="1">
            <a:spLocks noChangeArrowheads="1"/>
          </p:cNvSpPr>
          <p:nvPr/>
        </p:nvSpPr>
        <p:spPr bwMode="auto">
          <a:xfrm>
            <a:off x="2819400" y="5181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20</a:t>
            </a:r>
          </a:p>
        </p:txBody>
      </p:sp>
      <p:sp>
        <p:nvSpPr>
          <p:cNvPr id="46100" name="Line 71"/>
          <p:cNvSpPr>
            <a:spLocks noChangeShapeType="1"/>
          </p:cNvSpPr>
          <p:nvPr/>
        </p:nvSpPr>
        <p:spPr bwMode="auto">
          <a:xfrm>
            <a:off x="3276600" y="5181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1" name="Rectangle 72"/>
          <p:cNvSpPr>
            <a:spLocks noChangeArrowheads="1"/>
          </p:cNvSpPr>
          <p:nvPr/>
        </p:nvSpPr>
        <p:spPr bwMode="auto">
          <a:xfrm>
            <a:off x="2819400" y="39624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02" name="Line 73"/>
          <p:cNvSpPr>
            <a:spLocks noChangeShapeType="1"/>
          </p:cNvSpPr>
          <p:nvPr/>
        </p:nvSpPr>
        <p:spPr bwMode="auto">
          <a:xfrm>
            <a:off x="3276600" y="3962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3" name="Text Box 74"/>
          <p:cNvSpPr txBox="1">
            <a:spLocks noChangeArrowheads="1"/>
          </p:cNvSpPr>
          <p:nvPr/>
        </p:nvSpPr>
        <p:spPr bwMode="auto">
          <a:xfrm>
            <a:off x="2819400" y="39624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46</a:t>
            </a:r>
          </a:p>
        </p:txBody>
      </p:sp>
      <p:sp>
        <p:nvSpPr>
          <p:cNvPr id="46104" name="Line 75"/>
          <p:cNvSpPr>
            <a:spLocks noChangeShapeType="1"/>
          </p:cNvSpPr>
          <p:nvPr/>
        </p:nvSpPr>
        <p:spPr bwMode="auto">
          <a:xfrm>
            <a:off x="3276600" y="39624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5" name="Rectangle 77"/>
          <p:cNvSpPr>
            <a:spLocks noChangeArrowheads="1"/>
          </p:cNvSpPr>
          <p:nvPr/>
        </p:nvSpPr>
        <p:spPr bwMode="auto">
          <a:xfrm>
            <a:off x="2819400" y="15240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06" name="Line 78"/>
          <p:cNvSpPr>
            <a:spLocks noChangeShapeType="1"/>
          </p:cNvSpPr>
          <p:nvPr/>
        </p:nvSpPr>
        <p:spPr bwMode="auto">
          <a:xfrm>
            <a:off x="3276600" y="15240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7" name="Text Box 79"/>
          <p:cNvSpPr txBox="1">
            <a:spLocks noChangeArrowheads="1"/>
          </p:cNvSpPr>
          <p:nvPr/>
        </p:nvSpPr>
        <p:spPr bwMode="auto">
          <a:xfrm>
            <a:off x="2819400" y="1524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42</a:t>
            </a:r>
          </a:p>
        </p:txBody>
      </p:sp>
      <p:sp>
        <p:nvSpPr>
          <p:cNvPr id="46108" name="Line 80"/>
          <p:cNvSpPr>
            <a:spLocks noChangeShapeType="1"/>
          </p:cNvSpPr>
          <p:nvPr/>
        </p:nvSpPr>
        <p:spPr bwMode="auto">
          <a:xfrm>
            <a:off x="3276600" y="15240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9" name="Rectangle 81"/>
          <p:cNvSpPr>
            <a:spLocks noChangeArrowheads="1"/>
          </p:cNvSpPr>
          <p:nvPr/>
        </p:nvSpPr>
        <p:spPr bwMode="auto">
          <a:xfrm>
            <a:off x="2819400" y="21336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10" name="Line 82"/>
          <p:cNvSpPr>
            <a:spLocks noChangeShapeType="1"/>
          </p:cNvSpPr>
          <p:nvPr/>
        </p:nvSpPr>
        <p:spPr bwMode="auto">
          <a:xfrm>
            <a:off x="3276600" y="21336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1" name="Text Box 83"/>
          <p:cNvSpPr txBox="1">
            <a:spLocks noChangeArrowheads="1"/>
          </p:cNvSpPr>
          <p:nvPr/>
        </p:nvSpPr>
        <p:spPr bwMode="auto">
          <a:xfrm>
            <a:off x="2819400" y="21336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/>
              <a:t>36</a:t>
            </a:r>
          </a:p>
        </p:txBody>
      </p:sp>
      <p:sp>
        <p:nvSpPr>
          <p:cNvPr id="46112" name="Line 84"/>
          <p:cNvSpPr>
            <a:spLocks noChangeShapeType="1"/>
          </p:cNvSpPr>
          <p:nvPr/>
        </p:nvSpPr>
        <p:spPr bwMode="auto">
          <a:xfrm>
            <a:off x="3276600" y="2133600"/>
            <a:ext cx="4572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3" name="Rectangle 85"/>
          <p:cNvSpPr>
            <a:spLocks noChangeArrowheads="1"/>
          </p:cNvSpPr>
          <p:nvPr/>
        </p:nvSpPr>
        <p:spPr bwMode="auto">
          <a:xfrm>
            <a:off x="2819400" y="2743200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14" name="Line 86"/>
          <p:cNvSpPr>
            <a:spLocks noChangeShapeType="1"/>
          </p:cNvSpPr>
          <p:nvPr/>
        </p:nvSpPr>
        <p:spPr bwMode="auto">
          <a:xfrm>
            <a:off x="3276600" y="27432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15" name="Text Box 87"/>
          <p:cNvSpPr txBox="1">
            <a:spLocks noChangeArrowheads="1"/>
          </p:cNvSpPr>
          <p:nvPr/>
        </p:nvSpPr>
        <p:spPr bwMode="auto">
          <a:xfrm>
            <a:off x="2819400" y="27432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 9</a:t>
            </a:r>
          </a:p>
        </p:txBody>
      </p:sp>
      <p:sp>
        <p:nvSpPr>
          <p:cNvPr id="46116" name="Rectangle 88"/>
          <p:cNvSpPr>
            <a:spLocks noChangeArrowheads="1"/>
          </p:cNvSpPr>
          <p:nvPr/>
        </p:nvSpPr>
        <p:spPr bwMode="auto">
          <a:xfrm>
            <a:off x="1600200" y="1522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17" name="Rectangle 89"/>
          <p:cNvSpPr>
            <a:spLocks noChangeArrowheads="1"/>
          </p:cNvSpPr>
          <p:nvPr/>
        </p:nvSpPr>
        <p:spPr bwMode="auto">
          <a:xfrm>
            <a:off x="1600200" y="2132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18" name="Rectangle 90"/>
          <p:cNvSpPr>
            <a:spLocks noChangeArrowheads="1"/>
          </p:cNvSpPr>
          <p:nvPr/>
        </p:nvSpPr>
        <p:spPr bwMode="auto">
          <a:xfrm>
            <a:off x="1600200" y="33512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19" name="Rectangle 91"/>
          <p:cNvSpPr>
            <a:spLocks noChangeArrowheads="1"/>
          </p:cNvSpPr>
          <p:nvPr/>
        </p:nvSpPr>
        <p:spPr bwMode="auto">
          <a:xfrm>
            <a:off x="1600200" y="39608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20" name="Rectangle 92"/>
          <p:cNvSpPr>
            <a:spLocks noChangeArrowheads="1"/>
          </p:cNvSpPr>
          <p:nvPr/>
        </p:nvSpPr>
        <p:spPr bwMode="auto">
          <a:xfrm>
            <a:off x="1600200" y="45704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21" name="Line 93"/>
          <p:cNvSpPr>
            <a:spLocks noChangeShapeType="1"/>
          </p:cNvSpPr>
          <p:nvPr/>
        </p:nvSpPr>
        <p:spPr bwMode="auto">
          <a:xfrm>
            <a:off x="1600200" y="4570413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2" name="Rectangle 94"/>
          <p:cNvSpPr>
            <a:spLocks noChangeArrowheads="1"/>
          </p:cNvSpPr>
          <p:nvPr/>
        </p:nvSpPr>
        <p:spPr bwMode="auto">
          <a:xfrm>
            <a:off x="1600200" y="51800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23" name="Line 95"/>
          <p:cNvSpPr>
            <a:spLocks noChangeShapeType="1"/>
          </p:cNvSpPr>
          <p:nvPr/>
        </p:nvSpPr>
        <p:spPr bwMode="auto">
          <a:xfrm>
            <a:off x="20574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4" name="Rectangle 96"/>
          <p:cNvSpPr>
            <a:spLocks noChangeArrowheads="1"/>
          </p:cNvSpPr>
          <p:nvPr/>
        </p:nvSpPr>
        <p:spPr bwMode="auto">
          <a:xfrm>
            <a:off x="2819400" y="3351213"/>
            <a:ext cx="9144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25" name="Line 97"/>
          <p:cNvSpPr>
            <a:spLocks noChangeShapeType="1"/>
          </p:cNvSpPr>
          <p:nvPr/>
        </p:nvSpPr>
        <p:spPr bwMode="auto">
          <a:xfrm>
            <a:off x="3276600" y="335121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6" name="Text Box 98"/>
          <p:cNvSpPr txBox="1">
            <a:spLocks noChangeArrowheads="1"/>
          </p:cNvSpPr>
          <p:nvPr/>
        </p:nvSpPr>
        <p:spPr bwMode="auto">
          <a:xfrm>
            <a:off x="2819400" y="3351213"/>
            <a:ext cx="685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0" dirty="0"/>
              <a:t>31</a:t>
            </a:r>
          </a:p>
        </p:txBody>
      </p:sp>
      <p:sp>
        <p:nvSpPr>
          <p:cNvPr id="46127" name="Line 99"/>
          <p:cNvSpPr>
            <a:spLocks noChangeShapeType="1"/>
          </p:cNvSpPr>
          <p:nvPr/>
        </p:nvSpPr>
        <p:spPr bwMode="auto">
          <a:xfrm>
            <a:off x="2057400" y="2362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8" name="Line 100"/>
          <p:cNvSpPr>
            <a:spLocks noChangeShapeType="1"/>
          </p:cNvSpPr>
          <p:nvPr/>
        </p:nvSpPr>
        <p:spPr bwMode="auto">
          <a:xfrm>
            <a:off x="2057400" y="41910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9" name="Line 101"/>
          <p:cNvSpPr>
            <a:spLocks noChangeShapeType="1"/>
          </p:cNvSpPr>
          <p:nvPr/>
        </p:nvSpPr>
        <p:spPr bwMode="auto">
          <a:xfrm>
            <a:off x="2057400" y="5410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0" name="Line 102"/>
          <p:cNvSpPr>
            <a:spLocks noChangeShapeType="1"/>
          </p:cNvSpPr>
          <p:nvPr/>
        </p:nvSpPr>
        <p:spPr bwMode="auto">
          <a:xfrm>
            <a:off x="3505200" y="29702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1" name="Line 103"/>
          <p:cNvSpPr>
            <a:spLocks noChangeShapeType="1"/>
          </p:cNvSpPr>
          <p:nvPr/>
        </p:nvSpPr>
        <p:spPr bwMode="auto">
          <a:xfrm>
            <a:off x="3505200" y="3579813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2" name="Rectangle 104"/>
          <p:cNvSpPr>
            <a:spLocks noChangeArrowheads="1"/>
          </p:cNvSpPr>
          <p:nvPr/>
        </p:nvSpPr>
        <p:spPr bwMode="auto">
          <a:xfrm>
            <a:off x="1600200" y="2741613"/>
            <a:ext cx="685800" cy="609600"/>
          </a:xfrm>
          <a:prstGeom prst="rect">
            <a:avLst/>
          </a:prstGeom>
          <a:solidFill>
            <a:schemeClr val="bg1"/>
          </a:solidFill>
          <a:ln w="38100">
            <a:solidFill>
              <a:srgbClr val="00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46133" name="Line 105"/>
          <p:cNvSpPr>
            <a:spLocks noChangeShapeType="1"/>
          </p:cNvSpPr>
          <p:nvPr/>
        </p:nvSpPr>
        <p:spPr bwMode="auto">
          <a:xfrm>
            <a:off x="2057400" y="2971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4" name="Line 107"/>
          <p:cNvSpPr>
            <a:spLocks noChangeShapeType="1"/>
          </p:cNvSpPr>
          <p:nvPr/>
        </p:nvSpPr>
        <p:spPr bwMode="auto">
          <a:xfrm>
            <a:off x="2057400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in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648200"/>
          </a:xfrm>
        </p:spPr>
        <p:txBody>
          <a:bodyPr/>
          <a:lstStyle/>
          <a:p>
            <a:r>
              <a:rPr lang="en-US" sz="2800" dirty="0"/>
              <a:t>Some indexes are crowded but most indexes are empty</a:t>
            </a:r>
          </a:p>
          <a:p>
            <a:r>
              <a:rPr lang="en-US" sz="2800" dirty="0"/>
              <a:t>Thus, </a:t>
            </a:r>
            <a:r>
              <a:rPr lang="en-US" sz="2800" u="sng" dirty="0"/>
              <a:t>some linked lists are empty</a:t>
            </a:r>
            <a:r>
              <a:rPr lang="en-US" sz="2800" dirty="0"/>
              <a:t> while </a:t>
            </a:r>
            <a:r>
              <a:rPr lang="en-US" sz="2800" u="sng" dirty="0"/>
              <a:t>some linked lists have long chain</a:t>
            </a:r>
          </a:p>
          <a:p>
            <a:pPr lvl="0">
              <a:defRPr/>
            </a:pPr>
            <a:r>
              <a:rPr lang="en-US" sz="2800" u="sng" dirty="0"/>
              <a:t>Worst case is O(n)</a:t>
            </a:r>
            <a:r>
              <a:rPr lang="en-US" sz="2800" dirty="0"/>
              <a:t> where n is the max length of the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A4003D-CC78-4978-BEF2-57F4D9FEB58C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515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648200"/>
          </a:xfrm>
        </p:spPr>
        <p:txBody>
          <a:bodyPr/>
          <a:lstStyle/>
          <a:p>
            <a:r>
              <a:rPr lang="en-US" sz="2800" u="sng" dirty="0"/>
              <a:t>Chaining</a:t>
            </a:r>
            <a:r>
              <a:rPr lang="en-US" sz="2800" dirty="0"/>
              <a:t> requires </a:t>
            </a:r>
            <a:r>
              <a:rPr lang="en-US" sz="2800" u="sng" dirty="0"/>
              <a:t>additional memory</a:t>
            </a:r>
            <a:r>
              <a:rPr lang="en-US" sz="2800" dirty="0"/>
              <a:t> for linked list</a:t>
            </a:r>
          </a:p>
          <a:p>
            <a:r>
              <a:rPr lang="en-US" sz="2800" dirty="0"/>
              <a:t>If </a:t>
            </a:r>
            <a:r>
              <a:rPr lang="en-US" sz="2800" u="sng" dirty="0"/>
              <a:t>saving memory</a:t>
            </a:r>
            <a:r>
              <a:rPr lang="en-US" sz="2800" dirty="0"/>
              <a:t> is important, we could store the elements directly in the array without creating linked list</a:t>
            </a:r>
          </a:p>
          <a:p>
            <a:pPr lvl="1"/>
            <a:r>
              <a:rPr lang="en-US" sz="2400" dirty="0"/>
              <a:t>Known as </a:t>
            </a:r>
            <a:r>
              <a:rPr lang="en-US" sz="2400" i="1" dirty="0"/>
              <a:t>open addressing</a:t>
            </a:r>
          </a:p>
          <a:p>
            <a:r>
              <a:rPr lang="en-US" sz="2800" u="sng" dirty="0"/>
              <a:t>Linear probing</a:t>
            </a:r>
            <a:r>
              <a:rPr lang="en-US" sz="2800" dirty="0"/>
              <a:t> and </a:t>
            </a:r>
            <a:r>
              <a:rPr lang="en-US" sz="2800" u="sng" dirty="0"/>
              <a:t>quadratic probing</a:t>
            </a:r>
            <a:r>
              <a:rPr lang="en-US" sz="2800" dirty="0"/>
              <a:t> are examples of open addressing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A4003D-CC78-4978-BEF2-57F4D9FEB58C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0035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3200" dirty="0"/>
              <a:t>Collision Resolution: Linear Probing</a:t>
            </a:r>
          </a:p>
        </p:txBody>
      </p:sp>
      <p:pic>
        <p:nvPicPr>
          <p:cNvPr id="4" name="Content Placeholder 3" descr="LinearProbeCollisionClusters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8229600" cy="2827462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3505200"/>
            <a:ext cx="8229600" cy="3164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If collision, put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the element on the </a:t>
            </a:r>
            <a:r>
              <a:rPr kumimoji="0" lang="en-US" sz="2800" b="0" i="0" u="sng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next free slot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 the above case, collision at index 5, index 6,7 is filled, thus put the item at index 8.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Hashing Linear Probing Problem</a:t>
            </a:r>
          </a:p>
        </p:txBody>
      </p:sp>
      <p:pic>
        <p:nvPicPr>
          <p:cNvPr id="4" name="Content Placeholder 3" descr="hashing_probe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692697"/>
            <a:ext cx="6646490" cy="4032447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67544" y="4797152"/>
            <a:ext cx="8229600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b="0" dirty="0"/>
              <a:t>When inserting 56, we hit index 16, we need to probe till index 19 (3 probes) before we can insert 56.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in Linear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229600" cy="4648200"/>
          </a:xfrm>
        </p:spPr>
        <p:txBody>
          <a:bodyPr/>
          <a:lstStyle/>
          <a:p>
            <a:r>
              <a:rPr lang="en-US" sz="2800" dirty="0"/>
              <a:t>Some consecutive indexes are occupied while some consecutive indexes are empty</a:t>
            </a:r>
          </a:p>
          <a:p>
            <a:r>
              <a:rPr lang="en-US" sz="2800" dirty="0"/>
              <a:t>Thus, </a:t>
            </a:r>
            <a:r>
              <a:rPr lang="en-US" sz="2800" u="sng" dirty="0"/>
              <a:t>some consecutive array slots are occupied</a:t>
            </a:r>
            <a:r>
              <a:rPr lang="en-US" sz="2800" dirty="0"/>
              <a:t> while </a:t>
            </a:r>
            <a:r>
              <a:rPr lang="en-US" sz="2800" u="sng" dirty="0"/>
              <a:t>some consecutive array slots are empty</a:t>
            </a:r>
            <a:r>
              <a:rPr lang="en-US" sz="2800" dirty="0"/>
              <a:t> </a:t>
            </a:r>
            <a:endParaRPr lang="en-US" sz="2800" u="sng" dirty="0"/>
          </a:p>
          <a:p>
            <a:pPr lvl="0">
              <a:defRPr/>
            </a:pPr>
            <a:r>
              <a:rPr lang="en-US" sz="2800" u="sng" dirty="0"/>
              <a:t>Worst case</a:t>
            </a:r>
            <a:r>
              <a:rPr lang="en-US" sz="2800" dirty="0"/>
              <a:t> is </a:t>
            </a:r>
            <a:r>
              <a:rPr lang="en-US" sz="2800" u="sng" dirty="0"/>
              <a:t>O(n)</a:t>
            </a:r>
            <a:r>
              <a:rPr lang="en-US" sz="2800" dirty="0"/>
              <a:t> where n is the length of the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A4003D-CC78-4978-BEF2-57F4D9FEB58C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579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improvement</a:t>
            </a:r>
            <a:br>
              <a:rPr lang="en-US" dirty="0"/>
            </a:br>
            <a:r>
              <a:rPr lang="en-US" dirty="0"/>
              <a:t>Quadratic Probing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Rather than always moving one cell (linear probing) when encounters collision, this strategy moves </a:t>
            </a:r>
            <a:r>
              <a:rPr lang="en-US" i="1" dirty="0"/>
              <a:t>j</a:t>
            </a:r>
            <a:r>
              <a:rPr lang="en-US" i="1" baseline="30000" dirty="0"/>
              <a:t>2</a:t>
            </a:r>
            <a:r>
              <a:rPr lang="en-US" i="1" dirty="0"/>
              <a:t> </a:t>
            </a:r>
            <a:r>
              <a:rPr lang="en-US" dirty="0"/>
              <a:t>cells from the point of collision, </a:t>
            </a:r>
            <a:r>
              <a:rPr lang="en-US" i="1" dirty="0"/>
              <a:t>j</a:t>
            </a:r>
            <a:r>
              <a:rPr lang="en-US" dirty="0"/>
              <a:t> is the number of attempts to resolve the collision</a:t>
            </a:r>
          </a:p>
          <a:p>
            <a:r>
              <a:rPr lang="en-US" dirty="0"/>
              <a:t>The limitation of this strategy: It may not find an empty cell, if the bucket array is at least half 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A4003D-CC78-4978-BEF2-57F4D9FEB58C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E05A-4210-B828-8C73-811E53A376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Quadratic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068B-848A-4B1F-9BB5-DE5094B9AF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57200" y="1600200"/>
            <a:ext cx="8229600" cy="4724284"/>
          </a:xfrm>
        </p:spPr>
        <p:txBody>
          <a:bodyPr lIns="91440" tIns="45720" rIns="91440" bIns="45720">
            <a:noAutofit/>
          </a:bodyPr>
          <a:lstStyle/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m = 10, f(k) = k % m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solidFill>
                  <a:srgbClr val="FF0000"/>
                </a:solidFill>
                <a:latin typeface="Arial" pitchFamily="18"/>
              </a:rPr>
              <a:t>Initial </a:t>
            </a:r>
            <a:r>
              <a:rPr lang="en-US" sz="2200" kern="0" dirty="0" err="1">
                <a:solidFill>
                  <a:srgbClr val="FF0000"/>
                </a:solidFill>
                <a:latin typeface="Arial" pitchFamily="18"/>
              </a:rPr>
              <a:t>hashtable</a:t>
            </a:r>
            <a:r>
              <a:rPr lang="en-US" sz="2200" kern="0" dirty="0">
                <a:latin typeface="Arial" pitchFamily="18"/>
              </a:rPr>
              <a:t>:</a:t>
            </a:r>
          </a:p>
          <a:p>
            <a:pPr marL="0" lvl="0" indent="0">
              <a:spcBef>
                <a:spcPts val="700"/>
              </a:spcBef>
              <a:buNone/>
            </a:pPr>
            <a:endParaRPr lang="en-US" sz="800" kern="0" dirty="0">
              <a:latin typeface="Arial" pitchFamily="18"/>
            </a:endParaRP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b="1" kern="0" dirty="0">
                <a:latin typeface="Arial" pitchFamily="18"/>
              </a:rPr>
              <a:t>Inserting 27, 17, 37, 47, 48, 57</a:t>
            </a:r>
            <a:r>
              <a:rPr lang="en-US" sz="2200" kern="0" dirty="0">
                <a:latin typeface="Arial" pitchFamily="18"/>
              </a:rPr>
              <a:t>: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27%10 = 7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17%10 = 7 (Collision: 7+1</a:t>
            </a:r>
            <a:r>
              <a:rPr lang="en-US" sz="2200" kern="0" baseline="30000" dirty="0">
                <a:latin typeface="Arial" pitchFamily="18"/>
              </a:rPr>
              <a:t>2</a:t>
            </a:r>
            <a:r>
              <a:rPr lang="en-US" sz="2200" kern="0" dirty="0">
                <a:latin typeface="Arial" pitchFamily="18"/>
              </a:rPr>
              <a:t>=8, 8%10 = 8)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37%10 = 7 (Collision: 7+2</a:t>
            </a:r>
            <a:r>
              <a:rPr lang="en-US" sz="2200" kern="0" baseline="30000" dirty="0">
                <a:latin typeface="Arial" pitchFamily="18"/>
              </a:rPr>
              <a:t>2</a:t>
            </a:r>
            <a:r>
              <a:rPr lang="en-US" sz="2200" kern="0" dirty="0">
                <a:latin typeface="Arial" pitchFamily="18"/>
              </a:rPr>
              <a:t>=11, 11%10 = 1)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47%10 = 7 (Collision: 7+3</a:t>
            </a:r>
            <a:r>
              <a:rPr lang="en-US" sz="2200" kern="0" baseline="30000" dirty="0">
                <a:latin typeface="Arial" pitchFamily="18"/>
              </a:rPr>
              <a:t>2</a:t>
            </a:r>
            <a:r>
              <a:rPr lang="en-US" sz="2200" kern="0" dirty="0">
                <a:latin typeface="Arial" pitchFamily="18"/>
              </a:rPr>
              <a:t>=16, 16%10 = 6)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48%10 = 8 (Collision: 8+1</a:t>
            </a:r>
            <a:r>
              <a:rPr lang="en-US" sz="2200" kern="0" baseline="30000" dirty="0">
                <a:latin typeface="Arial" pitchFamily="18"/>
              </a:rPr>
              <a:t>2</a:t>
            </a:r>
            <a:r>
              <a:rPr lang="en-US" sz="2200" kern="0" dirty="0">
                <a:latin typeface="Arial" pitchFamily="18"/>
              </a:rPr>
              <a:t>=9, 9%10 = 9)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latin typeface="Arial" pitchFamily="18"/>
              </a:rPr>
              <a:t>57%10 = 7 (Collision: 7+4</a:t>
            </a:r>
            <a:r>
              <a:rPr lang="en-US" sz="2200" kern="0" baseline="30000" dirty="0">
                <a:latin typeface="Arial" pitchFamily="18"/>
              </a:rPr>
              <a:t>2</a:t>
            </a:r>
            <a:r>
              <a:rPr lang="en-US" sz="2200" kern="0" dirty="0">
                <a:latin typeface="Arial" pitchFamily="18"/>
              </a:rPr>
              <a:t>=23, 23%10 = 3)</a:t>
            </a:r>
          </a:p>
          <a:p>
            <a:pPr marL="0" lvl="0" indent="0">
              <a:spcBef>
                <a:spcPts val="700"/>
              </a:spcBef>
              <a:buNone/>
            </a:pPr>
            <a:r>
              <a:rPr lang="en-US" sz="2200" kern="0" dirty="0">
                <a:solidFill>
                  <a:srgbClr val="548235"/>
                </a:solidFill>
                <a:latin typeface="Arial" pitchFamily="18"/>
              </a:rPr>
              <a:t>After Insertion</a:t>
            </a:r>
            <a:r>
              <a:rPr lang="en-US" sz="2200" kern="0" dirty="0">
                <a:latin typeface="Arial" pitchFamily="18"/>
              </a:rPr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D2675-EED3-1481-2499-986872D63685}"/>
              </a:ext>
            </a:extLst>
          </p:cNvPr>
          <p:cNvSpPr txBox="1"/>
          <p:nvPr/>
        </p:nvSpPr>
        <p:spPr>
          <a:xfrm>
            <a:off x="6553084" y="6245278"/>
            <a:ext cx="2133715" cy="4762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0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B19023C-A094-40F7-8FDD-8D7F6DF2E090}" type="slidenum"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Lucida Sans" pitchFamily="2"/>
              </a:rPr>
              <a:t>36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Lucida Sans" pitchFamily="2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35B9335-F612-2EA2-1C7B-AC7269A0A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856270"/>
              </p:ext>
            </p:extLst>
          </p:nvPr>
        </p:nvGraphicFramePr>
        <p:xfrm>
          <a:off x="2543110" y="1981200"/>
          <a:ext cx="5648430" cy="67056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564843">
                  <a:extLst>
                    <a:ext uri="{9D8B030D-6E8A-4147-A177-3AD203B41FA5}">
                      <a16:colId xmlns:a16="http://schemas.microsoft.com/office/drawing/2014/main" val="2746075719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1092093357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3545825255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3724408914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2673421302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1051454874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405360838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2446930591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448781933"/>
                    </a:ext>
                  </a:extLst>
                </a:gridCol>
                <a:gridCol w="564843">
                  <a:extLst>
                    <a:ext uri="{9D8B030D-6E8A-4147-A177-3AD203B41FA5}">
                      <a16:colId xmlns:a16="http://schemas.microsoft.com/office/drawing/2014/main" val="678472550"/>
                    </a:ext>
                  </a:extLst>
                </a:gridCol>
              </a:tblGrid>
              <a:tr h="332741"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MY" sz="1600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107503"/>
                  </a:ext>
                </a:extLst>
              </a:tr>
              <a:tr h="332741"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0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1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2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3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4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5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6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7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8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dirty="0"/>
                        <a:t>9</a:t>
                      </a:r>
                      <a:endParaRPr lang="en-MY" sz="1600" dirty="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2071942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C8902E6-BF56-CA34-94FF-687330CA6F3A}"/>
              </a:ext>
            </a:extLst>
          </p:cNvPr>
          <p:cNvGraphicFramePr>
            <a:graphicFrameLocks noGrp="1"/>
          </p:cNvGraphicFramePr>
          <p:nvPr/>
        </p:nvGraphicFramePr>
        <p:xfrm>
          <a:off x="2447857" y="5653918"/>
          <a:ext cx="5743620" cy="67056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574362">
                  <a:extLst>
                    <a:ext uri="{9D8B030D-6E8A-4147-A177-3AD203B41FA5}">
                      <a16:colId xmlns:a16="http://schemas.microsoft.com/office/drawing/2014/main" val="2550535699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172770871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2723551747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1466184417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563345822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2976956087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2154381686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2988079019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1788026295"/>
                    </a:ext>
                  </a:extLst>
                </a:gridCol>
                <a:gridCol w="574362">
                  <a:extLst>
                    <a:ext uri="{9D8B030D-6E8A-4147-A177-3AD203B41FA5}">
                      <a16:colId xmlns:a16="http://schemas.microsoft.com/office/drawing/2014/main" val="3906869992"/>
                    </a:ext>
                  </a:extLst>
                </a:gridCol>
              </a:tblGrid>
              <a:tr h="332741">
                <a:tc>
                  <a:txBody>
                    <a:bodyPr/>
                    <a:lstStyle/>
                    <a:p>
                      <a:pPr lvl="0" algn="ctr"/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37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57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47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27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17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 b="1"/>
                        <a:t>48</a:t>
                      </a:r>
                      <a:endParaRPr lang="en-MY" sz="1600" b="1"/>
                    </a:p>
                  </a:txBody>
                  <a:tcPr>
                    <a:lnL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476412"/>
                  </a:ext>
                </a:extLst>
              </a:tr>
              <a:tr h="332741"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0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1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2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3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4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5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6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7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8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sz="1600"/>
                        <a:t>9</a:t>
                      </a:r>
                      <a:endParaRPr lang="en-MY" sz="1600"/>
                    </a:p>
                  </a:txBody>
                  <a:tcPr>
                    <a:lnT w="1270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18352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</a:t>
            </a:r>
            <a:r>
              <a:rPr lang="en-US" dirty="0" err="1"/>
              <a:t>vs</a:t>
            </a:r>
            <a:r>
              <a:rPr lang="en-US" dirty="0"/>
              <a:t> Linear Probing</a:t>
            </a:r>
          </a:p>
        </p:txBody>
      </p:sp>
      <p:pic>
        <p:nvPicPr>
          <p:cNvPr id="4" name="Content Placeholder 3" descr="Hash_table_average_insertion_tim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79940" y="1268760"/>
            <a:ext cx="8168524" cy="5308685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Linear Probing uses </a:t>
            </a:r>
            <a:r>
              <a:rPr lang="en-US" sz="2800" u="sng" dirty="0"/>
              <a:t>fixed</a:t>
            </a:r>
            <a:r>
              <a:rPr lang="en-US" sz="2800" dirty="0"/>
              <a:t> amount of memory, Chaining requires </a:t>
            </a:r>
            <a:r>
              <a:rPr lang="en-US" sz="2800" u="sng" dirty="0"/>
              <a:t>extra</a:t>
            </a:r>
            <a:r>
              <a:rPr lang="en-US" sz="2800" dirty="0"/>
              <a:t> memory for linked lists</a:t>
            </a:r>
          </a:p>
          <a:p>
            <a:pPr>
              <a:spcBef>
                <a:spcPts val="600"/>
              </a:spcBef>
            </a:pPr>
            <a:r>
              <a:rPr lang="en-US" sz="2800" u="sng" dirty="0"/>
              <a:t>Linear probing</a:t>
            </a:r>
            <a:r>
              <a:rPr lang="en-US" sz="2800" dirty="0"/>
              <a:t> is better suited for </a:t>
            </a:r>
            <a:r>
              <a:rPr lang="en-US" sz="2800" u="sng" dirty="0"/>
              <a:t>caching</a:t>
            </a:r>
            <a:r>
              <a:rPr lang="en-US" sz="2800" dirty="0"/>
              <a:t>, when you load an item, the </a:t>
            </a:r>
            <a:r>
              <a:rPr lang="en-US" sz="2800" u="sng" dirty="0"/>
              <a:t>next item is always loaded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Clustering does happen for both techniques, but </a:t>
            </a:r>
            <a:r>
              <a:rPr lang="en-US" sz="2800" u="sng" dirty="0"/>
              <a:t>linear probing search time is longer</a:t>
            </a:r>
            <a:r>
              <a:rPr lang="en-US" sz="2800" dirty="0"/>
              <a:t> if there are many collisions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Linear Probing is better if the load factor is lower than 0.85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Chaining vs. Linear Probing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D0255B-73C7-46C5-AC88-11D2E592D46D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Uniform Hashing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199"/>
            <a:ext cx="8382000" cy="4645025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When the </a:t>
            </a:r>
            <a:r>
              <a:rPr lang="en-US" altLang="en-US" sz="2800" u="sng" dirty="0"/>
              <a:t>elements are spread evenly</a:t>
            </a:r>
            <a:r>
              <a:rPr lang="en-US" altLang="en-US" sz="2800" dirty="0"/>
              <a:t> (or near evenly) among the indexes of a hash table, it is called </a:t>
            </a:r>
            <a:r>
              <a:rPr lang="en-US" altLang="en-US" sz="2800" b="1" i="1" dirty="0">
                <a:solidFill>
                  <a:srgbClr val="0066FF"/>
                </a:solidFill>
              </a:rPr>
              <a:t>uniform hashing</a:t>
            </a:r>
            <a:endParaRPr lang="en-US" altLang="en-US" sz="2800" dirty="0">
              <a:solidFill>
                <a:srgbClr val="0066FF"/>
              </a:solidFill>
            </a:endParaRPr>
          </a:p>
          <a:p>
            <a:pPr eaLnBrk="1" hangingPunct="1"/>
            <a:r>
              <a:rPr lang="en-US" altLang="en-US" sz="2800" dirty="0"/>
              <a:t>If elements are spread evenly, such that the number of elements at an index is less than some small constant, uniform hashing allows </a:t>
            </a:r>
            <a:r>
              <a:rPr lang="en-US" altLang="en-US" sz="2800" u="sng" dirty="0">
                <a:sym typeface="Symbol" pitchFamily="18" charset="2"/>
              </a:rPr>
              <a:t>( 1 )</a:t>
            </a:r>
            <a:r>
              <a:rPr lang="en-US" altLang="en-US" sz="2800" dirty="0">
                <a:sym typeface="Symbol" pitchFamily="18" charset="2"/>
              </a:rPr>
              <a:t> time for </a:t>
            </a:r>
            <a:r>
              <a:rPr lang="en-US" altLang="en-US" sz="2800" dirty="0"/>
              <a:t>a search in both chaining and </a:t>
            </a:r>
            <a:r>
              <a:rPr lang="en-US" altLang="en-US" sz="2800" dirty="0">
                <a:sym typeface="Symbol" pitchFamily="18" charset="2"/>
              </a:rPr>
              <a:t>open addressing</a:t>
            </a:r>
            <a:r>
              <a:rPr lang="en-US" altLang="en-US" sz="2800" dirty="0"/>
              <a:t>, but still </a:t>
            </a:r>
            <a:r>
              <a:rPr lang="en-US" altLang="en-US" sz="2800" u="sng" dirty="0">
                <a:sym typeface="Symbol" pitchFamily="18" charset="2"/>
              </a:rPr>
              <a:t>O( n )</a:t>
            </a:r>
            <a:r>
              <a:rPr lang="en-US" altLang="en-US" sz="2800" dirty="0">
                <a:sym typeface="Symbol" pitchFamily="18" charset="2"/>
              </a:rPr>
              <a:t> time for a miss in open addressing</a:t>
            </a:r>
          </a:p>
        </p:txBody>
      </p:sp>
    </p:spTree>
    <p:extLst>
      <p:ext uri="{BB962C8B-B14F-4D97-AF65-F5344CB8AC3E}">
        <p14:creationId xmlns:p14="http://schemas.microsoft.com/office/powerpoint/2010/main" val="35195408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C71867A-288B-4B7A-B746-A5D8641DDF5A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Ideal Hash Function </a:t>
            </a:r>
            <a:br>
              <a:rPr lang="en-US" altLang="en-US" sz="4000" dirty="0"/>
            </a:br>
            <a:r>
              <a:rPr lang="en-US" altLang="en-US" sz="4000" dirty="0"/>
              <a:t>for Uniform Hashing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2600"/>
            <a:ext cx="8458200" cy="4724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800" dirty="0">
                <a:sym typeface="Symbol" pitchFamily="18" charset="2"/>
              </a:rPr>
              <a:t>The hash function largely determines whether we will have uniform hashing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One possible solution is to have the </a:t>
            </a:r>
            <a:r>
              <a:rPr lang="en-US" altLang="en-US" sz="2800" u="sng" dirty="0"/>
              <a:t>hash table size</a:t>
            </a:r>
            <a:r>
              <a:rPr lang="en-US" altLang="en-US" sz="2800" dirty="0"/>
              <a:t> a </a:t>
            </a:r>
            <a:r>
              <a:rPr lang="en-US" altLang="en-US" sz="2800" u="sng" dirty="0"/>
              <a:t>prime number that is not too close to a power of 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31 is a prime number but is too close to a power of 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97 is a prime number not too close to a power of 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A good hash function might be: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en-US" sz="2400" dirty="0"/>
              <a:t>   h( k ) = k % 97</a:t>
            </a:r>
          </a:p>
        </p:txBody>
      </p:sp>
    </p:spTree>
    <p:extLst>
      <p:ext uri="{BB962C8B-B14F-4D97-AF65-F5344CB8AC3E}">
        <p14:creationId xmlns:p14="http://schemas.microsoft.com/office/powerpoint/2010/main" val="4204324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9FDBDE-7566-4F02-9E01-FE3E10532929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Ideal Hash Tables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199"/>
            <a:ext cx="8763000" cy="46450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Can we have a hash function which guarantees that there will be </a:t>
            </a:r>
            <a:r>
              <a:rPr lang="en-US" altLang="en-US" sz="2800" u="sng" dirty="0"/>
              <a:t>no collisions</a:t>
            </a:r>
            <a:r>
              <a:rPr lang="en-US" altLang="en-US" sz="2800" dirty="0"/>
              <a:t>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Yes:</a:t>
            </a:r>
          </a:p>
          <a:p>
            <a:pPr lvl="1" eaLnBrk="1" hangingPunct="1">
              <a:spcBef>
                <a:spcPts val="600"/>
              </a:spcBef>
              <a:buFontTx/>
              <a:buNone/>
            </a:pPr>
            <a:r>
              <a:rPr lang="en-US" altLang="en-US" sz="2400" dirty="0"/>
              <a:t>h( k ) = k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Each key k is unique; therefore, each index produced from h( k ) is unique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800" dirty="0"/>
              <a:t>Consider 300 employees that have a 4-digit unique id, a hash table size of 10,000 guarantees the </a:t>
            </a:r>
            <a:r>
              <a:rPr lang="en-US" altLang="en-US" sz="2800" u="sng" dirty="0"/>
              <a:t>best possible speed</a:t>
            </a:r>
            <a:r>
              <a:rPr lang="en-US" altLang="en-US" sz="2800" dirty="0"/>
              <a:t>. However, 97% of the hash table (9,700 slots) are empty hence wasting space</a:t>
            </a:r>
          </a:p>
        </p:txBody>
      </p:sp>
    </p:spTree>
    <p:extLst>
      <p:ext uri="{BB962C8B-B14F-4D97-AF65-F5344CB8AC3E}">
        <p14:creationId xmlns:p14="http://schemas.microsoft.com/office/powerpoint/2010/main" val="1991530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CEFD617-0214-4888-9A24-D97DB894ADE3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Ideal Hash Tables (cont.)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Can we have a hash table </a:t>
            </a:r>
            <a:r>
              <a:rPr lang="en-US" altLang="en-US" u="sng" dirty="0"/>
              <a:t>without any collisions </a:t>
            </a:r>
            <a:r>
              <a:rPr lang="en-US" altLang="en-US" dirty="0"/>
              <a:t>and </a:t>
            </a:r>
            <a:r>
              <a:rPr lang="en-US" altLang="en-US" u="sng" dirty="0"/>
              <a:t>without any empty slots</a:t>
            </a:r>
            <a:r>
              <a:rPr lang="en-US" altLang="en-US" dirty="0"/>
              <a:t>?</a:t>
            </a:r>
          </a:p>
          <a:p>
            <a:pPr eaLnBrk="1" hangingPunct="1"/>
            <a:r>
              <a:rPr lang="en-US" altLang="en-US" dirty="0"/>
              <a:t>Sometimes. Consider 300 employees with </a:t>
            </a:r>
            <a:r>
              <a:rPr lang="en-US" altLang="en-US" u="sng" dirty="0"/>
              <a:t>id from 0 to 299</a:t>
            </a:r>
            <a:r>
              <a:rPr lang="en-US" altLang="en-US" dirty="0"/>
              <a:t>.  We can make a hash table size of 300, and use h( k ) = k</a:t>
            </a:r>
          </a:p>
        </p:txBody>
      </p:sp>
    </p:spTree>
    <p:extLst>
      <p:ext uri="{BB962C8B-B14F-4D97-AF65-F5344CB8AC3E}">
        <p14:creationId xmlns:p14="http://schemas.microsoft.com/office/powerpoint/2010/main" val="25393111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08A39A-CFB0-432B-8473-81055AB673B9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Speed vs. Memory Conservation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The </a:t>
            </a:r>
            <a:r>
              <a:rPr lang="en-US" altLang="en-US" u="sng" dirty="0"/>
              <a:t>greatest speed</a:t>
            </a:r>
            <a:r>
              <a:rPr lang="en-US" altLang="en-US" dirty="0"/>
              <a:t> comes about by making a hash table </a:t>
            </a:r>
            <a:r>
              <a:rPr lang="en-US" altLang="en-US" u="sng" dirty="0"/>
              <a:t>much larger</a:t>
            </a:r>
            <a:r>
              <a:rPr lang="en-US" altLang="en-US" dirty="0"/>
              <a:t> than the number of keys so that there is </a:t>
            </a:r>
            <a:r>
              <a:rPr lang="en-US" altLang="en-US" u="sng" dirty="0"/>
              <a:t>no collision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The </a:t>
            </a:r>
            <a:r>
              <a:rPr lang="en-US" altLang="en-US" u="sng" dirty="0"/>
              <a:t>best memory conservation</a:t>
            </a:r>
            <a:r>
              <a:rPr lang="en-US" altLang="en-US" dirty="0"/>
              <a:t> comes from trying to </a:t>
            </a:r>
            <a:r>
              <a:rPr lang="en-US" altLang="en-US" u="sng" dirty="0"/>
              <a:t>reduce</a:t>
            </a:r>
            <a:r>
              <a:rPr lang="en-US" altLang="en-US" dirty="0"/>
              <a:t> the number of </a:t>
            </a:r>
            <a:r>
              <a:rPr lang="en-US" altLang="en-US" u="sng" dirty="0"/>
              <a:t>empty slots</a:t>
            </a:r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64E68C2-34DD-4E5D-83C4-1933402BD018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Hash Table Design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Decide </a:t>
            </a:r>
            <a:r>
              <a:rPr lang="en-US" altLang="en-US" u="sng" dirty="0"/>
              <a:t>whether speed or memory conservation is more important</a:t>
            </a:r>
            <a:r>
              <a:rPr lang="en-US" altLang="en-US" dirty="0"/>
              <a:t> (and how much more important) for the application</a:t>
            </a:r>
          </a:p>
          <a:p>
            <a:pPr eaLnBrk="1" hangingPunct="1"/>
            <a:r>
              <a:rPr lang="en-US" altLang="en-US" dirty="0"/>
              <a:t>Come up with a good table size which</a:t>
            </a:r>
          </a:p>
          <a:p>
            <a:pPr lvl="1" eaLnBrk="1" hangingPunct="1"/>
            <a:r>
              <a:rPr lang="en-US" altLang="en-US" dirty="0"/>
              <a:t>Allows for the use of a </a:t>
            </a:r>
            <a:r>
              <a:rPr lang="en-US" altLang="en-US" u="sng" dirty="0"/>
              <a:t>good hash function</a:t>
            </a:r>
          </a:p>
          <a:p>
            <a:pPr lvl="1" eaLnBrk="1" hangingPunct="1"/>
            <a:r>
              <a:rPr lang="en-US" altLang="en-US" dirty="0"/>
              <a:t>Strikes the appropriate </a:t>
            </a:r>
            <a:r>
              <a:rPr lang="en-US" altLang="en-US" u="sng" dirty="0"/>
              <a:t>balance between speed and memory conservation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A5ADAD-72AC-4D2A-8F79-A79566CB4861}" type="slidenum">
              <a:rPr lang="en-US" altLang="en-US" sz="1400" smtClean="0"/>
              <a:pPr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Time Complexities</a:t>
            </a:r>
            <a:br>
              <a:rPr lang="en-US" altLang="en-US" sz="4000" dirty="0"/>
            </a:br>
            <a:r>
              <a:rPr lang="en-US" altLang="en-US" sz="4000" dirty="0"/>
              <a:t>for Hash Table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en-US" sz="2800" u="sng" dirty="0">
                <a:solidFill>
                  <a:srgbClr val="0000FF"/>
                </a:solidFill>
              </a:rPr>
              <a:t>insert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/>
              <a:t>– we’ll insert at the head of the linked list – </a:t>
            </a:r>
            <a:r>
              <a:rPr lang="en-US" altLang="en-US" sz="2800" u="sng" dirty="0">
                <a:sym typeface="Symbol" pitchFamily="18" charset="2"/>
              </a:rPr>
              <a:t>( 1 )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en-US" sz="2800" u="sng" dirty="0">
                <a:solidFill>
                  <a:srgbClr val="0000FF"/>
                </a:solidFill>
              </a:rPr>
              <a:t>retrieve</a:t>
            </a:r>
            <a:r>
              <a:rPr lang="en-US" altLang="en-US" sz="2800" dirty="0">
                <a:solidFill>
                  <a:srgbClr val="0000FF"/>
                </a:solidFill>
              </a:rPr>
              <a:t> </a:t>
            </a:r>
            <a:r>
              <a:rPr lang="en-US" altLang="en-US" sz="2800" dirty="0"/>
              <a:t>– element is found by hashing, so it is </a:t>
            </a:r>
            <a:r>
              <a:rPr lang="en-US" altLang="en-US" sz="2800" u="sng" dirty="0">
                <a:sym typeface="Symbol" pitchFamily="18" charset="2"/>
              </a:rPr>
              <a:t>( 1 )</a:t>
            </a:r>
            <a:r>
              <a:rPr lang="en-US" altLang="en-US" sz="2800" dirty="0"/>
              <a:t> for uniform hashing (the hash function and hash table are designed so that the length of the collision list is bounded by some small constant)</a:t>
            </a:r>
            <a:endParaRPr lang="en-US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2128</TotalTime>
  <Words>2543</Words>
  <Application>Microsoft Office PowerPoint</Application>
  <PresentationFormat>On-screen Show (4:3)</PresentationFormat>
  <Paragraphs>571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Liberation Sans</vt:lpstr>
      <vt:lpstr>Arial</vt:lpstr>
      <vt:lpstr>Symbol</vt:lpstr>
      <vt:lpstr>Default Design</vt:lpstr>
      <vt:lpstr>PowerPoint Presentation</vt:lpstr>
      <vt:lpstr>Hash Table ADT</vt:lpstr>
      <vt:lpstr>Selected Hash Table ADT Operations</vt:lpstr>
      <vt:lpstr>Hash Functions</vt:lpstr>
      <vt:lpstr>Example Using a  Hash Function</vt:lpstr>
      <vt:lpstr>Inserting an Element</vt:lpstr>
      <vt:lpstr>Consider the Big Picture …</vt:lpstr>
      <vt:lpstr>Collisions</vt:lpstr>
      <vt:lpstr>Collision Resolution: Chaining</vt:lpstr>
      <vt:lpstr>Example Using Chaining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Example Using Chaining (cont.)</vt:lpstr>
      <vt:lpstr>Clustering in Chaining</vt:lpstr>
      <vt:lpstr>Open Addressing</vt:lpstr>
      <vt:lpstr>Collision Resolution: Linear Probing</vt:lpstr>
      <vt:lpstr>Hashing Linear Probing Problem</vt:lpstr>
      <vt:lpstr>Clustering in Linear Probing</vt:lpstr>
      <vt:lpstr>Linear Probing improvement Quadratic Probing</vt:lpstr>
      <vt:lpstr>Quadratic Probing</vt:lpstr>
      <vt:lpstr>Chaining vs Linear Probing</vt:lpstr>
      <vt:lpstr>Chaining vs. Linear Probing</vt:lpstr>
      <vt:lpstr>Uniform Hashing</vt:lpstr>
      <vt:lpstr>Ideal Hash Function  for Uniform Hashing</vt:lpstr>
      <vt:lpstr>Ideal Hash Tables</vt:lpstr>
      <vt:lpstr>Ideal Hash Tables (cont.)</vt:lpstr>
      <vt:lpstr>Speed vs. Memory Conservation</vt:lpstr>
      <vt:lpstr>Hash Table Design</vt:lpstr>
      <vt:lpstr>Time Complexities for Hash Table</vt:lpstr>
    </vt:vector>
  </TitlesOfParts>
  <Company>Clarion University of 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Hash Tables</dc:subject>
  <dc:creator>Jeffrey S. Childs</dc:creator>
  <cp:lastModifiedBy>Neoh Kee Lin</cp:lastModifiedBy>
  <cp:revision>162</cp:revision>
  <dcterms:created xsi:type="dcterms:W3CDTF">2005-12-01T00:58:27Z</dcterms:created>
  <dcterms:modified xsi:type="dcterms:W3CDTF">2025-02-26T10:33:31Z</dcterms:modified>
</cp:coreProperties>
</file>