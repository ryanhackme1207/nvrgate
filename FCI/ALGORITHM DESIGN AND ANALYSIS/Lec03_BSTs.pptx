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5"/>
  </p:notesMasterIdLst>
  <p:sldIdLst>
    <p:sldId id="676" r:id="rId2"/>
    <p:sldId id="310" r:id="rId3"/>
    <p:sldId id="304" r:id="rId4"/>
    <p:sldId id="312" r:id="rId5"/>
    <p:sldId id="313" r:id="rId6"/>
    <p:sldId id="318" r:id="rId7"/>
    <p:sldId id="320" r:id="rId8"/>
    <p:sldId id="326" r:id="rId9"/>
    <p:sldId id="327" r:id="rId10"/>
    <p:sldId id="328" r:id="rId11"/>
    <p:sldId id="330" r:id="rId12"/>
    <p:sldId id="862" r:id="rId13"/>
    <p:sldId id="863" r:id="rId14"/>
    <p:sldId id="864" r:id="rId15"/>
    <p:sldId id="865" r:id="rId16"/>
    <p:sldId id="866" r:id="rId17"/>
    <p:sldId id="683" r:id="rId18"/>
    <p:sldId id="684" r:id="rId19"/>
    <p:sldId id="685" r:id="rId20"/>
    <p:sldId id="686" r:id="rId21"/>
    <p:sldId id="878" r:id="rId22"/>
    <p:sldId id="687" r:id="rId23"/>
    <p:sldId id="691" r:id="rId24"/>
    <p:sldId id="695" r:id="rId25"/>
    <p:sldId id="698" r:id="rId26"/>
    <p:sldId id="701" r:id="rId27"/>
    <p:sldId id="703" r:id="rId28"/>
    <p:sldId id="706" r:id="rId29"/>
    <p:sldId id="709" r:id="rId30"/>
    <p:sldId id="712" r:id="rId31"/>
    <p:sldId id="715" r:id="rId32"/>
    <p:sldId id="718" r:id="rId33"/>
    <p:sldId id="723" r:id="rId34"/>
    <p:sldId id="726" r:id="rId35"/>
    <p:sldId id="731" r:id="rId36"/>
    <p:sldId id="734" r:id="rId37"/>
    <p:sldId id="739" r:id="rId38"/>
    <p:sldId id="742" r:id="rId39"/>
    <p:sldId id="749" r:id="rId40"/>
    <p:sldId id="751" r:id="rId41"/>
    <p:sldId id="875" r:id="rId42"/>
    <p:sldId id="752" r:id="rId43"/>
    <p:sldId id="755" r:id="rId44"/>
    <p:sldId id="757" r:id="rId45"/>
    <p:sldId id="759" r:id="rId46"/>
    <p:sldId id="762" r:id="rId47"/>
    <p:sldId id="771" r:id="rId48"/>
    <p:sldId id="772" r:id="rId49"/>
    <p:sldId id="868" r:id="rId50"/>
    <p:sldId id="869" r:id="rId51"/>
    <p:sldId id="870" r:id="rId52"/>
    <p:sldId id="871" r:id="rId53"/>
    <p:sldId id="872" r:id="rId54"/>
    <p:sldId id="880" r:id="rId55"/>
    <p:sldId id="881" r:id="rId56"/>
    <p:sldId id="879" r:id="rId57"/>
    <p:sldId id="882" r:id="rId58"/>
    <p:sldId id="883" r:id="rId59"/>
    <p:sldId id="885" r:id="rId60"/>
    <p:sldId id="886" r:id="rId61"/>
    <p:sldId id="887" r:id="rId62"/>
    <p:sldId id="890" r:id="rId63"/>
    <p:sldId id="888" r:id="rId64"/>
    <p:sldId id="889" r:id="rId65"/>
    <p:sldId id="891" r:id="rId66"/>
    <p:sldId id="773" r:id="rId67"/>
    <p:sldId id="774" r:id="rId68"/>
    <p:sldId id="775" r:id="rId69"/>
    <p:sldId id="776" r:id="rId70"/>
    <p:sldId id="777" r:id="rId71"/>
    <p:sldId id="778" r:id="rId72"/>
    <p:sldId id="779" r:id="rId73"/>
    <p:sldId id="780" r:id="rId74"/>
    <p:sldId id="781" r:id="rId75"/>
    <p:sldId id="782" r:id="rId76"/>
    <p:sldId id="783" r:id="rId77"/>
    <p:sldId id="787" r:id="rId78"/>
    <p:sldId id="788" r:id="rId79"/>
    <p:sldId id="790" r:id="rId80"/>
    <p:sldId id="792" r:id="rId81"/>
    <p:sldId id="794" r:id="rId82"/>
    <p:sldId id="797" r:id="rId83"/>
    <p:sldId id="798" r:id="rId84"/>
    <p:sldId id="800" r:id="rId85"/>
    <p:sldId id="801" r:id="rId86"/>
    <p:sldId id="802" r:id="rId87"/>
    <p:sldId id="873" r:id="rId88"/>
    <p:sldId id="857" r:id="rId89"/>
    <p:sldId id="867" r:id="rId90"/>
    <p:sldId id="876" r:id="rId91"/>
    <p:sldId id="874" r:id="rId92"/>
    <p:sldId id="892" r:id="rId93"/>
    <p:sldId id="893" r:id="rId9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728" autoAdjust="0"/>
  </p:normalViewPr>
  <p:slideViewPr>
    <p:cSldViewPr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oh Kee Lin" userId="9e68bd29-1eeb-4ae3-beb9-48fd59e465e5" providerId="ADAL" clId="{7C34B868-C328-4A53-A0B0-849E38EEBB8A}"/>
    <pc:docChg chg="undo custSel modSld">
      <pc:chgData name="Neoh Kee Lin" userId="9e68bd29-1eeb-4ae3-beb9-48fd59e465e5" providerId="ADAL" clId="{7C34B868-C328-4A53-A0B0-849E38EEBB8A}" dt="2024-11-04T12:02:45.575" v="494"/>
      <pc:docMkLst>
        <pc:docMk/>
      </pc:docMkLst>
      <pc:sldChg chg="modSp mod">
        <pc:chgData name="Neoh Kee Lin" userId="9e68bd29-1eeb-4ae3-beb9-48fd59e465e5" providerId="ADAL" clId="{7C34B868-C328-4A53-A0B0-849E38EEBB8A}" dt="2024-11-04T10:42:08.933" v="36" actId="20577"/>
        <pc:sldMkLst>
          <pc:docMk/>
          <pc:sldMk cId="0" sldId="310"/>
        </pc:sldMkLst>
        <pc:spChg chg="mod">
          <ac:chgData name="Neoh Kee Lin" userId="9e68bd29-1eeb-4ae3-beb9-48fd59e465e5" providerId="ADAL" clId="{7C34B868-C328-4A53-A0B0-849E38EEBB8A}" dt="2024-11-04T10:42:08.933" v="36" actId="20577"/>
          <ac:spMkLst>
            <pc:docMk/>
            <pc:sldMk cId="0" sldId="310"/>
            <ac:spMk id="60419" creationId="{00000000-0000-0000-0000-000000000000}"/>
          </ac:spMkLst>
        </pc:spChg>
      </pc:sldChg>
      <pc:sldChg chg="addSp modSp mod">
        <pc:chgData name="Neoh Kee Lin" userId="9e68bd29-1eeb-4ae3-beb9-48fd59e465e5" providerId="ADAL" clId="{7C34B868-C328-4A53-A0B0-849E38EEBB8A}" dt="2024-11-04T10:48:04.300" v="98" actId="115"/>
        <pc:sldMkLst>
          <pc:docMk/>
          <pc:sldMk cId="0" sldId="320"/>
        </pc:sldMkLst>
        <pc:spChg chg="add mod">
          <ac:chgData name="Neoh Kee Lin" userId="9e68bd29-1eeb-4ae3-beb9-48fd59e465e5" providerId="ADAL" clId="{7C34B868-C328-4A53-A0B0-849E38EEBB8A}" dt="2024-11-04T10:48:04.300" v="98" actId="115"/>
          <ac:spMkLst>
            <pc:docMk/>
            <pc:sldMk cId="0" sldId="320"/>
            <ac:spMk id="2" creationId="{1827F796-E53E-685A-5878-C9D6E81B054C}"/>
          </ac:spMkLst>
        </pc:spChg>
        <pc:spChg chg="mod">
          <ac:chgData name="Neoh Kee Lin" userId="9e68bd29-1eeb-4ae3-beb9-48fd59e465e5" providerId="ADAL" clId="{7C34B868-C328-4A53-A0B0-849E38EEBB8A}" dt="2024-11-04T10:45:54.813" v="67" actId="1038"/>
          <ac:spMkLst>
            <pc:docMk/>
            <pc:sldMk cId="0" sldId="320"/>
            <ac:spMk id="28" creationId="{00000000-0000-0000-0000-000000000000}"/>
          </ac:spMkLst>
        </pc:spChg>
        <pc:spChg chg="mod">
          <ac:chgData name="Neoh Kee Lin" userId="9e68bd29-1eeb-4ae3-beb9-48fd59e465e5" providerId="ADAL" clId="{7C34B868-C328-4A53-A0B0-849E38EEBB8A}" dt="2024-11-04T10:45:45.314" v="62" actId="1076"/>
          <ac:spMkLst>
            <pc:docMk/>
            <pc:sldMk cId="0" sldId="320"/>
            <ac:spMk id="71693" creationId="{00000000-0000-0000-0000-000000000000}"/>
          </ac:spMkLst>
        </pc:spChg>
      </pc:sldChg>
      <pc:sldChg chg="addSp modSp">
        <pc:chgData name="Neoh Kee Lin" userId="9e68bd29-1eeb-4ae3-beb9-48fd59e465e5" providerId="ADAL" clId="{7C34B868-C328-4A53-A0B0-849E38EEBB8A}" dt="2024-11-04T10:48:28.031" v="116"/>
        <pc:sldMkLst>
          <pc:docMk/>
          <pc:sldMk cId="0" sldId="326"/>
        </pc:sldMkLst>
        <pc:spChg chg="mod">
          <ac:chgData name="Neoh Kee Lin" userId="9e68bd29-1eeb-4ae3-beb9-48fd59e465e5" providerId="ADAL" clId="{7C34B868-C328-4A53-A0B0-849E38EEBB8A}" dt="2024-11-04T10:48:24.435" v="115" actId="14100"/>
          <ac:spMkLst>
            <pc:docMk/>
            <pc:sldMk cId="0" sldId="326"/>
            <ac:spMk id="77827" creationId="{00000000-0000-0000-0000-000000000000}"/>
          </ac:spMkLst>
        </pc:spChg>
        <pc:picChg chg="add mod">
          <ac:chgData name="Neoh Kee Lin" userId="9e68bd29-1eeb-4ae3-beb9-48fd59e465e5" providerId="ADAL" clId="{7C34B868-C328-4A53-A0B0-849E38EEBB8A}" dt="2024-11-04T10:48:28.031" v="116"/>
          <ac:picMkLst>
            <pc:docMk/>
            <pc:sldMk cId="0" sldId="326"/>
            <ac:picMk id="2" creationId="{E3570E6E-DE4D-D970-01AD-379ED6E064C8}"/>
          </ac:picMkLst>
        </pc:picChg>
      </pc:sldChg>
      <pc:sldChg chg="delSp">
        <pc:chgData name="Neoh Kee Lin" userId="9e68bd29-1eeb-4ae3-beb9-48fd59e465e5" providerId="ADAL" clId="{7C34B868-C328-4A53-A0B0-849E38EEBB8A}" dt="2024-11-04T10:48:54.897" v="117" actId="478"/>
        <pc:sldMkLst>
          <pc:docMk/>
          <pc:sldMk cId="0" sldId="328"/>
        </pc:sldMkLst>
      </pc:sldChg>
      <pc:sldChg chg="addSp delSp modSp mod">
        <pc:chgData name="Neoh Kee Lin" userId="9e68bd29-1eeb-4ae3-beb9-48fd59e465e5" providerId="ADAL" clId="{7C34B868-C328-4A53-A0B0-849E38EEBB8A}" dt="2024-11-04T10:41:10.350" v="25" actId="1035"/>
        <pc:sldMkLst>
          <pc:docMk/>
          <pc:sldMk cId="0" sldId="676"/>
        </pc:sldMkLst>
        <pc:spChg chg="add del mod">
          <ac:chgData name="Neoh Kee Lin" userId="9e68bd29-1eeb-4ae3-beb9-48fd59e465e5" providerId="ADAL" clId="{7C34B868-C328-4A53-A0B0-849E38EEBB8A}" dt="2024-11-04T10:41:01.656" v="14" actId="20577"/>
          <ac:spMkLst>
            <pc:docMk/>
            <pc:sldMk cId="0" sldId="676"/>
            <ac:spMk id="451587" creationId="{00000000-0000-0000-0000-000000000000}"/>
          </ac:spMkLst>
        </pc:spChg>
        <pc:picChg chg="add mod">
          <ac:chgData name="Neoh Kee Lin" userId="9e68bd29-1eeb-4ae3-beb9-48fd59e465e5" providerId="ADAL" clId="{7C34B868-C328-4A53-A0B0-849E38EEBB8A}" dt="2024-11-04T10:41:10.350" v="25" actId="1035"/>
          <ac:picMkLst>
            <pc:docMk/>
            <pc:sldMk cId="0" sldId="676"/>
            <ac:picMk id="6" creationId="{8FB25FCB-5840-290D-9FAD-211D22A4B7C8}"/>
          </ac:picMkLst>
        </pc:picChg>
      </pc:sldChg>
      <pc:sldChg chg="modSp mod">
        <pc:chgData name="Neoh Kee Lin" userId="9e68bd29-1eeb-4ae3-beb9-48fd59e465e5" providerId="ADAL" clId="{7C34B868-C328-4A53-A0B0-849E38EEBB8A}" dt="2024-11-04T10:54:34.751" v="126" actId="6549"/>
        <pc:sldMkLst>
          <pc:docMk/>
          <pc:sldMk cId="499805569" sldId="684"/>
        </pc:sldMkLst>
        <pc:spChg chg="mod">
          <ac:chgData name="Neoh Kee Lin" userId="9e68bd29-1eeb-4ae3-beb9-48fd59e465e5" providerId="ADAL" clId="{7C34B868-C328-4A53-A0B0-849E38EEBB8A}" dt="2024-11-04T10:54:34.751" v="126" actId="6549"/>
          <ac:spMkLst>
            <pc:docMk/>
            <pc:sldMk cId="499805569" sldId="684"/>
            <ac:spMk id="4100" creationId="{00000000-0000-0000-0000-000000000000}"/>
          </ac:spMkLst>
        </pc:spChg>
      </pc:sldChg>
      <pc:sldChg chg="addSp delSp modSp mod">
        <pc:chgData name="Neoh Kee Lin" userId="9e68bd29-1eeb-4ae3-beb9-48fd59e465e5" providerId="ADAL" clId="{7C34B868-C328-4A53-A0B0-849E38EEBB8A}" dt="2024-11-04T11:09:17.304" v="323" actId="6549"/>
        <pc:sldMkLst>
          <pc:docMk/>
          <pc:sldMk cId="644620126" sldId="685"/>
        </pc:sldMkLst>
        <pc:spChg chg="mod">
          <ac:chgData name="Neoh Kee Lin" userId="9e68bd29-1eeb-4ae3-beb9-48fd59e465e5" providerId="ADAL" clId="{7C34B868-C328-4A53-A0B0-849E38EEBB8A}" dt="2024-11-04T11:09:17.304" v="323" actId="6549"/>
          <ac:spMkLst>
            <pc:docMk/>
            <pc:sldMk cId="644620126" sldId="685"/>
            <ac:spMk id="5124" creationId="{00000000-0000-0000-0000-000000000000}"/>
          </ac:spMkLst>
        </pc:spChg>
        <pc:spChg chg="mod">
          <ac:chgData name="Neoh Kee Lin" userId="9e68bd29-1eeb-4ae3-beb9-48fd59e465e5" providerId="ADAL" clId="{7C34B868-C328-4A53-A0B0-849E38EEBB8A}" dt="2024-11-04T10:58:35.833" v="213" actId="1035"/>
          <ac:spMkLst>
            <pc:docMk/>
            <pc:sldMk cId="644620126" sldId="685"/>
            <ac:spMk id="5125" creationId="{00000000-0000-0000-0000-000000000000}"/>
          </ac:spMkLst>
        </pc:spChg>
        <pc:picChg chg="add mod">
          <ac:chgData name="Neoh Kee Lin" userId="9e68bd29-1eeb-4ae3-beb9-48fd59e465e5" providerId="ADAL" clId="{7C34B868-C328-4A53-A0B0-849E38EEBB8A}" dt="2024-11-04T10:58:18.936" v="207" actId="1076"/>
          <ac:picMkLst>
            <pc:docMk/>
            <pc:sldMk cId="644620126" sldId="685"/>
            <ac:picMk id="3" creationId="{FA4E41EB-1F20-B570-7B80-DD0BC39A0172}"/>
          </ac:picMkLst>
        </pc:picChg>
      </pc:sldChg>
      <pc:sldChg chg="modSp mod">
        <pc:chgData name="Neoh Kee Lin" userId="9e68bd29-1eeb-4ae3-beb9-48fd59e465e5" providerId="ADAL" clId="{7C34B868-C328-4A53-A0B0-849E38EEBB8A}" dt="2024-11-04T11:09:58.176" v="332" actId="20577"/>
        <pc:sldMkLst>
          <pc:docMk/>
          <pc:sldMk cId="1039881744" sldId="686"/>
        </pc:sldMkLst>
        <pc:spChg chg="mod">
          <ac:chgData name="Neoh Kee Lin" userId="9e68bd29-1eeb-4ae3-beb9-48fd59e465e5" providerId="ADAL" clId="{7C34B868-C328-4A53-A0B0-849E38EEBB8A}" dt="2024-11-04T11:09:58.176" v="332" actId="20577"/>
          <ac:spMkLst>
            <pc:docMk/>
            <pc:sldMk cId="1039881744" sldId="686"/>
            <ac:spMk id="6151" creationId="{00000000-0000-0000-0000-000000000000}"/>
          </ac:spMkLst>
        </pc:spChg>
      </pc:sldChg>
      <pc:sldChg chg="modSp mod">
        <pc:chgData name="Neoh Kee Lin" userId="9e68bd29-1eeb-4ae3-beb9-48fd59e465e5" providerId="ADAL" clId="{7C34B868-C328-4A53-A0B0-849E38EEBB8A}" dt="2024-11-04T11:56:16.620" v="449" actId="114"/>
        <pc:sldMkLst>
          <pc:docMk/>
          <pc:sldMk cId="2885262630" sldId="872"/>
        </pc:sldMkLst>
        <pc:spChg chg="mod">
          <ac:chgData name="Neoh Kee Lin" userId="9e68bd29-1eeb-4ae3-beb9-48fd59e465e5" providerId="ADAL" clId="{7C34B868-C328-4A53-A0B0-849E38EEBB8A}" dt="2024-11-04T11:56:16.620" v="449" actId="114"/>
          <ac:spMkLst>
            <pc:docMk/>
            <pc:sldMk cId="2885262630" sldId="872"/>
            <ac:spMk id="99331" creationId="{00000000-0000-0000-0000-000000000000}"/>
          </ac:spMkLst>
        </pc:spChg>
      </pc:sldChg>
      <pc:sldChg chg="modSp mod">
        <pc:chgData name="Neoh Kee Lin" userId="9e68bd29-1eeb-4ae3-beb9-48fd59e465e5" providerId="ADAL" clId="{7C34B868-C328-4A53-A0B0-849E38EEBB8A}" dt="2024-11-04T12:02:45.575" v="494"/>
        <pc:sldMkLst>
          <pc:docMk/>
          <pc:sldMk cId="2966127139" sldId="876"/>
        </pc:sldMkLst>
        <pc:spChg chg="mod">
          <ac:chgData name="Neoh Kee Lin" userId="9e68bd29-1eeb-4ae3-beb9-48fd59e465e5" providerId="ADAL" clId="{7C34B868-C328-4A53-A0B0-849E38EEBB8A}" dt="2024-11-04T12:01:45.635" v="490" actId="6549"/>
          <ac:spMkLst>
            <pc:docMk/>
            <pc:sldMk cId="2966127139" sldId="876"/>
            <ac:spMk id="5" creationId="{00000000-0000-0000-0000-000000000000}"/>
          </ac:spMkLst>
        </pc:spChg>
        <pc:spChg chg="mod">
          <ac:chgData name="Neoh Kee Lin" userId="9e68bd29-1eeb-4ae3-beb9-48fd59e465e5" providerId="ADAL" clId="{7C34B868-C328-4A53-A0B0-849E38EEBB8A}" dt="2024-11-04T12:02:45.575" v="494"/>
          <ac:spMkLst>
            <pc:docMk/>
            <pc:sldMk cId="2966127139" sldId="876"/>
            <ac:spMk id="10" creationId="{00000000-0000-0000-0000-000000000000}"/>
          </ac:spMkLst>
        </pc:spChg>
      </pc:sldChg>
      <pc:sldChg chg="modSp mod">
        <pc:chgData name="Neoh Kee Lin" userId="9e68bd29-1eeb-4ae3-beb9-48fd59e465e5" providerId="ADAL" clId="{7C34B868-C328-4A53-A0B0-849E38EEBB8A}" dt="2024-11-04T12:02:39.162" v="493"/>
        <pc:sldMkLst>
          <pc:docMk/>
          <pc:sldMk cId="1120683621" sldId="877"/>
        </pc:sldMkLst>
      </pc:sldChg>
      <pc:sldChg chg="modSp mod">
        <pc:chgData name="Neoh Kee Lin" userId="9e68bd29-1eeb-4ae3-beb9-48fd59e465e5" providerId="ADAL" clId="{7C34B868-C328-4A53-A0B0-849E38EEBB8A}" dt="2024-11-04T11:37:48.551" v="419" actId="6549"/>
        <pc:sldMkLst>
          <pc:docMk/>
          <pc:sldMk cId="615167604" sldId="878"/>
        </pc:sldMkLst>
        <pc:spChg chg="mod">
          <ac:chgData name="Neoh Kee Lin" userId="9e68bd29-1eeb-4ae3-beb9-48fd59e465e5" providerId="ADAL" clId="{7C34B868-C328-4A53-A0B0-849E38EEBB8A}" dt="2024-11-04T11:37:48.551" v="419" actId="6549"/>
          <ac:spMkLst>
            <pc:docMk/>
            <pc:sldMk cId="615167604" sldId="878"/>
            <ac:spMk id="5" creationId="{00000000-0000-0000-0000-000000000000}"/>
          </ac:spMkLst>
        </pc:spChg>
      </pc:sldChg>
      <pc:sldChg chg="modSp mod">
        <pc:chgData name="Neoh Kee Lin" userId="9e68bd29-1eeb-4ae3-beb9-48fd59e465e5" providerId="ADAL" clId="{7C34B868-C328-4A53-A0B0-849E38EEBB8A}" dt="2024-11-04T11:59:11.226" v="458" actId="115"/>
        <pc:sldMkLst>
          <pc:docMk/>
          <pc:sldMk cId="2094467840" sldId="892"/>
        </pc:sldMkLst>
        <pc:spChg chg="mod">
          <ac:chgData name="Neoh Kee Lin" userId="9e68bd29-1eeb-4ae3-beb9-48fd59e465e5" providerId="ADAL" clId="{7C34B868-C328-4A53-A0B0-849E38EEBB8A}" dt="2024-11-04T11:59:11.226" v="458" actId="115"/>
          <ac:spMkLst>
            <pc:docMk/>
            <pc:sldMk cId="2094467840" sldId="892"/>
            <ac:spMk id="60419" creationId="{00000000-0000-0000-0000-000000000000}"/>
          </ac:spMkLst>
        </pc:spChg>
      </pc:sldChg>
    </pc:docChg>
  </pc:docChgLst>
  <pc:docChgLst>
    <pc:chgData name="Neoh Kee Lin" userId="9e68bd29-1eeb-4ae3-beb9-48fd59e465e5" providerId="ADAL" clId="{EBBEFD22-3B17-4397-B0AD-2E76E810F2E3}"/>
    <pc:docChg chg="undo custSel addSld delSld modSld">
      <pc:chgData name="Neoh Kee Lin" userId="9e68bd29-1eeb-4ae3-beb9-48fd59e465e5" providerId="ADAL" clId="{EBBEFD22-3B17-4397-B0AD-2E76E810F2E3}" dt="2025-01-03T15:34:12.800" v="410" actId="47"/>
      <pc:docMkLst>
        <pc:docMk/>
      </pc:docMkLst>
      <pc:sldChg chg="modSp mod">
        <pc:chgData name="Neoh Kee Lin" userId="9e68bd29-1eeb-4ae3-beb9-48fd59e465e5" providerId="ADAL" clId="{EBBEFD22-3B17-4397-B0AD-2E76E810F2E3}" dt="2025-01-03T15:23:23.888" v="0" actId="2711"/>
        <pc:sldMkLst>
          <pc:docMk/>
          <pc:sldMk cId="644620126" sldId="685"/>
        </pc:sldMkLst>
        <pc:spChg chg="mod">
          <ac:chgData name="Neoh Kee Lin" userId="9e68bd29-1eeb-4ae3-beb9-48fd59e465e5" providerId="ADAL" clId="{EBBEFD22-3B17-4397-B0AD-2E76E810F2E3}" dt="2025-01-03T15:23:23.888" v="0" actId="2711"/>
          <ac:spMkLst>
            <pc:docMk/>
            <pc:sldMk cId="644620126" sldId="685"/>
            <ac:spMk id="5124" creationId="{00000000-0000-0000-0000-000000000000}"/>
          </ac:spMkLst>
        </pc:spChg>
      </pc:sldChg>
      <pc:sldChg chg="modSp mod">
        <pc:chgData name="Neoh Kee Lin" userId="9e68bd29-1eeb-4ae3-beb9-48fd59e465e5" providerId="ADAL" clId="{EBBEFD22-3B17-4397-B0AD-2E76E810F2E3}" dt="2025-01-03T15:27:56.038" v="228" actId="14100"/>
        <pc:sldMkLst>
          <pc:docMk/>
          <pc:sldMk cId="1767819146" sldId="875"/>
        </pc:sldMkLst>
        <pc:spChg chg="mod">
          <ac:chgData name="Neoh Kee Lin" userId="9e68bd29-1eeb-4ae3-beb9-48fd59e465e5" providerId="ADAL" clId="{EBBEFD22-3B17-4397-B0AD-2E76E810F2E3}" dt="2025-01-03T15:27:56.038" v="228" actId="14100"/>
          <ac:spMkLst>
            <pc:docMk/>
            <pc:sldMk cId="1767819146" sldId="875"/>
            <ac:spMk id="5" creationId="{00000000-0000-0000-0000-000000000000}"/>
          </ac:spMkLst>
        </pc:spChg>
      </pc:sldChg>
      <pc:sldChg chg="addSp delSp modSp mod modClrScheme chgLayout">
        <pc:chgData name="Neoh Kee Lin" userId="9e68bd29-1eeb-4ae3-beb9-48fd59e465e5" providerId="ADAL" clId="{EBBEFD22-3B17-4397-B0AD-2E76E810F2E3}" dt="2025-01-03T15:34:05.326" v="409" actId="1038"/>
        <pc:sldMkLst>
          <pc:docMk/>
          <pc:sldMk cId="2966127139" sldId="876"/>
        </pc:sldMkLst>
        <pc:spChg chg="mod ord">
          <ac:chgData name="Neoh Kee Lin" userId="9e68bd29-1eeb-4ae3-beb9-48fd59e465e5" providerId="ADAL" clId="{EBBEFD22-3B17-4397-B0AD-2E76E810F2E3}" dt="2025-01-03T15:32:51.252" v="342" actId="700"/>
          <ac:spMkLst>
            <pc:docMk/>
            <pc:sldMk cId="2966127139" sldId="876"/>
            <ac:spMk id="2" creationId="{00000000-0000-0000-0000-000000000000}"/>
          </ac:spMkLst>
        </pc:spChg>
        <pc:spChg chg="add del mod ord">
          <ac:chgData name="Neoh Kee Lin" userId="9e68bd29-1eeb-4ae3-beb9-48fd59e465e5" providerId="ADAL" clId="{EBBEFD22-3B17-4397-B0AD-2E76E810F2E3}" dt="2025-01-03T15:32:51.252" v="342" actId="700"/>
          <ac:spMkLst>
            <pc:docMk/>
            <pc:sldMk cId="2966127139" sldId="876"/>
            <ac:spMk id="3" creationId="{3814398D-B65E-2402-6334-9201851C2066}"/>
          </ac:spMkLst>
        </pc:spChg>
        <pc:spChg chg="mod ord">
          <ac:chgData name="Neoh Kee Lin" userId="9e68bd29-1eeb-4ae3-beb9-48fd59e465e5" providerId="ADAL" clId="{EBBEFD22-3B17-4397-B0AD-2E76E810F2E3}" dt="2025-01-03T15:32:51.252" v="342" actId="700"/>
          <ac:spMkLst>
            <pc:docMk/>
            <pc:sldMk cId="2966127139" sldId="876"/>
            <ac:spMk id="4" creationId="{00000000-0000-0000-0000-000000000000}"/>
          </ac:spMkLst>
        </pc:spChg>
        <pc:spChg chg="mod">
          <ac:chgData name="Neoh Kee Lin" userId="9e68bd29-1eeb-4ae3-beb9-48fd59e465e5" providerId="ADAL" clId="{EBBEFD22-3B17-4397-B0AD-2E76E810F2E3}" dt="2025-01-03T15:32:07.899" v="340" actId="14100"/>
          <ac:spMkLst>
            <pc:docMk/>
            <pc:sldMk cId="2966127139" sldId="876"/>
            <ac:spMk id="5" creationId="{00000000-0000-0000-0000-000000000000}"/>
          </ac:spMkLst>
        </pc:spChg>
        <pc:spChg chg="mod">
          <ac:chgData name="Neoh Kee Lin" userId="9e68bd29-1eeb-4ae3-beb9-48fd59e465e5" providerId="ADAL" clId="{EBBEFD22-3B17-4397-B0AD-2E76E810F2E3}" dt="2025-01-03T15:33:00.291" v="343" actId="14100"/>
          <ac:spMkLst>
            <pc:docMk/>
            <pc:sldMk cId="2966127139" sldId="876"/>
            <ac:spMk id="6" creationId="{00000000-0000-0000-0000-000000000000}"/>
          </ac:spMkLst>
        </pc:spChg>
        <pc:spChg chg="add del mod ord">
          <ac:chgData name="Neoh Kee Lin" userId="9e68bd29-1eeb-4ae3-beb9-48fd59e465e5" providerId="ADAL" clId="{EBBEFD22-3B17-4397-B0AD-2E76E810F2E3}" dt="2025-01-03T15:32:51.252" v="342" actId="700"/>
          <ac:spMkLst>
            <pc:docMk/>
            <pc:sldMk cId="2966127139" sldId="876"/>
            <ac:spMk id="7" creationId="{E0CF7FD3-87F3-80BF-F399-1E15369C919D}"/>
          </ac:spMkLst>
        </pc:spChg>
        <pc:spChg chg="mod">
          <ac:chgData name="Neoh Kee Lin" userId="9e68bd29-1eeb-4ae3-beb9-48fd59e465e5" providerId="ADAL" clId="{EBBEFD22-3B17-4397-B0AD-2E76E810F2E3}" dt="2025-01-03T15:33:07.171" v="344" actId="14100"/>
          <ac:spMkLst>
            <pc:docMk/>
            <pc:sldMk cId="2966127139" sldId="876"/>
            <ac:spMk id="8" creationId="{00000000-0000-0000-0000-000000000000}"/>
          </ac:spMkLst>
        </pc:spChg>
        <pc:spChg chg="add mod">
          <ac:chgData name="Neoh Kee Lin" userId="9e68bd29-1eeb-4ae3-beb9-48fd59e465e5" providerId="ADAL" clId="{EBBEFD22-3B17-4397-B0AD-2E76E810F2E3}" dt="2025-01-03T15:34:05.326" v="409" actId="1038"/>
          <ac:spMkLst>
            <pc:docMk/>
            <pc:sldMk cId="2966127139" sldId="876"/>
            <ac:spMk id="9" creationId="{07B4C425-C7BB-7D00-B142-2026476E076B}"/>
          </ac:spMkLst>
        </pc:spChg>
        <pc:spChg chg="mod">
          <ac:chgData name="Neoh Kee Lin" userId="9e68bd29-1eeb-4ae3-beb9-48fd59e465e5" providerId="ADAL" clId="{EBBEFD22-3B17-4397-B0AD-2E76E810F2E3}" dt="2025-01-03T15:32:04.036" v="339" actId="14100"/>
          <ac:spMkLst>
            <pc:docMk/>
            <pc:sldMk cId="2966127139" sldId="876"/>
            <ac:spMk id="10" creationId="{00000000-0000-0000-0000-000000000000}"/>
          </ac:spMkLst>
        </pc:spChg>
        <pc:spChg chg="add mod">
          <ac:chgData name="Neoh Kee Lin" userId="9e68bd29-1eeb-4ae3-beb9-48fd59e465e5" providerId="ADAL" clId="{EBBEFD22-3B17-4397-B0AD-2E76E810F2E3}" dt="2025-01-03T15:34:05.326" v="409" actId="1038"/>
          <ac:spMkLst>
            <pc:docMk/>
            <pc:sldMk cId="2966127139" sldId="876"/>
            <ac:spMk id="11" creationId="{06703813-2310-DD59-76B9-9FF4FA53D2D3}"/>
          </ac:spMkLst>
        </pc:spChg>
      </pc:sldChg>
      <pc:sldChg chg="modSp del mod">
        <pc:chgData name="Neoh Kee Lin" userId="9e68bd29-1eeb-4ae3-beb9-48fd59e465e5" providerId="ADAL" clId="{EBBEFD22-3B17-4397-B0AD-2E76E810F2E3}" dt="2025-01-03T15:34:12.800" v="410" actId="47"/>
        <pc:sldMkLst>
          <pc:docMk/>
          <pc:sldMk cId="1120683621" sldId="877"/>
        </pc:sldMkLst>
        <pc:spChg chg="mod">
          <ac:chgData name="Neoh Kee Lin" userId="9e68bd29-1eeb-4ae3-beb9-48fd59e465e5" providerId="ADAL" clId="{EBBEFD22-3B17-4397-B0AD-2E76E810F2E3}" dt="2025-01-03T15:33:46.997" v="349" actId="14100"/>
          <ac:spMkLst>
            <pc:docMk/>
            <pc:sldMk cId="1120683621" sldId="877"/>
            <ac:spMk id="9" creationId="{00000000-0000-0000-0000-000000000000}"/>
          </ac:spMkLst>
        </pc:spChg>
        <pc:spChg chg="mod">
          <ac:chgData name="Neoh Kee Lin" userId="9e68bd29-1eeb-4ae3-beb9-48fd59e465e5" providerId="ADAL" clId="{EBBEFD22-3B17-4397-B0AD-2E76E810F2E3}" dt="2025-01-03T15:33:55.513" v="351" actId="14100"/>
          <ac:spMkLst>
            <pc:docMk/>
            <pc:sldMk cId="1120683621" sldId="877"/>
            <ac:spMk id="10" creationId="{00000000-0000-0000-0000-000000000000}"/>
          </ac:spMkLst>
        </pc:spChg>
      </pc:sldChg>
      <pc:sldChg chg="modSp mod">
        <pc:chgData name="Neoh Kee Lin" userId="9e68bd29-1eeb-4ae3-beb9-48fd59e465e5" providerId="ADAL" clId="{EBBEFD22-3B17-4397-B0AD-2E76E810F2E3}" dt="2025-01-03T15:25:59.327" v="162" actId="20577"/>
        <pc:sldMkLst>
          <pc:docMk/>
          <pc:sldMk cId="615167604" sldId="878"/>
        </pc:sldMkLst>
        <pc:spChg chg="mod">
          <ac:chgData name="Neoh Kee Lin" userId="9e68bd29-1eeb-4ae3-beb9-48fd59e465e5" providerId="ADAL" clId="{EBBEFD22-3B17-4397-B0AD-2E76E810F2E3}" dt="2025-01-03T15:25:59.327" v="162" actId="20577"/>
          <ac:spMkLst>
            <pc:docMk/>
            <pc:sldMk cId="615167604" sldId="878"/>
            <ac:spMk id="5" creationId="{00000000-0000-0000-0000-000000000000}"/>
          </ac:spMkLst>
        </pc:spChg>
      </pc:sldChg>
      <pc:sldChg chg="new del">
        <pc:chgData name="Neoh Kee Lin" userId="9e68bd29-1eeb-4ae3-beb9-48fd59e465e5" providerId="ADAL" clId="{EBBEFD22-3B17-4397-B0AD-2E76E810F2E3}" dt="2025-01-03T15:33:34.577" v="346" actId="680"/>
        <pc:sldMkLst>
          <pc:docMk/>
          <pc:sldMk cId="948895912" sldId="894"/>
        </pc:sldMkLst>
      </pc:sldChg>
    </pc:docChg>
  </pc:docChgLst>
  <pc:docChgLst>
    <pc:chgData name="Neoh Kee Lin" userId="9e68bd29-1eeb-4ae3-beb9-48fd59e465e5" providerId="ADAL" clId="{AE9778B6-0248-4BCC-A41E-DB94E4B1B561}"/>
    <pc:docChg chg="undo custSel modSld">
      <pc:chgData name="Neoh Kee Lin" userId="9e68bd29-1eeb-4ae3-beb9-48fd59e465e5" providerId="ADAL" clId="{AE9778B6-0248-4BCC-A41E-DB94E4B1B561}" dt="2024-11-24T16:12:07.488" v="78" actId="6549"/>
      <pc:docMkLst>
        <pc:docMk/>
      </pc:docMkLst>
      <pc:sldChg chg="modSp mod">
        <pc:chgData name="Neoh Kee Lin" userId="9e68bd29-1eeb-4ae3-beb9-48fd59e465e5" providerId="ADAL" clId="{AE9778B6-0248-4BCC-A41E-DB94E4B1B561}" dt="2024-11-24T16:08:20.372" v="56" actId="20577"/>
        <pc:sldMkLst>
          <pc:docMk/>
          <pc:sldMk cId="644620126" sldId="685"/>
        </pc:sldMkLst>
        <pc:spChg chg="mod">
          <ac:chgData name="Neoh Kee Lin" userId="9e68bd29-1eeb-4ae3-beb9-48fd59e465e5" providerId="ADAL" clId="{AE9778B6-0248-4BCC-A41E-DB94E4B1B561}" dt="2024-11-24T16:08:20.372" v="56" actId="20577"/>
          <ac:spMkLst>
            <pc:docMk/>
            <pc:sldMk cId="644620126" sldId="685"/>
            <ac:spMk id="5124" creationId="{00000000-0000-0000-0000-000000000000}"/>
          </ac:spMkLst>
        </pc:spChg>
      </pc:sldChg>
      <pc:sldChg chg="modSp mod">
        <pc:chgData name="Neoh Kee Lin" userId="9e68bd29-1eeb-4ae3-beb9-48fd59e465e5" providerId="ADAL" clId="{AE9778B6-0248-4BCC-A41E-DB94E4B1B561}" dt="2024-11-24T16:12:07.488" v="78" actId="6549"/>
        <pc:sldMkLst>
          <pc:docMk/>
          <pc:sldMk cId="1767819146" sldId="875"/>
        </pc:sldMkLst>
        <pc:spChg chg="mod">
          <ac:chgData name="Neoh Kee Lin" userId="9e68bd29-1eeb-4ae3-beb9-48fd59e465e5" providerId="ADAL" clId="{AE9778B6-0248-4BCC-A41E-DB94E4B1B561}" dt="2024-11-24T16:12:07.488" v="78" actId="6549"/>
          <ac:spMkLst>
            <pc:docMk/>
            <pc:sldMk cId="1767819146" sldId="875"/>
            <ac:spMk id="5" creationId="{00000000-0000-0000-0000-000000000000}"/>
          </ac:spMkLst>
        </pc:spChg>
      </pc:sldChg>
      <pc:sldChg chg="modSp mod">
        <pc:chgData name="Neoh Kee Lin" userId="9e68bd29-1eeb-4ae3-beb9-48fd59e465e5" providerId="ADAL" clId="{AE9778B6-0248-4BCC-A41E-DB94E4B1B561}" dt="2024-11-24T16:08:52.060" v="57" actId="6549"/>
        <pc:sldMkLst>
          <pc:docMk/>
          <pc:sldMk cId="615167604" sldId="878"/>
        </pc:sldMkLst>
        <pc:spChg chg="mod">
          <ac:chgData name="Neoh Kee Lin" userId="9e68bd29-1eeb-4ae3-beb9-48fd59e465e5" providerId="ADAL" clId="{AE9778B6-0248-4BCC-A41E-DB94E4B1B561}" dt="2024-11-24T16:08:52.060" v="57" actId="6549"/>
          <ac:spMkLst>
            <pc:docMk/>
            <pc:sldMk cId="615167604" sldId="878"/>
            <ac:spMk id="5" creationId="{00000000-0000-0000-0000-000000000000}"/>
          </ac:spMkLst>
        </pc:spChg>
      </pc:sldChg>
    </pc:docChg>
  </pc:docChgLst>
  <pc:docChgLst>
    <pc:chgData name="Neoh Kee Lin" userId="9e68bd29-1eeb-4ae3-beb9-48fd59e465e5" providerId="ADAL" clId="{A4E36DE2-6322-4C21-AEAB-FA9478D810DD}"/>
    <pc:docChg chg="undo custSel delSld modSld">
      <pc:chgData name="Neoh Kee Lin" userId="9e68bd29-1eeb-4ae3-beb9-48fd59e465e5" providerId="ADAL" clId="{A4E36DE2-6322-4C21-AEAB-FA9478D810DD}" dt="2022-11-24T18:23:52.573" v="306" actId="115"/>
      <pc:docMkLst>
        <pc:docMk/>
      </pc:docMkLst>
      <pc:sldChg chg="modSp mod">
        <pc:chgData name="Neoh Kee Lin" userId="9e68bd29-1eeb-4ae3-beb9-48fd59e465e5" providerId="ADAL" clId="{A4E36DE2-6322-4C21-AEAB-FA9478D810DD}" dt="2022-11-24T17:45:59.796" v="3" actId="20577"/>
        <pc:sldMkLst>
          <pc:docMk/>
          <pc:sldMk cId="0" sldId="310"/>
        </pc:sldMkLst>
      </pc:sldChg>
      <pc:sldChg chg="modSp mod">
        <pc:chgData name="Neoh Kee Lin" userId="9e68bd29-1eeb-4ae3-beb9-48fd59e465e5" providerId="ADAL" clId="{A4E36DE2-6322-4C21-AEAB-FA9478D810DD}" dt="2022-11-24T17:46:45.236" v="5" actId="6549"/>
        <pc:sldMkLst>
          <pc:docMk/>
          <pc:sldMk cId="0" sldId="318"/>
        </pc:sldMkLst>
      </pc:sldChg>
      <pc:sldChg chg="modSp mod">
        <pc:chgData name="Neoh Kee Lin" userId="9e68bd29-1eeb-4ae3-beb9-48fd59e465e5" providerId="ADAL" clId="{A4E36DE2-6322-4C21-AEAB-FA9478D810DD}" dt="2022-11-24T18:18:56.733" v="249" actId="20577"/>
        <pc:sldMkLst>
          <pc:docMk/>
          <pc:sldMk cId="0" sldId="676"/>
        </pc:sldMkLst>
      </pc:sldChg>
      <pc:sldChg chg="modSp mod">
        <pc:chgData name="Neoh Kee Lin" userId="9e68bd29-1eeb-4ae3-beb9-48fd59e465e5" providerId="ADAL" clId="{A4E36DE2-6322-4C21-AEAB-FA9478D810DD}" dt="2022-11-24T17:51:57.874" v="44" actId="20577"/>
        <pc:sldMkLst>
          <pc:docMk/>
          <pc:sldMk cId="3499238125" sldId="683"/>
        </pc:sldMkLst>
      </pc:sldChg>
      <pc:sldChg chg="modSp mod">
        <pc:chgData name="Neoh Kee Lin" userId="9e68bd29-1eeb-4ae3-beb9-48fd59e465e5" providerId="ADAL" clId="{A4E36DE2-6322-4C21-AEAB-FA9478D810DD}" dt="2022-11-24T17:52:55.366" v="49" actId="6549"/>
        <pc:sldMkLst>
          <pc:docMk/>
          <pc:sldMk cId="499805569" sldId="684"/>
        </pc:sldMkLst>
      </pc:sldChg>
      <pc:sldChg chg="modSp mod">
        <pc:chgData name="Neoh Kee Lin" userId="9e68bd29-1eeb-4ae3-beb9-48fd59e465e5" providerId="ADAL" clId="{A4E36DE2-6322-4C21-AEAB-FA9478D810DD}" dt="2022-11-24T17:54:18.371" v="70" actId="6549"/>
        <pc:sldMkLst>
          <pc:docMk/>
          <pc:sldMk cId="644620126" sldId="685"/>
        </pc:sldMkLst>
      </pc:sldChg>
      <pc:sldChg chg="modSp mod">
        <pc:chgData name="Neoh Kee Lin" userId="9e68bd29-1eeb-4ae3-beb9-48fd59e465e5" providerId="ADAL" clId="{A4E36DE2-6322-4C21-AEAB-FA9478D810DD}" dt="2022-11-24T18:20:10.142" v="260" actId="6549"/>
        <pc:sldMkLst>
          <pc:docMk/>
          <pc:sldMk cId="2755756624" sldId="687"/>
        </pc:sldMkLst>
      </pc:sldChg>
      <pc:sldChg chg="del">
        <pc:chgData name="Neoh Kee Lin" userId="9e68bd29-1eeb-4ae3-beb9-48fd59e465e5" providerId="ADAL" clId="{A4E36DE2-6322-4C21-AEAB-FA9478D810DD}" dt="2022-11-24T17:56:58.946" v="78" actId="47"/>
        <pc:sldMkLst>
          <pc:docMk/>
          <pc:sldMk cId="1264150043" sldId="690"/>
        </pc:sldMkLst>
      </pc:sldChg>
      <pc:sldChg chg="addSp modSp mod">
        <pc:chgData name="Neoh Kee Lin" userId="9e68bd29-1eeb-4ae3-beb9-48fd59e465e5" providerId="ADAL" clId="{A4E36DE2-6322-4C21-AEAB-FA9478D810DD}" dt="2022-11-24T18:20:14.063" v="261" actId="6549"/>
        <pc:sldMkLst>
          <pc:docMk/>
          <pc:sldMk cId="1820910158" sldId="691"/>
        </pc:sldMkLst>
      </pc:sldChg>
      <pc:sldChg chg="delSp del">
        <pc:chgData name="Neoh Kee Lin" userId="9e68bd29-1eeb-4ae3-beb9-48fd59e465e5" providerId="ADAL" clId="{A4E36DE2-6322-4C21-AEAB-FA9478D810DD}" dt="2022-11-24T17:57:33.064" v="83" actId="47"/>
        <pc:sldMkLst>
          <pc:docMk/>
          <pc:sldMk cId="1004093335" sldId="694"/>
        </pc:sldMkLst>
      </pc:sldChg>
      <pc:sldChg chg="addSp modSp mod">
        <pc:chgData name="Neoh Kee Lin" userId="9e68bd29-1eeb-4ae3-beb9-48fd59e465e5" providerId="ADAL" clId="{A4E36DE2-6322-4C21-AEAB-FA9478D810DD}" dt="2022-11-24T18:20:18.894" v="262" actId="6549"/>
        <pc:sldMkLst>
          <pc:docMk/>
          <pc:sldMk cId="2958441476" sldId="695"/>
        </pc:sldMkLst>
      </pc:sldChg>
      <pc:sldChg chg="modSp mod">
        <pc:chgData name="Neoh Kee Lin" userId="9e68bd29-1eeb-4ae3-beb9-48fd59e465e5" providerId="ADAL" clId="{A4E36DE2-6322-4C21-AEAB-FA9478D810DD}" dt="2022-11-24T18:20:22.974" v="263" actId="6549"/>
        <pc:sldMkLst>
          <pc:docMk/>
          <pc:sldMk cId="883825261" sldId="698"/>
        </pc:sldMkLst>
      </pc:sldChg>
      <pc:sldChg chg="modSp mod">
        <pc:chgData name="Neoh Kee Lin" userId="9e68bd29-1eeb-4ae3-beb9-48fd59e465e5" providerId="ADAL" clId="{A4E36DE2-6322-4C21-AEAB-FA9478D810DD}" dt="2022-11-24T18:20:26.206" v="264" actId="6549"/>
        <pc:sldMkLst>
          <pc:docMk/>
          <pc:sldMk cId="200640226" sldId="701"/>
        </pc:sldMkLst>
      </pc:sldChg>
      <pc:sldChg chg="modSp mod">
        <pc:chgData name="Neoh Kee Lin" userId="9e68bd29-1eeb-4ae3-beb9-48fd59e465e5" providerId="ADAL" clId="{A4E36DE2-6322-4C21-AEAB-FA9478D810DD}" dt="2022-11-24T18:20:29.342" v="265" actId="6549"/>
        <pc:sldMkLst>
          <pc:docMk/>
          <pc:sldMk cId="986662109" sldId="703"/>
        </pc:sldMkLst>
      </pc:sldChg>
      <pc:sldChg chg="modSp mod">
        <pc:chgData name="Neoh Kee Lin" userId="9e68bd29-1eeb-4ae3-beb9-48fd59e465e5" providerId="ADAL" clId="{A4E36DE2-6322-4C21-AEAB-FA9478D810DD}" dt="2022-11-24T18:20:32.431" v="266" actId="6549"/>
        <pc:sldMkLst>
          <pc:docMk/>
          <pc:sldMk cId="8185649" sldId="706"/>
        </pc:sldMkLst>
      </pc:sldChg>
      <pc:sldChg chg="modSp mod">
        <pc:chgData name="Neoh Kee Lin" userId="9e68bd29-1eeb-4ae3-beb9-48fd59e465e5" providerId="ADAL" clId="{A4E36DE2-6322-4C21-AEAB-FA9478D810DD}" dt="2022-11-24T18:20:35.278" v="267" actId="6549"/>
        <pc:sldMkLst>
          <pc:docMk/>
          <pc:sldMk cId="3871785833" sldId="709"/>
        </pc:sldMkLst>
      </pc:sldChg>
      <pc:sldChg chg="modSp mod">
        <pc:chgData name="Neoh Kee Lin" userId="9e68bd29-1eeb-4ae3-beb9-48fd59e465e5" providerId="ADAL" clId="{A4E36DE2-6322-4C21-AEAB-FA9478D810DD}" dt="2022-11-24T18:20:38.430" v="268" actId="6549"/>
        <pc:sldMkLst>
          <pc:docMk/>
          <pc:sldMk cId="2392330532" sldId="712"/>
        </pc:sldMkLst>
      </pc:sldChg>
      <pc:sldChg chg="modSp mod">
        <pc:chgData name="Neoh Kee Lin" userId="9e68bd29-1eeb-4ae3-beb9-48fd59e465e5" providerId="ADAL" clId="{A4E36DE2-6322-4C21-AEAB-FA9478D810DD}" dt="2022-11-24T18:20:41.294" v="269" actId="6549"/>
        <pc:sldMkLst>
          <pc:docMk/>
          <pc:sldMk cId="1016717619" sldId="715"/>
        </pc:sldMkLst>
      </pc:sldChg>
      <pc:sldChg chg="modSp mod">
        <pc:chgData name="Neoh Kee Lin" userId="9e68bd29-1eeb-4ae3-beb9-48fd59e465e5" providerId="ADAL" clId="{A4E36DE2-6322-4C21-AEAB-FA9478D810DD}" dt="2022-11-24T18:20:48.756" v="270"/>
        <pc:sldMkLst>
          <pc:docMk/>
          <pc:sldMk cId="993106687" sldId="718"/>
        </pc:sldMkLst>
      </pc:sldChg>
      <pc:sldChg chg="modSp mod">
        <pc:chgData name="Neoh Kee Lin" userId="9e68bd29-1eeb-4ae3-beb9-48fd59e465e5" providerId="ADAL" clId="{A4E36DE2-6322-4C21-AEAB-FA9478D810DD}" dt="2022-11-24T18:20:51.842" v="271"/>
        <pc:sldMkLst>
          <pc:docMk/>
          <pc:sldMk cId="974819052" sldId="723"/>
        </pc:sldMkLst>
      </pc:sldChg>
      <pc:sldChg chg="modSp mod">
        <pc:chgData name="Neoh Kee Lin" userId="9e68bd29-1eeb-4ae3-beb9-48fd59e465e5" providerId="ADAL" clId="{A4E36DE2-6322-4C21-AEAB-FA9478D810DD}" dt="2022-11-24T18:20:55.026" v="272"/>
        <pc:sldMkLst>
          <pc:docMk/>
          <pc:sldMk cId="2809818419" sldId="726"/>
        </pc:sldMkLst>
      </pc:sldChg>
      <pc:sldChg chg="modSp mod">
        <pc:chgData name="Neoh Kee Lin" userId="9e68bd29-1eeb-4ae3-beb9-48fd59e465e5" providerId="ADAL" clId="{A4E36DE2-6322-4C21-AEAB-FA9478D810DD}" dt="2022-11-24T18:20:57.458" v="273"/>
        <pc:sldMkLst>
          <pc:docMk/>
          <pc:sldMk cId="2158552577" sldId="731"/>
        </pc:sldMkLst>
      </pc:sldChg>
      <pc:sldChg chg="modSp mod">
        <pc:chgData name="Neoh Kee Lin" userId="9e68bd29-1eeb-4ae3-beb9-48fd59e465e5" providerId="ADAL" clId="{A4E36DE2-6322-4C21-AEAB-FA9478D810DD}" dt="2022-11-24T18:20:59.778" v="274"/>
        <pc:sldMkLst>
          <pc:docMk/>
          <pc:sldMk cId="820586142" sldId="734"/>
        </pc:sldMkLst>
      </pc:sldChg>
      <pc:sldChg chg="modSp mod">
        <pc:chgData name="Neoh Kee Lin" userId="9e68bd29-1eeb-4ae3-beb9-48fd59e465e5" providerId="ADAL" clId="{A4E36DE2-6322-4C21-AEAB-FA9478D810DD}" dt="2022-11-24T18:21:03.154" v="275"/>
        <pc:sldMkLst>
          <pc:docMk/>
          <pc:sldMk cId="639525964" sldId="739"/>
        </pc:sldMkLst>
      </pc:sldChg>
      <pc:sldChg chg="modSp mod">
        <pc:chgData name="Neoh Kee Lin" userId="9e68bd29-1eeb-4ae3-beb9-48fd59e465e5" providerId="ADAL" clId="{A4E36DE2-6322-4C21-AEAB-FA9478D810DD}" dt="2022-11-24T18:21:05.379" v="276"/>
        <pc:sldMkLst>
          <pc:docMk/>
          <pc:sldMk cId="369897335" sldId="742"/>
        </pc:sldMkLst>
      </pc:sldChg>
      <pc:sldChg chg="modSp mod">
        <pc:chgData name="Neoh Kee Lin" userId="9e68bd29-1eeb-4ae3-beb9-48fd59e465e5" providerId="ADAL" clId="{A4E36DE2-6322-4C21-AEAB-FA9478D810DD}" dt="2022-11-24T18:21:07.585" v="277"/>
        <pc:sldMkLst>
          <pc:docMk/>
          <pc:sldMk cId="564575914" sldId="749"/>
        </pc:sldMkLst>
      </pc:sldChg>
      <pc:sldChg chg="modSp mod">
        <pc:chgData name="Neoh Kee Lin" userId="9e68bd29-1eeb-4ae3-beb9-48fd59e465e5" providerId="ADAL" clId="{A4E36DE2-6322-4C21-AEAB-FA9478D810DD}" dt="2022-11-24T18:21:09.746" v="278"/>
        <pc:sldMkLst>
          <pc:docMk/>
          <pc:sldMk cId="1760004076" sldId="751"/>
        </pc:sldMkLst>
      </pc:sldChg>
      <pc:sldChg chg="modSp mod">
        <pc:chgData name="Neoh Kee Lin" userId="9e68bd29-1eeb-4ae3-beb9-48fd59e465e5" providerId="ADAL" clId="{A4E36DE2-6322-4C21-AEAB-FA9478D810DD}" dt="2022-11-24T18:21:21.566" v="280" actId="6549"/>
        <pc:sldMkLst>
          <pc:docMk/>
          <pc:sldMk cId="780025004" sldId="752"/>
        </pc:sldMkLst>
      </pc:sldChg>
      <pc:sldChg chg="modSp mod">
        <pc:chgData name="Neoh Kee Lin" userId="9e68bd29-1eeb-4ae3-beb9-48fd59e465e5" providerId="ADAL" clId="{A4E36DE2-6322-4C21-AEAB-FA9478D810DD}" dt="2022-11-24T18:21:46.510" v="284" actId="14100"/>
        <pc:sldMkLst>
          <pc:docMk/>
          <pc:sldMk cId="3512444799" sldId="755"/>
        </pc:sldMkLst>
      </pc:sldChg>
      <pc:sldChg chg="addSp delSp modSp">
        <pc:chgData name="Neoh Kee Lin" userId="9e68bd29-1eeb-4ae3-beb9-48fd59e465e5" providerId="ADAL" clId="{A4E36DE2-6322-4C21-AEAB-FA9478D810DD}" dt="2022-11-24T18:21:58.817" v="287"/>
        <pc:sldMkLst>
          <pc:docMk/>
          <pc:sldMk cId="861441435" sldId="757"/>
        </pc:sldMkLst>
      </pc:sldChg>
      <pc:sldChg chg="addSp delSp modSp">
        <pc:chgData name="Neoh Kee Lin" userId="9e68bd29-1eeb-4ae3-beb9-48fd59e465e5" providerId="ADAL" clId="{A4E36DE2-6322-4C21-AEAB-FA9478D810DD}" dt="2022-11-24T18:22:08.818" v="290"/>
        <pc:sldMkLst>
          <pc:docMk/>
          <pc:sldMk cId="3404797199" sldId="759"/>
        </pc:sldMkLst>
      </pc:sldChg>
      <pc:sldChg chg="addSp delSp modSp">
        <pc:chgData name="Neoh Kee Lin" userId="9e68bd29-1eeb-4ae3-beb9-48fd59e465e5" providerId="ADAL" clId="{A4E36DE2-6322-4C21-AEAB-FA9478D810DD}" dt="2022-11-24T18:22:16.161" v="293"/>
        <pc:sldMkLst>
          <pc:docMk/>
          <pc:sldMk cId="53783274" sldId="762"/>
        </pc:sldMkLst>
      </pc:sldChg>
      <pc:sldChg chg="addSp delSp modSp">
        <pc:chgData name="Neoh Kee Lin" userId="9e68bd29-1eeb-4ae3-beb9-48fd59e465e5" providerId="ADAL" clId="{A4E36DE2-6322-4C21-AEAB-FA9478D810DD}" dt="2022-11-24T18:22:25.747" v="296"/>
        <pc:sldMkLst>
          <pc:docMk/>
          <pc:sldMk cId="790867318" sldId="771"/>
        </pc:sldMkLst>
      </pc:sldChg>
      <pc:sldChg chg="addSp delSp modSp">
        <pc:chgData name="Neoh Kee Lin" userId="9e68bd29-1eeb-4ae3-beb9-48fd59e465e5" providerId="ADAL" clId="{A4E36DE2-6322-4C21-AEAB-FA9478D810DD}" dt="2022-11-24T18:22:34.291" v="299"/>
        <pc:sldMkLst>
          <pc:docMk/>
          <pc:sldMk cId="3858866267" sldId="772"/>
        </pc:sldMkLst>
      </pc:sldChg>
      <pc:sldChg chg="modSp mod">
        <pc:chgData name="Neoh Kee Lin" userId="9e68bd29-1eeb-4ae3-beb9-48fd59e465e5" providerId="ADAL" clId="{A4E36DE2-6322-4C21-AEAB-FA9478D810DD}" dt="2022-11-24T18:07:23.824" v="178" actId="6549"/>
        <pc:sldMkLst>
          <pc:docMk/>
          <pc:sldMk cId="3220345481" sldId="774"/>
        </pc:sldMkLst>
      </pc:sldChg>
      <pc:sldChg chg="modSp mod">
        <pc:chgData name="Neoh Kee Lin" userId="9e68bd29-1eeb-4ae3-beb9-48fd59e465e5" providerId="ADAL" clId="{A4E36DE2-6322-4C21-AEAB-FA9478D810DD}" dt="2022-11-24T18:07:59.793" v="182" actId="1038"/>
        <pc:sldMkLst>
          <pc:docMk/>
          <pc:sldMk cId="708413506" sldId="775"/>
        </pc:sldMkLst>
      </pc:sldChg>
      <pc:sldChg chg="modSp mod">
        <pc:chgData name="Neoh Kee Lin" userId="9e68bd29-1eeb-4ae3-beb9-48fd59e465e5" providerId="ADAL" clId="{A4E36DE2-6322-4C21-AEAB-FA9478D810DD}" dt="2022-11-24T18:08:06.257" v="183" actId="6549"/>
        <pc:sldMkLst>
          <pc:docMk/>
          <pc:sldMk cId="672583302" sldId="776"/>
        </pc:sldMkLst>
      </pc:sldChg>
      <pc:sldChg chg="modSp mod">
        <pc:chgData name="Neoh Kee Lin" userId="9e68bd29-1eeb-4ae3-beb9-48fd59e465e5" providerId="ADAL" clId="{A4E36DE2-6322-4C21-AEAB-FA9478D810DD}" dt="2022-11-24T18:08:12.241" v="186" actId="6549"/>
        <pc:sldMkLst>
          <pc:docMk/>
          <pc:sldMk cId="2269168194" sldId="777"/>
        </pc:sldMkLst>
      </pc:sldChg>
      <pc:sldChg chg="modSp mod">
        <pc:chgData name="Neoh Kee Lin" userId="9e68bd29-1eeb-4ae3-beb9-48fd59e465e5" providerId="ADAL" clId="{A4E36DE2-6322-4C21-AEAB-FA9478D810DD}" dt="2022-11-24T18:08:18.032" v="187" actId="6549"/>
        <pc:sldMkLst>
          <pc:docMk/>
          <pc:sldMk cId="3516592917" sldId="778"/>
        </pc:sldMkLst>
      </pc:sldChg>
      <pc:sldChg chg="modSp mod">
        <pc:chgData name="Neoh Kee Lin" userId="9e68bd29-1eeb-4ae3-beb9-48fd59e465e5" providerId="ADAL" clId="{A4E36DE2-6322-4C21-AEAB-FA9478D810DD}" dt="2022-11-24T18:08:23.745" v="188" actId="6549"/>
        <pc:sldMkLst>
          <pc:docMk/>
          <pc:sldMk cId="1419626455" sldId="779"/>
        </pc:sldMkLst>
      </pc:sldChg>
      <pc:sldChg chg="modSp mod">
        <pc:chgData name="Neoh Kee Lin" userId="9e68bd29-1eeb-4ae3-beb9-48fd59e465e5" providerId="ADAL" clId="{A4E36DE2-6322-4C21-AEAB-FA9478D810DD}" dt="2022-11-24T18:08:28.991" v="189" actId="6549"/>
        <pc:sldMkLst>
          <pc:docMk/>
          <pc:sldMk cId="3668209504" sldId="780"/>
        </pc:sldMkLst>
      </pc:sldChg>
      <pc:sldChg chg="modSp mod">
        <pc:chgData name="Neoh Kee Lin" userId="9e68bd29-1eeb-4ae3-beb9-48fd59e465e5" providerId="ADAL" clId="{A4E36DE2-6322-4C21-AEAB-FA9478D810DD}" dt="2022-11-24T18:08:33.376" v="190" actId="6549"/>
        <pc:sldMkLst>
          <pc:docMk/>
          <pc:sldMk cId="1312095307" sldId="781"/>
        </pc:sldMkLst>
      </pc:sldChg>
      <pc:sldChg chg="modSp mod">
        <pc:chgData name="Neoh Kee Lin" userId="9e68bd29-1eeb-4ae3-beb9-48fd59e465e5" providerId="ADAL" clId="{A4E36DE2-6322-4C21-AEAB-FA9478D810DD}" dt="2022-11-24T18:08:38.240" v="191" actId="6549"/>
        <pc:sldMkLst>
          <pc:docMk/>
          <pc:sldMk cId="3208272262" sldId="782"/>
        </pc:sldMkLst>
      </pc:sldChg>
      <pc:sldChg chg="modSp mod">
        <pc:chgData name="Neoh Kee Lin" userId="9e68bd29-1eeb-4ae3-beb9-48fd59e465e5" providerId="ADAL" clId="{A4E36DE2-6322-4C21-AEAB-FA9478D810DD}" dt="2022-11-24T18:08:57.758" v="194" actId="14100"/>
        <pc:sldMkLst>
          <pc:docMk/>
          <pc:sldMk cId="927347557" sldId="783"/>
        </pc:sldMkLst>
      </pc:sldChg>
      <pc:sldChg chg="modSp mod">
        <pc:chgData name="Neoh Kee Lin" userId="9e68bd29-1eeb-4ae3-beb9-48fd59e465e5" providerId="ADAL" clId="{A4E36DE2-6322-4C21-AEAB-FA9478D810DD}" dt="2022-11-24T18:09:14.631" v="197" actId="14100"/>
        <pc:sldMkLst>
          <pc:docMk/>
          <pc:sldMk cId="1613804613" sldId="787"/>
        </pc:sldMkLst>
      </pc:sldChg>
      <pc:sldChg chg="modSp mod">
        <pc:chgData name="Neoh Kee Lin" userId="9e68bd29-1eeb-4ae3-beb9-48fd59e465e5" providerId="ADAL" clId="{A4E36DE2-6322-4C21-AEAB-FA9478D810DD}" dt="2022-11-24T18:09:29.199" v="201" actId="14100"/>
        <pc:sldMkLst>
          <pc:docMk/>
          <pc:sldMk cId="29915437" sldId="788"/>
        </pc:sldMkLst>
      </pc:sldChg>
      <pc:sldChg chg="modSp mod">
        <pc:chgData name="Neoh Kee Lin" userId="9e68bd29-1eeb-4ae3-beb9-48fd59e465e5" providerId="ADAL" clId="{A4E36DE2-6322-4C21-AEAB-FA9478D810DD}" dt="2022-11-24T18:09:49.046" v="204" actId="14100"/>
        <pc:sldMkLst>
          <pc:docMk/>
          <pc:sldMk cId="1639000295" sldId="790"/>
        </pc:sldMkLst>
      </pc:sldChg>
      <pc:sldChg chg="modSp mod">
        <pc:chgData name="Neoh Kee Lin" userId="9e68bd29-1eeb-4ae3-beb9-48fd59e465e5" providerId="ADAL" clId="{A4E36DE2-6322-4C21-AEAB-FA9478D810DD}" dt="2022-11-24T18:11:13.590" v="208" actId="14100"/>
        <pc:sldMkLst>
          <pc:docMk/>
          <pc:sldMk cId="2101212372" sldId="792"/>
        </pc:sldMkLst>
      </pc:sldChg>
      <pc:sldChg chg="modSp mod">
        <pc:chgData name="Neoh Kee Lin" userId="9e68bd29-1eeb-4ae3-beb9-48fd59e465e5" providerId="ADAL" clId="{A4E36DE2-6322-4C21-AEAB-FA9478D810DD}" dt="2022-11-24T18:11:48.406" v="213" actId="14100"/>
        <pc:sldMkLst>
          <pc:docMk/>
          <pc:sldMk cId="2935553164" sldId="794"/>
        </pc:sldMkLst>
      </pc:sldChg>
      <pc:sldChg chg="modSp mod">
        <pc:chgData name="Neoh Kee Lin" userId="9e68bd29-1eeb-4ae3-beb9-48fd59e465e5" providerId="ADAL" clId="{A4E36DE2-6322-4C21-AEAB-FA9478D810DD}" dt="2022-11-24T18:12:49.518" v="220" actId="14100"/>
        <pc:sldMkLst>
          <pc:docMk/>
          <pc:sldMk cId="957037984" sldId="797"/>
        </pc:sldMkLst>
      </pc:sldChg>
      <pc:sldChg chg="modSp mod">
        <pc:chgData name="Neoh Kee Lin" userId="9e68bd29-1eeb-4ae3-beb9-48fd59e465e5" providerId="ADAL" clId="{A4E36DE2-6322-4C21-AEAB-FA9478D810DD}" dt="2022-11-24T18:13:04.678" v="223" actId="14100"/>
        <pc:sldMkLst>
          <pc:docMk/>
          <pc:sldMk cId="3740104910" sldId="798"/>
        </pc:sldMkLst>
      </pc:sldChg>
      <pc:sldChg chg="modSp mod">
        <pc:chgData name="Neoh Kee Lin" userId="9e68bd29-1eeb-4ae3-beb9-48fd59e465e5" providerId="ADAL" clId="{A4E36DE2-6322-4C21-AEAB-FA9478D810DD}" dt="2022-11-24T18:13:55.757" v="230" actId="14100"/>
        <pc:sldMkLst>
          <pc:docMk/>
          <pc:sldMk cId="2680294352" sldId="800"/>
        </pc:sldMkLst>
      </pc:sldChg>
      <pc:sldChg chg="modSp mod">
        <pc:chgData name="Neoh Kee Lin" userId="9e68bd29-1eeb-4ae3-beb9-48fd59e465e5" providerId="ADAL" clId="{A4E36DE2-6322-4C21-AEAB-FA9478D810DD}" dt="2022-11-24T18:14:09.702" v="233" actId="14100"/>
        <pc:sldMkLst>
          <pc:docMk/>
          <pc:sldMk cId="2431833946" sldId="801"/>
        </pc:sldMkLst>
      </pc:sldChg>
      <pc:sldChg chg="modSp mod">
        <pc:chgData name="Neoh Kee Lin" userId="9e68bd29-1eeb-4ae3-beb9-48fd59e465e5" providerId="ADAL" clId="{A4E36DE2-6322-4C21-AEAB-FA9478D810DD}" dt="2022-11-24T18:14:35.678" v="237" actId="14100"/>
        <pc:sldMkLst>
          <pc:docMk/>
          <pc:sldMk cId="3139491710" sldId="802"/>
        </pc:sldMkLst>
      </pc:sldChg>
      <pc:sldChg chg="modSp mod">
        <pc:chgData name="Neoh Kee Lin" userId="9e68bd29-1eeb-4ae3-beb9-48fd59e465e5" providerId="ADAL" clId="{A4E36DE2-6322-4C21-AEAB-FA9478D810DD}" dt="2022-11-24T18:19:59.917" v="257" actId="20577"/>
        <pc:sldMkLst>
          <pc:docMk/>
          <pc:sldMk cId="2892145185" sldId="865"/>
        </pc:sldMkLst>
      </pc:sldChg>
      <pc:sldChg chg="modSp mod">
        <pc:chgData name="Neoh Kee Lin" userId="9e68bd29-1eeb-4ae3-beb9-48fd59e465e5" providerId="ADAL" clId="{A4E36DE2-6322-4C21-AEAB-FA9478D810DD}" dt="2022-11-24T18:20:03.870" v="259" actId="6549"/>
        <pc:sldMkLst>
          <pc:docMk/>
          <pc:sldMk cId="779647044" sldId="866"/>
        </pc:sldMkLst>
      </pc:sldChg>
      <pc:sldChg chg="modSp">
        <pc:chgData name="Neoh Kee Lin" userId="9e68bd29-1eeb-4ae3-beb9-48fd59e465e5" providerId="ADAL" clId="{A4E36DE2-6322-4C21-AEAB-FA9478D810DD}" dt="2022-11-24T18:03:31.297" v="103" actId="1038"/>
        <pc:sldMkLst>
          <pc:docMk/>
          <pc:sldMk cId="2762490215" sldId="869"/>
        </pc:sldMkLst>
      </pc:sldChg>
      <pc:sldChg chg="modSp">
        <pc:chgData name="Neoh Kee Lin" userId="9e68bd29-1eeb-4ae3-beb9-48fd59e465e5" providerId="ADAL" clId="{A4E36DE2-6322-4C21-AEAB-FA9478D810DD}" dt="2022-11-24T18:04:11.217" v="131" actId="1035"/>
        <pc:sldMkLst>
          <pc:docMk/>
          <pc:sldMk cId="833847471" sldId="870"/>
        </pc:sldMkLst>
      </pc:sldChg>
      <pc:sldChg chg="modSp mod">
        <pc:chgData name="Neoh Kee Lin" userId="9e68bd29-1eeb-4ae3-beb9-48fd59e465e5" providerId="ADAL" clId="{A4E36DE2-6322-4C21-AEAB-FA9478D810DD}" dt="2022-11-24T18:04:41.201" v="154" actId="1036"/>
        <pc:sldMkLst>
          <pc:docMk/>
          <pc:sldMk cId="2220724180" sldId="871"/>
        </pc:sldMkLst>
      </pc:sldChg>
      <pc:sldChg chg="modSp mod">
        <pc:chgData name="Neoh Kee Lin" userId="9e68bd29-1eeb-4ae3-beb9-48fd59e465e5" providerId="ADAL" clId="{A4E36DE2-6322-4C21-AEAB-FA9478D810DD}" dt="2022-11-24T18:23:52.573" v="306" actId="115"/>
        <pc:sldMkLst>
          <pc:docMk/>
          <pc:sldMk cId="2885262630" sldId="872"/>
        </pc:sldMkLst>
      </pc:sldChg>
      <pc:sldChg chg="modSp mod">
        <pc:chgData name="Neoh Kee Lin" userId="9e68bd29-1eeb-4ae3-beb9-48fd59e465e5" providerId="ADAL" clId="{A4E36DE2-6322-4C21-AEAB-FA9478D810DD}" dt="2022-11-24T18:21:14.382" v="279" actId="6549"/>
        <pc:sldMkLst>
          <pc:docMk/>
          <pc:sldMk cId="1767819146" sldId="875"/>
        </pc:sldMkLst>
      </pc:sldChg>
      <pc:sldChg chg="modSp mod">
        <pc:chgData name="Neoh Kee Lin" userId="9e68bd29-1eeb-4ae3-beb9-48fd59e465e5" providerId="ADAL" clId="{A4E36DE2-6322-4C21-AEAB-FA9478D810DD}" dt="2022-11-24T18:16:02.302" v="240" actId="1035"/>
        <pc:sldMkLst>
          <pc:docMk/>
          <pc:sldMk cId="2966127139" sldId="876"/>
        </pc:sldMkLst>
      </pc:sldChg>
      <pc:sldChg chg="modSp mod">
        <pc:chgData name="Neoh Kee Lin" userId="9e68bd29-1eeb-4ae3-beb9-48fd59e465e5" providerId="ADAL" clId="{A4E36DE2-6322-4C21-AEAB-FA9478D810DD}" dt="2022-11-24T18:17:40.610" v="244"/>
        <pc:sldMkLst>
          <pc:docMk/>
          <pc:sldMk cId="1120683621" sldId="877"/>
        </pc:sldMkLst>
      </pc:sldChg>
      <pc:sldChg chg="modSp mod">
        <pc:chgData name="Neoh Kee Lin" userId="9e68bd29-1eeb-4ae3-beb9-48fd59e465e5" providerId="ADAL" clId="{A4E36DE2-6322-4C21-AEAB-FA9478D810DD}" dt="2022-11-24T17:48:52.397" v="25" actId="790"/>
        <pc:sldMkLst>
          <pc:docMk/>
          <pc:sldMk cId="615167604" sldId="878"/>
        </pc:sldMkLst>
      </pc:sldChg>
      <pc:sldChg chg="modSp mod">
        <pc:chgData name="Neoh Kee Lin" userId="9e68bd29-1eeb-4ae3-beb9-48fd59e465e5" providerId="ADAL" clId="{A4E36DE2-6322-4C21-AEAB-FA9478D810DD}" dt="2022-11-24T18:06:40.864" v="177" actId="12"/>
        <pc:sldMkLst>
          <pc:docMk/>
          <pc:sldMk cId="1801808833" sldId="882"/>
        </pc:sldMkLst>
      </pc:sldChg>
      <pc:sldChg chg="modSp mod">
        <pc:chgData name="Neoh Kee Lin" userId="9e68bd29-1eeb-4ae3-beb9-48fd59e465e5" providerId="ADAL" clId="{A4E36DE2-6322-4C21-AEAB-FA9478D810DD}" dt="2022-11-24T18:19:18.110" v="250" actId="6549"/>
        <pc:sldMkLst>
          <pc:docMk/>
          <pc:sldMk cId="893196729" sldId="886"/>
        </pc:sldMkLst>
      </pc:sldChg>
      <pc:sldChg chg="modSp mod">
        <pc:chgData name="Neoh Kee Lin" userId="9e68bd29-1eeb-4ae3-beb9-48fd59e465e5" providerId="ADAL" clId="{A4E36DE2-6322-4C21-AEAB-FA9478D810DD}" dt="2022-11-24T18:19:22.622" v="251" actId="6549"/>
        <pc:sldMkLst>
          <pc:docMk/>
          <pc:sldMk cId="1485206985" sldId="887"/>
        </pc:sldMkLst>
      </pc:sldChg>
      <pc:sldChg chg="modSp mod">
        <pc:chgData name="Neoh Kee Lin" userId="9e68bd29-1eeb-4ae3-beb9-48fd59e465e5" providerId="ADAL" clId="{A4E36DE2-6322-4C21-AEAB-FA9478D810DD}" dt="2022-11-24T18:19:30.414" v="253" actId="6549"/>
        <pc:sldMkLst>
          <pc:docMk/>
          <pc:sldMk cId="1421600342" sldId="888"/>
        </pc:sldMkLst>
      </pc:sldChg>
      <pc:sldChg chg="modSp mod">
        <pc:chgData name="Neoh Kee Lin" userId="9e68bd29-1eeb-4ae3-beb9-48fd59e465e5" providerId="ADAL" clId="{A4E36DE2-6322-4C21-AEAB-FA9478D810DD}" dt="2022-11-24T18:19:33.455" v="254" actId="6549"/>
        <pc:sldMkLst>
          <pc:docMk/>
          <pc:sldMk cId="1485033740" sldId="889"/>
        </pc:sldMkLst>
      </pc:sldChg>
      <pc:sldChg chg="modSp mod">
        <pc:chgData name="Neoh Kee Lin" userId="9e68bd29-1eeb-4ae3-beb9-48fd59e465e5" providerId="ADAL" clId="{A4E36DE2-6322-4C21-AEAB-FA9478D810DD}" dt="2022-11-24T18:19:26.863" v="252" actId="6549"/>
        <pc:sldMkLst>
          <pc:docMk/>
          <pc:sldMk cId="1019289009" sldId="890"/>
        </pc:sldMkLst>
      </pc:sldChg>
      <pc:sldChg chg="modSp mod">
        <pc:chgData name="Neoh Kee Lin" userId="9e68bd29-1eeb-4ae3-beb9-48fd59e465e5" providerId="ADAL" clId="{A4E36DE2-6322-4C21-AEAB-FA9478D810DD}" dt="2022-11-24T18:19:37.278" v="255" actId="6549"/>
        <pc:sldMkLst>
          <pc:docMk/>
          <pc:sldMk cId="2060416845" sldId="891"/>
        </pc:sldMkLst>
      </pc:sldChg>
      <pc:sldChg chg="modSp mod">
        <pc:chgData name="Neoh Kee Lin" userId="9e68bd29-1eeb-4ae3-beb9-48fd59e465e5" providerId="ADAL" clId="{A4E36DE2-6322-4C21-AEAB-FA9478D810DD}" dt="2022-11-24T18:16:58.830" v="243" actId="20577"/>
        <pc:sldMkLst>
          <pc:docMk/>
          <pc:sldMk cId="2094467840" sldId="892"/>
        </pc:sldMkLst>
      </pc:sldChg>
      <pc:sldChg chg="modSp mod">
        <pc:chgData name="Neoh Kee Lin" userId="9e68bd29-1eeb-4ae3-beb9-48fd59e465e5" providerId="ADAL" clId="{A4E36DE2-6322-4C21-AEAB-FA9478D810DD}" dt="2022-11-24T18:17:46.434" v="245"/>
        <pc:sldMkLst>
          <pc:docMk/>
          <pc:sldMk cId="4288900560" sldId="893"/>
        </pc:sldMkLst>
      </pc:sldChg>
    </pc:docChg>
  </pc:docChgLst>
  <pc:docChgLst>
    <pc:chgData name="Neoh Kee Lin" userId="9e68bd29-1eeb-4ae3-beb9-48fd59e465e5" providerId="ADAL" clId="{05FC4B16-69AA-4D40-B635-9AB09FFDF55D}"/>
    <pc:docChg chg="undo custSel delSld modSld">
      <pc:chgData name="Neoh Kee Lin" userId="9e68bd29-1eeb-4ae3-beb9-48fd59e465e5" providerId="ADAL" clId="{05FC4B16-69AA-4D40-B635-9AB09FFDF55D}" dt="2022-11-10T15:17:30.935" v="125" actId="20577"/>
      <pc:docMkLst>
        <pc:docMk/>
      </pc:docMkLst>
      <pc:sldChg chg="addSp modSp">
        <pc:chgData name="Neoh Kee Lin" userId="9e68bd29-1eeb-4ae3-beb9-48fd59e465e5" providerId="ADAL" clId="{05FC4B16-69AA-4D40-B635-9AB09FFDF55D}" dt="2022-11-10T15:10:05.038" v="60" actId="1076"/>
        <pc:sldMkLst>
          <pc:docMk/>
          <pc:sldMk cId="0" sldId="318"/>
        </pc:sldMkLst>
      </pc:sldChg>
      <pc:sldChg chg="del">
        <pc:chgData name="Neoh Kee Lin" userId="9e68bd29-1eeb-4ae3-beb9-48fd59e465e5" providerId="ADAL" clId="{05FC4B16-69AA-4D40-B635-9AB09FFDF55D}" dt="2022-11-10T15:10:09.403" v="61" actId="47"/>
        <pc:sldMkLst>
          <pc:docMk/>
          <pc:sldMk cId="0" sldId="569"/>
        </pc:sldMkLst>
      </pc:sldChg>
      <pc:sldChg chg="modSp mod">
        <pc:chgData name="Neoh Kee Lin" userId="9e68bd29-1eeb-4ae3-beb9-48fd59e465e5" providerId="ADAL" clId="{05FC4B16-69AA-4D40-B635-9AB09FFDF55D}" dt="2022-11-10T15:13:28.693" v="87" actId="6549"/>
        <pc:sldMkLst>
          <pc:docMk/>
          <pc:sldMk cId="644620126" sldId="685"/>
        </pc:sldMkLst>
      </pc:sldChg>
      <pc:sldChg chg="modSp mod">
        <pc:chgData name="Neoh Kee Lin" userId="9e68bd29-1eeb-4ae3-beb9-48fd59e465e5" providerId="ADAL" clId="{05FC4B16-69AA-4D40-B635-9AB09FFDF55D}" dt="2022-11-10T15:11:25.828" v="64" actId="115"/>
        <pc:sldMkLst>
          <pc:docMk/>
          <pc:sldMk cId="779647044" sldId="866"/>
        </pc:sldMkLst>
      </pc:sldChg>
      <pc:sldChg chg="modSp mod">
        <pc:chgData name="Neoh Kee Lin" userId="9e68bd29-1eeb-4ae3-beb9-48fd59e465e5" providerId="ADAL" clId="{05FC4B16-69AA-4D40-B635-9AB09FFDF55D}" dt="2022-11-10T15:15:24.502" v="95" actId="6549"/>
        <pc:sldMkLst>
          <pc:docMk/>
          <pc:sldMk cId="64204675" sldId="868"/>
        </pc:sldMkLst>
      </pc:sldChg>
      <pc:sldChg chg="modSp mod">
        <pc:chgData name="Neoh Kee Lin" userId="9e68bd29-1eeb-4ae3-beb9-48fd59e465e5" providerId="ADAL" clId="{05FC4B16-69AA-4D40-B635-9AB09FFDF55D}" dt="2022-11-10T15:15:41.786" v="96" actId="33524"/>
        <pc:sldMkLst>
          <pc:docMk/>
          <pc:sldMk cId="2885262630" sldId="872"/>
        </pc:sldMkLst>
      </pc:sldChg>
      <pc:sldChg chg="modSp mod">
        <pc:chgData name="Neoh Kee Lin" userId="9e68bd29-1eeb-4ae3-beb9-48fd59e465e5" providerId="ADAL" clId="{05FC4B16-69AA-4D40-B635-9AB09FFDF55D}" dt="2022-11-10T15:17:30.935" v="125" actId="20577"/>
        <pc:sldMkLst>
          <pc:docMk/>
          <pc:sldMk cId="2094467840" sldId="892"/>
        </pc:sldMkLst>
      </pc:sldChg>
    </pc:docChg>
  </pc:docChgLst>
  <pc:docChgLst>
    <pc:chgData name="Neoh Kee Lin" userId="9e68bd29-1eeb-4ae3-beb9-48fd59e465e5" providerId="ADAL" clId="{60DAA899-7F11-44F1-8AE4-9424DC52E589}"/>
    <pc:docChg chg="custSel modSld">
      <pc:chgData name="Neoh Kee Lin" userId="9e68bd29-1eeb-4ae3-beb9-48fd59e465e5" providerId="ADAL" clId="{60DAA899-7F11-44F1-8AE4-9424DC52E589}" dt="2022-11-24T18:26:16.461" v="6" actId="6549"/>
      <pc:docMkLst>
        <pc:docMk/>
      </pc:docMkLst>
      <pc:sldChg chg="modSp mod">
        <pc:chgData name="Neoh Kee Lin" userId="9e68bd29-1eeb-4ae3-beb9-48fd59e465e5" providerId="ADAL" clId="{60DAA899-7F11-44F1-8AE4-9424DC52E589}" dt="2022-11-24T18:26:00.590" v="0" actId="20577"/>
        <pc:sldMkLst>
          <pc:docMk/>
          <pc:sldMk cId="0" sldId="676"/>
        </pc:sldMkLst>
      </pc:sldChg>
      <pc:sldChg chg="modSp mod">
        <pc:chgData name="Neoh Kee Lin" userId="9e68bd29-1eeb-4ae3-beb9-48fd59e465e5" providerId="ADAL" clId="{60DAA899-7F11-44F1-8AE4-9424DC52E589}" dt="2022-11-24T18:26:16.461" v="6" actId="6549"/>
        <pc:sldMkLst>
          <pc:docMk/>
          <pc:sldMk cId="2094467840" sldId="892"/>
        </pc:sldMkLst>
      </pc:sldChg>
      <pc:sldChg chg="modSp mod">
        <pc:chgData name="Neoh Kee Lin" userId="9e68bd29-1eeb-4ae3-beb9-48fd59e465e5" providerId="ADAL" clId="{60DAA899-7F11-44F1-8AE4-9424DC52E589}" dt="2022-11-24T18:26:08.349" v="3" actId="6549"/>
        <pc:sldMkLst>
          <pc:docMk/>
          <pc:sldMk cId="4288900560" sldId="89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505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505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505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505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505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A5FDC64-1F25-462F-86AC-7F65A090515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7416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282AF8-8773-40BF-BFBC-4ECB42408A11}" type="slidenum">
              <a:rPr lang="en-US"/>
              <a:pPr/>
              <a:t>1</a:t>
            </a:fld>
            <a:endParaRPr lang="en-US"/>
          </a:p>
        </p:txBody>
      </p:sp>
      <p:sp>
        <p:nvSpPr>
          <p:cNvPr id="452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452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303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04E36C-958E-4D97-930C-9D9AFAFABA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631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FE8618-322F-4CC2-8E1E-0EE35E488D2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391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E33940-F2B1-45AD-9F47-1D918B9354E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984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9FC266-7EBB-436A-8D4E-DE002DF8DA8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343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EE40DA-A00B-437D-9F7C-0A215F49611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897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93B8C-3470-4962-962F-03E17FB968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164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785370-A7B3-4985-8D63-B2F2BB94113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795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1B7A54-0C5F-4125-BE28-B9A559FF98F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AC9AF5-3271-4572-916D-1D7A68DB0C4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098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028BBB-9C93-4F45-9F9D-66293D632F0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195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173819-730A-491A-BFF3-FCC1F42D69F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498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3490CD2-DC64-4FEF-82F8-A142BEEE391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74E7A-CFCA-4975-BD90-49579D446965}" type="slidenum">
              <a:rPr lang="en-US"/>
              <a:pPr/>
              <a:t>1</a:t>
            </a:fld>
            <a:endParaRPr lang="en-US"/>
          </a:p>
        </p:txBody>
      </p:sp>
      <p:sp>
        <p:nvSpPr>
          <p:cNvPr id="451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3124200"/>
          </a:xfrm>
          <a:noFill/>
          <a:ln/>
        </p:spPr>
        <p:txBody>
          <a:bodyPr/>
          <a:lstStyle/>
          <a:p>
            <a:pPr algn="ctr">
              <a:buFontTx/>
              <a:buNone/>
            </a:pPr>
            <a:r>
              <a:rPr lang="en-US" sz="4400" dirty="0"/>
              <a:t>Lecture 03 </a:t>
            </a:r>
          </a:p>
          <a:p>
            <a:pPr algn="ctr">
              <a:buFontTx/>
              <a:buNone/>
            </a:pPr>
            <a:r>
              <a:rPr lang="en-US" sz="4000" dirty="0"/>
              <a:t>Binary Search Trees</a:t>
            </a:r>
          </a:p>
          <a:p>
            <a:pPr algn="ctr">
              <a:buFontTx/>
              <a:buNone/>
            </a:pPr>
            <a:endParaRPr lang="en-US" sz="4000" dirty="0"/>
          </a:p>
        </p:txBody>
      </p:sp>
      <p:pic>
        <p:nvPicPr>
          <p:cNvPr id="6" name="Picture 5" descr="Image result for path for tree data structure">
            <a:extLst>
              <a:ext uri="{FF2B5EF4-FFF2-40B4-BE49-F238E27FC236}">
                <a16:creationId xmlns:a16="http://schemas.microsoft.com/office/drawing/2014/main" id="{8FB25FCB-5840-290D-9FAD-211D22A4B7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057400" y="3200400"/>
            <a:ext cx="5210280" cy="304812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5DB3-C9AD-4BDF-86EB-CAFF67087D15}" type="slidenum">
              <a:rPr lang="en-US"/>
              <a:pPr/>
              <a:t>2</a:t>
            </a:fld>
            <a:endParaRPr lang="en-US"/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 of Tree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i="1" dirty="0"/>
              <a:t>tree </a:t>
            </a:r>
            <a:r>
              <a:rPr lang="en-US" dirty="0"/>
              <a:t>is a set of linked nodes, such that there is one and only one </a:t>
            </a:r>
            <a:r>
              <a:rPr lang="en-US" b="1" i="1" dirty="0"/>
              <a:t>path</a:t>
            </a:r>
            <a:r>
              <a:rPr lang="en-US" dirty="0"/>
              <a:t> from a unique node (called the </a:t>
            </a:r>
            <a:r>
              <a:rPr lang="en-US" b="1" i="1" dirty="0"/>
              <a:t>root</a:t>
            </a:r>
            <a:r>
              <a:rPr lang="en-US" dirty="0"/>
              <a:t> node) to every other node in the tree.</a:t>
            </a:r>
          </a:p>
          <a:p>
            <a:r>
              <a:rPr lang="en-US" dirty="0"/>
              <a:t>A path exists from node A to node B if one can follow a chain of pointers/references to travel from node A to node B.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2DC0A-45D8-4579-B6B4-93E72086F0C5}" type="slidenum">
              <a:rPr lang="en-US"/>
              <a:pPr/>
              <a:t>3</a:t>
            </a:fld>
            <a:endParaRPr lang="en-US"/>
          </a:p>
        </p:txBody>
      </p:sp>
      <p:sp>
        <p:nvSpPr>
          <p:cNvPr id="54325" name="Oval 53"/>
          <p:cNvSpPr>
            <a:spLocks noChangeArrowheads="1"/>
          </p:cNvSpPr>
          <p:nvPr/>
        </p:nvSpPr>
        <p:spPr bwMode="auto">
          <a:xfrm>
            <a:off x="1371600" y="2133600"/>
            <a:ext cx="812800" cy="863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54326" name="Text Box 54"/>
          <p:cNvSpPr txBox="1">
            <a:spLocks noChangeArrowheads="1"/>
          </p:cNvSpPr>
          <p:nvPr/>
        </p:nvSpPr>
        <p:spPr bwMode="auto">
          <a:xfrm>
            <a:off x="1371600" y="2349500"/>
            <a:ext cx="8128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1"/>
              <a:t>    </a:t>
            </a:r>
            <a:r>
              <a:rPr lang="en-US" sz="2400" b="1"/>
              <a:t>A</a:t>
            </a:r>
            <a:endParaRPr lang="en-US"/>
          </a:p>
        </p:txBody>
      </p:sp>
      <p:sp>
        <p:nvSpPr>
          <p:cNvPr id="54327" name="Oval 55"/>
          <p:cNvSpPr>
            <a:spLocks noChangeArrowheads="1"/>
          </p:cNvSpPr>
          <p:nvPr/>
        </p:nvSpPr>
        <p:spPr bwMode="auto">
          <a:xfrm>
            <a:off x="2590800" y="3213100"/>
            <a:ext cx="812800" cy="863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54328" name="Text Box 56"/>
          <p:cNvSpPr txBox="1">
            <a:spLocks noChangeArrowheads="1"/>
          </p:cNvSpPr>
          <p:nvPr/>
        </p:nvSpPr>
        <p:spPr bwMode="auto">
          <a:xfrm>
            <a:off x="2590800" y="3429000"/>
            <a:ext cx="8128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1"/>
              <a:t>    </a:t>
            </a:r>
            <a:r>
              <a:rPr lang="en-US" sz="2400" b="1"/>
              <a:t>E</a:t>
            </a:r>
            <a:endParaRPr lang="en-US"/>
          </a:p>
        </p:txBody>
      </p:sp>
      <p:sp>
        <p:nvSpPr>
          <p:cNvPr id="54329" name="Oval 57"/>
          <p:cNvSpPr>
            <a:spLocks noChangeArrowheads="1"/>
          </p:cNvSpPr>
          <p:nvPr/>
        </p:nvSpPr>
        <p:spPr bwMode="auto">
          <a:xfrm>
            <a:off x="3810000" y="1701800"/>
            <a:ext cx="812800" cy="863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54330" name="Text Box 58"/>
          <p:cNvSpPr txBox="1">
            <a:spLocks noChangeArrowheads="1"/>
          </p:cNvSpPr>
          <p:nvPr/>
        </p:nvSpPr>
        <p:spPr bwMode="auto">
          <a:xfrm>
            <a:off x="3810000" y="1917700"/>
            <a:ext cx="8128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1"/>
              <a:t>    </a:t>
            </a:r>
            <a:r>
              <a:rPr lang="en-US" sz="2400" b="1"/>
              <a:t>F</a:t>
            </a:r>
            <a:endParaRPr lang="en-US"/>
          </a:p>
        </p:txBody>
      </p:sp>
      <p:sp>
        <p:nvSpPr>
          <p:cNvPr id="54331" name="Oval 59"/>
          <p:cNvSpPr>
            <a:spLocks noChangeArrowheads="1"/>
          </p:cNvSpPr>
          <p:nvPr/>
        </p:nvSpPr>
        <p:spPr bwMode="auto">
          <a:xfrm>
            <a:off x="5029200" y="3860800"/>
            <a:ext cx="812800" cy="863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54332" name="Text Box 60"/>
          <p:cNvSpPr txBox="1">
            <a:spLocks noChangeArrowheads="1"/>
          </p:cNvSpPr>
          <p:nvPr/>
        </p:nvSpPr>
        <p:spPr bwMode="auto">
          <a:xfrm>
            <a:off x="5029200" y="4076700"/>
            <a:ext cx="8128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1"/>
              <a:t>    </a:t>
            </a:r>
            <a:r>
              <a:rPr lang="en-US" sz="2400" b="1"/>
              <a:t>B</a:t>
            </a:r>
            <a:endParaRPr lang="en-US"/>
          </a:p>
        </p:txBody>
      </p:sp>
      <p:sp>
        <p:nvSpPr>
          <p:cNvPr id="54333" name="Line 61"/>
          <p:cNvSpPr>
            <a:spLocks noChangeShapeType="1"/>
          </p:cNvSpPr>
          <p:nvPr/>
        </p:nvSpPr>
        <p:spPr bwMode="auto">
          <a:xfrm>
            <a:off x="2184400" y="2781300"/>
            <a:ext cx="609600" cy="431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54334" name="Line 62"/>
          <p:cNvSpPr>
            <a:spLocks noChangeShapeType="1"/>
          </p:cNvSpPr>
          <p:nvPr/>
        </p:nvSpPr>
        <p:spPr bwMode="auto">
          <a:xfrm flipV="1">
            <a:off x="3200400" y="2349500"/>
            <a:ext cx="609600" cy="863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54335" name="Line 63"/>
          <p:cNvSpPr>
            <a:spLocks noChangeShapeType="1"/>
          </p:cNvSpPr>
          <p:nvPr/>
        </p:nvSpPr>
        <p:spPr bwMode="auto">
          <a:xfrm>
            <a:off x="4419600" y="2565400"/>
            <a:ext cx="81280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54336" name="Oval 64"/>
          <p:cNvSpPr>
            <a:spLocks noChangeArrowheads="1"/>
          </p:cNvSpPr>
          <p:nvPr/>
        </p:nvSpPr>
        <p:spPr bwMode="auto">
          <a:xfrm>
            <a:off x="2590800" y="4940300"/>
            <a:ext cx="812800" cy="863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54337" name="Text Box 65"/>
          <p:cNvSpPr txBox="1">
            <a:spLocks noChangeArrowheads="1"/>
          </p:cNvSpPr>
          <p:nvPr/>
        </p:nvSpPr>
        <p:spPr bwMode="auto">
          <a:xfrm>
            <a:off x="2590800" y="5156200"/>
            <a:ext cx="8128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1"/>
              <a:t>    </a:t>
            </a:r>
            <a:r>
              <a:rPr lang="en-US" sz="2400" b="1"/>
              <a:t>C</a:t>
            </a:r>
            <a:endParaRPr lang="en-US"/>
          </a:p>
        </p:txBody>
      </p:sp>
      <p:sp>
        <p:nvSpPr>
          <p:cNvPr id="54338" name="Line 66"/>
          <p:cNvSpPr>
            <a:spLocks noChangeShapeType="1"/>
          </p:cNvSpPr>
          <p:nvPr/>
        </p:nvSpPr>
        <p:spPr bwMode="auto">
          <a:xfrm>
            <a:off x="2997200" y="4076700"/>
            <a:ext cx="0" cy="863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54339" name="Oval 67"/>
          <p:cNvSpPr>
            <a:spLocks noChangeArrowheads="1"/>
          </p:cNvSpPr>
          <p:nvPr/>
        </p:nvSpPr>
        <p:spPr bwMode="auto">
          <a:xfrm>
            <a:off x="6045200" y="1485900"/>
            <a:ext cx="812800" cy="863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54340" name="Text Box 68"/>
          <p:cNvSpPr txBox="1">
            <a:spLocks noChangeArrowheads="1"/>
          </p:cNvSpPr>
          <p:nvPr/>
        </p:nvSpPr>
        <p:spPr bwMode="auto">
          <a:xfrm>
            <a:off x="6045200" y="1701800"/>
            <a:ext cx="8128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1"/>
              <a:t>    </a:t>
            </a:r>
            <a:r>
              <a:rPr lang="en-US" sz="2400" b="1"/>
              <a:t>D</a:t>
            </a:r>
            <a:endParaRPr lang="en-US"/>
          </a:p>
        </p:txBody>
      </p:sp>
      <p:sp>
        <p:nvSpPr>
          <p:cNvPr id="54341" name="Oval 69"/>
          <p:cNvSpPr>
            <a:spLocks noChangeArrowheads="1"/>
          </p:cNvSpPr>
          <p:nvPr/>
        </p:nvSpPr>
        <p:spPr bwMode="auto">
          <a:xfrm>
            <a:off x="6654800" y="2997200"/>
            <a:ext cx="812800" cy="863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54342" name="Text Box 70"/>
          <p:cNvSpPr txBox="1">
            <a:spLocks noChangeArrowheads="1"/>
          </p:cNvSpPr>
          <p:nvPr/>
        </p:nvSpPr>
        <p:spPr bwMode="auto">
          <a:xfrm>
            <a:off x="6654800" y="3213100"/>
            <a:ext cx="8128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1"/>
              <a:t>    </a:t>
            </a:r>
            <a:r>
              <a:rPr lang="en-US" sz="2400" b="1"/>
              <a:t>G</a:t>
            </a:r>
            <a:endParaRPr lang="en-US"/>
          </a:p>
        </p:txBody>
      </p:sp>
      <p:sp>
        <p:nvSpPr>
          <p:cNvPr id="54343" name="Line 71"/>
          <p:cNvSpPr>
            <a:spLocks noChangeShapeType="1"/>
          </p:cNvSpPr>
          <p:nvPr/>
        </p:nvSpPr>
        <p:spPr bwMode="auto">
          <a:xfrm flipH="1">
            <a:off x="4622800" y="1917700"/>
            <a:ext cx="1422400" cy="2159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54344" name="Line 72"/>
          <p:cNvSpPr>
            <a:spLocks noChangeShapeType="1"/>
          </p:cNvSpPr>
          <p:nvPr/>
        </p:nvSpPr>
        <p:spPr bwMode="auto">
          <a:xfrm>
            <a:off x="6654800" y="2349500"/>
            <a:ext cx="203200" cy="6477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54345" name="Line 73"/>
          <p:cNvSpPr>
            <a:spLocks noChangeShapeType="1"/>
          </p:cNvSpPr>
          <p:nvPr/>
        </p:nvSpPr>
        <p:spPr bwMode="auto">
          <a:xfrm flipH="1">
            <a:off x="5842000" y="3644900"/>
            <a:ext cx="812800" cy="431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54350" name="Rectangle 7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Paths</a:t>
            </a:r>
          </a:p>
        </p:txBody>
      </p:sp>
      <p:sp>
        <p:nvSpPr>
          <p:cNvPr id="26" name="Text Box 23"/>
          <p:cNvSpPr txBox="1">
            <a:spLocks noChangeArrowheads="1"/>
          </p:cNvSpPr>
          <p:nvPr/>
        </p:nvSpPr>
        <p:spPr bwMode="auto">
          <a:xfrm>
            <a:off x="3733800" y="4876800"/>
            <a:ext cx="5181600" cy="461665"/>
          </a:xfrm>
          <a:prstGeom prst="rect">
            <a:avLst/>
          </a:prstGeom>
          <a:noFill/>
          <a:ln w="9525" algn="ctr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FF3300"/>
                </a:solidFill>
              </a:rPr>
              <a:t>No path from C to any other node.</a:t>
            </a:r>
          </a:p>
        </p:txBody>
      </p:sp>
      <p:sp>
        <p:nvSpPr>
          <p:cNvPr id="27" name="Text Box 23"/>
          <p:cNvSpPr txBox="1">
            <a:spLocks noChangeArrowheads="1"/>
          </p:cNvSpPr>
          <p:nvPr/>
        </p:nvSpPr>
        <p:spPr bwMode="auto">
          <a:xfrm>
            <a:off x="3733800" y="5410200"/>
            <a:ext cx="4648200" cy="466725"/>
          </a:xfrm>
          <a:prstGeom prst="rect">
            <a:avLst/>
          </a:prstGeom>
          <a:noFill/>
          <a:ln w="9525" algn="ctr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FF3300"/>
                </a:solidFill>
              </a:rPr>
              <a:t>There is a path from D to B.</a:t>
            </a:r>
          </a:p>
        </p:txBody>
      </p:sp>
      <p:sp>
        <p:nvSpPr>
          <p:cNvPr id="28" name="Text Box 23"/>
          <p:cNvSpPr txBox="1">
            <a:spLocks noChangeArrowheads="1"/>
          </p:cNvSpPr>
          <p:nvPr/>
        </p:nvSpPr>
        <p:spPr bwMode="auto">
          <a:xfrm>
            <a:off x="3733800" y="5873750"/>
            <a:ext cx="4648200" cy="831850"/>
          </a:xfrm>
          <a:prstGeom prst="rect">
            <a:avLst/>
          </a:prstGeom>
          <a:noFill/>
          <a:ln w="9525" algn="ctr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FF3300"/>
                </a:solidFill>
              </a:rPr>
              <a:t>There is also a second path from D to 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B837D-C9BD-4D9C-B7CC-1B223F0CC875}" type="slidenum">
              <a:rPr lang="en-US"/>
              <a:pPr/>
              <a:t>4</a:t>
            </a:fld>
            <a:endParaRPr lang="en-US"/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Cycles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no </a:t>
            </a:r>
            <a:r>
              <a:rPr lang="en-US" b="1" i="1" dirty="0"/>
              <a:t>cycle </a:t>
            </a:r>
            <a:r>
              <a:rPr lang="en-US" dirty="0"/>
              <a:t>(circle of pointers) in a tree.</a:t>
            </a:r>
          </a:p>
          <a:p>
            <a:r>
              <a:rPr lang="en-US" dirty="0"/>
              <a:t>Any linked structure that has a cycle would have more than one path from the root node to another node.</a:t>
            </a:r>
            <a:endParaRPr lang="en-US" b="1" i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AB0D6-3FF1-43B1-ACFC-6108C2E557F2}" type="slidenum">
              <a:rPr lang="en-US"/>
              <a:pPr/>
              <a:t>5</a:t>
            </a:fld>
            <a:endParaRPr lang="en-US"/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a Cycle</a:t>
            </a:r>
          </a:p>
        </p:txBody>
      </p:sp>
      <p:sp>
        <p:nvSpPr>
          <p:cNvPr id="63495" name="Oval 7"/>
          <p:cNvSpPr>
            <a:spLocks noChangeArrowheads="1"/>
          </p:cNvSpPr>
          <p:nvPr/>
        </p:nvSpPr>
        <p:spPr bwMode="auto">
          <a:xfrm>
            <a:off x="2008188" y="2403475"/>
            <a:ext cx="750887" cy="83343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63496" name="Text Box 8"/>
          <p:cNvSpPr txBox="1">
            <a:spLocks noChangeArrowheads="1"/>
          </p:cNvSpPr>
          <p:nvPr/>
        </p:nvSpPr>
        <p:spPr bwMode="auto">
          <a:xfrm>
            <a:off x="2008188" y="2611438"/>
            <a:ext cx="750887" cy="83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A</a:t>
            </a:r>
            <a:endParaRPr lang="en-US" sz="2400"/>
          </a:p>
        </p:txBody>
      </p:sp>
      <p:sp>
        <p:nvSpPr>
          <p:cNvPr id="63497" name="Oval 9"/>
          <p:cNvSpPr>
            <a:spLocks noChangeArrowheads="1"/>
          </p:cNvSpPr>
          <p:nvPr/>
        </p:nvSpPr>
        <p:spPr bwMode="auto">
          <a:xfrm>
            <a:off x="3322638" y="3444875"/>
            <a:ext cx="749300" cy="83343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63498" name="Text Box 10"/>
          <p:cNvSpPr txBox="1">
            <a:spLocks noChangeArrowheads="1"/>
          </p:cNvSpPr>
          <p:nvPr/>
        </p:nvSpPr>
        <p:spPr bwMode="auto">
          <a:xfrm>
            <a:off x="3322638" y="3652838"/>
            <a:ext cx="749300" cy="83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C</a:t>
            </a:r>
            <a:endParaRPr lang="en-US" sz="2400"/>
          </a:p>
        </p:txBody>
      </p:sp>
      <p:sp>
        <p:nvSpPr>
          <p:cNvPr id="63499" name="Oval 11"/>
          <p:cNvSpPr>
            <a:spLocks noChangeArrowheads="1"/>
          </p:cNvSpPr>
          <p:nvPr/>
        </p:nvSpPr>
        <p:spPr bwMode="auto">
          <a:xfrm>
            <a:off x="4448175" y="1985963"/>
            <a:ext cx="750888" cy="83343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63500" name="Text Box 12"/>
          <p:cNvSpPr txBox="1">
            <a:spLocks noChangeArrowheads="1"/>
          </p:cNvSpPr>
          <p:nvPr/>
        </p:nvSpPr>
        <p:spPr bwMode="auto">
          <a:xfrm>
            <a:off x="4448175" y="2193925"/>
            <a:ext cx="750888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D</a:t>
            </a:r>
            <a:endParaRPr lang="en-US" sz="2400"/>
          </a:p>
        </p:txBody>
      </p:sp>
      <p:sp>
        <p:nvSpPr>
          <p:cNvPr id="63501" name="Oval 13"/>
          <p:cNvSpPr>
            <a:spLocks noChangeArrowheads="1"/>
          </p:cNvSpPr>
          <p:nvPr/>
        </p:nvSpPr>
        <p:spPr bwMode="auto">
          <a:xfrm>
            <a:off x="6324600" y="2611438"/>
            <a:ext cx="750888" cy="83343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63502" name="Text Box 14"/>
          <p:cNvSpPr txBox="1">
            <a:spLocks noChangeArrowheads="1"/>
          </p:cNvSpPr>
          <p:nvPr/>
        </p:nvSpPr>
        <p:spPr bwMode="auto">
          <a:xfrm>
            <a:off x="6324600" y="2819400"/>
            <a:ext cx="750888" cy="83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B</a:t>
            </a:r>
            <a:endParaRPr lang="en-US" sz="2400"/>
          </a:p>
        </p:txBody>
      </p:sp>
      <p:sp>
        <p:nvSpPr>
          <p:cNvPr id="63503" name="Oval 15"/>
          <p:cNvSpPr>
            <a:spLocks noChangeArrowheads="1"/>
          </p:cNvSpPr>
          <p:nvPr/>
        </p:nvSpPr>
        <p:spPr bwMode="auto">
          <a:xfrm>
            <a:off x="5011738" y="4489450"/>
            <a:ext cx="749300" cy="8350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63504" name="Text Box 16"/>
          <p:cNvSpPr txBox="1">
            <a:spLocks noChangeArrowheads="1"/>
          </p:cNvSpPr>
          <p:nvPr/>
        </p:nvSpPr>
        <p:spPr bwMode="auto">
          <a:xfrm>
            <a:off x="5011738" y="4695825"/>
            <a:ext cx="749300" cy="83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E</a:t>
            </a:r>
            <a:endParaRPr lang="en-US" sz="2400"/>
          </a:p>
        </p:txBody>
      </p:sp>
      <p:sp>
        <p:nvSpPr>
          <p:cNvPr id="63505" name="Line 17"/>
          <p:cNvSpPr>
            <a:spLocks noChangeShapeType="1"/>
          </p:cNvSpPr>
          <p:nvPr/>
        </p:nvSpPr>
        <p:spPr bwMode="auto">
          <a:xfrm>
            <a:off x="2759075" y="3030538"/>
            <a:ext cx="750888" cy="41433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3506" name="Line 18"/>
          <p:cNvSpPr>
            <a:spLocks noChangeShapeType="1"/>
          </p:cNvSpPr>
          <p:nvPr/>
        </p:nvSpPr>
        <p:spPr bwMode="auto">
          <a:xfrm flipV="1">
            <a:off x="3884613" y="2819400"/>
            <a:ext cx="750887" cy="6254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3507" name="Line 19"/>
          <p:cNvSpPr>
            <a:spLocks noChangeShapeType="1"/>
          </p:cNvSpPr>
          <p:nvPr/>
        </p:nvSpPr>
        <p:spPr bwMode="auto">
          <a:xfrm>
            <a:off x="5199063" y="2403475"/>
            <a:ext cx="1125537" cy="4159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3508" name="Line 20"/>
          <p:cNvSpPr>
            <a:spLocks noChangeShapeType="1"/>
          </p:cNvSpPr>
          <p:nvPr/>
        </p:nvSpPr>
        <p:spPr bwMode="auto">
          <a:xfrm flipH="1">
            <a:off x="5573713" y="3444875"/>
            <a:ext cx="938212" cy="10445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3509" name="Line 21"/>
          <p:cNvSpPr>
            <a:spLocks noChangeShapeType="1"/>
          </p:cNvSpPr>
          <p:nvPr/>
        </p:nvSpPr>
        <p:spPr bwMode="auto">
          <a:xfrm flipH="1" flipV="1">
            <a:off x="4071938" y="4070350"/>
            <a:ext cx="939800" cy="6254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687387" y="5481935"/>
            <a:ext cx="4324351" cy="461665"/>
          </a:xfrm>
          <a:prstGeom prst="rect">
            <a:avLst/>
          </a:prstGeom>
          <a:noFill/>
          <a:ln w="9525" algn="ctr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FF3300"/>
                </a:solidFill>
              </a:rPr>
              <a:t>Cycle: C → D → B → E → C</a:t>
            </a:r>
          </a:p>
        </p:txBody>
      </p:sp>
      <p:sp>
        <p:nvSpPr>
          <p:cNvPr id="20" name="Text Box 18"/>
          <p:cNvSpPr txBox="1">
            <a:spLocks noChangeArrowheads="1"/>
          </p:cNvSpPr>
          <p:nvPr/>
        </p:nvSpPr>
        <p:spPr bwMode="auto">
          <a:xfrm>
            <a:off x="685800" y="6091535"/>
            <a:ext cx="4324351" cy="461665"/>
          </a:xfrm>
          <a:prstGeom prst="rect">
            <a:avLst/>
          </a:prstGeom>
          <a:noFill/>
          <a:ln w="9525" algn="ctr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FF3300"/>
                </a:solidFill>
              </a:rPr>
              <a:t>Tree cannot have a cycle.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C849F-CE40-4588-BAB2-CC82C727FB49}" type="slidenum">
              <a:rPr lang="en-US"/>
              <a:pPr/>
              <a:t>6</a:t>
            </a:fld>
            <a:endParaRPr lang="en-US"/>
          </a:p>
        </p:txBody>
      </p:sp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a Tree</a:t>
            </a:r>
          </a:p>
        </p:txBody>
      </p:sp>
      <p:sp>
        <p:nvSpPr>
          <p:cNvPr id="69635" name="AutoShape 3"/>
          <p:cNvSpPr>
            <a:spLocks noChangeAspect="1" noChangeArrowheads="1"/>
          </p:cNvSpPr>
          <p:nvPr/>
        </p:nvSpPr>
        <p:spPr bwMode="auto">
          <a:xfrm>
            <a:off x="685800" y="1981200"/>
            <a:ext cx="54864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9636" name="Oval 4"/>
          <p:cNvSpPr>
            <a:spLocks noChangeArrowheads="1"/>
          </p:cNvSpPr>
          <p:nvPr/>
        </p:nvSpPr>
        <p:spPr bwMode="auto">
          <a:xfrm>
            <a:off x="3563938" y="1828800"/>
            <a:ext cx="757237" cy="8255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69637" name="Text Box 5"/>
          <p:cNvSpPr txBox="1">
            <a:spLocks noChangeArrowheads="1"/>
          </p:cNvSpPr>
          <p:nvPr/>
        </p:nvSpPr>
        <p:spPr bwMode="auto">
          <a:xfrm>
            <a:off x="3563938" y="2035175"/>
            <a:ext cx="946150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A</a:t>
            </a:r>
            <a:endParaRPr lang="en-US" sz="2400"/>
          </a:p>
        </p:txBody>
      </p:sp>
      <p:sp>
        <p:nvSpPr>
          <p:cNvPr id="69638" name="Oval 6"/>
          <p:cNvSpPr>
            <a:spLocks noChangeArrowheads="1"/>
          </p:cNvSpPr>
          <p:nvPr/>
        </p:nvSpPr>
        <p:spPr bwMode="auto">
          <a:xfrm>
            <a:off x="2239963" y="3068638"/>
            <a:ext cx="755650" cy="8223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69639" name="Text Box 7"/>
          <p:cNvSpPr txBox="1">
            <a:spLocks noChangeArrowheads="1"/>
          </p:cNvSpPr>
          <p:nvPr/>
        </p:nvSpPr>
        <p:spPr bwMode="auto">
          <a:xfrm>
            <a:off x="2239963" y="3275013"/>
            <a:ext cx="94615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C</a:t>
            </a:r>
            <a:endParaRPr lang="en-US" sz="2400"/>
          </a:p>
        </p:txBody>
      </p:sp>
      <p:sp>
        <p:nvSpPr>
          <p:cNvPr id="69640" name="Oval 8"/>
          <p:cNvSpPr>
            <a:spLocks noChangeArrowheads="1"/>
          </p:cNvSpPr>
          <p:nvPr/>
        </p:nvSpPr>
        <p:spPr bwMode="auto">
          <a:xfrm>
            <a:off x="3563938" y="3068638"/>
            <a:ext cx="757237" cy="8223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69641" name="Text Box 9"/>
          <p:cNvSpPr txBox="1">
            <a:spLocks noChangeArrowheads="1"/>
          </p:cNvSpPr>
          <p:nvPr/>
        </p:nvSpPr>
        <p:spPr bwMode="auto">
          <a:xfrm>
            <a:off x="3563938" y="3275013"/>
            <a:ext cx="94615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B</a:t>
            </a:r>
            <a:endParaRPr lang="en-US" sz="2400"/>
          </a:p>
        </p:txBody>
      </p:sp>
      <p:sp>
        <p:nvSpPr>
          <p:cNvPr id="69642" name="Oval 10"/>
          <p:cNvSpPr>
            <a:spLocks noChangeArrowheads="1"/>
          </p:cNvSpPr>
          <p:nvPr/>
        </p:nvSpPr>
        <p:spPr bwMode="auto">
          <a:xfrm>
            <a:off x="4889500" y="3068638"/>
            <a:ext cx="757238" cy="8223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69643" name="Text Box 11"/>
          <p:cNvSpPr txBox="1">
            <a:spLocks noChangeArrowheads="1"/>
          </p:cNvSpPr>
          <p:nvPr/>
        </p:nvSpPr>
        <p:spPr bwMode="auto">
          <a:xfrm>
            <a:off x="4889500" y="3275013"/>
            <a:ext cx="94615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D</a:t>
            </a:r>
            <a:endParaRPr lang="en-US" sz="2400"/>
          </a:p>
        </p:txBody>
      </p:sp>
      <p:sp>
        <p:nvSpPr>
          <p:cNvPr id="69644" name="Oval 12"/>
          <p:cNvSpPr>
            <a:spLocks noChangeArrowheads="1"/>
          </p:cNvSpPr>
          <p:nvPr/>
        </p:nvSpPr>
        <p:spPr bwMode="auto">
          <a:xfrm>
            <a:off x="4510088" y="4513263"/>
            <a:ext cx="757237" cy="82708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69645" name="Text Box 13"/>
          <p:cNvSpPr txBox="1">
            <a:spLocks noChangeArrowheads="1"/>
          </p:cNvSpPr>
          <p:nvPr/>
        </p:nvSpPr>
        <p:spPr bwMode="auto">
          <a:xfrm>
            <a:off x="4510088" y="4719638"/>
            <a:ext cx="946150" cy="103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E</a:t>
            </a:r>
            <a:endParaRPr lang="en-US" sz="2400"/>
          </a:p>
        </p:txBody>
      </p:sp>
      <p:sp>
        <p:nvSpPr>
          <p:cNvPr id="69646" name="Oval 14"/>
          <p:cNvSpPr>
            <a:spLocks noChangeArrowheads="1"/>
          </p:cNvSpPr>
          <p:nvPr/>
        </p:nvSpPr>
        <p:spPr bwMode="auto">
          <a:xfrm>
            <a:off x="5835650" y="4513263"/>
            <a:ext cx="757238" cy="82708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69647" name="Text Box 15"/>
          <p:cNvSpPr txBox="1">
            <a:spLocks noChangeArrowheads="1"/>
          </p:cNvSpPr>
          <p:nvPr/>
        </p:nvSpPr>
        <p:spPr bwMode="auto">
          <a:xfrm>
            <a:off x="5835650" y="4719638"/>
            <a:ext cx="946150" cy="103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F</a:t>
            </a:r>
            <a:endParaRPr lang="en-US" sz="2400"/>
          </a:p>
        </p:txBody>
      </p:sp>
      <p:sp>
        <p:nvSpPr>
          <p:cNvPr id="69648" name="Oval 16"/>
          <p:cNvSpPr>
            <a:spLocks noChangeArrowheads="1"/>
          </p:cNvSpPr>
          <p:nvPr/>
        </p:nvSpPr>
        <p:spPr bwMode="auto">
          <a:xfrm>
            <a:off x="1482725" y="4306888"/>
            <a:ext cx="757238" cy="82708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69649" name="Text Box 17"/>
          <p:cNvSpPr txBox="1">
            <a:spLocks noChangeArrowheads="1"/>
          </p:cNvSpPr>
          <p:nvPr/>
        </p:nvSpPr>
        <p:spPr bwMode="auto">
          <a:xfrm>
            <a:off x="1482725" y="4513263"/>
            <a:ext cx="946150" cy="103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G</a:t>
            </a:r>
            <a:endParaRPr lang="en-US" sz="2400"/>
          </a:p>
        </p:txBody>
      </p:sp>
      <p:sp>
        <p:nvSpPr>
          <p:cNvPr id="69650" name="Line 18"/>
          <p:cNvSpPr>
            <a:spLocks noChangeShapeType="1"/>
          </p:cNvSpPr>
          <p:nvPr/>
        </p:nvSpPr>
        <p:spPr bwMode="auto">
          <a:xfrm flipH="1">
            <a:off x="2806700" y="2447925"/>
            <a:ext cx="757238" cy="62071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9651" name="Line 19"/>
          <p:cNvSpPr>
            <a:spLocks noChangeShapeType="1"/>
          </p:cNvSpPr>
          <p:nvPr/>
        </p:nvSpPr>
        <p:spPr bwMode="auto">
          <a:xfrm>
            <a:off x="3943350" y="2654300"/>
            <a:ext cx="0" cy="41433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9652" name="Line 20"/>
          <p:cNvSpPr>
            <a:spLocks noChangeShapeType="1"/>
          </p:cNvSpPr>
          <p:nvPr/>
        </p:nvSpPr>
        <p:spPr bwMode="auto">
          <a:xfrm>
            <a:off x="4321175" y="2447925"/>
            <a:ext cx="757238" cy="62071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9653" name="Line 21"/>
          <p:cNvSpPr>
            <a:spLocks noChangeShapeType="1"/>
          </p:cNvSpPr>
          <p:nvPr/>
        </p:nvSpPr>
        <p:spPr bwMode="auto">
          <a:xfrm flipH="1">
            <a:off x="2049463" y="3894138"/>
            <a:ext cx="379412" cy="4127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9654" name="Line 22"/>
          <p:cNvSpPr>
            <a:spLocks noChangeShapeType="1"/>
          </p:cNvSpPr>
          <p:nvPr/>
        </p:nvSpPr>
        <p:spPr bwMode="auto">
          <a:xfrm flipH="1">
            <a:off x="4889500" y="3894138"/>
            <a:ext cx="188913" cy="6191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9655" name="Line 23"/>
          <p:cNvSpPr>
            <a:spLocks noChangeShapeType="1"/>
          </p:cNvSpPr>
          <p:nvPr/>
        </p:nvSpPr>
        <p:spPr bwMode="auto">
          <a:xfrm>
            <a:off x="5456238" y="3894138"/>
            <a:ext cx="568325" cy="6191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9656" name="Text Box 24"/>
          <p:cNvSpPr txBox="1">
            <a:spLocks noChangeArrowheads="1"/>
          </p:cNvSpPr>
          <p:nvPr/>
        </p:nvSpPr>
        <p:spPr bwMode="auto">
          <a:xfrm>
            <a:off x="914400" y="1828800"/>
            <a:ext cx="1325563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/>
              <a:t>root</a:t>
            </a:r>
          </a:p>
        </p:txBody>
      </p:sp>
      <p:sp>
        <p:nvSpPr>
          <p:cNvPr id="69657" name="Line 25"/>
          <p:cNvSpPr>
            <a:spLocks noChangeShapeType="1"/>
          </p:cNvSpPr>
          <p:nvPr/>
        </p:nvSpPr>
        <p:spPr bwMode="auto">
          <a:xfrm>
            <a:off x="1671638" y="2035175"/>
            <a:ext cx="18923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9658" name="Text Box 26"/>
          <p:cNvSpPr txBox="1">
            <a:spLocks noChangeArrowheads="1"/>
          </p:cNvSpPr>
          <p:nvPr/>
        </p:nvSpPr>
        <p:spPr bwMode="auto">
          <a:xfrm>
            <a:off x="6248400" y="1371600"/>
            <a:ext cx="2590800" cy="2657475"/>
          </a:xfrm>
          <a:prstGeom prst="rect">
            <a:avLst/>
          </a:prstGeom>
          <a:noFill/>
          <a:ln w="9525" algn="ctr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FF3300"/>
                </a:solidFill>
              </a:rPr>
              <a:t>In a tree, every pair of linked nodes have a parent-child relationship (the parent is closer to the root)</a:t>
            </a:r>
          </a:p>
        </p:txBody>
      </p:sp>
      <p:sp>
        <p:nvSpPr>
          <p:cNvPr id="2" name="Text Box 26">
            <a:extLst>
              <a:ext uri="{FF2B5EF4-FFF2-40B4-BE49-F238E27FC236}">
                <a16:creationId xmlns:a16="http://schemas.microsoft.com/office/drawing/2014/main" id="{F2664F43-B2A5-2871-8BBA-E499D9454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666" y="5614988"/>
            <a:ext cx="2765425" cy="831850"/>
          </a:xfrm>
          <a:prstGeom prst="rect">
            <a:avLst/>
          </a:prstGeom>
          <a:noFill/>
          <a:ln w="9525" algn="ctr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FF3300"/>
                </a:solidFill>
              </a:rPr>
              <a:t>For example, C is a parent of G</a:t>
            </a:r>
          </a:p>
        </p:txBody>
      </p:sp>
      <p:sp>
        <p:nvSpPr>
          <p:cNvPr id="3" name="Text Box 26">
            <a:extLst>
              <a:ext uri="{FF2B5EF4-FFF2-40B4-BE49-F238E27FC236}">
                <a16:creationId xmlns:a16="http://schemas.microsoft.com/office/drawing/2014/main" id="{B8418A11-47E1-D065-96B4-73E372F95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794" y="5614988"/>
            <a:ext cx="2590800" cy="831850"/>
          </a:xfrm>
          <a:prstGeom prst="rect">
            <a:avLst/>
          </a:prstGeom>
          <a:noFill/>
          <a:ln w="9525" algn="ctr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>
                <a:solidFill>
                  <a:srgbClr val="FF3300"/>
                </a:solidFill>
              </a:rPr>
              <a:t>E and F are children of 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5E51-EB46-40BC-BB2D-4F32FB700D49}" type="slidenum">
              <a:rPr lang="en-US"/>
              <a:pPr/>
              <a:t>7</a:t>
            </a:fld>
            <a:endParaRPr lang="en-US"/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Example of a Tree</a:t>
            </a:r>
            <a:br>
              <a:rPr lang="en-US" sz="4000"/>
            </a:br>
            <a:r>
              <a:rPr lang="en-US" sz="4000"/>
              <a:t>(cont.)</a:t>
            </a:r>
          </a:p>
        </p:txBody>
      </p:sp>
      <p:sp>
        <p:nvSpPr>
          <p:cNvPr id="71683" name="AutoShape 3"/>
          <p:cNvSpPr>
            <a:spLocks noChangeAspect="1" noChangeArrowheads="1"/>
          </p:cNvSpPr>
          <p:nvPr/>
        </p:nvSpPr>
        <p:spPr bwMode="auto">
          <a:xfrm>
            <a:off x="685800" y="1981200"/>
            <a:ext cx="54864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1684" name="Oval 4"/>
          <p:cNvSpPr>
            <a:spLocks noChangeArrowheads="1"/>
          </p:cNvSpPr>
          <p:nvPr/>
        </p:nvSpPr>
        <p:spPr bwMode="auto">
          <a:xfrm>
            <a:off x="3563938" y="1828800"/>
            <a:ext cx="757237" cy="8255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71685" name="Text Box 5"/>
          <p:cNvSpPr txBox="1">
            <a:spLocks noChangeArrowheads="1"/>
          </p:cNvSpPr>
          <p:nvPr/>
        </p:nvSpPr>
        <p:spPr bwMode="auto">
          <a:xfrm>
            <a:off x="3563938" y="2035175"/>
            <a:ext cx="946150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A</a:t>
            </a:r>
            <a:endParaRPr lang="en-US" sz="2400"/>
          </a:p>
        </p:txBody>
      </p:sp>
      <p:sp>
        <p:nvSpPr>
          <p:cNvPr id="71686" name="Oval 6"/>
          <p:cNvSpPr>
            <a:spLocks noChangeArrowheads="1"/>
          </p:cNvSpPr>
          <p:nvPr/>
        </p:nvSpPr>
        <p:spPr bwMode="auto">
          <a:xfrm>
            <a:off x="2239963" y="3068638"/>
            <a:ext cx="755650" cy="8223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71687" name="Text Box 7"/>
          <p:cNvSpPr txBox="1">
            <a:spLocks noChangeArrowheads="1"/>
          </p:cNvSpPr>
          <p:nvPr/>
        </p:nvSpPr>
        <p:spPr bwMode="auto">
          <a:xfrm>
            <a:off x="2239963" y="3275013"/>
            <a:ext cx="94615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C</a:t>
            </a:r>
            <a:endParaRPr lang="en-US" sz="2400"/>
          </a:p>
        </p:txBody>
      </p:sp>
      <p:sp>
        <p:nvSpPr>
          <p:cNvPr id="71688" name="Oval 8"/>
          <p:cNvSpPr>
            <a:spLocks noChangeArrowheads="1"/>
          </p:cNvSpPr>
          <p:nvPr/>
        </p:nvSpPr>
        <p:spPr bwMode="auto">
          <a:xfrm>
            <a:off x="3563938" y="3068638"/>
            <a:ext cx="757237" cy="8223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71689" name="Text Box 9"/>
          <p:cNvSpPr txBox="1">
            <a:spLocks noChangeArrowheads="1"/>
          </p:cNvSpPr>
          <p:nvPr/>
        </p:nvSpPr>
        <p:spPr bwMode="auto">
          <a:xfrm>
            <a:off x="3563938" y="3275013"/>
            <a:ext cx="94615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B</a:t>
            </a:r>
            <a:endParaRPr lang="en-US" sz="2400"/>
          </a:p>
        </p:txBody>
      </p:sp>
      <p:sp>
        <p:nvSpPr>
          <p:cNvPr id="71690" name="Oval 10"/>
          <p:cNvSpPr>
            <a:spLocks noChangeArrowheads="1"/>
          </p:cNvSpPr>
          <p:nvPr/>
        </p:nvSpPr>
        <p:spPr bwMode="auto">
          <a:xfrm>
            <a:off x="4889500" y="3068638"/>
            <a:ext cx="757238" cy="8223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71691" name="Text Box 11"/>
          <p:cNvSpPr txBox="1">
            <a:spLocks noChangeArrowheads="1"/>
          </p:cNvSpPr>
          <p:nvPr/>
        </p:nvSpPr>
        <p:spPr bwMode="auto">
          <a:xfrm>
            <a:off x="4889500" y="3275013"/>
            <a:ext cx="94615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D</a:t>
            </a:r>
            <a:endParaRPr lang="en-US" sz="2400"/>
          </a:p>
        </p:txBody>
      </p:sp>
      <p:sp>
        <p:nvSpPr>
          <p:cNvPr id="71692" name="Oval 12"/>
          <p:cNvSpPr>
            <a:spLocks noChangeArrowheads="1"/>
          </p:cNvSpPr>
          <p:nvPr/>
        </p:nvSpPr>
        <p:spPr bwMode="auto">
          <a:xfrm>
            <a:off x="4510088" y="4513263"/>
            <a:ext cx="757237" cy="82708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71693" name="Text Box 13"/>
          <p:cNvSpPr txBox="1">
            <a:spLocks noChangeArrowheads="1"/>
          </p:cNvSpPr>
          <p:nvPr/>
        </p:nvSpPr>
        <p:spPr bwMode="auto">
          <a:xfrm>
            <a:off x="4510088" y="4719638"/>
            <a:ext cx="946150" cy="103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E</a:t>
            </a:r>
            <a:endParaRPr lang="en-US" sz="2400"/>
          </a:p>
        </p:txBody>
      </p:sp>
      <p:sp>
        <p:nvSpPr>
          <p:cNvPr id="71694" name="Oval 14"/>
          <p:cNvSpPr>
            <a:spLocks noChangeArrowheads="1"/>
          </p:cNvSpPr>
          <p:nvPr/>
        </p:nvSpPr>
        <p:spPr bwMode="auto">
          <a:xfrm>
            <a:off x="5835650" y="4513263"/>
            <a:ext cx="757238" cy="82708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71695" name="Text Box 15"/>
          <p:cNvSpPr txBox="1">
            <a:spLocks noChangeArrowheads="1"/>
          </p:cNvSpPr>
          <p:nvPr/>
        </p:nvSpPr>
        <p:spPr bwMode="auto">
          <a:xfrm>
            <a:off x="5835650" y="4719638"/>
            <a:ext cx="946150" cy="103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F</a:t>
            </a:r>
            <a:endParaRPr lang="en-US" sz="2400"/>
          </a:p>
        </p:txBody>
      </p:sp>
      <p:sp>
        <p:nvSpPr>
          <p:cNvPr id="71696" name="Oval 16"/>
          <p:cNvSpPr>
            <a:spLocks noChangeArrowheads="1"/>
          </p:cNvSpPr>
          <p:nvPr/>
        </p:nvSpPr>
        <p:spPr bwMode="auto">
          <a:xfrm>
            <a:off x="1482725" y="4306888"/>
            <a:ext cx="757238" cy="82708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71697" name="Text Box 17"/>
          <p:cNvSpPr txBox="1">
            <a:spLocks noChangeArrowheads="1"/>
          </p:cNvSpPr>
          <p:nvPr/>
        </p:nvSpPr>
        <p:spPr bwMode="auto">
          <a:xfrm>
            <a:off x="1482725" y="4513263"/>
            <a:ext cx="946150" cy="103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G</a:t>
            </a:r>
            <a:endParaRPr lang="en-US" sz="2400"/>
          </a:p>
        </p:txBody>
      </p:sp>
      <p:sp>
        <p:nvSpPr>
          <p:cNvPr id="71698" name="Line 18"/>
          <p:cNvSpPr>
            <a:spLocks noChangeShapeType="1"/>
          </p:cNvSpPr>
          <p:nvPr/>
        </p:nvSpPr>
        <p:spPr bwMode="auto">
          <a:xfrm flipH="1">
            <a:off x="2806700" y="2447925"/>
            <a:ext cx="757238" cy="62071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1699" name="Line 19"/>
          <p:cNvSpPr>
            <a:spLocks noChangeShapeType="1"/>
          </p:cNvSpPr>
          <p:nvPr/>
        </p:nvSpPr>
        <p:spPr bwMode="auto">
          <a:xfrm>
            <a:off x="3943350" y="2654300"/>
            <a:ext cx="0" cy="41433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1700" name="Line 20"/>
          <p:cNvSpPr>
            <a:spLocks noChangeShapeType="1"/>
          </p:cNvSpPr>
          <p:nvPr/>
        </p:nvSpPr>
        <p:spPr bwMode="auto">
          <a:xfrm>
            <a:off x="4321175" y="2447925"/>
            <a:ext cx="757238" cy="62071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1701" name="Line 21"/>
          <p:cNvSpPr>
            <a:spLocks noChangeShapeType="1"/>
          </p:cNvSpPr>
          <p:nvPr/>
        </p:nvSpPr>
        <p:spPr bwMode="auto">
          <a:xfrm flipH="1">
            <a:off x="2049463" y="3894138"/>
            <a:ext cx="379412" cy="4127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1702" name="Line 22"/>
          <p:cNvSpPr>
            <a:spLocks noChangeShapeType="1"/>
          </p:cNvSpPr>
          <p:nvPr/>
        </p:nvSpPr>
        <p:spPr bwMode="auto">
          <a:xfrm flipH="1">
            <a:off x="4889500" y="3894138"/>
            <a:ext cx="188913" cy="6191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1703" name="Line 23"/>
          <p:cNvSpPr>
            <a:spLocks noChangeShapeType="1"/>
          </p:cNvSpPr>
          <p:nvPr/>
        </p:nvSpPr>
        <p:spPr bwMode="auto">
          <a:xfrm>
            <a:off x="5456238" y="3894138"/>
            <a:ext cx="568325" cy="6191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1704" name="Text Box 24"/>
          <p:cNvSpPr txBox="1">
            <a:spLocks noChangeArrowheads="1"/>
          </p:cNvSpPr>
          <p:nvPr/>
        </p:nvSpPr>
        <p:spPr bwMode="auto">
          <a:xfrm>
            <a:off x="914400" y="1828800"/>
            <a:ext cx="1325563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/>
              <a:t>root</a:t>
            </a:r>
          </a:p>
        </p:txBody>
      </p:sp>
      <p:sp>
        <p:nvSpPr>
          <p:cNvPr id="71705" name="Line 25"/>
          <p:cNvSpPr>
            <a:spLocks noChangeShapeType="1"/>
          </p:cNvSpPr>
          <p:nvPr/>
        </p:nvSpPr>
        <p:spPr bwMode="auto">
          <a:xfrm>
            <a:off x="1671638" y="2035175"/>
            <a:ext cx="18923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1706" name="Text Box 26"/>
          <p:cNvSpPr txBox="1">
            <a:spLocks noChangeArrowheads="1"/>
          </p:cNvSpPr>
          <p:nvPr/>
        </p:nvSpPr>
        <p:spPr bwMode="auto">
          <a:xfrm>
            <a:off x="5638800" y="1600200"/>
            <a:ext cx="3352800" cy="1196975"/>
          </a:xfrm>
          <a:prstGeom prst="rect">
            <a:avLst/>
          </a:prstGeom>
          <a:noFill/>
          <a:ln w="9525" algn="ctr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FF0000"/>
                </a:solidFill>
              </a:rPr>
              <a:t>The </a:t>
            </a:r>
            <a:r>
              <a:rPr lang="en-US" sz="2400" b="1" u="sng" dirty="0">
                <a:solidFill>
                  <a:srgbClr val="FF0000"/>
                </a:solidFill>
              </a:rPr>
              <a:t>root</a:t>
            </a:r>
            <a:r>
              <a:rPr lang="en-US" sz="2400" b="1" dirty="0">
                <a:solidFill>
                  <a:srgbClr val="FF0000"/>
                </a:solidFill>
              </a:rPr>
              <a:t> node is the only node that has </a:t>
            </a:r>
            <a:r>
              <a:rPr lang="en-US" sz="2400" b="1" u="sng" dirty="0">
                <a:solidFill>
                  <a:srgbClr val="FF0000"/>
                </a:solidFill>
              </a:rPr>
              <a:t>no parent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28" name="Text Box 26"/>
          <p:cNvSpPr txBox="1">
            <a:spLocks noChangeArrowheads="1"/>
          </p:cNvSpPr>
          <p:nvPr/>
        </p:nvSpPr>
        <p:spPr bwMode="auto">
          <a:xfrm>
            <a:off x="866570" y="5750351"/>
            <a:ext cx="7363030" cy="830997"/>
          </a:xfrm>
          <a:prstGeom prst="rect">
            <a:avLst/>
          </a:prstGeom>
          <a:noFill/>
          <a:ln w="9525" algn="ctr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i="1" u="sng" dirty="0">
                <a:solidFill>
                  <a:srgbClr val="FF0000"/>
                </a:solidFill>
              </a:rPr>
              <a:t>Leaf</a:t>
            </a:r>
            <a:r>
              <a:rPr lang="en-US" sz="2400" b="1" i="1" dirty="0">
                <a:solidFill>
                  <a:srgbClr val="FF0000"/>
                </a:solidFill>
              </a:rPr>
              <a:t> nodes</a:t>
            </a:r>
            <a:r>
              <a:rPr lang="en-US" sz="2400" b="1" dirty="0">
                <a:solidFill>
                  <a:srgbClr val="FF0000"/>
                </a:solidFill>
              </a:rPr>
              <a:t> (or </a:t>
            </a:r>
            <a:r>
              <a:rPr lang="en-US" sz="2400" b="1" i="1" dirty="0">
                <a:solidFill>
                  <a:srgbClr val="FF0000"/>
                </a:solidFill>
              </a:rPr>
              <a:t>leaves </a:t>
            </a:r>
            <a:r>
              <a:rPr lang="en-US" sz="2400" b="1" dirty="0">
                <a:solidFill>
                  <a:srgbClr val="FF0000"/>
                </a:solidFill>
              </a:rPr>
              <a:t>for short) have </a:t>
            </a:r>
            <a:r>
              <a:rPr lang="en-US" sz="2400" b="1" u="sng" dirty="0">
                <a:solidFill>
                  <a:srgbClr val="FF0000"/>
                </a:solidFill>
              </a:rPr>
              <a:t>no children</a:t>
            </a:r>
            <a:r>
              <a:rPr lang="en-US" sz="2400" b="1" dirty="0">
                <a:solidFill>
                  <a:srgbClr val="FF0000"/>
                </a:solidFill>
              </a:rPr>
              <a:t>, e.g. B, E, F, G</a:t>
            </a:r>
          </a:p>
        </p:txBody>
      </p:sp>
      <p:sp>
        <p:nvSpPr>
          <p:cNvPr id="2" name="Text Box 31">
            <a:extLst>
              <a:ext uri="{FF2B5EF4-FFF2-40B4-BE49-F238E27FC236}">
                <a16:creationId xmlns:a16="http://schemas.microsoft.com/office/drawing/2014/main" id="{1827F796-E53E-685A-5878-C9D6E81B054C}"/>
              </a:ext>
            </a:extLst>
          </p:cNvPr>
          <p:cNvSpPr txBox="1"/>
          <p:nvPr/>
        </p:nvSpPr>
        <p:spPr>
          <a:xfrm>
            <a:off x="6096121" y="3070200"/>
            <a:ext cx="2895479" cy="1197000"/>
          </a:xfrm>
          <a:prstGeom prst="rect">
            <a:avLst/>
          </a:prstGeom>
          <a:noFill/>
          <a:ln w="9360" cap="flat">
            <a:solidFill>
              <a:srgbClr val="FF330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tabLst/>
            </a:pPr>
            <a:r>
              <a:rPr lang="en-US" sz="2400" b="1" i="0" u="none" strike="noStrike" kern="1200" cap="none" spc="0" baseline="0" dirty="0">
                <a:ln>
                  <a:noFill/>
                </a:ln>
                <a:solidFill>
                  <a:srgbClr val="FF3300"/>
                </a:solidFill>
                <a:latin typeface="Arial" pitchFamily="18"/>
                <a:ea typeface="Microsoft YaHei" pitchFamily="2"/>
                <a:cs typeface="Lucida Sans" pitchFamily="2"/>
              </a:rPr>
              <a:t>The links in a tree are often called </a:t>
            </a:r>
            <a:r>
              <a:rPr lang="en-US" sz="2400" b="1" i="1" u="sng" strike="noStrike" kern="1200" cap="none" spc="0" baseline="0" dirty="0">
                <a:ln>
                  <a:noFill/>
                </a:ln>
                <a:solidFill>
                  <a:srgbClr val="0000FF"/>
                </a:solidFill>
                <a:latin typeface="Arial" pitchFamily="18"/>
                <a:ea typeface="Microsoft YaHei" pitchFamily="2"/>
                <a:cs typeface="Lucida Sans" pitchFamily="2"/>
              </a:rPr>
              <a:t>edges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FAEC-C1F0-44B2-A235-B13434943CEB}" type="slidenum">
              <a:rPr lang="en-US"/>
              <a:pPr/>
              <a:t>8</a:t>
            </a:fld>
            <a:endParaRPr lang="en-US"/>
          </a:p>
        </p:txBody>
      </p:sp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Trees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1"/>
            <a:ext cx="8229600" cy="1524000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i="1" dirty="0">
                <a:solidFill>
                  <a:srgbClr val="0000FF"/>
                </a:solidFill>
              </a:rPr>
              <a:t>binary tree</a:t>
            </a:r>
            <a:r>
              <a:rPr lang="en-US" dirty="0"/>
              <a:t> is a tree in which each node can only have up to two children…</a:t>
            </a:r>
          </a:p>
        </p:txBody>
      </p:sp>
      <p:pic>
        <p:nvPicPr>
          <p:cNvPr id="2" name="Picture 5" descr="Image result for path for tree data structure">
            <a:extLst>
              <a:ext uri="{FF2B5EF4-FFF2-40B4-BE49-F238E27FC236}">
                <a16:creationId xmlns:a16="http://schemas.microsoft.com/office/drawing/2014/main" id="{E3570E6E-DE4D-D970-01AD-379ED6E064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57400" y="3190690"/>
            <a:ext cx="5210280" cy="304812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58E83-5572-46E9-99EC-A41FCF60F489}" type="slidenum">
              <a:rPr lang="en-US"/>
              <a:pPr/>
              <a:t>9</a:t>
            </a:fld>
            <a:endParaRPr lang="en-US"/>
          </a:p>
        </p:txBody>
      </p:sp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a Binary Tree</a:t>
            </a:r>
          </a:p>
        </p:txBody>
      </p:sp>
      <p:sp>
        <p:nvSpPr>
          <p:cNvPr id="78851" name="Oval 3"/>
          <p:cNvSpPr>
            <a:spLocks noChangeArrowheads="1"/>
          </p:cNvSpPr>
          <p:nvPr/>
        </p:nvSpPr>
        <p:spPr bwMode="auto">
          <a:xfrm>
            <a:off x="3517900" y="1641475"/>
            <a:ext cx="666750" cy="690563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78852" name="Text Box 4"/>
          <p:cNvSpPr txBox="1">
            <a:spLocks noChangeArrowheads="1"/>
          </p:cNvSpPr>
          <p:nvPr/>
        </p:nvSpPr>
        <p:spPr bwMode="auto">
          <a:xfrm>
            <a:off x="3505200" y="1752600"/>
            <a:ext cx="83185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A</a:t>
            </a:r>
            <a:endParaRPr lang="en-US" sz="2400"/>
          </a:p>
        </p:txBody>
      </p:sp>
      <p:sp>
        <p:nvSpPr>
          <p:cNvPr id="78853" name="Oval 5"/>
          <p:cNvSpPr>
            <a:spLocks noChangeArrowheads="1"/>
          </p:cNvSpPr>
          <p:nvPr/>
        </p:nvSpPr>
        <p:spPr bwMode="auto">
          <a:xfrm>
            <a:off x="1685925" y="2332038"/>
            <a:ext cx="665163" cy="69056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78854" name="Text Box 6"/>
          <p:cNvSpPr txBox="1">
            <a:spLocks noChangeArrowheads="1"/>
          </p:cNvSpPr>
          <p:nvPr/>
        </p:nvSpPr>
        <p:spPr bwMode="auto">
          <a:xfrm>
            <a:off x="1600200" y="2438400"/>
            <a:ext cx="831850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B</a:t>
            </a:r>
            <a:endParaRPr lang="en-US" sz="2400"/>
          </a:p>
        </p:txBody>
      </p:sp>
      <p:sp>
        <p:nvSpPr>
          <p:cNvPr id="78855" name="Oval 7"/>
          <p:cNvSpPr>
            <a:spLocks noChangeArrowheads="1"/>
          </p:cNvSpPr>
          <p:nvPr/>
        </p:nvSpPr>
        <p:spPr bwMode="auto">
          <a:xfrm>
            <a:off x="5349875" y="2332038"/>
            <a:ext cx="666750" cy="69056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78856" name="Text Box 8"/>
          <p:cNvSpPr txBox="1">
            <a:spLocks noChangeArrowheads="1"/>
          </p:cNvSpPr>
          <p:nvPr/>
        </p:nvSpPr>
        <p:spPr bwMode="auto">
          <a:xfrm>
            <a:off x="5257800" y="2438400"/>
            <a:ext cx="833438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C</a:t>
            </a:r>
            <a:endParaRPr lang="en-US" sz="2400"/>
          </a:p>
        </p:txBody>
      </p:sp>
      <p:sp>
        <p:nvSpPr>
          <p:cNvPr id="78857" name="Oval 9"/>
          <p:cNvSpPr>
            <a:spLocks noChangeArrowheads="1"/>
          </p:cNvSpPr>
          <p:nvPr/>
        </p:nvSpPr>
        <p:spPr bwMode="auto">
          <a:xfrm>
            <a:off x="685800" y="3540125"/>
            <a:ext cx="666750" cy="6921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78858" name="Text Box 10"/>
          <p:cNvSpPr txBox="1">
            <a:spLocks noChangeArrowheads="1"/>
          </p:cNvSpPr>
          <p:nvPr/>
        </p:nvSpPr>
        <p:spPr bwMode="auto">
          <a:xfrm>
            <a:off x="685800" y="3657600"/>
            <a:ext cx="833438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I</a:t>
            </a:r>
            <a:endParaRPr lang="en-US" sz="2400"/>
          </a:p>
        </p:txBody>
      </p:sp>
      <p:sp>
        <p:nvSpPr>
          <p:cNvPr id="78859" name="Oval 11"/>
          <p:cNvSpPr>
            <a:spLocks noChangeArrowheads="1"/>
          </p:cNvSpPr>
          <p:nvPr/>
        </p:nvSpPr>
        <p:spPr bwMode="auto">
          <a:xfrm>
            <a:off x="2184400" y="3540125"/>
            <a:ext cx="666750" cy="6921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78860" name="Text Box 12"/>
          <p:cNvSpPr txBox="1">
            <a:spLocks noChangeArrowheads="1"/>
          </p:cNvSpPr>
          <p:nvPr/>
        </p:nvSpPr>
        <p:spPr bwMode="auto">
          <a:xfrm>
            <a:off x="2133600" y="3657600"/>
            <a:ext cx="833438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K</a:t>
            </a:r>
            <a:endParaRPr lang="en-US" sz="2400"/>
          </a:p>
        </p:txBody>
      </p:sp>
      <p:sp>
        <p:nvSpPr>
          <p:cNvPr id="78861" name="Oval 13"/>
          <p:cNvSpPr>
            <a:spLocks noChangeArrowheads="1"/>
          </p:cNvSpPr>
          <p:nvPr/>
        </p:nvSpPr>
        <p:spPr bwMode="auto">
          <a:xfrm>
            <a:off x="3684588" y="3540125"/>
            <a:ext cx="665162" cy="6921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78862" name="Text Box 14"/>
          <p:cNvSpPr txBox="1">
            <a:spLocks noChangeArrowheads="1"/>
          </p:cNvSpPr>
          <p:nvPr/>
        </p:nvSpPr>
        <p:spPr bwMode="auto">
          <a:xfrm>
            <a:off x="3657600" y="3657600"/>
            <a:ext cx="831850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D</a:t>
            </a:r>
            <a:endParaRPr lang="en-US" sz="2400"/>
          </a:p>
        </p:txBody>
      </p:sp>
      <p:sp>
        <p:nvSpPr>
          <p:cNvPr id="78863" name="Oval 15"/>
          <p:cNvSpPr>
            <a:spLocks noChangeArrowheads="1"/>
          </p:cNvSpPr>
          <p:nvPr/>
        </p:nvSpPr>
        <p:spPr bwMode="auto">
          <a:xfrm>
            <a:off x="5183188" y="3540125"/>
            <a:ext cx="666750" cy="6921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78864" name="Text Box 16"/>
          <p:cNvSpPr txBox="1">
            <a:spLocks noChangeArrowheads="1"/>
          </p:cNvSpPr>
          <p:nvPr/>
        </p:nvSpPr>
        <p:spPr bwMode="auto">
          <a:xfrm>
            <a:off x="5105400" y="3657600"/>
            <a:ext cx="833438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E</a:t>
            </a:r>
            <a:endParaRPr lang="en-US" sz="2400"/>
          </a:p>
        </p:txBody>
      </p:sp>
      <p:sp>
        <p:nvSpPr>
          <p:cNvPr id="78865" name="Oval 17"/>
          <p:cNvSpPr>
            <a:spLocks noChangeArrowheads="1"/>
          </p:cNvSpPr>
          <p:nvPr/>
        </p:nvSpPr>
        <p:spPr bwMode="auto">
          <a:xfrm>
            <a:off x="6848475" y="3540125"/>
            <a:ext cx="666750" cy="6921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78866" name="Text Box 18"/>
          <p:cNvSpPr txBox="1">
            <a:spLocks noChangeArrowheads="1"/>
          </p:cNvSpPr>
          <p:nvPr/>
        </p:nvSpPr>
        <p:spPr bwMode="auto">
          <a:xfrm>
            <a:off x="6781800" y="3657600"/>
            <a:ext cx="833438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F</a:t>
            </a:r>
            <a:endParaRPr lang="en-US" sz="2400"/>
          </a:p>
        </p:txBody>
      </p:sp>
      <p:sp>
        <p:nvSpPr>
          <p:cNvPr id="78867" name="Oval 19"/>
          <p:cNvSpPr>
            <a:spLocks noChangeArrowheads="1"/>
          </p:cNvSpPr>
          <p:nvPr/>
        </p:nvSpPr>
        <p:spPr bwMode="auto">
          <a:xfrm>
            <a:off x="1352550" y="4749800"/>
            <a:ext cx="665163" cy="690563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78868" name="Text Box 20"/>
          <p:cNvSpPr txBox="1">
            <a:spLocks noChangeArrowheads="1"/>
          </p:cNvSpPr>
          <p:nvPr/>
        </p:nvSpPr>
        <p:spPr bwMode="auto">
          <a:xfrm>
            <a:off x="1295400" y="4876800"/>
            <a:ext cx="831850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J</a:t>
            </a:r>
            <a:endParaRPr lang="en-US" sz="2400"/>
          </a:p>
        </p:txBody>
      </p:sp>
      <p:sp>
        <p:nvSpPr>
          <p:cNvPr id="78869" name="Oval 21"/>
          <p:cNvSpPr>
            <a:spLocks noChangeArrowheads="1"/>
          </p:cNvSpPr>
          <p:nvPr/>
        </p:nvSpPr>
        <p:spPr bwMode="auto">
          <a:xfrm>
            <a:off x="4184650" y="5095875"/>
            <a:ext cx="665163" cy="690563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78870" name="Text Box 22"/>
          <p:cNvSpPr txBox="1">
            <a:spLocks noChangeArrowheads="1"/>
          </p:cNvSpPr>
          <p:nvPr/>
        </p:nvSpPr>
        <p:spPr bwMode="auto">
          <a:xfrm>
            <a:off x="4114800" y="5181600"/>
            <a:ext cx="831850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G</a:t>
            </a:r>
            <a:endParaRPr lang="en-US" sz="2400"/>
          </a:p>
        </p:txBody>
      </p:sp>
      <p:sp>
        <p:nvSpPr>
          <p:cNvPr id="78871" name="Oval 23"/>
          <p:cNvSpPr>
            <a:spLocks noChangeArrowheads="1"/>
          </p:cNvSpPr>
          <p:nvPr/>
        </p:nvSpPr>
        <p:spPr bwMode="auto">
          <a:xfrm>
            <a:off x="5683250" y="5095875"/>
            <a:ext cx="666750" cy="690563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78872" name="Text Box 24"/>
          <p:cNvSpPr txBox="1">
            <a:spLocks noChangeArrowheads="1"/>
          </p:cNvSpPr>
          <p:nvPr/>
        </p:nvSpPr>
        <p:spPr bwMode="auto">
          <a:xfrm>
            <a:off x="5638800" y="5181600"/>
            <a:ext cx="833438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H</a:t>
            </a:r>
            <a:endParaRPr lang="en-US" sz="2400"/>
          </a:p>
        </p:txBody>
      </p:sp>
      <p:sp>
        <p:nvSpPr>
          <p:cNvPr id="78873" name="Line 25"/>
          <p:cNvSpPr>
            <a:spLocks noChangeShapeType="1"/>
          </p:cNvSpPr>
          <p:nvPr/>
        </p:nvSpPr>
        <p:spPr bwMode="auto">
          <a:xfrm flipH="1">
            <a:off x="2351088" y="2159000"/>
            <a:ext cx="1166812" cy="3460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8874" name="Line 26"/>
          <p:cNvSpPr>
            <a:spLocks noChangeShapeType="1"/>
          </p:cNvSpPr>
          <p:nvPr/>
        </p:nvSpPr>
        <p:spPr bwMode="auto">
          <a:xfrm flipH="1">
            <a:off x="1352550" y="3022600"/>
            <a:ext cx="500063" cy="69056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8875" name="Line 27"/>
          <p:cNvSpPr>
            <a:spLocks noChangeShapeType="1"/>
          </p:cNvSpPr>
          <p:nvPr/>
        </p:nvSpPr>
        <p:spPr bwMode="auto">
          <a:xfrm>
            <a:off x="2184400" y="3022600"/>
            <a:ext cx="166688" cy="5175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8876" name="Line 28"/>
          <p:cNvSpPr>
            <a:spLocks noChangeShapeType="1"/>
          </p:cNvSpPr>
          <p:nvPr/>
        </p:nvSpPr>
        <p:spPr bwMode="auto">
          <a:xfrm flipH="1">
            <a:off x="1852613" y="4232275"/>
            <a:ext cx="498475" cy="5175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8877" name="Line 29"/>
          <p:cNvSpPr>
            <a:spLocks noChangeShapeType="1"/>
          </p:cNvSpPr>
          <p:nvPr/>
        </p:nvSpPr>
        <p:spPr bwMode="auto">
          <a:xfrm>
            <a:off x="4184650" y="1985963"/>
            <a:ext cx="1165225" cy="51911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8878" name="Line 30"/>
          <p:cNvSpPr>
            <a:spLocks noChangeShapeType="1"/>
          </p:cNvSpPr>
          <p:nvPr/>
        </p:nvSpPr>
        <p:spPr bwMode="auto">
          <a:xfrm flipH="1">
            <a:off x="4184650" y="2849563"/>
            <a:ext cx="1165225" cy="6905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8879" name="Line 31"/>
          <p:cNvSpPr>
            <a:spLocks noChangeShapeType="1"/>
          </p:cNvSpPr>
          <p:nvPr/>
        </p:nvSpPr>
        <p:spPr bwMode="auto">
          <a:xfrm>
            <a:off x="5683250" y="3022600"/>
            <a:ext cx="0" cy="5175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8880" name="Line 32"/>
          <p:cNvSpPr>
            <a:spLocks noChangeShapeType="1"/>
          </p:cNvSpPr>
          <p:nvPr/>
        </p:nvSpPr>
        <p:spPr bwMode="auto">
          <a:xfrm>
            <a:off x="6016625" y="2849563"/>
            <a:ext cx="998538" cy="6905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8881" name="Line 33"/>
          <p:cNvSpPr>
            <a:spLocks noChangeShapeType="1"/>
          </p:cNvSpPr>
          <p:nvPr/>
        </p:nvSpPr>
        <p:spPr bwMode="auto">
          <a:xfrm flipH="1">
            <a:off x="4683125" y="4232275"/>
            <a:ext cx="666750" cy="863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8882" name="Line 34"/>
          <p:cNvSpPr>
            <a:spLocks noChangeShapeType="1"/>
          </p:cNvSpPr>
          <p:nvPr/>
        </p:nvSpPr>
        <p:spPr bwMode="auto">
          <a:xfrm>
            <a:off x="5683250" y="4232275"/>
            <a:ext cx="333375" cy="863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8885" name="Text Box 37"/>
          <p:cNvSpPr txBox="1">
            <a:spLocks noChangeArrowheads="1"/>
          </p:cNvSpPr>
          <p:nvPr/>
        </p:nvSpPr>
        <p:spPr bwMode="auto">
          <a:xfrm>
            <a:off x="1852613" y="1295400"/>
            <a:ext cx="998537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root</a:t>
            </a:r>
            <a:endParaRPr lang="en-US" sz="2400"/>
          </a:p>
        </p:txBody>
      </p:sp>
      <p:sp>
        <p:nvSpPr>
          <p:cNvPr id="78886" name="Line 38"/>
          <p:cNvSpPr>
            <a:spLocks noChangeShapeType="1"/>
          </p:cNvSpPr>
          <p:nvPr/>
        </p:nvSpPr>
        <p:spPr bwMode="auto">
          <a:xfrm>
            <a:off x="2517775" y="1641475"/>
            <a:ext cx="1000125" cy="1714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8" name="Oval 38"/>
          <p:cNvSpPr>
            <a:spLocks noChangeArrowheads="1"/>
          </p:cNvSpPr>
          <p:nvPr/>
        </p:nvSpPr>
        <p:spPr bwMode="auto">
          <a:xfrm>
            <a:off x="2971800" y="2133600"/>
            <a:ext cx="5029200" cy="2743200"/>
          </a:xfrm>
          <a:prstGeom prst="ellipse">
            <a:avLst/>
          </a:prstGeom>
          <a:noFill/>
          <a:ln w="38100" cap="rnd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9" name="Text Box 37"/>
          <p:cNvSpPr txBox="1">
            <a:spLocks noChangeArrowheads="1"/>
          </p:cNvSpPr>
          <p:nvPr/>
        </p:nvSpPr>
        <p:spPr bwMode="auto">
          <a:xfrm>
            <a:off x="5029200" y="1367135"/>
            <a:ext cx="3505200" cy="461665"/>
          </a:xfrm>
          <a:prstGeom prst="rect">
            <a:avLst/>
          </a:prstGeom>
          <a:noFill/>
          <a:ln w="9525" algn="ctr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FF3300"/>
                </a:solidFill>
              </a:rPr>
              <a:t>C has 3 child nodes.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13F25-850E-4FCB-AAFB-D70B471B6D3C}" type="slidenum">
              <a:rPr lang="en-US"/>
              <a:pPr/>
              <a:t>10</a:t>
            </a:fld>
            <a:endParaRPr lang="en-US"/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/>
              <a:t>Example of a Binary Tree</a:t>
            </a:r>
          </a:p>
        </p:txBody>
      </p:sp>
      <p:sp>
        <p:nvSpPr>
          <p:cNvPr id="79878" name="Oval 6"/>
          <p:cNvSpPr>
            <a:spLocks noChangeArrowheads="1"/>
          </p:cNvSpPr>
          <p:nvPr/>
        </p:nvSpPr>
        <p:spPr bwMode="auto">
          <a:xfrm>
            <a:off x="4338638" y="1581150"/>
            <a:ext cx="674687" cy="722313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79879" name="Text Box 7"/>
          <p:cNvSpPr txBox="1">
            <a:spLocks noChangeArrowheads="1"/>
          </p:cNvSpPr>
          <p:nvPr/>
        </p:nvSpPr>
        <p:spPr bwMode="auto">
          <a:xfrm>
            <a:off x="4267200" y="1720850"/>
            <a:ext cx="842963" cy="72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A</a:t>
            </a:r>
            <a:endParaRPr lang="en-US" sz="2400"/>
          </a:p>
        </p:txBody>
      </p:sp>
      <p:sp>
        <p:nvSpPr>
          <p:cNvPr id="79880" name="Oval 8"/>
          <p:cNvSpPr>
            <a:spLocks noChangeArrowheads="1"/>
          </p:cNvSpPr>
          <p:nvPr/>
        </p:nvSpPr>
        <p:spPr bwMode="auto">
          <a:xfrm>
            <a:off x="2651125" y="2665413"/>
            <a:ext cx="674688" cy="72231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79881" name="Text Box 9"/>
          <p:cNvSpPr txBox="1">
            <a:spLocks noChangeArrowheads="1"/>
          </p:cNvSpPr>
          <p:nvPr/>
        </p:nvSpPr>
        <p:spPr bwMode="auto">
          <a:xfrm>
            <a:off x="2579688" y="2805113"/>
            <a:ext cx="842962" cy="72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B</a:t>
            </a:r>
            <a:endParaRPr lang="en-US" sz="2400"/>
          </a:p>
        </p:txBody>
      </p:sp>
      <p:sp>
        <p:nvSpPr>
          <p:cNvPr id="79882" name="Oval 10"/>
          <p:cNvSpPr>
            <a:spLocks noChangeArrowheads="1"/>
          </p:cNvSpPr>
          <p:nvPr/>
        </p:nvSpPr>
        <p:spPr bwMode="auto">
          <a:xfrm>
            <a:off x="6194425" y="2665413"/>
            <a:ext cx="674688" cy="72231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79883" name="Text Box 11"/>
          <p:cNvSpPr txBox="1">
            <a:spLocks noChangeArrowheads="1"/>
          </p:cNvSpPr>
          <p:nvPr/>
        </p:nvSpPr>
        <p:spPr bwMode="auto">
          <a:xfrm>
            <a:off x="6122988" y="2805113"/>
            <a:ext cx="842962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C</a:t>
            </a:r>
            <a:endParaRPr lang="en-US" sz="2400"/>
          </a:p>
        </p:txBody>
      </p:sp>
      <p:sp>
        <p:nvSpPr>
          <p:cNvPr id="79884" name="Oval 12"/>
          <p:cNvSpPr>
            <a:spLocks noChangeArrowheads="1"/>
          </p:cNvSpPr>
          <p:nvPr/>
        </p:nvSpPr>
        <p:spPr bwMode="auto">
          <a:xfrm>
            <a:off x="1638300" y="3930650"/>
            <a:ext cx="674688" cy="722313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79885" name="Text Box 13"/>
          <p:cNvSpPr txBox="1">
            <a:spLocks noChangeArrowheads="1"/>
          </p:cNvSpPr>
          <p:nvPr/>
        </p:nvSpPr>
        <p:spPr bwMode="auto">
          <a:xfrm>
            <a:off x="1566863" y="4068763"/>
            <a:ext cx="842962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I</a:t>
            </a:r>
            <a:endParaRPr lang="en-US" sz="2400"/>
          </a:p>
        </p:txBody>
      </p:sp>
      <p:sp>
        <p:nvSpPr>
          <p:cNvPr id="79886" name="Oval 14"/>
          <p:cNvSpPr>
            <a:spLocks noChangeArrowheads="1"/>
          </p:cNvSpPr>
          <p:nvPr/>
        </p:nvSpPr>
        <p:spPr bwMode="auto">
          <a:xfrm>
            <a:off x="3157538" y="3930650"/>
            <a:ext cx="674687" cy="722313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79887" name="Text Box 15"/>
          <p:cNvSpPr txBox="1">
            <a:spLocks noChangeArrowheads="1"/>
          </p:cNvSpPr>
          <p:nvPr/>
        </p:nvSpPr>
        <p:spPr bwMode="auto">
          <a:xfrm>
            <a:off x="3086100" y="4068763"/>
            <a:ext cx="8429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K</a:t>
            </a:r>
            <a:endParaRPr lang="en-US" sz="2400"/>
          </a:p>
        </p:txBody>
      </p:sp>
      <p:sp>
        <p:nvSpPr>
          <p:cNvPr id="79888" name="Oval 16"/>
          <p:cNvSpPr>
            <a:spLocks noChangeArrowheads="1"/>
          </p:cNvSpPr>
          <p:nvPr/>
        </p:nvSpPr>
        <p:spPr bwMode="auto">
          <a:xfrm>
            <a:off x="6194425" y="3930650"/>
            <a:ext cx="674688" cy="722313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79889" name="Text Box 17"/>
          <p:cNvSpPr txBox="1">
            <a:spLocks noChangeArrowheads="1"/>
          </p:cNvSpPr>
          <p:nvPr/>
        </p:nvSpPr>
        <p:spPr bwMode="auto">
          <a:xfrm>
            <a:off x="6122988" y="4068763"/>
            <a:ext cx="842962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E</a:t>
            </a:r>
            <a:endParaRPr lang="en-US" sz="2400"/>
          </a:p>
        </p:txBody>
      </p:sp>
      <p:sp>
        <p:nvSpPr>
          <p:cNvPr id="79890" name="Oval 18"/>
          <p:cNvSpPr>
            <a:spLocks noChangeArrowheads="1"/>
          </p:cNvSpPr>
          <p:nvPr/>
        </p:nvSpPr>
        <p:spPr bwMode="auto">
          <a:xfrm>
            <a:off x="2312988" y="5194300"/>
            <a:ext cx="674687" cy="7239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79891" name="Text Box 19"/>
          <p:cNvSpPr txBox="1">
            <a:spLocks noChangeArrowheads="1"/>
          </p:cNvSpPr>
          <p:nvPr/>
        </p:nvSpPr>
        <p:spPr bwMode="auto">
          <a:xfrm>
            <a:off x="2241550" y="5334000"/>
            <a:ext cx="84455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J</a:t>
            </a:r>
            <a:endParaRPr lang="en-US" sz="2400"/>
          </a:p>
        </p:txBody>
      </p:sp>
      <p:sp>
        <p:nvSpPr>
          <p:cNvPr id="79892" name="Oval 20"/>
          <p:cNvSpPr>
            <a:spLocks noChangeArrowheads="1"/>
          </p:cNvSpPr>
          <p:nvPr/>
        </p:nvSpPr>
        <p:spPr bwMode="auto">
          <a:xfrm>
            <a:off x="5181600" y="5194300"/>
            <a:ext cx="674688" cy="7239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79893" name="Text Box 21"/>
          <p:cNvSpPr txBox="1">
            <a:spLocks noChangeArrowheads="1"/>
          </p:cNvSpPr>
          <p:nvPr/>
        </p:nvSpPr>
        <p:spPr bwMode="auto">
          <a:xfrm>
            <a:off x="5110163" y="5334000"/>
            <a:ext cx="842962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G</a:t>
            </a:r>
            <a:endParaRPr lang="en-US" sz="2400"/>
          </a:p>
        </p:txBody>
      </p:sp>
      <p:sp>
        <p:nvSpPr>
          <p:cNvPr id="79894" name="Oval 22"/>
          <p:cNvSpPr>
            <a:spLocks noChangeArrowheads="1"/>
          </p:cNvSpPr>
          <p:nvPr/>
        </p:nvSpPr>
        <p:spPr bwMode="auto">
          <a:xfrm>
            <a:off x="6700838" y="5194300"/>
            <a:ext cx="674687" cy="7239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79895" name="Text Box 23"/>
          <p:cNvSpPr txBox="1">
            <a:spLocks noChangeArrowheads="1"/>
          </p:cNvSpPr>
          <p:nvPr/>
        </p:nvSpPr>
        <p:spPr bwMode="auto">
          <a:xfrm>
            <a:off x="6629400" y="5334000"/>
            <a:ext cx="8429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H</a:t>
            </a:r>
            <a:endParaRPr lang="en-US" sz="2400"/>
          </a:p>
        </p:txBody>
      </p:sp>
      <p:sp>
        <p:nvSpPr>
          <p:cNvPr id="79896" name="Line 24"/>
          <p:cNvSpPr>
            <a:spLocks noChangeShapeType="1"/>
          </p:cNvSpPr>
          <p:nvPr/>
        </p:nvSpPr>
        <p:spPr bwMode="auto">
          <a:xfrm flipH="1">
            <a:off x="2312988" y="3387725"/>
            <a:ext cx="506412" cy="72231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9897" name="Line 25"/>
          <p:cNvSpPr>
            <a:spLocks noChangeShapeType="1"/>
          </p:cNvSpPr>
          <p:nvPr/>
        </p:nvSpPr>
        <p:spPr bwMode="auto">
          <a:xfrm>
            <a:off x="3157538" y="3387725"/>
            <a:ext cx="168275" cy="5429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9898" name="Line 26"/>
          <p:cNvSpPr>
            <a:spLocks noChangeShapeType="1"/>
          </p:cNvSpPr>
          <p:nvPr/>
        </p:nvSpPr>
        <p:spPr bwMode="auto">
          <a:xfrm flipH="1">
            <a:off x="2819400" y="4652963"/>
            <a:ext cx="506413" cy="54133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9899" name="Text Box 27"/>
          <p:cNvSpPr txBox="1">
            <a:spLocks noChangeArrowheads="1"/>
          </p:cNvSpPr>
          <p:nvPr/>
        </p:nvSpPr>
        <p:spPr bwMode="auto">
          <a:xfrm>
            <a:off x="2651125" y="1219200"/>
            <a:ext cx="1011238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root</a:t>
            </a:r>
            <a:endParaRPr lang="en-US" sz="2400"/>
          </a:p>
        </p:txBody>
      </p:sp>
      <p:sp>
        <p:nvSpPr>
          <p:cNvPr id="79900" name="Line 28"/>
          <p:cNvSpPr>
            <a:spLocks noChangeShapeType="1"/>
          </p:cNvSpPr>
          <p:nvPr/>
        </p:nvSpPr>
        <p:spPr bwMode="auto">
          <a:xfrm>
            <a:off x="3325813" y="1581150"/>
            <a:ext cx="1012825" cy="1809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9902" name="Line 30"/>
          <p:cNvSpPr>
            <a:spLocks noChangeShapeType="1"/>
          </p:cNvSpPr>
          <p:nvPr/>
        </p:nvSpPr>
        <p:spPr bwMode="auto">
          <a:xfrm flipH="1">
            <a:off x="3157538" y="2122488"/>
            <a:ext cx="1181100" cy="5429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9903" name="Line 31"/>
          <p:cNvSpPr>
            <a:spLocks noChangeShapeType="1"/>
          </p:cNvSpPr>
          <p:nvPr/>
        </p:nvSpPr>
        <p:spPr bwMode="auto">
          <a:xfrm>
            <a:off x="6700838" y="4652963"/>
            <a:ext cx="168275" cy="54133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9904" name="Line 32"/>
          <p:cNvSpPr>
            <a:spLocks noChangeShapeType="1"/>
          </p:cNvSpPr>
          <p:nvPr/>
        </p:nvSpPr>
        <p:spPr bwMode="auto">
          <a:xfrm flipH="1">
            <a:off x="5688013" y="4471988"/>
            <a:ext cx="506412" cy="72231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9905" name="Line 33"/>
          <p:cNvSpPr>
            <a:spLocks noChangeShapeType="1"/>
          </p:cNvSpPr>
          <p:nvPr/>
        </p:nvSpPr>
        <p:spPr bwMode="auto">
          <a:xfrm>
            <a:off x="5013325" y="2122488"/>
            <a:ext cx="1349375" cy="5429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9906" name="Line 34"/>
          <p:cNvSpPr>
            <a:spLocks noChangeShapeType="1"/>
          </p:cNvSpPr>
          <p:nvPr/>
        </p:nvSpPr>
        <p:spPr bwMode="auto">
          <a:xfrm>
            <a:off x="6530975" y="3387725"/>
            <a:ext cx="0" cy="5429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495D-63A5-4A6F-8A92-407A2952EBF0}" type="slidenum">
              <a:rPr lang="en-US"/>
              <a:pPr/>
              <a:t>11</a:t>
            </a:fld>
            <a:endParaRPr lang="en-US"/>
          </a:p>
        </p:txBody>
      </p:sp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792163"/>
          </a:xfrm>
        </p:spPr>
        <p:txBody>
          <a:bodyPr/>
          <a:lstStyle/>
          <a:p>
            <a:r>
              <a:rPr lang="en-US"/>
              <a:t>Levels</a:t>
            </a:r>
          </a:p>
        </p:txBody>
      </p:sp>
      <p:sp>
        <p:nvSpPr>
          <p:cNvPr id="81926" name="Oval 6"/>
          <p:cNvSpPr>
            <a:spLocks noChangeArrowheads="1"/>
          </p:cNvSpPr>
          <p:nvPr/>
        </p:nvSpPr>
        <p:spPr bwMode="auto">
          <a:xfrm>
            <a:off x="5461000" y="1065213"/>
            <a:ext cx="660400" cy="6572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1927" name="Text Box 7"/>
          <p:cNvSpPr txBox="1">
            <a:spLocks noChangeArrowheads="1"/>
          </p:cNvSpPr>
          <p:nvPr/>
        </p:nvSpPr>
        <p:spPr bwMode="auto">
          <a:xfrm>
            <a:off x="5422900" y="1176338"/>
            <a:ext cx="825500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A</a:t>
            </a:r>
            <a:endParaRPr lang="en-US" sz="2400"/>
          </a:p>
        </p:txBody>
      </p:sp>
      <p:sp>
        <p:nvSpPr>
          <p:cNvPr id="81928" name="Oval 8"/>
          <p:cNvSpPr>
            <a:spLocks noChangeArrowheads="1"/>
          </p:cNvSpPr>
          <p:nvPr/>
        </p:nvSpPr>
        <p:spPr bwMode="auto">
          <a:xfrm>
            <a:off x="3810000" y="2049463"/>
            <a:ext cx="660400" cy="6572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1929" name="Text Box 9"/>
          <p:cNvSpPr txBox="1">
            <a:spLocks noChangeArrowheads="1"/>
          </p:cNvSpPr>
          <p:nvPr/>
        </p:nvSpPr>
        <p:spPr bwMode="auto">
          <a:xfrm>
            <a:off x="3771900" y="2163763"/>
            <a:ext cx="825500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B</a:t>
            </a:r>
            <a:endParaRPr lang="en-US" sz="2400"/>
          </a:p>
        </p:txBody>
      </p:sp>
      <p:sp>
        <p:nvSpPr>
          <p:cNvPr id="81930" name="Oval 10"/>
          <p:cNvSpPr>
            <a:spLocks noChangeArrowheads="1"/>
          </p:cNvSpPr>
          <p:nvPr/>
        </p:nvSpPr>
        <p:spPr bwMode="auto">
          <a:xfrm>
            <a:off x="7277100" y="2049463"/>
            <a:ext cx="660400" cy="6572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1931" name="Text Box 11"/>
          <p:cNvSpPr txBox="1">
            <a:spLocks noChangeArrowheads="1"/>
          </p:cNvSpPr>
          <p:nvPr/>
        </p:nvSpPr>
        <p:spPr bwMode="auto">
          <a:xfrm>
            <a:off x="7239000" y="2163763"/>
            <a:ext cx="825500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C</a:t>
            </a:r>
            <a:endParaRPr lang="en-US" sz="2400"/>
          </a:p>
        </p:txBody>
      </p:sp>
      <p:sp>
        <p:nvSpPr>
          <p:cNvPr id="81932" name="Oval 12"/>
          <p:cNvSpPr>
            <a:spLocks noChangeArrowheads="1"/>
          </p:cNvSpPr>
          <p:nvPr/>
        </p:nvSpPr>
        <p:spPr bwMode="auto">
          <a:xfrm>
            <a:off x="2819400" y="3198813"/>
            <a:ext cx="660400" cy="65563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1933" name="Text Box 13"/>
          <p:cNvSpPr txBox="1">
            <a:spLocks noChangeArrowheads="1"/>
          </p:cNvSpPr>
          <p:nvPr/>
        </p:nvSpPr>
        <p:spPr bwMode="auto">
          <a:xfrm>
            <a:off x="2781300" y="3311525"/>
            <a:ext cx="825500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I</a:t>
            </a:r>
            <a:endParaRPr lang="en-US" sz="2400"/>
          </a:p>
        </p:txBody>
      </p:sp>
      <p:sp>
        <p:nvSpPr>
          <p:cNvPr id="81934" name="Oval 14"/>
          <p:cNvSpPr>
            <a:spLocks noChangeArrowheads="1"/>
          </p:cNvSpPr>
          <p:nvPr/>
        </p:nvSpPr>
        <p:spPr bwMode="auto">
          <a:xfrm>
            <a:off x="4305300" y="3198813"/>
            <a:ext cx="660400" cy="65563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1935" name="Text Box 15"/>
          <p:cNvSpPr txBox="1">
            <a:spLocks noChangeArrowheads="1"/>
          </p:cNvSpPr>
          <p:nvPr/>
        </p:nvSpPr>
        <p:spPr bwMode="auto">
          <a:xfrm>
            <a:off x="4267200" y="3311525"/>
            <a:ext cx="825500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K</a:t>
            </a:r>
            <a:endParaRPr lang="en-US" sz="2400"/>
          </a:p>
        </p:txBody>
      </p:sp>
      <p:sp>
        <p:nvSpPr>
          <p:cNvPr id="81936" name="Oval 16"/>
          <p:cNvSpPr>
            <a:spLocks noChangeArrowheads="1"/>
          </p:cNvSpPr>
          <p:nvPr/>
        </p:nvSpPr>
        <p:spPr bwMode="auto">
          <a:xfrm>
            <a:off x="7277100" y="3198813"/>
            <a:ext cx="660400" cy="65563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1937" name="Text Box 17"/>
          <p:cNvSpPr txBox="1">
            <a:spLocks noChangeArrowheads="1"/>
          </p:cNvSpPr>
          <p:nvPr/>
        </p:nvSpPr>
        <p:spPr bwMode="auto">
          <a:xfrm>
            <a:off x="7239000" y="3311525"/>
            <a:ext cx="825500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E</a:t>
            </a:r>
            <a:endParaRPr lang="en-US" sz="2400"/>
          </a:p>
        </p:txBody>
      </p:sp>
      <p:sp>
        <p:nvSpPr>
          <p:cNvPr id="81938" name="Oval 18"/>
          <p:cNvSpPr>
            <a:spLocks noChangeArrowheads="1"/>
          </p:cNvSpPr>
          <p:nvPr/>
        </p:nvSpPr>
        <p:spPr bwMode="auto">
          <a:xfrm>
            <a:off x="3479800" y="4346575"/>
            <a:ext cx="660400" cy="6572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1939" name="Text Box 19"/>
          <p:cNvSpPr txBox="1">
            <a:spLocks noChangeArrowheads="1"/>
          </p:cNvSpPr>
          <p:nvPr/>
        </p:nvSpPr>
        <p:spPr bwMode="auto">
          <a:xfrm>
            <a:off x="3441700" y="4610100"/>
            <a:ext cx="825500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J</a:t>
            </a:r>
            <a:endParaRPr lang="en-US" sz="2400"/>
          </a:p>
        </p:txBody>
      </p:sp>
      <p:sp>
        <p:nvSpPr>
          <p:cNvPr id="81940" name="Oval 20"/>
          <p:cNvSpPr>
            <a:spLocks noChangeArrowheads="1"/>
          </p:cNvSpPr>
          <p:nvPr/>
        </p:nvSpPr>
        <p:spPr bwMode="auto">
          <a:xfrm>
            <a:off x="6286500" y="4346575"/>
            <a:ext cx="660400" cy="6572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1941" name="Text Box 21"/>
          <p:cNvSpPr txBox="1">
            <a:spLocks noChangeArrowheads="1"/>
          </p:cNvSpPr>
          <p:nvPr/>
        </p:nvSpPr>
        <p:spPr bwMode="auto">
          <a:xfrm>
            <a:off x="6248400" y="4610100"/>
            <a:ext cx="82550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G</a:t>
            </a:r>
            <a:endParaRPr lang="en-US" sz="2400"/>
          </a:p>
        </p:txBody>
      </p:sp>
      <p:sp>
        <p:nvSpPr>
          <p:cNvPr id="81942" name="Oval 22"/>
          <p:cNvSpPr>
            <a:spLocks noChangeArrowheads="1"/>
          </p:cNvSpPr>
          <p:nvPr/>
        </p:nvSpPr>
        <p:spPr bwMode="auto">
          <a:xfrm>
            <a:off x="7772400" y="4346575"/>
            <a:ext cx="660400" cy="6572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1943" name="Text Box 23"/>
          <p:cNvSpPr txBox="1">
            <a:spLocks noChangeArrowheads="1"/>
          </p:cNvSpPr>
          <p:nvPr/>
        </p:nvSpPr>
        <p:spPr bwMode="auto">
          <a:xfrm>
            <a:off x="7734300" y="4610100"/>
            <a:ext cx="82550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H</a:t>
            </a:r>
            <a:endParaRPr lang="en-US" sz="2400"/>
          </a:p>
        </p:txBody>
      </p:sp>
      <p:sp>
        <p:nvSpPr>
          <p:cNvPr id="81944" name="Line 24"/>
          <p:cNvSpPr>
            <a:spLocks noChangeShapeType="1"/>
          </p:cNvSpPr>
          <p:nvPr/>
        </p:nvSpPr>
        <p:spPr bwMode="auto">
          <a:xfrm flipH="1">
            <a:off x="3479800" y="2706688"/>
            <a:ext cx="495300" cy="65563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1945" name="Line 25"/>
          <p:cNvSpPr>
            <a:spLocks noChangeShapeType="1"/>
          </p:cNvSpPr>
          <p:nvPr/>
        </p:nvSpPr>
        <p:spPr bwMode="auto">
          <a:xfrm>
            <a:off x="4305300" y="2706688"/>
            <a:ext cx="165100" cy="4921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1946" name="Line 26"/>
          <p:cNvSpPr>
            <a:spLocks noChangeShapeType="1"/>
          </p:cNvSpPr>
          <p:nvPr/>
        </p:nvSpPr>
        <p:spPr bwMode="auto">
          <a:xfrm flipH="1">
            <a:off x="3975100" y="3854450"/>
            <a:ext cx="495300" cy="4921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1947" name="Text Box 27"/>
          <p:cNvSpPr txBox="1">
            <a:spLocks noChangeArrowheads="1"/>
          </p:cNvSpPr>
          <p:nvPr/>
        </p:nvSpPr>
        <p:spPr bwMode="auto">
          <a:xfrm>
            <a:off x="3771900" y="879475"/>
            <a:ext cx="9906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root</a:t>
            </a:r>
            <a:endParaRPr lang="en-US" sz="2400"/>
          </a:p>
        </p:txBody>
      </p:sp>
      <p:sp>
        <p:nvSpPr>
          <p:cNvPr id="81948" name="Line 28"/>
          <p:cNvSpPr>
            <a:spLocks noChangeShapeType="1"/>
          </p:cNvSpPr>
          <p:nvPr/>
        </p:nvSpPr>
        <p:spPr bwMode="auto">
          <a:xfrm>
            <a:off x="4572000" y="1143000"/>
            <a:ext cx="889000" cy="8413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1950" name="Line 30"/>
          <p:cNvSpPr>
            <a:spLocks noChangeShapeType="1"/>
          </p:cNvSpPr>
          <p:nvPr/>
        </p:nvSpPr>
        <p:spPr bwMode="auto">
          <a:xfrm flipH="1">
            <a:off x="4305300" y="1557338"/>
            <a:ext cx="1155700" cy="4921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1951" name="Line 31"/>
          <p:cNvSpPr>
            <a:spLocks noChangeShapeType="1"/>
          </p:cNvSpPr>
          <p:nvPr/>
        </p:nvSpPr>
        <p:spPr bwMode="auto">
          <a:xfrm>
            <a:off x="7772400" y="3854450"/>
            <a:ext cx="165100" cy="4921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1952" name="Line 32"/>
          <p:cNvSpPr>
            <a:spLocks noChangeShapeType="1"/>
          </p:cNvSpPr>
          <p:nvPr/>
        </p:nvSpPr>
        <p:spPr bwMode="auto">
          <a:xfrm flipH="1">
            <a:off x="6781800" y="3690938"/>
            <a:ext cx="495300" cy="65563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1953" name="Line 33"/>
          <p:cNvSpPr>
            <a:spLocks noChangeShapeType="1"/>
          </p:cNvSpPr>
          <p:nvPr/>
        </p:nvSpPr>
        <p:spPr bwMode="auto">
          <a:xfrm>
            <a:off x="6121400" y="1557338"/>
            <a:ext cx="1320800" cy="4921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1954" name="Line 34"/>
          <p:cNvSpPr>
            <a:spLocks noChangeShapeType="1"/>
          </p:cNvSpPr>
          <p:nvPr/>
        </p:nvSpPr>
        <p:spPr bwMode="auto">
          <a:xfrm>
            <a:off x="7607300" y="2706688"/>
            <a:ext cx="0" cy="4921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1955" name="Line 35"/>
          <p:cNvSpPr>
            <a:spLocks noChangeShapeType="1"/>
          </p:cNvSpPr>
          <p:nvPr/>
        </p:nvSpPr>
        <p:spPr bwMode="auto">
          <a:xfrm>
            <a:off x="1003300" y="1885950"/>
            <a:ext cx="7429500" cy="1588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1956" name="Line 36"/>
          <p:cNvSpPr>
            <a:spLocks noChangeShapeType="1"/>
          </p:cNvSpPr>
          <p:nvPr/>
        </p:nvSpPr>
        <p:spPr bwMode="auto">
          <a:xfrm>
            <a:off x="1003300" y="2870200"/>
            <a:ext cx="7429500" cy="1588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1957" name="Line 37"/>
          <p:cNvSpPr>
            <a:spLocks noChangeShapeType="1"/>
          </p:cNvSpPr>
          <p:nvPr/>
        </p:nvSpPr>
        <p:spPr bwMode="auto">
          <a:xfrm>
            <a:off x="1003300" y="4019550"/>
            <a:ext cx="7429500" cy="1588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1958" name="Text Box 38"/>
          <p:cNvSpPr txBox="1">
            <a:spLocks noChangeArrowheads="1"/>
          </p:cNvSpPr>
          <p:nvPr/>
        </p:nvSpPr>
        <p:spPr bwMode="auto">
          <a:xfrm>
            <a:off x="1295400" y="1177925"/>
            <a:ext cx="165100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>
                <a:solidFill>
                  <a:srgbClr val="FF0000"/>
                </a:solidFill>
              </a:rPr>
              <a:t>level 0</a:t>
            </a:r>
            <a:endParaRPr lang="en-US" sz="2400"/>
          </a:p>
        </p:txBody>
      </p:sp>
      <p:sp>
        <p:nvSpPr>
          <p:cNvPr id="81959" name="Text Box 39"/>
          <p:cNvSpPr txBox="1">
            <a:spLocks noChangeArrowheads="1"/>
          </p:cNvSpPr>
          <p:nvPr/>
        </p:nvSpPr>
        <p:spPr bwMode="auto">
          <a:xfrm>
            <a:off x="1295400" y="2163763"/>
            <a:ext cx="12954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>
                <a:solidFill>
                  <a:srgbClr val="FF0000"/>
                </a:solidFill>
              </a:rPr>
              <a:t>level 1</a:t>
            </a:r>
            <a:endParaRPr lang="en-US" sz="2400"/>
          </a:p>
        </p:txBody>
      </p:sp>
      <p:sp>
        <p:nvSpPr>
          <p:cNvPr id="81960" name="Text Box 40"/>
          <p:cNvSpPr txBox="1">
            <a:spLocks noChangeArrowheads="1"/>
          </p:cNvSpPr>
          <p:nvPr/>
        </p:nvSpPr>
        <p:spPr bwMode="auto">
          <a:xfrm>
            <a:off x="1295400" y="3148013"/>
            <a:ext cx="1155700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>
                <a:solidFill>
                  <a:srgbClr val="FF0000"/>
                </a:solidFill>
              </a:rPr>
              <a:t>level 2</a:t>
            </a:r>
            <a:endParaRPr lang="en-US" sz="2400"/>
          </a:p>
        </p:txBody>
      </p:sp>
      <p:sp>
        <p:nvSpPr>
          <p:cNvPr id="81961" name="Text Box 41"/>
          <p:cNvSpPr txBox="1">
            <a:spLocks noChangeArrowheads="1"/>
          </p:cNvSpPr>
          <p:nvPr/>
        </p:nvSpPr>
        <p:spPr bwMode="auto">
          <a:xfrm>
            <a:off x="1295400" y="4295775"/>
            <a:ext cx="115570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>
                <a:solidFill>
                  <a:srgbClr val="FF0000"/>
                </a:solidFill>
              </a:rPr>
              <a:t>level 3</a:t>
            </a:r>
            <a:endParaRPr lang="en-US" sz="2400"/>
          </a:p>
        </p:txBody>
      </p:sp>
      <p:sp>
        <p:nvSpPr>
          <p:cNvPr id="81966" name="Text Box 46"/>
          <p:cNvSpPr txBox="1">
            <a:spLocks noChangeArrowheads="1"/>
          </p:cNvSpPr>
          <p:nvPr/>
        </p:nvSpPr>
        <p:spPr bwMode="auto">
          <a:xfrm>
            <a:off x="304800" y="5105400"/>
            <a:ext cx="8534400" cy="831850"/>
          </a:xfrm>
          <a:prstGeom prst="rect">
            <a:avLst/>
          </a:prstGeom>
          <a:noFill/>
          <a:ln w="9525" algn="ctr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>
                <a:solidFill>
                  <a:srgbClr val="FF3300"/>
                </a:solidFill>
              </a:rPr>
              <a:t>The </a:t>
            </a:r>
            <a:r>
              <a:rPr lang="en-US" sz="2400" b="1" i="1">
                <a:solidFill>
                  <a:srgbClr val="0000FF"/>
                </a:solidFill>
              </a:rPr>
              <a:t>level</a:t>
            </a:r>
            <a:r>
              <a:rPr lang="en-US" sz="2400" b="1">
                <a:solidFill>
                  <a:srgbClr val="0000FF"/>
                </a:solidFill>
              </a:rPr>
              <a:t> </a:t>
            </a:r>
            <a:r>
              <a:rPr lang="en-US" sz="2400" b="1">
                <a:solidFill>
                  <a:srgbClr val="FF3300"/>
                </a:solidFill>
              </a:rPr>
              <a:t>of a node is the number of edges in the path from the root node to this node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09BA-A905-4945-AC63-BE830659DA6A}" type="slidenum">
              <a:rPr lang="en-US"/>
              <a:pPr/>
              <a:t>12</a:t>
            </a:fld>
            <a:endParaRPr lang="en-US"/>
          </a:p>
        </p:txBody>
      </p:sp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715963"/>
          </a:xfrm>
        </p:spPr>
        <p:txBody>
          <a:bodyPr/>
          <a:lstStyle/>
          <a:p>
            <a:r>
              <a:rPr lang="en-US" sz="4000"/>
              <a:t>Full Binary Tree</a:t>
            </a:r>
          </a:p>
        </p:txBody>
      </p:sp>
      <p:sp>
        <p:nvSpPr>
          <p:cNvPr id="82950" name="Oval 6"/>
          <p:cNvSpPr>
            <a:spLocks noChangeArrowheads="1"/>
          </p:cNvSpPr>
          <p:nvPr/>
        </p:nvSpPr>
        <p:spPr bwMode="auto">
          <a:xfrm>
            <a:off x="2120900" y="1600200"/>
            <a:ext cx="725488" cy="747713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2951" name="Text Box 7"/>
          <p:cNvSpPr txBox="1">
            <a:spLocks noChangeArrowheads="1"/>
          </p:cNvSpPr>
          <p:nvPr/>
        </p:nvSpPr>
        <p:spPr bwMode="auto">
          <a:xfrm>
            <a:off x="2114550" y="1774825"/>
            <a:ext cx="90805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B</a:t>
            </a:r>
            <a:endParaRPr lang="en-US" sz="2400"/>
          </a:p>
        </p:txBody>
      </p:sp>
      <p:sp>
        <p:nvSpPr>
          <p:cNvPr id="82952" name="Oval 8"/>
          <p:cNvSpPr>
            <a:spLocks noChangeArrowheads="1"/>
          </p:cNvSpPr>
          <p:nvPr/>
        </p:nvSpPr>
        <p:spPr bwMode="auto">
          <a:xfrm>
            <a:off x="1031875" y="2903538"/>
            <a:ext cx="725488" cy="75088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2953" name="Text Box 9"/>
          <p:cNvSpPr txBox="1">
            <a:spLocks noChangeArrowheads="1"/>
          </p:cNvSpPr>
          <p:nvPr/>
        </p:nvSpPr>
        <p:spPr bwMode="auto">
          <a:xfrm>
            <a:off x="1025525" y="3078163"/>
            <a:ext cx="906463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D</a:t>
            </a:r>
            <a:endParaRPr lang="en-US" sz="2400"/>
          </a:p>
        </p:txBody>
      </p:sp>
      <p:sp>
        <p:nvSpPr>
          <p:cNvPr id="82954" name="Oval 10"/>
          <p:cNvSpPr>
            <a:spLocks noChangeArrowheads="1"/>
          </p:cNvSpPr>
          <p:nvPr/>
        </p:nvSpPr>
        <p:spPr bwMode="auto">
          <a:xfrm>
            <a:off x="304800" y="4211638"/>
            <a:ext cx="727075" cy="74453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2955" name="Text Box 11"/>
          <p:cNvSpPr txBox="1">
            <a:spLocks noChangeArrowheads="1"/>
          </p:cNvSpPr>
          <p:nvPr/>
        </p:nvSpPr>
        <p:spPr bwMode="auto">
          <a:xfrm>
            <a:off x="298450" y="4383088"/>
            <a:ext cx="90805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H</a:t>
            </a:r>
            <a:endParaRPr lang="en-US" sz="2400"/>
          </a:p>
        </p:txBody>
      </p:sp>
      <p:sp>
        <p:nvSpPr>
          <p:cNvPr id="82956" name="Text Box 12"/>
          <p:cNvSpPr txBox="1">
            <a:spLocks noChangeArrowheads="1"/>
          </p:cNvSpPr>
          <p:nvPr/>
        </p:nvSpPr>
        <p:spPr bwMode="auto">
          <a:xfrm>
            <a:off x="1931988" y="965200"/>
            <a:ext cx="1090612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root</a:t>
            </a:r>
            <a:endParaRPr lang="en-US" sz="2400"/>
          </a:p>
        </p:txBody>
      </p:sp>
      <p:sp>
        <p:nvSpPr>
          <p:cNvPr id="82958" name="Oval 14"/>
          <p:cNvSpPr>
            <a:spLocks noChangeArrowheads="1"/>
          </p:cNvSpPr>
          <p:nvPr/>
        </p:nvSpPr>
        <p:spPr bwMode="auto">
          <a:xfrm>
            <a:off x="1393825" y="4208463"/>
            <a:ext cx="727075" cy="7461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2959" name="Text Box 15"/>
          <p:cNvSpPr txBox="1">
            <a:spLocks noChangeArrowheads="1"/>
          </p:cNvSpPr>
          <p:nvPr/>
        </p:nvSpPr>
        <p:spPr bwMode="auto">
          <a:xfrm>
            <a:off x="1387475" y="4383088"/>
            <a:ext cx="90805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I</a:t>
            </a:r>
            <a:endParaRPr lang="en-US" sz="2400"/>
          </a:p>
        </p:txBody>
      </p:sp>
      <p:sp>
        <p:nvSpPr>
          <p:cNvPr id="82960" name="Line 16"/>
          <p:cNvSpPr>
            <a:spLocks noChangeShapeType="1"/>
          </p:cNvSpPr>
          <p:nvPr/>
        </p:nvSpPr>
        <p:spPr bwMode="auto">
          <a:xfrm flipH="1">
            <a:off x="849313" y="3651250"/>
            <a:ext cx="363537" cy="5603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2961" name="Line 17"/>
          <p:cNvSpPr>
            <a:spLocks noChangeShapeType="1"/>
          </p:cNvSpPr>
          <p:nvPr/>
        </p:nvSpPr>
        <p:spPr bwMode="auto">
          <a:xfrm>
            <a:off x="1393825" y="3651250"/>
            <a:ext cx="363538" cy="5603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2962" name="Oval 18"/>
          <p:cNvSpPr>
            <a:spLocks noChangeArrowheads="1"/>
          </p:cNvSpPr>
          <p:nvPr/>
        </p:nvSpPr>
        <p:spPr bwMode="auto">
          <a:xfrm>
            <a:off x="4298950" y="869950"/>
            <a:ext cx="727075" cy="747713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2963" name="Text Box 19"/>
          <p:cNvSpPr txBox="1">
            <a:spLocks noChangeArrowheads="1"/>
          </p:cNvSpPr>
          <p:nvPr/>
        </p:nvSpPr>
        <p:spPr bwMode="auto">
          <a:xfrm>
            <a:off x="4292600" y="1044575"/>
            <a:ext cx="90805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A</a:t>
            </a:r>
            <a:endParaRPr lang="en-US" sz="2400"/>
          </a:p>
        </p:txBody>
      </p:sp>
      <p:sp>
        <p:nvSpPr>
          <p:cNvPr id="82964" name="Line 20"/>
          <p:cNvSpPr>
            <a:spLocks noChangeShapeType="1"/>
          </p:cNvSpPr>
          <p:nvPr/>
        </p:nvSpPr>
        <p:spPr bwMode="auto">
          <a:xfrm>
            <a:off x="2743200" y="1219200"/>
            <a:ext cx="1555750" cy="2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2965" name="Oval 21"/>
          <p:cNvSpPr>
            <a:spLocks noChangeArrowheads="1"/>
          </p:cNvSpPr>
          <p:nvPr/>
        </p:nvSpPr>
        <p:spPr bwMode="auto">
          <a:xfrm>
            <a:off x="3209925" y="2903538"/>
            <a:ext cx="727075" cy="74771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2966" name="Text Box 22"/>
          <p:cNvSpPr txBox="1">
            <a:spLocks noChangeArrowheads="1"/>
          </p:cNvSpPr>
          <p:nvPr/>
        </p:nvSpPr>
        <p:spPr bwMode="auto">
          <a:xfrm>
            <a:off x="3203575" y="3078163"/>
            <a:ext cx="908050" cy="74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E</a:t>
            </a:r>
            <a:endParaRPr lang="en-US" sz="2400"/>
          </a:p>
        </p:txBody>
      </p:sp>
      <p:sp>
        <p:nvSpPr>
          <p:cNvPr id="82967" name="Oval 23"/>
          <p:cNvSpPr>
            <a:spLocks noChangeArrowheads="1"/>
          </p:cNvSpPr>
          <p:nvPr/>
        </p:nvSpPr>
        <p:spPr bwMode="auto">
          <a:xfrm>
            <a:off x="2484438" y="4208463"/>
            <a:ext cx="725487" cy="7461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2968" name="Text Box 24"/>
          <p:cNvSpPr txBox="1">
            <a:spLocks noChangeArrowheads="1"/>
          </p:cNvSpPr>
          <p:nvPr/>
        </p:nvSpPr>
        <p:spPr bwMode="auto">
          <a:xfrm>
            <a:off x="2478088" y="4379913"/>
            <a:ext cx="90805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J</a:t>
            </a:r>
            <a:endParaRPr lang="en-US" sz="2400"/>
          </a:p>
        </p:txBody>
      </p:sp>
      <p:sp>
        <p:nvSpPr>
          <p:cNvPr id="82969" name="Oval 25"/>
          <p:cNvSpPr>
            <a:spLocks noChangeArrowheads="1"/>
          </p:cNvSpPr>
          <p:nvPr/>
        </p:nvSpPr>
        <p:spPr bwMode="auto">
          <a:xfrm>
            <a:off x="3573463" y="4205288"/>
            <a:ext cx="725487" cy="7461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2970" name="Text Box 26"/>
          <p:cNvSpPr txBox="1">
            <a:spLocks noChangeArrowheads="1"/>
          </p:cNvSpPr>
          <p:nvPr/>
        </p:nvSpPr>
        <p:spPr bwMode="auto">
          <a:xfrm>
            <a:off x="3567113" y="4379913"/>
            <a:ext cx="908050" cy="74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K</a:t>
            </a:r>
            <a:endParaRPr lang="en-US" sz="2400"/>
          </a:p>
        </p:txBody>
      </p:sp>
      <p:sp>
        <p:nvSpPr>
          <p:cNvPr id="82971" name="Line 27"/>
          <p:cNvSpPr>
            <a:spLocks noChangeShapeType="1"/>
          </p:cNvSpPr>
          <p:nvPr/>
        </p:nvSpPr>
        <p:spPr bwMode="auto">
          <a:xfrm flipH="1">
            <a:off x="3028950" y="3651250"/>
            <a:ext cx="363538" cy="55721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2972" name="Line 28"/>
          <p:cNvSpPr>
            <a:spLocks noChangeShapeType="1"/>
          </p:cNvSpPr>
          <p:nvPr/>
        </p:nvSpPr>
        <p:spPr bwMode="auto">
          <a:xfrm>
            <a:off x="3573463" y="3714750"/>
            <a:ext cx="363537" cy="49371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2973" name="Line 29"/>
          <p:cNvSpPr>
            <a:spLocks noChangeShapeType="1"/>
          </p:cNvSpPr>
          <p:nvPr/>
        </p:nvSpPr>
        <p:spPr bwMode="auto">
          <a:xfrm flipH="1">
            <a:off x="1576388" y="2347913"/>
            <a:ext cx="725487" cy="558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2974" name="Line 30"/>
          <p:cNvSpPr>
            <a:spLocks noChangeShapeType="1"/>
          </p:cNvSpPr>
          <p:nvPr/>
        </p:nvSpPr>
        <p:spPr bwMode="auto">
          <a:xfrm>
            <a:off x="2665413" y="2347913"/>
            <a:ext cx="727075" cy="558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2975" name="Oval 31"/>
          <p:cNvSpPr>
            <a:spLocks noChangeArrowheads="1"/>
          </p:cNvSpPr>
          <p:nvPr/>
        </p:nvSpPr>
        <p:spPr bwMode="auto">
          <a:xfrm>
            <a:off x="6478588" y="1600200"/>
            <a:ext cx="727075" cy="747713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2976" name="Text Box 32"/>
          <p:cNvSpPr txBox="1">
            <a:spLocks noChangeArrowheads="1"/>
          </p:cNvSpPr>
          <p:nvPr/>
        </p:nvSpPr>
        <p:spPr bwMode="auto">
          <a:xfrm>
            <a:off x="6472238" y="1774825"/>
            <a:ext cx="90805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C</a:t>
            </a:r>
            <a:endParaRPr lang="en-US" sz="2400"/>
          </a:p>
        </p:txBody>
      </p:sp>
      <p:sp>
        <p:nvSpPr>
          <p:cNvPr id="82977" name="Oval 33"/>
          <p:cNvSpPr>
            <a:spLocks noChangeArrowheads="1"/>
          </p:cNvSpPr>
          <p:nvPr/>
        </p:nvSpPr>
        <p:spPr bwMode="auto">
          <a:xfrm>
            <a:off x="5389563" y="2903538"/>
            <a:ext cx="725487" cy="75088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2978" name="Text Box 34"/>
          <p:cNvSpPr txBox="1">
            <a:spLocks noChangeArrowheads="1"/>
          </p:cNvSpPr>
          <p:nvPr/>
        </p:nvSpPr>
        <p:spPr bwMode="auto">
          <a:xfrm>
            <a:off x="5383213" y="3078163"/>
            <a:ext cx="90805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F</a:t>
            </a:r>
            <a:endParaRPr lang="en-US" sz="2400"/>
          </a:p>
        </p:txBody>
      </p:sp>
      <p:sp>
        <p:nvSpPr>
          <p:cNvPr id="82979" name="Oval 35"/>
          <p:cNvSpPr>
            <a:spLocks noChangeArrowheads="1"/>
          </p:cNvSpPr>
          <p:nvPr/>
        </p:nvSpPr>
        <p:spPr bwMode="auto">
          <a:xfrm>
            <a:off x="4662488" y="4211638"/>
            <a:ext cx="727075" cy="74453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2980" name="Text Box 36"/>
          <p:cNvSpPr txBox="1">
            <a:spLocks noChangeArrowheads="1"/>
          </p:cNvSpPr>
          <p:nvPr/>
        </p:nvSpPr>
        <p:spPr bwMode="auto">
          <a:xfrm>
            <a:off x="4656138" y="4379913"/>
            <a:ext cx="908050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L</a:t>
            </a:r>
            <a:endParaRPr lang="en-US" sz="2400"/>
          </a:p>
        </p:txBody>
      </p:sp>
      <p:sp>
        <p:nvSpPr>
          <p:cNvPr id="82981" name="Oval 37"/>
          <p:cNvSpPr>
            <a:spLocks noChangeArrowheads="1"/>
          </p:cNvSpPr>
          <p:nvPr/>
        </p:nvSpPr>
        <p:spPr bwMode="auto">
          <a:xfrm>
            <a:off x="5751513" y="4208463"/>
            <a:ext cx="727075" cy="7461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2982" name="Text Box 38"/>
          <p:cNvSpPr txBox="1">
            <a:spLocks noChangeArrowheads="1"/>
          </p:cNvSpPr>
          <p:nvPr/>
        </p:nvSpPr>
        <p:spPr bwMode="auto">
          <a:xfrm>
            <a:off x="5745163" y="4379913"/>
            <a:ext cx="90805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M</a:t>
            </a:r>
            <a:endParaRPr lang="en-US" sz="2400"/>
          </a:p>
        </p:txBody>
      </p:sp>
      <p:sp>
        <p:nvSpPr>
          <p:cNvPr id="82983" name="Line 39"/>
          <p:cNvSpPr>
            <a:spLocks noChangeShapeType="1"/>
          </p:cNvSpPr>
          <p:nvPr/>
        </p:nvSpPr>
        <p:spPr bwMode="auto">
          <a:xfrm flipH="1">
            <a:off x="5207000" y="3651250"/>
            <a:ext cx="363538" cy="55721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2984" name="Line 40"/>
          <p:cNvSpPr>
            <a:spLocks noChangeShapeType="1"/>
          </p:cNvSpPr>
          <p:nvPr/>
        </p:nvSpPr>
        <p:spPr bwMode="auto">
          <a:xfrm>
            <a:off x="5751513" y="3651250"/>
            <a:ext cx="363537" cy="55721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2985" name="Oval 41"/>
          <p:cNvSpPr>
            <a:spLocks noChangeArrowheads="1"/>
          </p:cNvSpPr>
          <p:nvPr/>
        </p:nvSpPr>
        <p:spPr bwMode="auto">
          <a:xfrm>
            <a:off x="7567613" y="2903538"/>
            <a:ext cx="727075" cy="74771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2986" name="Text Box 42"/>
          <p:cNvSpPr txBox="1">
            <a:spLocks noChangeArrowheads="1"/>
          </p:cNvSpPr>
          <p:nvPr/>
        </p:nvSpPr>
        <p:spPr bwMode="auto">
          <a:xfrm>
            <a:off x="7561263" y="3078163"/>
            <a:ext cx="908050" cy="74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G</a:t>
            </a:r>
            <a:endParaRPr lang="en-US" sz="2400"/>
          </a:p>
        </p:txBody>
      </p:sp>
      <p:sp>
        <p:nvSpPr>
          <p:cNvPr id="82987" name="Oval 43"/>
          <p:cNvSpPr>
            <a:spLocks noChangeArrowheads="1"/>
          </p:cNvSpPr>
          <p:nvPr/>
        </p:nvSpPr>
        <p:spPr bwMode="auto">
          <a:xfrm>
            <a:off x="6842125" y="4208463"/>
            <a:ext cx="725488" cy="7461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2988" name="Text Box 44"/>
          <p:cNvSpPr txBox="1">
            <a:spLocks noChangeArrowheads="1"/>
          </p:cNvSpPr>
          <p:nvPr/>
        </p:nvSpPr>
        <p:spPr bwMode="auto">
          <a:xfrm>
            <a:off x="6835775" y="4378325"/>
            <a:ext cx="908050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N</a:t>
            </a:r>
            <a:endParaRPr lang="en-US" sz="2400"/>
          </a:p>
        </p:txBody>
      </p:sp>
      <p:sp>
        <p:nvSpPr>
          <p:cNvPr id="82989" name="Oval 45"/>
          <p:cNvSpPr>
            <a:spLocks noChangeArrowheads="1"/>
          </p:cNvSpPr>
          <p:nvPr/>
        </p:nvSpPr>
        <p:spPr bwMode="auto">
          <a:xfrm>
            <a:off x="7931150" y="4205288"/>
            <a:ext cx="727075" cy="7461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2990" name="Text Box 46"/>
          <p:cNvSpPr txBox="1">
            <a:spLocks noChangeArrowheads="1"/>
          </p:cNvSpPr>
          <p:nvPr/>
        </p:nvSpPr>
        <p:spPr bwMode="auto">
          <a:xfrm>
            <a:off x="7924800" y="4378325"/>
            <a:ext cx="90805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O</a:t>
            </a:r>
            <a:endParaRPr lang="en-US" sz="2400"/>
          </a:p>
        </p:txBody>
      </p:sp>
      <p:sp>
        <p:nvSpPr>
          <p:cNvPr id="82991" name="Line 47"/>
          <p:cNvSpPr>
            <a:spLocks noChangeShapeType="1"/>
          </p:cNvSpPr>
          <p:nvPr/>
        </p:nvSpPr>
        <p:spPr bwMode="auto">
          <a:xfrm flipH="1">
            <a:off x="7386638" y="3651250"/>
            <a:ext cx="363537" cy="55721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2992" name="Line 48"/>
          <p:cNvSpPr>
            <a:spLocks noChangeShapeType="1"/>
          </p:cNvSpPr>
          <p:nvPr/>
        </p:nvSpPr>
        <p:spPr bwMode="auto">
          <a:xfrm>
            <a:off x="7931150" y="3651250"/>
            <a:ext cx="363538" cy="55721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2993" name="Line 49"/>
          <p:cNvSpPr>
            <a:spLocks noChangeShapeType="1"/>
          </p:cNvSpPr>
          <p:nvPr/>
        </p:nvSpPr>
        <p:spPr bwMode="auto">
          <a:xfrm flipH="1">
            <a:off x="5934075" y="2347913"/>
            <a:ext cx="725488" cy="5556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2994" name="Line 50"/>
          <p:cNvSpPr>
            <a:spLocks noChangeShapeType="1"/>
          </p:cNvSpPr>
          <p:nvPr/>
        </p:nvSpPr>
        <p:spPr bwMode="auto">
          <a:xfrm>
            <a:off x="7023100" y="2347913"/>
            <a:ext cx="727075" cy="5556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2995" name="Line 51"/>
          <p:cNvSpPr>
            <a:spLocks noChangeShapeType="1"/>
          </p:cNvSpPr>
          <p:nvPr/>
        </p:nvSpPr>
        <p:spPr bwMode="auto">
          <a:xfrm flipH="1">
            <a:off x="2819400" y="1431925"/>
            <a:ext cx="1479550" cy="3206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2996" name="Line 52"/>
          <p:cNvSpPr>
            <a:spLocks noChangeShapeType="1"/>
          </p:cNvSpPr>
          <p:nvPr/>
        </p:nvSpPr>
        <p:spPr bwMode="auto">
          <a:xfrm>
            <a:off x="5026025" y="1431925"/>
            <a:ext cx="1450975" cy="3968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2999" name="Text Box 55"/>
          <p:cNvSpPr txBox="1">
            <a:spLocks noChangeArrowheads="1"/>
          </p:cNvSpPr>
          <p:nvPr/>
        </p:nvSpPr>
        <p:spPr bwMode="auto">
          <a:xfrm>
            <a:off x="228600" y="5105400"/>
            <a:ext cx="8686800" cy="831850"/>
          </a:xfrm>
          <a:prstGeom prst="rect">
            <a:avLst/>
          </a:prstGeom>
          <a:noFill/>
          <a:ln w="9525" algn="ctr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>
                <a:solidFill>
                  <a:srgbClr val="FF3300"/>
                </a:solidFill>
              </a:rPr>
              <a:t>In a </a:t>
            </a:r>
            <a:r>
              <a:rPr lang="en-US" sz="2400" b="1" i="1">
                <a:solidFill>
                  <a:srgbClr val="0000FF"/>
                </a:solidFill>
              </a:rPr>
              <a:t>full binary tree</a:t>
            </a:r>
            <a:r>
              <a:rPr lang="en-US" sz="2400" b="1">
                <a:solidFill>
                  <a:srgbClr val="FF3300"/>
                </a:solidFill>
              </a:rPr>
              <a:t>, each node has two children except for the nodes on the last level, which are leaf nodes </a:t>
            </a:r>
          </a:p>
        </p:txBody>
      </p:sp>
    </p:spTree>
    <p:extLst>
      <p:ext uri="{BB962C8B-B14F-4D97-AF65-F5344CB8AC3E}">
        <p14:creationId xmlns:p14="http://schemas.microsoft.com/office/powerpoint/2010/main" val="2593717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842F-03B5-4CE2-94AC-AD9C8F46ECB1}" type="slidenum">
              <a:rPr lang="en-US"/>
              <a:pPr/>
              <a:t>13</a:t>
            </a:fld>
            <a:endParaRPr lang="en-US"/>
          </a:p>
        </p:txBody>
      </p:sp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Complete Binary Trees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i="1" dirty="0">
                <a:solidFill>
                  <a:srgbClr val="0000FF"/>
                </a:solidFill>
              </a:rPr>
              <a:t>complete binary tree</a:t>
            </a:r>
            <a:r>
              <a:rPr lang="en-US" b="1" i="1" dirty="0"/>
              <a:t> </a:t>
            </a:r>
            <a:r>
              <a:rPr lang="en-US" dirty="0"/>
              <a:t>is a binary tree that is either</a:t>
            </a:r>
          </a:p>
          <a:p>
            <a:pPr lvl="1"/>
            <a:r>
              <a:rPr lang="en-US" dirty="0"/>
              <a:t>a full binary tree</a:t>
            </a:r>
          </a:p>
          <a:p>
            <a:pPr lvl="1"/>
            <a:r>
              <a:rPr lang="en-US" dirty="0"/>
              <a:t>OR</a:t>
            </a:r>
          </a:p>
          <a:p>
            <a:pPr lvl="1"/>
            <a:r>
              <a:rPr lang="en-US" dirty="0"/>
              <a:t>a tree that would be a full binary tree but it is missing the rightmost nodes on the last level</a:t>
            </a:r>
          </a:p>
        </p:txBody>
      </p:sp>
    </p:spTree>
    <p:extLst>
      <p:ext uri="{BB962C8B-B14F-4D97-AF65-F5344CB8AC3E}">
        <p14:creationId xmlns:p14="http://schemas.microsoft.com/office/powerpoint/2010/main" val="2760060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8D8E2-7789-4B26-9910-D16A13875806}" type="slidenum">
              <a:rPr lang="en-US"/>
              <a:pPr/>
              <a:t>14</a:t>
            </a:fld>
            <a:endParaRPr lang="en-US"/>
          </a:p>
        </p:txBody>
      </p:sp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4000" dirty="0"/>
              <a:t>NOT a Complete </a:t>
            </a:r>
            <a:r>
              <a:rPr lang="en-US" sz="4000"/>
              <a:t>Binary Trees</a:t>
            </a:r>
            <a:endParaRPr lang="en-US" sz="4000" dirty="0"/>
          </a:p>
        </p:txBody>
      </p:sp>
      <p:sp>
        <p:nvSpPr>
          <p:cNvPr id="85025" name="Oval 33"/>
          <p:cNvSpPr>
            <a:spLocks noChangeArrowheads="1"/>
          </p:cNvSpPr>
          <p:nvPr/>
        </p:nvSpPr>
        <p:spPr bwMode="auto">
          <a:xfrm>
            <a:off x="2120900" y="2265363"/>
            <a:ext cx="725488" cy="74771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5026" name="Text Box 34"/>
          <p:cNvSpPr txBox="1">
            <a:spLocks noChangeArrowheads="1"/>
          </p:cNvSpPr>
          <p:nvPr/>
        </p:nvSpPr>
        <p:spPr bwMode="auto">
          <a:xfrm>
            <a:off x="2114550" y="2439988"/>
            <a:ext cx="908050" cy="74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B</a:t>
            </a:r>
            <a:endParaRPr lang="en-US" sz="2400"/>
          </a:p>
        </p:txBody>
      </p:sp>
      <p:sp>
        <p:nvSpPr>
          <p:cNvPr id="85027" name="Oval 35"/>
          <p:cNvSpPr>
            <a:spLocks noChangeArrowheads="1"/>
          </p:cNvSpPr>
          <p:nvPr/>
        </p:nvSpPr>
        <p:spPr bwMode="auto">
          <a:xfrm>
            <a:off x="1031875" y="3568700"/>
            <a:ext cx="725488" cy="7508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5028" name="Text Box 36"/>
          <p:cNvSpPr txBox="1">
            <a:spLocks noChangeArrowheads="1"/>
          </p:cNvSpPr>
          <p:nvPr/>
        </p:nvSpPr>
        <p:spPr bwMode="auto">
          <a:xfrm>
            <a:off x="1025525" y="3743325"/>
            <a:ext cx="906463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D</a:t>
            </a:r>
            <a:endParaRPr lang="en-US" sz="2400"/>
          </a:p>
        </p:txBody>
      </p:sp>
      <p:sp>
        <p:nvSpPr>
          <p:cNvPr id="85029" name="Oval 37"/>
          <p:cNvSpPr>
            <a:spLocks noChangeArrowheads="1"/>
          </p:cNvSpPr>
          <p:nvPr/>
        </p:nvSpPr>
        <p:spPr bwMode="auto">
          <a:xfrm>
            <a:off x="304800" y="4876800"/>
            <a:ext cx="727075" cy="74453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5030" name="Text Box 38"/>
          <p:cNvSpPr txBox="1">
            <a:spLocks noChangeArrowheads="1"/>
          </p:cNvSpPr>
          <p:nvPr/>
        </p:nvSpPr>
        <p:spPr bwMode="auto">
          <a:xfrm>
            <a:off x="298450" y="5048250"/>
            <a:ext cx="90805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H</a:t>
            </a:r>
            <a:endParaRPr lang="en-US" sz="2400"/>
          </a:p>
        </p:txBody>
      </p:sp>
      <p:sp>
        <p:nvSpPr>
          <p:cNvPr id="85031" name="Text Box 39"/>
          <p:cNvSpPr txBox="1">
            <a:spLocks noChangeArrowheads="1"/>
          </p:cNvSpPr>
          <p:nvPr/>
        </p:nvSpPr>
        <p:spPr bwMode="auto">
          <a:xfrm>
            <a:off x="1931988" y="1630363"/>
            <a:ext cx="1090612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root</a:t>
            </a:r>
            <a:endParaRPr lang="en-US" sz="2400"/>
          </a:p>
        </p:txBody>
      </p:sp>
      <p:sp>
        <p:nvSpPr>
          <p:cNvPr id="85034" name="Line 42"/>
          <p:cNvSpPr>
            <a:spLocks noChangeShapeType="1"/>
          </p:cNvSpPr>
          <p:nvPr/>
        </p:nvSpPr>
        <p:spPr bwMode="auto">
          <a:xfrm flipH="1">
            <a:off x="849313" y="4316413"/>
            <a:ext cx="363537" cy="5603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5036" name="Oval 44"/>
          <p:cNvSpPr>
            <a:spLocks noChangeArrowheads="1"/>
          </p:cNvSpPr>
          <p:nvPr/>
        </p:nvSpPr>
        <p:spPr bwMode="auto">
          <a:xfrm>
            <a:off x="4298950" y="1535113"/>
            <a:ext cx="727075" cy="74771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5037" name="Text Box 45"/>
          <p:cNvSpPr txBox="1">
            <a:spLocks noChangeArrowheads="1"/>
          </p:cNvSpPr>
          <p:nvPr/>
        </p:nvSpPr>
        <p:spPr bwMode="auto">
          <a:xfrm>
            <a:off x="4292600" y="1709738"/>
            <a:ext cx="90805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A</a:t>
            </a:r>
            <a:endParaRPr lang="en-US" sz="2400"/>
          </a:p>
        </p:txBody>
      </p:sp>
      <p:sp>
        <p:nvSpPr>
          <p:cNvPr id="85038" name="Line 46"/>
          <p:cNvSpPr>
            <a:spLocks noChangeShapeType="1"/>
          </p:cNvSpPr>
          <p:nvPr/>
        </p:nvSpPr>
        <p:spPr bwMode="auto">
          <a:xfrm>
            <a:off x="2743200" y="1884363"/>
            <a:ext cx="1555750" cy="2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5039" name="Oval 47"/>
          <p:cNvSpPr>
            <a:spLocks noChangeArrowheads="1"/>
          </p:cNvSpPr>
          <p:nvPr/>
        </p:nvSpPr>
        <p:spPr bwMode="auto">
          <a:xfrm>
            <a:off x="3209925" y="3568700"/>
            <a:ext cx="727075" cy="747713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5040" name="Text Box 48"/>
          <p:cNvSpPr txBox="1">
            <a:spLocks noChangeArrowheads="1"/>
          </p:cNvSpPr>
          <p:nvPr/>
        </p:nvSpPr>
        <p:spPr bwMode="auto">
          <a:xfrm>
            <a:off x="3203575" y="3743325"/>
            <a:ext cx="90805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E</a:t>
            </a:r>
            <a:endParaRPr lang="en-US" sz="2400"/>
          </a:p>
        </p:txBody>
      </p:sp>
      <p:sp>
        <p:nvSpPr>
          <p:cNvPr id="85047" name="Line 55"/>
          <p:cNvSpPr>
            <a:spLocks noChangeShapeType="1"/>
          </p:cNvSpPr>
          <p:nvPr/>
        </p:nvSpPr>
        <p:spPr bwMode="auto">
          <a:xfrm flipH="1">
            <a:off x="1576388" y="3013075"/>
            <a:ext cx="725487" cy="558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5048" name="Line 56"/>
          <p:cNvSpPr>
            <a:spLocks noChangeShapeType="1"/>
          </p:cNvSpPr>
          <p:nvPr/>
        </p:nvSpPr>
        <p:spPr bwMode="auto">
          <a:xfrm>
            <a:off x="2665413" y="3013075"/>
            <a:ext cx="727075" cy="558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5049" name="Oval 57"/>
          <p:cNvSpPr>
            <a:spLocks noChangeArrowheads="1"/>
          </p:cNvSpPr>
          <p:nvPr/>
        </p:nvSpPr>
        <p:spPr bwMode="auto">
          <a:xfrm>
            <a:off x="6478588" y="2265363"/>
            <a:ext cx="727075" cy="74771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5050" name="Text Box 58"/>
          <p:cNvSpPr txBox="1">
            <a:spLocks noChangeArrowheads="1"/>
          </p:cNvSpPr>
          <p:nvPr/>
        </p:nvSpPr>
        <p:spPr bwMode="auto">
          <a:xfrm>
            <a:off x="6472238" y="2439988"/>
            <a:ext cx="908050" cy="74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C</a:t>
            </a:r>
            <a:endParaRPr lang="en-US" sz="2400"/>
          </a:p>
        </p:txBody>
      </p:sp>
      <p:sp>
        <p:nvSpPr>
          <p:cNvPr id="85051" name="Oval 59"/>
          <p:cNvSpPr>
            <a:spLocks noChangeArrowheads="1"/>
          </p:cNvSpPr>
          <p:nvPr/>
        </p:nvSpPr>
        <p:spPr bwMode="auto">
          <a:xfrm>
            <a:off x="5389563" y="3568700"/>
            <a:ext cx="725487" cy="7508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5052" name="Text Box 60"/>
          <p:cNvSpPr txBox="1">
            <a:spLocks noChangeArrowheads="1"/>
          </p:cNvSpPr>
          <p:nvPr/>
        </p:nvSpPr>
        <p:spPr bwMode="auto">
          <a:xfrm>
            <a:off x="5383213" y="3743325"/>
            <a:ext cx="90805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F</a:t>
            </a:r>
            <a:endParaRPr lang="en-US" sz="2400"/>
          </a:p>
        </p:txBody>
      </p:sp>
      <p:sp>
        <p:nvSpPr>
          <p:cNvPr id="85059" name="Oval 67"/>
          <p:cNvSpPr>
            <a:spLocks noChangeArrowheads="1"/>
          </p:cNvSpPr>
          <p:nvPr/>
        </p:nvSpPr>
        <p:spPr bwMode="auto">
          <a:xfrm>
            <a:off x="7567613" y="3568700"/>
            <a:ext cx="727075" cy="747713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5060" name="Text Box 68"/>
          <p:cNvSpPr txBox="1">
            <a:spLocks noChangeArrowheads="1"/>
          </p:cNvSpPr>
          <p:nvPr/>
        </p:nvSpPr>
        <p:spPr bwMode="auto">
          <a:xfrm>
            <a:off x="7561263" y="3743325"/>
            <a:ext cx="90805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G</a:t>
            </a:r>
            <a:endParaRPr lang="en-US" sz="2400"/>
          </a:p>
        </p:txBody>
      </p:sp>
      <p:sp>
        <p:nvSpPr>
          <p:cNvPr id="85067" name="Line 75"/>
          <p:cNvSpPr>
            <a:spLocks noChangeShapeType="1"/>
          </p:cNvSpPr>
          <p:nvPr/>
        </p:nvSpPr>
        <p:spPr bwMode="auto">
          <a:xfrm flipH="1">
            <a:off x="5934075" y="3013075"/>
            <a:ext cx="725488" cy="5556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5068" name="Line 76"/>
          <p:cNvSpPr>
            <a:spLocks noChangeShapeType="1"/>
          </p:cNvSpPr>
          <p:nvPr/>
        </p:nvSpPr>
        <p:spPr bwMode="auto">
          <a:xfrm>
            <a:off x="7023100" y="3013075"/>
            <a:ext cx="727075" cy="5556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5069" name="Line 77"/>
          <p:cNvSpPr>
            <a:spLocks noChangeShapeType="1"/>
          </p:cNvSpPr>
          <p:nvPr/>
        </p:nvSpPr>
        <p:spPr bwMode="auto">
          <a:xfrm flipH="1">
            <a:off x="2819400" y="2097088"/>
            <a:ext cx="1479550" cy="3206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5070" name="Line 78"/>
          <p:cNvSpPr>
            <a:spLocks noChangeShapeType="1"/>
          </p:cNvSpPr>
          <p:nvPr/>
        </p:nvSpPr>
        <p:spPr bwMode="auto">
          <a:xfrm>
            <a:off x="5026025" y="2097088"/>
            <a:ext cx="1450975" cy="3968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2" name="Oval 40"/>
          <p:cNvSpPr>
            <a:spLocks noChangeArrowheads="1"/>
          </p:cNvSpPr>
          <p:nvPr/>
        </p:nvSpPr>
        <p:spPr bwMode="auto">
          <a:xfrm>
            <a:off x="2520950" y="4876800"/>
            <a:ext cx="727075" cy="7461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33" name="Text Box 41"/>
          <p:cNvSpPr txBox="1">
            <a:spLocks noChangeArrowheads="1"/>
          </p:cNvSpPr>
          <p:nvPr/>
        </p:nvSpPr>
        <p:spPr bwMode="auto">
          <a:xfrm>
            <a:off x="2514600" y="5051425"/>
            <a:ext cx="90805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I</a:t>
            </a:r>
            <a:endParaRPr lang="en-US" sz="2400"/>
          </a:p>
        </p:txBody>
      </p:sp>
      <p:sp>
        <p:nvSpPr>
          <p:cNvPr id="34" name="Line 42"/>
          <p:cNvSpPr>
            <a:spLocks noChangeShapeType="1"/>
          </p:cNvSpPr>
          <p:nvPr/>
        </p:nvSpPr>
        <p:spPr bwMode="auto">
          <a:xfrm flipH="1">
            <a:off x="3048000" y="4343400"/>
            <a:ext cx="363537" cy="5603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3937000" y="5105400"/>
            <a:ext cx="4292600" cy="830997"/>
          </a:xfrm>
          <a:prstGeom prst="rect">
            <a:avLst/>
          </a:prstGeom>
          <a:noFill/>
          <a:ln w="9525" algn="ctr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FF3300"/>
                </a:solidFill>
              </a:rPr>
              <a:t>Missing non-rightmost nodes at the last level</a:t>
            </a:r>
          </a:p>
        </p:txBody>
      </p:sp>
      <p:sp>
        <p:nvSpPr>
          <p:cNvPr id="36" name="Oval 37"/>
          <p:cNvSpPr>
            <a:spLocks noChangeArrowheads="1"/>
          </p:cNvSpPr>
          <p:nvPr/>
        </p:nvSpPr>
        <p:spPr bwMode="auto">
          <a:xfrm>
            <a:off x="1371600" y="4876800"/>
            <a:ext cx="727075" cy="74453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39085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E0B6-1831-4340-A002-499A60032C81}" type="slidenum">
              <a:rPr lang="en-US"/>
              <a:pPr/>
              <a:t>15</a:t>
            </a:fld>
            <a:endParaRPr lang="en-US"/>
          </a:p>
        </p:txBody>
      </p:sp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Complete Binary Trees (cont.)</a:t>
            </a:r>
          </a:p>
        </p:txBody>
      </p:sp>
      <p:sp>
        <p:nvSpPr>
          <p:cNvPr id="86059" name="Oval 43"/>
          <p:cNvSpPr>
            <a:spLocks noChangeArrowheads="1"/>
          </p:cNvSpPr>
          <p:nvPr/>
        </p:nvSpPr>
        <p:spPr bwMode="auto">
          <a:xfrm>
            <a:off x="2120900" y="2341563"/>
            <a:ext cx="725488" cy="74771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6060" name="Text Box 44"/>
          <p:cNvSpPr txBox="1">
            <a:spLocks noChangeArrowheads="1"/>
          </p:cNvSpPr>
          <p:nvPr/>
        </p:nvSpPr>
        <p:spPr bwMode="auto">
          <a:xfrm>
            <a:off x="2114550" y="2516188"/>
            <a:ext cx="908050" cy="74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B</a:t>
            </a:r>
            <a:endParaRPr lang="en-US" sz="2400"/>
          </a:p>
        </p:txBody>
      </p:sp>
      <p:sp>
        <p:nvSpPr>
          <p:cNvPr id="86061" name="Oval 45"/>
          <p:cNvSpPr>
            <a:spLocks noChangeArrowheads="1"/>
          </p:cNvSpPr>
          <p:nvPr/>
        </p:nvSpPr>
        <p:spPr bwMode="auto">
          <a:xfrm>
            <a:off x="1031875" y="3644900"/>
            <a:ext cx="725488" cy="7508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6062" name="Text Box 46"/>
          <p:cNvSpPr txBox="1">
            <a:spLocks noChangeArrowheads="1"/>
          </p:cNvSpPr>
          <p:nvPr/>
        </p:nvSpPr>
        <p:spPr bwMode="auto">
          <a:xfrm>
            <a:off x="1025525" y="3819525"/>
            <a:ext cx="906463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D</a:t>
            </a:r>
            <a:endParaRPr lang="en-US" sz="2400"/>
          </a:p>
        </p:txBody>
      </p:sp>
      <p:sp>
        <p:nvSpPr>
          <p:cNvPr id="86063" name="Oval 47"/>
          <p:cNvSpPr>
            <a:spLocks noChangeArrowheads="1"/>
          </p:cNvSpPr>
          <p:nvPr/>
        </p:nvSpPr>
        <p:spPr bwMode="auto">
          <a:xfrm>
            <a:off x="304800" y="4953000"/>
            <a:ext cx="727075" cy="74453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6064" name="Text Box 48"/>
          <p:cNvSpPr txBox="1">
            <a:spLocks noChangeArrowheads="1"/>
          </p:cNvSpPr>
          <p:nvPr/>
        </p:nvSpPr>
        <p:spPr bwMode="auto">
          <a:xfrm>
            <a:off x="298450" y="5124450"/>
            <a:ext cx="90805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H</a:t>
            </a:r>
            <a:endParaRPr lang="en-US" sz="2400"/>
          </a:p>
        </p:txBody>
      </p:sp>
      <p:sp>
        <p:nvSpPr>
          <p:cNvPr id="86065" name="Text Box 49"/>
          <p:cNvSpPr txBox="1">
            <a:spLocks noChangeArrowheads="1"/>
          </p:cNvSpPr>
          <p:nvPr/>
        </p:nvSpPr>
        <p:spPr bwMode="auto">
          <a:xfrm>
            <a:off x="1931988" y="1706563"/>
            <a:ext cx="1090612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root</a:t>
            </a:r>
            <a:endParaRPr lang="en-US" sz="2400"/>
          </a:p>
        </p:txBody>
      </p:sp>
      <p:sp>
        <p:nvSpPr>
          <p:cNvPr id="86066" name="Oval 50"/>
          <p:cNvSpPr>
            <a:spLocks noChangeArrowheads="1"/>
          </p:cNvSpPr>
          <p:nvPr/>
        </p:nvSpPr>
        <p:spPr bwMode="auto">
          <a:xfrm>
            <a:off x="1393825" y="4949825"/>
            <a:ext cx="727075" cy="7461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6067" name="Text Box 51"/>
          <p:cNvSpPr txBox="1">
            <a:spLocks noChangeArrowheads="1"/>
          </p:cNvSpPr>
          <p:nvPr/>
        </p:nvSpPr>
        <p:spPr bwMode="auto">
          <a:xfrm>
            <a:off x="1387475" y="5124450"/>
            <a:ext cx="90805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I</a:t>
            </a:r>
            <a:endParaRPr lang="en-US" sz="2400"/>
          </a:p>
        </p:txBody>
      </p:sp>
      <p:sp>
        <p:nvSpPr>
          <p:cNvPr id="86068" name="Line 52"/>
          <p:cNvSpPr>
            <a:spLocks noChangeShapeType="1"/>
          </p:cNvSpPr>
          <p:nvPr/>
        </p:nvSpPr>
        <p:spPr bwMode="auto">
          <a:xfrm flipH="1">
            <a:off x="849313" y="4392613"/>
            <a:ext cx="363537" cy="5603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6069" name="Line 53"/>
          <p:cNvSpPr>
            <a:spLocks noChangeShapeType="1"/>
          </p:cNvSpPr>
          <p:nvPr/>
        </p:nvSpPr>
        <p:spPr bwMode="auto">
          <a:xfrm>
            <a:off x="1393825" y="4392613"/>
            <a:ext cx="363538" cy="5603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6070" name="Oval 54"/>
          <p:cNvSpPr>
            <a:spLocks noChangeArrowheads="1"/>
          </p:cNvSpPr>
          <p:nvPr/>
        </p:nvSpPr>
        <p:spPr bwMode="auto">
          <a:xfrm>
            <a:off x="4298950" y="1611313"/>
            <a:ext cx="727075" cy="74771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6071" name="Text Box 55"/>
          <p:cNvSpPr txBox="1">
            <a:spLocks noChangeArrowheads="1"/>
          </p:cNvSpPr>
          <p:nvPr/>
        </p:nvSpPr>
        <p:spPr bwMode="auto">
          <a:xfrm>
            <a:off x="4292600" y="1785938"/>
            <a:ext cx="90805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A</a:t>
            </a:r>
            <a:endParaRPr lang="en-US" sz="2400"/>
          </a:p>
        </p:txBody>
      </p:sp>
      <p:sp>
        <p:nvSpPr>
          <p:cNvPr id="86072" name="Line 56"/>
          <p:cNvSpPr>
            <a:spLocks noChangeShapeType="1"/>
          </p:cNvSpPr>
          <p:nvPr/>
        </p:nvSpPr>
        <p:spPr bwMode="auto">
          <a:xfrm>
            <a:off x="2743200" y="1960563"/>
            <a:ext cx="1555750" cy="2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6073" name="Oval 57"/>
          <p:cNvSpPr>
            <a:spLocks noChangeArrowheads="1"/>
          </p:cNvSpPr>
          <p:nvPr/>
        </p:nvSpPr>
        <p:spPr bwMode="auto">
          <a:xfrm>
            <a:off x="3209925" y="3644900"/>
            <a:ext cx="727075" cy="747713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6074" name="Text Box 58"/>
          <p:cNvSpPr txBox="1">
            <a:spLocks noChangeArrowheads="1"/>
          </p:cNvSpPr>
          <p:nvPr/>
        </p:nvSpPr>
        <p:spPr bwMode="auto">
          <a:xfrm>
            <a:off x="3203575" y="3819525"/>
            <a:ext cx="90805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E</a:t>
            </a:r>
            <a:endParaRPr lang="en-US" sz="2400"/>
          </a:p>
        </p:txBody>
      </p:sp>
      <p:sp>
        <p:nvSpPr>
          <p:cNvPr id="86075" name="Oval 59"/>
          <p:cNvSpPr>
            <a:spLocks noChangeArrowheads="1"/>
          </p:cNvSpPr>
          <p:nvPr/>
        </p:nvSpPr>
        <p:spPr bwMode="auto">
          <a:xfrm>
            <a:off x="2484438" y="4949825"/>
            <a:ext cx="725487" cy="7461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6076" name="Text Box 60"/>
          <p:cNvSpPr txBox="1">
            <a:spLocks noChangeArrowheads="1"/>
          </p:cNvSpPr>
          <p:nvPr/>
        </p:nvSpPr>
        <p:spPr bwMode="auto">
          <a:xfrm>
            <a:off x="2478088" y="5121275"/>
            <a:ext cx="90805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J</a:t>
            </a:r>
            <a:endParaRPr lang="en-US" sz="2400"/>
          </a:p>
        </p:txBody>
      </p:sp>
      <p:sp>
        <p:nvSpPr>
          <p:cNvPr id="86077" name="Oval 61"/>
          <p:cNvSpPr>
            <a:spLocks noChangeArrowheads="1"/>
          </p:cNvSpPr>
          <p:nvPr/>
        </p:nvSpPr>
        <p:spPr bwMode="auto">
          <a:xfrm>
            <a:off x="3573463" y="4946650"/>
            <a:ext cx="725487" cy="7461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6078" name="Text Box 62"/>
          <p:cNvSpPr txBox="1">
            <a:spLocks noChangeArrowheads="1"/>
          </p:cNvSpPr>
          <p:nvPr/>
        </p:nvSpPr>
        <p:spPr bwMode="auto">
          <a:xfrm>
            <a:off x="3567113" y="5121275"/>
            <a:ext cx="90805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K</a:t>
            </a:r>
            <a:endParaRPr lang="en-US" sz="2400"/>
          </a:p>
        </p:txBody>
      </p:sp>
      <p:sp>
        <p:nvSpPr>
          <p:cNvPr id="86079" name="Line 63"/>
          <p:cNvSpPr>
            <a:spLocks noChangeShapeType="1"/>
          </p:cNvSpPr>
          <p:nvPr/>
        </p:nvSpPr>
        <p:spPr bwMode="auto">
          <a:xfrm flipH="1">
            <a:off x="3028950" y="4392613"/>
            <a:ext cx="363538" cy="55721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6080" name="Line 64"/>
          <p:cNvSpPr>
            <a:spLocks noChangeShapeType="1"/>
          </p:cNvSpPr>
          <p:nvPr/>
        </p:nvSpPr>
        <p:spPr bwMode="auto">
          <a:xfrm>
            <a:off x="3573463" y="4456113"/>
            <a:ext cx="363537" cy="49371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6081" name="Line 65"/>
          <p:cNvSpPr>
            <a:spLocks noChangeShapeType="1"/>
          </p:cNvSpPr>
          <p:nvPr/>
        </p:nvSpPr>
        <p:spPr bwMode="auto">
          <a:xfrm flipH="1">
            <a:off x="1576388" y="3089275"/>
            <a:ext cx="725487" cy="558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6082" name="Line 66"/>
          <p:cNvSpPr>
            <a:spLocks noChangeShapeType="1"/>
          </p:cNvSpPr>
          <p:nvPr/>
        </p:nvSpPr>
        <p:spPr bwMode="auto">
          <a:xfrm>
            <a:off x="2665413" y="3089275"/>
            <a:ext cx="727075" cy="558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6083" name="Oval 67"/>
          <p:cNvSpPr>
            <a:spLocks noChangeArrowheads="1"/>
          </p:cNvSpPr>
          <p:nvPr/>
        </p:nvSpPr>
        <p:spPr bwMode="auto">
          <a:xfrm>
            <a:off x="6478588" y="2341563"/>
            <a:ext cx="727075" cy="74771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6084" name="Text Box 68"/>
          <p:cNvSpPr txBox="1">
            <a:spLocks noChangeArrowheads="1"/>
          </p:cNvSpPr>
          <p:nvPr/>
        </p:nvSpPr>
        <p:spPr bwMode="auto">
          <a:xfrm>
            <a:off x="6472238" y="2516188"/>
            <a:ext cx="908050" cy="74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C</a:t>
            </a:r>
            <a:endParaRPr lang="en-US" sz="2400"/>
          </a:p>
        </p:txBody>
      </p:sp>
      <p:sp>
        <p:nvSpPr>
          <p:cNvPr id="86085" name="Oval 69"/>
          <p:cNvSpPr>
            <a:spLocks noChangeArrowheads="1"/>
          </p:cNvSpPr>
          <p:nvPr/>
        </p:nvSpPr>
        <p:spPr bwMode="auto">
          <a:xfrm>
            <a:off x="5389563" y="3644900"/>
            <a:ext cx="725487" cy="7508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6086" name="Text Box 70"/>
          <p:cNvSpPr txBox="1">
            <a:spLocks noChangeArrowheads="1"/>
          </p:cNvSpPr>
          <p:nvPr/>
        </p:nvSpPr>
        <p:spPr bwMode="auto">
          <a:xfrm>
            <a:off x="5383213" y="3819525"/>
            <a:ext cx="90805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F</a:t>
            </a:r>
            <a:endParaRPr lang="en-US" sz="2400"/>
          </a:p>
        </p:txBody>
      </p:sp>
      <p:sp>
        <p:nvSpPr>
          <p:cNvPr id="86087" name="Oval 71"/>
          <p:cNvSpPr>
            <a:spLocks noChangeArrowheads="1"/>
          </p:cNvSpPr>
          <p:nvPr/>
        </p:nvSpPr>
        <p:spPr bwMode="auto">
          <a:xfrm>
            <a:off x="4662488" y="4953000"/>
            <a:ext cx="727075" cy="74453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6088" name="Text Box 72"/>
          <p:cNvSpPr txBox="1">
            <a:spLocks noChangeArrowheads="1"/>
          </p:cNvSpPr>
          <p:nvPr/>
        </p:nvSpPr>
        <p:spPr bwMode="auto">
          <a:xfrm>
            <a:off x="4656138" y="5121275"/>
            <a:ext cx="908050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L</a:t>
            </a:r>
            <a:endParaRPr lang="en-US" sz="2400"/>
          </a:p>
        </p:txBody>
      </p:sp>
      <p:sp>
        <p:nvSpPr>
          <p:cNvPr id="86091" name="Line 75"/>
          <p:cNvSpPr>
            <a:spLocks noChangeShapeType="1"/>
          </p:cNvSpPr>
          <p:nvPr/>
        </p:nvSpPr>
        <p:spPr bwMode="auto">
          <a:xfrm flipH="1">
            <a:off x="5207000" y="4392613"/>
            <a:ext cx="363538" cy="55721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6093" name="Oval 77"/>
          <p:cNvSpPr>
            <a:spLocks noChangeArrowheads="1"/>
          </p:cNvSpPr>
          <p:nvPr/>
        </p:nvSpPr>
        <p:spPr bwMode="auto">
          <a:xfrm>
            <a:off x="7567613" y="3644900"/>
            <a:ext cx="727075" cy="747713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6094" name="Text Box 78"/>
          <p:cNvSpPr txBox="1">
            <a:spLocks noChangeArrowheads="1"/>
          </p:cNvSpPr>
          <p:nvPr/>
        </p:nvSpPr>
        <p:spPr bwMode="auto">
          <a:xfrm>
            <a:off x="7561263" y="3819525"/>
            <a:ext cx="90805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G</a:t>
            </a:r>
            <a:endParaRPr lang="en-US" sz="2400"/>
          </a:p>
        </p:txBody>
      </p:sp>
      <p:sp>
        <p:nvSpPr>
          <p:cNvPr id="86101" name="Line 85"/>
          <p:cNvSpPr>
            <a:spLocks noChangeShapeType="1"/>
          </p:cNvSpPr>
          <p:nvPr/>
        </p:nvSpPr>
        <p:spPr bwMode="auto">
          <a:xfrm flipH="1">
            <a:off x="5934075" y="3089275"/>
            <a:ext cx="725488" cy="5556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6102" name="Line 86"/>
          <p:cNvSpPr>
            <a:spLocks noChangeShapeType="1"/>
          </p:cNvSpPr>
          <p:nvPr/>
        </p:nvSpPr>
        <p:spPr bwMode="auto">
          <a:xfrm>
            <a:off x="7023100" y="3089275"/>
            <a:ext cx="727075" cy="5556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6103" name="Line 87"/>
          <p:cNvSpPr>
            <a:spLocks noChangeShapeType="1"/>
          </p:cNvSpPr>
          <p:nvPr/>
        </p:nvSpPr>
        <p:spPr bwMode="auto">
          <a:xfrm flipH="1">
            <a:off x="2819400" y="2173288"/>
            <a:ext cx="1479550" cy="3206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6104" name="Line 88"/>
          <p:cNvSpPr>
            <a:spLocks noChangeShapeType="1"/>
          </p:cNvSpPr>
          <p:nvPr/>
        </p:nvSpPr>
        <p:spPr bwMode="auto">
          <a:xfrm>
            <a:off x="5026025" y="2173288"/>
            <a:ext cx="1450975" cy="3968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1" name="Text Box 46"/>
          <p:cNvSpPr txBox="1">
            <a:spLocks noChangeArrowheads="1"/>
          </p:cNvSpPr>
          <p:nvPr/>
        </p:nvSpPr>
        <p:spPr bwMode="auto">
          <a:xfrm>
            <a:off x="5837238" y="5105400"/>
            <a:ext cx="2925762" cy="1200329"/>
          </a:xfrm>
          <a:prstGeom prst="rect">
            <a:avLst/>
          </a:prstGeom>
          <a:noFill/>
          <a:ln w="9525" algn="ctr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FF3300"/>
                </a:solidFill>
              </a:rPr>
              <a:t>Missing only rightmost nodes at the last level</a:t>
            </a:r>
          </a:p>
        </p:txBody>
      </p:sp>
    </p:spTree>
    <p:extLst>
      <p:ext uri="{BB962C8B-B14F-4D97-AF65-F5344CB8AC3E}">
        <p14:creationId xmlns:p14="http://schemas.microsoft.com/office/powerpoint/2010/main" val="2892145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CBC6-C59B-4343-BA9C-A3C321054C70}" type="slidenum">
              <a:rPr lang="en-US"/>
              <a:pPr/>
              <a:t>16</a:t>
            </a:fld>
            <a:endParaRPr lang="en-US"/>
          </a:p>
        </p:txBody>
      </p:sp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4000" dirty="0"/>
              <a:t>Complete Binary Trees (cont.)</a:t>
            </a:r>
          </a:p>
        </p:txBody>
      </p:sp>
      <p:sp>
        <p:nvSpPr>
          <p:cNvPr id="87090" name="Oval 50"/>
          <p:cNvSpPr>
            <a:spLocks noChangeArrowheads="1"/>
          </p:cNvSpPr>
          <p:nvPr/>
        </p:nvSpPr>
        <p:spPr bwMode="auto">
          <a:xfrm>
            <a:off x="2120900" y="2493963"/>
            <a:ext cx="725488" cy="74771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7091" name="Text Box 51"/>
          <p:cNvSpPr txBox="1">
            <a:spLocks noChangeArrowheads="1"/>
          </p:cNvSpPr>
          <p:nvPr/>
        </p:nvSpPr>
        <p:spPr bwMode="auto">
          <a:xfrm>
            <a:off x="2114550" y="2668588"/>
            <a:ext cx="908050" cy="74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B</a:t>
            </a:r>
            <a:endParaRPr lang="en-US" sz="2400"/>
          </a:p>
        </p:txBody>
      </p:sp>
      <p:sp>
        <p:nvSpPr>
          <p:cNvPr id="87092" name="Oval 52"/>
          <p:cNvSpPr>
            <a:spLocks noChangeArrowheads="1"/>
          </p:cNvSpPr>
          <p:nvPr/>
        </p:nvSpPr>
        <p:spPr bwMode="auto">
          <a:xfrm>
            <a:off x="1031875" y="3797300"/>
            <a:ext cx="725488" cy="7508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7093" name="Text Box 53"/>
          <p:cNvSpPr txBox="1">
            <a:spLocks noChangeArrowheads="1"/>
          </p:cNvSpPr>
          <p:nvPr/>
        </p:nvSpPr>
        <p:spPr bwMode="auto">
          <a:xfrm>
            <a:off x="1025525" y="3971925"/>
            <a:ext cx="906463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D</a:t>
            </a:r>
            <a:endParaRPr lang="en-US" sz="2400"/>
          </a:p>
        </p:txBody>
      </p:sp>
      <p:sp>
        <p:nvSpPr>
          <p:cNvPr id="87094" name="Oval 54"/>
          <p:cNvSpPr>
            <a:spLocks noChangeArrowheads="1"/>
          </p:cNvSpPr>
          <p:nvPr/>
        </p:nvSpPr>
        <p:spPr bwMode="auto">
          <a:xfrm>
            <a:off x="304800" y="5105400"/>
            <a:ext cx="727075" cy="74453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7095" name="Text Box 55"/>
          <p:cNvSpPr txBox="1">
            <a:spLocks noChangeArrowheads="1"/>
          </p:cNvSpPr>
          <p:nvPr/>
        </p:nvSpPr>
        <p:spPr bwMode="auto">
          <a:xfrm>
            <a:off x="298450" y="5276850"/>
            <a:ext cx="90805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H</a:t>
            </a:r>
            <a:endParaRPr lang="en-US" sz="2400"/>
          </a:p>
        </p:txBody>
      </p:sp>
      <p:sp>
        <p:nvSpPr>
          <p:cNvPr id="87096" name="Text Box 56"/>
          <p:cNvSpPr txBox="1">
            <a:spLocks noChangeArrowheads="1"/>
          </p:cNvSpPr>
          <p:nvPr/>
        </p:nvSpPr>
        <p:spPr bwMode="auto">
          <a:xfrm>
            <a:off x="1931988" y="1858963"/>
            <a:ext cx="1090612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root</a:t>
            </a:r>
            <a:endParaRPr lang="en-US" sz="2400"/>
          </a:p>
        </p:txBody>
      </p:sp>
      <p:sp>
        <p:nvSpPr>
          <p:cNvPr id="87097" name="Oval 57"/>
          <p:cNvSpPr>
            <a:spLocks noChangeArrowheads="1"/>
          </p:cNvSpPr>
          <p:nvPr/>
        </p:nvSpPr>
        <p:spPr bwMode="auto">
          <a:xfrm>
            <a:off x="1393825" y="5102225"/>
            <a:ext cx="727075" cy="7461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7098" name="Text Box 58"/>
          <p:cNvSpPr txBox="1">
            <a:spLocks noChangeArrowheads="1"/>
          </p:cNvSpPr>
          <p:nvPr/>
        </p:nvSpPr>
        <p:spPr bwMode="auto">
          <a:xfrm>
            <a:off x="1387475" y="5276850"/>
            <a:ext cx="90805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I</a:t>
            </a:r>
            <a:endParaRPr lang="en-US" sz="2400"/>
          </a:p>
        </p:txBody>
      </p:sp>
      <p:sp>
        <p:nvSpPr>
          <p:cNvPr id="87099" name="Line 59"/>
          <p:cNvSpPr>
            <a:spLocks noChangeShapeType="1"/>
          </p:cNvSpPr>
          <p:nvPr/>
        </p:nvSpPr>
        <p:spPr bwMode="auto">
          <a:xfrm flipH="1">
            <a:off x="849313" y="4545013"/>
            <a:ext cx="363537" cy="5603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7100" name="Line 60"/>
          <p:cNvSpPr>
            <a:spLocks noChangeShapeType="1"/>
          </p:cNvSpPr>
          <p:nvPr/>
        </p:nvSpPr>
        <p:spPr bwMode="auto">
          <a:xfrm>
            <a:off x="1393825" y="4545013"/>
            <a:ext cx="363538" cy="5603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7101" name="Oval 61"/>
          <p:cNvSpPr>
            <a:spLocks noChangeArrowheads="1"/>
          </p:cNvSpPr>
          <p:nvPr/>
        </p:nvSpPr>
        <p:spPr bwMode="auto">
          <a:xfrm>
            <a:off x="4298950" y="1763713"/>
            <a:ext cx="727075" cy="74771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7102" name="Text Box 62"/>
          <p:cNvSpPr txBox="1">
            <a:spLocks noChangeArrowheads="1"/>
          </p:cNvSpPr>
          <p:nvPr/>
        </p:nvSpPr>
        <p:spPr bwMode="auto">
          <a:xfrm>
            <a:off x="4292600" y="1938338"/>
            <a:ext cx="90805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A</a:t>
            </a:r>
            <a:endParaRPr lang="en-US" sz="2400"/>
          </a:p>
        </p:txBody>
      </p:sp>
      <p:sp>
        <p:nvSpPr>
          <p:cNvPr id="87103" name="Line 63"/>
          <p:cNvSpPr>
            <a:spLocks noChangeShapeType="1"/>
          </p:cNvSpPr>
          <p:nvPr/>
        </p:nvSpPr>
        <p:spPr bwMode="auto">
          <a:xfrm>
            <a:off x="2743200" y="2112963"/>
            <a:ext cx="1555750" cy="2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7104" name="Oval 64"/>
          <p:cNvSpPr>
            <a:spLocks noChangeArrowheads="1"/>
          </p:cNvSpPr>
          <p:nvPr/>
        </p:nvSpPr>
        <p:spPr bwMode="auto">
          <a:xfrm>
            <a:off x="3209925" y="3797300"/>
            <a:ext cx="727075" cy="747713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7105" name="Text Box 65"/>
          <p:cNvSpPr txBox="1">
            <a:spLocks noChangeArrowheads="1"/>
          </p:cNvSpPr>
          <p:nvPr/>
        </p:nvSpPr>
        <p:spPr bwMode="auto">
          <a:xfrm>
            <a:off x="3203575" y="3971925"/>
            <a:ext cx="90805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E</a:t>
            </a:r>
            <a:endParaRPr lang="en-US" sz="2400"/>
          </a:p>
        </p:txBody>
      </p:sp>
      <p:sp>
        <p:nvSpPr>
          <p:cNvPr id="87106" name="Oval 66"/>
          <p:cNvSpPr>
            <a:spLocks noChangeArrowheads="1"/>
          </p:cNvSpPr>
          <p:nvPr/>
        </p:nvSpPr>
        <p:spPr bwMode="auto">
          <a:xfrm>
            <a:off x="2484438" y="5102225"/>
            <a:ext cx="725487" cy="7461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7107" name="Text Box 67"/>
          <p:cNvSpPr txBox="1">
            <a:spLocks noChangeArrowheads="1"/>
          </p:cNvSpPr>
          <p:nvPr/>
        </p:nvSpPr>
        <p:spPr bwMode="auto">
          <a:xfrm>
            <a:off x="2478088" y="5273675"/>
            <a:ext cx="90805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J</a:t>
            </a:r>
            <a:endParaRPr lang="en-US" sz="2400"/>
          </a:p>
        </p:txBody>
      </p:sp>
      <p:sp>
        <p:nvSpPr>
          <p:cNvPr id="87108" name="Oval 68"/>
          <p:cNvSpPr>
            <a:spLocks noChangeArrowheads="1"/>
          </p:cNvSpPr>
          <p:nvPr/>
        </p:nvSpPr>
        <p:spPr bwMode="auto">
          <a:xfrm>
            <a:off x="3573463" y="5099050"/>
            <a:ext cx="725487" cy="7461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7109" name="Text Box 69"/>
          <p:cNvSpPr txBox="1">
            <a:spLocks noChangeArrowheads="1"/>
          </p:cNvSpPr>
          <p:nvPr/>
        </p:nvSpPr>
        <p:spPr bwMode="auto">
          <a:xfrm>
            <a:off x="3567113" y="5273675"/>
            <a:ext cx="90805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K</a:t>
            </a:r>
            <a:endParaRPr lang="en-US" sz="2400"/>
          </a:p>
        </p:txBody>
      </p:sp>
      <p:sp>
        <p:nvSpPr>
          <p:cNvPr id="87110" name="Line 70"/>
          <p:cNvSpPr>
            <a:spLocks noChangeShapeType="1"/>
          </p:cNvSpPr>
          <p:nvPr/>
        </p:nvSpPr>
        <p:spPr bwMode="auto">
          <a:xfrm flipH="1">
            <a:off x="3028950" y="4545013"/>
            <a:ext cx="363538" cy="55721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7111" name="Line 71"/>
          <p:cNvSpPr>
            <a:spLocks noChangeShapeType="1"/>
          </p:cNvSpPr>
          <p:nvPr/>
        </p:nvSpPr>
        <p:spPr bwMode="auto">
          <a:xfrm>
            <a:off x="3573463" y="4608513"/>
            <a:ext cx="363537" cy="49371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7112" name="Line 72"/>
          <p:cNvSpPr>
            <a:spLocks noChangeShapeType="1"/>
          </p:cNvSpPr>
          <p:nvPr/>
        </p:nvSpPr>
        <p:spPr bwMode="auto">
          <a:xfrm flipH="1">
            <a:off x="1576388" y="3241675"/>
            <a:ext cx="725487" cy="558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7113" name="Line 73"/>
          <p:cNvSpPr>
            <a:spLocks noChangeShapeType="1"/>
          </p:cNvSpPr>
          <p:nvPr/>
        </p:nvSpPr>
        <p:spPr bwMode="auto">
          <a:xfrm>
            <a:off x="2665413" y="3241675"/>
            <a:ext cx="727075" cy="558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7114" name="Oval 74"/>
          <p:cNvSpPr>
            <a:spLocks noChangeArrowheads="1"/>
          </p:cNvSpPr>
          <p:nvPr/>
        </p:nvSpPr>
        <p:spPr bwMode="auto">
          <a:xfrm>
            <a:off x="6478588" y="2493963"/>
            <a:ext cx="727075" cy="74771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7115" name="Text Box 75"/>
          <p:cNvSpPr txBox="1">
            <a:spLocks noChangeArrowheads="1"/>
          </p:cNvSpPr>
          <p:nvPr/>
        </p:nvSpPr>
        <p:spPr bwMode="auto">
          <a:xfrm>
            <a:off x="6472238" y="2668588"/>
            <a:ext cx="908050" cy="74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C</a:t>
            </a:r>
            <a:endParaRPr lang="en-US" sz="2400"/>
          </a:p>
        </p:txBody>
      </p:sp>
      <p:sp>
        <p:nvSpPr>
          <p:cNvPr id="87116" name="Oval 76"/>
          <p:cNvSpPr>
            <a:spLocks noChangeArrowheads="1"/>
          </p:cNvSpPr>
          <p:nvPr/>
        </p:nvSpPr>
        <p:spPr bwMode="auto">
          <a:xfrm>
            <a:off x="5389563" y="3797300"/>
            <a:ext cx="725487" cy="7508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7117" name="Text Box 77"/>
          <p:cNvSpPr txBox="1">
            <a:spLocks noChangeArrowheads="1"/>
          </p:cNvSpPr>
          <p:nvPr/>
        </p:nvSpPr>
        <p:spPr bwMode="auto">
          <a:xfrm>
            <a:off x="5383213" y="3971925"/>
            <a:ext cx="90805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F</a:t>
            </a:r>
            <a:endParaRPr lang="en-US" sz="2400"/>
          </a:p>
        </p:txBody>
      </p:sp>
      <p:sp>
        <p:nvSpPr>
          <p:cNvPr id="87118" name="Oval 78"/>
          <p:cNvSpPr>
            <a:spLocks noChangeArrowheads="1"/>
          </p:cNvSpPr>
          <p:nvPr/>
        </p:nvSpPr>
        <p:spPr bwMode="auto">
          <a:xfrm>
            <a:off x="4662488" y="5105400"/>
            <a:ext cx="727075" cy="74453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7119" name="Text Box 79"/>
          <p:cNvSpPr txBox="1">
            <a:spLocks noChangeArrowheads="1"/>
          </p:cNvSpPr>
          <p:nvPr/>
        </p:nvSpPr>
        <p:spPr bwMode="auto">
          <a:xfrm>
            <a:off x="4656138" y="5273675"/>
            <a:ext cx="908050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L</a:t>
            </a:r>
            <a:endParaRPr lang="en-US" sz="2400"/>
          </a:p>
        </p:txBody>
      </p:sp>
      <p:sp>
        <p:nvSpPr>
          <p:cNvPr id="87120" name="Oval 80"/>
          <p:cNvSpPr>
            <a:spLocks noChangeArrowheads="1"/>
          </p:cNvSpPr>
          <p:nvPr/>
        </p:nvSpPr>
        <p:spPr bwMode="auto">
          <a:xfrm>
            <a:off x="5751513" y="5102225"/>
            <a:ext cx="727075" cy="7461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7121" name="Text Box 81"/>
          <p:cNvSpPr txBox="1">
            <a:spLocks noChangeArrowheads="1"/>
          </p:cNvSpPr>
          <p:nvPr/>
        </p:nvSpPr>
        <p:spPr bwMode="auto">
          <a:xfrm>
            <a:off x="5745163" y="5273675"/>
            <a:ext cx="90805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M</a:t>
            </a:r>
            <a:endParaRPr lang="en-US" sz="2400"/>
          </a:p>
        </p:txBody>
      </p:sp>
      <p:sp>
        <p:nvSpPr>
          <p:cNvPr id="87122" name="Line 82"/>
          <p:cNvSpPr>
            <a:spLocks noChangeShapeType="1"/>
          </p:cNvSpPr>
          <p:nvPr/>
        </p:nvSpPr>
        <p:spPr bwMode="auto">
          <a:xfrm flipH="1">
            <a:off x="5207000" y="4545013"/>
            <a:ext cx="363538" cy="55721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7123" name="Line 83"/>
          <p:cNvSpPr>
            <a:spLocks noChangeShapeType="1"/>
          </p:cNvSpPr>
          <p:nvPr/>
        </p:nvSpPr>
        <p:spPr bwMode="auto">
          <a:xfrm>
            <a:off x="5751513" y="4545013"/>
            <a:ext cx="363537" cy="55721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7124" name="Oval 84"/>
          <p:cNvSpPr>
            <a:spLocks noChangeArrowheads="1"/>
          </p:cNvSpPr>
          <p:nvPr/>
        </p:nvSpPr>
        <p:spPr bwMode="auto">
          <a:xfrm>
            <a:off x="7567613" y="3797300"/>
            <a:ext cx="727075" cy="747713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7125" name="Text Box 85"/>
          <p:cNvSpPr txBox="1">
            <a:spLocks noChangeArrowheads="1"/>
          </p:cNvSpPr>
          <p:nvPr/>
        </p:nvSpPr>
        <p:spPr bwMode="auto">
          <a:xfrm>
            <a:off x="7561263" y="3971925"/>
            <a:ext cx="90805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G</a:t>
            </a:r>
            <a:endParaRPr lang="en-US" sz="2400"/>
          </a:p>
        </p:txBody>
      </p:sp>
      <p:sp>
        <p:nvSpPr>
          <p:cNvPr id="87126" name="Oval 86"/>
          <p:cNvSpPr>
            <a:spLocks noChangeArrowheads="1"/>
          </p:cNvSpPr>
          <p:nvPr/>
        </p:nvSpPr>
        <p:spPr bwMode="auto">
          <a:xfrm>
            <a:off x="6842125" y="5102225"/>
            <a:ext cx="725488" cy="7461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7127" name="Text Box 87"/>
          <p:cNvSpPr txBox="1">
            <a:spLocks noChangeArrowheads="1"/>
          </p:cNvSpPr>
          <p:nvPr/>
        </p:nvSpPr>
        <p:spPr bwMode="auto">
          <a:xfrm>
            <a:off x="6835775" y="5272088"/>
            <a:ext cx="908050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N</a:t>
            </a:r>
            <a:endParaRPr lang="en-US" sz="2400"/>
          </a:p>
        </p:txBody>
      </p:sp>
      <p:sp>
        <p:nvSpPr>
          <p:cNvPr id="87128" name="Oval 88"/>
          <p:cNvSpPr>
            <a:spLocks noChangeArrowheads="1"/>
          </p:cNvSpPr>
          <p:nvPr/>
        </p:nvSpPr>
        <p:spPr bwMode="auto">
          <a:xfrm>
            <a:off x="7931150" y="5099050"/>
            <a:ext cx="727075" cy="74612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en-MY"/>
          </a:p>
        </p:txBody>
      </p:sp>
      <p:sp>
        <p:nvSpPr>
          <p:cNvPr id="87129" name="Text Box 89"/>
          <p:cNvSpPr txBox="1">
            <a:spLocks noChangeArrowheads="1"/>
          </p:cNvSpPr>
          <p:nvPr/>
        </p:nvSpPr>
        <p:spPr bwMode="auto">
          <a:xfrm>
            <a:off x="7924800" y="5272088"/>
            <a:ext cx="90805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2400" b="1"/>
              <a:t>  O</a:t>
            </a:r>
            <a:endParaRPr lang="en-US" sz="2400"/>
          </a:p>
        </p:txBody>
      </p:sp>
      <p:sp>
        <p:nvSpPr>
          <p:cNvPr id="87130" name="Line 90"/>
          <p:cNvSpPr>
            <a:spLocks noChangeShapeType="1"/>
          </p:cNvSpPr>
          <p:nvPr/>
        </p:nvSpPr>
        <p:spPr bwMode="auto">
          <a:xfrm flipH="1">
            <a:off x="7386638" y="4545013"/>
            <a:ext cx="363537" cy="55721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7131" name="Line 91"/>
          <p:cNvSpPr>
            <a:spLocks noChangeShapeType="1"/>
          </p:cNvSpPr>
          <p:nvPr/>
        </p:nvSpPr>
        <p:spPr bwMode="auto">
          <a:xfrm>
            <a:off x="7931150" y="4545013"/>
            <a:ext cx="363538" cy="55721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7132" name="Line 92"/>
          <p:cNvSpPr>
            <a:spLocks noChangeShapeType="1"/>
          </p:cNvSpPr>
          <p:nvPr/>
        </p:nvSpPr>
        <p:spPr bwMode="auto">
          <a:xfrm flipH="1">
            <a:off x="5934075" y="3241675"/>
            <a:ext cx="725488" cy="5556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7133" name="Line 93"/>
          <p:cNvSpPr>
            <a:spLocks noChangeShapeType="1"/>
          </p:cNvSpPr>
          <p:nvPr/>
        </p:nvSpPr>
        <p:spPr bwMode="auto">
          <a:xfrm>
            <a:off x="7023100" y="3241675"/>
            <a:ext cx="727075" cy="5556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7134" name="Line 94"/>
          <p:cNvSpPr>
            <a:spLocks noChangeShapeType="1"/>
          </p:cNvSpPr>
          <p:nvPr/>
        </p:nvSpPr>
        <p:spPr bwMode="auto">
          <a:xfrm flipH="1">
            <a:off x="2819400" y="2325688"/>
            <a:ext cx="1479550" cy="3206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7135" name="Line 95"/>
          <p:cNvSpPr>
            <a:spLocks noChangeShapeType="1"/>
          </p:cNvSpPr>
          <p:nvPr/>
        </p:nvSpPr>
        <p:spPr bwMode="auto">
          <a:xfrm>
            <a:off x="5026025" y="2325688"/>
            <a:ext cx="1450975" cy="3968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7136" name="Text Box 96"/>
          <p:cNvSpPr txBox="1">
            <a:spLocks noChangeArrowheads="1"/>
          </p:cNvSpPr>
          <p:nvPr/>
        </p:nvSpPr>
        <p:spPr bwMode="auto">
          <a:xfrm>
            <a:off x="6115050" y="1066800"/>
            <a:ext cx="2876550" cy="1196975"/>
          </a:xfrm>
          <a:prstGeom prst="rect">
            <a:avLst/>
          </a:prstGeom>
          <a:noFill/>
          <a:ln w="9525" algn="ctr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FF3300"/>
                </a:solidFill>
              </a:rPr>
              <a:t>A </a:t>
            </a:r>
            <a:r>
              <a:rPr lang="en-US" sz="2400" b="1" u="sng" dirty="0">
                <a:solidFill>
                  <a:srgbClr val="FF3300"/>
                </a:solidFill>
              </a:rPr>
              <a:t>full</a:t>
            </a:r>
            <a:r>
              <a:rPr lang="en-US" sz="2400" b="1" dirty="0">
                <a:solidFill>
                  <a:srgbClr val="FF3300"/>
                </a:solidFill>
              </a:rPr>
              <a:t> binary tree is also a </a:t>
            </a:r>
            <a:r>
              <a:rPr lang="en-US" sz="2400" b="1" u="sng" dirty="0">
                <a:solidFill>
                  <a:srgbClr val="FF3300"/>
                </a:solidFill>
              </a:rPr>
              <a:t>complete</a:t>
            </a:r>
            <a:r>
              <a:rPr lang="en-US" sz="2400" b="1" dirty="0">
                <a:solidFill>
                  <a:srgbClr val="FF3300"/>
                </a:solidFill>
              </a:rPr>
              <a:t> binary tree.</a:t>
            </a:r>
          </a:p>
        </p:txBody>
      </p:sp>
    </p:spTree>
    <p:extLst>
      <p:ext uri="{BB962C8B-B14F-4D97-AF65-F5344CB8AC3E}">
        <p14:creationId xmlns:p14="http://schemas.microsoft.com/office/powerpoint/2010/main" val="779647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9706458-B954-4A27-94EC-DD0FD91332E4}" type="slidenum">
              <a:rPr lang="en-US" sz="1400"/>
              <a:pPr eaLnBrk="1" hangingPunct="1"/>
              <a:t>17</a:t>
            </a:fld>
            <a:endParaRPr lang="en-US" sz="1400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Binary Search Trees (BST)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A </a:t>
            </a:r>
            <a:r>
              <a:rPr lang="en-US" b="1" i="1" dirty="0">
                <a:solidFill>
                  <a:srgbClr val="0066FF"/>
                </a:solidFill>
              </a:rPr>
              <a:t>binary search tree</a:t>
            </a:r>
            <a:r>
              <a:rPr lang="en-US" dirty="0"/>
              <a:t> is a binary tree that allows us to </a:t>
            </a:r>
            <a:r>
              <a:rPr lang="en-US" u="sng" dirty="0"/>
              <a:t>search</a:t>
            </a:r>
            <a:r>
              <a:rPr lang="en-US" dirty="0"/>
              <a:t> for values that can be anywhere in the tree.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Usually, we search for a certain key value, and once we find the node that contains it, we retrieve the rest of the info at that node.</a:t>
            </a:r>
          </a:p>
        </p:txBody>
      </p:sp>
    </p:spTree>
    <p:extLst>
      <p:ext uri="{BB962C8B-B14F-4D97-AF65-F5344CB8AC3E}">
        <p14:creationId xmlns:p14="http://schemas.microsoft.com/office/powerpoint/2010/main" val="34992381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1083D81-1B98-4707-934C-C76700B48AB5}" type="slidenum">
              <a:rPr lang="en-US" sz="1400"/>
              <a:pPr eaLnBrk="1" hangingPunct="1"/>
              <a:t>18</a:t>
            </a:fld>
            <a:endParaRPr lang="en-US" sz="140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/>
              <a:t>Properties of BST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For any node, </a:t>
            </a:r>
          </a:p>
          <a:p>
            <a:pPr lvl="1" eaLnBrk="1" hangingPunct="1"/>
            <a:r>
              <a:rPr lang="en-US" dirty="0"/>
              <a:t>the key in its left child (if any) is less than its key.</a:t>
            </a:r>
          </a:p>
          <a:p>
            <a:pPr lvl="1" eaLnBrk="1" hangingPunct="1"/>
            <a:r>
              <a:rPr lang="en-US" dirty="0"/>
              <a:t>the key in its right child (if any) is greater than or equal to its key.</a:t>
            </a:r>
          </a:p>
          <a:p>
            <a:r>
              <a:rPr lang="en-US" dirty="0"/>
              <a:t>(Left &lt; Parent &lt;= Right) or (Left &lt;= Parent &lt; Right)</a:t>
            </a:r>
          </a:p>
        </p:txBody>
      </p:sp>
    </p:spTree>
    <p:extLst>
      <p:ext uri="{BB962C8B-B14F-4D97-AF65-F5344CB8AC3E}">
        <p14:creationId xmlns:p14="http://schemas.microsoft.com/office/powerpoint/2010/main" val="499805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F499A06-AF92-41C9-8945-F23818459A6D}" type="slidenum">
              <a:rPr lang="en-US" sz="1400"/>
              <a:pPr eaLnBrk="1" hangingPunct="1"/>
              <a:t>19</a:t>
            </a:fld>
            <a:endParaRPr lang="en-US" sz="140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/>
              <a:t>BST Node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228600" y="1447800"/>
            <a:ext cx="8686800" cy="175432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800" noProof="1">
                <a:latin typeface="Consolas" panose="020B0609020204030204" pitchFamily="49" charset="0"/>
                <a:cs typeface="Courier New" panose="02070309020205020404" pitchFamily="49" charset="0"/>
              </a:rPr>
              <a:t>// Java</a:t>
            </a:r>
          </a:p>
          <a:p>
            <a:pPr eaLnBrk="1" hangingPunct="1"/>
            <a:r>
              <a:rPr lang="en-US" sz="1800" noProof="1">
                <a:latin typeface="Consolas" panose="020B0609020204030204" pitchFamily="49" charset="0"/>
                <a:cs typeface="Courier New" panose="02070309020205020404" pitchFamily="49" charset="0"/>
              </a:rPr>
              <a:t>class BSTNode {</a:t>
            </a:r>
          </a:p>
          <a:p>
            <a:pPr eaLnBrk="1" hangingPunct="1"/>
            <a:r>
              <a:rPr lang="en-US" sz="1800" noProof="1">
                <a:latin typeface="Consolas" panose="020B0609020204030204" pitchFamily="49" charset="0"/>
                <a:cs typeface="Courier New" panose="02070309020205020404" pitchFamily="49" charset="0"/>
              </a:rPr>
              <a:t>  int element;</a:t>
            </a:r>
          </a:p>
          <a:p>
            <a:pPr eaLnBrk="1" hangingPunct="1"/>
            <a:r>
              <a:rPr lang="en-US" sz="1800" noProof="1">
                <a:latin typeface="Consolas" panose="020B0609020204030204" pitchFamily="49" charset="0"/>
                <a:cs typeface="Courier New" panose="02070309020205020404" pitchFamily="49" charset="0"/>
              </a:rPr>
              <a:t>  BSTNode left;  // reference/pointer to left node</a:t>
            </a:r>
          </a:p>
          <a:p>
            <a:pPr eaLnBrk="1" hangingPunct="1"/>
            <a:r>
              <a:rPr lang="en-US" sz="1800" noProof="1">
                <a:latin typeface="Consolas" panose="020B0609020204030204" pitchFamily="49" charset="0"/>
                <a:cs typeface="Courier New" panose="02070309020205020404" pitchFamily="49" charset="0"/>
              </a:rPr>
              <a:t>  BSTNode right; // reference/pointer to right node</a:t>
            </a:r>
          </a:p>
          <a:p>
            <a:pPr eaLnBrk="1" hangingPunct="1"/>
            <a:r>
              <a:rPr lang="en-US" sz="1800" noProof="1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5410200" y="3581400"/>
            <a:ext cx="3429000" cy="2246769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dirty="0">
                <a:solidFill>
                  <a:srgbClr val="FF3300"/>
                </a:solidFill>
              </a:rPr>
              <a:t>The implementation of a BST usually just maintains a single reference/pointer to the root node.</a:t>
            </a:r>
          </a:p>
        </p:txBody>
      </p:sp>
      <p:pic>
        <p:nvPicPr>
          <p:cNvPr id="3" name="Picture 19">
            <a:extLst>
              <a:ext uri="{FF2B5EF4-FFF2-40B4-BE49-F238E27FC236}">
                <a16:creationId xmlns:a16="http://schemas.microsoft.com/office/drawing/2014/main" id="{FA4E41EB-1F20-B570-7B80-DD0BC39A0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561479"/>
            <a:ext cx="4962525" cy="301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4620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78E6F7B-90EE-4E72-BFBE-F20D7E1D9479}" type="slidenum">
              <a:rPr lang="en-US" sz="1400"/>
              <a:pPr eaLnBrk="1" hangingPunct="1"/>
              <a:t>20</a:t>
            </a:fld>
            <a:endParaRPr lang="en-US" sz="140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Inserting Nodes </a:t>
            </a:r>
            <a:br>
              <a:rPr lang="en-US" sz="4000"/>
            </a:br>
            <a:r>
              <a:rPr lang="en-US" sz="4000"/>
              <a:t>Into a BST</a:t>
            </a: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533400" y="57150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37, 2, 45, 48, 41, 29, 20, 30, 49, 7</a:t>
            </a:r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457200" y="4724400"/>
            <a:ext cx="8382000" cy="83185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Objects that need to be inserted (only key values are shown):</a:t>
            </a:r>
          </a:p>
        </p:txBody>
      </p:sp>
      <p:sp>
        <p:nvSpPr>
          <p:cNvPr id="6150" name="Text Box 7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6151" name="Text Box 8"/>
          <p:cNvSpPr txBox="1">
            <a:spLocks noChangeArrowheads="1"/>
          </p:cNvSpPr>
          <p:nvPr/>
        </p:nvSpPr>
        <p:spPr bwMode="auto">
          <a:xfrm>
            <a:off x="2133600" y="1519535"/>
            <a:ext cx="2209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root is null</a:t>
            </a:r>
          </a:p>
        </p:txBody>
      </p:sp>
      <p:sp>
        <p:nvSpPr>
          <p:cNvPr id="6152" name="Text Box 9"/>
          <p:cNvSpPr txBox="1">
            <a:spLocks noChangeArrowheads="1"/>
          </p:cNvSpPr>
          <p:nvPr/>
        </p:nvSpPr>
        <p:spPr bwMode="auto">
          <a:xfrm>
            <a:off x="1676400" y="2286000"/>
            <a:ext cx="3581400" cy="46672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BST starts off empty</a:t>
            </a:r>
          </a:p>
        </p:txBody>
      </p:sp>
    </p:spTree>
    <p:extLst>
      <p:ext uri="{BB962C8B-B14F-4D97-AF65-F5344CB8AC3E}">
        <p14:creationId xmlns:p14="http://schemas.microsoft.com/office/powerpoint/2010/main" val="10398817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Pseudocode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E8618-322F-4CC2-8E1E-0EE35E488D26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Text Box 1028"/>
          <p:cNvSpPr txBox="1">
            <a:spLocks noChangeArrowheads="1"/>
          </p:cNvSpPr>
          <p:nvPr/>
        </p:nvSpPr>
        <p:spPr bwMode="auto">
          <a:xfrm>
            <a:off x="609600" y="1656814"/>
            <a:ext cx="7772400" cy="47705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285750" defTabSz="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defTabSz="285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defTabSz="285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defTabSz="285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defTabSz="285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6F89F7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Algorithm</a:t>
            </a:r>
            <a:r>
              <a:rPr lang="en-US" altLang="en-US" sz="2000" noProof="1">
                <a:solidFill>
                  <a:srgbClr val="40458C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2000" noProof="1">
                <a:solidFill>
                  <a:srgbClr val="BE2D00"/>
                </a:solidFill>
                <a:latin typeface="Consolas" panose="020B0609020204030204" pitchFamily="49" charset="0"/>
              </a:rPr>
              <a:t>insertElement (p, e)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6F89F7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solidFill>
                  <a:srgbClr val="BE2D00"/>
                </a:solidFill>
                <a:latin typeface="Consolas" panose="020B0609020204030204" pitchFamily="49" charset="0"/>
              </a:rPr>
              <a:t>  Input: e is the element to be inserted under node p,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6F89F7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solidFill>
                  <a:srgbClr val="BE2D00"/>
                </a:solidFill>
                <a:latin typeface="Consolas" panose="020B0609020204030204" pitchFamily="49" charset="0"/>
              </a:rPr>
              <a:t>         without rotation.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6F89F7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solidFill>
                  <a:srgbClr val="BE2D00"/>
                </a:solidFill>
                <a:latin typeface="Consolas" panose="020B0609020204030204" pitchFamily="49" charset="0"/>
              </a:rPr>
              <a:t>  Output: if e is inserted as the left child of p if e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6F89F7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solidFill>
                  <a:srgbClr val="BE2D00"/>
                </a:solidFill>
                <a:latin typeface="Consolas" panose="020B0609020204030204" pitchFamily="49" charset="0"/>
              </a:rPr>
              <a:t>          is less than p; else e is inserted as the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6F89F7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solidFill>
                  <a:srgbClr val="BE2D00"/>
                </a:solidFill>
                <a:latin typeface="Consolas" panose="020B0609020204030204" pitchFamily="49" charset="0"/>
              </a:rPr>
              <a:t>          left child of p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6F89F7"/>
              </a:buClr>
              <a:buSzPct val="110000"/>
              <a:buFont typeface="Wingdings" pitchFamily="2" charset="2"/>
              <a:buNone/>
            </a:pPr>
            <a:endParaRPr lang="en-US" altLang="en-US" sz="2000" noProof="1">
              <a:solidFill>
                <a:srgbClr val="BE2D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6F89F7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solidFill>
                  <a:srgbClr val="BE2D00"/>
                </a:solidFill>
                <a:latin typeface="Consolas" panose="020B0609020204030204" pitchFamily="49" charset="0"/>
              </a:rPr>
              <a:t>	if p == null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6F89F7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solidFill>
                  <a:srgbClr val="BE2D00"/>
                </a:solidFill>
                <a:latin typeface="Consolas" panose="020B0609020204030204" pitchFamily="49" charset="0"/>
              </a:rPr>
              <a:t>		p.element = e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6F89F7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solidFill>
                  <a:srgbClr val="BE2D00"/>
                </a:solidFill>
                <a:latin typeface="Consolas" panose="020B0609020204030204" pitchFamily="49" charset="0"/>
              </a:rPr>
              <a:t>	else if e &lt; p.element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6F89F7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solidFill>
                  <a:srgbClr val="BE2D00"/>
                </a:solidFill>
                <a:latin typeface="Consolas" panose="020B0609020204030204" pitchFamily="49" charset="0"/>
              </a:rPr>
              <a:t>		p.left = insertElement (p.</a:t>
            </a:r>
            <a:r>
              <a:rPr lang="en-US" altLang="en-US" sz="2000" noProof="1">
                <a:latin typeface="Consolas" panose="020B0609020204030204" pitchFamily="49" charset="0"/>
              </a:rPr>
              <a:t>left</a:t>
            </a:r>
            <a:r>
              <a:rPr lang="en-US" altLang="en-US" sz="2000" noProof="1">
                <a:solidFill>
                  <a:srgbClr val="BE2D00"/>
                </a:solidFill>
                <a:latin typeface="Consolas" panose="020B0609020204030204" pitchFamily="49" charset="0"/>
              </a:rPr>
              <a:t>, e)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6F89F7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solidFill>
                  <a:srgbClr val="BE2D00"/>
                </a:solidFill>
                <a:latin typeface="Consolas" panose="020B0609020204030204" pitchFamily="49" charset="0"/>
              </a:rPr>
              <a:t>	else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6F89F7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solidFill>
                  <a:srgbClr val="BE2D00"/>
                </a:solidFill>
                <a:latin typeface="Consolas" panose="020B0609020204030204" pitchFamily="49" charset="0"/>
              </a:rPr>
              <a:t>		p.right = insertElement (p.</a:t>
            </a:r>
            <a:r>
              <a:rPr lang="en-US" altLang="en-US" sz="2000" noProof="1">
                <a:latin typeface="Consolas" panose="020B0609020204030204" pitchFamily="49" charset="0"/>
              </a:rPr>
              <a:t>right</a:t>
            </a:r>
            <a:r>
              <a:rPr lang="en-US" altLang="en-US" sz="2000" noProof="1">
                <a:solidFill>
                  <a:srgbClr val="BE2D00"/>
                </a:solidFill>
                <a:latin typeface="Consolas" panose="020B0609020204030204" pitchFamily="49" charset="0"/>
              </a:rPr>
              <a:t>, e);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6F89F7"/>
              </a:buClr>
              <a:buSzPct val="110000"/>
            </a:pPr>
            <a:r>
              <a:rPr lang="en-US" altLang="en-US" sz="2000" noProof="1">
                <a:solidFill>
                  <a:srgbClr val="BE2D00"/>
                </a:solidFill>
                <a:latin typeface="Consolas" panose="020B0609020204030204" pitchFamily="49" charset="0"/>
              </a:rPr>
              <a:t>	return p</a:t>
            </a:r>
          </a:p>
        </p:txBody>
      </p:sp>
    </p:spTree>
    <p:extLst>
      <p:ext uri="{BB962C8B-B14F-4D97-AF65-F5344CB8AC3E}">
        <p14:creationId xmlns:p14="http://schemas.microsoft.com/office/powerpoint/2010/main" val="615167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54D540A-C8B0-4DCD-95BD-175CB9628163}" type="slidenum">
              <a:rPr lang="en-US" sz="1400"/>
              <a:pPr eaLnBrk="1" hangingPunct="1"/>
              <a:t>22</a:t>
            </a:fld>
            <a:endParaRPr lang="en-US" sz="140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Inserting Nodes Into a BST (cont.)</a:t>
            </a:r>
          </a:p>
        </p:txBody>
      </p:sp>
      <p:sp>
        <p:nvSpPr>
          <p:cNvPr id="7172" name="Text Box 3"/>
          <p:cNvSpPr txBox="1">
            <a:spLocks noChangeArrowheads="1"/>
          </p:cNvSpPr>
          <p:nvPr/>
        </p:nvSpPr>
        <p:spPr bwMode="auto">
          <a:xfrm>
            <a:off x="533400" y="5867400"/>
            <a:ext cx="739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3300"/>
                </a:solidFill>
              </a:rPr>
              <a:t>37</a:t>
            </a:r>
            <a:r>
              <a:rPr lang="en-US"/>
              <a:t>, 2, 45, 48, 41, 29, 20, 30, 49, 7</a:t>
            </a: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2133600" y="15240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7175" name="Line 8"/>
          <p:cNvSpPr>
            <a:spLocks noChangeShapeType="1"/>
          </p:cNvSpPr>
          <p:nvPr/>
        </p:nvSpPr>
        <p:spPr bwMode="auto">
          <a:xfrm flipV="1">
            <a:off x="990600" y="2209800"/>
            <a:ext cx="2971800" cy="3657600"/>
          </a:xfrm>
          <a:prstGeom prst="line">
            <a:avLst/>
          </a:prstGeom>
          <a:noFill/>
          <a:ln w="57150" cap="rnd">
            <a:solidFill>
              <a:schemeClr val="hlink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176" name="Oval 9"/>
          <p:cNvSpPr>
            <a:spLocks noChangeArrowheads="1"/>
          </p:cNvSpPr>
          <p:nvPr/>
        </p:nvSpPr>
        <p:spPr bwMode="auto">
          <a:xfrm>
            <a:off x="3810000" y="1600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177" name="Text Box 10"/>
          <p:cNvSpPr txBox="1">
            <a:spLocks noChangeArrowheads="1"/>
          </p:cNvSpPr>
          <p:nvPr/>
        </p:nvSpPr>
        <p:spPr bwMode="auto">
          <a:xfrm>
            <a:off x="3886200" y="1752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37</a:t>
            </a:r>
          </a:p>
        </p:txBody>
      </p:sp>
      <p:sp>
        <p:nvSpPr>
          <p:cNvPr id="7178" name="Line 11"/>
          <p:cNvSpPr>
            <a:spLocks noChangeShapeType="1"/>
          </p:cNvSpPr>
          <p:nvPr/>
        </p:nvSpPr>
        <p:spPr bwMode="auto">
          <a:xfrm>
            <a:off x="2819400" y="17526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557566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E9BF8A6-366B-4A82-8CB2-A1AC08DE3F38}" type="slidenum">
              <a:rPr lang="en-US" sz="1400"/>
              <a:pPr eaLnBrk="1" hangingPunct="1"/>
              <a:t>23</a:t>
            </a:fld>
            <a:endParaRPr lang="en-US" sz="140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Inserting Nodes Into a BST (cont.)</a:t>
            </a:r>
          </a:p>
        </p:txBody>
      </p:sp>
      <p:sp>
        <p:nvSpPr>
          <p:cNvPr id="11268" name="Text Box 3"/>
          <p:cNvSpPr txBox="1">
            <a:spLocks noChangeArrowheads="1"/>
          </p:cNvSpPr>
          <p:nvPr/>
        </p:nvSpPr>
        <p:spPr bwMode="auto">
          <a:xfrm>
            <a:off x="533400" y="57150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3300"/>
                </a:solidFill>
              </a:rPr>
              <a:t>2</a:t>
            </a:r>
            <a:r>
              <a:rPr lang="en-US"/>
              <a:t>, 45, 48, 41, 29, 20, 30, 49, 7</a:t>
            </a:r>
          </a:p>
        </p:txBody>
      </p:sp>
      <p:sp>
        <p:nvSpPr>
          <p:cNvPr id="11269" name="Text Box 4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11270" name="Text Box 5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11271" name="Oval 6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272" name="Text Box 7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11273" name="Line 8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274" name="Line 10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275" name="Line 11"/>
          <p:cNvSpPr>
            <a:spLocks noChangeShapeType="1"/>
          </p:cNvSpPr>
          <p:nvPr/>
        </p:nvSpPr>
        <p:spPr bwMode="auto">
          <a:xfrm flipV="1">
            <a:off x="838200" y="3048000"/>
            <a:ext cx="1143000" cy="2743200"/>
          </a:xfrm>
          <a:prstGeom prst="line">
            <a:avLst/>
          </a:prstGeom>
          <a:noFill/>
          <a:ln w="57150" cap="rnd">
            <a:solidFill>
              <a:schemeClr val="hlink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276" name="Oval 12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277" name="Text Box 13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2" name="Text Box 9">
            <a:extLst>
              <a:ext uri="{FF2B5EF4-FFF2-40B4-BE49-F238E27FC236}">
                <a16:creationId xmlns:a16="http://schemas.microsoft.com/office/drawing/2014/main" id="{51D02C52-8763-05BC-B6A9-4C3C984EA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2971800"/>
            <a:ext cx="4191000" cy="83185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2 &lt; 37, so insert 2 on the left side of 37</a:t>
            </a:r>
          </a:p>
        </p:txBody>
      </p:sp>
    </p:spTree>
    <p:extLst>
      <p:ext uri="{BB962C8B-B14F-4D97-AF65-F5344CB8AC3E}">
        <p14:creationId xmlns:p14="http://schemas.microsoft.com/office/powerpoint/2010/main" val="18209101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1A5996F-4A9D-48E5-85C1-F21E6809FA6E}" type="slidenum">
              <a:rPr lang="en-US" sz="1400"/>
              <a:pPr eaLnBrk="1" hangingPunct="1"/>
              <a:t>24</a:t>
            </a:fld>
            <a:endParaRPr lang="en-US" sz="140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Inserting Nodes Into a BST (cont.)</a:t>
            </a:r>
          </a:p>
        </p:txBody>
      </p:sp>
      <p:sp>
        <p:nvSpPr>
          <p:cNvPr id="15364" name="Text Box 3"/>
          <p:cNvSpPr txBox="1">
            <a:spLocks noChangeArrowheads="1"/>
          </p:cNvSpPr>
          <p:nvPr/>
        </p:nvSpPr>
        <p:spPr bwMode="auto">
          <a:xfrm>
            <a:off x="533400" y="57150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3300"/>
                </a:solidFill>
              </a:rPr>
              <a:t>45</a:t>
            </a:r>
            <a:r>
              <a:rPr lang="en-US"/>
              <a:t>, 48, 41, 29, 20, 30, 49, 7</a:t>
            </a:r>
          </a:p>
        </p:txBody>
      </p:sp>
      <p:sp>
        <p:nvSpPr>
          <p:cNvPr id="15365" name="Text Box 4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15366" name="Text Box 5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15367" name="Oval 6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5368" name="Text Box 7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15369" name="Line 8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5370" name="Line 9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5371" name="Oval 10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5372" name="Text Box 11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15373" name="Line 13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5374" name="Oval 14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5375" name="Text Box 15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15376" name="Line 16"/>
          <p:cNvSpPr>
            <a:spLocks noChangeShapeType="1"/>
          </p:cNvSpPr>
          <p:nvPr/>
        </p:nvSpPr>
        <p:spPr bwMode="auto">
          <a:xfrm flipV="1">
            <a:off x="990600" y="2819400"/>
            <a:ext cx="5029200" cy="2971800"/>
          </a:xfrm>
          <a:prstGeom prst="line">
            <a:avLst/>
          </a:prstGeom>
          <a:noFill/>
          <a:ln w="57150" cap="rnd">
            <a:solidFill>
              <a:schemeClr val="hlink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" name="Text Box 12">
            <a:extLst>
              <a:ext uri="{FF2B5EF4-FFF2-40B4-BE49-F238E27FC236}">
                <a16:creationId xmlns:a16="http://schemas.microsoft.com/office/drawing/2014/main" id="{E4C2EE36-091E-78D8-1B14-BBB2E589A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3581400"/>
            <a:ext cx="2971800" cy="830997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45 &gt; 37, so insert it at the right of 37</a:t>
            </a:r>
          </a:p>
        </p:txBody>
      </p:sp>
    </p:spTree>
    <p:extLst>
      <p:ext uri="{BB962C8B-B14F-4D97-AF65-F5344CB8AC3E}">
        <p14:creationId xmlns:p14="http://schemas.microsoft.com/office/powerpoint/2010/main" val="29584414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D483ACA-C537-4766-B31A-00EA40D9BB78}" type="slidenum">
              <a:rPr lang="en-US" sz="1400"/>
              <a:pPr eaLnBrk="1" hangingPunct="1"/>
              <a:t>25</a:t>
            </a:fld>
            <a:endParaRPr lang="en-US" sz="140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Inserting Nodes Into a BST (cont.)</a:t>
            </a:r>
          </a:p>
        </p:txBody>
      </p:sp>
      <p:sp>
        <p:nvSpPr>
          <p:cNvPr id="18436" name="Text Box 3"/>
          <p:cNvSpPr txBox="1">
            <a:spLocks noChangeArrowheads="1"/>
          </p:cNvSpPr>
          <p:nvPr/>
        </p:nvSpPr>
        <p:spPr bwMode="auto">
          <a:xfrm>
            <a:off x="533400" y="57150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3300"/>
                </a:solidFill>
              </a:rPr>
              <a:t>48</a:t>
            </a:r>
            <a:r>
              <a:rPr lang="en-US"/>
              <a:t>, 41, 29, 20, 30, 49, 7</a:t>
            </a:r>
          </a:p>
        </p:txBody>
      </p:sp>
      <p:sp>
        <p:nvSpPr>
          <p:cNvPr id="18437" name="Text Box 4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18438" name="Text Box 5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18439" name="Oval 6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8440" name="Text Box 7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18441" name="Line 8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8442" name="Line 9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8443" name="Oval 10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8444" name="Text Box 11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18445" name="Line 12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8446" name="Oval 13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8447" name="Text Box 14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18448" name="Text Box 15"/>
          <p:cNvSpPr txBox="1">
            <a:spLocks noChangeArrowheads="1"/>
          </p:cNvSpPr>
          <p:nvPr/>
        </p:nvSpPr>
        <p:spPr bwMode="auto">
          <a:xfrm>
            <a:off x="2667000" y="3505200"/>
            <a:ext cx="4572000" cy="83185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When comparing, we always start at the root node  </a:t>
            </a: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2667000" y="4791075"/>
            <a:ext cx="4572000" cy="46672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48 &gt; 37, so look to the right</a:t>
            </a:r>
          </a:p>
        </p:txBody>
      </p:sp>
    </p:spTree>
    <p:extLst>
      <p:ext uri="{BB962C8B-B14F-4D97-AF65-F5344CB8AC3E}">
        <p14:creationId xmlns:p14="http://schemas.microsoft.com/office/powerpoint/2010/main" val="8838252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5E5B40D-6D8D-477C-986A-FE05311EBAE4}" type="slidenum">
              <a:rPr lang="en-US" sz="1400"/>
              <a:pPr eaLnBrk="1" hangingPunct="1"/>
              <a:t>26</a:t>
            </a:fld>
            <a:endParaRPr lang="en-US" sz="140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Inserting Nodes Into a BST (cont.)</a:t>
            </a:r>
          </a:p>
        </p:txBody>
      </p:sp>
      <p:sp>
        <p:nvSpPr>
          <p:cNvPr id="21508" name="Text Box 3"/>
          <p:cNvSpPr txBox="1">
            <a:spLocks noChangeArrowheads="1"/>
          </p:cNvSpPr>
          <p:nvPr/>
        </p:nvSpPr>
        <p:spPr bwMode="auto">
          <a:xfrm>
            <a:off x="533400" y="57150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3300"/>
                </a:solidFill>
              </a:rPr>
              <a:t>48</a:t>
            </a:r>
            <a:r>
              <a:rPr lang="en-US"/>
              <a:t>, 41, 29, 20, 30, 49, 7</a:t>
            </a:r>
          </a:p>
        </p:txBody>
      </p:sp>
      <p:sp>
        <p:nvSpPr>
          <p:cNvPr id="21509" name="Text Box 4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21510" name="Text Box 5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21511" name="Oval 6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21512" name="Text Box 7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21513" name="Line 8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1514" name="Line 9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1515" name="Oval 10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21516" name="Text Box 11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21517" name="Line 12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1518" name="Oval 13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21519" name="Text Box 14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21520" name="Text Box 15"/>
          <p:cNvSpPr txBox="1">
            <a:spLocks noChangeArrowheads="1"/>
          </p:cNvSpPr>
          <p:nvPr/>
        </p:nvSpPr>
        <p:spPr bwMode="auto">
          <a:xfrm>
            <a:off x="2057400" y="3223478"/>
            <a:ext cx="5181600" cy="1200329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This time, there is a node already to the right of the root node.  We then compare 48 to this node</a:t>
            </a: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2057400" y="4579203"/>
            <a:ext cx="5181600" cy="830997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48 &gt; 45, and 45 has no right child, so we insert 48 on the right of 45</a:t>
            </a:r>
          </a:p>
        </p:txBody>
      </p:sp>
    </p:spTree>
    <p:extLst>
      <p:ext uri="{BB962C8B-B14F-4D97-AF65-F5344CB8AC3E}">
        <p14:creationId xmlns:p14="http://schemas.microsoft.com/office/powerpoint/2010/main" val="2006402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90AEAE8-18E2-4864-8D86-4AB230C9FED4}" type="slidenum">
              <a:rPr lang="en-US" sz="1400"/>
              <a:pPr eaLnBrk="1" hangingPunct="1"/>
              <a:t>27</a:t>
            </a:fld>
            <a:endParaRPr lang="en-US" sz="140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Inserting Nodes Into a BST (cont.)</a:t>
            </a:r>
          </a:p>
        </p:txBody>
      </p:sp>
      <p:sp>
        <p:nvSpPr>
          <p:cNvPr id="23556" name="Text Box 3"/>
          <p:cNvSpPr txBox="1">
            <a:spLocks noChangeArrowheads="1"/>
          </p:cNvSpPr>
          <p:nvPr/>
        </p:nvSpPr>
        <p:spPr bwMode="auto">
          <a:xfrm>
            <a:off x="533400" y="57150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3300"/>
                </a:solidFill>
              </a:rPr>
              <a:t>48</a:t>
            </a:r>
            <a:r>
              <a:rPr lang="en-US"/>
              <a:t>, 41, 29, 20, 30, 49, 7</a:t>
            </a: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23559" name="Oval 6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23560" name="Text Box 7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23561" name="Line 8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3562" name="Line 9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3563" name="Oval 10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23564" name="Text Box 11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23565" name="Line 12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3566" name="Oval 13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23567" name="Text Box 14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23568" name="Line 16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3569" name="Oval 17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23570" name="Text Box 18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23571" name="Line 19"/>
          <p:cNvSpPr>
            <a:spLocks noChangeShapeType="1"/>
          </p:cNvSpPr>
          <p:nvPr/>
        </p:nvSpPr>
        <p:spPr bwMode="auto">
          <a:xfrm flipV="1">
            <a:off x="914400" y="3810000"/>
            <a:ext cx="6705600" cy="1981200"/>
          </a:xfrm>
          <a:prstGeom prst="line">
            <a:avLst/>
          </a:prstGeom>
          <a:noFill/>
          <a:ln w="57150" cap="rnd">
            <a:solidFill>
              <a:schemeClr val="hlink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866621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D48F622-43D4-46EC-8C99-F29475D9C0E9}" type="slidenum">
              <a:rPr lang="en-US" sz="1400"/>
              <a:pPr eaLnBrk="1" hangingPunct="1"/>
              <a:t>28</a:t>
            </a:fld>
            <a:endParaRPr lang="en-US" sz="140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Inserting Nodes Into a BST (cont.)</a:t>
            </a:r>
          </a:p>
        </p:txBody>
      </p:sp>
      <p:sp>
        <p:nvSpPr>
          <p:cNvPr id="26628" name="Text Box 3"/>
          <p:cNvSpPr txBox="1">
            <a:spLocks noChangeArrowheads="1"/>
          </p:cNvSpPr>
          <p:nvPr/>
        </p:nvSpPr>
        <p:spPr bwMode="auto">
          <a:xfrm>
            <a:off x="533400" y="57150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3300"/>
                </a:solidFill>
              </a:rPr>
              <a:t>41</a:t>
            </a:r>
            <a:r>
              <a:rPr lang="en-US"/>
              <a:t>, 29, 20, 30, 49, 7</a:t>
            </a:r>
          </a:p>
        </p:txBody>
      </p:sp>
      <p:sp>
        <p:nvSpPr>
          <p:cNvPr id="26629" name="Text Box 4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26630" name="Text Box 5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26631" name="Oval 6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26632" name="Text Box 7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26633" name="Line 8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6634" name="Line 9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6635" name="Oval 10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26636" name="Text Box 11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26637" name="Line 12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6638" name="Oval 13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26639" name="Text Box 14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26640" name="Line 15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6641" name="Oval 16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26642" name="Text Box 17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26643" name="Text Box 18"/>
          <p:cNvSpPr txBox="1">
            <a:spLocks noChangeArrowheads="1"/>
          </p:cNvSpPr>
          <p:nvPr/>
        </p:nvSpPr>
        <p:spPr bwMode="auto">
          <a:xfrm>
            <a:off x="3048000" y="3124200"/>
            <a:ext cx="3162300" cy="83185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41 &gt; 37, so look to the right</a:t>
            </a:r>
          </a:p>
        </p:txBody>
      </p:sp>
      <p:sp>
        <p:nvSpPr>
          <p:cNvPr id="20" name="Text Box 18"/>
          <p:cNvSpPr txBox="1">
            <a:spLocks noChangeArrowheads="1"/>
          </p:cNvSpPr>
          <p:nvPr/>
        </p:nvSpPr>
        <p:spPr bwMode="auto">
          <a:xfrm>
            <a:off x="3048000" y="4127321"/>
            <a:ext cx="3162300" cy="1200329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41 &lt; 45, so look to the left – there is no left child, so insert</a:t>
            </a:r>
          </a:p>
        </p:txBody>
      </p:sp>
    </p:spTree>
    <p:extLst>
      <p:ext uri="{BB962C8B-B14F-4D97-AF65-F5344CB8AC3E}">
        <p14:creationId xmlns:p14="http://schemas.microsoft.com/office/powerpoint/2010/main" val="81856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E02824F-3308-494C-9C21-9EFDA3F27A6C}" type="slidenum">
              <a:rPr lang="en-US" sz="1400"/>
              <a:pPr eaLnBrk="1" hangingPunct="1"/>
              <a:t>29</a:t>
            </a:fld>
            <a:endParaRPr lang="en-US" sz="140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Inserting Nodes Into a BST (cont.)</a:t>
            </a:r>
          </a:p>
        </p:txBody>
      </p:sp>
      <p:sp>
        <p:nvSpPr>
          <p:cNvPr id="29700" name="Text Box 3"/>
          <p:cNvSpPr txBox="1">
            <a:spLocks noChangeArrowheads="1"/>
          </p:cNvSpPr>
          <p:nvPr/>
        </p:nvSpPr>
        <p:spPr bwMode="auto">
          <a:xfrm>
            <a:off x="533400" y="57150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3300"/>
                </a:solidFill>
              </a:rPr>
              <a:t>41</a:t>
            </a:r>
            <a:r>
              <a:rPr lang="en-US"/>
              <a:t>, 29, 20, 30, 49, 7</a:t>
            </a:r>
          </a:p>
        </p:txBody>
      </p:sp>
      <p:sp>
        <p:nvSpPr>
          <p:cNvPr id="29701" name="Text Box 4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29702" name="Text Box 5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29703" name="Oval 6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29704" name="Text Box 7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29705" name="Line 8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9706" name="Line 9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9707" name="Oval 10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29708" name="Text Box 11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29709" name="Line 12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9710" name="Oval 13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29711" name="Text Box 14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29712" name="Line 15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9713" name="Oval 16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29714" name="Text Box 17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29715" name="Line 19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9716" name="Oval 20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29717" name="Text Box 21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29718" name="Line 22"/>
          <p:cNvSpPr>
            <a:spLocks noChangeShapeType="1"/>
          </p:cNvSpPr>
          <p:nvPr/>
        </p:nvSpPr>
        <p:spPr bwMode="auto">
          <a:xfrm flipV="1">
            <a:off x="990600" y="4038600"/>
            <a:ext cx="3657600" cy="1676400"/>
          </a:xfrm>
          <a:prstGeom prst="line">
            <a:avLst/>
          </a:prstGeom>
          <a:noFill/>
          <a:ln w="57150" cap="rnd">
            <a:solidFill>
              <a:schemeClr val="hlink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717858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09DBFDE-3039-4A10-8463-C2C4FD2C989F}" type="slidenum">
              <a:rPr lang="en-US" sz="1400"/>
              <a:pPr eaLnBrk="1" hangingPunct="1"/>
              <a:t>30</a:t>
            </a:fld>
            <a:endParaRPr lang="en-US" sz="140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Inserting Nodes Into a BST (cont.)</a:t>
            </a:r>
          </a:p>
        </p:txBody>
      </p:sp>
      <p:sp>
        <p:nvSpPr>
          <p:cNvPr id="32772" name="Text Box 3"/>
          <p:cNvSpPr txBox="1">
            <a:spLocks noChangeArrowheads="1"/>
          </p:cNvSpPr>
          <p:nvPr/>
        </p:nvSpPr>
        <p:spPr bwMode="auto">
          <a:xfrm>
            <a:off x="533400" y="57150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3300"/>
                </a:solidFill>
              </a:rPr>
              <a:t>29</a:t>
            </a:r>
            <a:r>
              <a:rPr lang="en-US"/>
              <a:t>, 20, 30, 49, 7</a:t>
            </a:r>
          </a:p>
        </p:txBody>
      </p:sp>
      <p:sp>
        <p:nvSpPr>
          <p:cNvPr id="32773" name="Text Box 4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32774" name="Text Box 5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32775" name="Oval 6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32776" name="Text Box 7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32777" name="Line 8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2778" name="Line 9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2779" name="Oval 10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32780" name="Text Box 11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32781" name="Line 12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2782" name="Oval 13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32783" name="Text Box 14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32784" name="Line 15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2785" name="Oval 16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32786" name="Text Box 17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32787" name="Line 18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2788" name="Oval 19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32789" name="Text Box 20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32790" name="Text Box 21"/>
          <p:cNvSpPr txBox="1">
            <a:spLocks noChangeArrowheads="1"/>
          </p:cNvSpPr>
          <p:nvPr/>
        </p:nvSpPr>
        <p:spPr bwMode="auto">
          <a:xfrm>
            <a:off x="1828800" y="3810000"/>
            <a:ext cx="1981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29 &lt; 37, left</a:t>
            </a: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1905000" y="45720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29 &gt; 2, right</a:t>
            </a:r>
          </a:p>
        </p:txBody>
      </p:sp>
    </p:spTree>
    <p:extLst>
      <p:ext uri="{BB962C8B-B14F-4D97-AF65-F5344CB8AC3E}">
        <p14:creationId xmlns:p14="http://schemas.microsoft.com/office/powerpoint/2010/main" val="23923305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4C5D7E7-5448-475B-9401-888EF254DFC7}" type="slidenum">
              <a:rPr lang="en-US" sz="1400"/>
              <a:pPr eaLnBrk="1" hangingPunct="1"/>
              <a:t>31</a:t>
            </a:fld>
            <a:endParaRPr lang="en-US" sz="140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Inserting Nodes Into a BST (cont.)</a:t>
            </a:r>
          </a:p>
        </p:txBody>
      </p:sp>
      <p:sp>
        <p:nvSpPr>
          <p:cNvPr id="35844" name="Text Box 3"/>
          <p:cNvSpPr txBox="1">
            <a:spLocks noChangeArrowheads="1"/>
          </p:cNvSpPr>
          <p:nvPr/>
        </p:nvSpPr>
        <p:spPr bwMode="auto">
          <a:xfrm>
            <a:off x="533400" y="57150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3300"/>
                </a:solidFill>
              </a:rPr>
              <a:t>29</a:t>
            </a:r>
            <a:r>
              <a:rPr lang="en-US"/>
              <a:t>, 20, 30, 49, 7</a:t>
            </a:r>
          </a:p>
        </p:txBody>
      </p:sp>
      <p:sp>
        <p:nvSpPr>
          <p:cNvPr id="35845" name="Text Box 4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35846" name="Text Box 5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35847" name="Oval 6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35848" name="Text Box 7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35849" name="Line 8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5850" name="Line 9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5851" name="Oval 10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35852" name="Text Box 11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35853" name="Line 12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5854" name="Oval 13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35855" name="Text Box 14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35856" name="Line 15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5857" name="Oval 16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35858" name="Text Box 17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35859" name="Line 18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5860" name="Oval 19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35861" name="Text Box 20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35862" name="Line 22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5863" name="Oval 23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35864" name="Text Box 24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35865" name="Line 25"/>
          <p:cNvSpPr>
            <a:spLocks noChangeShapeType="1"/>
          </p:cNvSpPr>
          <p:nvPr/>
        </p:nvSpPr>
        <p:spPr bwMode="auto">
          <a:xfrm flipV="1">
            <a:off x="990600" y="4038600"/>
            <a:ext cx="2133600" cy="1676400"/>
          </a:xfrm>
          <a:prstGeom prst="line">
            <a:avLst/>
          </a:prstGeom>
          <a:noFill/>
          <a:ln w="57150" cap="rnd">
            <a:solidFill>
              <a:schemeClr val="hlink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167176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98E3ABD-8555-4DC1-B532-A9DA2533F227}" type="slidenum">
              <a:rPr lang="en-US" sz="1400"/>
              <a:pPr eaLnBrk="1" hangingPunct="1"/>
              <a:t>32</a:t>
            </a:fld>
            <a:endParaRPr lang="en-US" sz="1400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Inserting Nodes Into a BST (cont.)</a:t>
            </a:r>
          </a:p>
        </p:txBody>
      </p:sp>
      <p:sp>
        <p:nvSpPr>
          <p:cNvPr id="38916" name="Text Box 3"/>
          <p:cNvSpPr txBox="1">
            <a:spLocks noChangeArrowheads="1"/>
          </p:cNvSpPr>
          <p:nvPr/>
        </p:nvSpPr>
        <p:spPr bwMode="auto">
          <a:xfrm>
            <a:off x="533400" y="57150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3300"/>
                </a:solidFill>
              </a:rPr>
              <a:t>20</a:t>
            </a:r>
            <a:r>
              <a:rPr lang="en-US"/>
              <a:t>, 30, 49, 7</a:t>
            </a:r>
          </a:p>
        </p:txBody>
      </p:sp>
      <p:sp>
        <p:nvSpPr>
          <p:cNvPr id="38917" name="Text Box 4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38918" name="Text Box 5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38919" name="Oval 6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38920" name="Text Box 7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38921" name="Line 8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8922" name="Line 9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8923" name="Oval 10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38924" name="Text Box 11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38925" name="Line 12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8926" name="Oval 13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38927" name="Text Box 14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38928" name="Line 15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8929" name="Oval 16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38930" name="Text Box 17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38931" name="Line 18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8932" name="Oval 19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38933" name="Text Box 20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38934" name="Line 21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8935" name="Oval 22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38936" name="Text Box 23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38937" name="Text Box 24"/>
          <p:cNvSpPr txBox="1">
            <a:spLocks noChangeArrowheads="1"/>
          </p:cNvSpPr>
          <p:nvPr/>
        </p:nvSpPr>
        <p:spPr bwMode="auto">
          <a:xfrm>
            <a:off x="762000" y="367284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20 &lt; 37, left</a:t>
            </a:r>
          </a:p>
        </p:txBody>
      </p: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762000" y="41910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20 &gt; 2, right</a:t>
            </a:r>
          </a:p>
        </p:txBody>
      </p:sp>
      <p:sp>
        <p:nvSpPr>
          <p:cNvPr id="27" name="Text Box 24"/>
          <p:cNvSpPr txBox="1">
            <a:spLocks noChangeArrowheads="1"/>
          </p:cNvSpPr>
          <p:nvPr/>
        </p:nvSpPr>
        <p:spPr bwMode="auto">
          <a:xfrm>
            <a:off x="762000" y="48006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20 &lt; 29, left</a:t>
            </a:r>
          </a:p>
        </p:txBody>
      </p:sp>
    </p:spTree>
    <p:extLst>
      <p:ext uri="{BB962C8B-B14F-4D97-AF65-F5344CB8AC3E}">
        <p14:creationId xmlns:p14="http://schemas.microsoft.com/office/powerpoint/2010/main" val="9931066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A0E1C8D-CB0F-4E21-85AD-CBC22A6753DF}" type="slidenum">
              <a:rPr lang="en-US" sz="1400"/>
              <a:pPr eaLnBrk="1" hangingPunct="1"/>
              <a:t>33</a:t>
            </a:fld>
            <a:endParaRPr lang="en-US" sz="140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Inserting Nodes Into a BST (cont.)</a:t>
            </a:r>
          </a:p>
        </p:txBody>
      </p:sp>
      <p:sp>
        <p:nvSpPr>
          <p:cNvPr id="44036" name="Text Box 3"/>
          <p:cNvSpPr txBox="1">
            <a:spLocks noChangeArrowheads="1"/>
          </p:cNvSpPr>
          <p:nvPr/>
        </p:nvSpPr>
        <p:spPr bwMode="auto">
          <a:xfrm>
            <a:off x="533400" y="57150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3300"/>
                </a:solidFill>
              </a:rPr>
              <a:t>20</a:t>
            </a:r>
            <a:r>
              <a:rPr lang="en-US"/>
              <a:t>, 30, 49, 7</a:t>
            </a:r>
          </a:p>
        </p:txBody>
      </p:sp>
      <p:sp>
        <p:nvSpPr>
          <p:cNvPr id="44037" name="Text Box 4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44038" name="Text Box 5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44039" name="Oval 6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40" name="Text Box 7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44041" name="Line 8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42" name="Line 9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43" name="Oval 10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44" name="Text Box 11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44045" name="Line 12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46" name="Oval 13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47" name="Text Box 14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44048" name="Line 15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49" name="Oval 16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50" name="Text Box 17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44051" name="Line 18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52" name="Oval 19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53" name="Text Box 20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44054" name="Line 21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55" name="Oval 22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56" name="Text Box 23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44057" name="Line 25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58" name="Oval 26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59" name="Text Box 27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44060" name="Line 28"/>
          <p:cNvSpPr>
            <a:spLocks noChangeShapeType="1"/>
          </p:cNvSpPr>
          <p:nvPr/>
        </p:nvSpPr>
        <p:spPr bwMode="auto">
          <a:xfrm flipV="1">
            <a:off x="914400" y="5257800"/>
            <a:ext cx="1524000" cy="533400"/>
          </a:xfrm>
          <a:prstGeom prst="line">
            <a:avLst/>
          </a:prstGeom>
          <a:noFill/>
          <a:ln w="57150" cap="rnd">
            <a:solidFill>
              <a:schemeClr val="hlink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748190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900998D-1346-44C4-A8E4-FD1FE36595FA}" type="slidenum">
              <a:rPr lang="en-US" sz="1400"/>
              <a:pPr eaLnBrk="1" hangingPunct="1"/>
              <a:t>34</a:t>
            </a:fld>
            <a:endParaRPr lang="en-US" sz="1400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Inserting Nodes Into a BST (cont.)</a:t>
            </a:r>
          </a:p>
        </p:txBody>
      </p:sp>
      <p:sp>
        <p:nvSpPr>
          <p:cNvPr id="47108" name="Text Box 3"/>
          <p:cNvSpPr txBox="1">
            <a:spLocks noChangeArrowheads="1"/>
          </p:cNvSpPr>
          <p:nvPr/>
        </p:nvSpPr>
        <p:spPr bwMode="auto">
          <a:xfrm>
            <a:off x="533400" y="57150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3300"/>
                </a:solidFill>
              </a:rPr>
              <a:t>30</a:t>
            </a:r>
            <a:r>
              <a:rPr lang="en-US"/>
              <a:t>, 49, 7</a:t>
            </a:r>
          </a:p>
        </p:txBody>
      </p:sp>
      <p:sp>
        <p:nvSpPr>
          <p:cNvPr id="47109" name="Text Box 4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47110" name="Text Box 5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47111" name="Oval 6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7112" name="Text Box 7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47113" name="Line 8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7114" name="Line 9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7115" name="Oval 10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7116" name="Text Box 11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47117" name="Line 12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7118" name="Oval 13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7119" name="Text Box 14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47120" name="Line 15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7121" name="Oval 16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7122" name="Text Box 17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47123" name="Line 18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7124" name="Oval 19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7125" name="Text Box 20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47126" name="Line 21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7127" name="Oval 22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7128" name="Text Box 23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47129" name="Line 24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7130" name="Oval 25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7131" name="Text Box 26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47132" name="Text Box 27"/>
          <p:cNvSpPr txBox="1">
            <a:spLocks noChangeArrowheads="1"/>
          </p:cNvSpPr>
          <p:nvPr/>
        </p:nvSpPr>
        <p:spPr bwMode="auto">
          <a:xfrm>
            <a:off x="4191000" y="4648200"/>
            <a:ext cx="1676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30 &lt; 37</a:t>
            </a:r>
          </a:p>
        </p:txBody>
      </p:sp>
      <p:sp>
        <p:nvSpPr>
          <p:cNvPr id="29" name="Text Box 27"/>
          <p:cNvSpPr txBox="1">
            <a:spLocks noChangeArrowheads="1"/>
          </p:cNvSpPr>
          <p:nvPr/>
        </p:nvSpPr>
        <p:spPr bwMode="auto">
          <a:xfrm>
            <a:off x="4191000" y="51054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30 &gt; 2</a:t>
            </a:r>
          </a:p>
        </p:txBody>
      </p:sp>
      <p:sp>
        <p:nvSpPr>
          <p:cNvPr id="30" name="Text Box 27"/>
          <p:cNvSpPr txBox="1">
            <a:spLocks noChangeArrowheads="1"/>
          </p:cNvSpPr>
          <p:nvPr/>
        </p:nvSpPr>
        <p:spPr bwMode="auto">
          <a:xfrm>
            <a:off x="4191000" y="5562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30 &gt; 29</a:t>
            </a:r>
          </a:p>
        </p:txBody>
      </p:sp>
    </p:spTree>
    <p:extLst>
      <p:ext uri="{BB962C8B-B14F-4D97-AF65-F5344CB8AC3E}">
        <p14:creationId xmlns:p14="http://schemas.microsoft.com/office/powerpoint/2010/main" val="28098184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EF2A500-1683-4A18-B53C-C6A818262FB5}" type="slidenum">
              <a:rPr lang="en-US" sz="1400"/>
              <a:pPr eaLnBrk="1" hangingPunct="1"/>
              <a:t>35</a:t>
            </a:fld>
            <a:endParaRPr lang="en-US" sz="1400"/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Inserting Nodes Into a BST (cont.)</a:t>
            </a:r>
          </a:p>
        </p:txBody>
      </p:sp>
      <p:sp>
        <p:nvSpPr>
          <p:cNvPr id="52228" name="Text Box 3"/>
          <p:cNvSpPr txBox="1">
            <a:spLocks noChangeArrowheads="1"/>
          </p:cNvSpPr>
          <p:nvPr/>
        </p:nvSpPr>
        <p:spPr bwMode="auto">
          <a:xfrm>
            <a:off x="533400" y="57150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3300"/>
                </a:solidFill>
              </a:rPr>
              <a:t>30</a:t>
            </a:r>
            <a:r>
              <a:rPr lang="en-US"/>
              <a:t>, 49, 7</a:t>
            </a:r>
          </a:p>
        </p:txBody>
      </p:sp>
      <p:sp>
        <p:nvSpPr>
          <p:cNvPr id="52229" name="Text Box 4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52230" name="Text Box 5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52231" name="Oval 6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52232" name="Text Box 7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52233" name="Line 8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52234" name="Line 9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52235" name="Oval 10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52236" name="Text Box 11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52237" name="Line 12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52238" name="Oval 13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52239" name="Text Box 14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52240" name="Line 15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52241" name="Oval 16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52242" name="Text Box 17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52243" name="Line 18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52244" name="Oval 19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52245" name="Text Box 20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52246" name="Line 21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52247" name="Oval 22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52248" name="Text Box 23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52249" name="Line 24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52250" name="Oval 25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52251" name="Text Box 26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52252" name="Line 28"/>
          <p:cNvSpPr>
            <a:spLocks noChangeShapeType="1"/>
          </p:cNvSpPr>
          <p:nvPr/>
        </p:nvSpPr>
        <p:spPr bwMode="auto">
          <a:xfrm>
            <a:off x="3733800" y="41148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52253" name="Oval 29"/>
          <p:cNvSpPr>
            <a:spLocks noChangeArrowheads="1"/>
          </p:cNvSpPr>
          <p:nvPr/>
        </p:nvSpPr>
        <p:spPr bwMode="auto">
          <a:xfrm>
            <a:off x="4038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52254" name="Text Box 30"/>
          <p:cNvSpPr txBox="1">
            <a:spLocks noChangeArrowheads="1"/>
          </p:cNvSpPr>
          <p:nvPr/>
        </p:nvSpPr>
        <p:spPr bwMode="auto">
          <a:xfrm>
            <a:off x="4114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52255" name="Freeform 31"/>
          <p:cNvSpPr>
            <a:spLocks/>
          </p:cNvSpPr>
          <p:nvPr/>
        </p:nvSpPr>
        <p:spPr bwMode="auto">
          <a:xfrm>
            <a:off x="546100" y="5486400"/>
            <a:ext cx="3644900" cy="317500"/>
          </a:xfrm>
          <a:custGeom>
            <a:avLst/>
            <a:gdLst>
              <a:gd name="T0" fmla="*/ 266983 w 2512"/>
              <a:gd name="T1" fmla="*/ 256048 h 248"/>
              <a:gd name="T2" fmla="*/ 475926 w 2512"/>
              <a:gd name="T3" fmla="*/ 10242 h 248"/>
              <a:gd name="T4" fmla="*/ 3122542 w 2512"/>
              <a:gd name="T5" fmla="*/ 317500 h 248"/>
              <a:gd name="T6" fmla="*/ 3610076 w 2512"/>
              <a:gd name="T7" fmla="*/ 10242 h 24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12" h="248">
                <a:moveTo>
                  <a:pt x="184" y="200"/>
                </a:moveTo>
                <a:cubicBezTo>
                  <a:pt x="92" y="100"/>
                  <a:pt x="0" y="0"/>
                  <a:pt x="328" y="8"/>
                </a:cubicBezTo>
                <a:cubicBezTo>
                  <a:pt x="656" y="16"/>
                  <a:pt x="1792" y="248"/>
                  <a:pt x="2152" y="248"/>
                </a:cubicBezTo>
                <a:cubicBezTo>
                  <a:pt x="2512" y="248"/>
                  <a:pt x="2432" y="48"/>
                  <a:pt x="2488" y="8"/>
                </a:cubicBezTo>
              </a:path>
            </a:pathLst>
          </a:custGeom>
          <a:noFill/>
          <a:ln w="57150" cap="rnd" cmpd="sng">
            <a:solidFill>
              <a:schemeClr val="hlink"/>
            </a:solidFill>
            <a:prstDash val="sysDot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585525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5A321B4-9F99-4FB3-8BDA-C6840E3B42ED}" type="slidenum">
              <a:rPr lang="en-US" sz="1400"/>
              <a:pPr eaLnBrk="1" hangingPunct="1"/>
              <a:t>36</a:t>
            </a:fld>
            <a:endParaRPr lang="en-US" sz="1400"/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Inserting Nodes Into a BST (cont.)</a:t>
            </a:r>
          </a:p>
        </p:txBody>
      </p:sp>
      <p:sp>
        <p:nvSpPr>
          <p:cNvPr id="55300" name="Text Box 3"/>
          <p:cNvSpPr txBox="1">
            <a:spLocks noChangeArrowheads="1"/>
          </p:cNvSpPr>
          <p:nvPr/>
        </p:nvSpPr>
        <p:spPr bwMode="auto">
          <a:xfrm>
            <a:off x="533400" y="57150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3300"/>
                </a:solidFill>
              </a:rPr>
              <a:t>49</a:t>
            </a:r>
            <a:r>
              <a:rPr lang="en-US"/>
              <a:t>, 7</a:t>
            </a:r>
          </a:p>
        </p:txBody>
      </p:sp>
      <p:sp>
        <p:nvSpPr>
          <p:cNvPr id="55301" name="Text Box 4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55302" name="Text Box 5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55303" name="Oval 6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55304" name="Text Box 7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55305" name="Line 8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55306" name="Line 9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55307" name="Oval 10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55308" name="Text Box 11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55309" name="Line 12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55310" name="Oval 13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55311" name="Text Box 14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55312" name="Line 15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55313" name="Oval 16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55314" name="Text Box 17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55315" name="Line 18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55316" name="Oval 19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55317" name="Text Box 20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55318" name="Line 21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55319" name="Oval 22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55320" name="Text Box 23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55321" name="Line 24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55322" name="Oval 25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55323" name="Text Box 26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55324" name="Line 27"/>
          <p:cNvSpPr>
            <a:spLocks noChangeShapeType="1"/>
          </p:cNvSpPr>
          <p:nvPr/>
        </p:nvSpPr>
        <p:spPr bwMode="auto">
          <a:xfrm>
            <a:off x="3733800" y="41148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55325" name="Oval 28"/>
          <p:cNvSpPr>
            <a:spLocks noChangeArrowheads="1"/>
          </p:cNvSpPr>
          <p:nvPr/>
        </p:nvSpPr>
        <p:spPr bwMode="auto">
          <a:xfrm>
            <a:off x="4038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55326" name="Text Box 29"/>
          <p:cNvSpPr txBox="1">
            <a:spLocks noChangeArrowheads="1"/>
          </p:cNvSpPr>
          <p:nvPr/>
        </p:nvSpPr>
        <p:spPr bwMode="auto">
          <a:xfrm>
            <a:off x="4114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55327" name="Text Box 30"/>
          <p:cNvSpPr txBox="1">
            <a:spLocks noChangeArrowheads="1"/>
          </p:cNvSpPr>
          <p:nvPr/>
        </p:nvSpPr>
        <p:spPr bwMode="auto">
          <a:xfrm>
            <a:off x="5791200" y="44196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49 &gt; 37</a:t>
            </a:r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5791200" y="48006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49 &gt; 45</a:t>
            </a:r>
          </a:p>
        </p:txBody>
      </p:sp>
      <p:sp>
        <p:nvSpPr>
          <p:cNvPr id="33" name="Text Box 30"/>
          <p:cNvSpPr txBox="1">
            <a:spLocks noChangeArrowheads="1"/>
          </p:cNvSpPr>
          <p:nvPr/>
        </p:nvSpPr>
        <p:spPr bwMode="auto">
          <a:xfrm>
            <a:off x="5791200" y="51816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49 &gt; 48</a:t>
            </a:r>
          </a:p>
        </p:txBody>
      </p:sp>
    </p:spTree>
    <p:extLst>
      <p:ext uri="{BB962C8B-B14F-4D97-AF65-F5344CB8AC3E}">
        <p14:creationId xmlns:p14="http://schemas.microsoft.com/office/powerpoint/2010/main" val="8205861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3B08D05-F7E4-47FC-8C9B-D029600431E1}" type="slidenum">
              <a:rPr lang="en-US" sz="1400"/>
              <a:pPr eaLnBrk="1" hangingPunct="1"/>
              <a:t>37</a:t>
            </a:fld>
            <a:endParaRPr lang="en-US" sz="1400"/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Inserting Nodes Into a BST (cont.)</a:t>
            </a:r>
          </a:p>
        </p:txBody>
      </p:sp>
      <p:sp>
        <p:nvSpPr>
          <p:cNvPr id="60420" name="Text Box 3"/>
          <p:cNvSpPr txBox="1">
            <a:spLocks noChangeArrowheads="1"/>
          </p:cNvSpPr>
          <p:nvPr/>
        </p:nvSpPr>
        <p:spPr bwMode="auto">
          <a:xfrm>
            <a:off x="533400" y="57150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3300"/>
                </a:solidFill>
              </a:rPr>
              <a:t>49</a:t>
            </a:r>
            <a:r>
              <a:rPr lang="en-US"/>
              <a:t>, 7</a:t>
            </a:r>
          </a:p>
        </p:txBody>
      </p:sp>
      <p:sp>
        <p:nvSpPr>
          <p:cNvPr id="60421" name="Text Box 4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60422" name="Text Box 5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60423" name="Oval 6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60424" name="Text Box 7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60425" name="Line 8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0426" name="Line 9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0427" name="Oval 10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60428" name="Text Box 11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60429" name="Line 12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0430" name="Oval 13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60431" name="Text Box 14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60432" name="Line 15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0433" name="Oval 16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60434" name="Text Box 17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60435" name="Line 18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0436" name="Oval 19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60437" name="Text Box 20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60438" name="Line 21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0439" name="Oval 22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60440" name="Text Box 23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60441" name="Line 24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0442" name="Oval 25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60443" name="Text Box 26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60444" name="Line 27"/>
          <p:cNvSpPr>
            <a:spLocks noChangeShapeType="1"/>
          </p:cNvSpPr>
          <p:nvPr/>
        </p:nvSpPr>
        <p:spPr bwMode="auto">
          <a:xfrm>
            <a:off x="3733800" y="41148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0445" name="Oval 28"/>
          <p:cNvSpPr>
            <a:spLocks noChangeArrowheads="1"/>
          </p:cNvSpPr>
          <p:nvPr/>
        </p:nvSpPr>
        <p:spPr bwMode="auto">
          <a:xfrm>
            <a:off x="4038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60446" name="Text Box 29"/>
          <p:cNvSpPr txBox="1">
            <a:spLocks noChangeArrowheads="1"/>
          </p:cNvSpPr>
          <p:nvPr/>
        </p:nvSpPr>
        <p:spPr bwMode="auto">
          <a:xfrm>
            <a:off x="4114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60447" name="Line 31"/>
          <p:cNvSpPr>
            <a:spLocks noChangeShapeType="1"/>
          </p:cNvSpPr>
          <p:nvPr/>
        </p:nvSpPr>
        <p:spPr bwMode="auto">
          <a:xfrm>
            <a:off x="8229600" y="3886200"/>
            <a:ext cx="228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0448" name="Oval 32"/>
          <p:cNvSpPr>
            <a:spLocks noChangeArrowheads="1"/>
          </p:cNvSpPr>
          <p:nvPr/>
        </p:nvSpPr>
        <p:spPr bwMode="auto">
          <a:xfrm>
            <a:off x="8229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60449" name="Text Box 33"/>
          <p:cNvSpPr txBox="1">
            <a:spLocks noChangeArrowheads="1"/>
          </p:cNvSpPr>
          <p:nvPr/>
        </p:nvSpPr>
        <p:spPr bwMode="auto">
          <a:xfrm>
            <a:off x="8305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49</a:t>
            </a:r>
          </a:p>
        </p:txBody>
      </p:sp>
      <p:sp>
        <p:nvSpPr>
          <p:cNvPr id="60450" name="Freeform 34"/>
          <p:cNvSpPr>
            <a:spLocks/>
          </p:cNvSpPr>
          <p:nvPr/>
        </p:nvSpPr>
        <p:spPr bwMode="auto">
          <a:xfrm>
            <a:off x="762000" y="5029200"/>
            <a:ext cx="7391400" cy="977900"/>
          </a:xfrm>
          <a:custGeom>
            <a:avLst/>
            <a:gdLst>
              <a:gd name="T0" fmla="*/ 0 w 4656"/>
              <a:gd name="T1" fmla="*/ 660400 h 616"/>
              <a:gd name="T2" fmla="*/ 533400 w 4656"/>
              <a:gd name="T3" fmla="*/ 50800 h 616"/>
              <a:gd name="T4" fmla="*/ 2895600 w 4656"/>
              <a:gd name="T5" fmla="*/ 965200 h 616"/>
              <a:gd name="T6" fmla="*/ 7391400 w 4656"/>
              <a:gd name="T7" fmla="*/ 127000 h 61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656" h="616">
                <a:moveTo>
                  <a:pt x="0" y="416"/>
                </a:moveTo>
                <a:cubicBezTo>
                  <a:pt x="16" y="208"/>
                  <a:pt x="32" y="0"/>
                  <a:pt x="336" y="32"/>
                </a:cubicBezTo>
                <a:cubicBezTo>
                  <a:pt x="640" y="64"/>
                  <a:pt x="1104" y="600"/>
                  <a:pt x="1824" y="608"/>
                </a:cubicBezTo>
                <a:cubicBezTo>
                  <a:pt x="2544" y="616"/>
                  <a:pt x="4184" y="168"/>
                  <a:pt x="4656" y="80"/>
                </a:cubicBezTo>
              </a:path>
            </a:pathLst>
          </a:custGeom>
          <a:noFill/>
          <a:ln w="57150" cap="rnd" cmpd="sng">
            <a:solidFill>
              <a:schemeClr val="hlink"/>
            </a:solidFill>
            <a:prstDash val="sysDot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395259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8AAF739-C411-4765-AC78-8300CA779892}" type="slidenum">
              <a:rPr lang="en-US" sz="1400"/>
              <a:pPr eaLnBrk="1" hangingPunct="1"/>
              <a:t>38</a:t>
            </a:fld>
            <a:endParaRPr lang="en-US" sz="1400"/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Inserting Nodes Into a BST (cont.)</a:t>
            </a:r>
          </a:p>
        </p:txBody>
      </p:sp>
      <p:sp>
        <p:nvSpPr>
          <p:cNvPr id="63492" name="Text Box 3"/>
          <p:cNvSpPr txBox="1">
            <a:spLocks noChangeArrowheads="1"/>
          </p:cNvSpPr>
          <p:nvPr/>
        </p:nvSpPr>
        <p:spPr bwMode="auto">
          <a:xfrm>
            <a:off x="533400" y="57150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3300"/>
                </a:solidFill>
              </a:rPr>
              <a:t>7</a:t>
            </a:r>
          </a:p>
        </p:txBody>
      </p:sp>
      <p:sp>
        <p:nvSpPr>
          <p:cNvPr id="63493" name="Text Box 4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63494" name="Text Box 5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63495" name="Oval 6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63496" name="Text Box 7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63497" name="Line 8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3498" name="Line 9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3499" name="Oval 10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63500" name="Text Box 11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63501" name="Line 12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3502" name="Oval 13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63503" name="Text Box 14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63504" name="Line 15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3505" name="Oval 16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63506" name="Text Box 17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63507" name="Line 18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3508" name="Oval 19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63509" name="Text Box 20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63510" name="Line 21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3511" name="Oval 22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63512" name="Text Box 23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63513" name="Line 24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3514" name="Oval 25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63515" name="Text Box 26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63516" name="Line 27"/>
          <p:cNvSpPr>
            <a:spLocks noChangeShapeType="1"/>
          </p:cNvSpPr>
          <p:nvPr/>
        </p:nvSpPr>
        <p:spPr bwMode="auto">
          <a:xfrm>
            <a:off x="3733800" y="41148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3517" name="Oval 28"/>
          <p:cNvSpPr>
            <a:spLocks noChangeArrowheads="1"/>
          </p:cNvSpPr>
          <p:nvPr/>
        </p:nvSpPr>
        <p:spPr bwMode="auto">
          <a:xfrm>
            <a:off x="4038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63518" name="Text Box 29"/>
          <p:cNvSpPr txBox="1">
            <a:spLocks noChangeArrowheads="1"/>
          </p:cNvSpPr>
          <p:nvPr/>
        </p:nvSpPr>
        <p:spPr bwMode="auto">
          <a:xfrm>
            <a:off x="4114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63519" name="Line 30"/>
          <p:cNvSpPr>
            <a:spLocks noChangeShapeType="1"/>
          </p:cNvSpPr>
          <p:nvPr/>
        </p:nvSpPr>
        <p:spPr bwMode="auto">
          <a:xfrm>
            <a:off x="8229600" y="3886200"/>
            <a:ext cx="228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3520" name="Oval 31"/>
          <p:cNvSpPr>
            <a:spLocks noChangeArrowheads="1"/>
          </p:cNvSpPr>
          <p:nvPr/>
        </p:nvSpPr>
        <p:spPr bwMode="auto">
          <a:xfrm>
            <a:off x="8229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63521" name="Text Box 32"/>
          <p:cNvSpPr txBox="1">
            <a:spLocks noChangeArrowheads="1"/>
          </p:cNvSpPr>
          <p:nvPr/>
        </p:nvSpPr>
        <p:spPr bwMode="auto">
          <a:xfrm>
            <a:off x="8305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49</a:t>
            </a:r>
          </a:p>
        </p:txBody>
      </p:sp>
      <p:sp>
        <p:nvSpPr>
          <p:cNvPr id="63522" name="Text Box 33"/>
          <p:cNvSpPr txBox="1">
            <a:spLocks noChangeArrowheads="1"/>
          </p:cNvSpPr>
          <p:nvPr/>
        </p:nvSpPr>
        <p:spPr bwMode="auto">
          <a:xfrm>
            <a:off x="533400" y="36576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7 &lt; 37</a:t>
            </a:r>
          </a:p>
        </p:txBody>
      </p:sp>
      <p:sp>
        <p:nvSpPr>
          <p:cNvPr id="35" name="Text Box 33"/>
          <p:cNvSpPr txBox="1">
            <a:spLocks noChangeArrowheads="1"/>
          </p:cNvSpPr>
          <p:nvPr/>
        </p:nvSpPr>
        <p:spPr bwMode="auto">
          <a:xfrm>
            <a:off x="533400" y="40386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7 &gt; 2</a:t>
            </a:r>
          </a:p>
        </p:txBody>
      </p:sp>
      <p:sp>
        <p:nvSpPr>
          <p:cNvPr id="36" name="Text Box 33"/>
          <p:cNvSpPr txBox="1">
            <a:spLocks noChangeArrowheads="1"/>
          </p:cNvSpPr>
          <p:nvPr/>
        </p:nvSpPr>
        <p:spPr bwMode="auto">
          <a:xfrm>
            <a:off x="533400" y="44196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7 &lt; 29</a:t>
            </a:r>
          </a:p>
        </p:txBody>
      </p:sp>
      <p:sp>
        <p:nvSpPr>
          <p:cNvPr id="37" name="Text Box 33"/>
          <p:cNvSpPr txBox="1">
            <a:spLocks noChangeArrowheads="1"/>
          </p:cNvSpPr>
          <p:nvPr/>
        </p:nvSpPr>
        <p:spPr bwMode="auto">
          <a:xfrm>
            <a:off x="533400" y="48006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7 &lt; 20</a:t>
            </a:r>
          </a:p>
        </p:txBody>
      </p:sp>
    </p:spTree>
    <p:extLst>
      <p:ext uri="{BB962C8B-B14F-4D97-AF65-F5344CB8AC3E}">
        <p14:creationId xmlns:p14="http://schemas.microsoft.com/office/powerpoint/2010/main" val="3698973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7A070B9-51D2-4E1D-B691-A9B4BEB63E74}" type="slidenum">
              <a:rPr lang="en-US" sz="1400"/>
              <a:pPr eaLnBrk="1" hangingPunct="1"/>
              <a:t>39</a:t>
            </a:fld>
            <a:endParaRPr lang="en-US" sz="1400"/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Inserting Nodes Into a BST (cont.)</a:t>
            </a:r>
          </a:p>
        </p:txBody>
      </p:sp>
      <p:sp>
        <p:nvSpPr>
          <p:cNvPr id="70660" name="Text Box 3"/>
          <p:cNvSpPr txBox="1">
            <a:spLocks noChangeArrowheads="1"/>
          </p:cNvSpPr>
          <p:nvPr/>
        </p:nvSpPr>
        <p:spPr bwMode="auto">
          <a:xfrm>
            <a:off x="533400" y="57150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3300"/>
                </a:solidFill>
              </a:rPr>
              <a:t>7</a:t>
            </a:r>
          </a:p>
        </p:txBody>
      </p:sp>
      <p:sp>
        <p:nvSpPr>
          <p:cNvPr id="70661" name="Text Box 4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70662" name="Text Box 5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70663" name="Oval 6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0664" name="Text Box 7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70665" name="Line 8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0666" name="Line 9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0667" name="Oval 10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0668" name="Text Box 11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70669" name="Line 12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0670" name="Oval 13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0671" name="Text Box 14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70672" name="Line 15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0673" name="Oval 16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0674" name="Text Box 17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70675" name="Line 18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0676" name="Oval 19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0677" name="Text Box 20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70678" name="Line 21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0679" name="Oval 22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0680" name="Text Box 23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70681" name="Line 24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0682" name="Oval 25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0683" name="Text Box 26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70684" name="Line 27"/>
          <p:cNvSpPr>
            <a:spLocks noChangeShapeType="1"/>
          </p:cNvSpPr>
          <p:nvPr/>
        </p:nvSpPr>
        <p:spPr bwMode="auto">
          <a:xfrm>
            <a:off x="3733800" y="41148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0685" name="Oval 28"/>
          <p:cNvSpPr>
            <a:spLocks noChangeArrowheads="1"/>
          </p:cNvSpPr>
          <p:nvPr/>
        </p:nvSpPr>
        <p:spPr bwMode="auto">
          <a:xfrm>
            <a:off x="4038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0686" name="Text Box 29"/>
          <p:cNvSpPr txBox="1">
            <a:spLocks noChangeArrowheads="1"/>
          </p:cNvSpPr>
          <p:nvPr/>
        </p:nvSpPr>
        <p:spPr bwMode="auto">
          <a:xfrm>
            <a:off x="4114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70687" name="Line 30"/>
          <p:cNvSpPr>
            <a:spLocks noChangeShapeType="1"/>
          </p:cNvSpPr>
          <p:nvPr/>
        </p:nvSpPr>
        <p:spPr bwMode="auto">
          <a:xfrm>
            <a:off x="8229600" y="3886200"/>
            <a:ext cx="228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0688" name="Oval 31"/>
          <p:cNvSpPr>
            <a:spLocks noChangeArrowheads="1"/>
          </p:cNvSpPr>
          <p:nvPr/>
        </p:nvSpPr>
        <p:spPr bwMode="auto">
          <a:xfrm>
            <a:off x="8229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0689" name="Text Box 32"/>
          <p:cNvSpPr txBox="1">
            <a:spLocks noChangeArrowheads="1"/>
          </p:cNvSpPr>
          <p:nvPr/>
        </p:nvSpPr>
        <p:spPr bwMode="auto">
          <a:xfrm>
            <a:off x="8305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49</a:t>
            </a:r>
          </a:p>
        </p:txBody>
      </p:sp>
      <p:sp>
        <p:nvSpPr>
          <p:cNvPr id="70690" name="Line 34"/>
          <p:cNvSpPr>
            <a:spLocks noChangeShapeType="1"/>
          </p:cNvSpPr>
          <p:nvPr/>
        </p:nvSpPr>
        <p:spPr bwMode="auto">
          <a:xfrm flipH="1">
            <a:off x="2057400" y="5257800"/>
            <a:ext cx="4572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0691" name="Oval 35"/>
          <p:cNvSpPr>
            <a:spLocks noChangeArrowheads="1"/>
          </p:cNvSpPr>
          <p:nvPr/>
        </p:nvSpPr>
        <p:spPr bwMode="auto">
          <a:xfrm>
            <a:off x="1371600" y="53340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0692" name="Text Box 36"/>
          <p:cNvSpPr txBox="1">
            <a:spLocks noChangeArrowheads="1"/>
          </p:cNvSpPr>
          <p:nvPr/>
        </p:nvSpPr>
        <p:spPr bwMode="auto">
          <a:xfrm>
            <a:off x="1447800" y="54864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7</a:t>
            </a:r>
          </a:p>
        </p:txBody>
      </p:sp>
      <p:sp>
        <p:nvSpPr>
          <p:cNvPr id="70693" name="Line 37"/>
          <p:cNvSpPr>
            <a:spLocks noChangeShapeType="1"/>
          </p:cNvSpPr>
          <p:nvPr/>
        </p:nvSpPr>
        <p:spPr bwMode="auto">
          <a:xfrm flipV="1">
            <a:off x="914400" y="5791200"/>
            <a:ext cx="381000" cy="76200"/>
          </a:xfrm>
          <a:prstGeom prst="line">
            <a:avLst/>
          </a:prstGeom>
          <a:noFill/>
          <a:ln w="57150" cap="rnd">
            <a:solidFill>
              <a:schemeClr val="hlink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645759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AB830A3-513E-4E2C-A645-CD7B9C90D641}" type="slidenum">
              <a:rPr lang="en-US" sz="1400"/>
              <a:pPr eaLnBrk="1" hangingPunct="1"/>
              <a:t>40</a:t>
            </a:fld>
            <a:endParaRPr lang="en-US" sz="1400"/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Inserting Nodes Into a BST (cont.)</a:t>
            </a:r>
          </a:p>
        </p:txBody>
      </p:sp>
      <p:sp>
        <p:nvSpPr>
          <p:cNvPr id="72708" name="Text Box 3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72709" name="Text Box 4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72710" name="Oval 5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2711" name="Text Box 6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72712" name="Line 7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2713" name="Line 8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2714" name="Oval 9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2715" name="Text Box 10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72716" name="Line 11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2717" name="Oval 12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2718" name="Text Box 13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72719" name="Line 14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2720" name="Oval 15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2721" name="Text Box 16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72722" name="Line 17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2723" name="Oval 18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2724" name="Text Box 19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72725" name="Line 20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2726" name="Oval 21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2727" name="Text Box 22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72728" name="Line 23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2729" name="Oval 24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2730" name="Text Box 25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72731" name="Line 26"/>
          <p:cNvSpPr>
            <a:spLocks noChangeShapeType="1"/>
          </p:cNvSpPr>
          <p:nvPr/>
        </p:nvSpPr>
        <p:spPr bwMode="auto">
          <a:xfrm>
            <a:off x="3733800" y="41148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2732" name="Oval 27"/>
          <p:cNvSpPr>
            <a:spLocks noChangeArrowheads="1"/>
          </p:cNvSpPr>
          <p:nvPr/>
        </p:nvSpPr>
        <p:spPr bwMode="auto">
          <a:xfrm>
            <a:off x="4038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2733" name="Text Box 28"/>
          <p:cNvSpPr txBox="1">
            <a:spLocks noChangeArrowheads="1"/>
          </p:cNvSpPr>
          <p:nvPr/>
        </p:nvSpPr>
        <p:spPr bwMode="auto">
          <a:xfrm>
            <a:off x="4114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72734" name="Line 29"/>
          <p:cNvSpPr>
            <a:spLocks noChangeShapeType="1"/>
          </p:cNvSpPr>
          <p:nvPr/>
        </p:nvSpPr>
        <p:spPr bwMode="auto">
          <a:xfrm>
            <a:off x="8229600" y="3886200"/>
            <a:ext cx="228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2735" name="Oval 30"/>
          <p:cNvSpPr>
            <a:spLocks noChangeArrowheads="1"/>
          </p:cNvSpPr>
          <p:nvPr/>
        </p:nvSpPr>
        <p:spPr bwMode="auto">
          <a:xfrm>
            <a:off x="8229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2736" name="Text Box 31"/>
          <p:cNvSpPr txBox="1">
            <a:spLocks noChangeArrowheads="1"/>
          </p:cNvSpPr>
          <p:nvPr/>
        </p:nvSpPr>
        <p:spPr bwMode="auto">
          <a:xfrm>
            <a:off x="8305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49</a:t>
            </a:r>
          </a:p>
        </p:txBody>
      </p:sp>
      <p:sp>
        <p:nvSpPr>
          <p:cNvPr id="72737" name="Text Box 35"/>
          <p:cNvSpPr txBox="1">
            <a:spLocks noChangeArrowheads="1"/>
          </p:cNvSpPr>
          <p:nvPr/>
        </p:nvSpPr>
        <p:spPr bwMode="auto">
          <a:xfrm>
            <a:off x="5105400" y="4800600"/>
            <a:ext cx="2819400" cy="83185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All elements have been inserted</a:t>
            </a:r>
          </a:p>
        </p:txBody>
      </p:sp>
      <p:sp>
        <p:nvSpPr>
          <p:cNvPr id="72738" name="Line 36"/>
          <p:cNvSpPr>
            <a:spLocks noChangeShapeType="1"/>
          </p:cNvSpPr>
          <p:nvPr/>
        </p:nvSpPr>
        <p:spPr bwMode="auto">
          <a:xfrm flipH="1">
            <a:off x="2057400" y="5257800"/>
            <a:ext cx="4572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2739" name="Oval 37"/>
          <p:cNvSpPr>
            <a:spLocks noChangeArrowheads="1"/>
          </p:cNvSpPr>
          <p:nvPr/>
        </p:nvSpPr>
        <p:spPr bwMode="auto">
          <a:xfrm>
            <a:off x="1371600" y="53340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2740" name="Text Box 38"/>
          <p:cNvSpPr txBox="1">
            <a:spLocks noChangeArrowheads="1"/>
          </p:cNvSpPr>
          <p:nvPr/>
        </p:nvSpPr>
        <p:spPr bwMode="auto">
          <a:xfrm>
            <a:off x="1447800" y="54864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7</a:t>
            </a:r>
          </a:p>
        </p:txBody>
      </p:sp>
    </p:spTree>
    <p:extLst>
      <p:ext uri="{BB962C8B-B14F-4D97-AF65-F5344CB8AC3E}">
        <p14:creationId xmlns:p14="http://schemas.microsoft.com/office/powerpoint/2010/main" val="17600040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E8618-322F-4CC2-8E1E-0EE35E488D26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5" name="Text Box 1028"/>
          <p:cNvSpPr txBox="1">
            <a:spLocks noChangeArrowheads="1"/>
          </p:cNvSpPr>
          <p:nvPr/>
        </p:nvSpPr>
        <p:spPr bwMode="auto">
          <a:xfrm>
            <a:off x="381000" y="2057400"/>
            <a:ext cx="8305800" cy="409342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285750" defTabSz="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defTabSz="285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defTabSz="285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defTabSz="285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defTabSz="285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6F89F7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Algorithm</a:t>
            </a:r>
            <a:r>
              <a:rPr lang="en-US" altLang="en-US" sz="2000" noProof="1">
                <a:solidFill>
                  <a:srgbClr val="40458C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2000" noProof="1">
                <a:solidFill>
                  <a:srgbClr val="BE2D00"/>
                </a:solidFill>
                <a:latin typeface="Consolas" panose="020B0609020204030204" pitchFamily="49" charset="0"/>
              </a:rPr>
              <a:t>findElement (p, k)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6F89F7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solidFill>
                  <a:srgbClr val="BE2D00"/>
                </a:solidFill>
                <a:latin typeface="Consolas" panose="020B0609020204030204" pitchFamily="49" charset="0"/>
              </a:rPr>
              <a:t>  Input: fFind target k from node p and its children.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6F89F7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solidFill>
                  <a:srgbClr val="BE2D00"/>
                </a:solidFill>
                <a:latin typeface="Consolas" panose="020B0609020204030204" pitchFamily="49" charset="0"/>
              </a:rPr>
              <a:t>  Output: return p if k is found; else return NO_SUCH_KEY.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6F89F7"/>
              </a:buClr>
              <a:buSzPct val="110000"/>
              <a:buFont typeface="Wingdings" pitchFamily="2" charset="2"/>
              <a:buNone/>
            </a:pPr>
            <a:endParaRPr lang="en-US" altLang="en-US" sz="2000" noProof="1">
              <a:solidFill>
                <a:srgbClr val="BE2D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6F89F7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solidFill>
                  <a:srgbClr val="BE2D00"/>
                </a:solidFill>
                <a:latin typeface="Consolas" panose="020B0609020204030204" pitchFamily="49" charset="0"/>
              </a:rPr>
              <a:t>	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en-US" altLang="en-US" sz="2000" noProof="1">
                <a:solidFill>
                  <a:srgbClr val="BE2D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2000" noProof="1">
                <a:solidFill>
                  <a:srgbClr val="577052"/>
                </a:solidFill>
                <a:latin typeface="Consolas" panose="020B0609020204030204" pitchFamily="49" charset="0"/>
              </a:rPr>
              <a:t>p == null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6F89F7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	return</a:t>
            </a:r>
            <a:r>
              <a:rPr lang="en-US" altLang="en-US" sz="2000" noProof="1">
                <a:solidFill>
                  <a:srgbClr val="577052"/>
                </a:solidFill>
                <a:latin typeface="Consolas" panose="020B0609020204030204" pitchFamily="49" charset="0"/>
              </a:rPr>
              <a:t> NO_SUCH_KEY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6F89F7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if </a:t>
            </a:r>
            <a:r>
              <a:rPr lang="en-US" altLang="en-US" sz="2000" noProof="1">
                <a:solidFill>
                  <a:srgbClr val="577052"/>
                </a:solidFill>
                <a:latin typeface="Consolas" panose="020B0609020204030204" pitchFamily="49" charset="0"/>
              </a:rPr>
              <a:t>k </a:t>
            </a:r>
            <a:r>
              <a:rPr lang="en-US" altLang="en-US" sz="2000" noProof="1">
                <a:solidFill>
                  <a:srgbClr val="577052"/>
                </a:solidFill>
                <a:latin typeface="Consolas" panose="020B0609020204030204" pitchFamily="49" charset="0"/>
                <a:sym typeface="Symbol" pitchFamily="18" charset="2"/>
              </a:rPr>
              <a:t>==</a:t>
            </a:r>
            <a:r>
              <a:rPr lang="en-US" altLang="en-US" sz="2000" noProof="1">
                <a:solidFill>
                  <a:srgbClr val="577052"/>
                </a:solidFill>
                <a:latin typeface="Consolas" panose="020B0609020204030204" pitchFamily="49" charset="0"/>
              </a:rPr>
              <a:t> p.element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6F89F7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solidFill>
                  <a:srgbClr val="577052"/>
                </a:solidFill>
                <a:latin typeface="Consolas" panose="020B0609020204030204" pitchFamily="49" charset="0"/>
              </a:rPr>
              <a:t>	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return</a:t>
            </a:r>
            <a:r>
              <a:rPr lang="en-US" altLang="en-US" sz="2000" noProof="1">
                <a:solidFill>
                  <a:srgbClr val="577052"/>
                </a:solidFill>
                <a:latin typeface="Consolas" panose="020B0609020204030204" pitchFamily="49" charset="0"/>
              </a:rPr>
              <a:t> p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6F89F7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else if </a:t>
            </a:r>
            <a:r>
              <a:rPr lang="en-US" altLang="en-US" sz="2000" noProof="1">
                <a:solidFill>
                  <a:srgbClr val="577052"/>
                </a:solidFill>
                <a:latin typeface="Consolas" panose="020B0609020204030204" pitchFamily="49" charset="0"/>
              </a:rPr>
              <a:t>k </a:t>
            </a:r>
            <a:r>
              <a:rPr lang="en-US" altLang="en-US" sz="2000" noProof="1">
                <a:solidFill>
                  <a:srgbClr val="577052"/>
                </a:solidFill>
                <a:latin typeface="Consolas" panose="020B0609020204030204" pitchFamily="49" charset="0"/>
                <a:sym typeface="Symbol" pitchFamily="18" charset="2"/>
              </a:rPr>
              <a:t>&lt;</a:t>
            </a:r>
            <a:r>
              <a:rPr lang="en-US" altLang="en-US" sz="2000" noProof="1">
                <a:solidFill>
                  <a:srgbClr val="577052"/>
                </a:solidFill>
                <a:latin typeface="Consolas" panose="020B0609020204030204" pitchFamily="49" charset="0"/>
              </a:rPr>
              <a:t> p.element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6F89F7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solidFill>
                  <a:srgbClr val="577052"/>
                </a:solidFill>
                <a:latin typeface="Consolas" panose="020B0609020204030204" pitchFamily="49" charset="0"/>
              </a:rPr>
              <a:t>	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return</a:t>
            </a:r>
            <a:r>
              <a:rPr lang="en-US" altLang="en-US" sz="2000" noProof="1">
                <a:solidFill>
                  <a:srgbClr val="577052"/>
                </a:solidFill>
                <a:latin typeface="Consolas" panose="020B0609020204030204" pitchFamily="49" charset="0"/>
              </a:rPr>
              <a:t> findElement (k, p.left)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6F89F7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else</a:t>
            </a:r>
            <a:r>
              <a:rPr lang="en-US" altLang="en-US" sz="2000" noProof="1">
                <a:solidFill>
                  <a:srgbClr val="577052"/>
                </a:solidFill>
                <a:latin typeface="Consolas" panose="020B0609020204030204" pitchFamily="49" charset="0"/>
              </a:rPr>
              <a:t> //</a:t>
            </a:r>
            <a:r>
              <a:rPr lang="en-US" altLang="en-US" sz="2000" noProof="1">
                <a:solidFill>
                  <a:srgbClr val="6F89F7"/>
                </a:solidFill>
                <a:latin typeface="Consolas" panose="020B0609020204030204" pitchFamily="49" charset="0"/>
              </a:rPr>
              <a:t> k </a:t>
            </a:r>
            <a:r>
              <a:rPr lang="en-US" altLang="en-US" sz="2000" noProof="1">
                <a:solidFill>
                  <a:srgbClr val="6F89F7"/>
                </a:solidFill>
                <a:latin typeface="Consolas" panose="020B0609020204030204" pitchFamily="49" charset="0"/>
                <a:sym typeface="Symbol" pitchFamily="18" charset="2"/>
              </a:rPr>
              <a:t>&gt;</a:t>
            </a:r>
            <a:r>
              <a:rPr lang="en-US" altLang="en-US" sz="2000" noProof="1">
                <a:solidFill>
                  <a:srgbClr val="6F89F7"/>
                </a:solidFill>
                <a:latin typeface="Consolas" panose="020B0609020204030204" pitchFamily="49" charset="0"/>
              </a:rPr>
              <a:t> p</a:t>
            </a:r>
            <a:r>
              <a:rPr lang="en-US" altLang="en-US" sz="2000" noProof="1">
                <a:solidFill>
                  <a:srgbClr val="577052"/>
                </a:solidFill>
                <a:latin typeface="Consolas" panose="020B0609020204030204" pitchFamily="49" charset="0"/>
              </a:rPr>
              <a:t>.element</a:t>
            </a:r>
            <a:endParaRPr lang="en-US" altLang="en-US" sz="2000" noProof="1">
              <a:solidFill>
                <a:srgbClr val="6F89F7"/>
              </a:solidFill>
              <a:latin typeface="Consolas" panose="020B0609020204030204" pitchFamily="49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6F89F7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solidFill>
                  <a:srgbClr val="577052"/>
                </a:solidFill>
                <a:latin typeface="Consolas" panose="020B0609020204030204" pitchFamily="49" charset="0"/>
              </a:rPr>
              <a:t>	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return</a:t>
            </a:r>
            <a:r>
              <a:rPr lang="en-US" altLang="en-US" sz="2000" noProof="1">
                <a:solidFill>
                  <a:srgbClr val="577052"/>
                </a:solidFill>
                <a:latin typeface="Consolas" panose="020B0609020204030204" pitchFamily="49" charset="0"/>
              </a:rPr>
              <a:t> findElement (k, p.right)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Searching for a Key in a BST</a:t>
            </a:r>
          </a:p>
        </p:txBody>
      </p:sp>
    </p:spTree>
    <p:extLst>
      <p:ext uri="{BB962C8B-B14F-4D97-AF65-F5344CB8AC3E}">
        <p14:creationId xmlns:p14="http://schemas.microsoft.com/office/powerpoint/2010/main" val="17678191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36CAA3A-5707-48A0-BFF1-70FCBF2B510D}" type="slidenum">
              <a:rPr lang="en-US" sz="1400"/>
              <a:pPr eaLnBrk="1" hangingPunct="1"/>
              <a:t>42</a:t>
            </a:fld>
            <a:endParaRPr lang="en-US" sz="1400"/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Searching for a Key in a BST</a:t>
            </a:r>
          </a:p>
        </p:txBody>
      </p:sp>
      <p:sp>
        <p:nvSpPr>
          <p:cNvPr id="73732" name="Text Box 3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73733" name="Text Box 4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73734" name="Oval 5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3735" name="Text Box 6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73736" name="Line 7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3737" name="Line 8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3738" name="Oval 9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3739" name="Text Box 10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73740" name="Line 11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3741" name="Oval 12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3742" name="Text Box 13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73743" name="Line 14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3744" name="Oval 15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3745" name="Text Box 16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73746" name="Line 17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3747" name="Oval 18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3748" name="Text Box 19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73749" name="Line 20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3750" name="Oval 21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3751" name="Text Box 22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73752" name="Line 23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3753" name="Oval 24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3754" name="Text Box 25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73755" name="Line 26"/>
          <p:cNvSpPr>
            <a:spLocks noChangeShapeType="1"/>
          </p:cNvSpPr>
          <p:nvPr/>
        </p:nvSpPr>
        <p:spPr bwMode="auto">
          <a:xfrm>
            <a:off x="3733800" y="41148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3756" name="Oval 27"/>
          <p:cNvSpPr>
            <a:spLocks noChangeArrowheads="1"/>
          </p:cNvSpPr>
          <p:nvPr/>
        </p:nvSpPr>
        <p:spPr bwMode="auto">
          <a:xfrm>
            <a:off x="4038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3757" name="Text Box 28"/>
          <p:cNvSpPr txBox="1">
            <a:spLocks noChangeArrowheads="1"/>
          </p:cNvSpPr>
          <p:nvPr/>
        </p:nvSpPr>
        <p:spPr bwMode="auto">
          <a:xfrm>
            <a:off x="4114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73758" name="Line 29"/>
          <p:cNvSpPr>
            <a:spLocks noChangeShapeType="1"/>
          </p:cNvSpPr>
          <p:nvPr/>
        </p:nvSpPr>
        <p:spPr bwMode="auto">
          <a:xfrm>
            <a:off x="8229600" y="3886200"/>
            <a:ext cx="228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3759" name="Oval 30"/>
          <p:cNvSpPr>
            <a:spLocks noChangeArrowheads="1"/>
          </p:cNvSpPr>
          <p:nvPr/>
        </p:nvSpPr>
        <p:spPr bwMode="auto">
          <a:xfrm>
            <a:off x="8229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3760" name="Text Box 31"/>
          <p:cNvSpPr txBox="1">
            <a:spLocks noChangeArrowheads="1"/>
          </p:cNvSpPr>
          <p:nvPr/>
        </p:nvSpPr>
        <p:spPr bwMode="auto">
          <a:xfrm>
            <a:off x="8305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49</a:t>
            </a:r>
          </a:p>
        </p:txBody>
      </p:sp>
      <p:sp>
        <p:nvSpPr>
          <p:cNvPr id="73761" name="Text Box 36"/>
          <p:cNvSpPr txBox="1">
            <a:spLocks noChangeArrowheads="1"/>
          </p:cNvSpPr>
          <p:nvPr/>
        </p:nvSpPr>
        <p:spPr bwMode="auto">
          <a:xfrm>
            <a:off x="5029200" y="4419600"/>
            <a:ext cx="2895600" cy="11969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Searching for a key in a BST uses the same logic</a:t>
            </a:r>
          </a:p>
        </p:txBody>
      </p:sp>
      <p:sp>
        <p:nvSpPr>
          <p:cNvPr id="73762" name="Line 37"/>
          <p:cNvSpPr>
            <a:spLocks noChangeShapeType="1"/>
          </p:cNvSpPr>
          <p:nvPr/>
        </p:nvSpPr>
        <p:spPr bwMode="auto">
          <a:xfrm flipH="1">
            <a:off x="2057400" y="5257800"/>
            <a:ext cx="4572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3763" name="Oval 38"/>
          <p:cNvSpPr>
            <a:spLocks noChangeArrowheads="1"/>
          </p:cNvSpPr>
          <p:nvPr/>
        </p:nvSpPr>
        <p:spPr bwMode="auto">
          <a:xfrm>
            <a:off x="1371600" y="53340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3764" name="Text Box 39"/>
          <p:cNvSpPr txBox="1">
            <a:spLocks noChangeArrowheads="1"/>
          </p:cNvSpPr>
          <p:nvPr/>
        </p:nvSpPr>
        <p:spPr bwMode="auto">
          <a:xfrm>
            <a:off x="1447800" y="54864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7</a:t>
            </a:r>
          </a:p>
        </p:txBody>
      </p:sp>
      <p:sp>
        <p:nvSpPr>
          <p:cNvPr id="37" name="Text Box 36"/>
          <p:cNvSpPr txBox="1">
            <a:spLocks noChangeArrowheads="1"/>
          </p:cNvSpPr>
          <p:nvPr/>
        </p:nvSpPr>
        <p:spPr bwMode="auto">
          <a:xfrm>
            <a:off x="5029200" y="5715000"/>
            <a:ext cx="3429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Key to search for: 29</a:t>
            </a:r>
          </a:p>
        </p:txBody>
      </p:sp>
    </p:spTree>
    <p:extLst>
      <p:ext uri="{BB962C8B-B14F-4D97-AF65-F5344CB8AC3E}">
        <p14:creationId xmlns:p14="http://schemas.microsoft.com/office/powerpoint/2010/main" val="7800250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F3C4600-DC0C-4879-A897-A4281A33EBE7}" type="slidenum">
              <a:rPr lang="en-US" sz="1400"/>
              <a:pPr eaLnBrk="1" hangingPunct="1"/>
              <a:t>43</a:t>
            </a:fld>
            <a:endParaRPr lang="en-US" sz="1400"/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76200"/>
            <a:ext cx="83820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Searching for a Key in a BST (cont.)</a:t>
            </a:r>
          </a:p>
        </p:txBody>
      </p:sp>
      <p:sp>
        <p:nvSpPr>
          <p:cNvPr id="76804" name="Text Box 3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76805" name="Text Box 4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76806" name="Oval 5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6807" name="Text Box 6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76808" name="Line 7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6809" name="Line 8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6810" name="Oval 9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6811" name="Text Box 10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76812" name="Line 11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6813" name="Oval 12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6814" name="Text Box 13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76815" name="Line 14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6816" name="Oval 15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6817" name="Text Box 16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76818" name="Line 17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6819" name="Oval 18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6820" name="Text Box 19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76821" name="Line 20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6822" name="Oval 21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6823" name="Text Box 22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76824" name="Line 23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6825" name="Oval 24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6826" name="Text Box 25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76827" name="Line 26"/>
          <p:cNvSpPr>
            <a:spLocks noChangeShapeType="1"/>
          </p:cNvSpPr>
          <p:nvPr/>
        </p:nvSpPr>
        <p:spPr bwMode="auto">
          <a:xfrm>
            <a:off x="3733800" y="41148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6828" name="Oval 27"/>
          <p:cNvSpPr>
            <a:spLocks noChangeArrowheads="1"/>
          </p:cNvSpPr>
          <p:nvPr/>
        </p:nvSpPr>
        <p:spPr bwMode="auto">
          <a:xfrm>
            <a:off x="4038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6829" name="Text Box 28"/>
          <p:cNvSpPr txBox="1">
            <a:spLocks noChangeArrowheads="1"/>
          </p:cNvSpPr>
          <p:nvPr/>
        </p:nvSpPr>
        <p:spPr bwMode="auto">
          <a:xfrm>
            <a:off x="4114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76830" name="Line 29"/>
          <p:cNvSpPr>
            <a:spLocks noChangeShapeType="1"/>
          </p:cNvSpPr>
          <p:nvPr/>
        </p:nvSpPr>
        <p:spPr bwMode="auto">
          <a:xfrm>
            <a:off x="8229600" y="3886200"/>
            <a:ext cx="228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6831" name="Oval 30"/>
          <p:cNvSpPr>
            <a:spLocks noChangeArrowheads="1"/>
          </p:cNvSpPr>
          <p:nvPr/>
        </p:nvSpPr>
        <p:spPr bwMode="auto">
          <a:xfrm>
            <a:off x="8229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6832" name="Text Box 31"/>
          <p:cNvSpPr txBox="1">
            <a:spLocks noChangeArrowheads="1"/>
          </p:cNvSpPr>
          <p:nvPr/>
        </p:nvSpPr>
        <p:spPr bwMode="auto">
          <a:xfrm>
            <a:off x="8305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49</a:t>
            </a:r>
          </a:p>
        </p:txBody>
      </p:sp>
      <p:sp>
        <p:nvSpPr>
          <p:cNvPr id="76833" name="Text Box 35"/>
          <p:cNvSpPr txBox="1">
            <a:spLocks noChangeArrowheads="1"/>
          </p:cNvSpPr>
          <p:nvPr/>
        </p:nvSpPr>
        <p:spPr bwMode="auto">
          <a:xfrm>
            <a:off x="5029200" y="5486400"/>
            <a:ext cx="34290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Key to search for: 29</a:t>
            </a:r>
          </a:p>
          <a:p>
            <a:pPr eaLnBrk="1" hangingPunct="1">
              <a:spcBef>
                <a:spcPct val="50000"/>
              </a:spcBef>
            </a:pPr>
            <a:endParaRPr lang="en-US" b="1">
              <a:solidFill>
                <a:srgbClr val="FF3300"/>
              </a:solidFill>
            </a:endParaRPr>
          </a:p>
        </p:txBody>
      </p:sp>
      <p:sp>
        <p:nvSpPr>
          <p:cNvPr id="76834" name="Text Box 36"/>
          <p:cNvSpPr txBox="1">
            <a:spLocks noChangeArrowheads="1"/>
          </p:cNvSpPr>
          <p:nvPr/>
        </p:nvSpPr>
        <p:spPr bwMode="auto">
          <a:xfrm>
            <a:off x="762000" y="36576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29 &lt; 37</a:t>
            </a:r>
          </a:p>
        </p:txBody>
      </p:sp>
      <p:sp>
        <p:nvSpPr>
          <p:cNvPr id="76835" name="Line 37"/>
          <p:cNvSpPr>
            <a:spLocks noChangeShapeType="1"/>
          </p:cNvSpPr>
          <p:nvPr/>
        </p:nvSpPr>
        <p:spPr bwMode="auto">
          <a:xfrm flipH="1">
            <a:off x="2057400" y="5257800"/>
            <a:ext cx="4572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6836" name="Oval 38"/>
          <p:cNvSpPr>
            <a:spLocks noChangeArrowheads="1"/>
          </p:cNvSpPr>
          <p:nvPr/>
        </p:nvSpPr>
        <p:spPr bwMode="auto">
          <a:xfrm>
            <a:off x="1371600" y="53340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6837" name="Text Box 39"/>
          <p:cNvSpPr txBox="1">
            <a:spLocks noChangeArrowheads="1"/>
          </p:cNvSpPr>
          <p:nvPr/>
        </p:nvSpPr>
        <p:spPr bwMode="auto">
          <a:xfrm>
            <a:off x="1447800" y="54864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7</a:t>
            </a:r>
          </a:p>
        </p:txBody>
      </p:sp>
    </p:spTree>
    <p:extLst>
      <p:ext uri="{BB962C8B-B14F-4D97-AF65-F5344CB8AC3E}">
        <p14:creationId xmlns:p14="http://schemas.microsoft.com/office/powerpoint/2010/main" val="35124447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C153BB8-656F-4CF8-BB8E-698C182AEC15}" type="slidenum">
              <a:rPr lang="en-US" sz="1400"/>
              <a:pPr eaLnBrk="1" hangingPunct="1"/>
              <a:t>44</a:t>
            </a:fld>
            <a:endParaRPr lang="en-US" sz="1400"/>
          </a:p>
        </p:txBody>
      </p:sp>
      <p:sp>
        <p:nvSpPr>
          <p:cNvPr id="78852" name="Text Box 3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78853" name="Text Box 4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78854" name="Oval 5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8855" name="Text Box 6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78856" name="Line 7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8857" name="Line 8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8858" name="Oval 9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8859" name="Text Box 10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78860" name="Line 11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8861" name="Oval 12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8862" name="Text Box 13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78863" name="Line 14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8864" name="Oval 15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8865" name="Text Box 16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78866" name="Line 17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8867" name="Oval 18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8868" name="Text Box 19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78869" name="Line 20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8870" name="Oval 21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8871" name="Text Box 22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78872" name="Line 23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8873" name="Oval 24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8874" name="Text Box 25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78875" name="Line 26"/>
          <p:cNvSpPr>
            <a:spLocks noChangeShapeType="1"/>
          </p:cNvSpPr>
          <p:nvPr/>
        </p:nvSpPr>
        <p:spPr bwMode="auto">
          <a:xfrm>
            <a:off x="3733800" y="41148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8876" name="Oval 27"/>
          <p:cNvSpPr>
            <a:spLocks noChangeArrowheads="1"/>
          </p:cNvSpPr>
          <p:nvPr/>
        </p:nvSpPr>
        <p:spPr bwMode="auto">
          <a:xfrm>
            <a:off x="4038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8877" name="Text Box 28"/>
          <p:cNvSpPr txBox="1">
            <a:spLocks noChangeArrowheads="1"/>
          </p:cNvSpPr>
          <p:nvPr/>
        </p:nvSpPr>
        <p:spPr bwMode="auto">
          <a:xfrm>
            <a:off x="4114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78878" name="Line 29"/>
          <p:cNvSpPr>
            <a:spLocks noChangeShapeType="1"/>
          </p:cNvSpPr>
          <p:nvPr/>
        </p:nvSpPr>
        <p:spPr bwMode="auto">
          <a:xfrm>
            <a:off x="8229600" y="3886200"/>
            <a:ext cx="228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8879" name="Oval 30"/>
          <p:cNvSpPr>
            <a:spLocks noChangeArrowheads="1"/>
          </p:cNvSpPr>
          <p:nvPr/>
        </p:nvSpPr>
        <p:spPr bwMode="auto">
          <a:xfrm>
            <a:off x="8229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8880" name="Text Box 31"/>
          <p:cNvSpPr txBox="1">
            <a:spLocks noChangeArrowheads="1"/>
          </p:cNvSpPr>
          <p:nvPr/>
        </p:nvSpPr>
        <p:spPr bwMode="auto">
          <a:xfrm>
            <a:off x="8305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49</a:t>
            </a:r>
          </a:p>
        </p:txBody>
      </p:sp>
      <p:sp>
        <p:nvSpPr>
          <p:cNvPr id="78881" name="Text Box 35"/>
          <p:cNvSpPr txBox="1">
            <a:spLocks noChangeArrowheads="1"/>
          </p:cNvSpPr>
          <p:nvPr/>
        </p:nvSpPr>
        <p:spPr bwMode="auto">
          <a:xfrm>
            <a:off x="5029200" y="5486400"/>
            <a:ext cx="34290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Key to search for: 29</a:t>
            </a:r>
          </a:p>
          <a:p>
            <a:pPr eaLnBrk="1" hangingPunct="1">
              <a:spcBef>
                <a:spcPct val="50000"/>
              </a:spcBef>
            </a:pPr>
            <a:endParaRPr lang="en-US" b="1">
              <a:solidFill>
                <a:srgbClr val="FF3300"/>
              </a:solidFill>
            </a:endParaRPr>
          </a:p>
        </p:txBody>
      </p:sp>
      <p:sp>
        <p:nvSpPr>
          <p:cNvPr id="78882" name="Text Box 37"/>
          <p:cNvSpPr txBox="1">
            <a:spLocks noChangeArrowheads="1"/>
          </p:cNvSpPr>
          <p:nvPr/>
        </p:nvSpPr>
        <p:spPr bwMode="auto">
          <a:xfrm>
            <a:off x="762000" y="36576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29 &gt; 2</a:t>
            </a:r>
          </a:p>
        </p:txBody>
      </p:sp>
      <p:sp>
        <p:nvSpPr>
          <p:cNvPr id="78883" name="Line 38"/>
          <p:cNvSpPr>
            <a:spLocks noChangeShapeType="1"/>
          </p:cNvSpPr>
          <p:nvPr/>
        </p:nvSpPr>
        <p:spPr bwMode="auto">
          <a:xfrm flipH="1">
            <a:off x="2057400" y="5257800"/>
            <a:ext cx="4572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8884" name="Oval 39"/>
          <p:cNvSpPr>
            <a:spLocks noChangeArrowheads="1"/>
          </p:cNvSpPr>
          <p:nvPr/>
        </p:nvSpPr>
        <p:spPr bwMode="auto">
          <a:xfrm>
            <a:off x="1371600" y="53340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8885" name="Text Box 40"/>
          <p:cNvSpPr txBox="1">
            <a:spLocks noChangeArrowheads="1"/>
          </p:cNvSpPr>
          <p:nvPr/>
        </p:nvSpPr>
        <p:spPr bwMode="auto">
          <a:xfrm>
            <a:off x="1447800" y="54864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797458-669B-0FC3-9C8B-FF52F4CC24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76200"/>
            <a:ext cx="83820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Searching for a Key in a BST (cont.)</a:t>
            </a:r>
          </a:p>
        </p:txBody>
      </p:sp>
    </p:spTree>
    <p:extLst>
      <p:ext uri="{BB962C8B-B14F-4D97-AF65-F5344CB8AC3E}">
        <p14:creationId xmlns:p14="http://schemas.microsoft.com/office/powerpoint/2010/main" val="8614414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ADC2E7A-BC3A-41AA-886A-0792A4104A62}" type="slidenum">
              <a:rPr lang="en-US" sz="1400"/>
              <a:pPr eaLnBrk="1" hangingPunct="1"/>
              <a:t>45</a:t>
            </a:fld>
            <a:endParaRPr lang="en-US" sz="1400"/>
          </a:p>
        </p:txBody>
      </p:sp>
      <p:sp>
        <p:nvSpPr>
          <p:cNvPr id="80900" name="Text Box 3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80901" name="Text Box 4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80902" name="Oval 5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80903" name="Text Box 6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80904" name="Line 7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05" name="Line 8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06" name="Oval 9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80907" name="Text Box 10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80908" name="Line 11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09" name="Oval 12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80910" name="Text Box 13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80911" name="Line 14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12" name="Oval 15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80913" name="Text Box 16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80914" name="Line 17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15" name="Oval 18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80916" name="Text Box 19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80917" name="Line 20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18" name="Oval 21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80919" name="Text Box 22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80920" name="Line 23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21" name="Oval 24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80922" name="Text Box 25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80923" name="Line 26"/>
          <p:cNvSpPr>
            <a:spLocks noChangeShapeType="1"/>
          </p:cNvSpPr>
          <p:nvPr/>
        </p:nvSpPr>
        <p:spPr bwMode="auto">
          <a:xfrm>
            <a:off x="3733800" y="41148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24" name="Oval 27"/>
          <p:cNvSpPr>
            <a:spLocks noChangeArrowheads="1"/>
          </p:cNvSpPr>
          <p:nvPr/>
        </p:nvSpPr>
        <p:spPr bwMode="auto">
          <a:xfrm>
            <a:off x="4038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80925" name="Text Box 28"/>
          <p:cNvSpPr txBox="1">
            <a:spLocks noChangeArrowheads="1"/>
          </p:cNvSpPr>
          <p:nvPr/>
        </p:nvSpPr>
        <p:spPr bwMode="auto">
          <a:xfrm>
            <a:off x="4114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80926" name="Line 29"/>
          <p:cNvSpPr>
            <a:spLocks noChangeShapeType="1"/>
          </p:cNvSpPr>
          <p:nvPr/>
        </p:nvSpPr>
        <p:spPr bwMode="auto">
          <a:xfrm>
            <a:off x="8229600" y="3886200"/>
            <a:ext cx="228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27" name="Oval 30"/>
          <p:cNvSpPr>
            <a:spLocks noChangeArrowheads="1"/>
          </p:cNvSpPr>
          <p:nvPr/>
        </p:nvSpPr>
        <p:spPr bwMode="auto">
          <a:xfrm>
            <a:off x="8229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80928" name="Text Box 31"/>
          <p:cNvSpPr txBox="1">
            <a:spLocks noChangeArrowheads="1"/>
          </p:cNvSpPr>
          <p:nvPr/>
        </p:nvSpPr>
        <p:spPr bwMode="auto">
          <a:xfrm>
            <a:off x="8305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49</a:t>
            </a:r>
          </a:p>
        </p:txBody>
      </p:sp>
      <p:sp>
        <p:nvSpPr>
          <p:cNvPr id="80929" name="Text Box 35"/>
          <p:cNvSpPr txBox="1">
            <a:spLocks noChangeArrowheads="1"/>
          </p:cNvSpPr>
          <p:nvPr/>
        </p:nvSpPr>
        <p:spPr bwMode="auto">
          <a:xfrm>
            <a:off x="5029200" y="5486400"/>
            <a:ext cx="34290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Key to search for: 29</a:t>
            </a:r>
          </a:p>
          <a:p>
            <a:pPr eaLnBrk="1" hangingPunct="1">
              <a:spcBef>
                <a:spcPct val="50000"/>
              </a:spcBef>
            </a:pPr>
            <a:endParaRPr lang="en-US" b="1">
              <a:solidFill>
                <a:srgbClr val="FF3300"/>
              </a:solidFill>
            </a:endParaRPr>
          </a:p>
        </p:txBody>
      </p:sp>
      <p:sp>
        <p:nvSpPr>
          <p:cNvPr id="80930" name="Text Box 36"/>
          <p:cNvSpPr txBox="1">
            <a:spLocks noChangeArrowheads="1"/>
          </p:cNvSpPr>
          <p:nvPr/>
        </p:nvSpPr>
        <p:spPr bwMode="auto">
          <a:xfrm>
            <a:off x="762000" y="3657600"/>
            <a:ext cx="20574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29 == 29</a:t>
            </a:r>
          </a:p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FOUND IT!</a:t>
            </a:r>
          </a:p>
        </p:txBody>
      </p:sp>
      <p:sp>
        <p:nvSpPr>
          <p:cNvPr id="80931" name="Line 37"/>
          <p:cNvSpPr>
            <a:spLocks noChangeShapeType="1"/>
          </p:cNvSpPr>
          <p:nvPr/>
        </p:nvSpPr>
        <p:spPr bwMode="auto">
          <a:xfrm flipH="1">
            <a:off x="2057400" y="5257800"/>
            <a:ext cx="4572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32" name="Oval 38"/>
          <p:cNvSpPr>
            <a:spLocks noChangeArrowheads="1"/>
          </p:cNvSpPr>
          <p:nvPr/>
        </p:nvSpPr>
        <p:spPr bwMode="auto">
          <a:xfrm>
            <a:off x="1371600" y="53340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80933" name="Text Box 39"/>
          <p:cNvSpPr txBox="1">
            <a:spLocks noChangeArrowheads="1"/>
          </p:cNvSpPr>
          <p:nvPr/>
        </p:nvSpPr>
        <p:spPr bwMode="auto">
          <a:xfrm>
            <a:off x="1447800" y="54864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75139A-3C2D-AA8A-1987-F96AF6F886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76200"/>
            <a:ext cx="83820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Searching for a Key in a BST (cont.)</a:t>
            </a:r>
          </a:p>
        </p:txBody>
      </p:sp>
    </p:spTree>
    <p:extLst>
      <p:ext uri="{BB962C8B-B14F-4D97-AF65-F5344CB8AC3E}">
        <p14:creationId xmlns:p14="http://schemas.microsoft.com/office/powerpoint/2010/main" val="34047971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3B1113F-FDAF-4CD7-9929-60D7345DB8C7}" type="slidenum">
              <a:rPr lang="en-US" sz="1400"/>
              <a:pPr eaLnBrk="1" hangingPunct="1"/>
              <a:t>46</a:t>
            </a:fld>
            <a:endParaRPr lang="en-US" sz="1400"/>
          </a:p>
        </p:txBody>
      </p:sp>
      <p:sp>
        <p:nvSpPr>
          <p:cNvPr id="83972" name="Text Box 3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83973" name="Text Box 4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83974" name="Oval 5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83975" name="Text Box 6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83976" name="Line 7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3977" name="Line 8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3978" name="Oval 9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83979" name="Text Box 10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83980" name="Line 11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3981" name="Oval 12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83982" name="Text Box 13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83983" name="Line 14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3984" name="Oval 15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83985" name="Text Box 16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83986" name="Line 17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3987" name="Oval 18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83988" name="Text Box 19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83989" name="Line 20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3990" name="Oval 21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83991" name="Text Box 22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83992" name="Line 23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3993" name="Oval 24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83994" name="Text Box 25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83995" name="Line 26"/>
          <p:cNvSpPr>
            <a:spLocks noChangeShapeType="1"/>
          </p:cNvSpPr>
          <p:nvPr/>
        </p:nvSpPr>
        <p:spPr bwMode="auto">
          <a:xfrm>
            <a:off x="3733800" y="41148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3996" name="Oval 27"/>
          <p:cNvSpPr>
            <a:spLocks noChangeArrowheads="1"/>
          </p:cNvSpPr>
          <p:nvPr/>
        </p:nvSpPr>
        <p:spPr bwMode="auto">
          <a:xfrm>
            <a:off x="4038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83997" name="Text Box 28"/>
          <p:cNvSpPr txBox="1">
            <a:spLocks noChangeArrowheads="1"/>
          </p:cNvSpPr>
          <p:nvPr/>
        </p:nvSpPr>
        <p:spPr bwMode="auto">
          <a:xfrm>
            <a:off x="4114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83998" name="Line 29"/>
          <p:cNvSpPr>
            <a:spLocks noChangeShapeType="1"/>
          </p:cNvSpPr>
          <p:nvPr/>
        </p:nvSpPr>
        <p:spPr bwMode="auto">
          <a:xfrm>
            <a:off x="8229600" y="3886200"/>
            <a:ext cx="228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3999" name="Oval 30"/>
          <p:cNvSpPr>
            <a:spLocks noChangeArrowheads="1"/>
          </p:cNvSpPr>
          <p:nvPr/>
        </p:nvSpPr>
        <p:spPr bwMode="auto">
          <a:xfrm>
            <a:off x="8229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84000" name="Text Box 31"/>
          <p:cNvSpPr txBox="1">
            <a:spLocks noChangeArrowheads="1"/>
          </p:cNvSpPr>
          <p:nvPr/>
        </p:nvSpPr>
        <p:spPr bwMode="auto">
          <a:xfrm>
            <a:off x="8305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49</a:t>
            </a:r>
          </a:p>
        </p:txBody>
      </p:sp>
      <p:sp>
        <p:nvSpPr>
          <p:cNvPr id="84001" name="Text Box 35"/>
          <p:cNvSpPr txBox="1">
            <a:spLocks noChangeArrowheads="1"/>
          </p:cNvSpPr>
          <p:nvPr/>
        </p:nvSpPr>
        <p:spPr bwMode="auto">
          <a:xfrm>
            <a:off x="5029200" y="5486400"/>
            <a:ext cx="34290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Key to search for: 3</a:t>
            </a:r>
          </a:p>
          <a:p>
            <a:pPr eaLnBrk="1" hangingPunct="1">
              <a:spcBef>
                <a:spcPct val="50000"/>
              </a:spcBef>
            </a:pPr>
            <a:endParaRPr lang="en-US" b="1">
              <a:solidFill>
                <a:srgbClr val="FF3300"/>
              </a:solidFill>
            </a:endParaRPr>
          </a:p>
        </p:txBody>
      </p:sp>
      <p:sp>
        <p:nvSpPr>
          <p:cNvPr id="84002" name="Line 36"/>
          <p:cNvSpPr>
            <a:spLocks noChangeShapeType="1"/>
          </p:cNvSpPr>
          <p:nvPr/>
        </p:nvSpPr>
        <p:spPr bwMode="auto">
          <a:xfrm flipH="1">
            <a:off x="2057400" y="5257800"/>
            <a:ext cx="4572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4003" name="Oval 37"/>
          <p:cNvSpPr>
            <a:spLocks noChangeArrowheads="1"/>
          </p:cNvSpPr>
          <p:nvPr/>
        </p:nvSpPr>
        <p:spPr bwMode="auto">
          <a:xfrm>
            <a:off x="1371600" y="53340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84004" name="Text Box 38"/>
          <p:cNvSpPr txBox="1">
            <a:spLocks noChangeArrowheads="1"/>
          </p:cNvSpPr>
          <p:nvPr/>
        </p:nvSpPr>
        <p:spPr bwMode="auto">
          <a:xfrm>
            <a:off x="1447800" y="54864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B958FA-2230-1130-E18F-1CD009813F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76200"/>
            <a:ext cx="83820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Searching for a Key in a BST (cont.)</a:t>
            </a:r>
          </a:p>
        </p:txBody>
      </p:sp>
    </p:spTree>
    <p:extLst>
      <p:ext uri="{BB962C8B-B14F-4D97-AF65-F5344CB8AC3E}">
        <p14:creationId xmlns:p14="http://schemas.microsoft.com/office/powerpoint/2010/main" val="537832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012A8F0-0A80-4C8B-BE91-42CDDE6EB128}" type="slidenum">
              <a:rPr lang="en-US" sz="1400"/>
              <a:pPr eaLnBrk="1" hangingPunct="1"/>
              <a:t>47</a:t>
            </a:fld>
            <a:endParaRPr lang="en-US" sz="1400"/>
          </a:p>
        </p:txBody>
      </p:sp>
      <p:sp>
        <p:nvSpPr>
          <p:cNvPr id="93188" name="Text Box 3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93189" name="Text Box 4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93190" name="Oval 5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3191" name="Text Box 6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93192" name="Line 7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3193" name="Line 8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3194" name="Oval 9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3195" name="Text Box 10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93196" name="Line 11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3197" name="Oval 12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3198" name="Text Box 13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93199" name="Line 14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3200" name="Oval 15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3201" name="Text Box 16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93202" name="Line 17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3203" name="Oval 18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3204" name="Text Box 19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93205" name="Line 20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3206" name="Oval 21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3207" name="Text Box 22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93208" name="Line 23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3209" name="Oval 24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3210" name="Text Box 25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93211" name="Line 26"/>
          <p:cNvSpPr>
            <a:spLocks noChangeShapeType="1"/>
          </p:cNvSpPr>
          <p:nvPr/>
        </p:nvSpPr>
        <p:spPr bwMode="auto">
          <a:xfrm>
            <a:off x="3733800" y="41148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3212" name="Oval 27"/>
          <p:cNvSpPr>
            <a:spLocks noChangeArrowheads="1"/>
          </p:cNvSpPr>
          <p:nvPr/>
        </p:nvSpPr>
        <p:spPr bwMode="auto">
          <a:xfrm>
            <a:off x="4038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3213" name="Text Box 28"/>
          <p:cNvSpPr txBox="1">
            <a:spLocks noChangeArrowheads="1"/>
          </p:cNvSpPr>
          <p:nvPr/>
        </p:nvSpPr>
        <p:spPr bwMode="auto">
          <a:xfrm>
            <a:off x="4114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93214" name="Line 29"/>
          <p:cNvSpPr>
            <a:spLocks noChangeShapeType="1"/>
          </p:cNvSpPr>
          <p:nvPr/>
        </p:nvSpPr>
        <p:spPr bwMode="auto">
          <a:xfrm>
            <a:off x="8229600" y="3886200"/>
            <a:ext cx="228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3215" name="Oval 30"/>
          <p:cNvSpPr>
            <a:spLocks noChangeArrowheads="1"/>
          </p:cNvSpPr>
          <p:nvPr/>
        </p:nvSpPr>
        <p:spPr bwMode="auto">
          <a:xfrm>
            <a:off x="8229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3216" name="Text Box 31"/>
          <p:cNvSpPr txBox="1">
            <a:spLocks noChangeArrowheads="1"/>
          </p:cNvSpPr>
          <p:nvPr/>
        </p:nvSpPr>
        <p:spPr bwMode="auto">
          <a:xfrm>
            <a:off x="8305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49</a:t>
            </a:r>
          </a:p>
        </p:txBody>
      </p:sp>
      <p:sp>
        <p:nvSpPr>
          <p:cNvPr id="93217" name="Text Box 35"/>
          <p:cNvSpPr txBox="1">
            <a:spLocks noChangeArrowheads="1"/>
          </p:cNvSpPr>
          <p:nvPr/>
        </p:nvSpPr>
        <p:spPr bwMode="auto">
          <a:xfrm>
            <a:off x="5029200" y="5486400"/>
            <a:ext cx="34290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Key to search for: 3</a:t>
            </a:r>
          </a:p>
          <a:p>
            <a:pPr eaLnBrk="1" hangingPunct="1">
              <a:spcBef>
                <a:spcPct val="50000"/>
              </a:spcBef>
            </a:pPr>
            <a:endParaRPr lang="en-US" b="1">
              <a:solidFill>
                <a:srgbClr val="FF3300"/>
              </a:solidFill>
            </a:endParaRPr>
          </a:p>
        </p:txBody>
      </p:sp>
      <p:sp>
        <p:nvSpPr>
          <p:cNvPr id="93218" name="Text Box 36"/>
          <p:cNvSpPr txBox="1">
            <a:spLocks noChangeArrowheads="1"/>
          </p:cNvSpPr>
          <p:nvPr/>
        </p:nvSpPr>
        <p:spPr bwMode="auto">
          <a:xfrm>
            <a:off x="304800" y="45720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3 &lt; 7</a:t>
            </a:r>
          </a:p>
        </p:txBody>
      </p:sp>
      <p:sp>
        <p:nvSpPr>
          <p:cNvPr id="93219" name="Line 37"/>
          <p:cNvSpPr>
            <a:spLocks noChangeShapeType="1"/>
          </p:cNvSpPr>
          <p:nvPr/>
        </p:nvSpPr>
        <p:spPr bwMode="auto">
          <a:xfrm flipH="1">
            <a:off x="2057400" y="5257800"/>
            <a:ext cx="4572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3220" name="Oval 38"/>
          <p:cNvSpPr>
            <a:spLocks noChangeArrowheads="1"/>
          </p:cNvSpPr>
          <p:nvPr/>
        </p:nvSpPr>
        <p:spPr bwMode="auto">
          <a:xfrm>
            <a:off x="1371600" y="53340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3221" name="Text Box 39"/>
          <p:cNvSpPr txBox="1">
            <a:spLocks noChangeArrowheads="1"/>
          </p:cNvSpPr>
          <p:nvPr/>
        </p:nvSpPr>
        <p:spPr bwMode="auto">
          <a:xfrm>
            <a:off x="1447800" y="54864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7</a:t>
            </a:r>
          </a:p>
        </p:txBody>
      </p:sp>
      <p:sp>
        <p:nvSpPr>
          <p:cNvPr id="38" name="Text Box 36"/>
          <p:cNvSpPr txBox="1">
            <a:spLocks noChangeArrowheads="1"/>
          </p:cNvSpPr>
          <p:nvPr/>
        </p:nvSpPr>
        <p:spPr bwMode="auto">
          <a:xfrm>
            <a:off x="304800" y="41148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3 &lt; 20</a:t>
            </a:r>
          </a:p>
        </p:txBody>
      </p:sp>
      <p:sp>
        <p:nvSpPr>
          <p:cNvPr id="39" name="Text Box 36"/>
          <p:cNvSpPr txBox="1">
            <a:spLocks noChangeArrowheads="1"/>
          </p:cNvSpPr>
          <p:nvPr/>
        </p:nvSpPr>
        <p:spPr bwMode="auto">
          <a:xfrm>
            <a:off x="304800" y="36576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3 &lt; 29</a:t>
            </a:r>
          </a:p>
        </p:txBody>
      </p:sp>
      <p:sp>
        <p:nvSpPr>
          <p:cNvPr id="40" name="Text Box 36"/>
          <p:cNvSpPr txBox="1">
            <a:spLocks noChangeArrowheads="1"/>
          </p:cNvSpPr>
          <p:nvPr/>
        </p:nvSpPr>
        <p:spPr bwMode="auto">
          <a:xfrm>
            <a:off x="304800" y="32004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3 &gt; 2</a:t>
            </a:r>
          </a:p>
        </p:txBody>
      </p:sp>
      <p:sp>
        <p:nvSpPr>
          <p:cNvPr id="41" name="Text Box 36"/>
          <p:cNvSpPr txBox="1">
            <a:spLocks noChangeArrowheads="1"/>
          </p:cNvSpPr>
          <p:nvPr/>
        </p:nvSpPr>
        <p:spPr bwMode="auto">
          <a:xfrm>
            <a:off x="304800" y="27432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3 &lt; 37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88FF0D-9484-C088-9709-C67CE598F2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76200"/>
            <a:ext cx="83820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Searching for a Key in a BST (cont.)</a:t>
            </a:r>
          </a:p>
        </p:txBody>
      </p:sp>
    </p:spTree>
    <p:extLst>
      <p:ext uri="{BB962C8B-B14F-4D97-AF65-F5344CB8AC3E}">
        <p14:creationId xmlns:p14="http://schemas.microsoft.com/office/powerpoint/2010/main" val="7908673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09B7EFE-9F8F-4C1A-A5F1-0F5D6015410E}" type="slidenum">
              <a:rPr lang="en-US" sz="1400"/>
              <a:pPr eaLnBrk="1" hangingPunct="1"/>
              <a:t>48</a:t>
            </a:fld>
            <a:endParaRPr lang="en-US" sz="1400"/>
          </a:p>
        </p:txBody>
      </p:sp>
      <p:sp>
        <p:nvSpPr>
          <p:cNvPr id="94212" name="Text Box 3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94213" name="Text Box 4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94214" name="Oval 5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4215" name="Text Box 6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94216" name="Line 7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4217" name="Line 8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4218" name="Oval 9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4219" name="Text Box 10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94220" name="Line 11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4221" name="Oval 12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4222" name="Text Box 13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94223" name="Line 14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4224" name="Oval 15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4225" name="Text Box 16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94226" name="Line 17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4227" name="Oval 18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4228" name="Text Box 19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94229" name="Line 20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4230" name="Oval 21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4231" name="Text Box 22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94232" name="Line 23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4233" name="Oval 24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4234" name="Text Box 25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94235" name="Line 26"/>
          <p:cNvSpPr>
            <a:spLocks noChangeShapeType="1"/>
          </p:cNvSpPr>
          <p:nvPr/>
        </p:nvSpPr>
        <p:spPr bwMode="auto">
          <a:xfrm>
            <a:off x="3733800" y="41148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4236" name="Oval 27"/>
          <p:cNvSpPr>
            <a:spLocks noChangeArrowheads="1"/>
          </p:cNvSpPr>
          <p:nvPr/>
        </p:nvSpPr>
        <p:spPr bwMode="auto">
          <a:xfrm>
            <a:off x="4038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4237" name="Text Box 28"/>
          <p:cNvSpPr txBox="1">
            <a:spLocks noChangeArrowheads="1"/>
          </p:cNvSpPr>
          <p:nvPr/>
        </p:nvSpPr>
        <p:spPr bwMode="auto">
          <a:xfrm>
            <a:off x="4114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94238" name="Line 29"/>
          <p:cNvSpPr>
            <a:spLocks noChangeShapeType="1"/>
          </p:cNvSpPr>
          <p:nvPr/>
        </p:nvSpPr>
        <p:spPr bwMode="auto">
          <a:xfrm>
            <a:off x="8229600" y="3886200"/>
            <a:ext cx="228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4239" name="Oval 30"/>
          <p:cNvSpPr>
            <a:spLocks noChangeArrowheads="1"/>
          </p:cNvSpPr>
          <p:nvPr/>
        </p:nvSpPr>
        <p:spPr bwMode="auto">
          <a:xfrm>
            <a:off x="8229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4240" name="Text Box 31"/>
          <p:cNvSpPr txBox="1">
            <a:spLocks noChangeArrowheads="1"/>
          </p:cNvSpPr>
          <p:nvPr/>
        </p:nvSpPr>
        <p:spPr bwMode="auto">
          <a:xfrm>
            <a:off x="8305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49</a:t>
            </a:r>
          </a:p>
        </p:txBody>
      </p:sp>
      <p:sp>
        <p:nvSpPr>
          <p:cNvPr id="94241" name="Text Box 35"/>
          <p:cNvSpPr txBox="1">
            <a:spLocks noChangeArrowheads="1"/>
          </p:cNvSpPr>
          <p:nvPr/>
        </p:nvSpPr>
        <p:spPr bwMode="auto">
          <a:xfrm>
            <a:off x="5029200" y="5486400"/>
            <a:ext cx="34290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Key to search for: 3</a:t>
            </a:r>
          </a:p>
          <a:p>
            <a:pPr eaLnBrk="1" hangingPunct="1">
              <a:spcBef>
                <a:spcPct val="50000"/>
              </a:spcBef>
            </a:pPr>
            <a:endParaRPr lang="en-US" b="1">
              <a:solidFill>
                <a:srgbClr val="FF3300"/>
              </a:solidFill>
            </a:endParaRPr>
          </a:p>
        </p:txBody>
      </p:sp>
      <p:sp>
        <p:nvSpPr>
          <p:cNvPr id="94242" name="Text Box 36"/>
          <p:cNvSpPr txBox="1">
            <a:spLocks noChangeArrowheads="1"/>
          </p:cNvSpPr>
          <p:nvPr/>
        </p:nvSpPr>
        <p:spPr bwMode="auto">
          <a:xfrm>
            <a:off x="381000" y="36576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rgbClr val="FF3300"/>
              </a:solidFill>
            </a:endParaRPr>
          </a:p>
        </p:txBody>
      </p:sp>
      <p:sp>
        <p:nvSpPr>
          <p:cNvPr id="94243" name="Text Box 37"/>
          <p:cNvSpPr txBox="1">
            <a:spLocks noChangeArrowheads="1"/>
          </p:cNvSpPr>
          <p:nvPr/>
        </p:nvSpPr>
        <p:spPr bwMode="auto">
          <a:xfrm>
            <a:off x="457200" y="2819400"/>
            <a:ext cx="3581400" cy="1927225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When the child pointer you want to follow is set to NULL, the key you are looking for is not in the BST</a:t>
            </a:r>
          </a:p>
        </p:txBody>
      </p:sp>
      <p:sp>
        <p:nvSpPr>
          <p:cNvPr id="94244" name="Line 38"/>
          <p:cNvSpPr>
            <a:spLocks noChangeShapeType="1"/>
          </p:cNvSpPr>
          <p:nvPr/>
        </p:nvSpPr>
        <p:spPr bwMode="auto">
          <a:xfrm flipH="1">
            <a:off x="2057400" y="5257800"/>
            <a:ext cx="4572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4245" name="Oval 39"/>
          <p:cNvSpPr>
            <a:spLocks noChangeArrowheads="1"/>
          </p:cNvSpPr>
          <p:nvPr/>
        </p:nvSpPr>
        <p:spPr bwMode="auto">
          <a:xfrm>
            <a:off x="1371600" y="53340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4246" name="Text Box 40"/>
          <p:cNvSpPr txBox="1">
            <a:spLocks noChangeArrowheads="1"/>
          </p:cNvSpPr>
          <p:nvPr/>
        </p:nvSpPr>
        <p:spPr bwMode="auto">
          <a:xfrm>
            <a:off x="1447800" y="54864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378398-86EC-571A-BF9F-A9F3E8F2C1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76200"/>
            <a:ext cx="83820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Searching for a Key in a BST (cont.)</a:t>
            </a:r>
          </a:p>
        </p:txBody>
      </p:sp>
    </p:spTree>
    <p:extLst>
      <p:ext uri="{BB962C8B-B14F-4D97-AF65-F5344CB8AC3E}">
        <p14:creationId xmlns:p14="http://schemas.microsoft.com/office/powerpoint/2010/main" val="38588662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28C39-BC44-4120-B589-05F9CA3E96EE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Time Complexities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If the binary search tree happens to be a </a:t>
            </a:r>
            <a:r>
              <a:rPr lang="en-US" altLang="en-US" u="sng" dirty="0"/>
              <a:t>complete binary tree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the time for </a:t>
            </a:r>
            <a:r>
              <a:rPr lang="en-US" altLang="en-US" u="sng" dirty="0"/>
              <a:t>insertion</a:t>
            </a:r>
            <a:r>
              <a:rPr lang="en-US" altLang="en-US" dirty="0"/>
              <a:t> is </a:t>
            </a:r>
            <a:r>
              <a:rPr lang="en-US" altLang="en-US" u="sng" dirty="0">
                <a:sym typeface="Symbol" pitchFamily="18" charset="2"/>
              </a:rPr>
              <a:t>( </a:t>
            </a:r>
            <a:r>
              <a:rPr lang="en-US" altLang="en-US" u="sng" dirty="0" err="1">
                <a:sym typeface="Symbol" pitchFamily="18" charset="2"/>
              </a:rPr>
              <a:t>lg</a:t>
            </a:r>
            <a:r>
              <a:rPr lang="en-US" altLang="en-US" u="sng" dirty="0">
                <a:sym typeface="Symbol" pitchFamily="18" charset="2"/>
              </a:rPr>
              <a:t> n )</a:t>
            </a:r>
          </a:p>
          <a:p>
            <a:pPr lvl="1"/>
            <a:r>
              <a:rPr lang="en-US" altLang="en-US" dirty="0">
                <a:sym typeface="Symbol" pitchFamily="18" charset="2"/>
              </a:rPr>
              <a:t>the time for </a:t>
            </a:r>
            <a:r>
              <a:rPr lang="en-US" altLang="en-US" u="sng" dirty="0">
                <a:sym typeface="Symbol" pitchFamily="18" charset="2"/>
              </a:rPr>
              <a:t>searching</a:t>
            </a:r>
            <a:r>
              <a:rPr lang="en-US" altLang="en-US" dirty="0">
                <a:sym typeface="Symbol" pitchFamily="18" charset="2"/>
              </a:rPr>
              <a:t> is </a:t>
            </a:r>
            <a:r>
              <a:rPr lang="en-US" altLang="en-US" u="sng" dirty="0">
                <a:sym typeface="Symbol" pitchFamily="18" charset="2"/>
              </a:rPr>
              <a:t>O( lg n )</a:t>
            </a:r>
          </a:p>
          <a:p>
            <a:pPr lvl="2"/>
            <a:r>
              <a:rPr lang="en-US" altLang="en-US" dirty="0">
                <a:sym typeface="Symbol" pitchFamily="18" charset="2"/>
              </a:rPr>
              <a:t>Searching in </a:t>
            </a:r>
            <a:r>
              <a:rPr lang="en-US" altLang="en-US" u="sng" dirty="0">
                <a:sym typeface="Symbol" pitchFamily="18" charset="2"/>
              </a:rPr>
              <a:t>array</a:t>
            </a:r>
            <a:r>
              <a:rPr lang="en-US" altLang="en-US" dirty="0">
                <a:sym typeface="Symbol" pitchFamily="18" charset="2"/>
              </a:rPr>
              <a:t> is </a:t>
            </a:r>
            <a:r>
              <a:rPr lang="en-US" altLang="en-US" u="sng" dirty="0">
                <a:sym typeface="Symbol" pitchFamily="18" charset="2"/>
              </a:rPr>
              <a:t>O( n )</a:t>
            </a:r>
          </a:p>
          <a:p>
            <a:r>
              <a:rPr lang="en-US" altLang="en-US" dirty="0">
                <a:sym typeface="Symbol" pitchFamily="18" charset="2"/>
              </a:rPr>
              <a:t>However, we could run into some bad luck…</a:t>
            </a:r>
          </a:p>
        </p:txBody>
      </p:sp>
    </p:spTree>
    <p:extLst>
      <p:ext uri="{BB962C8B-B14F-4D97-AF65-F5344CB8AC3E}">
        <p14:creationId xmlns:p14="http://schemas.microsoft.com/office/powerpoint/2010/main" val="642046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3CEE4-31A2-4F44-A6C1-D18FC2323319}" type="slidenum">
              <a:rPr lang="en-US" altLang="en-US"/>
              <a:pPr/>
              <a:t>50</a:t>
            </a:fld>
            <a:endParaRPr lang="en-US" altLang="en-US"/>
          </a:p>
        </p:txBody>
      </p:sp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Bad Luck</a:t>
            </a:r>
          </a:p>
        </p:txBody>
      </p:sp>
      <p:sp>
        <p:nvSpPr>
          <p:cNvPr id="96260" name="Text Box 4"/>
          <p:cNvSpPr txBox="1">
            <a:spLocks noChangeArrowheads="1"/>
          </p:cNvSpPr>
          <p:nvPr/>
        </p:nvSpPr>
        <p:spPr bwMode="auto">
          <a:xfrm>
            <a:off x="533400" y="57150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2, 7, 20, 29, 30, 37, 41, 45, 48, 49</a:t>
            </a:r>
          </a:p>
        </p:txBody>
      </p:sp>
      <p:sp>
        <p:nvSpPr>
          <p:cNvPr id="96261" name="Text Box 5"/>
          <p:cNvSpPr txBox="1">
            <a:spLocks noChangeArrowheads="1"/>
          </p:cNvSpPr>
          <p:nvPr/>
        </p:nvSpPr>
        <p:spPr bwMode="auto">
          <a:xfrm>
            <a:off x="76200" y="12192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root  </a:t>
            </a:r>
          </a:p>
        </p:txBody>
      </p:sp>
      <p:sp>
        <p:nvSpPr>
          <p:cNvPr id="96262" name="Line 6"/>
          <p:cNvSpPr>
            <a:spLocks noChangeShapeType="1"/>
          </p:cNvSpPr>
          <p:nvPr/>
        </p:nvSpPr>
        <p:spPr bwMode="auto">
          <a:xfrm>
            <a:off x="762000" y="1447800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6263" name="Oval 7"/>
          <p:cNvSpPr>
            <a:spLocks noChangeArrowheads="1"/>
          </p:cNvSpPr>
          <p:nvPr/>
        </p:nvSpPr>
        <p:spPr bwMode="auto">
          <a:xfrm>
            <a:off x="990600" y="11430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6264" name="Text Box 8"/>
          <p:cNvSpPr txBox="1">
            <a:spLocks noChangeArrowheads="1"/>
          </p:cNvSpPr>
          <p:nvPr/>
        </p:nvSpPr>
        <p:spPr bwMode="auto">
          <a:xfrm>
            <a:off x="1066800" y="12954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 2</a:t>
            </a:r>
          </a:p>
        </p:txBody>
      </p:sp>
      <p:sp>
        <p:nvSpPr>
          <p:cNvPr id="96266" name="Oval 10"/>
          <p:cNvSpPr>
            <a:spLocks noChangeArrowheads="1"/>
          </p:cNvSpPr>
          <p:nvPr/>
        </p:nvSpPr>
        <p:spPr bwMode="auto">
          <a:xfrm>
            <a:off x="1828800" y="1600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6267" name="Text Box 11"/>
          <p:cNvSpPr txBox="1">
            <a:spLocks noChangeArrowheads="1"/>
          </p:cNvSpPr>
          <p:nvPr/>
        </p:nvSpPr>
        <p:spPr bwMode="auto">
          <a:xfrm>
            <a:off x="1905000" y="1752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 7</a:t>
            </a:r>
          </a:p>
        </p:txBody>
      </p:sp>
      <p:sp>
        <p:nvSpPr>
          <p:cNvPr id="96269" name="Oval 13"/>
          <p:cNvSpPr>
            <a:spLocks noChangeArrowheads="1"/>
          </p:cNvSpPr>
          <p:nvPr/>
        </p:nvSpPr>
        <p:spPr bwMode="auto">
          <a:xfrm>
            <a:off x="2590800" y="2133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6270" name="Text Box 14"/>
          <p:cNvSpPr txBox="1">
            <a:spLocks noChangeArrowheads="1"/>
          </p:cNvSpPr>
          <p:nvPr/>
        </p:nvSpPr>
        <p:spPr bwMode="auto">
          <a:xfrm>
            <a:off x="2667000" y="2286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20</a:t>
            </a:r>
          </a:p>
        </p:txBody>
      </p:sp>
      <p:sp>
        <p:nvSpPr>
          <p:cNvPr id="96271" name="Oval 15"/>
          <p:cNvSpPr>
            <a:spLocks noChangeArrowheads="1"/>
          </p:cNvSpPr>
          <p:nvPr/>
        </p:nvSpPr>
        <p:spPr bwMode="auto">
          <a:xfrm>
            <a:off x="3429000" y="2590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6272" name="Text Box 16"/>
          <p:cNvSpPr txBox="1">
            <a:spLocks noChangeArrowheads="1"/>
          </p:cNvSpPr>
          <p:nvPr/>
        </p:nvSpPr>
        <p:spPr bwMode="auto">
          <a:xfrm>
            <a:off x="3505200" y="2743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29</a:t>
            </a:r>
          </a:p>
        </p:txBody>
      </p:sp>
      <p:sp>
        <p:nvSpPr>
          <p:cNvPr id="96273" name="Oval 17"/>
          <p:cNvSpPr>
            <a:spLocks noChangeArrowheads="1"/>
          </p:cNvSpPr>
          <p:nvPr/>
        </p:nvSpPr>
        <p:spPr bwMode="auto">
          <a:xfrm>
            <a:off x="4191000" y="3124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6274" name="Text Box 18"/>
          <p:cNvSpPr txBox="1">
            <a:spLocks noChangeArrowheads="1"/>
          </p:cNvSpPr>
          <p:nvPr/>
        </p:nvSpPr>
        <p:spPr bwMode="auto">
          <a:xfrm>
            <a:off x="4267200" y="3276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30</a:t>
            </a:r>
          </a:p>
        </p:txBody>
      </p:sp>
      <p:sp>
        <p:nvSpPr>
          <p:cNvPr id="96275" name="Oval 19"/>
          <p:cNvSpPr>
            <a:spLocks noChangeArrowheads="1"/>
          </p:cNvSpPr>
          <p:nvPr/>
        </p:nvSpPr>
        <p:spPr bwMode="auto">
          <a:xfrm>
            <a:off x="5029200" y="35814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6276" name="Text Box 20"/>
          <p:cNvSpPr txBox="1">
            <a:spLocks noChangeArrowheads="1"/>
          </p:cNvSpPr>
          <p:nvPr/>
        </p:nvSpPr>
        <p:spPr bwMode="auto">
          <a:xfrm>
            <a:off x="5105400" y="37338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37</a:t>
            </a:r>
          </a:p>
        </p:txBody>
      </p:sp>
      <p:sp>
        <p:nvSpPr>
          <p:cNvPr id="96277" name="Oval 21"/>
          <p:cNvSpPr>
            <a:spLocks noChangeArrowheads="1"/>
          </p:cNvSpPr>
          <p:nvPr/>
        </p:nvSpPr>
        <p:spPr bwMode="auto">
          <a:xfrm>
            <a:off x="5791200" y="4114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6278" name="Text Box 22"/>
          <p:cNvSpPr txBox="1">
            <a:spLocks noChangeArrowheads="1"/>
          </p:cNvSpPr>
          <p:nvPr/>
        </p:nvSpPr>
        <p:spPr bwMode="auto">
          <a:xfrm>
            <a:off x="5867400" y="4267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41</a:t>
            </a:r>
          </a:p>
        </p:txBody>
      </p:sp>
      <p:sp>
        <p:nvSpPr>
          <p:cNvPr id="96279" name="Oval 23"/>
          <p:cNvSpPr>
            <a:spLocks noChangeArrowheads="1"/>
          </p:cNvSpPr>
          <p:nvPr/>
        </p:nvSpPr>
        <p:spPr bwMode="auto">
          <a:xfrm>
            <a:off x="6553200" y="4648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6280" name="Text Box 24"/>
          <p:cNvSpPr txBox="1">
            <a:spLocks noChangeArrowheads="1"/>
          </p:cNvSpPr>
          <p:nvPr/>
        </p:nvSpPr>
        <p:spPr bwMode="auto">
          <a:xfrm>
            <a:off x="6629400" y="4800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45</a:t>
            </a:r>
          </a:p>
        </p:txBody>
      </p:sp>
      <p:sp>
        <p:nvSpPr>
          <p:cNvPr id="96281" name="Oval 25"/>
          <p:cNvSpPr>
            <a:spLocks noChangeArrowheads="1"/>
          </p:cNvSpPr>
          <p:nvPr/>
        </p:nvSpPr>
        <p:spPr bwMode="auto">
          <a:xfrm>
            <a:off x="7391400" y="51054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6282" name="Text Box 26"/>
          <p:cNvSpPr txBox="1">
            <a:spLocks noChangeArrowheads="1"/>
          </p:cNvSpPr>
          <p:nvPr/>
        </p:nvSpPr>
        <p:spPr bwMode="auto">
          <a:xfrm>
            <a:off x="7467600" y="52578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48</a:t>
            </a:r>
          </a:p>
        </p:txBody>
      </p:sp>
      <p:sp>
        <p:nvSpPr>
          <p:cNvPr id="96283" name="Oval 27"/>
          <p:cNvSpPr>
            <a:spLocks noChangeArrowheads="1"/>
          </p:cNvSpPr>
          <p:nvPr/>
        </p:nvSpPr>
        <p:spPr bwMode="auto">
          <a:xfrm>
            <a:off x="8229600" y="5410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6284" name="Text Box 28"/>
          <p:cNvSpPr txBox="1">
            <a:spLocks noChangeArrowheads="1"/>
          </p:cNvSpPr>
          <p:nvPr/>
        </p:nvSpPr>
        <p:spPr bwMode="auto">
          <a:xfrm>
            <a:off x="8305800" y="55626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49 </a:t>
            </a:r>
          </a:p>
        </p:txBody>
      </p:sp>
      <p:sp>
        <p:nvSpPr>
          <p:cNvPr id="96285" name="Line 29"/>
          <p:cNvSpPr>
            <a:spLocks noChangeShapeType="1"/>
          </p:cNvSpPr>
          <p:nvPr/>
        </p:nvSpPr>
        <p:spPr bwMode="auto">
          <a:xfrm>
            <a:off x="1676400" y="16764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6286" name="Line 30"/>
          <p:cNvSpPr>
            <a:spLocks noChangeShapeType="1"/>
          </p:cNvSpPr>
          <p:nvPr/>
        </p:nvSpPr>
        <p:spPr bwMode="auto">
          <a:xfrm>
            <a:off x="2514600" y="21336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6287" name="Line 31"/>
          <p:cNvSpPr>
            <a:spLocks noChangeShapeType="1"/>
          </p:cNvSpPr>
          <p:nvPr/>
        </p:nvSpPr>
        <p:spPr bwMode="auto">
          <a:xfrm>
            <a:off x="3276600" y="26670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6288" name="Line 32"/>
          <p:cNvSpPr>
            <a:spLocks noChangeShapeType="1"/>
          </p:cNvSpPr>
          <p:nvPr/>
        </p:nvSpPr>
        <p:spPr bwMode="auto">
          <a:xfrm>
            <a:off x="4114800" y="31242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6289" name="Line 33"/>
          <p:cNvSpPr>
            <a:spLocks noChangeShapeType="1"/>
          </p:cNvSpPr>
          <p:nvPr/>
        </p:nvSpPr>
        <p:spPr bwMode="auto">
          <a:xfrm>
            <a:off x="4953000" y="35814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6290" name="Line 34"/>
          <p:cNvSpPr>
            <a:spLocks noChangeShapeType="1"/>
          </p:cNvSpPr>
          <p:nvPr/>
        </p:nvSpPr>
        <p:spPr bwMode="auto">
          <a:xfrm>
            <a:off x="5715000" y="41148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6291" name="Line 35"/>
          <p:cNvSpPr>
            <a:spLocks noChangeShapeType="1"/>
          </p:cNvSpPr>
          <p:nvPr/>
        </p:nvSpPr>
        <p:spPr bwMode="auto">
          <a:xfrm>
            <a:off x="6477000" y="46482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6292" name="Line 36"/>
          <p:cNvSpPr>
            <a:spLocks noChangeShapeType="1"/>
          </p:cNvSpPr>
          <p:nvPr/>
        </p:nvSpPr>
        <p:spPr bwMode="auto">
          <a:xfrm>
            <a:off x="7239000" y="51816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6293" name="Line 37"/>
          <p:cNvSpPr>
            <a:spLocks noChangeShapeType="1"/>
          </p:cNvSpPr>
          <p:nvPr/>
        </p:nvSpPr>
        <p:spPr bwMode="auto">
          <a:xfrm>
            <a:off x="8001000" y="56388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6294" name="Text Box 38"/>
          <p:cNvSpPr txBox="1">
            <a:spLocks noChangeArrowheads="1"/>
          </p:cNvSpPr>
          <p:nvPr/>
        </p:nvSpPr>
        <p:spPr bwMode="auto">
          <a:xfrm>
            <a:off x="381000" y="3048000"/>
            <a:ext cx="2819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 sz="1800"/>
          </a:p>
        </p:txBody>
      </p:sp>
      <p:sp>
        <p:nvSpPr>
          <p:cNvPr id="96295" name="Text Box 39"/>
          <p:cNvSpPr txBox="1">
            <a:spLocks noChangeArrowheads="1"/>
          </p:cNvSpPr>
          <p:nvPr/>
        </p:nvSpPr>
        <p:spPr bwMode="auto">
          <a:xfrm>
            <a:off x="609600" y="4161472"/>
            <a:ext cx="3276600" cy="1477328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 dirty="0">
                <a:solidFill>
                  <a:srgbClr val="FF3300"/>
                </a:solidFill>
              </a:rPr>
              <a:t>Exactly the same keys were inserted into this BST – but they were inserted in a different order (the order shown below)</a:t>
            </a:r>
          </a:p>
        </p:txBody>
      </p:sp>
    </p:spTree>
    <p:extLst>
      <p:ext uri="{BB962C8B-B14F-4D97-AF65-F5344CB8AC3E}">
        <p14:creationId xmlns:p14="http://schemas.microsoft.com/office/powerpoint/2010/main" val="27624902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C6650-FFEA-4491-8520-9348F84E1839}" type="slidenum">
              <a:rPr lang="en-US" altLang="en-US"/>
              <a:pPr/>
              <a:t>51</a:t>
            </a:fld>
            <a:endParaRPr lang="en-US" altLang="en-US"/>
          </a:p>
        </p:txBody>
      </p:sp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Bad Luck (cont.)</a:t>
            </a:r>
          </a:p>
        </p:txBody>
      </p:sp>
      <p:sp>
        <p:nvSpPr>
          <p:cNvPr id="202755" name="Text Box 3"/>
          <p:cNvSpPr txBox="1">
            <a:spLocks noChangeArrowheads="1"/>
          </p:cNvSpPr>
          <p:nvPr/>
        </p:nvSpPr>
        <p:spPr bwMode="auto">
          <a:xfrm>
            <a:off x="533400" y="57150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2, 7, 20, 29, 30, 37, 41, 45, 48, 49</a:t>
            </a:r>
          </a:p>
        </p:txBody>
      </p:sp>
      <p:sp>
        <p:nvSpPr>
          <p:cNvPr id="202756" name="Text Box 4"/>
          <p:cNvSpPr txBox="1">
            <a:spLocks noChangeArrowheads="1"/>
          </p:cNvSpPr>
          <p:nvPr/>
        </p:nvSpPr>
        <p:spPr bwMode="auto">
          <a:xfrm>
            <a:off x="76200" y="12192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root  </a:t>
            </a:r>
          </a:p>
        </p:txBody>
      </p:sp>
      <p:sp>
        <p:nvSpPr>
          <p:cNvPr id="202757" name="Line 5"/>
          <p:cNvSpPr>
            <a:spLocks noChangeShapeType="1"/>
          </p:cNvSpPr>
          <p:nvPr/>
        </p:nvSpPr>
        <p:spPr bwMode="auto">
          <a:xfrm>
            <a:off x="762000" y="1447800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2758" name="Oval 6"/>
          <p:cNvSpPr>
            <a:spLocks noChangeArrowheads="1"/>
          </p:cNvSpPr>
          <p:nvPr/>
        </p:nvSpPr>
        <p:spPr bwMode="auto">
          <a:xfrm>
            <a:off x="990600" y="11430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2759" name="Text Box 7"/>
          <p:cNvSpPr txBox="1">
            <a:spLocks noChangeArrowheads="1"/>
          </p:cNvSpPr>
          <p:nvPr/>
        </p:nvSpPr>
        <p:spPr bwMode="auto">
          <a:xfrm>
            <a:off x="1066800" y="12954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 2</a:t>
            </a:r>
          </a:p>
        </p:txBody>
      </p:sp>
      <p:sp>
        <p:nvSpPr>
          <p:cNvPr id="202760" name="Oval 8"/>
          <p:cNvSpPr>
            <a:spLocks noChangeArrowheads="1"/>
          </p:cNvSpPr>
          <p:nvPr/>
        </p:nvSpPr>
        <p:spPr bwMode="auto">
          <a:xfrm>
            <a:off x="1828800" y="1600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2761" name="Text Box 9"/>
          <p:cNvSpPr txBox="1">
            <a:spLocks noChangeArrowheads="1"/>
          </p:cNvSpPr>
          <p:nvPr/>
        </p:nvSpPr>
        <p:spPr bwMode="auto">
          <a:xfrm>
            <a:off x="1905000" y="1752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 7</a:t>
            </a:r>
          </a:p>
        </p:txBody>
      </p:sp>
      <p:sp>
        <p:nvSpPr>
          <p:cNvPr id="202762" name="Oval 10"/>
          <p:cNvSpPr>
            <a:spLocks noChangeArrowheads="1"/>
          </p:cNvSpPr>
          <p:nvPr/>
        </p:nvSpPr>
        <p:spPr bwMode="auto">
          <a:xfrm>
            <a:off x="2590800" y="2133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2763" name="Text Box 11"/>
          <p:cNvSpPr txBox="1">
            <a:spLocks noChangeArrowheads="1"/>
          </p:cNvSpPr>
          <p:nvPr/>
        </p:nvSpPr>
        <p:spPr bwMode="auto">
          <a:xfrm>
            <a:off x="2667000" y="2286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20</a:t>
            </a:r>
          </a:p>
        </p:txBody>
      </p:sp>
      <p:sp>
        <p:nvSpPr>
          <p:cNvPr id="202764" name="Oval 12"/>
          <p:cNvSpPr>
            <a:spLocks noChangeArrowheads="1"/>
          </p:cNvSpPr>
          <p:nvPr/>
        </p:nvSpPr>
        <p:spPr bwMode="auto">
          <a:xfrm>
            <a:off x="3429000" y="2590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2765" name="Text Box 13"/>
          <p:cNvSpPr txBox="1">
            <a:spLocks noChangeArrowheads="1"/>
          </p:cNvSpPr>
          <p:nvPr/>
        </p:nvSpPr>
        <p:spPr bwMode="auto">
          <a:xfrm>
            <a:off x="3505200" y="2743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29</a:t>
            </a:r>
          </a:p>
        </p:txBody>
      </p:sp>
      <p:sp>
        <p:nvSpPr>
          <p:cNvPr id="202766" name="Oval 14"/>
          <p:cNvSpPr>
            <a:spLocks noChangeArrowheads="1"/>
          </p:cNvSpPr>
          <p:nvPr/>
        </p:nvSpPr>
        <p:spPr bwMode="auto">
          <a:xfrm>
            <a:off x="4191000" y="3124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2767" name="Text Box 15"/>
          <p:cNvSpPr txBox="1">
            <a:spLocks noChangeArrowheads="1"/>
          </p:cNvSpPr>
          <p:nvPr/>
        </p:nvSpPr>
        <p:spPr bwMode="auto">
          <a:xfrm>
            <a:off x="4267200" y="3276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30</a:t>
            </a:r>
          </a:p>
        </p:txBody>
      </p:sp>
      <p:sp>
        <p:nvSpPr>
          <p:cNvPr id="202768" name="Oval 16"/>
          <p:cNvSpPr>
            <a:spLocks noChangeArrowheads="1"/>
          </p:cNvSpPr>
          <p:nvPr/>
        </p:nvSpPr>
        <p:spPr bwMode="auto">
          <a:xfrm>
            <a:off x="5029200" y="35814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2769" name="Text Box 17"/>
          <p:cNvSpPr txBox="1">
            <a:spLocks noChangeArrowheads="1"/>
          </p:cNvSpPr>
          <p:nvPr/>
        </p:nvSpPr>
        <p:spPr bwMode="auto">
          <a:xfrm>
            <a:off x="5105400" y="37338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37</a:t>
            </a:r>
          </a:p>
        </p:txBody>
      </p:sp>
      <p:sp>
        <p:nvSpPr>
          <p:cNvPr id="202770" name="Oval 18"/>
          <p:cNvSpPr>
            <a:spLocks noChangeArrowheads="1"/>
          </p:cNvSpPr>
          <p:nvPr/>
        </p:nvSpPr>
        <p:spPr bwMode="auto">
          <a:xfrm>
            <a:off x="5791200" y="4114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2771" name="Text Box 19"/>
          <p:cNvSpPr txBox="1">
            <a:spLocks noChangeArrowheads="1"/>
          </p:cNvSpPr>
          <p:nvPr/>
        </p:nvSpPr>
        <p:spPr bwMode="auto">
          <a:xfrm>
            <a:off x="5867400" y="4267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41</a:t>
            </a:r>
          </a:p>
        </p:txBody>
      </p:sp>
      <p:sp>
        <p:nvSpPr>
          <p:cNvPr id="202772" name="Oval 20"/>
          <p:cNvSpPr>
            <a:spLocks noChangeArrowheads="1"/>
          </p:cNvSpPr>
          <p:nvPr/>
        </p:nvSpPr>
        <p:spPr bwMode="auto">
          <a:xfrm>
            <a:off x="6553200" y="4648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2773" name="Text Box 21"/>
          <p:cNvSpPr txBox="1">
            <a:spLocks noChangeArrowheads="1"/>
          </p:cNvSpPr>
          <p:nvPr/>
        </p:nvSpPr>
        <p:spPr bwMode="auto">
          <a:xfrm>
            <a:off x="6629400" y="4800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45</a:t>
            </a:r>
          </a:p>
        </p:txBody>
      </p:sp>
      <p:sp>
        <p:nvSpPr>
          <p:cNvPr id="202774" name="Oval 22"/>
          <p:cNvSpPr>
            <a:spLocks noChangeArrowheads="1"/>
          </p:cNvSpPr>
          <p:nvPr/>
        </p:nvSpPr>
        <p:spPr bwMode="auto">
          <a:xfrm>
            <a:off x="7391400" y="51054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2775" name="Text Box 23"/>
          <p:cNvSpPr txBox="1">
            <a:spLocks noChangeArrowheads="1"/>
          </p:cNvSpPr>
          <p:nvPr/>
        </p:nvSpPr>
        <p:spPr bwMode="auto">
          <a:xfrm>
            <a:off x="7467600" y="52578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48</a:t>
            </a:r>
          </a:p>
        </p:txBody>
      </p:sp>
      <p:sp>
        <p:nvSpPr>
          <p:cNvPr id="202776" name="Oval 24"/>
          <p:cNvSpPr>
            <a:spLocks noChangeArrowheads="1"/>
          </p:cNvSpPr>
          <p:nvPr/>
        </p:nvSpPr>
        <p:spPr bwMode="auto">
          <a:xfrm>
            <a:off x="8229600" y="5410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2777" name="Text Box 25"/>
          <p:cNvSpPr txBox="1">
            <a:spLocks noChangeArrowheads="1"/>
          </p:cNvSpPr>
          <p:nvPr/>
        </p:nvSpPr>
        <p:spPr bwMode="auto">
          <a:xfrm>
            <a:off x="8305800" y="55626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49 </a:t>
            </a:r>
          </a:p>
        </p:txBody>
      </p:sp>
      <p:sp>
        <p:nvSpPr>
          <p:cNvPr id="202778" name="Line 26"/>
          <p:cNvSpPr>
            <a:spLocks noChangeShapeType="1"/>
          </p:cNvSpPr>
          <p:nvPr/>
        </p:nvSpPr>
        <p:spPr bwMode="auto">
          <a:xfrm>
            <a:off x="1676400" y="16764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2779" name="Line 27"/>
          <p:cNvSpPr>
            <a:spLocks noChangeShapeType="1"/>
          </p:cNvSpPr>
          <p:nvPr/>
        </p:nvSpPr>
        <p:spPr bwMode="auto">
          <a:xfrm>
            <a:off x="2514600" y="21336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2780" name="Line 28"/>
          <p:cNvSpPr>
            <a:spLocks noChangeShapeType="1"/>
          </p:cNvSpPr>
          <p:nvPr/>
        </p:nvSpPr>
        <p:spPr bwMode="auto">
          <a:xfrm>
            <a:off x="3276600" y="26670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2781" name="Line 29"/>
          <p:cNvSpPr>
            <a:spLocks noChangeShapeType="1"/>
          </p:cNvSpPr>
          <p:nvPr/>
        </p:nvSpPr>
        <p:spPr bwMode="auto">
          <a:xfrm>
            <a:off x="4114800" y="31242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2782" name="Line 30"/>
          <p:cNvSpPr>
            <a:spLocks noChangeShapeType="1"/>
          </p:cNvSpPr>
          <p:nvPr/>
        </p:nvSpPr>
        <p:spPr bwMode="auto">
          <a:xfrm>
            <a:off x="4953000" y="35814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2783" name="Line 31"/>
          <p:cNvSpPr>
            <a:spLocks noChangeShapeType="1"/>
          </p:cNvSpPr>
          <p:nvPr/>
        </p:nvSpPr>
        <p:spPr bwMode="auto">
          <a:xfrm>
            <a:off x="5715000" y="41148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2784" name="Line 32"/>
          <p:cNvSpPr>
            <a:spLocks noChangeShapeType="1"/>
          </p:cNvSpPr>
          <p:nvPr/>
        </p:nvSpPr>
        <p:spPr bwMode="auto">
          <a:xfrm>
            <a:off x="6477000" y="46482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2785" name="Line 33"/>
          <p:cNvSpPr>
            <a:spLocks noChangeShapeType="1"/>
          </p:cNvSpPr>
          <p:nvPr/>
        </p:nvSpPr>
        <p:spPr bwMode="auto">
          <a:xfrm>
            <a:off x="7239000" y="51816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2786" name="Line 34"/>
          <p:cNvSpPr>
            <a:spLocks noChangeShapeType="1"/>
          </p:cNvSpPr>
          <p:nvPr/>
        </p:nvSpPr>
        <p:spPr bwMode="auto">
          <a:xfrm>
            <a:off x="8001000" y="56388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2787" name="Text Box 35"/>
          <p:cNvSpPr txBox="1">
            <a:spLocks noChangeArrowheads="1"/>
          </p:cNvSpPr>
          <p:nvPr/>
        </p:nvSpPr>
        <p:spPr bwMode="auto">
          <a:xfrm>
            <a:off x="381000" y="3048000"/>
            <a:ext cx="2819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 sz="1800"/>
          </a:p>
        </p:txBody>
      </p:sp>
      <p:sp>
        <p:nvSpPr>
          <p:cNvPr id="202788" name="Text Box 36"/>
          <p:cNvSpPr txBox="1">
            <a:spLocks noChangeArrowheads="1"/>
          </p:cNvSpPr>
          <p:nvPr/>
        </p:nvSpPr>
        <p:spPr bwMode="auto">
          <a:xfrm>
            <a:off x="609600" y="4876800"/>
            <a:ext cx="3429000" cy="646331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 dirty="0">
                <a:solidFill>
                  <a:srgbClr val="FF3300"/>
                </a:solidFill>
              </a:rPr>
              <a:t>This is some bad luck, but a BST can be formed this way</a:t>
            </a:r>
          </a:p>
        </p:txBody>
      </p:sp>
    </p:spTree>
    <p:extLst>
      <p:ext uri="{BB962C8B-B14F-4D97-AF65-F5344CB8AC3E}">
        <p14:creationId xmlns:p14="http://schemas.microsoft.com/office/powerpoint/2010/main" val="8338474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5BA57-E32A-4954-875D-0C909A00C401}" type="slidenum">
              <a:rPr lang="en-US" altLang="en-US"/>
              <a:pPr/>
              <a:t>52</a:t>
            </a:fld>
            <a:endParaRPr lang="en-US" altLang="en-US"/>
          </a:p>
        </p:txBody>
      </p:sp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Bad Luck (cont.)</a:t>
            </a:r>
          </a:p>
        </p:txBody>
      </p:sp>
      <p:sp>
        <p:nvSpPr>
          <p:cNvPr id="203779" name="Text Box 3"/>
          <p:cNvSpPr txBox="1">
            <a:spLocks noChangeArrowheads="1"/>
          </p:cNvSpPr>
          <p:nvPr/>
        </p:nvSpPr>
        <p:spPr bwMode="auto">
          <a:xfrm>
            <a:off x="533400" y="57150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2, 7, 20, 29, 30, 37, 41, 45, 48, 49</a:t>
            </a:r>
          </a:p>
        </p:txBody>
      </p:sp>
      <p:sp>
        <p:nvSpPr>
          <p:cNvPr id="203780" name="Text Box 4"/>
          <p:cNvSpPr txBox="1">
            <a:spLocks noChangeArrowheads="1"/>
          </p:cNvSpPr>
          <p:nvPr/>
        </p:nvSpPr>
        <p:spPr bwMode="auto">
          <a:xfrm>
            <a:off x="76200" y="12192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/>
              <a:t>root  </a:t>
            </a:r>
          </a:p>
        </p:txBody>
      </p:sp>
      <p:sp>
        <p:nvSpPr>
          <p:cNvPr id="203781" name="Line 5"/>
          <p:cNvSpPr>
            <a:spLocks noChangeShapeType="1"/>
          </p:cNvSpPr>
          <p:nvPr/>
        </p:nvSpPr>
        <p:spPr bwMode="auto">
          <a:xfrm>
            <a:off x="762000" y="1447800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3782" name="Oval 6"/>
          <p:cNvSpPr>
            <a:spLocks noChangeArrowheads="1"/>
          </p:cNvSpPr>
          <p:nvPr/>
        </p:nvSpPr>
        <p:spPr bwMode="auto">
          <a:xfrm>
            <a:off x="990600" y="11430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3783" name="Text Box 7"/>
          <p:cNvSpPr txBox="1">
            <a:spLocks noChangeArrowheads="1"/>
          </p:cNvSpPr>
          <p:nvPr/>
        </p:nvSpPr>
        <p:spPr bwMode="auto">
          <a:xfrm>
            <a:off x="1066800" y="12954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 2</a:t>
            </a:r>
          </a:p>
        </p:txBody>
      </p:sp>
      <p:sp>
        <p:nvSpPr>
          <p:cNvPr id="203784" name="Oval 8"/>
          <p:cNvSpPr>
            <a:spLocks noChangeArrowheads="1"/>
          </p:cNvSpPr>
          <p:nvPr/>
        </p:nvSpPr>
        <p:spPr bwMode="auto">
          <a:xfrm>
            <a:off x="1828800" y="1600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3785" name="Text Box 9"/>
          <p:cNvSpPr txBox="1">
            <a:spLocks noChangeArrowheads="1"/>
          </p:cNvSpPr>
          <p:nvPr/>
        </p:nvSpPr>
        <p:spPr bwMode="auto">
          <a:xfrm>
            <a:off x="1905000" y="1752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 7</a:t>
            </a:r>
          </a:p>
        </p:txBody>
      </p:sp>
      <p:sp>
        <p:nvSpPr>
          <p:cNvPr id="203786" name="Oval 10"/>
          <p:cNvSpPr>
            <a:spLocks noChangeArrowheads="1"/>
          </p:cNvSpPr>
          <p:nvPr/>
        </p:nvSpPr>
        <p:spPr bwMode="auto">
          <a:xfrm>
            <a:off x="2590800" y="2133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3787" name="Text Box 11"/>
          <p:cNvSpPr txBox="1">
            <a:spLocks noChangeArrowheads="1"/>
          </p:cNvSpPr>
          <p:nvPr/>
        </p:nvSpPr>
        <p:spPr bwMode="auto">
          <a:xfrm>
            <a:off x="2667000" y="2286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20</a:t>
            </a:r>
          </a:p>
        </p:txBody>
      </p:sp>
      <p:sp>
        <p:nvSpPr>
          <p:cNvPr id="203788" name="Oval 12"/>
          <p:cNvSpPr>
            <a:spLocks noChangeArrowheads="1"/>
          </p:cNvSpPr>
          <p:nvPr/>
        </p:nvSpPr>
        <p:spPr bwMode="auto">
          <a:xfrm>
            <a:off x="3429000" y="2590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3789" name="Text Box 13"/>
          <p:cNvSpPr txBox="1">
            <a:spLocks noChangeArrowheads="1"/>
          </p:cNvSpPr>
          <p:nvPr/>
        </p:nvSpPr>
        <p:spPr bwMode="auto">
          <a:xfrm>
            <a:off x="3505200" y="2743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29</a:t>
            </a:r>
          </a:p>
        </p:txBody>
      </p:sp>
      <p:sp>
        <p:nvSpPr>
          <p:cNvPr id="203790" name="Oval 14"/>
          <p:cNvSpPr>
            <a:spLocks noChangeArrowheads="1"/>
          </p:cNvSpPr>
          <p:nvPr/>
        </p:nvSpPr>
        <p:spPr bwMode="auto">
          <a:xfrm>
            <a:off x="4191000" y="3124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3791" name="Text Box 15"/>
          <p:cNvSpPr txBox="1">
            <a:spLocks noChangeArrowheads="1"/>
          </p:cNvSpPr>
          <p:nvPr/>
        </p:nvSpPr>
        <p:spPr bwMode="auto">
          <a:xfrm>
            <a:off x="4267200" y="3276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30</a:t>
            </a:r>
          </a:p>
        </p:txBody>
      </p:sp>
      <p:sp>
        <p:nvSpPr>
          <p:cNvPr id="203792" name="Oval 16"/>
          <p:cNvSpPr>
            <a:spLocks noChangeArrowheads="1"/>
          </p:cNvSpPr>
          <p:nvPr/>
        </p:nvSpPr>
        <p:spPr bwMode="auto">
          <a:xfrm>
            <a:off x="5029200" y="35814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3793" name="Text Box 17"/>
          <p:cNvSpPr txBox="1">
            <a:spLocks noChangeArrowheads="1"/>
          </p:cNvSpPr>
          <p:nvPr/>
        </p:nvSpPr>
        <p:spPr bwMode="auto">
          <a:xfrm>
            <a:off x="5105400" y="37338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37</a:t>
            </a:r>
          </a:p>
        </p:txBody>
      </p:sp>
      <p:sp>
        <p:nvSpPr>
          <p:cNvPr id="203794" name="Oval 18"/>
          <p:cNvSpPr>
            <a:spLocks noChangeArrowheads="1"/>
          </p:cNvSpPr>
          <p:nvPr/>
        </p:nvSpPr>
        <p:spPr bwMode="auto">
          <a:xfrm>
            <a:off x="5791200" y="4114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3795" name="Text Box 19"/>
          <p:cNvSpPr txBox="1">
            <a:spLocks noChangeArrowheads="1"/>
          </p:cNvSpPr>
          <p:nvPr/>
        </p:nvSpPr>
        <p:spPr bwMode="auto">
          <a:xfrm>
            <a:off x="5867400" y="4267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41</a:t>
            </a:r>
          </a:p>
        </p:txBody>
      </p:sp>
      <p:sp>
        <p:nvSpPr>
          <p:cNvPr id="203796" name="Oval 20"/>
          <p:cNvSpPr>
            <a:spLocks noChangeArrowheads="1"/>
          </p:cNvSpPr>
          <p:nvPr/>
        </p:nvSpPr>
        <p:spPr bwMode="auto">
          <a:xfrm>
            <a:off x="6553200" y="4648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3797" name="Text Box 21"/>
          <p:cNvSpPr txBox="1">
            <a:spLocks noChangeArrowheads="1"/>
          </p:cNvSpPr>
          <p:nvPr/>
        </p:nvSpPr>
        <p:spPr bwMode="auto">
          <a:xfrm>
            <a:off x="6629400" y="4800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45</a:t>
            </a:r>
          </a:p>
        </p:txBody>
      </p:sp>
      <p:sp>
        <p:nvSpPr>
          <p:cNvPr id="203798" name="Oval 22"/>
          <p:cNvSpPr>
            <a:spLocks noChangeArrowheads="1"/>
          </p:cNvSpPr>
          <p:nvPr/>
        </p:nvSpPr>
        <p:spPr bwMode="auto">
          <a:xfrm>
            <a:off x="7391400" y="51054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3799" name="Text Box 23"/>
          <p:cNvSpPr txBox="1">
            <a:spLocks noChangeArrowheads="1"/>
          </p:cNvSpPr>
          <p:nvPr/>
        </p:nvSpPr>
        <p:spPr bwMode="auto">
          <a:xfrm>
            <a:off x="7467600" y="52578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48</a:t>
            </a:r>
          </a:p>
        </p:txBody>
      </p:sp>
      <p:sp>
        <p:nvSpPr>
          <p:cNvPr id="203800" name="Oval 24"/>
          <p:cNvSpPr>
            <a:spLocks noChangeArrowheads="1"/>
          </p:cNvSpPr>
          <p:nvPr/>
        </p:nvSpPr>
        <p:spPr bwMode="auto">
          <a:xfrm>
            <a:off x="8229600" y="5410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3801" name="Text Box 25"/>
          <p:cNvSpPr txBox="1">
            <a:spLocks noChangeArrowheads="1"/>
          </p:cNvSpPr>
          <p:nvPr/>
        </p:nvSpPr>
        <p:spPr bwMode="auto">
          <a:xfrm>
            <a:off x="8305800" y="55626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49 </a:t>
            </a:r>
          </a:p>
        </p:txBody>
      </p:sp>
      <p:sp>
        <p:nvSpPr>
          <p:cNvPr id="203802" name="Line 26"/>
          <p:cNvSpPr>
            <a:spLocks noChangeShapeType="1"/>
          </p:cNvSpPr>
          <p:nvPr/>
        </p:nvSpPr>
        <p:spPr bwMode="auto">
          <a:xfrm>
            <a:off x="1676400" y="16764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3803" name="Line 27"/>
          <p:cNvSpPr>
            <a:spLocks noChangeShapeType="1"/>
          </p:cNvSpPr>
          <p:nvPr/>
        </p:nvSpPr>
        <p:spPr bwMode="auto">
          <a:xfrm>
            <a:off x="2514600" y="21336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3804" name="Line 28"/>
          <p:cNvSpPr>
            <a:spLocks noChangeShapeType="1"/>
          </p:cNvSpPr>
          <p:nvPr/>
        </p:nvSpPr>
        <p:spPr bwMode="auto">
          <a:xfrm>
            <a:off x="3276600" y="26670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3805" name="Line 29"/>
          <p:cNvSpPr>
            <a:spLocks noChangeShapeType="1"/>
          </p:cNvSpPr>
          <p:nvPr/>
        </p:nvSpPr>
        <p:spPr bwMode="auto">
          <a:xfrm>
            <a:off x="4114800" y="31242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3806" name="Line 30"/>
          <p:cNvSpPr>
            <a:spLocks noChangeShapeType="1"/>
          </p:cNvSpPr>
          <p:nvPr/>
        </p:nvSpPr>
        <p:spPr bwMode="auto">
          <a:xfrm>
            <a:off x="4953000" y="35814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3807" name="Line 31"/>
          <p:cNvSpPr>
            <a:spLocks noChangeShapeType="1"/>
          </p:cNvSpPr>
          <p:nvPr/>
        </p:nvSpPr>
        <p:spPr bwMode="auto">
          <a:xfrm>
            <a:off x="5715000" y="41148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3808" name="Line 32"/>
          <p:cNvSpPr>
            <a:spLocks noChangeShapeType="1"/>
          </p:cNvSpPr>
          <p:nvPr/>
        </p:nvSpPr>
        <p:spPr bwMode="auto">
          <a:xfrm>
            <a:off x="6477000" y="46482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3809" name="Line 33"/>
          <p:cNvSpPr>
            <a:spLocks noChangeShapeType="1"/>
          </p:cNvSpPr>
          <p:nvPr/>
        </p:nvSpPr>
        <p:spPr bwMode="auto">
          <a:xfrm>
            <a:off x="7239000" y="51816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3810" name="Line 34"/>
          <p:cNvSpPr>
            <a:spLocks noChangeShapeType="1"/>
          </p:cNvSpPr>
          <p:nvPr/>
        </p:nvSpPr>
        <p:spPr bwMode="auto">
          <a:xfrm>
            <a:off x="8001000" y="56388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3811" name="Text Box 35"/>
          <p:cNvSpPr txBox="1">
            <a:spLocks noChangeArrowheads="1"/>
          </p:cNvSpPr>
          <p:nvPr/>
        </p:nvSpPr>
        <p:spPr bwMode="auto">
          <a:xfrm>
            <a:off x="381000" y="3048000"/>
            <a:ext cx="2819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 sz="1800"/>
          </a:p>
        </p:txBody>
      </p:sp>
      <p:sp>
        <p:nvSpPr>
          <p:cNvPr id="203812" name="Text Box 36"/>
          <p:cNvSpPr txBox="1">
            <a:spLocks noChangeArrowheads="1"/>
          </p:cNvSpPr>
          <p:nvPr/>
        </p:nvSpPr>
        <p:spPr bwMode="auto">
          <a:xfrm>
            <a:off x="609600" y="4715470"/>
            <a:ext cx="3429000" cy="92333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 dirty="0">
                <a:solidFill>
                  <a:srgbClr val="FF3300"/>
                </a:solidFill>
              </a:rPr>
              <a:t>Using the “tightest” possible big-oh notation, the insertion and search time is O( n )</a:t>
            </a:r>
          </a:p>
        </p:txBody>
      </p:sp>
    </p:spTree>
    <p:extLst>
      <p:ext uri="{BB962C8B-B14F-4D97-AF65-F5344CB8AC3E}">
        <p14:creationId xmlns:p14="http://schemas.microsoft.com/office/powerpoint/2010/main" val="22207241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18501-C266-45C2-849B-E1D7FEF4E31B}" type="slidenum">
              <a:rPr lang="en-US" altLang="en-US"/>
              <a:pPr/>
              <a:t>53</a:t>
            </a:fld>
            <a:endParaRPr lang="en-US" altLang="en-US"/>
          </a:p>
        </p:txBody>
      </p:sp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Balance Factor of BST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sym typeface="Symbol" pitchFamily="18" charset="2"/>
              </a:rPr>
              <a:t>In a BST, the </a:t>
            </a:r>
            <a:r>
              <a:rPr lang="en-US" altLang="en-US" b="1" i="1" dirty="0">
                <a:sym typeface="Symbol" pitchFamily="18" charset="2"/>
              </a:rPr>
              <a:t>balance factor</a:t>
            </a:r>
            <a:r>
              <a:rPr lang="en-US" altLang="en-US" dirty="0">
                <a:sym typeface="Symbol" pitchFamily="18" charset="2"/>
              </a:rPr>
              <a:t> of a node </a:t>
            </a:r>
            <a:r>
              <a:rPr lang="en-US" altLang="en-US" i="1" dirty="0">
                <a:sym typeface="Symbol" pitchFamily="18" charset="2"/>
              </a:rPr>
              <a:t>N</a:t>
            </a:r>
            <a:r>
              <a:rPr lang="en-US" altLang="en-US" dirty="0">
                <a:sym typeface="Symbol" pitchFamily="18" charset="2"/>
              </a:rPr>
              <a:t> is defined as the </a:t>
            </a:r>
            <a:r>
              <a:rPr lang="en-US" altLang="en-US" u="sng" dirty="0">
                <a:sym typeface="Symbol" pitchFamily="18" charset="2"/>
              </a:rPr>
              <a:t>height of right subtree</a:t>
            </a:r>
            <a:r>
              <a:rPr lang="en-US" altLang="en-US" dirty="0">
                <a:sym typeface="Symbol" pitchFamily="18" charset="2"/>
              </a:rPr>
              <a:t> at N </a:t>
            </a:r>
            <a:r>
              <a:rPr lang="en-US" altLang="en-US" u="sng" dirty="0">
                <a:sym typeface="Symbol" pitchFamily="18" charset="2"/>
              </a:rPr>
              <a:t>minus</a:t>
            </a:r>
            <a:r>
              <a:rPr lang="en-US" altLang="en-US" dirty="0">
                <a:sym typeface="Symbol" pitchFamily="18" charset="2"/>
              </a:rPr>
              <a:t> the </a:t>
            </a:r>
            <a:r>
              <a:rPr lang="en-US" altLang="en-US" u="sng" dirty="0">
                <a:sym typeface="Symbol" pitchFamily="18" charset="2"/>
              </a:rPr>
              <a:t>height of left subtree</a:t>
            </a:r>
            <a:r>
              <a:rPr lang="en-US" altLang="en-US" dirty="0">
                <a:sym typeface="Symbol" pitchFamily="18" charset="2"/>
              </a:rPr>
              <a:t> at </a:t>
            </a:r>
            <a:r>
              <a:rPr lang="en-US" altLang="en-US" i="1" dirty="0">
                <a:sym typeface="Symbol" pitchFamily="18" charset="2"/>
              </a:rPr>
              <a:t>N</a:t>
            </a:r>
            <a:r>
              <a:rPr lang="en-US" altLang="en-US" dirty="0">
                <a:sym typeface="Symbol" pitchFamily="18" charset="2"/>
              </a:rPr>
              <a:t>.</a:t>
            </a:r>
          </a:p>
          <a:p>
            <a:pPr marL="457200" lvl="1" indent="0">
              <a:buNone/>
            </a:pPr>
            <a:r>
              <a:rPr lang="en-US" altLang="en-US" i="1" noProof="1">
                <a:sym typeface="Symbol" pitchFamily="18" charset="2"/>
              </a:rPr>
              <a:t>BalanceFactor</a:t>
            </a:r>
            <a:r>
              <a:rPr lang="en-US" altLang="en-US" noProof="1">
                <a:sym typeface="Symbol" pitchFamily="18" charset="2"/>
              </a:rPr>
              <a:t>(</a:t>
            </a:r>
            <a:r>
              <a:rPr lang="en-US" altLang="en-US" i="1" noProof="1">
                <a:sym typeface="Symbol" pitchFamily="18" charset="2"/>
              </a:rPr>
              <a:t>N</a:t>
            </a:r>
            <a:r>
              <a:rPr lang="en-US" altLang="en-US" noProof="1">
                <a:sym typeface="Symbol" pitchFamily="18" charset="2"/>
              </a:rPr>
              <a:t>) = </a:t>
            </a:r>
            <a:r>
              <a:rPr lang="en-US" altLang="en-US" i="1" noProof="1">
                <a:sym typeface="Symbol" pitchFamily="18" charset="2"/>
              </a:rPr>
              <a:t>Height</a:t>
            </a:r>
            <a:r>
              <a:rPr lang="en-US" altLang="en-US" noProof="1">
                <a:sym typeface="Symbol" pitchFamily="18" charset="2"/>
              </a:rPr>
              <a:t>(</a:t>
            </a:r>
            <a:r>
              <a:rPr lang="en-US" altLang="en-US" i="1" noProof="1">
                <a:sym typeface="Symbol" pitchFamily="18" charset="2"/>
              </a:rPr>
              <a:t>RightSubtree</a:t>
            </a:r>
            <a:r>
              <a:rPr lang="en-US" altLang="en-US" noProof="1">
                <a:sym typeface="Symbol" pitchFamily="18" charset="2"/>
              </a:rPr>
              <a:t>(</a:t>
            </a:r>
            <a:r>
              <a:rPr lang="en-US" altLang="en-US" i="1" noProof="1">
                <a:sym typeface="Symbol" pitchFamily="18" charset="2"/>
              </a:rPr>
              <a:t>N</a:t>
            </a:r>
            <a:r>
              <a:rPr lang="en-US" altLang="en-US" noProof="1">
                <a:sym typeface="Symbol" pitchFamily="18" charset="2"/>
              </a:rPr>
              <a:t>)) – </a:t>
            </a:r>
            <a:r>
              <a:rPr lang="en-US" altLang="en-US" i="1" noProof="1">
                <a:sym typeface="Symbol" pitchFamily="18" charset="2"/>
              </a:rPr>
              <a:t>Height</a:t>
            </a:r>
            <a:r>
              <a:rPr lang="en-US" altLang="en-US" noProof="1">
                <a:sym typeface="Symbol" pitchFamily="18" charset="2"/>
              </a:rPr>
              <a:t>(</a:t>
            </a:r>
            <a:r>
              <a:rPr lang="en-US" altLang="en-US" i="1" noProof="1">
                <a:sym typeface="Symbol" pitchFamily="18" charset="2"/>
              </a:rPr>
              <a:t>LeftSubtree</a:t>
            </a:r>
            <a:r>
              <a:rPr lang="en-US" altLang="en-US" noProof="1">
                <a:sym typeface="Symbol" pitchFamily="18" charset="2"/>
              </a:rPr>
              <a:t>(</a:t>
            </a:r>
            <a:r>
              <a:rPr lang="en-US" altLang="en-US" i="1" noProof="1">
                <a:sym typeface="Symbol" pitchFamily="18" charset="2"/>
              </a:rPr>
              <a:t>N</a:t>
            </a:r>
            <a:r>
              <a:rPr lang="en-US" altLang="en-US" noProof="1">
                <a:sym typeface="Symbol" pitchFamily="18" charset="2"/>
              </a:rPr>
              <a:t>))</a:t>
            </a:r>
          </a:p>
          <a:p>
            <a:r>
              <a:rPr lang="en-US" altLang="en-US" dirty="0">
                <a:sym typeface="Symbol" pitchFamily="18" charset="2"/>
              </a:rPr>
              <a:t>If the balance factor of </a:t>
            </a:r>
            <a:r>
              <a:rPr lang="en-US" altLang="en-US" u="sng" dirty="0">
                <a:sym typeface="Symbol" pitchFamily="18" charset="2"/>
              </a:rPr>
              <a:t>all</a:t>
            </a:r>
            <a:r>
              <a:rPr lang="en-US" altLang="en-US" dirty="0">
                <a:sym typeface="Symbol" pitchFamily="18" charset="2"/>
              </a:rPr>
              <a:t> nodes in a BST is -1, 0, or +1 then the BST is </a:t>
            </a:r>
            <a:r>
              <a:rPr lang="en-US" altLang="en-US" u="sng" dirty="0">
                <a:sym typeface="Symbol" pitchFamily="18" charset="2"/>
              </a:rPr>
              <a:t>balanced</a:t>
            </a:r>
            <a:r>
              <a:rPr lang="en-US" altLang="en-US" dirty="0">
                <a:sym typeface="Symbol" pitchFamily="18" charset="2"/>
              </a:rPr>
              <a:t>, this BST is also known as </a:t>
            </a:r>
            <a:r>
              <a:rPr lang="en-US" altLang="en-US" b="1" i="1" dirty="0">
                <a:sym typeface="Symbol" pitchFamily="18" charset="2"/>
              </a:rPr>
              <a:t>AVL</a:t>
            </a:r>
            <a:r>
              <a:rPr lang="en-US" altLang="en-US" dirty="0">
                <a:sym typeface="Symbol" pitchFamily="18" charset="2"/>
              </a:rPr>
              <a:t> tree. Otherwise, the BST is unbalanced.</a:t>
            </a:r>
          </a:p>
        </p:txBody>
      </p:sp>
    </p:spTree>
    <p:extLst>
      <p:ext uri="{BB962C8B-B14F-4D97-AF65-F5344CB8AC3E}">
        <p14:creationId xmlns:p14="http://schemas.microsoft.com/office/powerpoint/2010/main" val="28852626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012A8F0-0A80-4C8B-BE91-42CDDE6EB128}" type="slidenum">
              <a:rPr lang="en-US" sz="1400"/>
              <a:pPr eaLnBrk="1" hangingPunct="1"/>
              <a:t>54</a:t>
            </a:fld>
            <a:endParaRPr lang="en-US" sz="1400"/>
          </a:p>
        </p:txBody>
      </p:sp>
      <p:sp>
        <p:nvSpPr>
          <p:cNvPr id="9318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Balance Factor Example</a:t>
            </a:r>
            <a:endParaRPr lang="en-US" sz="4000" dirty="0"/>
          </a:p>
        </p:txBody>
      </p:sp>
      <p:sp>
        <p:nvSpPr>
          <p:cNvPr id="93188" name="Text Box 3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93189" name="Text Box 4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93190" name="Oval 5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3191" name="Text Box 6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93192" name="Line 7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3193" name="Line 8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3194" name="Oval 9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3195" name="Text Box 10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93196" name="Line 11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3197" name="Oval 12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3198" name="Text Box 13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93199" name="Line 14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3200" name="Oval 15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3201" name="Text Box 16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93202" name="Line 17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3203" name="Oval 18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3204" name="Text Box 19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93205" name="Line 20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3206" name="Oval 21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3207" name="Text Box 22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93208" name="Line 23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3209" name="Oval 24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3210" name="Text Box 25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93211" name="Line 26"/>
          <p:cNvSpPr>
            <a:spLocks noChangeShapeType="1"/>
          </p:cNvSpPr>
          <p:nvPr/>
        </p:nvSpPr>
        <p:spPr bwMode="auto">
          <a:xfrm>
            <a:off x="3733800" y="41148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3212" name="Oval 27"/>
          <p:cNvSpPr>
            <a:spLocks noChangeArrowheads="1"/>
          </p:cNvSpPr>
          <p:nvPr/>
        </p:nvSpPr>
        <p:spPr bwMode="auto">
          <a:xfrm>
            <a:off x="4038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3213" name="Text Box 28"/>
          <p:cNvSpPr txBox="1">
            <a:spLocks noChangeArrowheads="1"/>
          </p:cNvSpPr>
          <p:nvPr/>
        </p:nvSpPr>
        <p:spPr bwMode="auto">
          <a:xfrm>
            <a:off x="4114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93214" name="Line 29"/>
          <p:cNvSpPr>
            <a:spLocks noChangeShapeType="1"/>
          </p:cNvSpPr>
          <p:nvPr/>
        </p:nvSpPr>
        <p:spPr bwMode="auto">
          <a:xfrm>
            <a:off x="8229600" y="3886200"/>
            <a:ext cx="228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3215" name="Oval 30"/>
          <p:cNvSpPr>
            <a:spLocks noChangeArrowheads="1"/>
          </p:cNvSpPr>
          <p:nvPr/>
        </p:nvSpPr>
        <p:spPr bwMode="auto">
          <a:xfrm>
            <a:off x="8229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3216" name="Text Box 31"/>
          <p:cNvSpPr txBox="1">
            <a:spLocks noChangeArrowheads="1"/>
          </p:cNvSpPr>
          <p:nvPr/>
        </p:nvSpPr>
        <p:spPr bwMode="auto">
          <a:xfrm>
            <a:off x="8305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49</a:t>
            </a:r>
          </a:p>
        </p:txBody>
      </p:sp>
      <p:sp>
        <p:nvSpPr>
          <p:cNvPr id="93218" name="Text Box 36"/>
          <p:cNvSpPr txBox="1">
            <a:spLocks noChangeArrowheads="1"/>
          </p:cNvSpPr>
          <p:nvPr/>
        </p:nvSpPr>
        <p:spPr bwMode="auto">
          <a:xfrm>
            <a:off x="1548812" y="4834235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93219" name="Line 37"/>
          <p:cNvSpPr>
            <a:spLocks noChangeShapeType="1"/>
          </p:cNvSpPr>
          <p:nvPr/>
        </p:nvSpPr>
        <p:spPr bwMode="auto">
          <a:xfrm flipH="1">
            <a:off x="2057400" y="5257800"/>
            <a:ext cx="4572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3220" name="Oval 38"/>
          <p:cNvSpPr>
            <a:spLocks noChangeArrowheads="1"/>
          </p:cNvSpPr>
          <p:nvPr/>
        </p:nvSpPr>
        <p:spPr bwMode="auto">
          <a:xfrm>
            <a:off x="1371600" y="53340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3221" name="Text Box 39"/>
          <p:cNvSpPr txBox="1">
            <a:spLocks noChangeArrowheads="1"/>
          </p:cNvSpPr>
          <p:nvPr/>
        </p:nvSpPr>
        <p:spPr bwMode="auto">
          <a:xfrm>
            <a:off x="1447800" y="54864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7</a:t>
            </a:r>
          </a:p>
        </p:txBody>
      </p:sp>
      <p:sp>
        <p:nvSpPr>
          <p:cNvPr id="42" name="Text Box 36"/>
          <p:cNvSpPr txBox="1">
            <a:spLocks noChangeArrowheads="1"/>
          </p:cNvSpPr>
          <p:nvPr/>
        </p:nvSpPr>
        <p:spPr bwMode="auto">
          <a:xfrm>
            <a:off x="2539412" y="4338935"/>
            <a:ext cx="4587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-1</a:t>
            </a:r>
          </a:p>
        </p:txBody>
      </p:sp>
      <p:sp>
        <p:nvSpPr>
          <p:cNvPr id="43" name="Text Box 36"/>
          <p:cNvSpPr txBox="1">
            <a:spLocks noChangeArrowheads="1"/>
          </p:cNvSpPr>
          <p:nvPr/>
        </p:nvSpPr>
        <p:spPr bwMode="auto">
          <a:xfrm>
            <a:off x="4292012" y="4338935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44" name="Text Box 36"/>
          <p:cNvSpPr txBox="1">
            <a:spLocks noChangeArrowheads="1"/>
          </p:cNvSpPr>
          <p:nvPr/>
        </p:nvSpPr>
        <p:spPr bwMode="auto">
          <a:xfrm>
            <a:off x="8458200" y="4343400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45" name="Text Box 36"/>
          <p:cNvSpPr txBox="1">
            <a:spLocks noChangeArrowheads="1"/>
          </p:cNvSpPr>
          <p:nvPr/>
        </p:nvSpPr>
        <p:spPr bwMode="auto">
          <a:xfrm>
            <a:off x="4800600" y="3048000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46" name="Text Box 36"/>
          <p:cNvSpPr txBox="1">
            <a:spLocks noChangeArrowheads="1"/>
          </p:cNvSpPr>
          <p:nvPr/>
        </p:nvSpPr>
        <p:spPr bwMode="auto">
          <a:xfrm>
            <a:off x="3275020" y="3048000"/>
            <a:ext cx="4587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-1</a:t>
            </a:r>
          </a:p>
        </p:txBody>
      </p:sp>
      <p:sp>
        <p:nvSpPr>
          <p:cNvPr id="47" name="Text Box 36"/>
          <p:cNvSpPr txBox="1">
            <a:spLocks noChangeArrowheads="1"/>
          </p:cNvSpPr>
          <p:nvPr/>
        </p:nvSpPr>
        <p:spPr bwMode="auto">
          <a:xfrm>
            <a:off x="1905000" y="1905000"/>
            <a:ext cx="5357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+3</a:t>
            </a:r>
          </a:p>
        </p:txBody>
      </p:sp>
      <p:sp>
        <p:nvSpPr>
          <p:cNvPr id="48" name="Text Box 36"/>
          <p:cNvSpPr txBox="1">
            <a:spLocks noChangeArrowheads="1"/>
          </p:cNvSpPr>
          <p:nvPr/>
        </p:nvSpPr>
        <p:spPr bwMode="auto">
          <a:xfrm>
            <a:off x="7847020" y="2819400"/>
            <a:ext cx="5357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+1</a:t>
            </a:r>
          </a:p>
        </p:txBody>
      </p:sp>
      <p:sp>
        <p:nvSpPr>
          <p:cNvPr id="49" name="Text Box 36"/>
          <p:cNvSpPr txBox="1">
            <a:spLocks noChangeArrowheads="1"/>
          </p:cNvSpPr>
          <p:nvPr/>
        </p:nvSpPr>
        <p:spPr bwMode="auto">
          <a:xfrm>
            <a:off x="6172200" y="1748135"/>
            <a:ext cx="5357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+1</a:t>
            </a:r>
          </a:p>
        </p:txBody>
      </p:sp>
      <p:sp>
        <p:nvSpPr>
          <p:cNvPr id="50" name="Text Box 36"/>
          <p:cNvSpPr txBox="1">
            <a:spLocks noChangeArrowheads="1"/>
          </p:cNvSpPr>
          <p:nvPr/>
        </p:nvSpPr>
        <p:spPr bwMode="auto">
          <a:xfrm>
            <a:off x="3886200" y="990600"/>
            <a:ext cx="4587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-1</a:t>
            </a:r>
          </a:p>
        </p:txBody>
      </p:sp>
      <p:sp>
        <p:nvSpPr>
          <p:cNvPr id="51" name="Text Box 36"/>
          <p:cNvSpPr txBox="1">
            <a:spLocks noChangeArrowheads="1"/>
          </p:cNvSpPr>
          <p:nvPr/>
        </p:nvSpPr>
        <p:spPr bwMode="auto">
          <a:xfrm>
            <a:off x="381000" y="3143071"/>
            <a:ext cx="183038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This BST is unbalanced at node 2.</a:t>
            </a:r>
          </a:p>
        </p:txBody>
      </p:sp>
    </p:spTree>
    <p:extLst>
      <p:ext uri="{BB962C8B-B14F-4D97-AF65-F5344CB8AC3E}">
        <p14:creationId xmlns:p14="http://schemas.microsoft.com/office/powerpoint/2010/main" val="14023599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18501-C266-45C2-849B-E1D7FEF4E31B}" type="slidenum">
              <a:rPr lang="en-US" altLang="en-US"/>
              <a:pPr/>
              <a:t>55</a:t>
            </a:fld>
            <a:endParaRPr lang="en-US" altLang="en-US"/>
          </a:p>
        </p:txBody>
      </p:sp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Balanced vs. Unbalanced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66FF"/>
                </a:solidFill>
                <a:sym typeface="Symbol" pitchFamily="18" charset="2"/>
              </a:rPr>
              <a:t>Balanced </a:t>
            </a:r>
            <a:r>
              <a:rPr lang="en-US" altLang="en-US" dirty="0"/>
              <a:t>BST (AVL)</a:t>
            </a:r>
          </a:p>
          <a:p>
            <a:pPr lvl="1"/>
            <a:r>
              <a:rPr lang="en-US" altLang="en-US" dirty="0"/>
              <a:t>takes </a:t>
            </a:r>
            <a:r>
              <a:rPr lang="en-US" altLang="en-US" u="sng" dirty="0">
                <a:sym typeface="Symbol" pitchFamily="18" charset="2"/>
              </a:rPr>
              <a:t>( </a:t>
            </a:r>
            <a:r>
              <a:rPr lang="en-US" altLang="en-US" u="sng" dirty="0" err="1">
                <a:sym typeface="Symbol" pitchFamily="18" charset="2"/>
              </a:rPr>
              <a:t>lg</a:t>
            </a:r>
            <a:r>
              <a:rPr lang="en-US" altLang="en-US" u="sng" dirty="0">
                <a:sym typeface="Symbol" pitchFamily="18" charset="2"/>
              </a:rPr>
              <a:t> n ) time for insertion</a:t>
            </a:r>
            <a:r>
              <a:rPr lang="en-US" altLang="en-US" dirty="0">
                <a:sym typeface="Symbol" pitchFamily="18" charset="2"/>
              </a:rPr>
              <a:t>, and </a:t>
            </a:r>
            <a:r>
              <a:rPr lang="en-US" altLang="en-US" u="sng" dirty="0">
                <a:sym typeface="Symbol" pitchFamily="18" charset="2"/>
              </a:rPr>
              <a:t>O( </a:t>
            </a:r>
            <a:r>
              <a:rPr lang="en-US" altLang="en-US" u="sng" dirty="0" err="1">
                <a:sym typeface="Symbol" pitchFamily="18" charset="2"/>
              </a:rPr>
              <a:t>lg</a:t>
            </a:r>
            <a:r>
              <a:rPr lang="en-US" altLang="en-US" u="sng" dirty="0">
                <a:sym typeface="Symbol" pitchFamily="18" charset="2"/>
              </a:rPr>
              <a:t> n ) time for a search</a:t>
            </a:r>
            <a:r>
              <a:rPr lang="en-US" altLang="en-US" dirty="0">
                <a:sym typeface="Symbol" pitchFamily="18" charset="2"/>
              </a:rPr>
              <a:t>.</a:t>
            </a:r>
          </a:p>
          <a:p>
            <a:pPr lvl="1"/>
            <a:r>
              <a:rPr lang="en-US" altLang="en-US" dirty="0">
                <a:sym typeface="Symbol" pitchFamily="18" charset="2"/>
              </a:rPr>
              <a:t>A </a:t>
            </a:r>
            <a:r>
              <a:rPr lang="en-US" altLang="en-US" u="sng" dirty="0">
                <a:sym typeface="Symbol" pitchFamily="18" charset="2"/>
              </a:rPr>
              <a:t>complete</a:t>
            </a:r>
            <a:r>
              <a:rPr lang="en-US" altLang="en-US" dirty="0">
                <a:sym typeface="Symbol" pitchFamily="18" charset="2"/>
              </a:rPr>
              <a:t> or </a:t>
            </a:r>
            <a:r>
              <a:rPr lang="en-US" altLang="en-US" u="sng" dirty="0">
                <a:sym typeface="Symbol" pitchFamily="18" charset="2"/>
              </a:rPr>
              <a:t>full</a:t>
            </a:r>
            <a:r>
              <a:rPr lang="en-US" altLang="en-US" dirty="0">
                <a:sym typeface="Symbol" pitchFamily="18" charset="2"/>
              </a:rPr>
              <a:t> BST is a balanced BST.</a:t>
            </a:r>
          </a:p>
          <a:p>
            <a:r>
              <a:rPr lang="en-US" altLang="en-US" dirty="0">
                <a:solidFill>
                  <a:srgbClr val="0066FF"/>
                </a:solidFill>
                <a:sym typeface="Symbol" pitchFamily="18" charset="2"/>
              </a:rPr>
              <a:t>Unbalanced </a:t>
            </a:r>
            <a:r>
              <a:rPr lang="en-US" altLang="en-US" dirty="0">
                <a:sym typeface="Symbol" pitchFamily="18" charset="2"/>
              </a:rPr>
              <a:t>BST</a:t>
            </a:r>
          </a:p>
          <a:p>
            <a:pPr lvl="1"/>
            <a:r>
              <a:rPr lang="en-US" altLang="en-US" dirty="0">
                <a:sym typeface="Symbol" pitchFamily="18" charset="2"/>
              </a:rPr>
              <a:t>takes </a:t>
            </a:r>
            <a:r>
              <a:rPr lang="en-US" altLang="en-US" u="sng" dirty="0">
                <a:sym typeface="Symbol" pitchFamily="18" charset="2"/>
              </a:rPr>
              <a:t>O( n )</a:t>
            </a:r>
            <a:r>
              <a:rPr lang="en-US" altLang="en-US" dirty="0">
                <a:sym typeface="Symbol" pitchFamily="18" charset="2"/>
              </a:rPr>
              <a:t> time for </a:t>
            </a:r>
            <a:r>
              <a:rPr lang="en-US" altLang="en-US" u="sng" dirty="0">
                <a:sym typeface="Symbol" pitchFamily="18" charset="2"/>
              </a:rPr>
              <a:t>insertion</a:t>
            </a:r>
            <a:r>
              <a:rPr lang="en-US" altLang="en-US" dirty="0">
                <a:sym typeface="Symbol" pitchFamily="18" charset="2"/>
              </a:rPr>
              <a:t> and </a:t>
            </a:r>
            <a:r>
              <a:rPr lang="en-US" altLang="en-US" u="sng" dirty="0">
                <a:sym typeface="Symbol" pitchFamily="18" charset="2"/>
              </a:rPr>
              <a:t>searching</a:t>
            </a:r>
            <a:r>
              <a:rPr lang="en-US" altLang="en-US" dirty="0">
                <a:sym typeface="Symbol" pitchFamily="18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77647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18501-C266-45C2-849B-E1D7FEF4E31B}" type="slidenum">
              <a:rPr lang="en-US" altLang="en-US"/>
              <a:pPr/>
              <a:t>56</a:t>
            </a:fld>
            <a:endParaRPr lang="en-US" altLang="en-US"/>
          </a:p>
        </p:txBody>
      </p:sp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Re-balancing a BST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A balanced BST is generally preferred over an unbalanced one as the former performs significantly faster than the latter.</a:t>
            </a:r>
          </a:p>
          <a:p>
            <a:r>
              <a:rPr lang="en-MY" altLang="en-US" dirty="0">
                <a:sym typeface="Symbol" pitchFamily="18" charset="2"/>
              </a:rPr>
              <a:t>A BST can become unbalanced during the </a:t>
            </a:r>
            <a:r>
              <a:rPr lang="en-MY" altLang="en-US" u="sng" dirty="0">
                <a:sym typeface="Symbol" pitchFamily="18" charset="2"/>
              </a:rPr>
              <a:t>insertion/deletion</a:t>
            </a:r>
            <a:r>
              <a:rPr lang="en-MY" altLang="en-US" dirty="0">
                <a:sym typeface="Symbol" pitchFamily="18" charset="2"/>
              </a:rPr>
              <a:t> of a node. When the BST becomes unbalanced, </a:t>
            </a:r>
            <a:r>
              <a:rPr lang="en-MY" altLang="en-US" u="sng" dirty="0">
                <a:sym typeface="Symbol" pitchFamily="18" charset="2"/>
              </a:rPr>
              <a:t>rotation</a:t>
            </a:r>
            <a:r>
              <a:rPr lang="en-MY" altLang="en-US" dirty="0">
                <a:sym typeface="Symbol" pitchFamily="18" charset="2"/>
              </a:rPr>
              <a:t> is performed to make the BST balance again.</a:t>
            </a:r>
            <a:endParaRPr lang="en-US" altLang="en-US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157625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18501-C266-45C2-849B-E1D7FEF4E31B}" type="slidenum">
              <a:rPr lang="en-US" altLang="en-US"/>
              <a:pPr/>
              <a:t>57</a:t>
            </a:fld>
            <a:endParaRPr lang="en-US" altLang="en-US"/>
          </a:p>
        </p:txBody>
      </p:sp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Rotating a BST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r>
              <a:rPr lang="en-US" altLang="en-US" dirty="0">
                <a:sym typeface="Symbol" pitchFamily="18" charset="2"/>
              </a:rPr>
              <a:t>There are 2 types of rotation: </a:t>
            </a:r>
            <a:r>
              <a:rPr lang="en-US" altLang="en-US" u="sng" dirty="0">
                <a:sym typeface="Symbol" pitchFamily="18" charset="2"/>
              </a:rPr>
              <a:t>single rotation</a:t>
            </a:r>
            <a:r>
              <a:rPr lang="en-US" altLang="en-US" dirty="0">
                <a:sym typeface="Symbol" pitchFamily="18" charset="2"/>
              </a:rPr>
              <a:t>, or </a:t>
            </a:r>
            <a:r>
              <a:rPr lang="en-US" altLang="en-US" u="sng" dirty="0">
                <a:sym typeface="Symbol" pitchFamily="18" charset="2"/>
              </a:rPr>
              <a:t>double rotation</a:t>
            </a:r>
            <a:r>
              <a:rPr lang="en-US" altLang="en-US" dirty="0">
                <a:sym typeface="Symbol" pitchFamily="18" charset="2"/>
              </a:rPr>
              <a:t>.</a:t>
            </a:r>
          </a:p>
          <a:p>
            <a:r>
              <a:rPr lang="en-US" altLang="en-US" dirty="0">
                <a:sym typeface="Symbol" pitchFamily="18" charset="2"/>
              </a:rPr>
              <a:t>A rotation can be left or right depends on the direction of rotation.</a:t>
            </a:r>
          </a:p>
          <a:p>
            <a:r>
              <a:rPr lang="en-US" altLang="en-US" dirty="0">
                <a:sym typeface="Symbol" pitchFamily="18" charset="2"/>
              </a:rPr>
              <a:t>Hence there are 4 possible rotations: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dirty="0">
                <a:sym typeface="Symbol" pitchFamily="18" charset="2"/>
              </a:rPr>
              <a:t>Left single rotation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dirty="0">
                <a:sym typeface="Symbol" pitchFamily="18" charset="2"/>
              </a:rPr>
              <a:t>Right single rotation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dirty="0">
                <a:sym typeface="Symbol" pitchFamily="18" charset="2"/>
              </a:rPr>
              <a:t>Left right double rotation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dirty="0">
                <a:sym typeface="Symbol" pitchFamily="18" charset="2"/>
              </a:rPr>
              <a:t>Right left double rotation</a:t>
            </a:r>
          </a:p>
        </p:txBody>
      </p:sp>
    </p:spTree>
    <p:extLst>
      <p:ext uri="{BB962C8B-B14F-4D97-AF65-F5344CB8AC3E}">
        <p14:creationId xmlns:p14="http://schemas.microsoft.com/office/powerpoint/2010/main" val="180180883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18501-C266-45C2-849B-E1D7FEF4E31B}" type="slidenum">
              <a:rPr lang="en-US" altLang="en-US"/>
              <a:pPr/>
              <a:t>58</a:t>
            </a:fld>
            <a:endParaRPr lang="en-US" altLang="en-US"/>
          </a:p>
        </p:txBody>
      </p:sp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Single Rotation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525963"/>
          </a:xfrm>
        </p:spPr>
        <p:txBody>
          <a:bodyPr/>
          <a:lstStyle/>
          <a:p>
            <a:r>
              <a:rPr lang="en-US" altLang="en-US" dirty="0">
                <a:sym typeface="Symbol" pitchFamily="18" charset="2"/>
              </a:rPr>
              <a:t>Left single rotation</a:t>
            </a:r>
          </a:p>
          <a:p>
            <a:endParaRPr lang="en-US" altLang="en-US" dirty="0">
              <a:sym typeface="Symbol" pitchFamily="18" charset="2"/>
            </a:endParaRPr>
          </a:p>
          <a:p>
            <a:endParaRPr lang="en-US" altLang="en-US" dirty="0">
              <a:sym typeface="Symbol" pitchFamily="18" charset="2"/>
            </a:endParaRPr>
          </a:p>
          <a:p>
            <a:endParaRPr lang="en-US" altLang="en-US" dirty="0">
              <a:sym typeface="Symbol" pitchFamily="18" charset="2"/>
            </a:endParaRPr>
          </a:p>
          <a:p>
            <a:endParaRPr lang="en-US" altLang="en-US" dirty="0">
              <a:sym typeface="Symbol" pitchFamily="18" charset="2"/>
            </a:endParaRPr>
          </a:p>
          <a:p>
            <a:r>
              <a:rPr lang="en-US" altLang="en-US" dirty="0">
                <a:sym typeface="Symbol" pitchFamily="18" charset="2"/>
              </a:rPr>
              <a:t>Right single rotation</a:t>
            </a:r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1371600" y="2133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000" dirty="0"/>
              <a:t>4</a:t>
            </a:r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2209800" y="2590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000" dirty="0"/>
              <a:t>7</a:t>
            </a:r>
          </a:p>
        </p:txBody>
      </p:sp>
      <p:sp>
        <p:nvSpPr>
          <p:cNvPr id="11" name="Oval 10"/>
          <p:cNvSpPr>
            <a:spLocks noChangeArrowheads="1"/>
          </p:cNvSpPr>
          <p:nvPr/>
        </p:nvSpPr>
        <p:spPr bwMode="auto">
          <a:xfrm>
            <a:off x="2971800" y="3124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000" dirty="0"/>
              <a:t>10</a:t>
            </a:r>
          </a:p>
        </p:txBody>
      </p:sp>
      <p:sp>
        <p:nvSpPr>
          <p:cNvPr id="12" name="Line 26"/>
          <p:cNvSpPr>
            <a:spLocks noChangeShapeType="1"/>
          </p:cNvSpPr>
          <p:nvPr/>
        </p:nvSpPr>
        <p:spPr bwMode="auto">
          <a:xfrm>
            <a:off x="2057400" y="26670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" name="Line 27"/>
          <p:cNvSpPr>
            <a:spLocks noChangeShapeType="1"/>
          </p:cNvSpPr>
          <p:nvPr/>
        </p:nvSpPr>
        <p:spPr bwMode="auto">
          <a:xfrm>
            <a:off x="2895600" y="31242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" name="Oval 21"/>
          <p:cNvSpPr>
            <a:spLocks noChangeArrowheads="1"/>
          </p:cNvSpPr>
          <p:nvPr/>
        </p:nvSpPr>
        <p:spPr bwMode="auto">
          <a:xfrm>
            <a:off x="6248400" y="19050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MY" sz="2000" dirty="0"/>
              <a:t>7</a:t>
            </a:r>
          </a:p>
        </p:txBody>
      </p:sp>
      <p:sp>
        <p:nvSpPr>
          <p:cNvPr id="16" name="Line 23"/>
          <p:cNvSpPr>
            <a:spLocks noChangeShapeType="1"/>
          </p:cNvSpPr>
          <p:nvPr/>
        </p:nvSpPr>
        <p:spPr bwMode="auto">
          <a:xfrm flipH="1">
            <a:off x="6019800" y="25146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7" name="Oval 24"/>
          <p:cNvSpPr>
            <a:spLocks noChangeArrowheads="1"/>
          </p:cNvSpPr>
          <p:nvPr/>
        </p:nvSpPr>
        <p:spPr bwMode="auto">
          <a:xfrm>
            <a:off x="5638800" y="32004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MY" sz="2000" dirty="0"/>
              <a:t>4</a:t>
            </a:r>
          </a:p>
        </p:txBody>
      </p:sp>
      <p:sp>
        <p:nvSpPr>
          <p:cNvPr id="19" name="Line 26"/>
          <p:cNvSpPr>
            <a:spLocks noChangeShapeType="1"/>
          </p:cNvSpPr>
          <p:nvPr/>
        </p:nvSpPr>
        <p:spPr bwMode="auto">
          <a:xfrm>
            <a:off x="6858000" y="25146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0" name="Oval 27"/>
          <p:cNvSpPr>
            <a:spLocks noChangeArrowheads="1"/>
          </p:cNvSpPr>
          <p:nvPr/>
        </p:nvSpPr>
        <p:spPr bwMode="auto">
          <a:xfrm>
            <a:off x="7162800" y="32004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MY" sz="2000" dirty="0"/>
              <a:t>10</a:t>
            </a:r>
          </a:p>
        </p:txBody>
      </p:sp>
      <p:sp>
        <p:nvSpPr>
          <p:cNvPr id="23" name="Text Box 36"/>
          <p:cNvSpPr txBox="1">
            <a:spLocks noChangeArrowheads="1"/>
          </p:cNvSpPr>
          <p:nvPr/>
        </p:nvSpPr>
        <p:spPr bwMode="auto">
          <a:xfrm>
            <a:off x="5663612" y="2738735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24" name="Text Box 36"/>
          <p:cNvSpPr txBox="1">
            <a:spLocks noChangeArrowheads="1"/>
          </p:cNvSpPr>
          <p:nvPr/>
        </p:nvSpPr>
        <p:spPr bwMode="auto">
          <a:xfrm>
            <a:off x="7416212" y="2738735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25" name="Text Box 36"/>
          <p:cNvSpPr txBox="1">
            <a:spLocks noChangeArrowheads="1"/>
          </p:cNvSpPr>
          <p:nvPr/>
        </p:nvSpPr>
        <p:spPr bwMode="auto">
          <a:xfrm>
            <a:off x="6400800" y="1447800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28" name="Text Box 36"/>
          <p:cNvSpPr txBox="1">
            <a:spLocks noChangeArrowheads="1"/>
          </p:cNvSpPr>
          <p:nvPr/>
        </p:nvSpPr>
        <p:spPr bwMode="auto">
          <a:xfrm>
            <a:off x="1600200" y="1752600"/>
            <a:ext cx="5357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+2</a:t>
            </a:r>
          </a:p>
        </p:txBody>
      </p:sp>
      <p:sp>
        <p:nvSpPr>
          <p:cNvPr id="29" name="Text Box 36"/>
          <p:cNvSpPr txBox="1">
            <a:spLocks noChangeArrowheads="1"/>
          </p:cNvSpPr>
          <p:nvPr/>
        </p:nvSpPr>
        <p:spPr bwMode="auto">
          <a:xfrm>
            <a:off x="3200400" y="2662535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30" name="Text Box 36"/>
          <p:cNvSpPr txBox="1">
            <a:spLocks noChangeArrowheads="1"/>
          </p:cNvSpPr>
          <p:nvPr/>
        </p:nvSpPr>
        <p:spPr bwMode="auto">
          <a:xfrm>
            <a:off x="2438400" y="2129135"/>
            <a:ext cx="5357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+1</a:t>
            </a:r>
          </a:p>
        </p:txBody>
      </p:sp>
      <p:sp>
        <p:nvSpPr>
          <p:cNvPr id="2" name="Circular Arrow 1"/>
          <p:cNvSpPr/>
          <p:nvPr/>
        </p:nvSpPr>
        <p:spPr bwMode="auto">
          <a:xfrm flipH="1">
            <a:off x="1828800" y="3276600"/>
            <a:ext cx="609600" cy="838200"/>
          </a:xfrm>
          <a:prstGeom prst="circular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Y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Right Arrow 2"/>
          <p:cNvSpPr/>
          <p:nvPr/>
        </p:nvSpPr>
        <p:spPr bwMode="auto">
          <a:xfrm>
            <a:off x="4038600" y="2590800"/>
            <a:ext cx="710612" cy="533400"/>
          </a:xfrm>
          <a:prstGeom prst="rightArrow">
            <a:avLst/>
          </a:prstGeom>
          <a:solidFill>
            <a:schemeClr val="accent1"/>
          </a:solidFill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Y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7" name="Oval 56"/>
          <p:cNvSpPr>
            <a:spLocks noChangeArrowheads="1"/>
          </p:cNvSpPr>
          <p:nvPr/>
        </p:nvSpPr>
        <p:spPr bwMode="auto">
          <a:xfrm>
            <a:off x="1371600" y="57150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000" dirty="0"/>
              <a:t>4</a:t>
            </a:r>
          </a:p>
        </p:txBody>
      </p:sp>
      <p:sp>
        <p:nvSpPr>
          <p:cNvPr id="58" name="Oval 57"/>
          <p:cNvSpPr>
            <a:spLocks noChangeArrowheads="1"/>
          </p:cNvSpPr>
          <p:nvPr/>
        </p:nvSpPr>
        <p:spPr bwMode="auto">
          <a:xfrm>
            <a:off x="2209800" y="525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000" dirty="0"/>
              <a:t>7</a:t>
            </a:r>
          </a:p>
        </p:txBody>
      </p:sp>
      <p:sp>
        <p:nvSpPr>
          <p:cNvPr id="59" name="Oval 58"/>
          <p:cNvSpPr>
            <a:spLocks noChangeArrowheads="1"/>
          </p:cNvSpPr>
          <p:nvPr/>
        </p:nvSpPr>
        <p:spPr bwMode="auto">
          <a:xfrm>
            <a:off x="3200400" y="49530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000" dirty="0"/>
              <a:t>10</a:t>
            </a:r>
          </a:p>
        </p:txBody>
      </p:sp>
      <p:sp>
        <p:nvSpPr>
          <p:cNvPr id="60" name="Line 26"/>
          <p:cNvSpPr>
            <a:spLocks noChangeShapeType="1"/>
          </p:cNvSpPr>
          <p:nvPr/>
        </p:nvSpPr>
        <p:spPr bwMode="auto">
          <a:xfrm flipH="1">
            <a:off x="2044112" y="5745163"/>
            <a:ext cx="217076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1" name="Line 27"/>
          <p:cNvSpPr>
            <a:spLocks noChangeShapeType="1"/>
          </p:cNvSpPr>
          <p:nvPr/>
        </p:nvSpPr>
        <p:spPr bwMode="auto">
          <a:xfrm flipH="1">
            <a:off x="2975020" y="5334000"/>
            <a:ext cx="200568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2" name="Oval 21"/>
          <p:cNvSpPr>
            <a:spLocks noChangeArrowheads="1"/>
          </p:cNvSpPr>
          <p:nvPr/>
        </p:nvSpPr>
        <p:spPr bwMode="auto">
          <a:xfrm>
            <a:off x="6248400" y="45720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MY" sz="2000" dirty="0"/>
              <a:t>7</a:t>
            </a:r>
          </a:p>
        </p:txBody>
      </p:sp>
      <p:sp>
        <p:nvSpPr>
          <p:cNvPr id="63" name="Line 23"/>
          <p:cNvSpPr>
            <a:spLocks noChangeShapeType="1"/>
          </p:cNvSpPr>
          <p:nvPr/>
        </p:nvSpPr>
        <p:spPr bwMode="auto">
          <a:xfrm flipH="1">
            <a:off x="6019800" y="51816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4" name="Oval 24"/>
          <p:cNvSpPr>
            <a:spLocks noChangeArrowheads="1"/>
          </p:cNvSpPr>
          <p:nvPr/>
        </p:nvSpPr>
        <p:spPr bwMode="auto">
          <a:xfrm>
            <a:off x="5638800" y="58674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MY" sz="2000" dirty="0"/>
              <a:t>4</a:t>
            </a:r>
          </a:p>
        </p:txBody>
      </p:sp>
      <p:sp>
        <p:nvSpPr>
          <p:cNvPr id="65" name="Line 26"/>
          <p:cNvSpPr>
            <a:spLocks noChangeShapeType="1"/>
          </p:cNvSpPr>
          <p:nvPr/>
        </p:nvSpPr>
        <p:spPr bwMode="auto">
          <a:xfrm>
            <a:off x="6858000" y="51816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6" name="Oval 27"/>
          <p:cNvSpPr>
            <a:spLocks noChangeArrowheads="1"/>
          </p:cNvSpPr>
          <p:nvPr/>
        </p:nvSpPr>
        <p:spPr bwMode="auto">
          <a:xfrm>
            <a:off x="7162800" y="58674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MY" sz="2000" dirty="0"/>
              <a:t>10</a:t>
            </a:r>
          </a:p>
        </p:txBody>
      </p:sp>
      <p:sp>
        <p:nvSpPr>
          <p:cNvPr id="67" name="Text Box 36"/>
          <p:cNvSpPr txBox="1">
            <a:spLocks noChangeArrowheads="1"/>
          </p:cNvSpPr>
          <p:nvPr/>
        </p:nvSpPr>
        <p:spPr bwMode="auto">
          <a:xfrm>
            <a:off x="5663612" y="5405735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68" name="Text Box 36"/>
          <p:cNvSpPr txBox="1">
            <a:spLocks noChangeArrowheads="1"/>
          </p:cNvSpPr>
          <p:nvPr/>
        </p:nvSpPr>
        <p:spPr bwMode="auto">
          <a:xfrm>
            <a:off x="7416212" y="5405735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69" name="Text Box 36"/>
          <p:cNvSpPr txBox="1">
            <a:spLocks noChangeArrowheads="1"/>
          </p:cNvSpPr>
          <p:nvPr/>
        </p:nvSpPr>
        <p:spPr bwMode="auto">
          <a:xfrm>
            <a:off x="6400800" y="4114800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72" name="Text Box 36"/>
          <p:cNvSpPr txBox="1">
            <a:spLocks noChangeArrowheads="1"/>
          </p:cNvSpPr>
          <p:nvPr/>
        </p:nvSpPr>
        <p:spPr bwMode="auto">
          <a:xfrm>
            <a:off x="1600200" y="5334000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73" name="Text Box 36"/>
          <p:cNvSpPr txBox="1">
            <a:spLocks noChangeArrowheads="1"/>
          </p:cNvSpPr>
          <p:nvPr/>
        </p:nvSpPr>
        <p:spPr bwMode="auto">
          <a:xfrm>
            <a:off x="3429000" y="4572000"/>
            <a:ext cx="4587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-2</a:t>
            </a:r>
          </a:p>
        </p:txBody>
      </p:sp>
      <p:sp>
        <p:nvSpPr>
          <p:cNvPr id="74" name="Text Box 36"/>
          <p:cNvSpPr txBox="1">
            <a:spLocks noChangeArrowheads="1"/>
          </p:cNvSpPr>
          <p:nvPr/>
        </p:nvSpPr>
        <p:spPr bwMode="auto">
          <a:xfrm>
            <a:off x="2438400" y="4796135"/>
            <a:ext cx="4587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-1</a:t>
            </a:r>
          </a:p>
        </p:txBody>
      </p:sp>
      <p:sp>
        <p:nvSpPr>
          <p:cNvPr id="75" name="Circular Arrow 74"/>
          <p:cNvSpPr/>
          <p:nvPr/>
        </p:nvSpPr>
        <p:spPr bwMode="auto">
          <a:xfrm>
            <a:off x="2819400" y="5943600"/>
            <a:ext cx="609600" cy="838200"/>
          </a:xfrm>
          <a:prstGeom prst="circular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Y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6" name="Right Arrow 75"/>
          <p:cNvSpPr/>
          <p:nvPr/>
        </p:nvSpPr>
        <p:spPr bwMode="auto">
          <a:xfrm>
            <a:off x="4089988" y="5257800"/>
            <a:ext cx="710612" cy="533400"/>
          </a:xfrm>
          <a:prstGeom prst="rightArrow">
            <a:avLst/>
          </a:prstGeom>
          <a:solidFill>
            <a:schemeClr val="accent1"/>
          </a:solidFill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Y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2172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18501-C266-45C2-849B-E1D7FEF4E31B}" type="slidenum">
              <a:rPr lang="en-US" altLang="en-US"/>
              <a:pPr/>
              <a:t>59</a:t>
            </a:fld>
            <a:endParaRPr lang="en-US" altLang="en-US"/>
          </a:p>
        </p:txBody>
      </p:sp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Double Rotation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525963"/>
          </a:xfrm>
        </p:spPr>
        <p:txBody>
          <a:bodyPr/>
          <a:lstStyle/>
          <a:p>
            <a:r>
              <a:rPr lang="en-US" altLang="en-US" dirty="0">
                <a:sym typeface="Symbol" pitchFamily="18" charset="2"/>
              </a:rPr>
              <a:t>Right left double rotation</a:t>
            </a:r>
          </a:p>
          <a:p>
            <a:endParaRPr lang="en-US" altLang="en-US" dirty="0">
              <a:sym typeface="Symbol" pitchFamily="18" charset="2"/>
            </a:endParaRPr>
          </a:p>
          <a:p>
            <a:endParaRPr lang="en-US" altLang="en-US" dirty="0">
              <a:sym typeface="Symbol" pitchFamily="18" charset="2"/>
            </a:endParaRPr>
          </a:p>
          <a:p>
            <a:endParaRPr lang="en-US" altLang="en-US" dirty="0">
              <a:sym typeface="Symbol" pitchFamily="18" charset="2"/>
            </a:endParaRPr>
          </a:p>
          <a:p>
            <a:endParaRPr lang="en-US" altLang="en-US" dirty="0">
              <a:sym typeface="Symbol" pitchFamily="18" charset="2"/>
            </a:endParaRPr>
          </a:p>
          <a:p>
            <a:r>
              <a:rPr lang="en-US" altLang="en-US" dirty="0">
                <a:sym typeface="Symbol" pitchFamily="18" charset="2"/>
              </a:rPr>
              <a:t>Left right double rotation</a:t>
            </a:r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533400" y="2133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000" dirty="0"/>
              <a:t>4</a:t>
            </a:r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1371600" y="2590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000" dirty="0"/>
              <a:t>10</a:t>
            </a:r>
          </a:p>
        </p:txBody>
      </p:sp>
      <p:sp>
        <p:nvSpPr>
          <p:cNvPr id="11" name="Oval 10"/>
          <p:cNvSpPr>
            <a:spLocks noChangeArrowheads="1"/>
          </p:cNvSpPr>
          <p:nvPr/>
        </p:nvSpPr>
        <p:spPr bwMode="auto">
          <a:xfrm>
            <a:off x="609600" y="3124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000" dirty="0"/>
              <a:t>7</a:t>
            </a:r>
          </a:p>
        </p:txBody>
      </p:sp>
      <p:sp>
        <p:nvSpPr>
          <p:cNvPr id="12" name="Line 26"/>
          <p:cNvSpPr>
            <a:spLocks noChangeShapeType="1"/>
          </p:cNvSpPr>
          <p:nvPr/>
        </p:nvSpPr>
        <p:spPr bwMode="auto">
          <a:xfrm>
            <a:off x="1219200" y="26670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" name="Line 27"/>
          <p:cNvSpPr>
            <a:spLocks noChangeShapeType="1"/>
          </p:cNvSpPr>
          <p:nvPr/>
        </p:nvSpPr>
        <p:spPr bwMode="auto">
          <a:xfrm flipH="1">
            <a:off x="1219200" y="31242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" name="Oval 21"/>
          <p:cNvSpPr>
            <a:spLocks noChangeArrowheads="1"/>
          </p:cNvSpPr>
          <p:nvPr/>
        </p:nvSpPr>
        <p:spPr bwMode="auto">
          <a:xfrm>
            <a:off x="6934200" y="19050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MY" sz="2000" dirty="0"/>
              <a:t>7</a:t>
            </a:r>
          </a:p>
        </p:txBody>
      </p:sp>
      <p:sp>
        <p:nvSpPr>
          <p:cNvPr id="16" name="Line 23"/>
          <p:cNvSpPr>
            <a:spLocks noChangeShapeType="1"/>
          </p:cNvSpPr>
          <p:nvPr/>
        </p:nvSpPr>
        <p:spPr bwMode="auto">
          <a:xfrm flipH="1">
            <a:off x="6705600" y="25146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7" name="Oval 24"/>
          <p:cNvSpPr>
            <a:spLocks noChangeArrowheads="1"/>
          </p:cNvSpPr>
          <p:nvPr/>
        </p:nvSpPr>
        <p:spPr bwMode="auto">
          <a:xfrm>
            <a:off x="6324600" y="32004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MY" sz="2000" dirty="0"/>
              <a:t>4</a:t>
            </a:r>
          </a:p>
        </p:txBody>
      </p:sp>
      <p:sp>
        <p:nvSpPr>
          <p:cNvPr id="19" name="Line 26"/>
          <p:cNvSpPr>
            <a:spLocks noChangeShapeType="1"/>
          </p:cNvSpPr>
          <p:nvPr/>
        </p:nvSpPr>
        <p:spPr bwMode="auto">
          <a:xfrm>
            <a:off x="7543800" y="25146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0" name="Oval 27"/>
          <p:cNvSpPr>
            <a:spLocks noChangeArrowheads="1"/>
          </p:cNvSpPr>
          <p:nvPr/>
        </p:nvSpPr>
        <p:spPr bwMode="auto">
          <a:xfrm>
            <a:off x="7848600" y="32004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MY" sz="2000" dirty="0"/>
              <a:t>10</a:t>
            </a:r>
          </a:p>
        </p:txBody>
      </p:sp>
      <p:sp>
        <p:nvSpPr>
          <p:cNvPr id="23" name="Text Box 36"/>
          <p:cNvSpPr txBox="1">
            <a:spLocks noChangeArrowheads="1"/>
          </p:cNvSpPr>
          <p:nvPr/>
        </p:nvSpPr>
        <p:spPr bwMode="auto">
          <a:xfrm>
            <a:off x="6349412" y="2738735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24" name="Text Box 36"/>
          <p:cNvSpPr txBox="1">
            <a:spLocks noChangeArrowheads="1"/>
          </p:cNvSpPr>
          <p:nvPr/>
        </p:nvSpPr>
        <p:spPr bwMode="auto">
          <a:xfrm>
            <a:off x="8102012" y="2738735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25" name="Text Box 36"/>
          <p:cNvSpPr txBox="1">
            <a:spLocks noChangeArrowheads="1"/>
          </p:cNvSpPr>
          <p:nvPr/>
        </p:nvSpPr>
        <p:spPr bwMode="auto">
          <a:xfrm>
            <a:off x="7086600" y="1447800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28" name="Text Box 36"/>
          <p:cNvSpPr txBox="1">
            <a:spLocks noChangeArrowheads="1"/>
          </p:cNvSpPr>
          <p:nvPr/>
        </p:nvSpPr>
        <p:spPr bwMode="auto">
          <a:xfrm>
            <a:off x="762000" y="1752600"/>
            <a:ext cx="5357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+2</a:t>
            </a:r>
          </a:p>
        </p:txBody>
      </p:sp>
      <p:sp>
        <p:nvSpPr>
          <p:cNvPr id="29" name="Text Box 36"/>
          <p:cNvSpPr txBox="1">
            <a:spLocks noChangeArrowheads="1"/>
          </p:cNvSpPr>
          <p:nvPr/>
        </p:nvSpPr>
        <p:spPr bwMode="auto">
          <a:xfrm>
            <a:off x="533400" y="2814935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30" name="Text Box 36"/>
          <p:cNvSpPr txBox="1">
            <a:spLocks noChangeArrowheads="1"/>
          </p:cNvSpPr>
          <p:nvPr/>
        </p:nvSpPr>
        <p:spPr bwMode="auto">
          <a:xfrm>
            <a:off x="1600200" y="2129135"/>
            <a:ext cx="4587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-1</a:t>
            </a:r>
          </a:p>
        </p:txBody>
      </p:sp>
      <p:sp>
        <p:nvSpPr>
          <p:cNvPr id="2" name="Circular Arrow 1"/>
          <p:cNvSpPr/>
          <p:nvPr/>
        </p:nvSpPr>
        <p:spPr bwMode="auto">
          <a:xfrm>
            <a:off x="1447800" y="3352800"/>
            <a:ext cx="609600" cy="838200"/>
          </a:xfrm>
          <a:prstGeom prst="circular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Y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Right Arrow 2"/>
          <p:cNvSpPr/>
          <p:nvPr/>
        </p:nvSpPr>
        <p:spPr bwMode="auto">
          <a:xfrm>
            <a:off x="2337388" y="2590800"/>
            <a:ext cx="710612" cy="533400"/>
          </a:xfrm>
          <a:prstGeom prst="rightArrow">
            <a:avLst/>
          </a:prstGeom>
          <a:solidFill>
            <a:schemeClr val="accent1"/>
          </a:solidFill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Y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7" name="Oval 56"/>
          <p:cNvSpPr>
            <a:spLocks noChangeArrowheads="1"/>
          </p:cNvSpPr>
          <p:nvPr/>
        </p:nvSpPr>
        <p:spPr bwMode="auto">
          <a:xfrm>
            <a:off x="2971800" y="5791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000" dirty="0"/>
              <a:t>4</a:t>
            </a:r>
          </a:p>
        </p:txBody>
      </p:sp>
      <p:sp>
        <p:nvSpPr>
          <p:cNvPr id="58" name="Oval 57"/>
          <p:cNvSpPr>
            <a:spLocks noChangeArrowheads="1"/>
          </p:cNvSpPr>
          <p:nvPr/>
        </p:nvSpPr>
        <p:spPr bwMode="auto">
          <a:xfrm>
            <a:off x="3810000" y="525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000" dirty="0"/>
              <a:t>7</a:t>
            </a:r>
          </a:p>
        </p:txBody>
      </p:sp>
      <p:sp>
        <p:nvSpPr>
          <p:cNvPr id="59" name="Oval 58"/>
          <p:cNvSpPr>
            <a:spLocks noChangeArrowheads="1"/>
          </p:cNvSpPr>
          <p:nvPr/>
        </p:nvSpPr>
        <p:spPr bwMode="auto">
          <a:xfrm>
            <a:off x="4724400" y="49530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000" dirty="0"/>
              <a:t>10</a:t>
            </a:r>
          </a:p>
        </p:txBody>
      </p:sp>
      <p:sp>
        <p:nvSpPr>
          <p:cNvPr id="60" name="Line 26"/>
          <p:cNvSpPr>
            <a:spLocks noChangeShapeType="1"/>
          </p:cNvSpPr>
          <p:nvPr/>
        </p:nvSpPr>
        <p:spPr bwMode="auto">
          <a:xfrm flipH="1">
            <a:off x="3592924" y="5745163"/>
            <a:ext cx="217076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1" name="Line 27"/>
          <p:cNvSpPr>
            <a:spLocks noChangeShapeType="1"/>
          </p:cNvSpPr>
          <p:nvPr/>
        </p:nvSpPr>
        <p:spPr bwMode="auto">
          <a:xfrm flipH="1">
            <a:off x="4499020" y="5334000"/>
            <a:ext cx="200568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2" name="Oval 21"/>
          <p:cNvSpPr>
            <a:spLocks noChangeArrowheads="1"/>
          </p:cNvSpPr>
          <p:nvPr/>
        </p:nvSpPr>
        <p:spPr bwMode="auto">
          <a:xfrm>
            <a:off x="6629400" y="45720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MY" sz="2000" dirty="0"/>
              <a:t>7</a:t>
            </a:r>
          </a:p>
        </p:txBody>
      </p:sp>
      <p:sp>
        <p:nvSpPr>
          <p:cNvPr id="63" name="Line 23"/>
          <p:cNvSpPr>
            <a:spLocks noChangeShapeType="1"/>
          </p:cNvSpPr>
          <p:nvPr/>
        </p:nvSpPr>
        <p:spPr bwMode="auto">
          <a:xfrm flipH="1">
            <a:off x="6400800" y="51816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4" name="Oval 24"/>
          <p:cNvSpPr>
            <a:spLocks noChangeArrowheads="1"/>
          </p:cNvSpPr>
          <p:nvPr/>
        </p:nvSpPr>
        <p:spPr bwMode="auto">
          <a:xfrm>
            <a:off x="6019800" y="58674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MY" sz="2000" dirty="0"/>
              <a:t>4</a:t>
            </a:r>
          </a:p>
        </p:txBody>
      </p:sp>
      <p:sp>
        <p:nvSpPr>
          <p:cNvPr id="65" name="Line 26"/>
          <p:cNvSpPr>
            <a:spLocks noChangeShapeType="1"/>
          </p:cNvSpPr>
          <p:nvPr/>
        </p:nvSpPr>
        <p:spPr bwMode="auto">
          <a:xfrm>
            <a:off x="7239000" y="51816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6" name="Oval 27"/>
          <p:cNvSpPr>
            <a:spLocks noChangeArrowheads="1"/>
          </p:cNvSpPr>
          <p:nvPr/>
        </p:nvSpPr>
        <p:spPr bwMode="auto">
          <a:xfrm>
            <a:off x="7543800" y="58674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MY" sz="2000" dirty="0"/>
              <a:t>10</a:t>
            </a:r>
          </a:p>
        </p:txBody>
      </p:sp>
      <p:sp>
        <p:nvSpPr>
          <p:cNvPr id="67" name="Text Box 36"/>
          <p:cNvSpPr txBox="1">
            <a:spLocks noChangeArrowheads="1"/>
          </p:cNvSpPr>
          <p:nvPr/>
        </p:nvSpPr>
        <p:spPr bwMode="auto">
          <a:xfrm>
            <a:off x="6044612" y="5405735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68" name="Text Box 36"/>
          <p:cNvSpPr txBox="1">
            <a:spLocks noChangeArrowheads="1"/>
          </p:cNvSpPr>
          <p:nvPr/>
        </p:nvSpPr>
        <p:spPr bwMode="auto">
          <a:xfrm>
            <a:off x="7797212" y="5405735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69" name="Text Box 36"/>
          <p:cNvSpPr txBox="1">
            <a:spLocks noChangeArrowheads="1"/>
          </p:cNvSpPr>
          <p:nvPr/>
        </p:nvSpPr>
        <p:spPr bwMode="auto">
          <a:xfrm>
            <a:off x="6400800" y="4114800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72" name="Text Box 36"/>
          <p:cNvSpPr txBox="1">
            <a:spLocks noChangeArrowheads="1"/>
          </p:cNvSpPr>
          <p:nvPr/>
        </p:nvSpPr>
        <p:spPr bwMode="auto">
          <a:xfrm>
            <a:off x="3124200" y="5334000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73" name="Text Box 36"/>
          <p:cNvSpPr txBox="1">
            <a:spLocks noChangeArrowheads="1"/>
          </p:cNvSpPr>
          <p:nvPr/>
        </p:nvSpPr>
        <p:spPr bwMode="auto">
          <a:xfrm>
            <a:off x="4953000" y="4567535"/>
            <a:ext cx="4587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-2</a:t>
            </a:r>
          </a:p>
        </p:txBody>
      </p:sp>
      <p:sp>
        <p:nvSpPr>
          <p:cNvPr id="74" name="Text Box 36"/>
          <p:cNvSpPr txBox="1">
            <a:spLocks noChangeArrowheads="1"/>
          </p:cNvSpPr>
          <p:nvPr/>
        </p:nvSpPr>
        <p:spPr bwMode="auto">
          <a:xfrm>
            <a:off x="3962400" y="4796135"/>
            <a:ext cx="4587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-1</a:t>
            </a:r>
          </a:p>
        </p:txBody>
      </p:sp>
      <p:sp>
        <p:nvSpPr>
          <p:cNvPr id="75" name="Circular Arrow 74"/>
          <p:cNvSpPr/>
          <p:nvPr/>
        </p:nvSpPr>
        <p:spPr bwMode="auto">
          <a:xfrm>
            <a:off x="4343400" y="5943600"/>
            <a:ext cx="609600" cy="838200"/>
          </a:xfrm>
          <a:prstGeom prst="circular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Y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6" name="Right Arrow 75"/>
          <p:cNvSpPr/>
          <p:nvPr/>
        </p:nvSpPr>
        <p:spPr bwMode="auto">
          <a:xfrm>
            <a:off x="5690188" y="4800600"/>
            <a:ext cx="710612" cy="533400"/>
          </a:xfrm>
          <a:prstGeom prst="rightArrow">
            <a:avLst/>
          </a:prstGeom>
          <a:solidFill>
            <a:schemeClr val="accent1"/>
          </a:solidFill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Y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1" name="Oval 40"/>
          <p:cNvSpPr>
            <a:spLocks noChangeArrowheads="1"/>
          </p:cNvSpPr>
          <p:nvPr/>
        </p:nvSpPr>
        <p:spPr bwMode="auto">
          <a:xfrm>
            <a:off x="3048000" y="2133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000" dirty="0"/>
              <a:t>4</a:t>
            </a:r>
          </a:p>
        </p:txBody>
      </p:sp>
      <p:sp>
        <p:nvSpPr>
          <p:cNvPr id="42" name="Oval 41"/>
          <p:cNvSpPr>
            <a:spLocks noChangeArrowheads="1"/>
          </p:cNvSpPr>
          <p:nvPr/>
        </p:nvSpPr>
        <p:spPr bwMode="auto">
          <a:xfrm>
            <a:off x="3886200" y="2590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000" dirty="0"/>
              <a:t>7</a:t>
            </a:r>
          </a:p>
        </p:txBody>
      </p:sp>
      <p:sp>
        <p:nvSpPr>
          <p:cNvPr id="43" name="Oval 42"/>
          <p:cNvSpPr>
            <a:spLocks noChangeArrowheads="1"/>
          </p:cNvSpPr>
          <p:nvPr/>
        </p:nvSpPr>
        <p:spPr bwMode="auto">
          <a:xfrm>
            <a:off x="4648200" y="3124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000" dirty="0"/>
              <a:t>10</a:t>
            </a:r>
          </a:p>
        </p:txBody>
      </p:sp>
      <p:sp>
        <p:nvSpPr>
          <p:cNvPr id="44" name="Line 26"/>
          <p:cNvSpPr>
            <a:spLocks noChangeShapeType="1"/>
          </p:cNvSpPr>
          <p:nvPr/>
        </p:nvSpPr>
        <p:spPr bwMode="auto">
          <a:xfrm>
            <a:off x="3733800" y="26670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" name="Line 27"/>
          <p:cNvSpPr>
            <a:spLocks noChangeShapeType="1"/>
          </p:cNvSpPr>
          <p:nvPr/>
        </p:nvSpPr>
        <p:spPr bwMode="auto">
          <a:xfrm>
            <a:off x="4572000" y="31242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" name="Text Box 36"/>
          <p:cNvSpPr txBox="1">
            <a:spLocks noChangeArrowheads="1"/>
          </p:cNvSpPr>
          <p:nvPr/>
        </p:nvSpPr>
        <p:spPr bwMode="auto">
          <a:xfrm>
            <a:off x="3276600" y="1752600"/>
            <a:ext cx="5357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+2</a:t>
            </a:r>
          </a:p>
        </p:txBody>
      </p:sp>
      <p:sp>
        <p:nvSpPr>
          <p:cNvPr id="47" name="Text Box 36"/>
          <p:cNvSpPr txBox="1">
            <a:spLocks noChangeArrowheads="1"/>
          </p:cNvSpPr>
          <p:nvPr/>
        </p:nvSpPr>
        <p:spPr bwMode="auto">
          <a:xfrm>
            <a:off x="4876800" y="2662535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48" name="Text Box 36"/>
          <p:cNvSpPr txBox="1">
            <a:spLocks noChangeArrowheads="1"/>
          </p:cNvSpPr>
          <p:nvPr/>
        </p:nvSpPr>
        <p:spPr bwMode="auto">
          <a:xfrm>
            <a:off x="4114800" y="2129135"/>
            <a:ext cx="5357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+1</a:t>
            </a:r>
          </a:p>
        </p:txBody>
      </p:sp>
      <p:sp>
        <p:nvSpPr>
          <p:cNvPr id="49" name="Circular Arrow 48"/>
          <p:cNvSpPr/>
          <p:nvPr/>
        </p:nvSpPr>
        <p:spPr bwMode="auto">
          <a:xfrm flipH="1">
            <a:off x="3505200" y="3276600"/>
            <a:ext cx="609600" cy="838200"/>
          </a:xfrm>
          <a:prstGeom prst="circular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Y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0" name="Right Arrow 49"/>
          <p:cNvSpPr/>
          <p:nvPr/>
        </p:nvSpPr>
        <p:spPr bwMode="auto">
          <a:xfrm>
            <a:off x="5562600" y="2590800"/>
            <a:ext cx="710612" cy="533400"/>
          </a:xfrm>
          <a:prstGeom prst="rightArrow">
            <a:avLst/>
          </a:prstGeom>
          <a:solidFill>
            <a:schemeClr val="accent1"/>
          </a:solidFill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Y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1" name="Oval 50"/>
          <p:cNvSpPr>
            <a:spLocks noChangeArrowheads="1"/>
          </p:cNvSpPr>
          <p:nvPr/>
        </p:nvSpPr>
        <p:spPr bwMode="auto">
          <a:xfrm>
            <a:off x="1219200" y="4876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000" dirty="0"/>
              <a:t>10</a:t>
            </a:r>
          </a:p>
        </p:txBody>
      </p:sp>
      <p:sp>
        <p:nvSpPr>
          <p:cNvPr id="52" name="Oval 51"/>
          <p:cNvSpPr>
            <a:spLocks noChangeArrowheads="1"/>
          </p:cNvSpPr>
          <p:nvPr/>
        </p:nvSpPr>
        <p:spPr bwMode="auto">
          <a:xfrm>
            <a:off x="304800" y="5262265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000" dirty="0"/>
              <a:t>4</a:t>
            </a:r>
          </a:p>
        </p:txBody>
      </p:sp>
      <p:sp>
        <p:nvSpPr>
          <p:cNvPr id="53" name="Oval 52"/>
          <p:cNvSpPr>
            <a:spLocks noChangeArrowheads="1"/>
          </p:cNvSpPr>
          <p:nvPr/>
        </p:nvSpPr>
        <p:spPr bwMode="auto">
          <a:xfrm>
            <a:off x="1295400" y="58674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000" dirty="0"/>
              <a:t>7</a:t>
            </a:r>
          </a:p>
        </p:txBody>
      </p:sp>
      <p:sp>
        <p:nvSpPr>
          <p:cNvPr id="54" name="Line 26"/>
          <p:cNvSpPr>
            <a:spLocks noChangeShapeType="1"/>
          </p:cNvSpPr>
          <p:nvPr/>
        </p:nvSpPr>
        <p:spPr bwMode="auto">
          <a:xfrm>
            <a:off x="990600" y="5745163"/>
            <a:ext cx="405812" cy="26355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5" name="Line 27"/>
          <p:cNvSpPr>
            <a:spLocks noChangeShapeType="1"/>
          </p:cNvSpPr>
          <p:nvPr/>
        </p:nvSpPr>
        <p:spPr bwMode="auto">
          <a:xfrm flipH="1">
            <a:off x="990600" y="5334000"/>
            <a:ext cx="228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6" name="Text Box 36"/>
          <p:cNvSpPr txBox="1">
            <a:spLocks noChangeArrowheads="1"/>
          </p:cNvSpPr>
          <p:nvPr/>
        </p:nvSpPr>
        <p:spPr bwMode="auto">
          <a:xfrm>
            <a:off x="1804905" y="4599740"/>
            <a:ext cx="4587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-2</a:t>
            </a:r>
          </a:p>
        </p:txBody>
      </p:sp>
      <p:sp>
        <p:nvSpPr>
          <p:cNvPr id="70" name="Text Box 36"/>
          <p:cNvSpPr txBox="1">
            <a:spLocks noChangeArrowheads="1"/>
          </p:cNvSpPr>
          <p:nvPr/>
        </p:nvSpPr>
        <p:spPr bwMode="auto">
          <a:xfrm>
            <a:off x="1756765" y="5547057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71" name="Text Box 36"/>
          <p:cNvSpPr txBox="1">
            <a:spLocks noChangeArrowheads="1"/>
          </p:cNvSpPr>
          <p:nvPr/>
        </p:nvSpPr>
        <p:spPr bwMode="auto">
          <a:xfrm>
            <a:off x="381000" y="4800600"/>
            <a:ext cx="5357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+1</a:t>
            </a:r>
          </a:p>
        </p:txBody>
      </p:sp>
      <p:sp>
        <p:nvSpPr>
          <p:cNvPr id="77" name="Circular Arrow 76"/>
          <p:cNvSpPr/>
          <p:nvPr/>
        </p:nvSpPr>
        <p:spPr bwMode="auto">
          <a:xfrm flipH="1">
            <a:off x="609600" y="5943600"/>
            <a:ext cx="609600" cy="838200"/>
          </a:xfrm>
          <a:prstGeom prst="circular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Y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8" name="Right Arrow 77"/>
          <p:cNvSpPr/>
          <p:nvPr/>
        </p:nvSpPr>
        <p:spPr bwMode="auto">
          <a:xfrm>
            <a:off x="2337388" y="5105400"/>
            <a:ext cx="710612" cy="533400"/>
          </a:xfrm>
          <a:prstGeom prst="rightArrow">
            <a:avLst/>
          </a:prstGeom>
          <a:solidFill>
            <a:schemeClr val="accent1"/>
          </a:solidFill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Y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421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4C5D7E7-5448-475B-9401-888EF254DFC7}" type="slidenum">
              <a:rPr lang="en-US" sz="1400"/>
              <a:pPr eaLnBrk="1" hangingPunct="1"/>
              <a:t>60</a:t>
            </a:fld>
            <a:endParaRPr lang="en-US" sz="140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Inserting Nodes Into an AVL</a:t>
            </a:r>
          </a:p>
        </p:txBody>
      </p:sp>
      <p:sp>
        <p:nvSpPr>
          <p:cNvPr id="35844" name="Text Box 3"/>
          <p:cNvSpPr txBox="1">
            <a:spLocks noChangeArrowheads="1"/>
          </p:cNvSpPr>
          <p:nvPr/>
        </p:nvSpPr>
        <p:spPr bwMode="auto">
          <a:xfrm>
            <a:off x="533400" y="57150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20, 30, 49, 7</a:t>
            </a:r>
          </a:p>
        </p:txBody>
      </p:sp>
      <p:sp>
        <p:nvSpPr>
          <p:cNvPr id="35845" name="Text Box 4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35846" name="Text Box 5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35847" name="Oval 6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35848" name="Text Box 7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35849" name="Line 8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5850" name="Line 9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5851" name="Oval 10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35852" name="Text Box 11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35853" name="Line 12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5854" name="Oval 13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35855" name="Text Box 14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35856" name="Line 15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5857" name="Oval 16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35858" name="Text Box 17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35859" name="Line 18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5860" name="Oval 19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35861" name="Text Box 20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35862" name="Line 22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5863" name="Oval 23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35864" name="Text Box 24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26" name="Text Box 37"/>
          <p:cNvSpPr txBox="1">
            <a:spLocks noChangeArrowheads="1"/>
          </p:cNvSpPr>
          <p:nvPr/>
        </p:nvSpPr>
        <p:spPr bwMode="auto">
          <a:xfrm>
            <a:off x="4191000" y="4495800"/>
            <a:ext cx="4267200" cy="1938992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Repeat the previous example of BST insertion but with an AVL tree this time. </a:t>
            </a:r>
            <a:br>
              <a:rPr lang="en-US" dirty="0">
                <a:solidFill>
                  <a:srgbClr val="FF3300"/>
                </a:solidFill>
              </a:rPr>
            </a:br>
            <a:r>
              <a:rPr lang="en-US" dirty="0">
                <a:solidFill>
                  <a:srgbClr val="FF3300"/>
                </a:solidFill>
              </a:rPr>
              <a:t>Node 2 has balance factor of +1 now.</a:t>
            </a: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1905000" y="1905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 +1</a:t>
            </a:r>
          </a:p>
        </p:txBody>
      </p:sp>
    </p:spTree>
    <p:extLst>
      <p:ext uri="{BB962C8B-B14F-4D97-AF65-F5344CB8AC3E}">
        <p14:creationId xmlns:p14="http://schemas.microsoft.com/office/powerpoint/2010/main" val="89319672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A0E1C8D-CB0F-4E21-85AD-CBC22A6753DF}" type="slidenum">
              <a:rPr lang="en-US" sz="1400"/>
              <a:pPr eaLnBrk="1" hangingPunct="1"/>
              <a:t>61</a:t>
            </a:fld>
            <a:endParaRPr lang="en-US" sz="140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Inserting Nodes Into an AVL (cont.)</a:t>
            </a:r>
          </a:p>
        </p:txBody>
      </p:sp>
      <p:sp>
        <p:nvSpPr>
          <p:cNvPr id="44036" name="Text Box 3"/>
          <p:cNvSpPr txBox="1">
            <a:spLocks noChangeArrowheads="1"/>
          </p:cNvSpPr>
          <p:nvPr/>
        </p:nvSpPr>
        <p:spPr bwMode="auto">
          <a:xfrm>
            <a:off x="533400" y="57150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3300"/>
                </a:solidFill>
              </a:rPr>
              <a:t>20</a:t>
            </a:r>
            <a:r>
              <a:rPr lang="en-US"/>
              <a:t>, 30, 49, 7</a:t>
            </a:r>
          </a:p>
        </p:txBody>
      </p:sp>
      <p:sp>
        <p:nvSpPr>
          <p:cNvPr id="44037" name="Text Box 4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44038" name="Text Box 5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44039" name="Oval 6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40" name="Text Box 7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44041" name="Line 8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42" name="Line 9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43" name="Oval 10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44" name="Text Box 11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 2</a:t>
            </a:r>
          </a:p>
        </p:txBody>
      </p:sp>
      <p:sp>
        <p:nvSpPr>
          <p:cNvPr id="44045" name="Line 12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46" name="Oval 13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47" name="Text Box 14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44048" name="Line 15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49" name="Oval 16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50" name="Text Box 17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44051" name="Line 18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52" name="Oval 19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53" name="Text Box 20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44054" name="Line 21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55" name="Oval 22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56" name="Text Box 23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44057" name="Line 25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58" name="Oval 26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59" name="Text Box 27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44060" name="Line 28"/>
          <p:cNvSpPr>
            <a:spLocks noChangeShapeType="1"/>
          </p:cNvSpPr>
          <p:nvPr/>
        </p:nvSpPr>
        <p:spPr bwMode="auto">
          <a:xfrm flipV="1">
            <a:off x="914400" y="5257800"/>
            <a:ext cx="1524000" cy="533400"/>
          </a:xfrm>
          <a:prstGeom prst="line">
            <a:avLst/>
          </a:prstGeom>
          <a:noFill/>
          <a:ln w="57150" cap="rnd">
            <a:solidFill>
              <a:schemeClr val="hlink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9" name="Text Box 37"/>
          <p:cNvSpPr txBox="1">
            <a:spLocks noChangeArrowheads="1"/>
          </p:cNvSpPr>
          <p:nvPr/>
        </p:nvSpPr>
        <p:spPr bwMode="auto">
          <a:xfrm>
            <a:off x="4191000" y="4495800"/>
            <a:ext cx="4267200" cy="1938992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After 20 is inserted, node 2 is unbalanced because its balance factor is +2. Next, perform a right left double rotation at node 2.</a:t>
            </a: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1981200" y="1905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+2</a:t>
            </a:r>
          </a:p>
        </p:txBody>
      </p:sp>
    </p:spTree>
    <p:extLst>
      <p:ext uri="{BB962C8B-B14F-4D97-AF65-F5344CB8AC3E}">
        <p14:creationId xmlns:p14="http://schemas.microsoft.com/office/powerpoint/2010/main" val="14852069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A0E1C8D-CB0F-4E21-85AD-CBC22A6753DF}" type="slidenum">
              <a:rPr lang="en-US" sz="1400"/>
              <a:pPr eaLnBrk="1" hangingPunct="1"/>
              <a:t>62</a:t>
            </a:fld>
            <a:endParaRPr lang="en-US" sz="140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Inserting Nodes Into an AVL (cont.)</a:t>
            </a:r>
          </a:p>
        </p:txBody>
      </p:sp>
      <p:sp>
        <p:nvSpPr>
          <p:cNvPr id="44036" name="Text Box 3"/>
          <p:cNvSpPr txBox="1">
            <a:spLocks noChangeArrowheads="1"/>
          </p:cNvSpPr>
          <p:nvPr/>
        </p:nvSpPr>
        <p:spPr bwMode="auto">
          <a:xfrm>
            <a:off x="533400" y="57150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30, 49, 7</a:t>
            </a:r>
          </a:p>
        </p:txBody>
      </p:sp>
      <p:sp>
        <p:nvSpPr>
          <p:cNvPr id="44037" name="Text Box 4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44038" name="Text Box 5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44039" name="Oval 6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40" name="Text Box 7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44041" name="Line 8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42" name="Line 9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43" name="Oval 10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44" name="Text Box 11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 2</a:t>
            </a:r>
          </a:p>
        </p:txBody>
      </p:sp>
      <p:sp>
        <p:nvSpPr>
          <p:cNvPr id="44045" name="Line 12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46" name="Oval 13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47" name="Text Box 14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44048" name="Line 15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49" name="Oval 16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50" name="Text Box 17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44051" name="Line 18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52" name="Oval 19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53" name="Text Box 20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44054" name="Line 21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55" name="Oval 22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56" name="Text Box 23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44057" name="Line 25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58" name="Oval 26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59" name="Text Box 27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29" name="Text Box 37"/>
          <p:cNvSpPr txBox="1">
            <a:spLocks noChangeArrowheads="1"/>
          </p:cNvSpPr>
          <p:nvPr/>
        </p:nvSpPr>
        <p:spPr bwMode="auto">
          <a:xfrm>
            <a:off x="4495800" y="4590871"/>
            <a:ext cx="3962400" cy="461665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Step 1 of double rotation</a:t>
            </a: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1905000" y="1905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 +2</a:t>
            </a:r>
          </a:p>
        </p:txBody>
      </p:sp>
      <p:sp>
        <p:nvSpPr>
          <p:cNvPr id="31" name="Circular Arrow 30"/>
          <p:cNvSpPr/>
          <p:nvPr/>
        </p:nvSpPr>
        <p:spPr bwMode="auto">
          <a:xfrm>
            <a:off x="3429000" y="4419600"/>
            <a:ext cx="609600" cy="838200"/>
          </a:xfrm>
          <a:prstGeom prst="circular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Y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28900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A0E1C8D-CB0F-4E21-85AD-CBC22A6753DF}" type="slidenum">
              <a:rPr lang="en-US" sz="1400"/>
              <a:pPr eaLnBrk="1" hangingPunct="1"/>
              <a:t>63</a:t>
            </a:fld>
            <a:endParaRPr lang="en-US" sz="140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Inserting Nodes Into an AVL (cont.)</a:t>
            </a:r>
          </a:p>
        </p:txBody>
      </p:sp>
      <p:sp>
        <p:nvSpPr>
          <p:cNvPr id="44036" name="Text Box 3"/>
          <p:cNvSpPr txBox="1">
            <a:spLocks noChangeArrowheads="1"/>
          </p:cNvSpPr>
          <p:nvPr/>
        </p:nvSpPr>
        <p:spPr bwMode="auto">
          <a:xfrm>
            <a:off x="533400" y="57150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30, 49, 7</a:t>
            </a:r>
          </a:p>
        </p:txBody>
      </p:sp>
      <p:sp>
        <p:nvSpPr>
          <p:cNvPr id="44037" name="Text Box 4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44038" name="Text Box 5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44039" name="Oval 6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40" name="Text Box 7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44041" name="Line 8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42" name="Line 9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43" name="Oval 10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44" name="Text Box 11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44045" name="Line 12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46" name="Oval 13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47" name="Text Box 14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44048" name="Line 15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49" name="Oval 16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50" name="Text Box 17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44051" name="Line 18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52" name="Oval 19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53" name="Text Box 20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44054" name="Line 21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55" name="Oval 22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56" name="Text Box 23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20</a:t>
            </a:r>
          </a:p>
        </p:txBody>
      </p:sp>
      <p:sp>
        <p:nvSpPr>
          <p:cNvPr id="44057" name="Line 25"/>
          <p:cNvSpPr>
            <a:spLocks noChangeShapeType="1"/>
          </p:cNvSpPr>
          <p:nvPr/>
        </p:nvSpPr>
        <p:spPr bwMode="auto">
          <a:xfrm>
            <a:off x="3733800" y="4114800"/>
            <a:ext cx="2286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58" name="Oval 26"/>
          <p:cNvSpPr>
            <a:spLocks noChangeArrowheads="1"/>
          </p:cNvSpPr>
          <p:nvPr/>
        </p:nvSpPr>
        <p:spPr bwMode="auto">
          <a:xfrm>
            <a:off x="3657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59" name="Text Box 27"/>
          <p:cNvSpPr txBox="1">
            <a:spLocks noChangeArrowheads="1"/>
          </p:cNvSpPr>
          <p:nvPr/>
        </p:nvSpPr>
        <p:spPr bwMode="auto">
          <a:xfrm>
            <a:off x="3733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29</a:t>
            </a: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1905000" y="1905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 +2</a:t>
            </a:r>
          </a:p>
        </p:txBody>
      </p:sp>
      <p:sp>
        <p:nvSpPr>
          <p:cNvPr id="31" name="Circular Arrow 30"/>
          <p:cNvSpPr/>
          <p:nvPr/>
        </p:nvSpPr>
        <p:spPr bwMode="auto">
          <a:xfrm flipH="1">
            <a:off x="2362200" y="4038600"/>
            <a:ext cx="609600" cy="838200"/>
          </a:xfrm>
          <a:prstGeom prst="circular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Y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2" name="Text Box 37"/>
          <p:cNvSpPr txBox="1">
            <a:spLocks noChangeArrowheads="1"/>
          </p:cNvSpPr>
          <p:nvPr/>
        </p:nvSpPr>
        <p:spPr bwMode="auto">
          <a:xfrm>
            <a:off x="4876800" y="4590871"/>
            <a:ext cx="3581400" cy="461665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Step 2 of double rotation</a:t>
            </a:r>
          </a:p>
        </p:txBody>
      </p:sp>
    </p:spTree>
    <p:extLst>
      <p:ext uri="{BB962C8B-B14F-4D97-AF65-F5344CB8AC3E}">
        <p14:creationId xmlns:p14="http://schemas.microsoft.com/office/powerpoint/2010/main" val="142160034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A0E1C8D-CB0F-4E21-85AD-CBC22A6753DF}" type="slidenum">
              <a:rPr lang="en-US" sz="1400"/>
              <a:pPr eaLnBrk="1" hangingPunct="1"/>
              <a:t>64</a:t>
            </a:fld>
            <a:endParaRPr lang="en-US" sz="140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Inserting Nodes Into an AVL (cont.)</a:t>
            </a:r>
          </a:p>
        </p:txBody>
      </p:sp>
      <p:sp>
        <p:nvSpPr>
          <p:cNvPr id="44036" name="Text Box 3"/>
          <p:cNvSpPr txBox="1">
            <a:spLocks noChangeArrowheads="1"/>
          </p:cNvSpPr>
          <p:nvPr/>
        </p:nvSpPr>
        <p:spPr bwMode="auto">
          <a:xfrm>
            <a:off x="533400" y="57150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30, 49, 7</a:t>
            </a:r>
          </a:p>
        </p:txBody>
      </p:sp>
      <p:sp>
        <p:nvSpPr>
          <p:cNvPr id="44037" name="Text Box 4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44038" name="Text Box 5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44039" name="Oval 6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40" name="Text Box 7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44041" name="Line 8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42" name="Line 9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43" name="Oval 10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44" name="Text Box 11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 20</a:t>
            </a:r>
          </a:p>
        </p:txBody>
      </p:sp>
      <p:sp>
        <p:nvSpPr>
          <p:cNvPr id="44045" name="Line 12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46" name="Oval 13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47" name="Text Box 14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44048" name="Line 15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49" name="Oval 16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50" name="Text Box 17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44051" name="Line 18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52" name="Oval 19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53" name="Text Box 20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44054" name="Line 21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55" name="Oval 22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56" name="Text Box 23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29</a:t>
            </a: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1905000" y="1905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 0</a:t>
            </a:r>
          </a:p>
        </p:txBody>
      </p:sp>
      <p:sp>
        <p:nvSpPr>
          <p:cNvPr id="32" name="Line 18"/>
          <p:cNvSpPr>
            <a:spLocks noChangeShapeType="1"/>
          </p:cNvSpPr>
          <p:nvPr/>
        </p:nvSpPr>
        <p:spPr bwMode="auto">
          <a:xfrm flipH="1">
            <a:off x="1219200" y="2971800"/>
            <a:ext cx="685800" cy="5191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3" name="Oval 19"/>
          <p:cNvSpPr>
            <a:spLocks noChangeArrowheads="1"/>
          </p:cNvSpPr>
          <p:nvPr/>
        </p:nvSpPr>
        <p:spPr bwMode="auto">
          <a:xfrm>
            <a:off x="609600" y="34290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34" name="Text Box 20"/>
          <p:cNvSpPr txBox="1">
            <a:spLocks noChangeArrowheads="1"/>
          </p:cNvSpPr>
          <p:nvPr/>
        </p:nvSpPr>
        <p:spPr bwMode="auto">
          <a:xfrm>
            <a:off x="685800" y="35814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2</a:t>
            </a:r>
          </a:p>
        </p:txBody>
      </p:sp>
      <p:sp>
        <p:nvSpPr>
          <p:cNvPr id="35" name="Text Box 37"/>
          <p:cNvSpPr txBox="1">
            <a:spLocks noChangeArrowheads="1"/>
          </p:cNvSpPr>
          <p:nvPr/>
        </p:nvSpPr>
        <p:spPr bwMode="auto">
          <a:xfrm>
            <a:off x="4876800" y="4590871"/>
            <a:ext cx="3581400" cy="1200329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3300"/>
                </a:solidFill>
              </a:rPr>
              <a:t>Balanced </a:t>
            </a:r>
            <a:r>
              <a:rPr lang="en-US" dirty="0">
                <a:solidFill>
                  <a:srgbClr val="FF3300"/>
                </a:solidFill>
              </a:rPr>
              <a:t>again. Continue inserting remaining numbers.</a:t>
            </a:r>
          </a:p>
        </p:txBody>
      </p:sp>
    </p:spTree>
    <p:extLst>
      <p:ext uri="{BB962C8B-B14F-4D97-AF65-F5344CB8AC3E}">
        <p14:creationId xmlns:p14="http://schemas.microsoft.com/office/powerpoint/2010/main" val="14850337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A0E1C8D-CB0F-4E21-85AD-CBC22A6753DF}" type="slidenum">
              <a:rPr lang="en-US" sz="1400"/>
              <a:pPr eaLnBrk="1" hangingPunct="1"/>
              <a:t>65</a:t>
            </a:fld>
            <a:endParaRPr lang="en-US" sz="140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Inserting Nodes Into an AVL (cont.)</a:t>
            </a:r>
          </a:p>
        </p:txBody>
      </p:sp>
      <p:sp>
        <p:nvSpPr>
          <p:cNvPr id="44037" name="Text Box 4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44038" name="Text Box 5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44039" name="Oval 6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40" name="Text Box 7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44041" name="Line 8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42" name="Line 9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43" name="Oval 10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44" name="Text Box 11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 20</a:t>
            </a:r>
          </a:p>
        </p:txBody>
      </p:sp>
      <p:sp>
        <p:nvSpPr>
          <p:cNvPr id="44045" name="Line 12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46" name="Oval 13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47" name="Text Box 14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44048" name="Line 15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49" name="Oval 16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50" name="Text Box 17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44051" name="Line 18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52" name="Oval 19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53" name="Text Box 20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44054" name="Line 21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055" name="Oval 22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4056" name="Text Box 23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29</a:t>
            </a:r>
          </a:p>
        </p:txBody>
      </p:sp>
      <p:sp>
        <p:nvSpPr>
          <p:cNvPr id="32" name="Line 18"/>
          <p:cNvSpPr>
            <a:spLocks noChangeShapeType="1"/>
          </p:cNvSpPr>
          <p:nvPr/>
        </p:nvSpPr>
        <p:spPr bwMode="auto">
          <a:xfrm flipH="1">
            <a:off x="1219200" y="2971800"/>
            <a:ext cx="685800" cy="5191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3" name="Oval 19"/>
          <p:cNvSpPr>
            <a:spLocks noChangeArrowheads="1"/>
          </p:cNvSpPr>
          <p:nvPr/>
        </p:nvSpPr>
        <p:spPr bwMode="auto">
          <a:xfrm>
            <a:off x="609600" y="34290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34" name="Text Box 20"/>
          <p:cNvSpPr txBox="1">
            <a:spLocks noChangeArrowheads="1"/>
          </p:cNvSpPr>
          <p:nvPr/>
        </p:nvSpPr>
        <p:spPr bwMode="auto">
          <a:xfrm>
            <a:off x="685800" y="35814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2</a:t>
            </a:r>
          </a:p>
        </p:txBody>
      </p:sp>
      <p:sp>
        <p:nvSpPr>
          <p:cNvPr id="35" name="Text Box 37"/>
          <p:cNvSpPr txBox="1">
            <a:spLocks noChangeArrowheads="1"/>
          </p:cNvSpPr>
          <p:nvPr/>
        </p:nvSpPr>
        <p:spPr bwMode="auto">
          <a:xfrm>
            <a:off x="3962400" y="5862935"/>
            <a:ext cx="3581400" cy="461665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Done. </a:t>
            </a:r>
          </a:p>
        </p:txBody>
      </p:sp>
      <p:sp>
        <p:nvSpPr>
          <p:cNvPr id="36" name="Oval 27"/>
          <p:cNvSpPr>
            <a:spLocks noChangeArrowheads="1"/>
          </p:cNvSpPr>
          <p:nvPr/>
        </p:nvSpPr>
        <p:spPr bwMode="auto">
          <a:xfrm>
            <a:off x="4038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37" name="Text Box 28"/>
          <p:cNvSpPr txBox="1">
            <a:spLocks noChangeArrowheads="1"/>
          </p:cNvSpPr>
          <p:nvPr/>
        </p:nvSpPr>
        <p:spPr bwMode="auto">
          <a:xfrm>
            <a:off x="4114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38" name="Oval 30"/>
          <p:cNvSpPr>
            <a:spLocks noChangeArrowheads="1"/>
          </p:cNvSpPr>
          <p:nvPr/>
        </p:nvSpPr>
        <p:spPr bwMode="auto">
          <a:xfrm>
            <a:off x="8229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39" name="Text Box 31"/>
          <p:cNvSpPr txBox="1">
            <a:spLocks noChangeArrowheads="1"/>
          </p:cNvSpPr>
          <p:nvPr/>
        </p:nvSpPr>
        <p:spPr bwMode="auto">
          <a:xfrm>
            <a:off x="8305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49</a:t>
            </a:r>
          </a:p>
        </p:txBody>
      </p:sp>
      <p:sp>
        <p:nvSpPr>
          <p:cNvPr id="41" name="Oval 38"/>
          <p:cNvSpPr>
            <a:spLocks noChangeArrowheads="1"/>
          </p:cNvSpPr>
          <p:nvPr/>
        </p:nvSpPr>
        <p:spPr bwMode="auto">
          <a:xfrm>
            <a:off x="12192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42" name="Text Box 39"/>
          <p:cNvSpPr txBox="1">
            <a:spLocks noChangeArrowheads="1"/>
          </p:cNvSpPr>
          <p:nvPr/>
        </p:nvSpPr>
        <p:spPr bwMode="auto">
          <a:xfrm>
            <a:off x="12954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7</a:t>
            </a:r>
          </a:p>
        </p:txBody>
      </p:sp>
      <p:sp>
        <p:nvSpPr>
          <p:cNvPr id="43" name="Line 26"/>
          <p:cNvSpPr>
            <a:spLocks noChangeShapeType="1"/>
          </p:cNvSpPr>
          <p:nvPr/>
        </p:nvSpPr>
        <p:spPr bwMode="auto">
          <a:xfrm>
            <a:off x="3733800" y="41148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4" name="Line 29"/>
          <p:cNvSpPr>
            <a:spLocks noChangeShapeType="1"/>
          </p:cNvSpPr>
          <p:nvPr/>
        </p:nvSpPr>
        <p:spPr bwMode="auto">
          <a:xfrm>
            <a:off x="8229600" y="3886200"/>
            <a:ext cx="228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45" name="Line 26"/>
          <p:cNvSpPr>
            <a:spLocks noChangeShapeType="1"/>
          </p:cNvSpPr>
          <p:nvPr/>
        </p:nvSpPr>
        <p:spPr bwMode="auto">
          <a:xfrm>
            <a:off x="1143000" y="41148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6041684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CA10D39-4046-4926-93AD-EB2F5BE3EA5C}" type="slidenum">
              <a:rPr lang="en-US" sz="1400"/>
              <a:pPr eaLnBrk="1" hangingPunct="1"/>
              <a:t>66</a:t>
            </a:fld>
            <a:endParaRPr lang="en-US" sz="1400"/>
          </a:p>
        </p:txBody>
      </p:sp>
      <p:sp>
        <p:nvSpPr>
          <p:cNvPr id="9523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Deleting a BST Node</a:t>
            </a:r>
          </a:p>
        </p:txBody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Deleting a node in a BST is a little tricky – it has to be deleted so that the resulting structure is still a BST with each node greater than its left child and less than its right child.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Deleting a node is handled differently depending on whether the node: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has no children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has one child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has two children</a:t>
            </a:r>
          </a:p>
        </p:txBody>
      </p:sp>
    </p:spTree>
    <p:extLst>
      <p:ext uri="{BB962C8B-B14F-4D97-AF65-F5344CB8AC3E}">
        <p14:creationId xmlns:p14="http://schemas.microsoft.com/office/powerpoint/2010/main" val="26162410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63E8BC4-391D-42B0-A891-D28053B4AF65}" type="slidenum">
              <a:rPr lang="en-US" sz="1400"/>
              <a:pPr eaLnBrk="1" hangingPunct="1"/>
              <a:t>67</a:t>
            </a:fld>
            <a:endParaRPr lang="en-US" sz="1400"/>
          </a:p>
        </p:txBody>
      </p:sp>
      <p:sp>
        <p:nvSpPr>
          <p:cNvPr id="9625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Deletion Case 1: No Children</a:t>
            </a:r>
          </a:p>
        </p:txBody>
      </p:sp>
      <p:sp>
        <p:nvSpPr>
          <p:cNvPr id="96260" name="Text Box 3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96261" name="Text Box 4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96262" name="Oval 5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6263" name="Text Box 6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96264" name="Line 7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6265" name="Line 8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6266" name="Oval 9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6267" name="Text Box 10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96268" name="Line 11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6269" name="Oval 12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6270" name="Text Box 13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96271" name="Line 14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6272" name="Oval 15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6273" name="Text Box 16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96274" name="Line 17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6275" name="Oval 18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6276" name="Text Box 19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96277" name="Line 20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6278" name="Oval 21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6279" name="Text Box 22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96280" name="Line 23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6281" name="Oval 24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6282" name="Text Box 25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96283" name="Line 26"/>
          <p:cNvSpPr>
            <a:spLocks noChangeShapeType="1"/>
          </p:cNvSpPr>
          <p:nvPr/>
        </p:nvSpPr>
        <p:spPr bwMode="auto">
          <a:xfrm>
            <a:off x="3733800" y="41148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6284" name="Oval 27"/>
          <p:cNvSpPr>
            <a:spLocks noChangeArrowheads="1"/>
          </p:cNvSpPr>
          <p:nvPr/>
        </p:nvSpPr>
        <p:spPr bwMode="auto">
          <a:xfrm>
            <a:off x="4038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6285" name="Text Box 28"/>
          <p:cNvSpPr txBox="1">
            <a:spLocks noChangeArrowheads="1"/>
          </p:cNvSpPr>
          <p:nvPr/>
        </p:nvSpPr>
        <p:spPr bwMode="auto">
          <a:xfrm>
            <a:off x="4114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96286" name="Line 29"/>
          <p:cNvSpPr>
            <a:spLocks noChangeShapeType="1"/>
          </p:cNvSpPr>
          <p:nvPr/>
        </p:nvSpPr>
        <p:spPr bwMode="auto">
          <a:xfrm>
            <a:off x="8229600" y="3886200"/>
            <a:ext cx="228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6287" name="Oval 30"/>
          <p:cNvSpPr>
            <a:spLocks noChangeArrowheads="1"/>
          </p:cNvSpPr>
          <p:nvPr/>
        </p:nvSpPr>
        <p:spPr bwMode="auto">
          <a:xfrm>
            <a:off x="8229600" y="4800600"/>
            <a:ext cx="762000" cy="6858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6288" name="Text Box 31"/>
          <p:cNvSpPr txBox="1">
            <a:spLocks noChangeArrowheads="1"/>
          </p:cNvSpPr>
          <p:nvPr/>
        </p:nvSpPr>
        <p:spPr bwMode="auto">
          <a:xfrm>
            <a:off x="8305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49</a:t>
            </a:r>
          </a:p>
        </p:txBody>
      </p:sp>
      <p:sp>
        <p:nvSpPr>
          <p:cNvPr id="96289" name="Text Box 36"/>
          <p:cNvSpPr txBox="1">
            <a:spLocks noChangeArrowheads="1"/>
          </p:cNvSpPr>
          <p:nvPr/>
        </p:nvSpPr>
        <p:spPr bwMode="auto">
          <a:xfrm>
            <a:off x="381000" y="36576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rgbClr val="FF3300"/>
              </a:solidFill>
            </a:endParaRPr>
          </a:p>
        </p:txBody>
      </p:sp>
      <p:sp>
        <p:nvSpPr>
          <p:cNvPr id="96290" name="Text Box 38"/>
          <p:cNvSpPr txBox="1">
            <a:spLocks noChangeArrowheads="1"/>
          </p:cNvSpPr>
          <p:nvPr/>
        </p:nvSpPr>
        <p:spPr bwMode="auto">
          <a:xfrm>
            <a:off x="5257800" y="4419600"/>
            <a:ext cx="2743200" cy="156210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Node 49 has no children – to delete it, we just remove it</a:t>
            </a:r>
          </a:p>
        </p:txBody>
      </p:sp>
    </p:spTree>
    <p:extLst>
      <p:ext uri="{BB962C8B-B14F-4D97-AF65-F5344CB8AC3E}">
        <p14:creationId xmlns:p14="http://schemas.microsoft.com/office/powerpoint/2010/main" val="322034548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B632EC3-5FDE-443C-AE59-B3F9039EDB97}" type="slidenum">
              <a:rPr lang="en-US" sz="1400"/>
              <a:pPr eaLnBrk="1" hangingPunct="1"/>
              <a:t>68</a:t>
            </a:fld>
            <a:endParaRPr lang="en-US" sz="1400"/>
          </a:p>
        </p:txBody>
      </p:sp>
      <p:sp>
        <p:nvSpPr>
          <p:cNvPr id="9728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76200"/>
            <a:ext cx="83820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Deletion Case 1: No Children (cont.)</a:t>
            </a:r>
          </a:p>
        </p:txBody>
      </p:sp>
      <p:sp>
        <p:nvSpPr>
          <p:cNvPr id="97284" name="Text Box 3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97285" name="Text Box 4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97286" name="Oval 5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7287" name="Text Box 6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97288" name="Line 7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7289" name="Line 8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7290" name="Oval 9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7291" name="Text Box 10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97292" name="Line 11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7293" name="Oval 12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7294" name="Text Box 13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97295" name="Line 14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7296" name="Oval 15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7297" name="Text Box 16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97298" name="Line 17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7299" name="Oval 18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7300" name="Text Box 19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97301" name="Line 20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7302" name="Oval 21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7303" name="Text Box 22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97304" name="Line 23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7305" name="Oval 24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7306" name="Text Box 25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97307" name="Line 26"/>
          <p:cNvSpPr>
            <a:spLocks noChangeShapeType="1"/>
          </p:cNvSpPr>
          <p:nvPr/>
        </p:nvSpPr>
        <p:spPr bwMode="auto">
          <a:xfrm>
            <a:off x="3733800" y="41148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7308" name="Oval 27"/>
          <p:cNvSpPr>
            <a:spLocks noChangeArrowheads="1"/>
          </p:cNvSpPr>
          <p:nvPr/>
        </p:nvSpPr>
        <p:spPr bwMode="auto">
          <a:xfrm>
            <a:off x="4038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7309" name="Text Box 28"/>
          <p:cNvSpPr txBox="1">
            <a:spLocks noChangeArrowheads="1"/>
          </p:cNvSpPr>
          <p:nvPr/>
        </p:nvSpPr>
        <p:spPr bwMode="auto">
          <a:xfrm>
            <a:off x="4114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97310" name="Text Box 35"/>
          <p:cNvSpPr txBox="1">
            <a:spLocks noChangeArrowheads="1"/>
          </p:cNvSpPr>
          <p:nvPr/>
        </p:nvSpPr>
        <p:spPr bwMode="auto">
          <a:xfrm>
            <a:off x="381000" y="36576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41350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C446068-D475-4F16-945B-4D2CA9645398}" type="slidenum">
              <a:rPr lang="en-US" sz="1400"/>
              <a:pPr eaLnBrk="1" hangingPunct="1"/>
              <a:t>69</a:t>
            </a:fld>
            <a:endParaRPr lang="en-US" sz="1400"/>
          </a:p>
        </p:txBody>
      </p:sp>
      <p:sp>
        <p:nvSpPr>
          <p:cNvPr id="9830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Deletion Case 2: One Child</a:t>
            </a:r>
          </a:p>
        </p:txBody>
      </p:sp>
      <p:sp>
        <p:nvSpPr>
          <p:cNvPr id="98308" name="Text Box 3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98309" name="Text Box 4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98310" name="Oval 5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8311" name="Text Box 6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98312" name="Line 7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8313" name="Line 8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8314" name="Oval 9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8315" name="Text Box 10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98316" name="Line 11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8317" name="Oval 12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8318" name="Text Box 13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98319" name="Line 14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8320" name="Oval 15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8321" name="Text Box 16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98322" name="Line 17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8323" name="Oval 18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8324" name="Text Box 19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98325" name="Line 20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8326" name="Oval 21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8327" name="Text Box 22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98328" name="Line 23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8329" name="Oval 24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8330" name="Text Box 25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98331" name="Line 26"/>
          <p:cNvSpPr>
            <a:spLocks noChangeShapeType="1"/>
          </p:cNvSpPr>
          <p:nvPr/>
        </p:nvSpPr>
        <p:spPr bwMode="auto">
          <a:xfrm>
            <a:off x="3733800" y="41148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8332" name="Oval 27"/>
          <p:cNvSpPr>
            <a:spLocks noChangeArrowheads="1"/>
          </p:cNvSpPr>
          <p:nvPr/>
        </p:nvSpPr>
        <p:spPr bwMode="auto">
          <a:xfrm>
            <a:off x="4038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8333" name="Text Box 28"/>
          <p:cNvSpPr txBox="1">
            <a:spLocks noChangeArrowheads="1"/>
          </p:cNvSpPr>
          <p:nvPr/>
        </p:nvSpPr>
        <p:spPr bwMode="auto">
          <a:xfrm>
            <a:off x="4114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98334" name="Line 29"/>
          <p:cNvSpPr>
            <a:spLocks noChangeShapeType="1"/>
          </p:cNvSpPr>
          <p:nvPr/>
        </p:nvSpPr>
        <p:spPr bwMode="auto">
          <a:xfrm>
            <a:off x="8229600" y="3886200"/>
            <a:ext cx="228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8335" name="Oval 30"/>
          <p:cNvSpPr>
            <a:spLocks noChangeArrowheads="1"/>
          </p:cNvSpPr>
          <p:nvPr/>
        </p:nvSpPr>
        <p:spPr bwMode="auto">
          <a:xfrm>
            <a:off x="8229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8336" name="Text Box 31"/>
          <p:cNvSpPr txBox="1">
            <a:spLocks noChangeArrowheads="1"/>
          </p:cNvSpPr>
          <p:nvPr/>
        </p:nvSpPr>
        <p:spPr bwMode="auto">
          <a:xfrm>
            <a:off x="8305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49</a:t>
            </a:r>
          </a:p>
        </p:txBody>
      </p:sp>
      <p:sp>
        <p:nvSpPr>
          <p:cNvPr id="98337" name="Text Box 35"/>
          <p:cNvSpPr txBox="1">
            <a:spLocks noChangeArrowheads="1"/>
          </p:cNvSpPr>
          <p:nvPr/>
        </p:nvSpPr>
        <p:spPr bwMode="auto">
          <a:xfrm>
            <a:off x="381000" y="36576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rgbClr val="FF3300"/>
              </a:solidFill>
            </a:endParaRPr>
          </a:p>
        </p:txBody>
      </p:sp>
      <p:sp>
        <p:nvSpPr>
          <p:cNvPr id="98338" name="Text Box 36"/>
          <p:cNvSpPr txBox="1">
            <a:spLocks noChangeArrowheads="1"/>
          </p:cNvSpPr>
          <p:nvPr/>
        </p:nvSpPr>
        <p:spPr bwMode="auto">
          <a:xfrm>
            <a:off x="4953000" y="4343400"/>
            <a:ext cx="2743200" cy="156210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Node 48 has one child – to delete it, we just splice it out</a:t>
            </a:r>
          </a:p>
        </p:txBody>
      </p:sp>
    </p:spTree>
    <p:extLst>
      <p:ext uri="{BB962C8B-B14F-4D97-AF65-F5344CB8AC3E}">
        <p14:creationId xmlns:p14="http://schemas.microsoft.com/office/powerpoint/2010/main" val="67258330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FB1B5AC-4472-4E9D-ACB6-9F8DD6C32836}" type="slidenum">
              <a:rPr lang="en-US" sz="1400"/>
              <a:pPr eaLnBrk="1" hangingPunct="1"/>
              <a:t>70</a:t>
            </a:fld>
            <a:endParaRPr lang="en-US" sz="1400"/>
          </a:p>
        </p:txBody>
      </p:sp>
      <p:sp>
        <p:nvSpPr>
          <p:cNvPr id="9933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Deletion Case 2: One Child (cont.)</a:t>
            </a:r>
          </a:p>
        </p:txBody>
      </p:sp>
      <p:sp>
        <p:nvSpPr>
          <p:cNvPr id="99332" name="Text Box 3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99333" name="Text Box 4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99334" name="Oval 5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9335" name="Text Box 6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99336" name="Line 7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9337" name="Line 8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9338" name="Oval 9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9339" name="Text Box 10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99340" name="Line 11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9341" name="Oval 12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9342" name="Text Box 13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99343" name="Line 14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9344" name="Oval 15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9345" name="Text Box 16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99346" name="Line 17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9347" name="Oval 18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9348" name="Text Box 19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99349" name="Line 20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9350" name="Oval 21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9351" name="Text Box 22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99352" name="Line 23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9353" name="Oval 24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9354" name="Text Box 25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99355" name="Line 26"/>
          <p:cNvSpPr>
            <a:spLocks noChangeShapeType="1"/>
          </p:cNvSpPr>
          <p:nvPr/>
        </p:nvSpPr>
        <p:spPr bwMode="auto">
          <a:xfrm>
            <a:off x="3733800" y="41148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9356" name="Oval 27"/>
          <p:cNvSpPr>
            <a:spLocks noChangeArrowheads="1"/>
          </p:cNvSpPr>
          <p:nvPr/>
        </p:nvSpPr>
        <p:spPr bwMode="auto">
          <a:xfrm>
            <a:off x="4038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9357" name="Text Box 28"/>
          <p:cNvSpPr txBox="1">
            <a:spLocks noChangeArrowheads="1"/>
          </p:cNvSpPr>
          <p:nvPr/>
        </p:nvSpPr>
        <p:spPr bwMode="auto">
          <a:xfrm>
            <a:off x="4114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99358" name="Line 29"/>
          <p:cNvSpPr>
            <a:spLocks noChangeShapeType="1"/>
          </p:cNvSpPr>
          <p:nvPr/>
        </p:nvSpPr>
        <p:spPr bwMode="auto">
          <a:xfrm>
            <a:off x="8229600" y="3886200"/>
            <a:ext cx="228600" cy="9906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9359" name="Oval 30"/>
          <p:cNvSpPr>
            <a:spLocks noChangeArrowheads="1"/>
          </p:cNvSpPr>
          <p:nvPr/>
        </p:nvSpPr>
        <p:spPr bwMode="auto">
          <a:xfrm>
            <a:off x="8229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9360" name="Text Box 31"/>
          <p:cNvSpPr txBox="1">
            <a:spLocks noChangeArrowheads="1"/>
          </p:cNvSpPr>
          <p:nvPr/>
        </p:nvSpPr>
        <p:spPr bwMode="auto">
          <a:xfrm>
            <a:off x="8305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49</a:t>
            </a:r>
          </a:p>
        </p:txBody>
      </p:sp>
      <p:sp>
        <p:nvSpPr>
          <p:cNvPr id="99361" name="Text Box 35"/>
          <p:cNvSpPr txBox="1">
            <a:spLocks noChangeArrowheads="1"/>
          </p:cNvSpPr>
          <p:nvPr/>
        </p:nvSpPr>
        <p:spPr bwMode="auto">
          <a:xfrm>
            <a:off x="381000" y="36576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rgbClr val="FF3300"/>
              </a:solidFill>
            </a:endParaRPr>
          </a:p>
        </p:txBody>
      </p:sp>
      <p:sp>
        <p:nvSpPr>
          <p:cNvPr id="99362" name="Line 37"/>
          <p:cNvSpPr>
            <a:spLocks noChangeShapeType="1"/>
          </p:cNvSpPr>
          <p:nvPr/>
        </p:nvSpPr>
        <p:spPr bwMode="auto">
          <a:xfrm>
            <a:off x="6553200" y="2819400"/>
            <a:ext cx="175260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9363" name="Text Box 38"/>
          <p:cNvSpPr txBox="1">
            <a:spLocks noChangeArrowheads="1"/>
          </p:cNvSpPr>
          <p:nvPr/>
        </p:nvSpPr>
        <p:spPr bwMode="auto">
          <a:xfrm>
            <a:off x="4953000" y="4343400"/>
            <a:ext cx="2743200" cy="156210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Node 48 has one child – to delete it, we just splice it out</a:t>
            </a:r>
          </a:p>
        </p:txBody>
      </p:sp>
    </p:spTree>
    <p:extLst>
      <p:ext uri="{BB962C8B-B14F-4D97-AF65-F5344CB8AC3E}">
        <p14:creationId xmlns:p14="http://schemas.microsoft.com/office/powerpoint/2010/main" val="226916819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EB7EB92-3880-4D39-B23B-D4AB2B201FD6}" type="slidenum">
              <a:rPr lang="en-US" sz="1400"/>
              <a:pPr eaLnBrk="1" hangingPunct="1"/>
              <a:t>71</a:t>
            </a:fld>
            <a:endParaRPr lang="en-US" sz="1400"/>
          </a:p>
        </p:txBody>
      </p:sp>
      <p:sp>
        <p:nvSpPr>
          <p:cNvPr id="10035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Deletion Case 2: One Child (cont.)</a:t>
            </a:r>
          </a:p>
        </p:txBody>
      </p:sp>
      <p:sp>
        <p:nvSpPr>
          <p:cNvPr id="100356" name="Text Box 3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100357" name="Text Box 4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100358" name="Oval 5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0359" name="Text Box 6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100360" name="Line 7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0361" name="Line 8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0362" name="Oval 9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0363" name="Text Box 10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100364" name="Line 11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0365" name="Oval 12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0366" name="Text Box 13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100367" name="Line 17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0368" name="Oval 18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0369" name="Text Box 19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100370" name="Line 20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0371" name="Oval 21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0372" name="Text Box 22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100373" name="Line 23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0374" name="Oval 24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0375" name="Text Box 25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100376" name="Line 26"/>
          <p:cNvSpPr>
            <a:spLocks noChangeShapeType="1"/>
          </p:cNvSpPr>
          <p:nvPr/>
        </p:nvSpPr>
        <p:spPr bwMode="auto">
          <a:xfrm>
            <a:off x="3733800" y="41148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0377" name="Oval 27"/>
          <p:cNvSpPr>
            <a:spLocks noChangeArrowheads="1"/>
          </p:cNvSpPr>
          <p:nvPr/>
        </p:nvSpPr>
        <p:spPr bwMode="auto">
          <a:xfrm>
            <a:off x="4038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0378" name="Text Box 28"/>
          <p:cNvSpPr txBox="1">
            <a:spLocks noChangeArrowheads="1"/>
          </p:cNvSpPr>
          <p:nvPr/>
        </p:nvSpPr>
        <p:spPr bwMode="auto">
          <a:xfrm>
            <a:off x="4114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100379" name="Oval 30"/>
          <p:cNvSpPr>
            <a:spLocks noChangeArrowheads="1"/>
          </p:cNvSpPr>
          <p:nvPr/>
        </p:nvSpPr>
        <p:spPr bwMode="auto">
          <a:xfrm>
            <a:off x="8229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0380" name="Text Box 31"/>
          <p:cNvSpPr txBox="1">
            <a:spLocks noChangeArrowheads="1"/>
          </p:cNvSpPr>
          <p:nvPr/>
        </p:nvSpPr>
        <p:spPr bwMode="auto">
          <a:xfrm>
            <a:off x="8305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49</a:t>
            </a:r>
          </a:p>
        </p:txBody>
      </p:sp>
      <p:sp>
        <p:nvSpPr>
          <p:cNvPr id="100381" name="Text Box 35"/>
          <p:cNvSpPr txBox="1">
            <a:spLocks noChangeArrowheads="1"/>
          </p:cNvSpPr>
          <p:nvPr/>
        </p:nvSpPr>
        <p:spPr bwMode="auto">
          <a:xfrm>
            <a:off x="381000" y="36576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rgbClr val="FF3300"/>
              </a:solidFill>
            </a:endParaRPr>
          </a:p>
        </p:txBody>
      </p:sp>
      <p:sp>
        <p:nvSpPr>
          <p:cNvPr id="100382" name="Line 37"/>
          <p:cNvSpPr>
            <a:spLocks noChangeShapeType="1"/>
          </p:cNvSpPr>
          <p:nvPr/>
        </p:nvSpPr>
        <p:spPr bwMode="auto">
          <a:xfrm>
            <a:off x="6553200" y="2819400"/>
            <a:ext cx="175260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1659291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3B879B3-22FF-4ED3-A010-33113486F247}" type="slidenum">
              <a:rPr lang="en-US" sz="1400"/>
              <a:pPr eaLnBrk="1" hangingPunct="1"/>
              <a:t>72</a:t>
            </a:fld>
            <a:endParaRPr lang="en-US" sz="1400"/>
          </a:p>
        </p:txBody>
      </p:sp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Deletion Case 2: One Child (cont.)</a:t>
            </a:r>
          </a:p>
        </p:txBody>
      </p:sp>
      <p:sp>
        <p:nvSpPr>
          <p:cNvPr id="101380" name="Text Box 3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101381" name="Text Box 4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101382" name="Oval 5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1383" name="Text Box 6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101384" name="Line 7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1385" name="Line 8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1386" name="Oval 9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1387" name="Text Box 10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101388" name="Line 11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1389" name="Oval 12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1390" name="Text Box 13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101391" name="Line 14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1392" name="Oval 15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1393" name="Text Box 16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101394" name="Line 17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1395" name="Oval 18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1396" name="Text Box 19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101397" name="Line 20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1398" name="Oval 21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1399" name="Text Box 22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101400" name="Line 23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1401" name="Oval 24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1402" name="Text Box 25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101403" name="Line 26"/>
          <p:cNvSpPr>
            <a:spLocks noChangeShapeType="1"/>
          </p:cNvSpPr>
          <p:nvPr/>
        </p:nvSpPr>
        <p:spPr bwMode="auto">
          <a:xfrm>
            <a:off x="3733800" y="41148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1404" name="Oval 27"/>
          <p:cNvSpPr>
            <a:spLocks noChangeArrowheads="1"/>
          </p:cNvSpPr>
          <p:nvPr/>
        </p:nvSpPr>
        <p:spPr bwMode="auto">
          <a:xfrm>
            <a:off x="4038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1405" name="Text Box 28"/>
          <p:cNvSpPr txBox="1">
            <a:spLocks noChangeArrowheads="1"/>
          </p:cNvSpPr>
          <p:nvPr/>
        </p:nvSpPr>
        <p:spPr bwMode="auto">
          <a:xfrm>
            <a:off x="4114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101406" name="Line 29"/>
          <p:cNvSpPr>
            <a:spLocks noChangeShapeType="1"/>
          </p:cNvSpPr>
          <p:nvPr/>
        </p:nvSpPr>
        <p:spPr bwMode="auto">
          <a:xfrm>
            <a:off x="8229600" y="3886200"/>
            <a:ext cx="228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1407" name="Oval 30"/>
          <p:cNvSpPr>
            <a:spLocks noChangeArrowheads="1"/>
          </p:cNvSpPr>
          <p:nvPr/>
        </p:nvSpPr>
        <p:spPr bwMode="auto">
          <a:xfrm>
            <a:off x="8229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1408" name="Text Box 31"/>
          <p:cNvSpPr txBox="1">
            <a:spLocks noChangeArrowheads="1"/>
          </p:cNvSpPr>
          <p:nvPr/>
        </p:nvSpPr>
        <p:spPr bwMode="auto">
          <a:xfrm>
            <a:off x="8305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49</a:t>
            </a:r>
          </a:p>
        </p:txBody>
      </p:sp>
      <p:sp>
        <p:nvSpPr>
          <p:cNvPr id="101409" name="Text Box 35"/>
          <p:cNvSpPr txBox="1">
            <a:spLocks noChangeArrowheads="1"/>
          </p:cNvSpPr>
          <p:nvPr/>
        </p:nvSpPr>
        <p:spPr bwMode="auto">
          <a:xfrm>
            <a:off x="381000" y="36576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rgbClr val="FF3300"/>
              </a:solidFill>
            </a:endParaRPr>
          </a:p>
        </p:txBody>
      </p:sp>
      <p:sp>
        <p:nvSpPr>
          <p:cNvPr id="101410" name="Text Box 36"/>
          <p:cNvSpPr txBox="1">
            <a:spLocks noChangeArrowheads="1"/>
          </p:cNvSpPr>
          <p:nvPr/>
        </p:nvSpPr>
        <p:spPr bwMode="auto">
          <a:xfrm>
            <a:off x="4876800" y="4343400"/>
            <a:ext cx="3200400" cy="156210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Another example:  node 2 has one child – to delete it we also splice it out</a:t>
            </a:r>
          </a:p>
        </p:txBody>
      </p:sp>
    </p:spTree>
    <p:extLst>
      <p:ext uri="{BB962C8B-B14F-4D97-AF65-F5344CB8AC3E}">
        <p14:creationId xmlns:p14="http://schemas.microsoft.com/office/powerpoint/2010/main" val="141962645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790E304-123B-4008-BD10-D6AEE96F4CD5}" type="slidenum">
              <a:rPr lang="en-US" sz="1400"/>
              <a:pPr eaLnBrk="1" hangingPunct="1"/>
              <a:t>73</a:t>
            </a:fld>
            <a:endParaRPr lang="en-US" sz="1400"/>
          </a:p>
        </p:txBody>
      </p:sp>
      <p:sp>
        <p:nvSpPr>
          <p:cNvPr id="10240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Deletion Case 2: One Child (cont.)</a:t>
            </a:r>
          </a:p>
        </p:txBody>
      </p:sp>
      <p:sp>
        <p:nvSpPr>
          <p:cNvPr id="102404" name="Text Box 3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102405" name="Text Box 4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102406" name="Oval 5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2407" name="Text Box 6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102408" name="Line 7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2409" name="Line 8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2410" name="Oval 9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2411" name="Text Box 10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102412" name="Line 11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2413" name="Oval 12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2414" name="Text Box 13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102415" name="Line 14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2416" name="Oval 15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2417" name="Text Box 16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102418" name="Line 17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2419" name="Oval 18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2420" name="Text Box 19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102421" name="Line 20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2422" name="Oval 21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2423" name="Text Box 22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102424" name="Line 23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2425" name="Oval 24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2426" name="Text Box 25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102427" name="Line 26"/>
          <p:cNvSpPr>
            <a:spLocks noChangeShapeType="1"/>
          </p:cNvSpPr>
          <p:nvPr/>
        </p:nvSpPr>
        <p:spPr bwMode="auto">
          <a:xfrm>
            <a:off x="3733800" y="41148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2428" name="Oval 27"/>
          <p:cNvSpPr>
            <a:spLocks noChangeArrowheads="1"/>
          </p:cNvSpPr>
          <p:nvPr/>
        </p:nvSpPr>
        <p:spPr bwMode="auto">
          <a:xfrm>
            <a:off x="4038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2429" name="Text Box 28"/>
          <p:cNvSpPr txBox="1">
            <a:spLocks noChangeArrowheads="1"/>
          </p:cNvSpPr>
          <p:nvPr/>
        </p:nvSpPr>
        <p:spPr bwMode="auto">
          <a:xfrm>
            <a:off x="4114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102430" name="Line 29"/>
          <p:cNvSpPr>
            <a:spLocks noChangeShapeType="1"/>
          </p:cNvSpPr>
          <p:nvPr/>
        </p:nvSpPr>
        <p:spPr bwMode="auto">
          <a:xfrm>
            <a:off x="8229600" y="3886200"/>
            <a:ext cx="228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2431" name="Oval 30"/>
          <p:cNvSpPr>
            <a:spLocks noChangeArrowheads="1"/>
          </p:cNvSpPr>
          <p:nvPr/>
        </p:nvSpPr>
        <p:spPr bwMode="auto">
          <a:xfrm>
            <a:off x="8229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2432" name="Text Box 31"/>
          <p:cNvSpPr txBox="1">
            <a:spLocks noChangeArrowheads="1"/>
          </p:cNvSpPr>
          <p:nvPr/>
        </p:nvSpPr>
        <p:spPr bwMode="auto">
          <a:xfrm>
            <a:off x="8305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49</a:t>
            </a:r>
          </a:p>
        </p:txBody>
      </p:sp>
      <p:sp>
        <p:nvSpPr>
          <p:cNvPr id="102433" name="Text Box 35"/>
          <p:cNvSpPr txBox="1">
            <a:spLocks noChangeArrowheads="1"/>
          </p:cNvSpPr>
          <p:nvPr/>
        </p:nvSpPr>
        <p:spPr bwMode="auto">
          <a:xfrm>
            <a:off x="381000" y="36576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rgbClr val="FF3300"/>
              </a:solidFill>
            </a:endParaRPr>
          </a:p>
        </p:txBody>
      </p:sp>
      <p:sp>
        <p:nvSpPr>
          <p:cNvPr id="102434" name="Line 37"/>
          <p:cNvSpPr>
            <a:spLocks noChangeShapeType="1"/>
          </p:cNvSpPr>
          <p:nvPr/>
        </p:nvSpPr>
        <p:spPr bwMode="auto">
          <a:xfrm flipH="1">
            <a:off x="3581400" y="2133600"/>
            <a:ext cx="4572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2435" name="Text Box 38"/>
          <p:cNvSpPr txBox="1">
            <a:spLocks noChangeArrowheads="1"/>
          </p:cNvSpPr>
          <p:nvPr/>
        </p:nvSpPr>
        <p:spPr bwMode="auto">
          <a:xfrm>
            <a:off x="4876800" y="4343400"/>
            <a:ext cx="3200400" cy="156210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Another example:  node 2 has one child – to delete it we also splice it out</a:t>
            </a:r>
          </a:p>
        </p:txBody>
      </p:sp>
    </p:spTree>
    <p:extLst>
      <p:ext uri="{BB962C8B-B14F-4D97-AF65-F5344CB8AC3E}">
        <p14:creationId xmlns:p14="http://schemas.microsoft.com/office/powerpoint/2010/main" val="366820950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17F26EB-72FD-472E-B904-9074BEB6C2A5}" type="slidenum">
              <a:rPr lang="en-US" sz="1400"/>
              <a:pPr eaLnBrk="1" hangingPunct="1"/>
              <a:t>74</a:t>
            </a:fld>
            <a:endParaRPr lang="en-US" sz="1400"/>
          </a:p>
        </p:txBody>
      </p:sp>
      <p:sp>
        <p:nvSpPr>
          <p:cNvPr id="10342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Deletion Case 2: One Child (cont.)</a:t>
            </a:r>
          </a:p>
        </p:txBody>
      </p:sp>
      <p:sp>
        <p:nvSpPr>
          <p:cNvPr id="103428" name="Text Box 3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103429" name="Text Box 4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103430" name="Oval 5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3431" name="Text Box 6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103432" name="Line 7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3433" name="Line 11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3434" name="Oval 12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3435" name="Text Box 13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103436" name="Line 14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3437" name="Oval 15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3438" name="Text Box 16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103439" name="Line 17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3440" name="Oval 18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3441" name="Text Box 19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103442" name="Oval 21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3443" name="Text Box 22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103444" name="Line 23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3445" name="Oval 24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3446" name="Text Box 25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103447" name="Line 26"/>
          <p:cNvSpPr>
            <a:spLocks noChangeShapeType="1"/>
          </p:cNvSpPr>
          <p:nvPr/>
        </p:nvSpPr>
        <p:spPr bwMode="auto">
          <a:xfrm>
            <a:off x="3733800" y="41148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3448" name="Oval 27"/>
          <p:cNvSpPr>
            <a:spLocks noChangeArrowheads="1"/>
          </p:cNvSpPr>
          <p:nvPr/>
        </p:nvSpPr>
        <p:spPr bwMode="auto">
          <a:xfrm>
            <a:off x="4038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3449" name="Text Box 28"/>
          <p:cNvSpPr txBox="1">
            <a:spLocks noChangeArrowheads="1"/>
          </p:cNvSpPr>
          <p:nvPr/>
        </p:nvSpPr>
        <p:spPr bwMode="auto">
          <a:xfrm>
            <a:off x="4114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103450" name="Line 29"/>
          <p:cNvSpPr>
            <a:spLocks noChangeShapeType="1"/>
          </p:cNvSpPr>
          <p:nvPr/>
        </p:nvSpPr>
        <p:spPr bwMode="auto">
          <a:xfrm>
            <a:off x="8229600" y="3886200"/>
            <a:ext cx="228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3451" name="Oval 30"/>
          <p:cNvSpPr>
            <a:spLocks noChangeArrowheads="1"/>
          </p:cNvSpPr>
          <p:nvPr/>
        </p:nvSpPr>
        <p:spPr bwMode="auto">
          <a:xfrm>
            <a:off x="8229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3452" name="Text Box 31"/>
          <p:cNvSpPr txBox="1">
            <a:spLocks noChangeArrowheads="1"/>
          </p:cNvSpPr>
          <p:nvPr/>
        </p:nvSpPr>
        <p:spPr bwMode="auto">
          <a:xfrm>
            <a:off x="8305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49</a:t>
            </a:r>
          </a:p>
        </p:txBody>
      </p:sp>
      <p:sp>
        <p:nvSpPr>
          <p:cNvPr id="103453" name="Text Box 35"/>
          <p:cNvSpPr txBox="1">
            <a:spLocks noChangeArrowheads="1"/>
          </p:cNvSpPr>
          <p:nvPr/>
        </p:nvSpPr>
        <p:spPr bwMode="auto">
          <a:xfrm>
            <a:off x="381000" y="36576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rgbClr val="FF3300"/>
              </a:solidFill>
            </a:endParaRPr>
          </a:p>
        </p:txBody>
      </p:sp>
      <p:sp>
        <p:nvSpPr>
          <p:cNvPr id="103454" name="Line 37"/>
          <p:cNvSpPr>
            <a:spLocks noChangeShapeType="1"/>
          </p:cNvSpPr>
          <p:nvPr/>
        </p:nvSpPr>
        <p:spPr bwMode="auto">
          <a:xfrm flipH="1">
            <a:off x="3581400" y="2133600"/>
            <a:ext cx="45720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1209530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0171754-B1C1-4A1E-9405-E1E1D100F11A}" type="slidenum">
              <a:rPr lang="en-US" sz="1400"/>
              <a:pPr eaLnBrk="1" hangingPunct="1"/>
              <a:t>75</a:t>
            </a:fld>
            <a:endParaRPr lang="en-US" sz="1400"/>
          </a:p>
        </p:txBody>
      </p:sp>
      <p:sp>
        <p:nvSpPr>
          <p:cNvPr id="10445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Deletion Case 3: Two Children</a:t>
            </a:r>
          </a:p>
        </p:txBody>
      </p:sp>
      <p:sp>
        <p:nvSpPr>
          <p:cNvPr id="104452" name="Text Box 3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104453" name="Text Box 4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104454" name="Oval 5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4455" name="Text Box 6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104456" name="Line 7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4457" name="Line 8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4458" name="Oval 9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4459" name="Text Box 10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104460" name="Line 11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4461" name="Oval 12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4462" name="Text Box 13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104463" name="Line 14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4464" name="Oval 15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4465" name="Text Box 16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104466" name="Line 17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4467" name="Oval 18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4468" name="Text Box 19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104469" name="Line 20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4470" name="Oval 21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4471" name="Text Box 22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104472" name="Line 23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4473" name="Oval 24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4474" name="Text Box 25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104475" name="Line 26"/>
          <p:cNvSpPr>
            <a:spLocks noChangeShapeType="1"/>
          </p:cNvSpPr>
          <p:nvPr/>
        </p:nvSpPr>
        <p:spPr bwMode="auto">
          <a:xfrm>
            <a:off x="3733800" y="41148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4476" name="Oval 27"/>
          <p:cNvSpPr>
            <a:spLocks noChangeArrowheads="1"/>
          </p:cNvSpPr>
          <p:nvPr/>
        </p:nvSpPr>
        <p:spPr bwMode="auto">
          <a:xfrm>
            <a:off x="4038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4477" name="Text Box 28"/>
          <p:cNvSpPr txBox="1">
            <a:spLocks noChangeArrowheads="1"/>
          </p:cNvSpPr>
          <p:nvPr/>
        </p:nvSpPr>
        <p:spPr bwMode="auto">
          <a:xfrm>
            <a:off x="4114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104478" name="Line 29"/>
          <p:cNvSpPr>
            <a:spLocks noChangeShapeType="1"/>
          </p:cNvSpPr>
          <p:nvPr/>
        </p:nvSpPr>
        <p:spPr bwMode="auto">
          <a:xfrm>
            <a:off x="8229600" y="3886200"/>
            <a:ext cx="228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4479" name="Oval 30"/>
          <p:cNvSpPr>
            <a:spLocks noChangeArrowheads="1"/>
          </p:cNvSpPr>
          <p:nvPr/>
        </p:nvSpPr>
        <p:spPr bwMode="auto">
          <a:xfrm>
            <a:off x="8229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4480" name="Text Box 31"/>
          <p:cNvSpPr txBox="1">
            <a:spLocks noChangeArrowheads="1"/>
          </p:cNvSpPr>
          <p:nvPr/>
        </p:nvSpPr>
        <p:spPr bwMode="auto">
          <a:xfrm>
            <a:off x="8305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49</a:t>
            </a:r>
          </a:p>
        </p:txBody>
      </p:sp>
      <p:sp>
        <p:nvSpPr>
          <p:cNvPr id="104481" name="Text Box 35"/>
          <p:cNvSpPr txBox="1">
            <a:spLocks noChangeArrowheads="1"/>
          </p:cNvSpPr>
          <p:nvPr/>
        </p:nvSpPr>
        <p:spPr bwMode="auto">
          <a:xfrm>
            <a:off x="381000" y="36576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rgbClr val="FF3300"/>
              </a:solidFill>
            </a:endParaRPr>
          </a:p>
        </p:txBody>
      </p:sp>
      <p:sp>
        <p:nvSpPr>
          <p:cNvPr id="104482" name="Text Box 38"/>
          <p:cNvSpPr txBox="1">
            <a:spLocks noChangeArrowheads="1"/>
          </p:cNvSpPr>
          <p:nvPr/>
        </p:nvSpPr>
        <p:spPr bwMode="auto">
          <a:xfrm>
            <a:off x="4953000" y="4267200"/>
            <a:ext cx="3048000" cy="83185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Node 37 has two children…</a:t>
            </a:r>
          </a:p>
        </p:txBody>
      </p:sp>
    </p:spTree>
    <p:extLst>
      <p:ext uri="{BB962C8B-B14F-4D97-AF65-F5344CB8AC3E}">
        <p14:creationId xmlns:p14="http://schemas.microsoft.com/office/powerpoint/2010/main" val="320827226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69710A5-D4C6-4E07-9BD9-14C2799D6BBF}" type="slidenum">
              <a:rPr lang="en-US" sz="1400"/>
              <a:pPr eaLnBrk="1" hangingPunct="1"/>
              <a:t>76</a:t>
            </a:fld>
            <a:endParaRPr lang="en-US" sz="1400"/>
          </a:p>
        </p:txBody>
      </p:sp>
      <p:sp>
        <p:nvSpPr>
          <p:cNvPr id="10547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Deletion Case 3: Two Children (cont.)</a:t>
            </a:r>
          </a:p>
        </p:txBody>
      </p:sp>
      <p:sp>
        <p:nvSpPr>
          <p:cNvPr id="105476" name="Text Box 3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105477" name="Text Box 4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105478" name="Oval 5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5479" name="Text Box 6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105480" name="Line 7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5481" name="Line 8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5482" name="Oval 9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5483" name="Text Box 10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105484" name="Line 11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5485" name="Oval 12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5486" name="Text Box 13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105487" name="Line 14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5488" name="Oval 15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5489" name="Text Box 16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105490" name="Line 17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5491" name="Oval 18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5492" name="Text Box 19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105493" name="Line 20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5494" name="Oval 21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5495" name="Text Box 22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105496" name="Line 23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5497" name="Oval 24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5498" name="Text Box 25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105499" name="Line 26"/>
          <p:cNvSpPr>
            <a:spLocks noChangeShapeType="1"/>
          </p:cNvSpPr>
          <p:nvPr/>
        </p:nvSpPr>
        <p:spPr bwMode="auto">
          <a:xfrm>
            <a:off x="3733800" y="41148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5500" name="Oval 27"/>
          <p:cNvSpPr>
            <a:spLocks noChangeArrowheads="1"/>
          </p:cNvSpPr>
          <p:nvPr/>
        </p:nvSpPr>
        <p:spPr bwMode="auto">
          <a:xfrm>
            <a:off x="4038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5501" name="Text Box 28"/>
          <p:cNvSpPr txBox="1">
            <a:spLocks noChangeArrowheads="1"/>
          </p:cNvSpPr>
          <p:nvPr/>
        </p:nvSpPr>
        <p:spPr bwMode="auto">
          <a:xfrm>
            <a:off x="4114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105502" name="Line 29"/>
          <p:cNvSpPr>
            <a:spLocks noChangeShapeType="1"/>
          </p:cNvSpPr>
          <p:nvPr/>
        </p:nvSpPr>
        <p:spPr bwMode="auto">
          <a:xfrm>
            <a:off x="8229600" y="3886200"/>
            <a:ext cx="228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5503" name="Oval 30"/>
          <p:cNvSpPr>
            <a:spLocks noChangeArrowheads="1"/>
          </p:cNvSpPr>
          <p:nvPr/>
        </p:nvSpPr>
        <p:spPr bwMode="auto">
          <a:xfrm>
            <a:off x="8229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5504" name="Text Box 31"/>
          <p:cNvSpPr txBox="1">
            <a:spLocks noChangeArrowheads="1"/>
          </p:cNvSpPr>
          <p:nvPr/>
        </p:nvSpPr>
        <p:spPr bwMode="auto">
          <a:xfrm>
            <a:off x="8305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49</a:t>
            </a:r>
          </a:p>
        </p:txBody>
      </p:sp>
      <p:sp>
        <p:nvSpPr>
          <p:cNvPr id="105505" name="Text Box 32"/>
          <p:cNvSpPr txBox="1">
            <a:spLocks noChangeArrowheads="1"/>
          </p:cNvSpPr>
          <p:nvPr/>
        </p:nvSpPr>
        <p:spPr bwMode="auto">
          <a:xfrm>
            <a:off x="381000" y="36576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rgbClr val="FF3300"/>
              </a:solidFill>
            </a:endParaRPr>
          </a:p>
        </p:txBody>
      </p:sp>
      <p:sp>
        <p:nvSpPr>
          <p:cNvPr id="105506" name="Text Box 33"/>
          <p:cNvSpPr txBox="1">
            <a:spLocks noChangeArrowheads="1"/>
          </p:cNvSpPr>
          <p:nvPr/>
        </p:nvSpPr>
        <p:spPr bwMode="auto">
          <a:xfrm>
            <a:off x="4953000" y="4305300"/>
            <a:ext cx="3048000" cy="156210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to delete it, first we find the greatest node in its left subtree</a:t>
            </a:r>
          </a:p>
        </p:txBody>
      </p:sp>
    </p:spTree>
    <p:extLst>
      <p:ext uri="{BB962C8B-B14F-4D97-AF65-F5344CB8AC3E}">
        <p14:creationId xmlns:p14="http://schemas.microsoft.com/office/powerpoint/2010/main" val="92734755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24B0E38-28B3-461A-9A7F-83E1781731D0}" type="slidenum">
              <a:rPr lang="en-US" sz="1400"/>
              <a:pPr eaLnBrk="1" hangingPunct="1"/>
              <a:t>77</a:t>
            </a:fld>
            <a:endParaRPr lang="en-US" sz="1400"/>
          </a:p>
        </p:txBody>
      </p:sp>
      <p:sp>
        <p:nvSpPr>
          <p:cNvPr id="109571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Deletion Case 3: Two Children (cont.)</a:t>
            </a:r>
          </a:p>
        </p:txBody>
      </p:sp>
      <p:sp>
        <p:nvSpPr>
          <p:cNvPr id="109572" name="Text Box 3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109573" name="Text Box 4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109574" name="Oval 5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9575" name="Text Box 6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109576" name="Line 7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9577" name="Line 8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9578" name="Oval 9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9579" name="Text Box 10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109580" name="Line 11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9581" name="Oval 12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9582" name="Text Box 13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109583" name="Line 14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9584" name="Oval 15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9585" name="Text Box 16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109586" name="Line 17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9587" name="Oval 18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9588" name="Text Box 19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109589" name="Line 20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9590" name="Oval 21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9591" name="Text Box 22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109592" name="Line 23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9593" name="Oval 24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9594" name="Text Box 25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109595" name="Line 26"/>
          <p:cNvSpPr>
            <a:spLocks noChangeShapeType="1"/>
          </p:cNvSpPr>
          <p:nvPr/>
        </p:nvSpPr>
        <p:spPr bwMode="auto">
          <a:xfrm>
            <a:off x="3733800" y="4114800"/>
            <a:ext cx="533400" cy="685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9596" name="Oval 27"/>
          <p:cNvSpPr>
            <a:spLocks noChangeArrowheads="1"/>
          </p:cNvSpPr>
          <p:nvPr/>
        </p:nvSpPr>
        <p:spPr bwMode="auto">
          <a:xfrm>
            <a:off x="4038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9597" name="Text Box 28"/>
          <p:cNvSpPr txBox="1">
            <a:spLocks noChangeArrowheads="1"/>
          </p:cNvSpPr>
          <p:nvPr/>
        </p:nvSpPr>
        <p:spPr bwMode="auto">
          <a:xfrm>
            <a:off x="4114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109598" name="Line 29"/>
          <p:cNvSpPr>
            <a:spLocks noChangeShapeType="1"/>
          </p:cNvSpPr>
          <p:nvPr/>
        </p:nvSpPr>
        <p:spPr bwMode="auto">
          <a:xfrm>
            <a:off x="8229600" y="3886200"/>
            <a:ext cx="228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9599" name="Oval 30"/>
          <p:cNvSpPr>
            <a:spLocks noChangeArrowheads="1"/>
          </p:cNvSpPr>
          <p:nvPr/>
        </p:nvSpPr>
        <p:spPr bwMode="auto">
          <a:xfrm>
            <a:off x="8229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9600" name="Text Box 31"/>
          <p:cNvSpPr txBox="1">
            <a:spLocks noChangeArrowheads="1"/>
          </p:cNvSpPr>
          <p:nvPr/>
        </p:nvSpPr>
        <p:spPr bwMode="auto">
          <a:xfrm>
            <a:off x="8305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49</a:t>
            </a:r>
          </a:p>
        </p:txBody>
      </p:sp>
      <p:sp>
        <p:nvSpPr>
          <p:cNvPr id="109601" name="Text Box 35"/>
          <p:cNvSpPr txBox="1">
            <a:spLocks noChangeArrowheads="1"/>
          </p:cNvSpPr>
          <p:nvPr/>
        </p:nvSpPr>
        <p:spPr bwMode="auto">
          <a:xfrm>
            <a:off x="381000" y="36576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rgbClr val="FF3300"/>
              </a:solidFill>
            </a:endParaRPr>
          </a:p>
        </p:txBody>
      </p:sp>
      <p:sp>
        <p:nvSpPr>
          <p:cNvPr id="109603" name="Text Box 39"/>
          <p:cNvSpPr txBox="1">
            <a:spLocks noChangeArrowheads="1"/>
          </p:cNvSpPr>
          <p:nvPr/>
        </p:nvSpPr>
        <p:spPr bwMode="auto">
          <a:xfrm>
            <a:off x="152400" y="3200400"/>
            <a:ext cx="2209800" cy="26574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First, we go to the left once, then follow the right pointers as far as we can</a:t>
            </a:r>
          </a:p>
        </p:txBody>
      </p:sp>
    </p:spTree>
    <p:extLst>
      <p:ext uri="{BB962C8B-B14F-4D97-AF65-F5344CB8AC3E}">
        <p14:creationId xmlns:p14="http://schemas.microsoft.com/office/powerpoint/2010/main" val="161380461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9737BE1-5A31-411B-B451-CC013164098A}" type="slidenum">
              <a:rPr lang="en-US" sz="1400"/>
              <a:pPr eaLnBrk="1" hangingPunct="1"/>
              <a:t>78</a:t>
            </a:fld>
            <a:endParaRPr lang="en-US" sz="1400"/>
          </a:p>
        </p:txBody>
      </p:sp>
      <p:sp>
        <p:nvSpPr>
          <p:cNvPr id="11059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Deletion Case 3: Two Children (cont.)</a:t>
            </a:r>
          </a:p>
        </p:txBody>
      </p:sp>
      <p:sp>
        <p:nvSpPr>
          <p:cNvPr id="110596" name="Text Box 3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110597" name="Text Box 4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110598" name="Oval 5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0599" name="Text Box 6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110600" name="Line 7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0601" name="Line 8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0602" name="Oval 9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0603" name="Text Box 10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110604" name="Line 11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0605" name="Oval 12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0606" name="Text Box 13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110607" name="Line 14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0608" name="Oval 15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0609" name="Text Box 16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110610" name="Line 17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0611" name="Oval 18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0612" name="Text Box 19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110613" name="Line 20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0614" name="Oval 21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0615" name="Text Box 22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110616" name="Line 23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0617" name="Oval 24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0618" name="Text Box 25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110619" name="Line 26"/>
          <p:cNvSpPr>
            <a:spLocks noChangeShapeType="1"/>
          </p:cNvSpPr>
          <p:nvPr/>
        </p:nvSpPr>
        <p:spPr bwMode="auto">
          <a:xfrm>
            <a:off x="3733800" y="41148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0620" name="Oval 27"/>
          <p:cNvSpPr>
            <a:spLocks noChangeArrowheads="1"/>
          </p:cNvSpPr>
          <p:nvPr/>
        </p:nvSpPr>
        <p:spPr bwMode="auto">
          <a:xfrm>
            <a:off x="4038600" y="4800600"/>
            <a:ext cx="762000" cy="6858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0621" name="Text Box 28"/>
          <p:cNvSpPr txBox="1">
            <a:spLocks noChangeArrowheads="1"/>
          </p:cNvSpPr>
          <p:nvPr/>
        </p:nvSpPr>
        <p:spPr bwMode="auto">
          <a:xfrm>
            <a:off x="4114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110622" name="Line 29"/>
          <p:cNvSpPr>
            <a:spLocks noChangeShapeType="1"/>
          </p:cNvSpPr>
          <p:nvPr/>
        </p:nvSpPr>
        <p:spPr bwMode="auto">
          <a:xfrm>
            <a:off x="8229600" y="3886200"/>
            <a:ext cx="228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0623" name="Oval 30"/>
          <p:cNvSpPr>
            <a:spLocks noChangeArrowheads="1"/>
          </p:cNvSpPr>
          <p:nvPr/>
        </p:nvSpPr>
        <p:spPr bwMode="auto">
          <a:xfrm>
            <a:off x="8229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0624" name="Text Box 31"/>
          <p:cNvSpPr txBox="1">
            <a:spLocks noChangeArrowheads="1"/>
          </p:cNvSpPr>
          <p:nvPr/>
        </p:nvSpPr>
        <p:spPr bwMode="auto">
          <a:xfrm>
            <a:off x="8305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49</a:t>
            </a:r>
          </a:p>
        </p:txBody>
      </p:sp>
      <p:sp>
        <p:nvSpPr>
          <p:cNvPr id="110625" name="Text Box 35"/>
          <p:cNvSpPr txBox="1">
            <a:spLocks noChangeArrowheads="1"/>
          </p:cNvSpPr>
          <p:nvPr/>
        </p:nvSpPr>
        <p:spPr bwMode="auto">
          <a:xfrm>
            <a:off x="381000" y="36576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rgbClr val="FF3300"/>
              </a:solidFill>
            </a:endParaRPr>
          </a:p>
        </p:txBody>
      </p:sp>
      <p:sp>
        <p:nvSpPr>
          <p:cNvPr id="110626" name="Text Box 38"/>
          <p:cNvSpPr txBox="1">
            <a:spLocks noChangeArrowheads="1"/>
          </p:cNvSpPr>
          <p:nvPr/>
        </p:nvSpPr>
        <p:spPr bwMode="auto">
          <a:xfrm>
            <a:off x="4953000" y="4648200"/>
            <a:ext cx="3124200" cy="11969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30 is the greatest node in the left subtree of node 37</a:t>
            </a:r>
          </a:p>
        </p:txBody>
      </p:sp>
    </p:spTree>
    <p:extLst>
      <p:ext uri="{BB962C8B-B14F-4D97-AF65-F5344CB8AC3E}">
        <p14:creationId xmlns:p14="http://schemas.microsoft.com/office/powerpoint/2010/main" val="2991543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463B532-72D3-4684-B955-C85E3D89B94C}" type="slidenum">
              <a:rPr lang="en-US" sz="1400"/>
              <a:pPr eaLnBrk="1" hangingPunct="1"/>
              <a:t>79</a:t>
            </a:fld>
            <a:endParaRPr lang="en-US" sz="1400"/>
          </a:p>
        </p:txBody>
      </p:sp>
      <p:sp>
        <p:nvSpPr>
          <p:cNvPr id="1126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Deletion Case 3: Two Children (cont.)</a:t>
            </a:r>
          </a:p>
        </p:txBody>
      </p:sp>
      <p:sp>
        <p:nvSpPr>
          <p:cNvPr id="112644" name="Text Box 3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112645" name="Text Box 4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112646" name="Oval 5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2647" name="Text Box 6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37</a:t>
            </a:r>
          </a:p>
        </p:txBody>
      </p:sp>
      <p:sp>
        <p:nvSpPr>
          <p:cNvPr id="112648" name="Line 7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2649" name="Line 8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2650" name="Oval 9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2651" name="Text Box 10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112652" name="Line 11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2653" name="Oval 12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2654" name="Text Box 13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112655" name="Line 14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2656" name="Oval 15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2657" name="Text Box 16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112658" name="Line 17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2659" name="Oval 18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2660" name="Text Box 19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112661" name="Line 20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2662" name="Oval 21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2663" name="Text Box 22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112664" name="Line 23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2665" name="Oval 24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2666" name="Text Box 25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112667" name="Line 26"/>
          <p:cNvSpPr>
            <a:spLocks noChangeShapeType="1"/>
          </p:cNvSpPr>
          <p:nvPr/>
        </p:nvSpPr>
        <p:spPr bwMode="auto">
          <a:xfrm>
            <a:off x="3733800" y="411480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2668" name="Oval 27"/>
          <p:cNvSpPr>
            <a:spLocks noChangeArrowheads="1"/>
          </p:cNvSpPr>
          <p:nvPr/>
        </p:nvSpPr>
        <p:spPr bwMode="auto">
          <a:xfrm>
            <a:off x="4038600" y="4800600"/>
            <a:ext cx="762000" cy="6858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2669" name="Text Box 28"/>
          <p:cNvSpPr txBox="1">
            <a:spLocks noChangeArrowheads="1"/>
          </p:cNvSpPr>
          <p:nvPr/>
        </p:nvSpPr>
        <p:spPr bwMode="auto">
          <a:xfrm>
            <a:off x="4114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112670" name="Line 29"/>
          <p:cNvSpPr>
            <a:spLocks noChangeShapeType="1"/>
          </p:cNvSpPr>
          <p:nvPr/>
        </p:nvSpPr>
        <p:spPr bwMode="auto">
          <a:xfrm>
            <a:off x="8229600" y="3886200"/>
            <a:ext cx="228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2671" name="Oval 30"/>
          <p:cNvSpPr>
            <a:spLocks noChangeArrowheads="1"/>
          </p:cNvSpPr>
          <p:nvPr/>
        </p:nvSpPr>
        <p:spPr bwMode="auto">
          <a:xfrm>
            <a:off x="8229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2672" name="Text Box 31"/>
          <p:cNvSpPr txBox="1">
            <a:spLocks noChangeArrowheads="1"/>
          </p:cNvSpPr>
          <p:nvPr/>
        </p:nvSpPr>
        <p:spPr bwMode="auto">
          <a:xfrm>
            <a:off x="8305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49</a:t>
            </a:r>
          </a:p>
        </p:txBody>
      </p:sp>
      <p:sp>
        <p:nvSpPr>
          <p:cNvPr id="112673" name="Text Box 35"/>
          <p:cNvSpPr txBox="1">
            <a:spLocks noChangeArrowheads="1"/>
          </p:cNvSpPr>
          <p:nvPr/>
        </p:nvSpPr>
        <p:spPr bwMode="auto">
          <a:xfrm>
            <a:off x="381000" y="36576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rgbClr val="FF3300"/>
              </a:solidFill>
            </a:endParaRPr>
          </a:p>
        </p:txBody>
      </p:sp>
      <p:sp>
        <p:nvSpPr>
          <p:cNvPr id="112674" name="Text Box 36"/>
          <p:cNvSpPr txBox="1">
            <a:spLocks noChangeArrowheads="1"/>
          </p:cNvSpPr>
          <p:nvPr/>
        </p:nvSpPr>
        <p:spPr bwMode="auto">
          <a:xfrm>
            <a:off x="4953000" y="4648200"/>
            <a:ext cx="3124200" cy="11969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Next, we copy the object at node 30 into node 37</a:t>
            </a:r>
          </a:p>
        </p:txBody>
      </p:sp>
      <p:sp>
        <p:nvSpPr>
          <p:cNvPr id="112675" name="Line 37"/>
          <p:cNvSpPr>
            <a:spLocks noChangeShapeType="1"/>
          </p:cNvSpPr>
          <p:nvPr/>
        </p:nvSpPr>
        <p:spPr bwMode="auto">
          <a:xfrm flipH="1" flipV="1">
            <a:off x="4191000" y="1981200"/>
            <a:ext cx="228600" cy="2895600"/>
          </a:xfrm>
          <a:prstGeom prst="line">
            <a:avLst/>
          </a:prstGeom>
          <a:noFill/>
          <a:ln w="57150" cap="rnd">
            <a:solidFill>
              <a:schemeClr val="hlink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3900029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CCD6E23-9ADF-49B4-A059-B57F98CC86EA}" type="slidenum">
              <a:rPr lang="en-US" sz="1400"/>
              <a:pPr eaLnBrk="1" hangingPunct="1"/>
              <a:t>80</a:t>
            </a:fld>
            <a:endParaRPr lang="en-US" sz="1400"/>
          </a:p>
        </p:txBody>
      </p:sp>
      <p:sp>
        <p:nvSpPr>
          <p:cNvPr id="114691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Deletion Case 3: Two Children (cont.)</a:t>
            </a:r>
          </a:p>
        </p:txBody>
      </p:sp>
      <p:sp>
        <p:nvSpPr>
          <p:cNvPr id="114692" name="Text Box 3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114693" name="Text Box 4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114694" name="Oval 5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4695" name="Text Box 6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114696" name="Line 7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4697" name="Line 8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4698" name="Oval 9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4699" name="Text Box 10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114700" name="Line 11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4701" name="Oval 12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4702" name="Text Box 13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114703" name="Line 14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4704" name="Oval 15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4705" name="Text Box 16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114706" name="Line 17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4707" name="Oval 18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4708" name="Text Box 19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114709" name="Line 20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4710" name="Oval 21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4711" name="Text Box 22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114712" name="Line 23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4713" name="Oval 24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4714" name="Text Box 25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114718" name="Line 29"/>
          <p:cNvSpPr>
            <a:spLocks noChangeShapeType="1"/>
          </p:cNvSpPr>
          <p:nvPr/>
        </p:nvSpPr>
        <p:spPr bwMode="auto">
          <a:xfrm>
            <a:off x="8229600" y="3886200"/>
            <a:ext cx="228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4719" name="Oval 30"/>
          <p:cNvSpPr>
            <a:spLocks noChangeArrowheads="1"/>
          </p:cNvSpPr>
          <p:nvPr/>
        </p:nvSpPr>
        <p:spPr bwMode="auto">
          <a:xfrm>
            <a:off x="8229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4720" name="Text Box 31"/>
          <p:cNvSpPr txBox="1">
            <a:spLocks noChangeArrowheads="1"/>
          </p:cNvSpPr>
          <p:nvPr/>
        </p:nvSpPr>
        <p:spPr bwMode="auto">
          <a:xfrm>
            <a:off x="8305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49</a:t>
            </a:r>
          </a:p>
        </p:txBody>
      </p:sp>
      <p:sp>
        <p:nvSpPr>
          <p:cNvPr id="114721" name="Text Box 35"/>
          <p:cNvSpPr txBox="1">
            <a:spLocks noChangeArrowheads="1"/>
          </p:cNvSpPr>
          <p:nvPr/>
        </p:nvSpPr>
        <p:spPr bwMode="auto">
          <a:xfrm>
            <a:off x="381000" y="36576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rgbClr val="FF3300"/>
              </a:solidFill>
            </a:endParaRPr>
          </a:p>
        </p:txBody>
      </p:sp>
      <p:sp>
        <p:nvSpPr>
          <p:cNvPr id="114722" name="Text Box 36"/>
          <p:cNvSpPr txBox="1">
            <a:spLocks noChangeArrowheads="1"/>
          </p:cNvSpPr>
          <p:nvPr/>
        </p:nvSpPr>
        <p:spPr bwMode="auto">
          <a:xfrm>
            <a:off x="4953000" y="4343400"/>
            <a:ext cx="3124200" cy="156210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Finally, we delete the lower red node using case 1 or case 2 deletion</a:t>
            </a:r>
          </a:p>
        </p:txBody>
      </p:sp>
    </p:spTree>
    <p:extLst>
      <p:ext uri="{BB962C8B-B14F-4D97-AF65-F5344CB8AC3E}">
        <p14:creationId xmlns:p14="http://schemas.microsoft.com/office/powerpoint/2010/main" val="210121237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EC205AD-83B5-4F3F-BFE5-0AA6A14C560E}" type="slidenum">
              <a:rPr lang="en-US" sz="1400"/>
              <a:pPr eaLnBrk="1" hangingPunct="1"/>
              <a:t>81</a:t>
            </a:fld>
            <a:endParaRPr lang="en-US" sz="1400"/>
          </a:p>
        </p:txBody>
      </p:sp>
      <p:sp>
        <p:nvSpPr>
          <p:cNvPr id="116739" name="Rectangle 2"/>
          <p:cNvSpPr>
            <a:spLocks noGrp="1" noChangeArrowheads="1"/>
          </p:cNvSpPr>
          <p:nvPr>
            <p:ph type="title"/>
          </p:nvPr>
        </p:nvSpPr>
        <p:spPr>
          <a:xfrm>
            <a:off x="232756" y="76200"/>
            <a:ext cx="8682644" cy="1143000"/>
          </a:xfrm>
        </p:spPr>
        <p:txBody>
          <a:bodyPr/>
          <a:lstStyle/>
          <a:p>
            <a:pPr eaLnBrk="1" hangingPunct="1"/>
            <a:r>
              <a:rPr lang="en-US" sz="4000" dirty="0"/>
              <a:t>Deletion Case 3: Two Children (cont.)</a:t>
            </a:r>
          </a:p>
        </p:txBody>
      </p:sp>
      <p:sp>
        <p:nvSpPr>
          <p:cNvPr id="116740" name="Text Box 3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116741" name="Text Box 4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116742" name="Oval 5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800">
              <a:solidFill>
                <a:srgbClr val="FF3300"/>
              </a:solidFill>
            </a:endParaRPr>
          </a:p>
        </p:txBody>
      </p:sp>
      <p:sp>
        <p:nvSpPr>
          <p:cNvPr id="116743" name="Text Box 6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116744" name="Line 7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6745" name="Line 8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6746" name="Oval 9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6747" name="Text Box 10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116748" name="Line 11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6749" name="Oval 12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6750" name="Text Box 13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116751" name="Line 14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6752" name="Oval 15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6753" name="Text Box 16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116754" name="Line 17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6755" name="Oval 18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6756" name="Text Box 19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116757" name="Line 20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6758" name="Oval 21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6759" name="Text Box 22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116760" name="Line 23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6761" name="Oval 24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6762" name="Text Box 25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116763" name="Line 26"/>
          <p:cNvSpPr>
            <a:spLocks noChangeShapeType="1"/>
          </p:cNvSpPr>
          <p:nvPr/>
        </p:nvSpPr>
        <p:spPr bwMode="auto">
          <a:xfrm>
            <a:off x="8229600" y="3886200"/>
            <a:ext cx="228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6764" name="Oval 27"/>
          <p:cNvSpPr>
            <a:spLocks noChangeArrowheads="1"/>
          </p:cNvSpPr>
          <p:nvPr/>
        </p:nvSpPr>
        <p:spPr bwMode="auto">
          <a:xfrm>
            <a:off x="8229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6765" name="Text Box 28"/>
          <p:cNvSpPr txBox="1">
            <a:spLocks noChangeArrowheads="1"/>
          </p:cNvSpPr>
          <p:nvPr/>
        </p:nvSpPr>
        <p:spPr bwMode="auto">
          <a:xfrm>
            <a:off x="8305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49</a:t>
            </a:r>
          </a:p>
        </p:txBody>
      </p:sp>
      <p:sp>
        <p:nvSpPr>
          <p:cNvPr id="116766" name="Text Box 32"/>
          <p:cNvSpPr txBox="1">
            <a:spLocks noChangeArrowheads="1"/>
          </p:cNvSpPr>
          <p:nvPr/>
        </p:nvSpPr>
        <p:spPr bwMode="auto">
          <a:xfrm>
            <a:off x="381000" y="36576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rgbClr val="FF3300"/>
              </a:solidFill>
            </a:endParaRPr>
          </a:p>
        </p:txBody>
      </p:sp>
      <p:sp>
        <p:nvSpPr>
          <p:cNvPr id="116767" name="Text Box 33"/>
          <p:cNvSpPr txBox="1">
            <a:spLocks noChangeArrowheads="1"/>
          </p:cNvSpPr>
          <p:nvPr/>
        </p:nvSpPr>
        <p:spPr bwMode="auto">
          <a:xfrm>
            <a:off x="4343400" y="4724400"/>
            <a:ext cx="3124200" cy="83185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Let’s delete node 30 now</a:t>
            </a:r>
          </a:p>
        </p:txBody>
      </p:sp>
    </p:spTree>
    <p:extLst>
      <p:ext uri="{BB962C8B-B14F-4D97-AF65-F5344CB8AC3E}">
        <p14:creationId xmlns:p14="http://schemas.microsoft.com/office/powerpoint/2010/main" val="293555316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874CA51-4659-453C-9762-DC2AB7408183}" type="slidenum">
              <a:rPr lang="en-US" sz="1400"/>
              <a:pPr eaLnBrk="1" hangingPunct="1"/>
              <a:t>82</a:t>
            </a:fld>
            <a:endParaRPr lang="en-US" sz="1400"/>
          </a:p>
        </p:txBody>
      </p:sp>
      <p:sp>
        <p:nvSpPr>
          <p:cNvPr id="119811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Deletion Case 3: Two Children (cont.)</a:t>
            </a:r>
          </a:p>
        </p:txBody>
      </p:sp>
      <p:sp>
        <p:nvSpPr>
          <p:cNvPr id="119812" name="Text Box 3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119813" name="Text Box 4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119814" name="Oval 5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800">
              <a:solidFill>
                <a:srgbClr val="FF3300"/>
              </a:solidFill>
            </a:endParaRPr>
          </a:p>
        </p:txBody>
      </p:sp>
      <p:sp>
        <p:nvSpPr>
          <p:cNvPr id="119815" name="Text Box 6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119816" name="Line 7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9817" name="Line 8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9818" name="Oval 9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9819" name="Text Box 10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119820" name="Line 11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9821" name="Oval 12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9822" name="Text Box 13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119823" name="Line 14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9824" name="Oval 15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9825" name="Text Box 16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119826" name="Line 17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9827" name="Oval 18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9828" name="Text Box 19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119829" name="Line 20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9830" name="Oval 21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9831" name="Text Box 22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119832" name="Line 23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9833" name="Oval 24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9834" name="Text Box 25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119835" name="Line 26"/>
          <p:cNvSpPr>
            <a:spLocks noChangeShapeType="1"/>
          </p:cNvSpPr>
          <p:nvPr/>
        </p:nvSpPr>
        <p:spPr bwMode="auto">
          <a:xfrm>
            <a:off x="8229600" y="3886200"/>
            <a:ext cx="228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19836" name="Oval 27"/>
          <p:cNvSpPr>
            <a:spLocks noChangeArrowheads="1"/>
          </p:cNvSpPr>
          <p:nvPr/>
        </p:nvSpPr>
        <p:spPr bwMode="auto">
          <a:xfrm>
            <a:off x="8229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19837" name="Text Box 28"/>
          <p:cNvSpPr txBox="1">
            <a:spLocks noChangeArrowheads="1"/>
          </p:cNvSpPr>
          <p:nvPr/>
        </p:nvSpPr>
        <p:spPr bwMode="auto">
          <a:xfrm>
            <a:off x="8305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49</a:t>
            </a:r>
          </a:p>
        </p:txBody>
      </p:sp>
      <p:sp>
        <p:nvSpPr>
          <p:cNvPr id="119838" name="Text Box 32"/>
          <p:cNvSpPr txBox="1">
            <a:spLocks noChangeArrowheads="1"/>
          </p:cNvSpPr>
          <p:nvPr/>
        </p:nvSpPr>
        <p:spPr bwMode="auto">
          <a:xfrm>
            <a:off x="381000" y="36576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rgbClr val="FF3300"/>
              </a:solidFill>
            </a:endParaRPr>
          </a:p>
        </p:txBody>
      </p:sp>
      <p:sp>
        <p:nvSpPr>
          <p:cNvPr id="119839" name="Text Box 33"/>
          <p:cNvSpPr txBox="1">
            <a:spLocks noChangeArrowheads="1"/>
          </p:cNvSpPr>
          <p:nvPr/>
        </p:nvSpPr>
        <p:spPr bwMode="auto">
          <a:xfrm>
            <a:off x="3886200" y="4419600"/>
            <a:ext cx="3733800" cy="1200329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29 is the greatest node in the left </a:t>
            </a:r>
            <a:r>
              <a:rPr lang="en-US" b="1" dirty="0" err="1">
                <a:solidFill>
                  <a:srgbClr val="FF3300"/>
                </a:solidFill>
              </a:rPr>
              <a:t>subtree</a:t>
            </a:r>
            <a:r>
              <a:rPr lang="en-US" b="1" dirty="0">
                <a:solidFill>
                  <a:srgbClr val="FF3300"/>
                </a:solidFill>
              </a:rPr>
              <a:t> of node 30</a:t>
            </a:r>
          </a:p>
        </p:txBody>
      </p:sp>
    </p:spTree>
    <p:extLst>
      <p:ext uri="{BB962C8B-B14F-4D97-AF65-F5344CB8AC3E}">
        <p14:creationId xmlns:p14="http://schemas.microsoft.com/office/powerpoint/2010/main" val="95703798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747895C-6AFB-420E-9AAF-D6E996D5F689}" type="slidenum">
              <a:rPr lang="en-US" sz="1400"/>
              <a:pPr eaLnBrk="1" hangingPunct="1"/>
              <a:t>83</a:t>
            </a:fld>
            <a:endParaRPr lang="en-US" sz="1400"/>
          </a:p>
        </p:txBody>
      </p:sp>
      <p:sp>
        <p:nvSpPr>
          <p:cNvPr id="12083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Deletion Case 3: Two Children (cont.)</a:t>
            </a:r>
          </a:p>
        </p:txBody>
      </p:sp>
      <p:sp>
        <p:nvSpPr>
          <p:cNvPr id="120836" name="Text Box 3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120837" name="Text Box 4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120838" name="Oval 5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800">
              <a:solidFill>
                <a:srgbClr val="FF3300"/>
              </a:solidFill>
            </a:endParaRPr>
          </a:p>
        </p:txBody>
      </p:sp>
      <p:sp>
        <p:nvSpPr>
          <p:cNvPr id="120839" name="Text Box 6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30</a:t>
            </a:r>
          </a:p>
        </p:txBody>
      </p:sp>
      <p:sp>
        <p:nvSpPr>
          <p:cNvPr id="120840" name="Line 7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0841" name="Line 8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0842" name="Oval 9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20843" name="Text Box 10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120844" name="Line 11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0845" name="Oval 12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20846" name="Text Box 13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120847" name="Line 14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0848" name="Oval 15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20849" name="Text Box 16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120850" name="Line 17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0851" name="Oval 18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20852" name="Text Box 19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120853" name="Line 20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0854" name="Oval 21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20855" name="Text Box 22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120856" name="Line 23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0857" name="Oval 24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20858" name="Text Box 25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120859" name="Line 26"/>
          <p:cNvSpPr>
            <a:spLocks noChangeShapeType="1"/>
          </p:cNvSpPr>
          <p:nvPr/>
        </p:nvSpPr>
        <p:spPr bwMode="auto">
          <a:xfrm>
            <a:off x="8229600" y="3886200"/>
            <a:ext cx="228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0860" name="Oval 27"/>
          <p:cNvSpPr>
            <a:spLocks noChangeArrowheads="1"/>
          </p:cNvSpPr>
          <p:nvPr/>
        </p:nvSpPr>
        <p:spPr bwMode="auto">
          <a:xfrm>
            <a:off x="8229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20861" name="Text Box 28"/>
          <p:cNvSpPr txBox="1">
            <a:spLocks noChangeArrowheads="1"/>
          </p:cNvSpPr>
          <p:nvPr/>
        </p:nvSpPr>
        <p:spPr bwMode="auto">
          <a:xfrm>
            <a:off x="8305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49</a:t>
            </a:r>
          </a:p>
        </p:txBody>
      </p:sp>
      <p:sp>
        <p:nvSpPr>
          <p:cNvPr id="120862" name="Text Box 32"/>
          <p:cNvSpPr txBox="1">
            <a:spLocks noChangeArrowheads="1"/>
          </p:cNvSpPr>
          <p:nvPr/>
        </p:nvSpPr>
        <p:spPr bwMode="auto">
          <a:xfrm>
            <a:off x="381000" y="36576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rgbClr val="FF3300"/>
              </a:solidFill>
            </a:endParaRPr>
          </a:p>
        </p:txBody>
      </p:sp>
      <p:sp>
        <p:nvSpPr>
          <p:cNvPr id="120863" name="Text Box 33"/>
          <p:cNvSpPr txBox="1">
            <a:spLocks noChangeArrowheads="1"/>
          </p:cNvSpPr>
          <p:nvPr/>
        </p:nvSpPr>
        <p:spPr bwMode="auto">
          <a:xfrm>
            <a:off x="3886200" y="4419600"/>
            <a:ext cx="3733800" cy="830997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3300"/>
                </a:solidFill>
              </a:rPr>
              <a:t>Copy the object at node 29 into node 30</a:t>
            </a:r>
          </a:p>
        </p:txBody>
      </p:sp>
      <p:sp>
        <p:nvSpPr>
          <p:cNvPr id="120864" name="Line 34"/>
          <p:cNvSpPr>
            <a:spLocks noChangeShapeType="1"/>
          </p:cNvSpPr>
          <p:nvPr/>
        </p:nvSpPr>
        <p:spPr bwMode="auto">
          <a:xfrm flipV="1">
            <a:off x="3505200" y="1981200"/>
            <a:ext cx="609600" cy="1676400"/>
          </a:xfrm>
          <a:prstGeom prst="line">
            <a:avLst/>
          </a:prstGeom>
          <a:noFill/>
          <a:ln w="57150" cap="rnd">
            <a:solidFill>
              <a:schemeClr val="hlink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4010491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30A3640-86B8-4E36-913A-8FF1FE045C2F}" type="slidenum">
              <a:rPr lang="en-US" sz="1400"/>
              <a:pPr eaLnBrk="1" hangingPunct="1"/>
              <a:t>84</a:t>
            </a:fld>
            <a:endParaRPr lang="en-US" sz="1400"/>
          </a:p>
        </p:txBody>
      </p:sp>
      <p:sp>
        <p:nvSpPr>
          <p:cNvPr id="12288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Deletion Case 3: Two Children (cont.)</a:t>
            </a:r>
          </a:p>
        </p:txBody>
      </p:sp>
      <p:sp>
        <p:nvSpPr>
          <p:cNvPr id="122884" name="Text Box 3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122885" name="Text Box 4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122886" name="Oval 5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800">
              <a:solidFill>
                <a:srgbClr val="FF3300"/>
              </a:solidFill>
            </a:endParaRPr>
          </a:p>
        </p:txBody>
      </p:sp>
      <p:sp>
        <p:nvSpPr>
          <p:cNvPr id="122887" name="Text Box 6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122888" name="Line 7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2889" name="Line 8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2890" name="Oval 9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22891" name="Text Box 10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122892" name="Line 11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2893" name="Oval 12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22894" name="Text Box 13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122895" name="Line 14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2896" name="Oval 15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22897" name="Text Box 16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122898" name="Line 17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2899" name="Oval 18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22900" name="Text Box 19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122901" name="Line 20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2902" name="Oval 21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22903" name="Text Box 22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122904" name="Line 23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2905" name="Oval 24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22906" name="Text Box 25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122907" name="Line 26"/>
          <p:cNvSpPr>
            <a:spLocks noChangeShapeType="1"/>
          </p:cNvSpPr>
          <p:nvPr/>
        </p:nvSpPr>
        <p:spPr bwMode="auto">
          <a:xfrm>
            <a:off x="8229600" y="3886200"/>
            <a:ext cx="228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2908" name="Oval 27"/>
          <p:cNvSpPr>
            <a:spLocks noChangeArrowheads="1"/>
          </p:cNvSpPr>
          <p:nvPr/>
        </p:nvSpPr>
        <p:spPr bwMode="auto">
          <a:xfrm>
            <a:off x="8229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22909" name="Text Box 28"/>
          <p:cNvSpPr txBox="1">
            <a:spLocks noChangeArrowheads="1"/>
          </p:cNvSpPr>
          <p:nvPr/>
        </p:nvSpPr>
        <p:spPr bwMode="auto">
          <a:xfrm>
            <a:off x="8305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49</a:t>
            </a:r>
          </a:p>
        </p:txBody>
      </p:sp>
      <p:sp>
        <p:nvSpPr>
          <p:cNvPr id="122910" name="Text Box 32"/>
          <p:cNvSpPr txBox="1">
            <a:spLocks noChangeArrowheads="1"/>
          </p:cNvSpPr>
          <p:nvPr/>
        </p:nvSpPr>
        <p:spPr bwMode="auto">
          <a:xfrm>
            <a:off x="381000" y="36576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rgbClr val="FF3300"/>
              </a:solidFill>
            </a:endParaRPr>
          </a:p>
        </p:txBody>
      </p:sp>
      <p:sp>
        <p:nvSpPr>
          <p:cNvPr id="122911" name="Text Box 33"/>
          <p:cNvSpPr txBox="1">
            <a:spLocks noChangeArrowheads="1"/>
          </p:cNvSpPr>
          <p:nvPr/>
        </p:nvSpPr>
        <p:spPr bwMode="auto">
          <a:xfrm>
            <a:off x="3657600" y="4419600"/>
            <a:ext cx="4267200" cy="11969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This time, the lower red node has a child – to delete it we use case 2 deletion</a:t>
            </a:r>
          </a:p>
        </p:txBody>
      </p:sp>
    </p:spTree>
    <p:extLst>
      <p:ext uri="{BB962C8B-B14F-4D97-AF65-F5344CB8AC3E}">
        <p14:creationId xmlns:p14="http://schemas.microsoft.com/office/powerpoint/2010/main" val="268029435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71273A7-EB48-4521-99A6-6AE679532531}" type="slidenum">
              <a:rPr lang="en-US" sz="1400"/>
              <a:pPr eaLnBrk="1" hangingPunct="1"/>
              <a:t>85</a:t>
            </a:fld>
            <a:endParaRPr lang="en-US" sz="1400"/>
          </a:p>
        </p:txBody>
      </p:sp>
      <p:sp>
        <p:nvSpPr>
          <p:cNvPr id="12390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Deletion Case 3: Two Children (cont.)</a:t>
            </a:r>
          </a:p>
        </p:txBody>
      </p:sp>
      <p:sp>
        <p:nvSpPr>
          <p:cNvPr id="123908" name="Text Box 3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123909" name="Text Box 4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123910" name="Oval 5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800">
              <a:solidFill>
                <a:srgbClr val="FF3300"/>
              </a:solidFill>
            </a:endParaRPr>
          </a:p>
        </p:txBody>
      </p:sp>
      <p:sp>
        <p:nvSpPr>
          <p:cNvPr id="123911" name="Text Box 6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123912" name="Line 7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3913" name="Line 8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3914" name="Oval 9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23915" name="Text Box 10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123916" name="Line 11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3917" name="Oval 12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23918" name="Text Box 13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123919" name="Line 14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3920" name="Oval 15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23921" name="Text Box 16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123922" name="Line 17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3923" name="Oval 18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23924" name="Text Box 19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123925" name="Line 20"/>
          <p:cNvSpPr>
            <a:spLocks noChangeShapeType="1"/>
          </p:cNvSpPr>
          <p:nvPr/>
        </p:nvSpPr>
        <p:spPr bwMode="auto">
          <a:xfrm>
            <a:off x="2438400" y="2971800"/>
            <a:ext cx="914400" cy="5334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3926" name="Oval 21"/>
          <p:cNvSpPr>
            <a:spLocks noChangeArrowheads="1"/>
          </p:cNvSpPr>
          <p:nvPr/>
        </p:nvSpPr>
        <p:spPr bwMode="auto">
          <a:xfrm>
            <a:off x="3124200" y="3505200"/>
            <a:ext cx="762000" cy="6858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23927" name="Text Box 22"/>
          <p:cNvSpPr txBox="1">
            <a:spLocks noChangeArrowheads="1"/>
          </p:cNvSpPr>
          <p:nvPr/>
        </p:nvSpPr>
        <p:spPr bwMode="auto">
          <a:xfrm>
            <a:off x="3200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123928" name="Line 23"/>
          <p:cNvSpPr>
            <a:spLocks noChangeShapeType="1"/>
          </p:cNvSpPr>
          <p:nvPr/>
        </p:nvSpPr>
        <p:spPr bwMode="auto">
          <a:xfrm flipH="1">
            <a:off x="2895600" y="4114800"/>
            <a:ext cx="381000" cy="6858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3929" name="Oval 24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23930" name="Text Box 25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123931" name="Line 26"/>
          <p:cNvSpPr>
            <a:spLocks noChangeShapeType="1"/>
          </p:cNvSpPr>
          <p:nvPr/>
        </p:nvSpPr>
        <p:spPr bwMode="auto">
          <a:xfrm>
            <a:off x="8229600" y="3886200"/>
            <a:ext cx="228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3932" name="Oval 27"/>
          <p:cNvSpPr>
            <a:spLocks noChangeArrowheads="1"/>
          </p:cNvSpPr>
          <p:nvPr/>
        </p:nvSpPr>
        <p:spPr bwMode="auto">
          <a:xfrm>
            <a:off x="8229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23933" name="Text Box 28"/>
          <p:cNvSpPr txBox="1">
            <a:spLocks noChangeArrowheads="1"/>
          </p:cNvSpPr>
          <p:nvPr/>
        </p:nvSpPr>
        <p:spPr bwMode="auto">
          <a:xfrm>
            <a:off x="8305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49</a:t>
            </a:r>
          </a:p>
        </p:txBody>
      </p:sp>
      <p:sp>
        <p:nvSpPr>
          <p:cNvPr id="123934" name="Text Box 32"/>
          <p:cNvSpPr txBox="1">
            <a:spLocks noChangeArrowheads="1"/>
          </p:cNvSpPr>
          <p:nvPr/>
        </p:nvSpPr>
        <p:spPr bwMode="auto">
          <a:xfrm>
            <a:off x="381000" y="36576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rgbClr val="FF3300"/>
              </a:solidFill>
            </a:endParaRPr>
          </a:p>
        </p:txBody>
      </p:sp>
      <p:sp>
        <p:nvSpPr>
          <p:cNvPr id="123935" name="Line 34"/>
          <p:cNvSpPr>
            <a:spLocks noChangeShapeType="1"/>
          </p:cNvSpPr>
          <p:nvPr/>
        </p:nvSpPr>
        <p:spPr bwMode="auto">
          <a:xfrm>
            <a:off x="2286000" y="3048000"/>
            <a:ext cx="457200" cy="1752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3936" name="Text Box 35"/>
          <p:cNvSpPr txBox="1">
            <a:spLocks noChangeArrowheads="1"/>
          </p:cNvSpPr>
          <p:nvPr/>
        </p:nvSpPr>
        <p:spPr bwMode="auto">
          <a:xfrm>
            <a:off x="3657600" y="4419600"/>
            <a:ext cx="4267200" cy="11969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This time, the lower red node has a child – to delete it we use case 2 deletion</a:t>
            </a:r>
          </a:p>
        </p:txBody>
      </p:sp>
    </p:spTree>
    <p:extLst>
      <p:ext uri="{BB962C8B-B14F-4D97-AF65-F5344CB8AC3E}">
        <p14:creationId xmlns:p14="http://schemas.microsoft.com/office/powerpoint/2010/main" val="243183394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BCDA57-8417-487B-ADF7-8001B570E794}" type="slidenum">
              <a:rPr lang="en-US" sz="1400"/>
              <a:pPr eaLnBrk="1" hangingPunct="1"/>
              <a:t>86</a:t>
            </a:fld>
            <a:endParaRPr lang="en-US" sz="1400"/>
          </a:p>
        </p:txBody>
      </p:sp>
      <p:sp>
        <p:nvSpPr>
          <p:cNvPr id="124931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Deletion Case 3: Two Children (cont.)</a:t>
            </a:r>
          </a:p>
        </p:txBody>
      </p:sp>
      <p:sp>
        <p:nvSpPr>
          <p:cNvPr id="124932" name="Text Box 3"/>
          <p:cNvSpPr txBox="1">
            <a:spLocks noChangeArrowheads="1"/>
          </p:cNvSpPr>
          <p:nvPr/>
        </p:nvSpPr>
        <p:spPr bwMode="auto">
          <a:xfrm>
            <a:off x="1828800" y="14478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/>
          </a:p>
        </p:txBody>
      </p:sp>
      <p:sp>
        <p:nvSpPr>
          <p:cNvPr id="124933" name="Text Box 4"/>
          <p:cNvSpPr txBox="1">
            <a:spLocks noChangeArrowheads="1"/>
          </p:cNvSpPr>
          <p:nvPr/>
        </p:nvSpPr>
        <p:spPr bwMode="auto">
          <a:xfrm>
            <a:off x="2133600" y="1371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root  </a:t>
            </a:r>
          </a:p>
        </p:txBody>
      </p:sp>
      <p:sp>
        <p:nvSpPr>
          <p:cNvPr id="124934" name="Oval 5"/>
          <p:cNvSpPr>
            <a:spLocks noChangeArrowheads="1"/>
          </p:cNvSpPr>
          <p:nvPr/>
        </p:nvSpPr>
        <p:spPr bwMode="auto">
          <a:xfrm>
            <a:off x="3810000" y="1447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800">
              <a:solidFill>
                <a:srgbClr val="FF3300"/>
              </a:solidFill>
            </a:endParaRPr>
          </a:p>
        </p:txBody>
      </p:sp>
      <p:sp>
        <p:nvSpPr>
          <p:cNvPr id="124935" name="Text Box 6"/>
          <p:cNvSpPr txBox="1">
            <a:spLocks noChangeArrowheads="1"/>
          </p:cNvSpPr>
          <p:nvPr/>
        </p:nvSpPr>
        <p:spPr bwMode="auto">
          <a:xfrm>
            <a:off x="3886200" y="1600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29</a:t>
            </a:r>
          </a:p>
        </p:txBody>
      </p:sp>
      <p:sp>
        <p:nvSpPr>
          <p:cNvPr id="124936" name="Line 7"/>
          <p:cNvSpPr>
            <a:spLocks noChangeShapeType="1"/>
          </p:cNvSpPr>
          <p:nvPr/>
        </p:nvSpPr>
        <p:spPr bwMode="auto">
          <a:xfrm>
            <a:off x="2819400" y="160020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4937" name="Line 8"/>
          <p:cNvSpPr>
            <a:spLocks noChangeShapeType="1"/>
          </p:cNvSpPr>
          <p:nvPr/>
        </p:nvSpPr>
        <p:spPr bwMode="auto">
          <a:xfrm flipH="1">
            <a:off x="2438400" y="19812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4938" name="Oval 9"/>
          <p:cNvSpPr>
            <a:spLocks noChangeArrowheads="1"/>
          </p:cNvSpPr>
          <p:nvPr/>
        </p:nvSpPr>
        <p:spPr bwMode="auto">
          <a:xfrm>
            <a:off x="1828800" y="2362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24939" name="Text Box 10"/>
          <p:cNvSpPr txBox="1">
            <a:spLocks noChangeArrowheads="1"/>
          </p:cNvSpPr>
          <p:nvPr/>
        </p:nvSpPr>
        <p:spPr bwMode="auto">
          <a:xfrm>
            <a:off x="1905000" y="2514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2</a:t>
            </a:r>
          </a:p>
        </p:txBody>
      </p:sp>
      <p:sp>
        <p:nvSpPr>
          <p:cNvPr id="124940" name="Line 11"/>
          <p:cNvSpPr>
            <a:spLocks noChangeShapeType="1"/>
          </p:cNvSpPr>
          <p:nvPr/>
        </p:nvSpPr>
        <p:spPr bwMode="auto">
          <a:xfrm>
            <a:off x="4495800" y="1981200"/>
            <a:ext cx="16002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4941" name="Oval 12"/>
          <p:cNvSpPr>
            <a:spLocks noChangeArrowheads="1"/>
          </p:cNvSpPr>
          <p:nvPr/>
        </p:nvSpPr>
        <p:spPr bwMode="auto">
          <a:xfrm>
            <a:off x="6019800" y="22098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24942" name="Text Box 13"/>
          <p:cNvSpPr txBox="1">
            <a:spLocks noChangeArrowheads="1"/>
          </p:cNvSpPr>
          <p:nvPr/>
        </p:nvSpPr>
        <p:spPr bwMode="auto">
          <a:xfrm>
            <a:off x="6096000" y="2362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45</a:t>
            </a:r>
          </a:p>
        </p:txBody>
      </p:sp>
      <p:sp>
        <p:nvSpPr>
          <p:cNvPr id="124943" name="Line 14"/>
          <p:cNvSpPr>
            <a:spLocks noChangeShapeType="1"/>
          </p:cNvSpPr>
          <p:nvPr/>
        </p:nvSpPr>
        <p:spPr bwMode="auto">
          <a:xfrm>
            <a:off x="6781800" y="26670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4944" name="Oval 15"/>
          <p:cNvSpPr>
            <a:spLocks noChangeArrowheads="1"/>
          </p:cNvSpPr>
          <p:nvPr/>
        </p:nvSpPr>
        <p:spPr bwMode="auto">
          <a:xfrm>
            <a:off x="7696200" y="3276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24945" name="Text Box 16"/>
          <p:cNvSpPr txBox="1">
            <a:spLocks noChangeArrowheads="1"/>
          </p:cNvSpPr>
          <p:nvPr/>
        </p:nvSpPr>
        <p:spPr bwMode="auto">
          <a:xfrm>
            <a:off x="7772400" y="3429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48</a:t>
            </a:r>
          </a:p>
        </p:txBody>
      </p:sp>
      <p:sp>
        <p:nvSpPr>
          <p:cNvPr id="124946" name="Line 17"/>
          <p:cNvSpPr>
            <a:spLocks noChangeShapeType="1"/>
          </p:cNvSpPr>
          <p:nvPr/>
        </p:nvSpPr>
        <p:spPr bwMode="auto">
          <a:xfrm flipH="1">
            <a:off x="5105400" y="2743200"/>
            <a:ext cx="990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4947" name="Oval 18"/>
          <p:cNvSpPr>
            <a:spLocks noChangeArrowheads="1"/>
          </p:cNvSpPr>
          <p:nvPr/>
        </p:nvSpPr>
        <p:spPr bwMode="auto">
          <a:xfrm>
            <a:off x="4648200" y="35052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24948" name="Text Box 19"/>
          <p:cNvSpPr txBox="1">
            <a:spLocks noChangeArrowheads="1"/>
          </p:cNvSpPr>
          <p:nvPr/>
        </p:nvSpPr>
        <p:spPr bwMode="auto">
          <a:xfrm>
            <a:off x="4724400" y="3657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41</a:t>
            </a:r>
          </a:p>
        </p:txBody>
      </p:sp>
      <p:sp>
        <p:nvSpPr>
          <p:cNvPr id="124949" name="Oval 24"/>
          <p:cNvSpPr>
            <a:spLocks noChangeArrowheads="1"/>
          </p:cNvSpPr>
          <p:nvPr/>
        </p:nvSpPr>
        <p:spPr bwMode="auto">
          <a:xfrm>
            <a:off x="2514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24950" name="Text Box 25"/>
          <p:cNvSpPr txBox="1">
            <a:spLocks noChangeArrowheads="1"/>
          </p:cNvSpPr>
          <p:nvPr/>
        </p:nvSpPr>
        <p:spPr bwMode="auto">
          <a:xfrm>
            <a:off x="2590800" y="4953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124951" name="Line 26"/>
          <p:cNvSpPr>
            <a:spLocks noChangeShapeType="1"/>
          </p:cNvSpPr>
          <p:nvPr/>
        </p:nvSpPr>
        <p:spPr bwMode="auto">
          <a:xfrm>
            <a:off x="8229600" y="3886200"/>
            <a:ext cx="228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4952" name="Oval 27"/>
          <p:cNvSpPr>
            <a:spLocks noChangeArrowheads="1"/>
          </p:cNvSpPr>
          <p:nvPr/>
        </p:nvSpPr>
        <p:spPr bwMode="auto">
          <a:xfrm>
            <a:off x="8229600" y="4800600"/>
            <a:ext cx="762000" cy="6858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24953" name="Text Box 28"/>
          <p:cNvSpPr txBox="1">
            <a:spLocks noChangeArrowheads="1"/>
          </p:cNvSpPr>
          <p:nvPr/>
        </p:nvSpPr>
        <p:spPr bwMode="auto">
          <a:xfrm>
            <a:off x="8305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49</a:t>
            </a:r>
          </a:p>
        </p:txBody>
      </p:sp>
      <p:sp>
        <p:nvSpPr>
          <p:cNvPr id="124954" name="Text Box 32"/>
          <p:cNvSpPr txBox="1">
            <a:spLocks noChangeArrowheads="1"/>
          </p:cNvSpPr>
          <p:nvPr/>
        </p:nvSpPr>
        <p:spPr bwMode="auto">
          <a:xfrm>
            <a:off x="381000" y="36576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rgbClr val="FF3300"/>
              </a:solidFill>
            </a:endParaRPr>
          </a:p>
        </p:txBody>
      </p:sp>
      <p:sp>
        <p:nvSpPr>
          <p:cNvPr id="124955" name="Line 34"/>
          <p:cNvSpPr>
            <a:spLocks noChangeShapeType="1"/>
          </p:cNvSpPr>
          <p:nvPr/>
        </p:nvSpPr>
        <p:spPr bwMode="auto">
          <a:xfrm>
            <a:off x="2286000" y="3048000"/>
            <a:ext cx="457200" cy="1752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3949171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09BF0-0A56-42A1-B3BC-6F49FAA85A0B}" type="slidenum">
              <a:rPr lang="en-US" altLang="en-US"/>
              <a:pPr/>
              <a:t>87</a:t>
            </a:fld>
            <a:endParaRPr lang="en-US" altLang="en-US"/>
          </a:p>
        </p:txBody>
      </p:sp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Deletion Time Complexity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 dirty="0"/>
              <a:t>In all cases, we must find the node we wish to delete first, using the standard search method.</a:t>
            </a:r>
          </a:p>
          <a:p>
            <a:r>
              <a:rPr lang="en-US" altLang="en-US" sz="2800" dirty="0"/>
              <a:t>Finding the greatest node in the left </a:t>
            </a:r>
            <a:r>
              <a:rPr lang="en-US" altLang="en-US" sz="2800" dirty="0" err="1"/>
              <a:t>subtree</a:t>
            </a:r>
            <a:r>
              <a:rPr lang="en-US" altLang="en-US" sz="2800" dirty="0"/>
              <a:t> is just a continuation of a path down the BST</a:t>
            </a:r>
          </a:p>
          <a:p>
            <a:r>
              <a:rPr lang="en-US" altLang="en-US" sz="2800" dirty="0"/>
              <a:t>For </a:t>
            </a:r>
            <a:r>
              <a:rPr lang="en-US" altLang="en-US" sz="2800" u="sng" dirty="0"/>
              <a:t>balanced</a:t>
            </a:r>
            <a:r>
              <a:rPr lang="en-US" altLang="en-US" sz="2800" dirty="0"/>
              <a:t> BST’s, the time complexity for deletion is </a:t>
            </a:r>
            <a:r>
              <a:rPr lang="en-US" altLang="en-US" sz="2800" u="sng" dirty="0"/>
              <a:t>O( </a:t>
            </a:r>
            <a:r>
              <a:rPr lang="en-US" altLang="en-US" sz="2800" u="sng" dirty="0" err="1"/>
              <a:t>lg</a:t>
            </a:r>
            <a:r>
              <a:rPr lang="en-US" altLang="en-US" sz="2800" u="sng" dirty="0"/>
              <a:t> n )</a:t>
            </a:r>
            <a:r>
              <a:rPr lang="en-US" altLang="en-US" sz="2800" dirty="0"/>
              <a:t> in all 3 cases</a:t>
            </a:r>
          </a:p>
          <a:p>
            <a:r>
              <a:rPr lang="en-US" altLang="en-US" sz="2800" dirty="0"/>
              <a:t>For </a:t>
            </a:r>
            <a:r>
              <a:rPr lang="en-US" altLang="en-US" sz="2800" u="sng" dirty="0"/>
              <a:t>unbalanced</a:t>
            </a:r>
            <a:r>
              <a:rPr lang="en-US" altLang="en-US" sz="2800" dirty="0"/>
              <a:t> BST’s, the time complexity is  </a:t>
            </a:r>
            <a:r>
              <a:rPr lang="en-US" altLang="en-US" sz="2800" u="sng" dirty="0"/>
              <a:t>O( n )</a:t>
            </a:r>
            <a:r>
              <a:rPr lang="en-US" altLang="en-US" sz="2800" dirty="0"/>
              <a:t> in all 3 cases</a:t>
            </a:r>
          </a:p>
        </p:txBody>
      </p:sp>
    </p:spTree>
    <p:extLst>
      <p:ext uri="{BB962C8B-B14F-4D97-AF65-F5344CB8AC3E}">
        <p14:creationId xmlns:p14="http://schemas.microsoft.com/office/powerpoint/2010/main" val="263274627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5DB3-C9AD-4BDF-86EB-CAFF67087D15}" type="slidenum">
              <a:rPr lang="en-US"/>
              <a:pPr/>
              <a:t>88</a:t>
            </a:fld>
            <a:endParaRPr lang="en-US"/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Traversing a BST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ways to traversal a BST (</a:t>
            </a:r>
            <a:r>
              <a:rPr lang="en-US" u="sng" dirty="0"/>
              <a:t>visit all nodes</a:t>
            </a:r>
            <a:r>
              <a:rPr lang="en-US" dirty="0"/>
              <a:t> in BST):</a:t>
            </a:r>
          </a:p>
          <a:p>
            <a:r>
              <a:rPr lang="en-US" dirty="0"/>
              <a:t>1. Preorder (parent → left → right)</a:t>
            </a:r>
          </a:p>
          <a:p>
            <a:pPr lvl="1"/>
            <a:r>
              <a:rPr lang="en-US" dirty="0"/>
              <a:t>Root is output first</a:t>
            </a:r>
          </a:p>
          <a:p>
            <a:r>
              <a:rPr lang="en-US" dirty="0"/>
              <a:t>2. </a:t>
            </a:r>
            <a:r>
              <a:rPr lang="en-US" dirty="0" err="1"/>
              <a:t>Inorder</a:t>
            </a:r>
            <a:r>
              <a:rPr lang="en-US" dirty="0"/>
              <a:t> (left → parent → right)</a:t>
            </a:r>
          </a:p>
          <a:p>
            <a:pPr lvl="1"/>
            <a:r>
              <a:rPr lang="en-US" dirty="0"/>
              <a:t>Output is sorted</a:t>
            </a:r>
          </a:p>
          <a:p>
            <a:r>
              <a:rPr lang="en-US" dirty="0"/>
              <a:t>3. Postorder (left → right → parent)</a:t>
            </a:r>
          </a:p>
          <a:p>
            <a:pPr lvl="1"/>
            <a:r>
              <a:rPr lang="en-US" dirty="0"/>
              <a:t>Root is output last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01489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5DB3-C9AD-4BDF-86EB-CAFF67087D15}" type="slidenum">
              <a:rPr lang="en-US"/>
              <a:pPr/>
              <a:t>89</a:t>
            </a:fld>
            <a:endParaRPr lang="en-US"/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Traversing a BST (cont.)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the BST on page 47, the result of traversal:</a:t>
            </a:r>
          </a:p>
          <a:p>
            <a:r>
              <a:rPr lang="en-US" dirty="0"/>
              <a:t>1. Pre-Order (parent → left → right)</a:t>
            </a:r>
          </a:p>
          <a:p>
            <a:pPr lvl="1"/>
            <a:r>
              <a:rPr lang="en-US" u="sng" dirty="0"/>
              <a:t>37</a:t>
            </a:r>
            <a:r>
              <a:rPr lang="en-US" dirty="0"/>
              <a:t> (root first) 2 29 20 7 30 45 41 48 49</a:t>
            </a:r>
          </a:p>
          <a:p>
            <a:r>
              <a:rPr lang="en-US" dirty="0"/>
              <a:t>2. In-Order (left → parent → right)</a:t>
            </a:r>
          </a:p>
          <a:p>
            <a:pPr lvl="1"/>
            <a:r>
              <a:rPr lang="en-US" dirty="0"/>
              <a:t>2 7 20 29 30 </a:t>
            </a:r>
            <a:r>
              <a:rPr lang="en-US" u="sng" dirty="0"/>
              <a:t>37</a:t>
            </a:r>
            <a:r>
              <a:rPr lang="en-US" dirty="0"/>
              <a:t> 41 45 46 49 (sorted)</a:t>
            </a:r>
          </a:p>
          <a:p>
            <a:r>
              <a:rPr lang="en-US" dirty="0"/>
              <a:t>3. Post-Order (left → right → parent)</a:t>
            </a:r>
          </a:p>
          <a:p>
            <a:pPr lvl="1"/>
            <a:r>
              <a:rPr lang="en-US" dirty="0"/>
              <a:t>7 20 30 29 2 41 49 48 45 </a:t>
            </a:r>
            <a:r>
              <a:rPr lang="en-US" u="sng" dirty="0"/>
              <a:t>37</a:t>
            </a:r>
            <a:r>
              <a:rPr lang="en-US" dirty="0"/>
              <a:t> (root last) </a:t>
            </a:r>
            <a:endParaRPr lang="en-US" u="sng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33254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BST Traversal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E8618-322F-4CC2-8E1E-0EE35E488D26}" type="slidenum">
              <a:rPr lang="en-US" smtClean="0"/>
              <a:pPr/>
              <a:t>90</a:t>
            </a:fld>
            <a:endParaRPr lang="en-US"/>
          </a:p>
        </p:txBody>
      </p:sp>
      <p:sp>
        <p:nvSpPr>
          <p:cNvPr id="5" name="Text Box 30"/>
          <p:cNvSpPr txBox="1">
            <a:spLocks noChangeArrowheads="1"/>
          </p:cNvSpPr>
          <p:nvPr/>
        </p:nvSpPr>
        <p:spPr bwMode="auto">
          <a:xfrm>
            <a:off x="914400" y="1866900"/>
            <a:ext cx="3733800" cy="179126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latin typeface="Consolas" panose="020B0609020204030204" pitchFamily="49" charset="0"/>
              </a:rPr>
              <a:t>Algorithm preOrder (p)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latin typeface="Consolas" panose="020B0609020204030204" pitchFamily="49" charset="0"/>
              </a:rPr>
              <a:t>  if p != null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latin typeface="Consolas" panose="020B0609020204030204" pitchFamily="49" charset="0"/>
              </a:rPr>
              <a:t>    visit (p)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latin typeface="Consolas" panose="020B0609020204030204" pitchFamily="49" charset="0"/>
              </a:rPr>
              <a:t>    preOrder (p.left)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latin typeface="Consolas" panose="020B0609020204030204" pitchFamily="49" charset="0"/>
              </a:rPr>
              <a:t>    preOrder (p.right)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89857" y="1333500"/>
            <a:ext cx="4158343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Pre-Order Traversal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89857" y="4038600"/>
            <a:ext cx="4386943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Post-Order Traversal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914400" y="4686300"/>
            <a:ext cx="3733800" cy="179126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Algorithm</a:t>
            </a:r>
            <a:r>
              <a:rPr lang="en-US" altLang="en-US" sz="2000" noProof="1">
                <a:latin typeface="Consolas" panose="020B0609020204030204" pitchFamily="49" charset="0"/>
              </a:rPr>
              <a:t> </a:t>
            </a:r>
            <a:r>
              <a:rPr lang="en-US" altLang="en-US" sz="2000" noProof="1">
                <a:solidFill>
                  <a:schemeClr val="tx2"/>
                </a:solidFill>
                <a:latin typeface="Consolas" panose="020B0609020204030204" pitchFamily="49" charset="0"/>
              </a:rPr>
              <a:t>postOrder (p)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2000" noProof="1">
                <a:latin typeface="Consolas" panose="020B0609020204030204" pitchFamily="49" charset="0"/>
              </a:rPr>
              <a:t>if p != null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solidFill>
                  <a:schemeClr val="tx2"/>
                </a:solidFill>
                <a:latin typeface="Consolas" panose="020B0609020204030204" pitchFamily="49" charset="0"/>
              </a:rPr>
              <a:t>    postOrder (</a:t>
            </a:r>
            <a:r>
              <a:rPr lang="en-US" altLang="en-US" sz="2000" noProof="1">
                <a:latin typeface="Consolas" panose="020B0609020204030204" pitchFamily="49" charset="0"/>
              </a:rPr>
              <a:t>p.left)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solidFill>
                  <a:schemeClr val="tx2"/>
                </a:solidFill>
                <a:latin typeface="Consolas" panose="020B0609020204030204" pitchFamily="49" charset="0"/>
              </a:rPr>
              <a:t>    postOrder</a:t>
            </a:r>
            <a:r>
              <a:rPr lang="en-US" altLang="en-US" sz="2000" noProof="1">
                <a:latin typeface="Consolas" panose="020B0609020204030204" pitchFamily="49" charset="0"/>
              </a:rPr>
              <a:t> (p.right)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latin typeface="Consolas" panose="020B0609020204030204" pitchFamily="49" charset="0"/>
              </a:rPr>
              <a:t>    visit (p)</a:t>
            </a:r>
          </a:p>
        </p:txBody>
      </p:sp>
      <p:sp>
        <p:nvSpPr>
          <p:cNvPr id="9" name="Text Box 30">
            <a:extLst>
              <a:ext uri="{FF2B5EF4-FFF2-40B4-BE49-F238E27FC236}">
                <a16:creationId xmlns:a16="http://schemas.microsoft.com/office/drawing/2014/main" id="{07B4C425-C7BB-7D00-B142-2026476E07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1866900"/>
            <a:ext cx="3352800" cy="179126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latin typeface="Consolas" panose="020B0609020204030204" pitchFamily="49" charset="0"/>
              </a:rPr>
              <a:t>Algorithm inOrder (p)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latin typeface="Consolas" panose="020B0609020204030204" pitchFamily="49" charset="0"/>
              </a:rPr>
              <a:t>  if p != null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latin typeface="Consolas" panose="020B0609020204030204" pitchFamily="49" charset="0"/>
              </a:rPr>
              <a:t>    inOrder (p.left)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latin typeface="Consolas" panose="020B0609020204030204" pitchFamily="49" charset="0"/>
              </a:rPr>
              <a:t>    visit (p)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noProof="1">
                <a:latin typeface="Consolas" panose="020B0609020204030204" pitchFamily="49" charset="0"/>
              </a:rPr>
              <a:t>    inOrder (p.right)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6703813-2310-DD59-76B9-9FF4FA53D2D3}"/>
              </a:ext>
            </a:extLst>
          </p:cNvPr>
          <p:cNvSpPr txBox="1">
            <a:spLocks/>
          </p:cNvSpPr>
          <p:nvPr/>
        </p:nvSpPr>
        <p:spPr bwMode="auto">
          <a:xfrm>
            <a:off x="4833257" y="1333500"/>
            <a:ext cx="3853543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In-Order Traversal</a:t>
            </a:r>
          </a:p>
        </p:txBody>
      </p:sp>
    </p:spTree>
    <p:extLst>
      <p:ext uri="{BB962C8B-B14F-4D97-AF65-F5344CB8AC3E}">
        <p14:creationId xmlns:p14="http://schemas.microsoft.com/office/powerpoint/2010/main" val="296612713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5DB3-C9AD-4BDF-86EB-CAFF67087D15}" type="slidenum">
              <a:rPr lang="en-US"/>
              <a:pPr/>
              <a:t>91</a:t>
            </a:fld>
            <a:endParaRPr lang="en-US"/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Complexities for BST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 dirty="0"/>
              <a:t>Balanced BST (AVL)</a:t>
            </a:r>
          </a:p>
          <a:p>
            <a:pPr lvl="1"/>
            <a:r>
              <a:rPr lang="en-US" altLang="en-US" sz="2400" dirty="0"/>
              <a:t>Insertion is </a:t>
            </a:r>
            <a:r>
              <a:rPr lang="en-US" altLang="en-US" sz="2400" dirty="0">
                <a:sym typeface="Symbol" pitchFamily="18" charset="2"/>
              </a:rPr>
              <a:t>( </a:t>
            </a:r>
            <a:r>
              <a:rPr lang="en-US" altLang="en-US" sz="2400" dirty="0" err="1">
                <a:sym typeface="Symbol" pitchFamily="18" charset="2"/>
              </a:rPr>
              <a:t>lg</a:t>
            </a:r>
            <a:r>
              <a:rPr lang="en-US" altLang="en-US" sz="2400" dirty="0">
                <a:sym typeface="Symbol" pitchFamily="18" charset="2"/>
              </a:rPr>
              <a:t> n )</a:t>
            </a:r>
          </a:p>
          <a:p>
            <a:pPr lvl="1"/>
            <a:r>
              <a:rPr lang="en-US" altLang="en-US" sz="2400" dirty="0">
                <a:sym typeface="Symbol" pitchFamily="18" charset="2"/>
              </a:rPr>
              <a:t>Search is O( </a:t>
            </a:r>
            <a:r>
              <a:rPr lang="en-US" altLang="en-US" sz="2400" dirty="0" err="1">
                <a:sym typeface="Symbol" pitchFamily="18" charset="2"/>
              </a:rPr>
              <a:t>lg</a:t>
            </a:r>
            <a:r>
              <a:rPr lang="en-US" altLang="en-US" sz="2400" dirty="0">
                <a:sym typeface="Symbol" pitchFamily="18" charset="2"/>
              </a:rPr>
              <a:t> n )</a:t>
            </a:r>
          </a:p>
          <a:p>
            <a:pPr lvl="1"/>
            <a:r>
              <a:rPr lang="en-US" altLang="en-US" sz="2400" dirty="0"/>
              <a:t>Deletion is O( </a:t>
            </a:r>
            <a:r>
              <a:rPr lang="en-US" altLang="en-US" sz="2400" dirty="0" err="1"/>
              <a:t>lg</a:t>
            </a:r>
            <a:r>
              <a:rPr lang="en-US" altLang="en-US" sz="2400" dirty="0"/>
              <a:t> n )</a:t>
            </a:r>
          </a:p>
          <a:p>
            <a:r>
              <a:rPr lang="en-US" altLang="en-US" sz="2800" dirty="0"/>
              <a:t>Unbalanced BST</a:t>
            </a:r>
          </a:p>
          <a:p>
            <a:pPr lvl="1"/>
            <a:r>
              <a:rPr lang="en-US" altLang="en-US" sz="2400" dirty="0">
                <a:sym typeface="Symbol" pitchFamily="18" charset="2"/>
              </a:rPr>
              <a:t>Insertion is O( n )</a:t>
            </a:r>
          </a:p>
          <a:p>
            <a:pPr lvl="1"/>
            <a:r>
              <a:rPr lang="en-US" altLang="en-US" sz="2400" dirty="0">
                <a:sym typeface="Symbol" pitchFamily="18" charset="2"/>
              </a:rPr>
              <a:t>Search is O( n )</a:t>
            </a:r>
          </a:p>
          <a:p>
            <a:pPr lvl="1"/>
            <a:r>
              <a:rPr lang="en-US" altLang="en-US" sz="2400" dirty="0"/>
              <a:t>Deletion is O( n )</a:t>
            </a:r>
          </a:p>
        </p:txBody>
      </p:sp>
    </p:spTree>
    <p:extLst>
      <p:ext uri="{BB962C8B-B14F-4D97-AF65-F5344CB8AC3E}">
        <p14:creationId xmlns:p14="http://schemas.microsoft.com/office/powerpoint/2010/main" val="128713043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5DB3-C9AD-4BDF-86EB-CAFF67087D15}" type="slidenum">
              <a:rPr lang="en-US"/>
              <a:pPr/>
              <a:t>92</a:t>
            </a:fld>
            <a:endParaRPr lang="en-US"/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vs </a:t>
            </a:r>
            <a:r>
              <a:rPr lang="en-US"/>
              <a:t>Hash Table</a:t>
            </a:r>
            <a:endParaRPr lang="en-US" dirty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 dirty="0"/>
              <a:t>If n = 500,000,</a:t>
            </a:r>
          </a:p>
          <a:p>
            <a:pPr lvl="1"/>
            <a:r>
              <a:rPr lang="en-US" altLang="en-US" sz="2400" dirty="0"/>
              <a:t>Linear/Sequential search in array takes 500,000 comparisons in the worst case. </a:t>
            </a:r>
          </a:p>
          <a:p>
            <a:pPr lvl="1"/>
            <a:r>
              <a:rPr lang="en-US" altLang="en-US" sz="2400" dirty="0"/>
              <a:t>AVL takes </a:t>
            </a:r>
            <a:r>
              <a:rPr lang="en-US" altLang="en-US" sz="2400" dirty="0" err="1"/>
              <a:t>lg</a:t>
            </a:r>
            <a:r>
              <a:rPr lang="en-US" altLang="en-US" sz="2400" dirty="0"/>
              <a:t> 500000 ≈ 19 comparisons in the worst case.</a:t>
            </a:r>
          </a:p>
          <a:p>
            <a:pPr lvl="1"/>
            <a:r>
              <a:rPr lang="en-US" altLang="en-US" sz="2400" dirty="0"/>
              <a:t>A well design </a:t>
            </a:r>
            <a:r>
              <a:rPr lang="en-US" altLang="en-US" sz="2400" dirty="0" err="1"/>
              <a:t>hashtable</a:t>
            </a:r>
            <a:r>
              <a:rPr lang="en-US" altLang="en-US" sz="2400" dirty="0"/>
              <a:t> may just take 1 comparison.</a:t>
            </a:r>
          </a:p>
          <a:p>
            <a:r>
              <a:rPr lang="en-US" altLang="en-US" sz="2800" dirty="0" err="1"/>
              <a:t>Hashtable</a:t>
            </a:r>
            <a:r>
              <a:rPr lang="en-US" altLang="en-US" sz="2800" dirty="0"/>
              <a:t> is faster than AVL in searching and insertion if a </a:t>
            </a:r>
            <a:r>
              <a:rPr lang="en-US" altLang="en-US" sz="2800" u="sng" dirty="0"/>
              <a:t>good hash function</a:t>
            </a:r>
            <a:r>
              <a:rPr lang="en-US" altLang="en-US" sz="2800" dirty="0"/>
              <a:t> could be obtained. However, finding a good hash function might </a:t>
            </a:r>
            <a:r>
              <a:rPr lang="en-US" altLang="en-US" sz="2800" u="sng" dirty="0"/>
              <a:t>not be easy</a:t>
            </a:r>
            <a:r>
              <a:rPr lang="en-US" alt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446784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5DB3-C9AD-4BDF-86EB-CAFF67087D15}" type="slidenum">
              <a:rPr lang="en-US"/>
              <a:pPr/>
              <a:t>93</a:t>
            </a:fld>
            <a:endParaRPr lang="en-US"/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vs Hash Table (cont.)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 u="sng" dirty="0"/>
              <a:t>Advantages</a:t>
            </a:r>
            <a:r>
              <a:rPr lang="en-US" altLang="en-US" sz="2800" dirty="0"/>
              <a:t> of AVL over </a:t>
            </a:r>
            <a:r>
              <a:rPr lang="en-US" altLang="en-US" sz="2800" dirty="0" err="1"/>
              <a:t>hashtable</a:t>
            </a:r>
            <a:r>
              <a:rPr lang="en-US" altLang="en-US" sz="2800" dirty="0"/>
              <a:t> are:</a:t>
            </a:r>
          </a:p>
          <a:p>
            <a:pPr lvl="1"/>
            <a:r>
              <a:rPr lang="en-US" altLang="en-US" sz="2400" dirty="0" err="1"/>
              <a:t>AVL</a:t>
            </a:r>
            <a:r>
              <a:rPr lang="en-US" altLang="en-US" sz="2400" dirty="0"/>
              <a:t> could produce </a:t>
            </a:r>
            <a:r>
              <a:rPr lang="en-US" altLang="en-US" sz="2400" u="sng" dirty="0"/>
              <a:t>sorted result</a:t>
            </a:r>
            <a:r>
              <a:rPr lang="en-US" altLang="en-US" sz="2400" dirty="0"/>
              <a:t> using </a:t>
            </a:r>
            <a:r>
              <a:rPr lang="en-US" altLang="en-US" sz="2400" u="sng" dirty="0"/>
              <a:t>inorder traversal</a:t>
            </a:r>
            <a:r>
              <a:rPr lang="en-US" altLang="en-US" sz="2400" dirty="0"/>
              <a:t>.</a:t>
            </a:r>
          </a:p>
          <a:p>
            <a:pPr lvl="1"/>
            <a:r>
              <a:rPr lang="en-US" altLang="en-US" sz="2400" dirty="0"/>
              <a:t>AVL supports finding </a:t>
            </a:r>
            <a:r>
              <a:rPr lang="en-US" altLang="en-US" sz="2400" u="sng" dirty="0"/>
              <a:t>min or max</a:t>
            </a:r>
            <a:r>
              <a:rPr lang="en-US" altLang="en-US" sz="2400" dirty="0"/>
              <a:t> in </a:t>
            </a:r>
            <a:r>
              <a:rPr lang="en-US" altLang="en-US" sz="2400" u="sng" dirty="0"/>
              <a:t>O(lg n)</a:t>
            </a:r>
            <a:r>
              <a:rPr lang="en-US" altLang="en-US" sz="2400" dirty="0"/>
              <a:t> time.</a:t>
            </a:r>
          </a:p>
          <a:p>
            <a:pPr lvl="1"/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8890056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4172</TotalTime>
  <Words>4029</Words>
  <Application>Microsoft Office PowerPoint</Application>
  <PresentationFormat>On-screen Show (4:3)</PresentationFormat>
  <Paragraphs>1125</Paragraphs>
  <Slides>93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93</vt:i4>
      </vt:variant>
    </vt:vector>
  </HeadingPairs>
  <TitlesOfParts>
    <vt:vector size="98" baseType="lpstr">
      <vt:lpstr>Arial</vt:lpstr>
      <vt:lpstr>Consolas</vt:lpstr>
      <vt:lpstr>Symbol</vt:lpstr>
      <vt:lpstr>Wingdings</vt:lpstr>
      <vt:lpstr>Default Design</vt:lpstr>
      <vt:lpstr>PowerPoint Presentation</vt:lpstr>
      <vt:lpstr>Definition of Tree</vt:lpstr>
      <vt:lpstr>Paths</vt:lpstr>
      <vt:lpstr>Cycles</vt:lpstr>
      <vt:lpstr>Example of a Cycle</vt:lpstr>
      <vt:lpstr>Example of a Tree</vt:lpstr>
      <vt:lpstr>Example of a Tree (cont.)</vt:lpstr>
      <vt:lpstr>Binary Trees</vt:lpstr>
      <vt:lpstr>NOT a Binary Tree</vt:lpstr>
      <vt:lpstr>Example of a Binary Tree</vt:lpstr>
      <vt:lpstr>Levels</vt:lpstr>
      <vt:lpstr>Full Binary Tree</vt:lpstr>
      <vt:lpstr>Complete Binary Trees</vt:lpstr>
      <vt:lpstr>NOT a Complete Binary Trees</vt:lpstr>
      <vt:lpstr>Complete Binary Trees (cont.)</vt:lpstr>
      <vt:lpstr>Complete Binary Trees (cont.)</vt:lpstr>
      <vt:lpstr>Binary Search Trees (BST)</vt:lpstr>
      <vt:lpstr>Properties of BST</vt:lpstr>
      <vt:lpstr>BST Node</vt:lpstr>
      <vt:lpstr>Inserting Nodes  Into a BST</vt:lpstr>
      <vt:lpstr>Pseudocode</vt:lpstr>
      <vt:lpstr>Inserting Nodes Into a BST (cont.)</vt:lpstr>
      <vt:lpstr>Inserting Nodes Into a BST (cont.)</vt:lpstr>
      <vt:lpstr>Inserting Nodes Into a BST (cont.)</vt:lpstr>
      <vt:lpstr>Inserting Nodes Into a BST (cont.)</vt:lpstr>
      <vt:lpstr>Inserting Nodes Into a BST (cont.)</vt:lpstr>
      <vt:lpstr>Inserting Nodes Into a BST (cont.)</vt:lpstr>
      <vt:lpstr>Inserting Nodes Into a BST (cont.)</vt:lpstr>
      <vt:lpstr>Inserting Nodes Into a BST (cont.)</vt:lpstr>
      <vt:lpstr>Inserting Nodes Into a BST (cont.)</vt:lpstr>
      <vt:lpstr>Inserting Nodes Into a BST (cont.)</vt:lpstr>
      <vt:lpstr>Inserting Nodes Into a BST (cont.)</vt:lpstr>
      <vt:lpstr>Inserting Nodes Into a BST (cont.)</vt:lpstr>
      <vt:lpstr>Inserting Nodes Into a BST (cont.)</vt:lpstr>
      <vt:lpstr>Inserting Nodes Into a BST (cont.)</vt:lpstr>
      <vt:lpstr>Inserting Nodes Into a BST (cont.)</vt:lpstr>
      <vt:lpstr>Inserting Nodes Into a BST (cont.)</vt:lpstr>
      <vt:lpstr>Inserting Nodes Into a BST (cont.)</vt:lpstr>
      <vt:lpstr>Inserting Nodes Into a BST (cont.)</vt:lpstr>
      <vt:lpstr>Inserting Nodes Into a BST (cont.)</vt:lpstr>
      <vt:lpstr>Searching for a Key in a BST</vt:lpstr>
      <vt:lpstr>Searching for a Key in a BST</vt:lpstr>
      <vt:lpstr>Searching for a Key in a BST (cont.)</vt:lpstr>
      <vt:lpstr>Searching for a Key in a BST (cont.)</vt:lpstr>
      <vt:lpstr>Searching for a Key in a BST (cont.)</vt:lpstr>
      <vt:lpstr>Searching for a Key in a BST (cont.)</vt:lpstr>
      <vt:lpstr>Searching for a Key in a BST (cont.)</vt:lpstr>
      <vt:lpstr>Searching for a Key in a BST (cont.)</vt:lpstr>
      <vt:lpstr>Time Complexities</vt:lpstr>
      <vt:lpstr>Bad Luck</vt:lpstr>
      <vt:lpstr>Bad Luck (cont.)</vt:lpstr>
      <vt:lpstr>Bad Luck (cont.)</vt:lpstr>
      <vt:lpstr>Balance Factor of BST</vt:lpstr>
      <vt:lpstr>Balance Factor Example</vt:lpstr>
      <vt:lpstr>Balanced vs. Unbalanced</vt:lpstr>
      <vt:lpstr>Re-balancing a BST</vt:lpstr>
      <vt:lpstr>Rotating a BST</vt:lpstr>
      <vt:lpstr>Single Rotation</vt:lpstr>
      <vt:lpstr>Double Rotation</vt:lpstr>
      <vt:lpstr>Inserting Nodes Into an AVL</vt:lpstr>
      <vt:lpstr>Inserting Nodes Into an AVL (cont.)</vt:lpstr>
      <vt:lpstr>Inserting Nodes Into an AVL (cont.)</vt:lpstr>
      <vt:lpstr>Inserting Nodes Into an AVL (cont.)</vt:lpstr>
      <vt:lpstr>Inserting Nodes Into an AVL (cont.)</vt:lpstr>
      <vt:lpstr>Inserting Nodes Into an AVL (cont.)</vt:lpstr>
      <vt:lpstr>Deleting a BST Node</vt:lpstr>
      <vt:lpstr>Deletion Case 1: No Children</vt:lpstr>
      <vt:lpstr>Deletion Case 1: No Children (cont.)</vt:lpstr>
      <vt:lpstr>Deletion Case 2: One Child</vt:lpstr>
      <vt:lpstr>Deletion Case 2: One Child (cont.)</vt:lpstr>
      <vt:lpstr>Deletion Case 2: One Child (cont.)</vt:lpstr>
      <vt:lpstr>Deletion Case 2: One Child (cont.)</vt:lpstr>
      <vt:lpstr>Deletion Case 2: One Child (cont.)</vt:lpstr>
      <vt:lpstr>Deletion Case 2: One Child (cont.)</vt:lpstr>
      <vt:lpstr>Deletion Case 3: Two Children</vt:lpstr>
      <vt:lpstr>Deletion Case 3: Two Children (cont.)</vt:lpstr>
      <vt:lpstr>Deletion Case 3: Two Children (cont.)</vt:lpstr>
      <vt:lpstr>Deletion Case 3: Two Children (cont.)</vt:lpstr>
      <vt:lpstr>Deletion Case 3: Two Children (cont.)</vt:lpstr>
      <vt:lpstr>Deletion Case 3: Two Children (cont.)</vt:lpstr>
      <vt:lpstr>Deletion Case 3: Two Children (cont.)</vt:lpstr>
      <vt:lpstr>Deletion Case 3: Two Children (cont.)</vt:lpstr>
      <vt:lpstr>Deletion Case 3: Two Children (cont.)</vt:lpstr>
      <vt:lpstr>Deletion Case 3: Two Children (cont.)</vt:lpstr>
      <vt:lpstr>Deletion Case 3: Two Children (cont.)</vt:lpstr>
      <vt:lpstr>Deletion Case 3: Two Children (cont.)</vt:lpstr>
      <vt:lpstr>Deletion Time Complexity</vt:lpstr>
      <vt:lpstr>Traversing a BST</vt:lpstr>
      <vt:lpstr>Traversing a BST (cont.)</vt:lpstr>
      <vt:lpstr>BST Traversal</vt:lpstr>
      <vt:lpstr>Time Complexities for BST</vt:lpstr>
      <vt:lpstr>AVL vs Hash Table</vt:lpstr>
      <vt:lpstr>AVL vs Hash Table (cont.)</vt:lpstr>
    </vt:vector>
  </TitlesOfParts>
  <Company>Clarion University of 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Priority Queues, Trees, and Heaps</dc:subject>
  <dc:creator>Jeffrey S. Childs</dc:creator>
  <cp:lastModifiedBy>Neoh Kee Lin</cp:lastModifiedBy>
  <cp:revision>395</cp:revision>
  <dcterms:created xsi:type="dcterms:W3CDTF">2006-01-21T18:11:55Z</dcterms:created>
  <dcterms:modified xsi:type="dcterms:W3CDTF">2025-01-03T15:34:29Z</dcterms:modified>
</cp:coreProperties>
</file>