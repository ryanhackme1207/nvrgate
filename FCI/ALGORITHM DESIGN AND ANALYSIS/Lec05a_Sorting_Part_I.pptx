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676" r:id="rId2"/>
    <p:sldId id="677" r:id="rId3"/>
    <p:sldId id="960" r:id="rId4"/>
    <p:sldId id="654" r:id="rId5"/>
    <p:sldId id="959" r:id="rId6"/>
    <p:sldId id="655" r:id="rId7"/>
    <p:sldId id="955" r:id="rId8"/>
    <p:sldId id="956" r:id="rId9"/>
    <p:sldId id="957" r:id="rId10"/>
    <p:sldId id="958" r:id="rId11"/>
    <p:sldId id="964" r:id="rId12"/>
    <p:sldId id="738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728" autoAdjust="0"/>
  </p:normalViewPr>
  <p:slideViewPr>
    <p:cSldViewPr>
      <p:cViewPr varScale="1">
        <p:scale>
          <a:sx n="78" d="100"/>
          <a:sy n="78" d="100"/>
        </p:scale>
        <p:origin x="159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9B36C893-DAA2-4458-87CE-17DD7BE31679}"/>
    <pc:docChg chg="modSld">
      <pc:chgData name="Neoh Kee Lin" userId="9e68bd29-1eeb-4ae3-beb9-48fd59e465e5" providerId="ADAL" clId="{9B36C893-DAA2-4458-87CE-17DD7BE31679}" dt="2024-11-28T07:12:16.369" v="25" actId="6549"/>
      <pc:docMkLst>
        <pc:docMk/>
      </pc:docMkLst>
      <pc:sldChg chg="modSp mod">
        <pc:chgData name="Neoh Kee Lin" userId="9e68bd29-1eeb-4ae3-beb9-48fd59e465e5" providerId="ADAL" clId="{9B36C893-DAA2-4458-87CE-17DD7BE31679}" dt="2024-11-28T06:45:20.955" v="6"/>
        <pc:sldMkLst>
          <pc:docMk/>
          <pc:sldMk cId="0" sldId="654"/>
        </pc:sldMkLst>
        <pc:spChg chg="mod">
          <ac:chgData name="Neoh Kee Lin" userId="9e68bd29-1eeb-4ae3-beb9-48fd59e465e5" providerId="ADAL" clId="{9B36C893-DAA2-4458-87CE-17DD7BE31679}" dt="2024-11-28T06:45:20.955" v="6"/>
          <ac:spMkLst>
            <pc:docMk/>
            <pc:sldMk cId="0" sldId="654"/>
            <ac:spMk id="7171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5:42.833" v="12" actId="6549"/>
        <pc:sldMkLst>
          <pc:docMk/>
          <pc:sldMk cId="0" sldId="655"/>
        </pc:sldMkLst>
        <pc:spChg chg="mod">
          <ac:chgData name="Neoh Kee Lin" userId="9e68bd29-1eeb-4ae3-beb9-48fd59e465e5" providerId="ADAL" clId="{9B36C893-DAA2-4458-87CE-17DD7BE31679}" dt="2024-11-28T06:45:39.239" v="10" actId="6549"/>
          <ac:spMkLst>
            <pc:docMk/>
            <pc:sldMk cId="0" sldId="655"/>
            <ac:spMk id="9219" creationId="{00000000-0000-0000-0000-000000000000}"/>
          </ac:spMkLst>
        </pc:spChg>
        <pc:spChg chg="mod">
          <ac:chgData name="Neoh Kee Lin" userId="9e68bd29-1eeb-4ae3-beb9-48fd59e465e5" providerId="ADAL" clId="{9B36C893-DAA2-4458-87CE-17DD7BE31679}" dt="2024-11-28T06:45:42.833" v="12" actId="6549"/>
          <ac:spMkLst>
            <pc:docMk/>
            <pc:sldMk cId="0" sldId="655"/>
            <ac:spMk id="9221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7:12:16.369" v="25" actId="6549"/>
        <pc:sldMkLst>
          <pc:docMk/>
          <pc:sldMk cId="0" sldId="676"/>
        </pc:sldMkLst>
        <pc:spChg chg="mod">
          <ac:chgData name="Neoh Kee Lin" userId="9e68bd29-1eeb-4ae3-beb9-48fd59e465e5" providerId="ADAL" clId="{9B36C893-DAA2-4458-87CE-17DD7BE31679}" dt="2024-11-28T07:12:16.369" v="25" actId="6549"/>
          <ac:spMkLst>
            <pc:docMk/>
            <pc:sldMk cId="0" sldId="676"/>
            <ac:spMk id="3075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6:17.806" v="19"/>
        <pc:sldMkLst>
          <pc:docMk/>
          <pc:sldMk cId="0" sldId="738"/>
        </pc:sldMkLst>
        <pc:spChg chg="mod">
          <ac:chgData name="Neoh Kee Lin" userId="9e68bd29-1eeb-4ae3-beb9-48fd59e465e5" providerId="ADAL" clId="{9B36C893-DAA2-4458-87CE-17DD7BE31679}" dt="2024-11-28T06:46:15.632" v="18"/>
          <ac:spMkLst>
            <pc:docMk/>
            <pc:sldMk cId="0" sldId="738"/>
            <ac:spMk id="17411" creationId="{00000000-0000-0000-0000-000000000000}"/>
          </ac:spMkLst>
        </pc:spChg>
        <pc:spChg chg="mod">
          <ac:chgData name="Neoh Kee Lin" userId="9e68bd29-1eeb-4ae3-beb9-48fd59e465e5" providerId="ADAL" clId="{9B36C893-DAA2-4458-87CE-17DD7BE31679}" dt="2024-11-28T06:46:17.806" v="19"/>
          <ac:spMkLst>
            <pc:docMk/>
            <pc:sldMk cId="0" sldId="738"/>
            <ac:spMk id="17412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5:54.337" v="14"/>
        <pc:sldMkLst>
          <pc:docMk/>
          <pc:sldMk cId="0" sldId="955"/>
        </pc:sldMkLst>
        <pc:spChg chg="mod">
          <ac:chgData name="Neoh Kee Lin" userId="9e68bd29-1eeb-4ae3-beb9-48fd59e465e5" providerId="ADAL" clId="{9B36C893-DAA2-4458-87CE-17DD7BE31679}" dt="2024-11-28T06:45:54.337" v="14"/>
          <ac:spMkLst>
            <pc:docMk/>
            <pc:sldMk cId="0" sldId="955"/>
            <ac:spMk id="10243" creationId="{00000000-0000-0000-0000-000000000000}"/>
          </ac:spMkLst>
        </pc:spChg>
        <pc:spChg chg="mod">
          <ac:chgData name="Neoh Kee Lin" userId="9e68bd29-1eeb-4ae3-beb9-48fd59e465e5" providerId="ADAL" clId="{9B36C893-DAA2-4458-87CE-17DD7BE31679}" dt="2024-11-28T06:45:49.529" v="13"/>
          <ac:spMkLst>
            <pc:docMk/>
            <pc:sldMk cId="0" sldId="955"/>
            <ac:spMk id="10245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6:01.468" v="16"/>
        <pc:sldMkLst>
          <pc:docMk/>
          <pc:sldMk cId="0" sldId="956"/>
        </pc:sldMkLst>
        <pc:spChg chg="mod">
          <ac:chgData name="Neoh Kee Lin" userId="9e68bd29-1eeb-4ae3-beb9-48fd59e465e5" providerId="ADAL" clId="{9B36C893-DAA2-4458-87CE-17DD7BE31679}" dt="2024-11-28T06:45:59.023" v="15"/>
          <ac:spMkLst>
            <pc:docMk/>
            <pc:sldMk cId="0" sldId="956"/>
            <ac:spMk id="11267" creationId="{00000000-0000-0000-0000-000000000000}"/>
          </ac:spMkLst>
        </pc:spChg>
        <pc:spChg chg="mod">
          <ac:chgData name="Neoh Kee Lin" userId="9e68bd29-1eeb-4ae3-beb9-48fd59e465e5" providerId="ADAL" clId="{9B36C893-DAA2-4458-87CE-17DD7BE31679}" dt="2024-11-28T06:46:01.468" v="16"/>
          <ac:spMkLst>
            <pc:docMk/>
            <pc:sldMk cId="0" sldId="956"/>
            <ac:spMk id="11269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8:50.655" v="21"/>
        <pc:sldMkLst>
          <pc:docMk/>
          <pc:sldMk cId="0" sldId="957"/>
        </pc:sldMkLst>
        <pc:spChg chg="mod">
          <ac:chgData name="Neoh Kee Lin" userId="9e68bd29-1eeb-4ae3-beb9-48fd59e465e5" providerId="ADAL" clId="{9B36C893-DAA2-4458-87CE-17DD7BE31679}" dt="2024-11-28T06:48:47.987" v="20"/>
          <ac:spMkLst>
            <pc:docMk/>
            <pc:sldMk cId="0" sldId="957"/>
            <ac:spMk id="12291" creationId="{00000000-0000-0000-0000-000000000000}"/>
          </ac:spMkLst>
        </pc:spChg>
        <pc:spChg chg="mod">
          <ac:chgData name="Neoh Kee Lin" userId="9e68bd29-1eeb-4ae3-beb9-48fd59e465e5" providerId="ADAL" clId="{9B36C893-DAA2-4458-87CE-17DD7BE31679}" dt="2024-11-28T06:48:50.655" v="21"/>
          <ac:spMkLst>
            <pc:docMk/>
            <pc:sldMk cId="0" sldId="957"/>
            <ac:spMk id="12293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8:57.398" v="23"/>
        <pc:sldMkLst>
          <pc:docMk/>
          <pc:sldMk cId="0" sldId="958"/>
        </pc:sldMkLst>
        <pc:spChg chg="mod">
          <ac:chgData name="Neoh Kee Lin" userId="9e68bd29-1eeb-4ae3-beb9-48fd59e465e5" providerId="ADAL" clId="{9B36C893-DAA2-4458-87CE-17DD7BE31679}" dt="2024-11-28T06:48:54.823" v="22"/>
          <ac:spMkLst>
            <pc:docMk/>
            <pc:sldMk cId="0" sldId="958"/>
            <ac:spMk id="13315" creationId="{00000000-0000-0000-0000-000000000000}"/>
          </ac:spMkLst>
        </pc:spChg>
        <pc:spChg chg="mod">
          <ac:chgData name="Neoh Kee Lin" userId="9e68bd29-1eeb-4ae3-beb9-48fd59e465e5" providerId="ADAL" clId="{9B36C893-DAA2-4458-87CE-17DD7BE31679}" dt="2024-11-28T06:48:57.398" v="23"/>
          <ac:spMkLst>
            <pc:docMk/>
            <pc:sldMk cId="0" sldId="958"/>
            <ac:spMk id="13317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5:32.603" v="8"/>
        <pc:sldMkLst>
          <pc:docMk/>
          <pc:sldMk cId="0" sldId="959"/>
        </pc:sldMkLst>
        <pc:spChg chg="mod">
          <ac:chgData name="Neoh Kee Lin" userId="9e68bd29-1eeb-4ae3-beb9-48fd59e465e5" providerId="ADAL" clId="{9B36C893-DAA2-4458-87CE-17DD7BE31679}" dt="2024-11-28T06:45:26.935" v="7"/>
          <ac:spMkLst>
            <pc:docMk/>
            <pc:sldMk cId="0" sldId="959"/>
            <ac:spMk id="8195" creationId="{00000000-0000-0000-0000-000000000000}"/>
          </ac:spMkLst>
        </pc:spChg>
        <pc:spChg chg="mod">
          <ac:chgData name="Neoh Kee Lin" userId="9e68bd29-1eeb-4ae3-beb9-48fd59e465e5" providerId="ADAL" clId="{9B36C893-DAA2-4458-87CE-17DD7BE31679}" dt="2024-11-28T06:45:32.603" v="8"/>
          <ac:spMkLst>
            <pc:docMk/>
            <pc:sldMk cId="0" sldId="959"/>
            <ac:spMk id="8196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5:14.463" v="5" actId="6549"/>
        <pc:sldMkLst>
          <pc:docMk/>
          <pc:sldMk cId="0" sldId="960"/>
        </pc:sldMkLst>
        <pc:spChg chg="mod">
          <ac:chgData name="Neoh Kee Lin" userId="9e68bd29-1eeb-4ae3-beb9-48fd59e465e5" providerId="ADAL" clId="{9B36C893-DAA2-4458-87CE-17DD7BE31679}" dt="2024-11-28T06:45:14.463" v="5" actId="6549"/>
          <ac:spMkLst>
            <pc:docMk/>
            <pc:sldMk cId="0" sldId="960"/>
            <ac:spMk id="6147" creationId="{00000000-0000-0000-0000-000000000000}"/>
          </ac:spMkLst>
        </pc:spChg>
      </pc:sldChg>
      <pc:sldChg chg="modSp mod">
        <pc:chgData name="Neoh Kee Lin" userId="9e68bd29-1eeb-4ae3-beb9-48fd59e465e5" providerId="ADAL" clId="{9B36C893-DAA2-4458-87CE-17DD7BE31679}" dt="2024-11-28T06:46:10.113" v="17"/>
        <pc:sldMkLst>
          <pc:docMk/>
          <pc:sldMk cId="0" sldId="964"/>
        </pc:sldMkLst>
        <pc:spChg chg="mod">
          <ac:chgData name="Neoh Kee Lin" userId="9e68bd29-1eeb-4ae3-beb9-48fd59e465e5" providerId="ADAL" clId="{9B36C893-DAA2-4458-87CE-17DD7BE31679}" dt="2024-11-28T06:46:10.113" v="17"/>
          <ac:spMkLst>
            <pc:docMk/>
            <pc:sldMk cId="0" sldId="964"/>
            <ac:spMk id="16387" creationId="{00000000-0000-0000-0000-000000000000}"/>
          </ac:spMkLst>
        </pc:spChg>
      </pc:sldChg>
    </pc:docChg>
  </pc:docChgLst>
  <pc:docChgLst>
    <pc:chgData name="Neoh Kee Lin" userId="9e68bd29-1eeb-4ae3-beb9-48fd59e465e5" providerId="ADAL" clId="{B26FEFDE-911A-4903-8844-219429076CAB}"/>
    <pc:docChg chg="modSld">
      <pc:chgData name="Neoh Kee Lin" userId="9e68bd29-1eeb-4ae3-beb9-48fd59e465e5" providerId="ADAL" clId="{B26FEFDE-911A-4903-8844-219429076CAB}" dt="2022-12-22T05:28:50.499" v="1" actId="20577"/>
      <pc:docMkLst>
        <pc:docMk/>
      </pc:docMkLst>
      <pc:sldChg chg="modSp mod">
        <pc:chgData name="Neoh Kee Lin" userId="9e68bd29-1eeb-4ae3-beb9-48fd59e465e5" providerId="ADAL" clId="{B26FEFDE-911A-4903-8844-219429076CAB}" dt="2022-12-22T05:28:50.499" v="1" actId="20577"/>
        <pc:sldMkLst>
          <pc:docMk/>
          <pc:sldMk cId="0" sldId="738"/>
        </pc:sldMkLst>
      </pc:sldChg>
    </pc:docChg>
  </pc:docChgLst>
  <pc:docChgLst>
    <pc:chgData name="Neoh Kee Lin" userId="9e68bd29-1eeb-4ae3-beb9-48fd59e465e5" providerId="ADAL" clId="{6A215AF4-20FE-44D4-9F10-F044124FEB37}"/>
    <pc:docChg chg="undo custSel modSld">
      <pc:chgData name="Neoh Kee Lin" userId="9e68bd29-1eeb-4ae3-beb9-48fd59e465e5" providerId="ADAL" clId="{6A215AF4-20FE-44D4-9F10-F044124FEB37}" dt="2025-01-03T17:06:48.768" v="294"/>
      <pc:docMkLst>
        <pc:docMk/>
      </pc:docMkLst>
      <pc:sldChg chg="modSp mod">
        <pc:chgData name="Neoh Kee Lin" userId="9e68bd29-1eeb-4ae3-beb9-48fd59e465e5" providerId="ADAL" clId="{6A215AF4-20FE-44D4-9F10-F044124FEB37}" dt="2025-01-03T15:19:13.750" v="281" actId="20577"/>
        <pc:sldMkLst>
          <pc:docMk/>
          <pc:sldMk cId="0" sldId="654"/>
        </pc:sldMkLst>
        <pc:spChg chg="mod">
          <ac:chgData name="Neoh Kee Lin" userId="9e68bd29-1eeb-4ae3-beb9-48fd59e465e5" providerId="ADAL" clId="{6A215AF4-20FE-44D4-9F10-F044124FEB37}" dt="2025-01-03T15:19:13.750" v="281" actId="20577"/>
          <ac:spMkLst>
            <pc:docMk/>
            <pc:sldMk cId="0" sldId="654"/>
            <ac:spMk id="7173" creationId="{00000000-0000-0000-0000-000000000000}"/>
          </ac:spMkLst>
        </pc:spChg>
      </pc:sldChg>
      <pc:sldChg chg="modSp mod">
        <pc:chgData name="Neoh Kee Lin" userId="9e68bd29-1eeb-4ae3-beb9-48fd59e465e5" providerId="ADAL" clId="{6A215AF4-20FE-44D4-9F10-F044124FEB37}" dt="2025-01-03T17:06:05.288" v="285" actId="20577"/>
        <pc:sldMkLst>
          <pc:docMk/>
          <pc:sldMk cId="0" sldId="655"/>
        </pc:sldMkLst>
        <pc:spChg chg="mod">
          <ac:chgData name="Neoh Kee Lin" userId="9e68bd29-1eeb-4ae3-beb9-48fd59e465e5" providerId="ADAL" clId="{6A215AF4-20FE-44D4-9F10-F044124FEB37}" dt="2025-01-03T17:06:05.288" v="285" actId="20577"/>
          <ac:spMkLst>
            <pc:docMk/>
            <pc:sldMk cId="0" sldId="655"/>
            <ac:spMk id="9221" creationId="{00000000-0000-0000-0000-000000000000}"/>
          </ac:spMkLst>
        </pc:spChg>
        <pc:spChg chg="mod">
          <ac:chgData name="Neoh Kee Lin" userId="9e68bd29-1eeb-4ae3-beb9-48fd59e465e5" providerId="ADAL" clId="{6A215AF4-20FE-44D4-9F10-F044124FEB37}" dt="2025-01-03T15:10:30.833" v="18" actId="14100"/>
          <ac:spMkLst>
            <pc:docMk/>
            <pc:sldMk cId="0" sldId="655"/>
            <ac:spMk id="9223" creationId="{00000000-0000-0000-0000-000000000000}"/>
          </ac:spMkLst>
        </pc:spChg>
      </pc:sldChg>
      <pc:sldChg chg="modSp mod">
        <pc:chgData name="Neoh Kee Lin" userId="9e68bd29-1eeb-4ae3-beb9-48fd59e465e5" providerId="ADAL" clId="{6A215AF4-20FE-44D4-9F10-F044124FEB37}" dt="2025-01-03T17:06:18.977" v="287" actId="14100"/>
        <pc:sldMkLst>
          <pc:docMk/>
          <pc:sldMk cId="0" sldId="955"/>
        </pc:sldMkLst>
        <pc:spChg chg="mod">
          <ac:chgData name="Neoh Kee Lin" userId="9e68bd29-1eeb-4ae3-beb9-48fd59e465e5" providerId="ADAL" clId="{6A215AF4-20FE-44D4-9F10-F044124FEB37}" dt="2025-01-03T17:06:11.135" v="286"/>
          <ac:spMkLst>
            <pc:docMk/>
            <pc:sldMk cId="0" sldId="955"/>
            <ac:spMk id="10245" creationId="{00000000-0000-0000-0000-000000000000}"/>
          </ac:spMkLst>
        </pc:spChg>
        <pc:spChg chg="mod">
          <ac:chgData name="Neoh Kee Lin" userId="9e68bd29-1eeb-4ae3-beb9-48fd59e465e5" providerId="ADAL" clId="{6A215AF4-20FE-44D4-9F10-F044124FEB37}" dt="2025-01-03T17:06:18.977" v="287" actId="14100"/>
          <ac:spMkLst>
            <pc:docMk/>
            <pc:sldMk cId="0" sldId="955"/>
            <ac:spMk id="10246" creationId="{00000000-0000-0000-0000-000000000000}"/>
          </ac:spMkLst>
        </pc:spChg>
      </pc:sldChg>
      <pc:sldChg chg="modSp mod">
        <pc:chgData name="Neoh Kee Lin" userId="9e68bd29-1eeb-4ae3-beb9-48fd59e465e5" providerId="ADAL" clId="{6A215AF4-20FE-44D4-9F10-F044124FEB37}" dt="2025-01-03T17:06:23.668" v="288"/>
        <pc:sldMkLst>
          <pc:docMk/>
          <pc:sldMk cId="0" sldId="956"/>
        </pc:sldMkLst>
        <pc:spChg chg="mod">
          <ac:chgData name="Neoh Kee Lin" userId="9e68bd29-1eeb-4ae3-beb9-48fd59e465e5" providerId="ADAL" clId="{6A215AF4-20FE-44D4-9F10-F044124FEB37}" dt="2025-01-03T17:06:23.668" v="288"/>
          <ac:spMkLst>
            <pc:docMk/>
            <pc:sldMk cId="0" sldId="956"/>
            <ac:spMk id="11269" creationId="{00000000-0000-0000-0000-000000000000}"/>
          </ac:spMkLst>
        </pc:spChg>
        <pc:spChg chg="mod">
          <ac:chgData name="Neoh Kee Lin" userId="9e68bd29-1eeb-4ae3-beb9-48fd59e465e5" providerId="ADAL" clId="{6A215AF4-20FE-44D4-9F10-F044124FEB37}" dt="2025-01-03T15:11:20.688" v="24" actId="14100"/>
          <ac:spMkLst>
            <pc:docMk/>
            <pc:sldMk cId="0" sldId="956"/>
            <ac:spMk id="11270" creationId="{00000000-0000-0000-0000-000000000000}"/>
          </ac:spMkLst>
        </pc:spChg>
      </pc:sldChg>
      <pc:sldChg chg="addSp delSp modSp mod">
        <pc:chgData name="Neoh Kee Lin" userId="9e68bd29-1eeb-4ae3-beb9-48fd59e465e5" providerId="ADAL" clId="{6A215AF4-20FE-44D4-9F10-F044124FEB37}" dt="2025-01-03T17:06:42.949" v="292"/>
        <pc:sldMkLst>
          <pc:docMk/>
          <pc:sldMk cId="0" sldId="957"/>
        </pc:sldMkLst>
        <pc:spChg chg="add del mod">
          <ac:chgData name="Neoh Kee Lin" userId="9e68bd29-1eeb-4ae3-beb9-48fd59e465e5" providerId="ADAL" clId="{6A215AF4-20FE-44D4-9F10-F044124FEB37}" dt="2025-01-03T17:06:42.682" v="291" actId="478"/>
          <ac:spMkLst>
            <pc:docMk/>
            <pc:sldMk cId="0" sldId="957"/>
            <ac:spMk id="2" creationId="{2ABEAD10-D6CF-00E4-261C-EDA7EC8579D4}"/>
          </ac:spMkLst>
        </pc:spChg>
        <pc:spChg chg="add mod">
          <ac:chgData name="Neoh Kee Lin" userId="9e68bd29-1eeb-4ae3-beb9-48fd59e465e5" providerId="ADAL" clId="{6A215AF4-20FE-44D4-9F10-F044124FEB37}" dt="2025-01-03T17:06:42.949" v="292"/>
          <ac:spMkLst>
            <pc:docMk/>
            <pc:sldMk cId="0" sldId="957"/>
            <ac:spMk id="3" creationId="{FCC69186-9A3E-2A21-FAB8-CB3996C9336A}"/>
          </ac:spMkLst>
        </pc:spChg>
        <pc:spChg chg="mod">
          <ac:chgData name="Neoh Kee Lin" userId="9e68bd29-1eeb-4ae3-beb9-48fd59e465e5" providerId="ADAL" clId="{6A215AF4-20FE-44D4-9F10-F044124FEB37}" dt="2025-01-03T17:06:26.194" v="289"/>
          <ac:spMkLst>
            <pc:docMk/>
            <pc:sldMk cId="0" sldId="957"/>
            <ac:spMk id="12293" creationId="{00000000-0000-0000-0000-000000000000}"/>
          </ac:spMkLst>
        </pc:spChg>
        <pc:spChg chg="del mod">
          <ac:chgData name="Neoh Kee Lin" userId="9e68bd29-1eeb-4ae3-beb9-48fd59e465e5" providerId="ADAL" clId="{6A215AF4-20FE-44D4-9F10-F044124FEB37}" dt="2025-01-03T15:12:32.081" v="31" actId="478"/>
          <ac:spMkLst>
            <pc:docMk/>
            <pc:sldMk cId="0" sldId="957"/>
            <ac:spMk id="12294" creationId="{00000000-0000-0000-0000-000000000000}"/>
          </ac:spMkLst>
        </pc:spChg>
      </pc:sldChg>
      <pc:sldChg chg="addSp delSp modSp mod">
        <pc:chgData name="Neoh Kee Lin" userId="9e68bd29-1eeb-4ae3-beb9-48fd59e465e5" providerId="ADAL" clId="{6A215AF4-20FE-44D4-9F10-F044124FEB37}" dt="2025-01-03T17:06:48.768" v="294"/>
        <pc:sldMkLst>
          <pc:docMk/>
          <pc:sldMk cId="0" sldId="958"/>
        </pc:sldMkLst>
        <pc:spChg chg="add del mod">
          <ac:chgData name="Neoh Kee Lin" userId="9e68bd29-1eeb-4ae3-beb9-48fd59e465e5" providerId="ADAL" clId="{6A215AF4-20FE-44D4-9F10-F044124FEB37}" dt="2025-01-03T17:06:48.501" v="293" actId="478"/>
          <ac:spMkLst>
            <pc:docMk/>
            <pc:sldMk cId="0" sldId="958"/>
            <ac:spMk id="2" creationId="{C4839FA1-6928-564B-9498-DE8FBA64E162}"/>
          </ac:spMkLst>
        </pc:spChg>
        <pc:spChg chg="add mod">
          <ac:chgData name="Neoh Kee Lin" userId="9e68bd29-1eeb-4ae3-beb9-48fd59e465e5" providerId="ADAL" clId="{6A215AF4-20FE-44D4-9F10-F044124FEB37}" dt="2025-01-03T17:06:48.768" v="294"/>
          <ac:spMkLst>
            <pc:docMk/>
            <pc:sldMk cId="0" sldId="958"/>
            <ac:spMk id="3" creationId="{71ED2850-ACC0-AA77-0B2A-1AA069991302}"/>
          </ac:spMkLst>
        </pc:spChg>
        <pc:spChg chg="mod">
          <ac:chgData name="Neoh Kee Lin" userId="9e68bd29-1eeb-4ae3-beb9-48fd59e465e5" providerId="ADAL" clId="{6A215AF4-20FE-44D4-9F10-F044124FEB37}" dt="2025-01-03T17:06:28.726" v="290"/>
          <ac:spMkLst>
            <pc:docMk/>
            <pc:sldMk cId="0" sldId="958"/>
            <ac:spMk id="13317" creationId="{00000000-0000-0000-0000-000000000000}"/>
          </ac:spMkLst>
        </pc:spChg>
        <pc:spChg chg="del mod">
          <ac:chgData name="Neoh Kee Lin" userId="9e68bd29-1eeb-4ae3-beb9-48fd59e465e5" providerId="ADAL" clId="{6A215AF4-20FE-44D4-9F10-F044124FEB37}" dt="2025-01-03T15:12:21.234" v="30" actId="478"/>
          <ac:spMkLst>
            <pc:docMk/>
            <pc:sldMk cId="0" sldId="958"/>
            <ac:spMk id="13318" creationId="{00000000-0000-0000-0000-000000000000}"/>
          </ac:spMkLst>
        </pc:spChg>
      </pc:sldChg>
    </pc:docChg>
  </pc:docChgLst>
  <pc:docChgLst>
    <pc:chgData name="Neoh Kee Lin" userId="9e68bd29-1eeb-4ae3-beb9-48fd59e465e5" providerId="ADAL" clId="{EB12EE02-8938-4985-B00C-1D839E99A1EC}"/>
    <pc:docChg chg="undo custSel modSld">
      <pc:chgData name="Neoh Kee Lin" userId="9e68bd29-1eeb-4ae3-beb9-48fd59e465e5" providerId="ADAL" clId="{EB12EE02-8938-4985-B00C-1D839E99A1EC}" dt="2024-12-09T02:38:24.804" v="194" actId="20577"/>
      <pc:docMkLst>
        <pc:docMk/>
      </pc:docMkLst>
      <pc:sldChg chg="modSp mod">
        <pc:chgData name="Neoh Kee Lin" userId="9e68bd29-1eeb-4ae3-beb9-48fd59e465e5" providerId="ADAL" clId="{EB12EE02-8938-4985-B00C-1D839E99A1EC}" dt="2024-12-09T02:33:31.082" v="69" actId="21"/>
        <pc:sldMkLst>
          <pc:docMk/>
          <pc:sldMk cId="0" sldId="655"/>
        </pc:sldMkLst>
        <pc:spChg chg="mod">
          <ac:chgData name="Neoh Kee Lin" userId="9e68bd29-1eeb-4ae3-beb9-48fd59e465e5" providerId="ADAL" clId="{EB12EE02-8938-4985-B00C-1D839E99A1EC}" dt="2024-12-09T02:33:31.082" v="69" actId="21"/>
          <ac:spMkLst>
            <pc:docMk/>
            <pc:sldMk cId="0" sldId="655"/>
            <ac:spMk id="9221" creationId="{00000000-0000-0000-0000-000000000000}"/>
          </ac:spMkLst>
        </pc:spChg>
      </pc:sldChg>
      <pc:sldChg chg="modSp mod">
        <pc:chgData name="Neoh Kee Lin" userId="9e68bd29-1eeb-4ae3-beb9-48fd59e465e5" providerId="ADAL" clId="{EB12EE02-8938-4985-B00C-1D839E99A1EC}" dt="2024-12-09T02:32:41.327" v="59" actId="20577"/>
        <pc:sldMkLst>
          <pc:docMk/>
          <pc:sldMk cId="0" sldId="960"/>
        </pc:sldMkLst>
        <pc:spChg chg="mod">
          <ac:chgData name="Neoh Kee Lin" userId="9e68bd29-1eeb-4ae3-beb9-48fd59e465e5" providerId="ADAL" clId="{EB12EE02-8938-4985-B00C-1D839E99A1EC}" dt="2024-12-09T02:32:41.327" v="59" actId="20577"/>
          <ac:spMkLst>
            <pc:docMk/>
            <pc:sldMk cId="0" sldId="960"/>
            <ac:spMk id="6" creationId="{00000000-0000-0000-0000-000000000000}"/>
          </ac:spMkLst>
        </pc:spChg>
      </pc:sldChg>
      <pc:sldChg chg="modSp mod">
        <pc:chgData name="Neoh Kee Lin" userId="9e68bd29-1eeb-4ae3-beb9-48fd59e465e5" providerId="ADAL" clId="{EB12EE02-8938-4985-B00C-1D839E99A1EC}" dt="2024-12-09T02:38:24.804" v="194" actId="20577"/>
        <pc:sldMkLst>
          <pc:docMk/>
          <pc:sldMk cId="0" sldId="964"/>
        </pc:sldMkLst>
        <pc:spChg chg="mod">
          <ac:chgData name="Neoh Kee Lin" userId="9e68bd29-1eeb-4ae3-beb9-48fd59e465e5" providerId="ADAL" clId="{EB12EE02-8938-4985-B00C-1D839E99A1EC}" dt="2024-12-09T02:38:24.804" v="194" actId="20577"/>
          <ac:spMkLst>
            <pc:docMk/>
            <pc:sldMk cId="0" sldId="964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50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50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E83BB76-D16F-4D06-B7EE-1D8CECB844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9465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1795F1-87EA-430F-B18D-B06977898218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07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E899AD-EF93-4050-A7B5-1DC772913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87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E35267-D04D-4883-B880-A01BAAE1C9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47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B8B02-173D-402E-A79B-FEACD76A42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25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DDC5C-1754-4B82-AE70-B1EBC37E1F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8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46329-E563-461E-B12F-0D44C03A78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00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C9413-9F9E-466B-8C31-3D4236EAD5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81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40F5E5-22D3-435C-968A-72DEC00B98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34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566EE-FE31-4FF3-8FD3-A2F49264E4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3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76398-E746-4CB2-AB11-8376BAAEB0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3379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2C4C9-D38D-48FC-A0CA-9A81D2F79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22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72FC6-1677-424D-AC98-B2ACD4A197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42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06B6852-16AF-469C-9FEE-CBAB9AB5F8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38B554-1FB8-4FBF-9418-C5730635FA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3124200"/>
          </a:xfrm>
          <a:noFill/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dirty="0"/>
          </a:p>
          <a:p>
            <a:pPr algn="ctr" eaLnBrk="1" hangingPunct="1">
              <a:buFontTx/>
              <a:buNone/>
            </a:pPr>
            <a:endParaRPr lang="en-US" altLang="en-US" dirty="0"/>
          </a:p>
          <a:p>
            <a:pPr algn="ctr" eaLnBrk="1" hangingPunct="1">
              <a:buFontTx/>
              <a:buNone/>
            </a:pPr>
            <a:r>
              <a:rPr lang="en-US" altLang="en-US" sz="4000" dirty="0"/>
              <a:t>Lecture 5a</a:t>
            </a:r>
          </a:p>
          <a:p>
            <a:pPr algn="ctr" eaLnBrk="1" hangingPunct="1">
              <a:buFontTx/>
              <a:buNone/>
            </a:pPr>
            <a:r>
              <a:rPr lang="en-US" altLang="en-US" sz="4000" dirty="0"/>
              <a:t>SelectionSort &amp; HeapSort</a:t>
            </a:r>
            <a:endParaRPr lang="en-US" altLang="en-US" sz="36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1094AB-E16E-470F-B04F-31481E59033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i="1">
                <a:solidFill>
                  <a:srgbClr val="0000FF"/>
                </a:solidFill>
              </a:rPr>
              <a:t>Sorting</a:t>
            </a:r>
            <a:r>
              <a:rPr lang="en-US" altLang="en-US" sz="2800"/>
              <a:t> is the process of placing elements in order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If elements are objects, they are ordered by a particular data member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There are many algorithms for sorting, each having its own advantages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No sorting algorithm is better than every other sorting algorithm all the time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Choosing the right sorting algorithm for a problem requires careful consideration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2150A8-80D7-4139-B9A2-31C18D62CF3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SelectionSort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>
                <a:sym typeface="Symbol" pitchFamily="18" charset="2"/>
              </a:rPr>
              <a:t>Idea: Find the largest number from the unsorted numbers, place it at the correct location.</a:t>
            </a:r>
          </a:p>
          <a:p>
            <a:pPr eaLnBrk="1" hangingPunct="1">
              <a:defRPr/>
            </a:pPr>
            <a:r>
              <a:rPr lang="en-US" altLang="en-US" sz="2800" kern="0" dirty="0">
                <a:latin typeface="Consolas" panose="020B0609020204030204" pitchFamily="49" charset="0"/>
                <a:sym typeface="Symbol" pitchFamily="18" charset="2"/>
              </a:rPr>
              <a:t>Array: 30 60 50 20 40</a:t>
            </a:r>
          </a:p>
          <a:p>
            <a:pPr eaLnBrk="1" hangingPunct="1">
              <a:defRPr/>
            </a:pPr>
            <a:r>
              <a:rPr lang="en-US" altLang="en-US" sz="2800" kern="0" dirty="0">
                <a:latin typeface="Consolas" panose="020B0609020204030204" pitchFamily="49" charset="0"/>
                <a:sym typeface="Symbol" pitchFamily="18" charset="2"/>
              </a:rPr>
              <a:t>n = 5</a:t>
            </a:r>
          </a:p>
          <a:p>
            <a:pPr eaLnBrk="1" hangingPunct="1">
              <a:defRPr/>
            </a:pPr>
            <a:r>
              <a:rPr lang="en-US" altLang="en-US" sz="28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800" kern="0" dirty="0">
                <a:latin typeface="Consolas" panose="020B0609020204030204" pitchFamily="49" charset="0"/>
                <a:sym typeface="Symbol" pitchFamily="18" charset="2"/>
              </a:rPr>
              <a:t> = 4: 30  40  50  20  60*</a:t>
            </a:r>
            <a:endParaRPr lang="en-US" altLang="en-US" sz="2800" u="sng" kern="0" dirty="0">
              <a:latin typeface="Consolas" panose="020B0609020204030204" pitchFamily="49" charset="0"/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en-US" sz="28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800" kern="0" dirty="0">
                <a:latin typeface="Consolas" panose="020B0609020204030204" pitchFamily="49" charset="0"/>
                <a:sym typeface="Symbol" pitchFamily="18" charset="2"/>
              </a:rPr>
              <a:t> = 3: 30  40  20  50* 60*</a:t>
            </a:r>
            <a:endParaRPr lang="en-US" altLang="en-US" sz="2800" u="sng" kern="0" dirty="0">
              <a:latin typeface="Consolas" panose="020B0609020204030204" pitchFamily="49" charset="0"/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en-US" sz="28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800" kern="0" dirty="0">
                <a:latin typeface="Consolas" panose="020B0609020204030204" pitchFamily="49" charset="0"/>
                <a:sym typeface="Symbol" pitchFamily="18" charset="2"/>
              </a:rPr>
              <a:t> = 2: 30  20  40* 50* 60*</a:t>
            </a:r>
          </a:p>
          <a:p>
            <a:pPr eaLnBrk="1" hangingPunct="1">
              <a:defRPr/>
            </a:pPr>
            <a:r>
              <a:rPr lang="en-US" altLang="en-US" sz="28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800" kern="0" dirty="0">
                <a:latin typeface="Consolas" panose="020B0609020204030204" pitchFamily="49" charset="0"/>
                <a:sym typeface="Symbol" pitchFamily="18" charset="2"/>
              </a:rPr>
              <a:t> = 1: 20  30* 40* 50* 60* (sorted)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38335F-F152-4C9E-9B10-9204B2774FB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SelectionSort (cont.)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533400" y="1371600"/>
            <a:ext cx="8001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Algorithm SelectionSort (S, 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Input: sequence S of n elements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Output: sorted sequence 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for i = n-1 downto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maxIndex = i // assume maxIndex has the max 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for j = 0 to i-1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   // if element at j is larger, then it is the new max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   if S[j] &gt; S[maxIndex]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     maxIndex = j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// swap if maxIndex has changed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if maxIndex != 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     swap (S[i], S[maxIndex])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565859-DD20-49CE-8A74-BF087B0F657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SelectionSort Time</a:t>
            </a:r>
            <a:br>
              <a:rPr lang="en-US" altLang="en-US" sz="4000" dirty="0"/>
            </a:br>
            <a:r>
              <a:rPr lang="en-US" altLang="en-US" sz="4000" dirty="0"/>
              <a:t>Complexity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By using the same analysis as the prefixAverages1 algorithm in Lecture 1 ( the "for" loops of the 2 algorithms are similar), SelectionSort runs in </a:t>
            </a:r>
            <a:r>
              <a:rPr lang="en-US" altLang="en-US" dirty="0">
                <a:sym typeface="Symbol" panose="05050102010706020507" pitchFamily="18" charset="2"/>
              </a:rPr>
              <a:t>( n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)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264A72-638E-4018-A40F-8420178EAF1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HeapSort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533400" y="1905000"/>
            <a:ext cx="8001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Algorithm HeapSort (S, 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Input: sequence S of n elements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Output: sorted sequence 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noProof="1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pq = priority queue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for i = n-1 downto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  pq.dequeue (S[i])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3581400" y="5029200"/>
            <a:ext cx="4572000" cy="830263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Create a heap-based priority queue from </a:t>
            </a:r>
            <a:r>
              <a:rPr lang="en-US" altLang="en-US" sz="2400" b="1" i="1">
                <a:solidFill>
                  <a:srgbClr val="FF3300"/>
                </a:solidFill>
              </a:rPr>
              <a:t>S</a:t>
            </a:r>
          </a:p>
        </p:txBody>
      </p:sp>
      <p:sp>
        <p:nvSpPr>
          <p:cNvPr id="9223" name="Freeform 6"/>
          <p:cNvSpPr>
            <a:spLocks/>
          </p:cNvSpPr>
          <p:nvPr/>
        </p:nvSpPr>
        <p:spPr bwMode="auto">
          <a:xfrm>
            <a:off x="4876800" y="3553282"/>
            <a:ext cx="1917700" cy="1475918"/>
          </a:xfrm>
          <a:custGeom>
            <a:avLst/>
            <a:gdLst>
              <a:gd name="T0" fmla="*/ 2147483646 w 1112"/>
              <a:gd name="T1" fmla="*/ 2147483646 h 800"/>
              <a:gd name="T2" fmla="*/ 2147483646 w 1112"/>
              <a:gd name="T3" fmla="*/ 2147483646 h 800"/>
              <a:gd name="T4" fmla="*/ 0 w 1112"/>
              <a:gd name="T5" fmla="*/ 2147483646 h 8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12" h="800">
                <a:moveTo>
                  <a:pt x="912" y="800"/>
                </a:moveTo>
                <a:cubicBezTo>
                  <a:pt x="1012" y="528"/>
                  <a:pt x="1112" y="256"/>
                  <a:pt x="960" y="128"/>
                </a:cubicBezTo>
                <a:cubicBezTo>
                  <a:pt x="808" y="0"/>
                  <a:pt x="160" y="48"/>
                  <a:pt x="0" y="3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D26D57-661E-43AB-9458-53246AE1D63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HeapSort (cont.)</a:t>
            </a: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533400" y="1905000"/>
            <a:ext cx="8001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Algorithm HeapSort (S, 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Input: sequence S of n elements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Output: sorted sequence 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noProof="1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pq = priority queue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for i = n-1 downto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  pq.dequeue (S[i])</a:t>
            </a:r>
          </a:p>
        </p:txBody>
      </p:sp>
      <p:sp>
        <p:nvSpPr>
          <p:cNvPr id="10246" name="Freeform 6"/>
          <p:cNvSpPr>
            <a:spLocks/>
          </p:cNvSpPr>
          <p:nvPr/>
        </p:nvSpPr>
        <p:spPr bwMode="auto">
          <a:xfrm>
            <a:off x="4419600" y="3886200"/>
            <a:ext cx="2374900" cy="1143000"/>
          </a:xfrm>
          <a:custGeom>
            <a:avLst/>
            <a:gdLst>
              <a:gd name="T0" fmla="*/ 2147483646 w 1112"/>
              <a:gd name="T1" fmla="*/ 2147483646 h 800"/>
              <a:gd name="T2" fmla="*/ 2147483646 w 1112"/>
              <a:gd name="T3" fmla="*/ 2147483646 h 800"/>
              <a:gd name="T4" fmla="*/ 0 w 1112"/>
              <a:gd name="T5" fmla="*/ 2147483646 h 8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12" h="800">
                <a:moveTo>
                  <a:pt x="912" y="800"/>
                </a:moveTo>
                <a:cubicBezTo>
                  <a:pt x="1012" y="528"/>
                  <a:pt x="1112" y="256"/>
                  <a:pt x="960" y="128"/>
                </a:cubicBezTo>
                <a:cubicBezTo>
                  <a:pt x="808" y="0"/>
                  <a:pt x="160" y="48"/>
                  <a:pt x="0" y="3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1905000" y="5029200"/>
            <a:ext cx="6858000" cy="830263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In the loop, we start with the last sequence index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56E9EF-B3D9-4509-9627-8FAC783A42A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HeapSort (cont.)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533400" y="1905000"/>
            <a:ext cx="8001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Algorithm HeapSort (S, 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Input: sequence S of n elements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Output: sorted sequence 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noProof="1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pq = priority queue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for i = n-1 downto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  pq.dequeue (S[i])</a:t>
            </a:r>
          </a:p>
        </p:txBody>
      </p:sp>
      <p:sp>
        <p:nvSpPr>
          <p:cNvPr id="11270" name="Freeform 6"/>
          <p:cNvSpPr>
            <a:spLocks/>
          </p:cNvSpPr>
          <p:nvPr/>
        </p:nvSpPr>
        <p:spPr bwMode="auto">
          <a:xfrm>
            <a:off x="4267200" y="4343400"/>
            <a:ext cx="2527300" cy="685800"/>
          </a:xfrm>
          <a:custGeom>
            <a:avLst/>
            <a:gdLst>
              <a:gd name="T0" fmla="*/ 2147483646 w 1112"/>
              <a:gd name="T1" fmla="*/ 2147483646 h 800"/>
              <a:gd name="T2" fmla="*/ 2147483646 w 1112"/>
              <a:gd name="T3" fmla="*/ 2147483646 h 800"/>
              <a:gd name="T4" fmla="*/ 0 w 1112"/>
              <a:gd name="T5" fmla="*/ 2147483646 h 8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12" h="800">
                <a:moveTo>
                  <a:pt x="912" y="800"/>
                </a:moveTo>
                <a:cubicBezTo>
                  <a:pt x="1012" y="528"/>
                  <a:pt x="1112" y="256"/>
                  <a:pt x="960" y="128"/>
                </a:cubicBezTo>
                <a:cubicBezTo>
                  <a:pt x="808" y="0"/>
                  <a:pt x="160" y="48"/>
                  <a:pt x="0" y="3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71" name="Text Box 5"/>
          <p:cNvSpPr txBox="1">
            <a:spLocks noChangeArrowheads="1"/>
          </p:cNvSpPr>
          <p:nvPr/>
        </p:nvSpPr>
        <p:spPr bwMode="auto">
          <a:xfrm>
            <a:off x="1905000" y="5029200"/>
            <a:ext cx="6858000" cy="1200150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On the first dequeue, the largest element from the heap will be placed into the last position of the sequence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960CC0-0C86-4147-A990-39EC8474F78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HeapSort (cont.)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533400" y="1905000"/>
            <a:ext cx="8001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Algorithm HeapSort (S, 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Input: sequence S of n elements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Output: sorted sequence 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noProof="1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pq = priority queue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for i = n-1 downto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  pq.dequeue (S[i])</a:t>
            </a:r>
          </a:p>
        </p:txBody>
      </p:sp>
      <p:sp>
        <p:nvSpPr>
          <p:cNvPr id="12295" name="Text Box 5"/>
          <p:cNvSpPr txBox="1">
            <a:spLocks noChangeArrowheads="1"/>
          </p:cNvSpPr>
          <p:nvPr/>
        </p:nvSpPr>
        <p:spPr bwMode="auto">
          <a:xfrm>
            <a:off x="1905000" y="5029200"/>
            <a:ext cx="6858000" cy="1200150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On the next dequeue (i is decremented), the remaining highest value from the heap will be placed in the next left sequence position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FCC69186-9A3E-2A21-FAB8-CB3996C9336A}"/>
              </a:ext>
            </a:extLst>
          </p:cNvPr>
          <p:cNvSpPr>
            <a:spLocks/>
          </p:cNvSpPr>
          <p:nvPr/>
        </p:nvSpPr>
        <p:spPr bwMode="auto">
          <a:xfrm>
            <a:off x="4419600" y="3886200"/>
            <a:ext cx="2374900" cy="1143000"/>
          </a:xfrm>
          <a:custGeom>
            <a:avLst/>
            <a:gdLst>
              <a:gd name="T0" fmla="*/ 2147483646 w 1112"/>
              <a:gd name="T1" fmla="*/ 2147483646 h 800"/>
              <a:gd name="T2" fmla="*/ 2147483646 w 1112"/>
              <a:gd name="T3" fmla="*/ 2147483646 h 800"/>
              <a:gd name="T4" fmla="*/ 0 w 1112"/>
              <a:gd name="T5" fmla="*/ 2147483646 h 8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12" h="800">
                <a:moveTo>
                  <a:pt x="912" y="800"/>
                </a:moveTo>
                <a:cubicBezTo>
                  <a:pt x="1012" y="528"/>
                  <a:pt x="1112" y="256"/>
                  <a:pt x="960" y="128"/>
                </a:cubicBezTo>
                <a:cubicBezTo>
                  <a:pt x="808" y="0"/>
                  <a:pt x="160" y="48"/>
                  <a:pt x="0" y="3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E5A4B7-64ED-4F6D-A797-AA8A88A4F9F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HeapSort (cont.)</a:t>
            </a: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533400" y="1905000"/>
            <a:ext cx="8001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Algorithm HeapSort (S, 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Input: sequence S of n elements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Output: sorted sequence 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noProof="1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solidFill>
                  <a:srgbClr val="FF3300"/>
                </a:solidFill>
                <a:latin typeface="Consolas" panose="020B0609020204030204" pitchFamily="49" charset="0"/>
              </a:rPr>
              <a:t>  pq = priority queue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for i = n-1 downto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noProof="1">
                <a:latin typeface="Consolas" panose="020B0609020204030204" pitchFamily="49" charset="0"/>
              </a:rPr>
              <a:t>    pq.dequeue (S[i])</a:t>
            </a:r>
          </a:p>
        </p:txBody>
      </p:sp>
      <p:sp>
        <p:nvSpPr>
          <p:cNvPr id="13319" name="Text Box 5"/>
          <p:cNvSpPr txBox="1">
            <a:spLocks noChangeArrowheads="1"/>
          </p:cNvSpPr>
          <p:nvPr/>
        </p:nvSpPr>
        <p:spPr bwMode="auto">
          <a:xfrm>
            <a:off x="1905000" y="5029200"/>
            <a:ext cx="6858000" cy="830263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The loop stops when the index becomes less than 1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71ED2850-ACC0-AA77-0B2A-1AA069991302}"/>
              </a:ext>
            </a:extLst>
          </p:cNvPr>
          <p:cNvSpPr>
            <a:spLocks/>
          </p:cNvSpPr>
          <p:nvPr/>
        </p:nvSpPr>
        <p:spPr bwMode="auto">
          <a:xfrm>
            <a:off x="4419600" y="3886200"/>
            <a:ext cx="2374900" cy="1143000"/>
          </a:xfrm>
          <a:custGeom>
            <a:avLst/>
            <a:gdLst>
              <a:gd name="T0" fmla="*/ 2147483646 w 1112"/>
              <a:gd name="T1" fmla="*/ 2147483646 h 800"/>
              <a:gd name="T2" fmla="*/ 2147483646 w 1112"/>
              <a:gd name="T3" fmla="*/ 2147483646 h 800"/>
              <a:gd name="T4" fmla="*/ 0 w 1112"/>
              <a:gd name="T5" fmla="*/ 2147483646 h 8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12" h="800">
                <a:moveTo>
                  <a:pt x="912" y="800"/>
                </a:moveTo>
                <a:cubicBezTo>
                  <a:pt x="1012" y="528"/>
                  <a:pt x="1112" y="256"/>
                  <a:pt x="960" y="128"/>
                </a:cubicBezTo>
                <a:cubicBezTo>
                  <a:pt x="808" y="0"/>
                  <a:pt x="160" y="48"/>
                  <a:pt x="0" y="3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0A8142-BDEC-47FB-B083-E1CB5EC8E07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HeapSort (cont.)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609600" y="1524000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1600200"/>
            <a:ext cx="8686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S = 30 60 50 20 40</a:t>
            </a:r>
          </a:p>
          <a:p>
            <a:pPr eaLnBrk="1" hangingPunct="1">
              <a:defRPr/>
            </a:pP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Form an Initial Heap</a:t>
            </a:r>
          </a:p>
          <a:p>
            <a:pPr eaLnBrk="1" hangingPunct="1">
              <a:defRPr/>
            </a:pP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S/pq = 60 40 50 20 30</a:t>
            </a:r>
          </a:p>
          <a:p>
            <a:pPr eaLnBrk="1" hangingPunct="1">
              <a:defRPr/>
            </a:pP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pq is a subset of S</a:t>
            </a:r>
          </a:p>
          <a:p>
            <a:pPr eaLnBrk="1" hangingPunct="1">
              <a:defRPr/>
            </a:pPr>
            <a:r>
              <a:rPr lang="en-US" altLang="en-US" sz="24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=4: S = 50  40  30  20  60* (pq = 50 40 30 20)</a:t>
            </a:r>
            <a:endParaRPr lang="en-US" altLang="en-US" sz="2400" u="sng" kern="0" dirty="0">
              <a:latin typeface="Consolas" panose="020B0609020204030204" pitchFamily="49" charset="0"/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en-US" sz="24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=3: S = 40  20  30  50* 60* (pq = 40 20 30)</a:t>
            </a:r>
            <a:endParaRPr lang="en-US" altLang="en-US" sz="2400" u="sng" kern="0" dirty="0">
              <a:latin typeface="Consolas" panose="020B0609020204030204" pitchFamily="49" charset="0"/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en-US" sz="24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=2: S = 30  20  40* 50* 60* (pq = 30 20)</a:t>
            </a:r>
            <a:endParaRPr lang="en-US" altLang="en-US" sz="2400" u="sng" kern="0" dirty="0">
              <a:latin typeface="Consolas" panose="020B0609020204030204" pitchFamily="49" charset="0"/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en-US" sz="2400" kern="0" dirty="0" err="1">
                <a:latin typeface="Consolas" panose="020B0609020204030204" pitchFamily="49" charset="0"/>
                <a:sym typeface="Symbol" pitchFamily="18" charset="2"/>
              </a:rPr>
              <a:t>i</a:t>
            </a: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=1: S = 20  30* 40* 50* 60* (pq = 20)</a:t>
            </a:r>
          </a:p>
          <a:p>
            <a:pPr eaLnBrk="1" hangingPunct="1">
              <a:defRPr/>
            </a:pPr>
            <a:r>
              <a:rPr lang="en-US" altLang="en-US" sz="2400" kern="0" dirty="0">
                <a:latin typeface="Consolas" panose="020B0609020204030204" pitchFamily="49" charset="0"/>
                <a:sym typeface="Symbol" pitchFamily="18" charset="2"/>
              </a:rPr>
              <a:t>Sorted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024CC5-79D9-45B3-B255-B91F9E6675B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HeapSort Time Complexity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HeapSort runs in </a:t>
            </a:r>
            <a:r>
              <a:rPr lang="en-US" altLang="en-US" dirty="0">
                <a:sym typeface="Symbol" panose="05050102010706020507" pitchFamily="18" charset="2"/>
              </a:rPr>
              <a:t>( n lg n ) time on average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It has a best-case time of ( n ) if all elements have the same value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This is an unusual case, but we may want to consider it if many of the elements have the same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2699</TotalTime>
  <Words>776</Words>
  <Application>Microsoft Office PowerPoint</Application>
  <PresentationFormat>On-screen Show (4:3)</PresentationFormat>
  <Paragraphs>107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Consolas</vt:lpstr>
      <vt:lpstr>Symbol</vt:lpstr>
      <vt:lpstr>Default Design</vt:lpstr>
      <vt:lpstr>PowerPoint Presentation</vt:lpstr>
      <vt:lpstr>Sorting</vt:lpstr>
      <vt:lpstr>SelectionSort</vt:lpstr>
      <vt:lpstr>SelectionSort (cont.)</vt:lpstr>
      <vt:lpstr>SelectionSort Time Complexity</vt:lpstr>
      <vt:lpstr>HeapSort</vt:lpstr>
      <vt:lpstr>HeapSort (cont.)</vt:lpstr>
      <vt:lpstr>HeapSort (cont.)</vt:lpstr>
      <vt:lpstr>HeapSort (cont.)</vt:lpstr>
      <vt:lpstr>HeapSort (cont.)</vt:lpstr>
      <vt:lpstr>HeapSort (cont.)</vt:lpstr>
      <vt:lpstr>HeapSort Time Complexity</vt:lpstr>
    </vt:vector>
  </TitlesOfParts>
  <Company>Clarion University of 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Introduction to Sorting Algorithms</dc:subject>
  <dc:creator>Jeffrey S. Childs</dc:creator>
  <cp:lastModifiedBy>Neoh Kee Lin</cp:lastModifiedBy>
  <cp:revision>211</cp:revision>
  <dcterms:created xsi:type="dcterms:W3CDTF">2006-01-21T18:11:55Z</dcterms:created>
  <dcterms:modified xsi:type="dcterms:W3CDTF">2025-01-03T17:06:54Z</dcterms:modified>
</cp:coreProperties>
</file>