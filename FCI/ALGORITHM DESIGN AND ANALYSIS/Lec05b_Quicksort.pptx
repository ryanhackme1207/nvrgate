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411" r:id="rId2"/>
    <p:sldId id="412" r:id="rId3"/>
    <p:sldId id="427" r:id="rId4"/>
    <p:sldId id="435" r:id="rId5"/>
    <p:sldId id="445" r:id="rId6"/>
    <p:sldId id="414" r:id="rId7"/>
    <p:sldId id="428" r:id="rId8"/>
    <p:sldId id="429" r:id="rId9"/>
    <p:sldId id="430" r:id="rId10"/>
    <p:sldId id="437" r:id="rId11"/>
    <p:sldId id="438" r:id="rId12"/>
    <p:sldId id="439" r:id="rId13"/>
    <p:sldId id="431" r:id="rId14"/>
    <p:sldId id="432" r:id="rId15"/>
    <p:sldId id="433" r:id="rId16"/>
    <p:sldId id="443" r:id="rId17"/>
    <p:sldId id="444" r:id="rId18"/>
    <p:sldId id="442" r:id="rId19"/>
    <p:sldId id="434" r:id="rId20"/>
    <p:sldId id="426" r:id="rId21"/>
    <p:sldId id="436" r:id="rId22"/>
    <p:sldId id="447" r:id="rId23"/>
    <p:sldId id="448" r:id="rId24"/>
    <p:sldId id="440" r:id="rId25"/>
    <p:sldId id="446" r:id="rId26"/>
    <p:sldId id="441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>
      <p:cViewPr varScale="1">
        <p:scale>
          <a:sx n="82" d="100"/>
          <a:sy n="82" d="100"/>
        </p:scale>
        <p:origin x="127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9700EFC5-0703-4D75-B5A6-3092D4832A1C}"/>
    <pc:docChg chg="modSld">
      <pc:chgData name="Neoh Kee Lin" userId="9e68bd29-1eeb-4ae3-beb9-48fd59e465e5" providerId="ADAL" clId="{9700EFC5-0703-4D75-B5A6-3092D4832A1C}" dt="2025-01-03T15:08:39.217" v="23" actId="790"/>
      <pc:docMkLst>
        <pc:docMk/>
      </pc:docMkLst>
      <pc:sldChg chg="modSp mod">
        <pc:chgData name="Neoh Kee Lin" userId="9e68bd29-1eeb-4ae3-beb9-48fd59e465e5" providerId="ADAL" clId="{9700EFC5-0703-4D75-B5A6-3092D4832A1C}" dt="2025-01-03T15:07:44.626" v="0" actId="790"/>
        <pc:sldMkLst>
          <pc:docMk/>
          <pc:sldMk cId="272811409" sldId="435"/>
        </pc:sldMkLst>
        <pc:spChg chg="mod">
          <ac:chgData name="Neoh Kee Lin" userId="9e68bd29-1eeb-4ae3-beb9-48fd59e465e5" providerId="ADAL" clId="{9700EFC5-0703-4D75-B5A6-3092D4832A1C}" dt="2025-01-03T15:07:44.626" v="0" actId="790"/>
          <ac:spMkLst>
            <pc:docMk/>
            <pc:sldMk cId="272811409" sldId="435"/>
            <ac:spMk id="32771" creationId="{00000000-0000-0000-0000-000000000000}"/>
          </ac:spMkLst>
        </pc:spChg>
      </pc:sldChg>
      <pc:sldChg chg="modSp mod">
        <pc:chgData name="Neoh Kee Lin" userId="9e68bd29-1eeb-4ae3-beb9-48fd59e465e5" providerId="ADAL" clId="{9700EFC5-0703-4D75-B5A6-3092D4832A1C}" dt="2025-01-03T15:08:14.145" v="22" actId="20577"/>
        <pc:sldMkLst>
          <pc:docMk/>
          <pc:sldMk cId="4293167243" sldId="445"/>
        </pc:sldMkLst>
        <pc:spChg chg="mod">
          <ac:chgData name="Neoh Kee Lin" userId="9e68bd29-1eeb-4ae3-beb9-48fd59e465e5" providerId="ADAL" clId="{9700EFC5-0703-4D75-B5A6-3092D4832A1C}" dt="2025-01-03T15:08:14.145" v="22" actId="20577"/>
          <ac:spMkLst>
            <pc:docMk/>
            <pc:sldMk cId="4293167243" sldId="445"/>
            <ac:spMk id="166916" creationId="{00000000-0000-0000-0000-000000000000}"/>
          </ac:spMkLst>
        </pc:spChg>
      </pc:sldChg>
      <pc:sldChg chg="modSp mod">
        <pc:chgData name="Neoh Kee Lin" userId="9e68bd29-1eeb-4ae3-beb9-48fd59e465e5" providerId="ADAL" clId="{9700EFC5-0703-4D75-B5A6-3092D4832A1C}" dt="2025-01-03T15:08:39.217" v="23" actId="790"/>
        <pc:sldMkLst>
          <pc:docMk/>
          <pc:sldMk cId="2464688160" sldId="446"/>
        </pc:sldMkLst>
        <pc:spChg chg="mod">
          <ac:chgData name="Neoh Kee Lin" userId="9e68bd29-1eeb-4ae3-beb9-48fd59e465e5" providerId="ADAL" clId="{9700EFC5-0703-4D75-B5A6-3092D4832A1C}" dt="2025-01-03T15:08:39.217" v="23" actId="790"/>
          <ac:spMkLst>
            <pc:docMk/>
            <pc:sldMk cId="2464688160" sldId="446"/>
            <ac:spMk id="2" creationId="{508743E7-87F4-B385-3F00-62152F2E9924}"/>
          </ac:spMkLst>
        </pc:spChg>
      </pc:sldChg>
    </pc:docChg>
  </pc:docChgLst>
  <pc:docChgLst>
    <pc:chgData name="Neoh Kee Lin" userId="9e68bd29-1eeb-4ae3-beb9-48fd59e465e5" providerId="ADAL" clId="{3352179F-EDD7-4492-B6FE-930BDEEBFAAC}"/>
    <pc:docChg chg="undo custSel modSld">
      <pc:chgData name="Neoh Kee Lin" userId="9e68bd29-1eeb-4ae3-beb9-48fd59e465e5" providerId="ADAL" clId="{3352179F-EDD7-4492-B6FE-930BDEEBFAAC}" dt="2024-12-09T12:08:05.291" v="81" actId="20577"/>
      <pc:docMkLst>
        <pc:docMk/>
      </pc:docMkLst>
      <pc:sldChg chg="modSp mod">
        <pc:chgData name="Neoh Kee Lin" userId="9e68bd29-1eeb-4ae3-beb9-48fd59e465e5" providerId="ADAL" clId="{3352179F-EDD7-4492-B6FE-930BDEEBFAAC}" dt="2024-12-09T02:47:21.872" v="19" actId="20577"/>
        <pc:sldMkLst>
          <pc:docMk/>
          <pc:sldMk cId="0" sldId="427"/>
        </pc:sldMkLst>
        <pc:spChg chg="mod">
          <ac:chgData name="Neoh Kee Lin" userId="9e68bd29-1eeb-4ae3-beb9-48fd59e465e5" providerId="ADAL" clId="{3352179F-EDD7-4492-B6FE-930BDEEBFAAC}" dt="2024-12-09T02:47:21.872" v="19" actId="20577"/>
          <ac:spMkLst>
            <pc:docMk/>
            <pc:sldMk cId="0" sldId="427"/>
            <ac:spMk id="32771" creationId="{00000000-0000-0000-0000-000000000000}"/>
          </ac:spMkLst>
        </pc:spChg>
      </pc:sldChg>
      <pc:sldChg chg="modSp mod">
        <pc:chgData name="Neoh Kee Lin" userId="9e68bd29-1eeb-4ae3-beb9-48fd59e465e5" providerId="ADAL" clId="{3352179F-EDD7-4492-B6FE-930BDEEBFAAC}" dt="2024-12-09T02:47:38.043" v="20" actId="20577"/>
        <pc:sldMkLst>
          <pc:docMk/>
          <pc:sldMk cId="272811409" sldId="435"/>
        </pc:sldMkLst>
        <pc:spChg chg="mod">
          <ac:chgData name="Neoh Kee Lin" userId="9e68bd29-1eeb-4ae3-beb9-48fd59e465e5" providerId="ADAL" clId="{3352179F-EDD7-4492-B6FE-930BDEEBFAAC}" dt="2024-12-09T02:47:38.043" v="20" actId="20577"/>
          <ac:spMkLst>
            <pc:docMk/>
            <pc:sldMk cId="272811409" sldId="435"/>
            <ac:spMk id="32771" creationId="{00000000-0000-0000-0000-000000000000}"/>
          </ac:spMkLst>
        </pc:spChg>
      </pc:sldChg>
      <pc:sldChg chg="modSp mod">
        <pc:chgData name="Neoh Kee Lin" userId="9e68bd29-1eeb-4ae3-beb9-48fd59e465e5" providerId="ADAL" clId="{3352179F-EDD7-4492-B6FE-930BDEEBFAAC}" dt="2024-12-09T02:51:13.940" v="72" actId="6549"/>
        <pc:sldMkLst>
          <pc:docMk/>
          <pc:sldMk cId="3727193580" sldId="441"/>
        </pc:sldMkLst>
        <pc:spChg chg="mod">
          <ac:chgData name="Neoh Kee Lin" userId="9e68bd29-1eeb-4ae3-beb9-48fd59e465e5" providerId="ADAL" clId="{3352179F-EDD7-4492-B6FE-930BDEEBFAAC}" dt="2024-12-09T02:51:13.940" v="72" actId="6549"/>
          <ac:spMkLst>
            <pc:docMk/>
            <pc:sldMk cId="3727193580" sldId="441"/>
            <ac:spMk id="44036" creationId="{00000000-0000-0000-0000-000000000000}"/>
          </ac:spMkLst>
        </pc:spChg>
      </pc:sldChg>
      <pc:sldChg chg="modSp mod">
        <pc:chgData name="Neoh Kee Lin" userId="9e68bd29-1eeb-4ae3-beb9-48fd59e465e5" providerId="ADAL" clId="{3352179F-EDD7-4492-B6FE-930BDEEBFAAC}" dt="2024-12-09T12:08:05.291" v="81" actId="20577"/>
        <pc:sldMkLst>
          <pc:docMk/>
          <pc:sldMk cId="2464688160" sldId="446"/>
        </pc:sldMkLst>
        <pc:spChg chg="mod">
          <ac:chgData name="Neoh Kee Lin" userId="9e68bd29-1eeb-4ae3-beb9-48fd59e465e5" providerId="ADAL" clId="{3352179F-EDD7-4492-B6FE-930BDEEBFAAC}" dt="2024-12-09T12:08:05.291" v="81" actId="20577"/>
          <ac:spMkLst>
            <pc:docMk/>
            <pc:sldMk cId="2464688160" sldId="446"/>
            <ac:spMk id="2" creationId="{508743E7-87F4-B385-3F00-62152F2E9924}"/>
          </ac:spMkLst>
        </pc:spChg>
      </pc:sldChg>
    </pc:docChg>
  </pc:docChgLst>
  <pc:docChgLst>
    <pc:chgData name="Neoh Kee Lin" userId="9e68bd29-1eeb-4ae3-beb9-48fd59e465e5" providerId="ADAL" clId="{9D4C2D33-796E-4EE6-AD5B-0F39D05554AF}"/>
    <pc:docChg chg="undo redo custSel modSld">
      <pc:chgData name="Neoh Kee Lin" userId="9e68bd29-1eeb-4ae3-beb9-48fd59e465e5" providerId="ADAL" clId="{9D4C2D33-796E-4EE6-AD5B-0F39D05554AF}" dt="2024-12-06T10:12:19.531" v="1297" actId="1036"/>
      <pc:docMkLst>
        <pc:docMk/>
      </pc:docMkLst>
      <pc:sldChg chg="addSp delSp modSp mod">
        <pc:chgData name="Neoh Kee Lin" userId="9e68bd29-1eeb-4ae3-beb9-48fd59e465e5" providerId="ADAL" clId="{9D4C2D33-796E-4EE6-AD5B-0F39D05554AF}" dt="2024-12-05T12:47:14.478" v="1294"/>
        <pc:sldMkLst>
          <pc:docMk/>
          <pc:sldMk cId="0" sldId="411"/>
        </pc:sldMkLst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3" creationId="{DE21151E-6DDD-A71B-65C0-3217D68A49AB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4" creationId="{9278011B-DD2C-5FAA-5AA0-46B93FB29365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5" creationId="{B21A988A-C5D4-6A21-A2B4-8903DD596A48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6" creationId="{0F17A408-0C6A-8B3C-7829-2E1A234F290B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7" creationId="{3E75B247-CD00-C8A5-F8F1-B86B8ADD1CD4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8" creationId="{B8AF8DAE-5F4E-A906-2E40-6FED60DAE1D8}"/>
          </ac:spMkLst>
        </pc:spChg>
        <pc:spChg chg="mod">
          <ac:chgData name="Neoh Kee Lin" userId="9e68bd29-1eeb-4ae3-beb9-48fd59e465e5" providerId="ADAL" clId="{9D4C2D33-796E-4EE6-AD5B-0F39D05554AF}" dt="2024-12-05T12:47:14.478" v="1294"/>
          <ac:spMkLst>
            <pc:docMk/>
            <pc:sldMk cId="0" sldId="411"/>
            <ac:spMk id="9" creationId="{5597DA78-498C-4133-946A-05B0628AD2AC}"/>
          </ac:spMkLst>
        </pc:spChg>
        <pc:spChg chg="mod">
          <ac:chgData name="Neoh Kee Lin" userId="9e68bd29-1eeb-4ae3-beb9-48fd59e465e5" providerId="ADAL" clId="{9D4C2D33-796E-4EE6-AD5B-0F39D05554AF}" dt="2024-11-28T07:12:30.444" v="1" actId="20577"/>
          <ac:spMkLst>
            <pc:docMk/>
            <pc:sldMk cId="0" sldId="411"/>
            <ac:spMk id="30723" creationId="{00000000-0000-0000-0000-000000000000}"/>
          </ac:spMkLst>
        </pc:spChg>
        <pc:grpChg chg="add mod">
          <ac:chgData name="Neoh Kee Lin" userId="9e68bd29-1eeb-4ae3-beb9-48fd59e465e5" providerId="ADAL" clId="{9D4C2D33-796E-4EE6-AD5B-0F39D05554AF}" dt="2024-12-05T12:47:14.478" v="1294"/>
          <ac:grpSpMkLst>
            <pc:docMk/>
            <pc:sldMk cId="0" sldId="411"/>
            <ac:grpSpMk id="2" creationId="{1D31C950-240B-DC73-D70C-92E2494431D1}"/>
          </ac:grpSpMkLst>
        </pc:grp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0" creationId="{55455158-5430-2503-3D11-EC21903D5B72}"/>
          </ac:cxnSpMkLst>
        </pc:cxn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1" creationId="{9B26F09D-DF54-9575-8C20-CBA7E722C363}"/>
          </ac:cxnSpMkLst>
        </pc:cxn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2" creationId="{CF163024-97DC-2BE3-1208-0AFCC591132A}"/>
          </ac:cxnSpMkLst>
        </pc:cxn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3" creationId="{5A561420-2A57-C459-0B21-8EA4AD7B5828}"/>
          </ac:cxnSpMkLst>
        </pc:cxn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4" creationId="{7EBA1A67-D132-F4E0-8390-395294D6BA63}"/>
          </ac:cxnSpMkLst>
        </pc:cxnChg>
        <pc:cxnChg chg="mod">
          <ac:chgData name="Neoh Kee Lin" userId="9e68bd29-1eeb-4ae3-beb9-48fd59e465e5" providerId="ADAL" clId="{9D4C2D33-796E-4EE6-AD5B-0F39D05554AF}" dt="2024-12-05T12:47:14.478" v="1294"/>
          <ac:cxnSpMkLst>
            <pc:docMk/>
            <pc:sldMk cId="0" sldId="411"/>
            <ac:cxnSpMk id="15" creationId="{6D20FDC4-F467-A602-CB91-2A4EC6DF70B2}"/>
          </ac:cxnSpMkLst>
        </pc:cxnChg>
      </pc:sldChg>
      <pc:sldChg chg="modSp mod">
        <pc:chgData name="Neoh Kee Lin" userId="9e68bd29-1eeb-4ae3-beb9-48fd59e465e5" providerId="ADAL" clId="{9D4C2D33-796E-4EE6-AD5B-0F39D05554AF}" dt="2024-12-05T11:32:01.994" v="608" actId="20577"/>
        <pc:sldMkLst>
          <pc:docMk/>
          <pc:sldMk cId="272811409" sldId="435"/>
        </pc:sldMkLst>
        <pc:spChg chg="mod">
          <ac:chgData name="Neoh Kee Lin" userId="9e68bd29-1eeb-4ae3-beb9-48fd59e465e5" providerId="ADAL" clId="{9D4C2D33-796E-4EE6-AD5B-0F39D05554AF}" dt="2024-12-05T11:32:01.994" v="608" actId="20577"/>
          <ac:spMkLst>
            <pc:docMk/>
            <pc:sldMk cId="272811409" sldId="435"/>
            <ac:spMk id="32771" creationId="{00000000-0000-0000-0000-000000000000}"/>
          </ac:spMkLst>
        </pc:spChg>
      </pc:sldChg>
      <pc:sldChg chg="modSp mod">
        <pc:chgData name="Neoh Kee Lin" userId="9e68bd29-1eeb-4ae3-beb9-48fd59e465e5" providerId="ADAL" clId="{9D4C2D33-796E-4EE6-AD5B-0F39D05554AF}" dt="2024-12-06T10:12:19.531" v="1297" actId="1036"/>
        <pc:sldMkLst>
          <pc:docMk/>
          <pc:sldMk cId="4293167243" sldId="445"/>
        </pc:sldMkLst>
        <pc:spChg chg="mod">
          <ac:chgData name="Neoh Kee Lin" userId="9e68bd29-1eeb-4ae3-beb9-48fd59e465e5" providerId="ADAL" clId="{9D4C2D33-796E-4EE6-AD5B-0F39D05554AF}" dt="2024-12-05T12:23:19.346" v="1281" actId="14100"/>
          <ac:spMkLst>
            <pc:docMk/>
            <pc:sldMk cId="4293167243" sldId="445"/>
            <ac:spMk id="166915" creationId="{00000000-0000-0000-0000-000000000000}"/>
          </ac:spMkLst>
        </pc:spChg>
        <pc:spChg chg="mod">
          <ac:chgData name="Neoh Kee Lin" userId="9e68bd29-1eeb-4ae3-beb9-48fd59e465e5" providerId="ADAL" clId="{9D4C2D33-796E-4EE6-AD5B-0F39D05554AF}" dt="2024-12-06T10:12:19.531" v="1297" actId="1036"/>
          <ac:spMkLst>
            <pc:docMk/>
            <pc:sldMk cId="4293167243" sldId="445"/>
            <ac:spMk id="166916" creationId="{00000000-0000-0000-0000-000000000000}"/>
          </ac:spMkLst>
        </pc:spChg>
      </pc:sldChg>
      <pc:sldChg chg="modSp mod">
        <pc:chgData name="Neoh Kee Lin" userId="9e68bd29-1eeb-4ae3-beb9-48fd59e465e5" providerId="ADAL" clId="{9D4C2D33-796E-4EE6-AD5B-0F39D05554AF}" dt="2024-12-05T12:24:10.004" v="1282" actId="6549"/>
        <pc:sldMkLst>
          <pc:docMk/>
          <pc:sldMk cId="2464688160" sldId="446"/>
        </pc:sldMkLst>
        <pc:spChg chg="mod">
          <ac:chgData name="Neoh Kee Lin" userId="9e68bd29-1eeb-4ae3-beb9-48fd59e465e5" providerId="ADAL" clId="{9D4C2D33-796E-4EE6-AD5B-0F39D05554AF}" dt="2024-12-05T11:44:50.878" v="681" actId="20577"/>
          <ac:spMkLst>
            <pc:docMk/>
            <pc:sldMk cId="2464688160" sldId="446"/>
            <ac:spMk id="2" creationId="{508743E7-87F4-B385-3F00-62152F2E9924}"/>
          </ac:spMkLst>
        </pc:spChg>
        <pc:spChg chg="mod">
          <ac:chgData name="Neoh Kee Lin" userId="9e68bd29-1eeb-4ae3-beb9-48fd59e465e5" providerId="ADAL" clId="{9D4C2D33-796E-4EE6-AD5B-0F39D05554AF}" dt="2024-12-05T12:24:10.004" v="1282" actId="6549"/>
          <ac:spMkLst>
            <pc:docMk/>
            <pc:sldMk cId="2464688160" sldId="446"/>
            <ac:spMk id="33796" creationId="{00000000-0000-0000-0000-000000000000}"/>
          </ac:spMkLst>
        </pc:spChg>
      </pc:sldChg>
    </pc:docChg>
  </pc:docChgLst>
  <pc:docChgLst>
    <pc:chgData name="Neoh Kee Lin" userId="9e68bd29-1eeb-4ae3-beb9-48fd59e465e5" providerId="ADAL" clId="{A5E5E236-21CD-4EE1-98AE-B52B3F44E683}"/>
    <pc:docChg chg="custSel modSld">
      <pc:chgData name="Neoh Kee Lin" userId="9e68bd29-1eeb-4ae3-beb9-48fd59e465e5" providerId="ADAL" clId="{A5E5E236-21CD-4EE1-98AE-B52B3F44E683}" dt="2022-12-22T05:32:08.340" v="14" actId="1037"/>
      <pc:docMkLst>
        <pc:docMk/>
      </pc:docMkLst>
      <pc:sldChg chg="modSp mod">
        <pc:chgData name="Neoh Kee Lin" userId="9e68bd29-1eeb-4ae3-beb9-48fd59e465e5" providerId="ADAL" clId="{A5E5E236-21CD-4EE1-98AE-B52B3F44E683}" dt="2022-12-22T05:29:19.370" v="0" actId="115"/>
        <pc:sldMkLst>
          <pc:docMk/>
          <pc:sldMk cId="0" sldId="412"/>
        </pc:sldMkLst>
      </pc:sldChg>
      <pc:sldChg chg="modSp mod">
        <pc:chgData name="Neoh Kee Lin" userId="9e68bd29-1eeb-4ae3-beb9-48fd59e465e5" providerId="ADAL" clId="{A5E5E236-21CD-4EE1-98AE-B52B3F44E683}" dt="2022-12-22T05:30:04.669" v="1" actId="33524"/>
        <pc:sldMkLst>
          <pc:docMk/>
          <pc:sldMk cId="3436574435" sldId="440"/>
        </pc:sldMkLst>
      </pc:sldChg>
      <pc:sldChg chg="modSp mod">
        <pc:chgData name="Neoh Kee Lin" userId="9e68bd29-1eeb-4ae3-beb9-48fd59e465e5" providerId="ADAL" clId="{A5E5E236-21CD-4EE1-98AE-B52B3F44E683}" dt="2022-12-22T05:32:08.340" v="14" actId="1037"/>
        <pc:sldMkLst>
          <pc:docMk/>
          <pc:sldMk cId="4293167243" sldId="445"/>
        </pc:sldMkLst>
      </pc:sldChg>
    </pc:docChg>
  </pc:docChgLst>
  <pc:docChgLst>
    <pc:chgData name="Neoh Kee Lin" userId="9e68bd29-1eeb-4ae3-beb9-48fd59e465e5" providerId="ADAL" clId="{F5DFA09F-FEB9-4B4C-93ED-DF2CBA9ADC81}"/>
    <pc:docChg chg="addSld modSld">
      <pc:chgData name="Neoh Kee Lin" userId="9e68bd29-1eeb-4ae3-beb9-48fd59e465e5" providerId="ADAL" clId="{F5DFA09F-FEB9-4B4C-93ED-DF2CBA9ADC81}" dt="2022-12-30T11:30:03.330" v="19" actId="6549"/>
      <pc:docMkLst>
        <pc:docMk/>
      </pc:docMkLst>
      <pc:sldChg chg="modSp mod">
        <pc:chgData name="Neoh Kee Lin" userId="9e68bd29-1eeb-4ae3-beb9-48fd59e465e5" providerId="ADAL" clId="{F5DFA09F-FEB9-4B4C-93ED-DF2CBA9ADC81}" dt="2022-12-22T15:49:11.391" v="0" actId="948"/>
        <pc:sldMkLst>
          <pc:docMk/>
          <pc:sldMk cId="3642867887" sldId="436"/>
        </pc:sldMkLst>
      </pc:sldChg>
      <pc:sldChg chg="modSp mod">
        <pc:chgData name="Neoh Kee Lin" userId="9e68bd29-1eeb-4ae3-beb9-48fd59e465e5" providerId="ADAL" clId="{F5DFA09F-FEB9-4B4C-93ED-DF2CBA9ADC81}" dt="2022-12-22T15:49:23.669" v="1" actId="948"/>
        <pc:sldMkLst>
          <pc:docMk/>
          <pc:sldMk cId="3436574435" sldId="440"/>
        </pc:sldMkLst>
      </pc:sldChg>
      <pc:sldChg chg="modSp">
        <pc:chgData name="Neoh Kee Lin" userId="9e68bd29-1eeb-4ae3-beb9-48fd59e465e5" providerId="ADAL" clId="{F5DFA09F-FEB9-4B4C-93ED-DF2CBA9ADC81}" dt="2022-12-22T15:51:35.300" v="16" actId="14100"/>
        <pc:sldMkLst>
          <pc:docMk/>
          <pc:sldMk cId="3727193580" sldId="441"/>
        </pc:sldMkLst>
      </pc:sldChg>
      <pc:sldChg chg="modSp mod">
        <pc:chgData name="Neoh Kee Lin" userId="9e68bd29-1eeb-4ae3-beb9-48fd59e465e5" providerId="ADAL" clId="{F5DFA09F-FEB9-4B4C-93ED-DF2CBA9ADC81}" dt="2022-12-23T15:00:16.656" v="17" actId="790"/>
        <pc:sldMkLst>
          <pc:docMk/>
          <pc:sldMk cId="4293167243" sldId="445"/>
        </pc:sldMkLst>
      </pc:sldChg>
      <pc:sldChg chg="addSp delSp modSp">
        <pc:chgData name="Neoh Kee Lin" userId="9e68bd29-1eeb-4ae3-beb9-48fd59e465e5" providerId="ADAL" clId="{F5DFA09F-FEB9-4B4C-93ED-DF2CBA9ADC81}" dt="2022-12-22T15:51:06.907" v="15" actId="1035"/>
        <pc:sldMkLst>
          <pc:docMk/>
          <pc:sldMk cId="2464688160" sldId="446"/>
        </pc:sldMkLst>
      </pc:sldChg>
      <pc:sldChg chg="add">
        <pc:chgData name="Neoh Kee Lin" userId="9e68bd29-1eeb-4ae3-beb9-48fd59e465e5" providerId="ADAL" clId="{F5DFA09F-FEB9-4B4C-93ED-DF2CBA9ADC81}" dt="2022-12-30T11:29:53.653" v="18"/>
        <pc:sldMkLst>
          <pc:docMk/>
          <pc:sldMk cId="3280600855" sldId="447"/>
        </pc:sldMkLst>
      </pc:sldChg>
      <pc:sldChg chg="modSp add mod">
        <pc:chgData name="Neoh Kee Lin" userId="9e68bd29-1eeb-4ae3-beb9-48fd59e465e5" providerId="ADAL" clId="{F5DFA09F-FEB9-4B4C-93ED-DF2CBA9ADC81}" dt="2022-12-30T11:30:03.330" v="19" actId="6549"/>
        <pc:sldMkLst>
          <pc:docMk/>
          <pc:sldMk cId="3885037993" sldId="4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2E71C321-28F5-4E92-A7D1-C1D8834984BD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13A22838-3C83-4770-A702-0D5B0FEE0A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269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A6B76E2D-1DC4-4E39-89D8-8951B7B6B2A2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4CD5B432-8F97-4456-BE03-5ACA35E256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80039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Merge Sort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5DF74D-8266-4B2B-9AC0-03AF9C3C5550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1/3/2025 11:07 PM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9A9BEF-BB2E-4F5C-ACBD-0255E1149CFB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32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/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AB0416-A500-464E-8D22-548460610119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135BD9-DDF6-424A-8D44-85B30ABE0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39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8B5A22-7361-42B0-9480-512CC9DD364B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12F9F-6F0B-4E58-9355-0D56639D7E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820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A1F10C-4C38-4B77-BCE4-74C04DA0218D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CB04B9-2E2E-4ECF-BD51-5ED7A4962C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28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D7F0A-94C2-4C46-97E4-ED5D245F89C8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890DB-5108-40D3-BE47-23DD39CBDF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99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A339B0-6DEC-4885-8A2B-F31234B1072E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F44A3-5D0E-454F-AEAE-FE713E6A09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73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C296DD-9DF7-473D-A997-AC706FD09B71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07CAAE-4287-4769-AA6C-B25102E13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72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2676AC-0E4F-4C9D-8691-495BA307F62D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AA21D-9837-4AA9-A46C-E9D3A1C092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70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03D3EB-22D5-440D-8641-DBC82AC333DE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A944D-1C34-412D-BAFC-26CFC85370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15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0B33BB-69E3-43F0-B80F-9C7FBE73E161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CB70C-EDB7-4DA7-8415-787E0404A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5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6285E0-3B90-4ADC-9AE5-93F149BDA18F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6E198-DBB3-419D-B20F-E1E1561C6B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52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DC0B02-D1EF-454E-B7DD-C9B578D8F8C9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D078BD-B492-4382-9A7A-9B2CDB77E4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26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9668C63E-370E-4D55-AAA6-CCBB59484280}" type="datetime8">
              <a:rPr lang="en-US" altLang="en-US"/>
              <a:pPr/>
              <a:t>1/3/2025 11:07 PM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2752DB0-68C7-46BA-918B-8D4B3B9618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45CEC9-3285-4D55-8C07-059D747EDB5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Lecture 5b </a:t>
            </a:r>
            <a:r>
              <a:rPr lang="en-US" altLang="en-US" dirty="0"/>
              <a:t>Quick-Sort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D31C950-240B-DC73-D70C-92E2494431D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340100"/>
            <a:ext cx="4600575" cy="1933575"/>
            <a:chOff x="1176" y="2496"/>
            <a:chExt cx="3426" cy="1440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DE21151E-6DDD-A71B-65C0-3217D68A4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2496"/>
              <a:ext cx="2688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2  9  4  7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6</a:t>
              </a:r>
              <a:r>
                <a:rPr lang="en-US" altLang="en-US" sz="1800" dirty="0"/>
                <a:t> 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dirty="0"/>
                <a:t>  </a:t>
              </a:r>
              <a:r>
                <a:rPr lang="en-US" altLang="en-US" sz="1800" dirty="0">
                  <a:solidFill>
                    <a:schemeClr val="tx2"/>
                  </a:solidFill>
                </a:rPr>
                <a:t>2  4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6</a:t>
              </a:r>
              <a:r>
                <a:rPr lang="en-US" altLang="en-US" sz="1800" dirty="0">
                  <a:solidFill>
                    <a:schemeClr val="tx2"/>
                  </a:solidFill>
                </a:rPr>
                <a:t>  7  9</a:t>
              </a:r>
            </a:p>
          </p:txBody>
        </p:sp>
        <p:sp>
          <p:nvSpPr>
            <p:cNvPr id="4" name="AutoShape 5">
              <a:extLst>
                <a:ext uri="{FF2B5EF4-FFF2-40B4-BE49-F238E27FC236}">
                  <a16:creationId xmlns:a16="http://schemas.microsoft.com/office/drawing/2014/main" id="{9278011B-DD2C-5FAA-5AA0-46B93FB29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072"/>
              <a:ext cx="1344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4</a:t>
              </a:r>
              <a:r>
                <a:rPr lang="en-US" altLang="en-US" sz="1800" dirty="0"/>
                <a:t> 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dirty="0"/>
                <a:t>  </a:t>
              </a:r>
              <a:r>
                <a:rPr lang="en-US" altLang="en-US" sz="1800" dirty="0">
                  <a:solidFill>
                    <a:schemeClr val="tx2"/>
                  </a:solidFill>
                </a:rPr>
                <a:t>2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B21A988A-C5D4-6A21-A2B4-8903DD596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1344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9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7</a:t>
              </a:r>
              <a:r>
                <a:rPr lang="en-US" altLang="en-US" sz="1800" dirty="0"/>
                <a:t> 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 dirty="0"/>
                <a:t>  </a:t>
              </a:r>
              <a:r>
                <a:rPr lang="en-US" altLang="en-US" sz="1800" u="sng" dirty="0">
                  <a:solidFill>
                    <a:srgbClr val="000000"/>
                  </a:solidFill>
                </a:rPr>
                <a:t>7</a:t>
              </a:r>
              <a:r>
                <a:rPr lang="en-US" altLang="en-US" sz="1800" dirty="0">
                  <a:solidFill>
                    <a:schemeClr val="tx2"/>
                  </a:solidFill>
                </a:rPr>
                <a:t>  9</a:t>
              </a:r>
            </a:p>
          </p:txBody>
        </p:sp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0F17A408-0C6A-8B3C-7829-2E1A234F2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" y="3648"/>
              <a:ext cx="648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</a:t>
              </a: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3E75B247-CD00-C8A5-F8F1-B86B8ADD1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648"/>
              <a:ext cx="624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B8AF8DAE-5F4E-A906-2E40-6FED60DAE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3648"/>
              <a:ext cx="636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tx2"/>
                </a:solidFill>
              </a:endParaRPr>
            </a:p>
          </p:txBody>
        </p:sp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5597DA78-498C-4133-946A-05B0628AD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648"/>
              <a:ext cx="618" cy="288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9 </a:t>
              </a:r>
              <a:r>
                <a:rPr lang="en-US" altLang="en-US" sz="1800" b="1">
                  <a:solidFill>
                    <a:srgbClr val="000000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/>
                <a:t> </a:t>
              </a:r>
              <a:r>
                <a:rPr lang="en-US" altLang="en-US" sz="1800">
                  <a:solidFill>
                    <a:schemeClr val="tx2"/>
                  </a:solidFill>
                </a:rPr>
                <a:t>9</a:t>
              </a:r>
            </a:p>
          </p:txBody>
        </p:sp>
        <p:cxnSp>
          <p:nvCxnSpPr>
            <p:cNvPr id="10" name="AutoShape 11">
              <a:extLst>
                <a:ext uri="{FF2B5EF4-FFF2-40B4-BE49-F238E27FC236}">
                  <a16:creationId xmlns:a16="http://schemas.microsoft.com/office/drawing/2014/main" id="{55455158-5430-2503-3D11-EC21903D5B72}"/>
                </a:ext>
              </a:extLst>
            </p:cNvPr>
            <p:cNvCxnSpPr>
              <a:cxnSpLocks noChangeShapeType="1"/>
              <a:stCxn id="4" idx="0"/>
              <a:endCxn id="3" idx="2"/>
            </p:cNvCxnSpPr>
            <p:nvPr/>
          </p:nvCxnSpPr>
          <p:spPr bwMode="auto">
            <a:xfrm flipV="1">
              <a:off x="1920" y="2790"/>
              <a:ext cx="952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9B26F09D-DF54-9575-8C20-CBA7E722C363}"/>
                </a:ext>
              </a:extLst>
            </p:cNvPr>
            <p:cNvCxnSpPr>
              <a:cxnSpLocks noChangeShapeType="1"/>
              <a:stCxn id="5" idx="0"/>
              <a:endCxn id="3" idx="2"/>
            </p:cNvCxnSpPr>
            <p:nvPr/>
          </p:nvCxnSpPr>
          <p:spPr bwMode="auto">
            <a:xfrm flipH="1" flipV="1">
              <a:off x="2872" y="2790"/>
              <a:ext cx="968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3">
              <a:extLst>
                <a:ext uri="{FF2B5EF4-FFF2-40B4-BE49-F238E27FC236}">
                  <a16:creationId xmlns:a16="http://schemas.microsoft.com/office/drawing/2014/main" id="{CF163024-97DC-2BE3-1208-0AFCC591132A}"/>
                </a:ext>
              </a:extLst>
            </p:cNvPr>
            <p:cNvCxnSpPr>
              <a:cxnSpLocks noChangeShapeType="1"/>
              <a:stCxn id="6" idx="0"/>
              <a:endCxn id="4" idx="2"/>
            </p:cNvCxnSpPr>
            <p:nvPr/>
          </p:nvCxnSpPr>
          <p:spPr bwMode="auto">
            <a:xfrm flipV="1">
              <a:off x="1500" y="3366"/>
              <a:ext cx="420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5A561420-2A57-C459-0B21-8EA4AD7B5828}"/>
                </a:ext>
              </a:extLst>
            </p:cNvPr>
            <p:cNvCxnSpPr>
              <a:cxnSpLocks noChangeShapeType="1"/>
              <a:stCxn id="8" idx="0"/>
              <a:endCxn id="5" idx="2"/>
            </p:cNvCxnSpPr>
            <p:nvPr/>
          </p:nvCxnSpPr>
          <p:spPr bwMode="auto">
            <a:xfrm flipV="1">
              <a:off x="3408" y="3366"/>
              <a:ext cx="432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7EBA1A67-D132-F4E0-8390-395294D6BA63}"/>
                </a:ext>
              </a:extLst>
            </p:cNvPr>
            <p:cNvCxnSpPr>
              <a:cxnSpLocks noChangeShapeType="1"/>
              <a:stCxn id="4" idx="2"/>
              <a:endCxn id="7" idx="0"/>
            </p:cNvCxnSpPr>
            <p:nvPr/>
          </p:nvCxnSpPr>
          <p:spPr bwMode="auto">
            <a:xfrm>
              <a:off x="1920" y="3366"/>
              <a:ext cx="456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6D20FDC4-F467-A602-CB91-2A4EC6DF70B2}"/>
                </a:ext>
              </a:extLst>
            </p:cNvPr>
            <p:cNvCxnSpPr>
              <a:cxnSpLocks noChangeShapeType="1"/>
              <a:stCxn id="5" idx="2"/>
              <a:endCxn id="9" idx="0"/>
            </p:cNvCxnSpPr>
            <p:nvPr/>
          </p:nvCxnSpPr>
          <p:spPr bwMode="auto">
            <a:xfrm>
              <a:off x="3840" y="3366"/>
              <a:ext cx="453" cy="2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335A44-E270-454F-9411-42592559B50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Quick-Sort</a:t>
            </a:r>
          </a:p>
        </p:txBody>
      </p:sp>
      <p:sp>
        <p:nvSpPr>
          <p:cNvPr id="3174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114800" cy="4572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Quick-sort</a:t>
            </a:r>
            <a:r>
              <a:rPr lang="en-US" altLang="en-US" sz="2400" dirty="0"/>
              <a:t> is a sorting algorithm based on the </a:t>
            </a:r>
            <a:r>
              <a:rPr lang="en-US" altLang="en-US" sz="2400" u="sng" dirty="0"/>
              <a:t>divide-and-conquer</a:t>
            </a:r>
            <a:r>
              <a:rPr lang="en-US" altLang="en-US" sz="2400" dirty="0"/>
              <a:t> paradigm:</a:t>
            </a:r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pick a </a:t>
            </a:r>
            <a:r>
              <a:rPr lang="en-US" altLang="en-US" sz="2000" u="sng" dirty="0"/>
              <a:t>element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x</a:t>
            </a:r>
            <a:r>
              <a:rPr lang="en-US" altLang="en-US" sz="2000" u="sng" dirty="0"/>
              <a:t> (called </a:t>
            </a:r>
            <a:r>
              <a:rPr lang="en-US" altLang="en-US" sz="2000" u="sng" dirty="0">
                <a:solidFill>
                  <a:schemeClr val="tx2"/>
                </a:solidFill>
              </a:rPr>
              <a:t>pivot</a:t>
            </a:r>
            <a:r>
              <a:rPr lang="en-US" altLang="en-US" sz="2000" u="sng" dirty="0"/>
              <a:t>)</a:t>
            </a:r>
            <a:r>
              <a:rPr lang="en-US" altLang="en-US" sz="2000" dirty="0"/>
              <a:t> and partition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into 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800" dirty="0"/>
              <a:t>elements less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1800" dirty="0"/>
              <a:t>elements equal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2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800" dirty="0"/>
              <a:t>elements greater than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endParaRPr lang="en-US" altLang="en-US" sz="1800" dirty="0"/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sort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  <a:endParaRPr lang="en-US" altLang="en-US" sz="2000" dirty="0"/>
          </a:p>
          <a:p>
            <a:pPr lvl="1" eaLnBrk="1" hangingPunct="1"/>
            <a:r>
              <a:rPr lang="en-US" altLang="en-US" sz="2000" u="sng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join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2000" b="1" i="1" dirty="0"/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54" name="Rectangle 9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5" name="Rectangle 10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6" name="Rectangle 11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7" name="Rectangle 12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8" name="Rectangle 13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9" name="Rectangle 14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31760" name="Group 15"/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31771" name="Rectangle 16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72" name="Rectangle 17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73" name="Rectangle 18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31761" name="Rectangle 19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62" name="AutoShape 20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31763" name="AutoShape 21"/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1764" name="AutoShape 22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tIns="0" rIns="548640" bIns="0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31765" name="Rectangle 23"/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6" name="Rectangle 24"/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7" name="Rectangle 25"/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8" name="Rectangle 26"/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69" name="Rectangle 27"/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70" name="Rectangle 28"/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Quick-Sort (cont.)</a:t>
            </a:r>
            <a:endParaRPr lang="en-MY" altLang="en-US" dirty="0"/>
          </a:p>
        </p:txBody>
      </p:sp>
      <p:sp>
        <p:nvSpPr>
          <p:cNvPr id="32771" name="Content Placeholder 6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2"/>
                </a:solidFill>
              </a:rPr>
              <a:t>A Quick-Sort algorithm consists of 2 functions/algorithms:</a:t>
            </a:r>
          </a:p>
          <a:p>
            <a:pPr lvl="1" eaLnBrk="1" hangingPunct="1"/>
            <a:r>
              <a:rPr lang="en-US" altLang="en-US" sz="2400" dirty="0">
                <a:solidFill>
                  <a:schemeClr val="tx2"/>
                </a:solidFill>
              </a:rPr>
              <a:t>A </a:t>
            </a:r>
            <a:r>
              <a:rPr lang="en-US" altLang="en-US" sz="2400" u="sng" dirty="0">
                <a:solidFill>
                  <a:schemeClr val="tx2"/>
                </a:solidFill>
              </a:rPr>
              <a:t>recursive</a:t>
            </a:r>
            <a:r>
              <a:rPr lang="en-US" altLang="en-US" sz="2400" dirty="0">
                <a:solidFill>
                  <a:schemeClr val="tx2"/>
                </a:solidFill>
              </a:rPr>
              <a:t> function called </a:t>
            </a:r>
            <a:r>
              <a:rPr lang="en-US" altLang="en-US" sz="2400" u="sng" dirty="0">
                <a:solidFill>
                  <a:schemeClr val="tx2"/>
                </a:solidFill>
              </a:rPr>
              <a:t>quicksort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en-US" sz="2400" dirty="0">
                <a:solidFill>
                  <a:schemeClr val="tx2"/>
                </a:solidFill>
              </a:rPr>
              <a:t>A </a:t>
            </a:r>
            <a:r>
              <a:rPr lang="en-US" altLang="en-US" sz="2400" u="sng" dirty="0">
                <a:solidFill>
                  <a:schemeClr val="tx2"/>
                </a:solidFill>
              </a:rPr>
              <a:t>non-recursive</a:t>
            </a:r>
            <a:r>
              <a:rPr lang="en-US" altLang="en-US" sz="2400" dirty="0">
                <a:solidFill>
                  <a:schemeClr val="tx2"/>
                </a:solidFill>
              </a:rPr>
              <a:t> function called </a:t>
            </a:r>
            <a:r>
              <a:rPr lang="en-US" altLang="en-US" sz="2400" u="sng" dirty="0">
                <a:solidFill>
                  <a:schemeClr val="tx2"/>
                </a:solidFill>
              </a:rPr>
              <a:t>partition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2"/>
                </a:solidFill>
              </a:rPr>
              <a:t>quicksort calls partition</a:t>
            </a:r>
          </a:p>
          <a:p>
            <a:pPr eaLnBrk="1" hangingPunct="1"/>
            <a:endParaRPr lang="en-US" altLang="en-US" sz="2800" dirty="0">
              <a:solidFill>
                <a:schemeClr val="tx2"/>
              </a:solidFill>
            </a:endParaRP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74AFD-7BF4-435A-AD45-3985380D61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quicksort Function</a:t>
            </a:r>
            <a:endParaRPr lang="en-MY" altLang="en-US" dirty="0"/>
          </a:p>
        </p:txBody>
      </p:sp>
      <p:sp>
        <p:nvSpPr>
          <p:cNvPr id="32771" name="Content Placeholder 6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1905000"/>
            <a:ext cx="81534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Algorithm quickSort (S, left, right)</a:t>
            </a: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Input: Array S, left index, right index.</a:t>
            </a: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Output: S is sorted.</a:t>
            </a:r>
          </a:p>
          <a:p>
            <a:pPr marL="0" indent="0">
              <a:buNone/>
            </a:pPr>
            <a:endParaRPr lang="en-US" altLang="en-US" sz="2000" noProof="1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if left &lt; right</a:t>
            </a: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  pi = partition (S, left, right) // pivot index</a:t>
            </a: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  quickSort (S, left, pi-1)       // L, E</a:t>
            </a:r>
          </a:p>
          <a:p>
            <a:pPr marL="0" indent="0">
              <a:buNone/>
            </a:pPr>
            <a:r>
              <a:rPr lang="en-US" altLang="en-US" sz="2000" noProof="1">
                <a:latin typeface="Lucida Console" panose="020B0609040504020204" pitchFamily="49" charset="0"/>
              </a:rPr>
              <a:t>    quickSort (S, pi+1, right)      // G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74AFD-7BF4-435A-AD45-3985380D61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7281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Quick-Sort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BE0CA-ECC3-4EF1-BEB9-1235501FE18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Partition</a:t>
            </a:r>
          </a:p>
        </p:txBody>
      </p:sp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52400" y="1595438"/>
            <a:ext cx="4191000" cy="4805362"/>
          </a:xfrm>
        </p:spPr>
        <p:txBody>
          <a:bodyPr/>
          <a:lstStyle/>
          <a:p>
            <a:r>
              <a:rPr lang="en-US" altLang="en-US" sz="2000" dirty="0"/>
              <a:t>We partition an input sequence as follows:</a:t>
            </a:r>
          </a:p>
          <a:p>
            <a:pPr lvl="1"/>
            <a:r>
              <a:rPr lang="en-US" altLang="en-US" sz="1800" dirty="0"/>
              <a:t>We remove, in turn, each element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dirty="0"/>
              <a:t> from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and </a:t>
            </a:r>
          </a:p>
          <a:p>
            <a:pPr lvl="1"/>
            <a:r>
              <a:rPr lang="en-US" altLang="en-US" sz="1800" dirty="0"/>
              <a:t>We insert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dirty="0"/>
              <a:t> into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1800" dirty="0"/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i="1" dirty="0"/>
              <a:t> </a:t>
            </a:r>
            <a:r>
              <a:rPr lang="en-US" altLang="en-US" sz="1800" dirty="0"/>
              <a:t>or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1800" dirty="0"/>
              <a:t>,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/>
              <a:t>depending on the result of the comparison with the pivot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</a:p>
          <a:p>
            <a:pPr lvl="1"/>
            <a:r>
              <a:rPr lang="en-US" altLang="en-US" sz="1800" dirty="0"/>
              <a:t>We remove all elements from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L</a:t>
            </a:r>
            <a:r>
              <a:rPr lang="en-US" altLang="en-US" sz="1800" dirty="0"/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1800" dirty="0"/>
              <a:t>, and insert it into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r>
              <a:rPr lang="en-US" altLang="en-US" sz="2000" dirty="0"/>
              <a:t>Each insertion and removal is at the beginning or at the end of a sequence, and hence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(1)</a:t>
            </a:r>
            <a:r>
              <a:rPr lang="en-US" altLang="en-US" sz="2000" dirty="0"/>
              <a:t> time</a:t>
            </a:r>
          </a:p>
          <a:p>
            <a:r>
              <a:rPr lang="en-US" altLang="en-US" sz="2000" dirty="0"/>
              <a:t>Thus, the partition step of quick-sort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4495800" y="276046"/>
            <a:ext cx="4495800" cy="61247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342900"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28650"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Algorithm partition(S)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Input: Array S.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Output: All elements &lt; pivot are placed before pivot, and all elements &gt; pivot are placed after pivot.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L, E, G = empty sequences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p = S.last() // pivot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S.isEmpty()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 = S.removeFirst()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if e &lt;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L.insertLast(e)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else if e =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E.insertLast(e)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else // e &gt; 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  G.insertLast(e)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L.isEmpty()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S.insertLast(L.removeFirst())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pi = S.size() // pivot index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E.isEmpty()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S.insertLast(E.removeFirst())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while not G.isEmpty()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  S.insertLast(G.removeFirst())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400" noProof="1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400" noProof="1">
                <a:solidFill>
                  <a:srgbClr val="000000"/>
                </a:solidFill>
                <a:latin typeface="Lucida Console" panose="020B0609040504020204" pitchFamily="49" charset="0"/>
              </a:rPr>
              <a:t>  return pi</a:t>
            </a:r>
          </a:p>
        </p:txBody>
      </p:sp>
    </p:spTree>
    <p:extLst>
      <p:ext uri="{BB962C8B-B14F-4D97-AF65-F5344CB8AC3E}">
        <p14:creationId xmlns:p14="http://schemas.microsoft.com/office/powerpoint/2010/main" val="429316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DBDF68-1073-4708-977E-16BA2E64F2C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Quick-Sort Tree</a:t>
            </a:r>
          </a:p>
        </p:txBody>
      </p:sp>
      <p:sp>
        <p:nvSpPr>
          <p:cNvPr id="348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2286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An execution of quick-sort is depicted by a binary tree</a:t>
            </a:r>
          </a:p>
          <a:p>
            <a:pPr lvl="1" eaLnBrk="1" hangingPunct="1"/>
            <a:r>
              <a:rPr lang="en-US" altLang="en-US" sz="2000" dirty="0"/>
              <a:t>Each node represents a recursive call of quick-sort and stores</a:t>
            </a:r>
          </a:p>
          <a:p>
            <a:pPr lvl="2" eaLnBrk="1" hangingPunct="1"/>
            <a:r>
              <a:rPr lang="en-US" altLang="en-US" sz="1800" dirty="0"/>
              <a:t>Unsorted sequence before the execution and its pivot</a:t>
            </a:r>
          </a:p>
          <a:p>
            <a:pPr lvl="2" eaLnBrk="1" hangingPunct="1"/>
            <a:r>
              <a:rPr lang="en-US" altLang="en-US" sz="1800" dirty="0"/>
              <a:t>Sorted sequence at the end of the execution</a:t>
            </a:r>
          </a:p>
          <a:p>
            <a:pPr lvl="1" eaLnBrk="1" hangingPunct="1"/>
            <a:r>
              <a:rPr lang="en-US" altLang="en-US" sz="2000" dirty="0"/>
              <a:t>The root is the initial call </a:t>
            </a:r>
          </a:p>
          <a:p>
            <a:pPr lvl="1" eaLnBrk="1" hangingPunct="1"/>
            <a:r>
              <a:rPr lang="en-US" altLang="en-US" sz="2000" dirty="0"/>
              <a:t>The leaves are calls on subsequences of size 0 or 1</a:t>
            </a:r>
            <a:endParaRPr lang="en-US" altLang="en-US" sz="2400" dirty="0"/>
          </a:p>
        </p:txBody>
      </p:sp>
      <p:sp>
        <p:nvSpPr>
          <p:cNvPr id="34821" name="AutoShape 4"/>
          <p:cNvSpPr>
            <a:spLocks noChangeArrowheads="1"/>
          </p:cNvSpPr>
          <p:nvPr/>
        </p:nvSpPr>
        <p:spPr bwMode="auto">
          <a:xfrm>
            <a:off x="2425700" y="3962400"/>
            <a:ext cx="42672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2  9  4  7  </a:t>
            </a:r>
            <a:r>
              <a:rPr lang="en-US" altLang="en-US" sz="2400" u="sng" dirty="0"/>
              <a:t>6</a:t>
            </a:r>
            <a:r>
              <a:rPr lang="en-US" altLang="en-US" sz="2400" dirty="0"/>
              <a:t> 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 2  4  </a:t>
            </a:r>
            <a:r>
              <a:rPr lang="en-US" altLang="en-US" sz="2400" u="sng" dirty="0"/>
              <a:t>6</a:t>
            </a:r>
            <a:r>
              <a:rPr lang="en-US" altLang="en-US" sz="2400" dirty="0"/>
              <a:t>  7  9</a:t>
            </a:r>
          </a:p>
        </p:txBody>
      </p:sp>
      <p:sp>
        <p:nvSpPr>
          <p:cNvPr id="34822" name="AutoShape 5"/>
          <p:cNvSpPr>
            <a:spLocks noChangeArrowheads="1"/>
          </p:cNvSpPr>
          <p:nvPr/>
        </p:nvSpPr>
        <p:spPr bwMode="auto">
          <a:xfrm>
            <a:off x="1981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2  </a:t>
            </a:r>
            <a:r>
              <a:rPr lang="en-US" altLang="en-US" sz="2400" u="sng" dirty="0"/>
              <a:t>4</a:t>
            </a:r>
            <a:r>
              <a:rPr lang="en-US" altLang="en-US" sz="2400" dirty="0"/>
              <a:t> 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 2  </a:t>
            </a:r>
            <a:r>
              <a:rPr lang="en-US" altLang="en-US" sz="2400" u="sng" dirty="0"/>
              <a:t>4</a:t>
            </a:r>
          </a:p>
        </p:txBody>
      </p:sp>
      <p:sp>
        <p:nvSpPr>
          <p:cNvPr id="34823" name="AutoShape 6"/>
          <p:cNvSpPr>
            <a:spLocks noChangeArrowheads="1"/>
          </p:cNvSpPr>
          <p:nvPr/>
        </p:nvSpPr>
        <p:spPr bwMode="auto">
          <a:xfrm>
            <a:off x="5029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9  </a:t>
            </a:r>
            <a:r>
              <a:rPr lang="en-US" altLang="en-US" sz="2400" u="sng" dirty="0"/>
              <a:t>7</a:t>
            </a:r>
            <a:r>
              <a:rPr lang="en-US" altLang="en-US" sz="2400" dirty="0"/>
              <a:t>  </a:t>
            </a:r>
            <a:r>
              <a:rPr lang="en-US" altLang="en-US" sz="2400" b="1" dirty="0">
                <a:sym typeface="Symbol" panose="05050102010706020507" pitchFamily="18" charset="2"/>
              </a:rPr>
              <a:t></a:t>
            </a:r>
            <a:r>
              <a:rPr lang="en-US" altLang="en-US" sz="2400" dirty="0"/>
              <a:t>  </a:t>
            </a:r>
            <a:r>
              <a:rPr lang="en-US" altLang="en-US" sz="2400" u="sng" dirty="0"/>
              <a:t>7</a:t>
            </a:r>
            <a:r>
              <a:rPr lang="en-US" altLang="en-US" sz="2400" dirty="0"/>
              <a:t>  9</a:t>
            </a:r>
          </a:p>
        </p:txBody>
      </p:sp>
      <p:sp>
        <p:nvSpPr>
          <p:cNvPr id="34824" name="AutoShape 7"/>
          <p:cNvSpPr>
            <a:spLocks noChangeArrowheads="1"/>
          </p:cNvSpPr>
          <p:nvPr/>
        </p:nvSpPr>
        <p:spPr bwMode="auto">
          <a:xfrm>
            <a:off x="1866900" y="5791200"/>
            <a:ext cx="10287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 </a:t>
            </a:r>
            <a:r>
              <a:rPr lang="en-US" altLang="en-US" sz="2400" b="1">
                <a:sym typeface="Symbol" panose="05050102010706020507" pitchFamily="18" charset="2"/>
              </a:rPr>
              <a:t></a:t>
            </a:r>
            <a:r>
              <a:rPr lang="en-US" altLang="en-US" sz="2400"/>
              <a:t> 2</a:t>
            </a:r>
          </a:p>
        </p:txBody>
      </p:sp>
      <p:sp>
        <p:nvSpPr>
          <p:cNvPr id="34825" name="AutoShape 8"/>
          <p:cNvSpPr>
            <a:spLocks noChangeArrowheads="1"/>
          </p:cNvSpPr>
          <p:nvPr/>
        </p:nvSpPr>
        <p:spPr bwMode="auto">
          <a:xfrm>
            <a:off x="3276600" y="5791200"/>
            <a:ext cx="99060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4826" name="AutoShape 9"/>
          <p:cNvSpPr>
            <a:spLocks noChangeArrowheads="1"/>
          </p:cNvSpPr>
          <p:nvPr/>
        </p:nvSpPr>
        <p:spPr bwMode="auto">
          <a:xfrm>
            <a:off x="4905375" y="5791200"/>
            <a:ext cx="1009650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4827" name="AutoShape 10"/>
          <p:cNvSpPr>
            <a:spLocks noChangeArrowheads="1"/>
          </p:cNvSpPr>
          <p:nvPr/>
        </p:nvSpPr>
        <p:spPr bwMode="auto">
          <a:xfrm>
            <a:off x="6324600" y="5791200"/>
            <a:ext cx="981075" cy="4572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 </a:t>
            </a:r>
            <a:r>
              <a:rPr lang="en-US" altLang="en-US" sz="2400" b="1">
                <a:sym typeface="Symbol" panose="05050102010706020507" pitchFamily="18" charset="2"/>
              </a:rPr>
              <a:t></a:t>
            </a:r>
            <a:r>
              <a:rPr lang="en-US" altLang="en-US" sz="2400"/>
              <a:t> 9</a:t>
            </a:r>
          </a:p>
        </p:txBody>
      </p:sp>
      <p:cxnSp>
        <p:nvCxnSpPr>
          <p:cNvPr id="34828" name="AutoShape 11"/>
          <p:cNvCxnSpPr>
            <a:cxnSpLocks noChangeShapeType="1"/>
            <a:stCxn id="34822" idx="0"/>
            <a:endCxn id="34821" idx="2"/>
          </p:cNvCxnSpPr>
          <p:nvPr/>
        </p:nvCxnSpPr>
        <p:spPr bwMode="auto">
          <a:xfrm flipV="1">
            <a:off x="3048000" y="4429125"/>
            <a:ext cx="15113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9" name="AutoShape 12"/>
          <p:cNvCxnSpPr>
            <a:cxnSpLocks noChangeShapeType="1"/>
            <a:stCxn id="34823" idx="0"/>
            <a:endCxn id="34821" idx="2"/>
          </p:cNvCxnSpPr>
          <p:nvPr/>
        </p:nvCxnSpPr>
        <p:spPr bwMode="auto">
          <a:xfrm flipH="1" flipV="1">
            <a:off x="4559300" y="4429125"/>
            <a:ext cx="15367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0" name="AutoShape 13"/>
          <p:cNvCxnSpPr>
            <a:cxnSpLocks noChangeShapeType="1"/>
            <a:stCxn id="34824" idx="0"/>
            <a:endCxn id="34822" idx="2"/>
          </p:cNvCxnSpPr>
          <p:nvPr/>
        </p:nvCxnSpPr>
        <p:spPr bwMode="auto">
          <a:xfrm flipV="1">
            <a:off x="2381250" y="5343525"/>
            <a:ext cx="6667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1" name="AutoShape 14"/>
          <p:cNvCxnSpPr>
            <a:cxnSpLocks noChangeShapeType="1"/>
            <a:stCxn id="34826" idx="0"/>
            <a:endCxn id="34823" idx="2"/>
          </p:cNvCxnSpPr>
          <p:nvPr/>
        </p:nvCxnSpPr>
        <p:spPr bwMode="auto">
          <a:xfrm flipV="1">
            <a:off x="5410200" y="5343525"/>
            <a:ext cx="6858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2" name="AutoShape 15"/>
          <p:cNvCxnSpPr>
            <a:cxnSpLocks noChangeShapeType="1"/>
            <a:stCxn id="34822" idx="2"/>
            <a:endCxn id="34825" idx="0"/>
          </p:cNvCxnSpPr>
          <p:nvPr/>
        </p:nvCxnSpPr>
        <p:spPr bwMode="auto">
          <a:xfrm>
            <a:off x="3048000" y="5343525"/>
            <a:ext cx="7239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3" name="AutoShape 16"/>
          <p:cNvCxnSpPr>
            <a:cxnSpLocks noChangeShapeType="1"/>
            <a:stCxn id="34823" idx="2"/>
            <a:endCxn id="34827" idx="0"/>
          </p:cNvCxnSpPr>
          <p:nvPr/>
        </p:nvCxnSpPr>
        <p:spPr bwMode="auto">
          <a:xfrm>
            <a:off x="6096000" y="5343525"/>
            <a:ext cx="719138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DFC55-0EEA-45EE-BC3C-C5CD7C6BBDF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Quick-Sort Tree Example</a:t>
            </a:r>
          </a:p>
        </p:txBody>
      </p:sp>
      <p:sp>
        <p:nvSpPr>
          <p:cNvPr id="512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Last element as pivot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9107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5F18A0-D8A2-4BC3-A5DC-4BE0F9BB571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22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Partition, recursive call, pivot selection</a:t>
            </a:r>
          </a:p>
        </p:txBody>
      </p:sp>
      <p:sp>
        <p:nvSpPr>
          <p:cNvPr id="52233" name="AutoShape 8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cxnSp>
        <p:nvCxnSpPr>
          <p:cNvPr id="52238" name="AutoShape 13"/>
          <p:cNvCxnSpPr>
            <a:cxnSpLocks noChangeShapeType="1"/>
            <a:stCxn id="52233" idx="0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40" name="Line 15"/>
          <p:cNvSpPr>
            <a:spLocks noChangeShapeType="1"/>
          </p:cNvSpPr>
          <p:nvPr/>
        </p:nvSpPr>
        <p:spPr bwMode="auto">
          <a:xfrm flipH="1">
            <a:off x="24384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cxnSp>
        <p:nvCxnSpPr>
          <p:cNvPr id="10" name="AutoShape 10"/>
          <p:cNvCxnSpPr>
            <a:cxnSpLocks noChangeShapeType="1"/>
            <a:stCxn id="9" idx="0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0219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E89A03-BB1A-46E1-BEDB-224F7FC55F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Partition, recursive call, base case</a:t>
            </a:r>
          </a:p>
        </p:txBody>
      </p:sp>
      <p:cxnSp>
        <p:nvCxnSpPr>
          <p:cNvPr id="53253" name="AutoShape 4"/>
          <p:cNvCxnSpPr>
            <a:cxnSpLocks noChangeShapeType="1"/>
            <a:stCxn id="53258" idx="0"/>
            <a:endCxn id="53257" idx="2"/>
          </p:cNvCxnSpPr>
          <p:nvPr/>
        </p:nvCxnSpPr>
        <p:spPr bwMode="auto">
          <a:xfrm flipV="1">
            <a:off x="1524000" y="4054475"/>
            <a:ext cx="9810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54" name="AutoShape 5"/>
          <p:cNvCxnSpPr>
            <a:cxnSpLocks noChangeShapeType="1"/>
            <a:endCxn id="53257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7" name="AutoShape 8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53258" name="AutoShape 9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 </a:t>
            </a:r>
            <a:r>
              <a:rPr lang="en-US" altLang="en-US" sz="1800" b="1" dirty="0"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  <a:endParaRPr lang="en-US" altLang="en-US" sz="1800" dirty="0"/>
          </a:p>
        </p:txBody>
      </p:sp>
      <p:cxnSp>
        <p:nvCxnSpPr>
          <p:cNvPr id="53263" name="AutoShape 14"/>
          <p:cNvCxnSpPr>
            <a:cxnSpLocks noChangeShapeType="1"/>
            <a:stCxn id="53257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5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5" name="Line 16"/>
          <p:cNvSpPr>
            <a:spLocks noChangeShapeType="1"/>
          </p:cNvSpPr>
          <p:nvPr/>
        </p:nvSpPr>
        <p:spPr bwMode="auto">
          <a:xfrm flipH="1">
            <a:off x="12192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6" name="AutoShape 18"/>
          <p:cNvSpPr>
            <a:spLocks noChangeArrowheads="1"/>
          </p:cNvSpPr>
          <p:nvPr/>
        </p:nvSpPr>
        <p:spPr bwMode="auto">
          <a:xfrm>
            <a:off x="2824163" y="4645025"/>
            <a:ext cx="1495425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/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0922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E89A03-BB1A-46E1-BEDB-224F7FC55F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 call, pivot selection</a:t>
            </a:r>
          </a:p>
        </p:txBody>
      </p:sp>
      <p:cxnSp>
        <p:nvCxnSpPr>
          <p:cNvPr id="53253" name="AutoShape 4"/>
          <p:cNvCxnSpPr>
            <a:cxnSpLocks noChangeShapeType="1"/>
            <a:stCxn id="53258" idx="0"/>
            <a:endCxn id="53257" idx="2"/>
          </p:cNvCxnSpPr>
          <p:nvPr/>
        </p:nvCxnSpPr>
        <p:spPr bwMode="auto">
          <a:xfrm flipV="1">
            <a:off x="1524000" y="4054475"/>
            <a:ext cx="9810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54" name="AutoShape 5"/>
          <p:cNvCxnSpPr>
            <a:cxnSpLocks noChangeShapeType="1"/>
            <a:endCxn id="53257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7" name="AutoShape 8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53258" name="AutoShape 9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 </a:t>
            </a:r>
            <a:r>
              <a:rPr lang="en-US" altLang="en-US" sz="1800" b="1" dirty="0"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  <a:endParaRPr lang="en-US" altLang="en-US" sz="1800" dirty="0"/>
          </a:p>
        </p:txBody>
      </p:sp>
      <p:cxnSp>
        <p:nvCxnSpPr>
          <p:cNvPr id="53263" name="AutoShape 14"/>
          <p:cNvCxnSpPr>
            <a:cxnSpLocks noChangeShapeType="1"/>
            <a:stCxn id="53257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5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6" name="AutoShape 18"/>
          <p:cNvSpPr>
            <a:spLocks noChangeArrowheads="1"/>
          </p:cNvSpPr>
          <p:nvPr/>
        </p:nvSpPr>
        <p:spPr bwMode="auto">
          <a:xfrm>
            <a:off x="2824163" y="4645025"/>
            <a:ext cx="1495425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/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3143250" y="4191000"/>
            <a:ext cx="642938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8631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E89A03-BB1A-46E1-BEDB-224F7FC55F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Partition, recursive call, base case</a:t>
            </a:r>
          </a:p>
        </p:txBody>
      </p:sp>
      <p:cxnSp>
        <p:nvCxnSpPr>
          <p:cNvPr id="53253" name="AutoShape 4"/>
          <p:cNvCxnSpPr>
            <a:cxnSpLocks noChangeShapeType="1"/>
            <a:stCxn id="53258" idx="0"/>
            <a:endCxn id="53257" idx="2"/>
          </p:cNvCxnSpPr>
          <p:nvPr/>
        </p:nvCxnSpPr>
        <p:spPr bwMode="auto">
          <a:xfrm flipV="1">
            <a:off x="1524000" y="4054475"/>
            <a:ext cx="9810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54" name="AutoShape 5"/>
          <p:cNvCxnSpPr>
            <a:cxnSpLocks noChangeShapeType="1"/>
            <a:endCxn id="53257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7" name="AutoShape 8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53258" name="AutoShape 9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 </a:t>
            </a:r>
            <a:r>
              <a:rPr lang="en-US" altLang="en-US" sz="1800" b="1" dirty="0"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  <a:endParaRPr lang="en-US" altLang="en-US" sz="1800" dirty="0"/>
          </a:p>
        </p:txBody>
      </p:sp>
      <p:cxnSp>
        <p:nvCxnSpPr>
          <p:cNvPr id="53263" name="AutoShape 14"/>
          <p:cNvCxnSpPr>
            <a:cxnSpLocks noChangeShapeType="1"/>
            <a:stCxn id="53257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5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cxnSp>
        <p:nvCxnSpPr>
          <p:cNvPr id="25" name="AutoShape 15"/>
          <p:cNvCxnSpPr>
            <a:cxnSpLocks noChangeShapeType="1"/>
            <a:stCxn id="26" idx="2"/>
            <a:endCxn id="28" idx="0"/>
          </p:cNvCxnSpPr>
          <p:nvPr/>
        </p:nvCxnSpPr>
        <p:spPr bwMode="auto">
          <a:xfrm>
            <a:off x="3571875" y="5081588"/>
            <a:ext cx="5048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18"/>
          <p:cNvSpPr>
            <a:spLocks noChangeArrowheads="1"/>
          </p:cNvSpPr>
          <p:nvPr/>
        </p:nvSpPr>
        <p:spPr bwMode="auto">
          <a:xfrm>
            <a:off x="2824163" y="4645025"/>
            <a:ext cx="1495425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/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8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/>
              <a:t> 4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3962400" y="5257800"/>
            <a:ext cx="357188" cy="304799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0523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E89A03-BB1A-46E1-BEDB-224F7FC55F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Join</a:t>
            </a:r>
          </a:p>
        </p:txBody>
      </p:sp>
      <p:cxnSp>
        <p:nvCxnSpPr>
          <p:cNvPr id="53253" name="AutoShape 4"/>
          <p:cNvCxnSpPr>
            <a:cxnSpLocks noChangeShapeType="1"/>
            <a:stCxn id="53258" idx="0"/>
            <a:endCxn id="53257" idx="2"/>
          </p:cNvCxnSpPr>
          <p:nvPr/>
        </p:nvCxnSpPr>
        <p:spPr bwMode="auto">
          <a:xfrm flipV="1">
            <a:off x="1524000" y="4054475"/>
            <a:ext cx="9810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54" name="AutoShape 5"/>
          <p:cNvCxnSpPr>
            <a:cxnSpLocks noChangeShapeType="1"/>
            <a:endCxn id="53257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7" name="AutoShape 8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53258" name="AutoShape 9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 </a:t>
            </a:r>
            <a:r>
              <a:rPr lang="en-US" altLang="en-US" sz="1800" b="1" dirty="0"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ym typeface="Symbol" panose="05050102010706020507" pitchFamily="18" charset="2"/>
              </a:rPr>
              <a:t>1</a:t>
            </a:r>
            <a:endParaRPr lang="en-US" altLang="en-US" sz="1800" dirty="0"/>
          </a:p>
        </p:txBody>
      </p:sp>
      <p:cxnSp>
        <p:nvCxnSpPr>
          <p:cNvPr id="53263" name="AutoShape 14"/>
          <p:cNvCxnSpPr>
            <a:cxnSpLocks noChangeShapeType="1"/>
            <a:stCxn id="53257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5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cxnSp>
        <p:nvCxnSpPr>
          <p:cNvPr id="25" name="AutoShape 15"/>
          <p:cNvCxnSpPr>
            <a:cxnSpLocks noChangeShapeType="1"/>
            <a:stCxn id="26" idx="2"/>
            <a:endCxn id="28" idx="0"/>
          </p:cNvCxnSpPr>
          <p:nvPr/>
        </p:nvCxnSpPr>
        <p:spPr bwMode="auto">
          <a:xfrm>
            <a:off x="3571875" y="5081588"/>
            <a:ext cx="5048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18"/>
          <p:cNvSpPr>
            <a:spLocks noChangeArrowheads="1"/>
          </p:cNvSpPr>
          <p:nvPr/>
        </p:nvSpPr>
        <p:spPr bwMode="auto">
          <a:xfrm>
            <a:off x="2824163" y="4645025"/>
            <a:ext cx="1495425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/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3  4</a:t>
            </a:r>
            <a:endParaRPr lang="en-US" altLang="en-US" sz="1800" dirty="0"/>
          </a:p>
        </p:txBody>
      </p:sp>
      <p:sp>
        <p:nvSpPr>
          <p:cNvPr id="28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/>
              <a:t> 4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rot="10800000">
            <a:off x="3962400" y="5257800"/>
            <a:ext cx="357188" cy="304799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5379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47D967-E841-4627-8C1C-FCDAED7E36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42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Join</a:t>
            </a:r>
          </a:p>
        </p:txBody>
      </p:sp>
      <p:cxnSp>
        <p:nvCxnSpPr>
          <p:cNvPr id="54283" name="AutoShape 10"/>
          <p:cNvCxnSpPr>
            <a:cxnSpLocks noChangeShapeType="1"/>
            <a:stCxn id="54289" idx="0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84" name="AutoShape 11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85" name="AutoShape 12"/>
          <p:cNvCxnSpPr>
            <a:cxnSpLocks noChangeShapeType="1"/>
            <a:stCxn id="54290" idx="0"/>
            <a:endCxn id="54289" idx="2"/>
          </p:cNvCxnSpPr>
          <p:nvPr/>
        </p:nvCxnSpPr>
        <p:spPr bwMode="auto">
          <a:xfrm flipV="1">
            <a:off x="1524000" y="4064000"/>
            <a:ext cx="981075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86" name="AutoShape 13"/>
          <p:cNvCxnSpPr>
            <a:cxnSpLocks noChangeShapeType="1"/>
            <a:stCxn id="54291" idx="0"/>
            <a:endCxn id="54289" idx="2"/>
          </p:cNvCxnSpPr>
          <p:nvPr/>
        </p:nvCxnSpPr>
        <p:spPr bwMode="auto">
          <a:xfrm flipH="1" flipV="1">
            <a:off x="2505075" y="4064000"/>
            <a:ext cx="1066800" cy="5715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88" name="AutoShape 15"/>
          <p:cNvCxnSpPr>
            <a:cxnSpLocks noChangeShapeType="1"/>
            <a:stCxn id="54291" idx="2"/>
            <a:endCxn id="54293" idx="0"/>
          </p:cNvCxnSpPr>
          <p:nvPr/>
        </p:nvCxnSpPr>
        <p:spPr bwMode="auto">
          <a:xfrm>
            <a:off x="3571875" y="5081588"/>
            <a:ext cx="5048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89" name="AutoShape 16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4290" name="AutoShape 17"/>
          <p:cNvSpPr>
            <a:spLocks noChangeArrowheads="1"/>
          </p:cNvSpPr>
          <p:nvPr/>
        </p:nvSpPr>
        <p:spPr bwMode="auto">
          <a:xfrm>
            <a:off x="1066800" y="4645025"/>
            <a:ext cx="914400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4291" name="AutoShape 18"/>
          <p:cNvSpPr>
            <a:spLocks noChangeArrowheads="1"/>
          </p:cNvSpPr>
          <p:nvPr/>
        </p:nvSpPr>
        <p:spPr bwMode="auto">
          <a:xfrm>
            <a:off x="2824163" y="4645025"/>
            <a:ext cx="1495425" cy="42703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4293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4294" name="Line 21"/>
          <p:cNvSpPr>
            <a:spLocks noChangeShapeType="1"/>
          </p:cNvSpPr>
          <p:nvPr/>
        </p:nvSpPr>
        <p:spPr bwMode="auto">
          <a:xfrm flipH="1">
            <a:off x="11430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95" name="Line 22"/>
          <p:cNvSpPr>
            <a:spLocks noChangeShapeType="1"/>
          </p:cNvSpPr>
          <p:nvPr/>
        </p:nvSpPr>
        <p:spPr bwMode="auto">
          <a:xfrm>
            <a:off x="3276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0467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26BADA-659D-47C2-928E-5D57833E025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53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pivot selection</a:t>
            </a:r>
          </a:p>
        </p:txBody>
      </p:sp>
      <p:cxnSp>
        <p:nvCxnSpPr>
          <p:cNvPr id="55306" name="AutoShape 9"/>
          <p:cNvCxnSpPr>
            <a:cxnSpLocks noChangeShapeType="1"/>
            <a:stCxn id="55312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07" name="AutoShape 10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08" name="AutoShape 11"/>
          <p:cNvCxnSpPr>
            <a:cxnSpLocks noChangeShapeType="1"/>
            <a:stCxn id="55313" idx="0"/>
            <a:endCxn id="55312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09" name="AutoShape 12"/>
          <p:cNvCxnSpPr>
            <a:cxnSpLocks noChangeShapeType="1"/>
            <a:stCxn id="55314" idx="0"/>
            <a:endCxn id="55312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1" name="AutoShape 14"/>
          <p:cNvCxnSpPr>
            <a:cxnSpLocks noChangeShapeType="1"/>
            <a:stCxn id="55314" idx="2"/>
            <a:endCxn id="55316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12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5313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5314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5316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5317" name="Line 20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8574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366188-DAC3-4519-AC10-810C239D13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63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Partition, recursive, pivot selection</a:t>
            </a:r>
          </a:p>
        </p:txBody>
      </p:sp>
      <p:cxnSp>
        <p:nvCxnSpPr>
          <p:cNvPr id="56327" name="AutoShape 6"/>
          <p:cNvCxnSpPr>
            <a:cxnSpLocks noChangeShapeType="1"/>
          </p:cNvCxnSpPr>
          <p:nvPr/>
        </p:nvCxnSpPr>
        <p:spPr bwMode="auto">
          <a:xfrm flipV="1">
            <a:off x="5834063" y="40544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28" name="AutoShape 7"/>
          <p:cNvCxnSpPr>
            <a:cxnSpLocks noChangeShapeType="1"/>
            <a:stCxn id="56342" idx="0"/>
          </p:cNvCxnSpPr>
          <p:nvPr/>
        </p:nvCxnSpPr>
        <p:spPr bwMode="auto">
          <a:xfrm flipH="1" flipV="1">
            <a:off x="6924675" y="4054475"/>
            <a:ext cx="1042988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0" name="AutoShape 9"/>
          <p:cNvCxnSpPr>
            <a:cxnSpLocks noChangeShapeType="1"/>
            <a:stCxn id="56336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1" name="AutoShape 10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2" name="AutoShape 11"/>
          <p:cNvCxnSpPr>
            <a:cxnSpLocks noChangeShapeType="1"/>
            <a:stCxn id="56337" idx="0"/>
            <a:endCxn id="56336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3" name="AutoShape 12"/>
          <p:cNvCxnSpPr>
            <a:cxnSpLocks noChangeShapeType="1"/>
            <a:stCxn id="56338" idx="0"/>
            <a:endCxn id="56336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5" name="AutoShape 14"/>
          <p:cNvCxnSpPr>
            <a:cxnSpLocks noChangeShapeType="1"/>
            <a:stCxn id="56338" idx="2"/>
            <a:endCxn id="5634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6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6337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6338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0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2" name="AutoShape 21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9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 flipH="1">
            <a:off x="56388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  <p:sp>
        <p:nvSpPr>
          <p:cNvPr id="25" name="AutoShape 17"/>
          <p:cNvSpPr>
            <a:spLocks noChangeArrowheads="1"/>
          </p:cNvSpPr>
          <p:nvPr/>
        </p:nvSpPr>
        <p:spPr bwMode="auto">
          <a:xfrm>
            <a:off x="5105400" y="4648200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</a:t>
            </a:r>
            <a:r>
              <a:rPr lang="en-US" altLang="en-US" sz="1800" u="sng" dirty="0">
                <a:solidFill>
                  <a:srgbClr val="000000"/>
                </a:solidFill>
              </a:rPr>
              <a:t>7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0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366188-DAC3-4519-AC10-810C239D13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63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Partition, recursive, base</a:t>
            </a:r>
          </a:p>
        </p:txBody>
      </p:sp>
      <p:cxnSp>
        <p:nvCxnSpPr>
          <p:cNvPr id="56327" name="AutoShape 6"/>
          <p:cNvCxnSpPr>
            <a:cxnSpLocks noChangeShapeType="1"/>
          </p:cNvCxnSpPr>
          <p:nvPr/>
        </p:nvCxnSpPr>
        <p:spPr bwMode="auto">
          <a:xfrm flipV="1">
            <a:off x="5834063" y="40544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28" name="AutoShape 7"/>
          <p:cNvCxnSpPr>
            <a:cxnSpLocks noChangeShapeType="1"/>
            <a:stCxn id="56342" idx="0"/>
          </p:cNvCxnSpPr>
          <p:nvPr/>
        </p:nvCxnSpPr>
        <p:spPr bwMode="auto">
          <a:xfrm flipH="1" flipV="1">
            <a:off x="6924675" y="4054475"/>
            <a:ext cx="1042988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0" name="AutoShape 9"/>
          <p:cNvCxnSpPr>
            <a:cxnSpLocks noChangeShapeType="1"/>
            <a:stCxn id="56336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1" name="AutoShape 10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2" name="AutoShape 11"/>
          <p:cNvCxnSpPr>
            <a:cxnSpLocks noChangeShapeType="1"/>
            <a:stCxn id="56337" idx="0"/>
            <a:endCxn id="56336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3" name="AutoShape 12"/>
          <p:cNvCxnSpPr>
            <a:cxnSpLocks noChangeShapeType="1"/>
            <a:stCxn id="56338" idx="0"/>
            <a:endCxn id="56336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5" name="AutoShape 14"/>
          <p:cNvCxnSpPr>
            <a:cxnSpLocks noChangeShapeType="1"/>
            <a:stCxn id="56338" idx="2"/>
            <a:endCxn id="5634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6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6337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6338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0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2" name="AutoShape 21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9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 flipH="1">
            <a:off x="5105400" y="5244306"/>
            <a:ext cx="290116" cy="31829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  <p:sp>
        <p:nvSpPr>
          <p:cNvPr id="25" name="AutoShape 17"/>
          <p:cNvSpPr>
            <a:spLocks noChangeArrowheads="1"/>
          </p:cNvSpPr>
          <p:nvPr/>
        </p:nvSpPr>
        <p:spPr bwMode="auto">
          <a:xfrm>
            <a:off x="5105400" y="4648200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</a:t>
            </a:r>
            <a:r>
              <a:rPr lang="en-US" altLang="en-US" sz="1800" u="sng" dirty="0">
                <a:solidFill>
                  <a:srgbClr val="000000"/>
                </a:solidFill>
              </a:rPr>
              <a:t>7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cxnSp>
        <p:nvCxnSpPr>
          <p:cNvPr id="21" name="AutoShape 14"/>
          <p:cNvCxnSpPr>
            <a:cxnSpLocks noChangeShapeType="1"/>
            <a:stCxn id="25" idx="2"/>
            <a:endCxn id="26" idx="0"/>
          </p:cNvCxnSpPr>
          <p:nvPr/>
        </p:nvCxnSpPr>
        <p:spPr bwMode="auto">
          <a:xfrm flipH="1">
            <a:off x="5304632" y="5075237"/>
            <a:ext cx="548481" cy="6191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19"/>
          <p:cNvSpPr>
            <a:spLocks noChangeArrowheads="1"/>
          </p:cNvSpPr>
          <p:nvPr/>
        </p:nvSpPr>
        <p:spPr bwMode="auto">
          <a:xfrm>
            <a:off x="4960938" y="56943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71369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366188-DAC3-4519-AC10-810C239D13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63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Join</a:t>
            </a:r>
          </a:p>
        </p:txBody>
      </p:sp>
      <p:cxnSp>
        <p:nvCxnSpPr>
          <p:cNvPr id="56327" name="AutoShape 6"/>
          <p:cNvCxnSpPr>
            <a:cxnSpLocks noChangeShapeType="1"/>
          </p:cNvCxnSpPr>
          <p:nvPr/>
        </p:nvCxnSpPr>
        <p:spPr bwMode="auto">
          <a:xfrm flipV="1">
            <a:off x="5834063" y="40544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28" name="AutoShape 7"/>
          <p:cNvCxnSpPr>
            <a:cxnSpLocks noChangeShapeType="1"/>
            <a:stCxn id="56342" idx="0"/>
          </p:cNvCxnSpPr>
          <p:nvPr/>
        </p:nvCxnSpPr>
        <p:spPr bwMode="auto">
          <a:xfrm flipH="1" flipV="1">
            <a:off x="6924675" y="4054475"/>
            <a:ext cx="1042988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0" name="AutoShape 9"/>
          <p:cNvCxnSpPr>
            <a:cxnSpLocks noChangeShapeType="1"/>
            <a:stCxn id="56336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1" name="AutoShape 10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2" name="AutoShape 11"/>
          <p:cNvCxnSpPr>
            <a:cxnSpLocks noChangeShapeType="1"/>
            <a:stCxn id="56337" idx="0"/>
            <a:endCxn id="56336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3" name="AutoShape 12"/>
          <p:cNvCxnSpPr>
            <a:cxnSpLocks noChangeShapeType="1"/>
            <a:stCxn id="56338" idx="0"/>
            <a:endCxn id="56336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5" name="AutoShape 14"/>
          <p:cNvCxnSpPr>
            <a:cxnSpLocks noChangeShapeType="1"/>
            <a:stCxn id="56338" idx="2"/>
            <a:endCxn id="5634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6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6337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6338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0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2" name="AutoShape 21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9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  <p:sp>
        <p:nvSpPr>
          <p:cNvPr id="25" name="AutoShape 17"/>
          <p:cNvSpPr>
            <a:spLocks noChangeArrowheads="1"/>
          </p:cNvSpPr>
          <p:nvPr/>
        </p:nvSpPr>
        <p:spPr bwMode="auto">
          <a:xfrm>
            <a:off x="5105400" y="4648200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</a:t>
            </a:r>
            <a:r>
              <a:rPr lang="en-US" altLang="en-US" sz="1800" u="sng" dirty="0">
                <a:solidFill>
                  <a:srgbClr val="000000"/>
                </a:solidFill>
              </a:rPr>
              <a:t>7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 7  7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cxnSp>
        <p:nvCxnSpPr>
          <p:cNvPr id="21" name="AutoShape 14"/>
          <p:cNvCxnSpPr>
            <a:cxnSpLocks noChangeShapeType="1"/>
            <a:stCxn id="25" idx="2"/>
            <a:endCxn id="26" idx="0"/>
          </p:cNvCxnSpPr>
          <p:nvPr/>
        </p:nvCxnSpPr>
        <p:spPr bwMode="auto">
          <a:xfrm flipH="1">
            <a:off x="5304632" y="5075237"/>
            <a:ext cx="548481" cy="6191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19"/>
          <p:cNvSpPr>
            <a:spLocks noChangeArrowheads="1"/>
          </p:cNvSpPr>
          <p:nvPr/>
        </p:nvSpPr>
        <p:spPr bwMode="auto">
          <a:xfrm>
            <a:off x="4960938" y="56943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 rot="10800000" flipH="1">
            <a:off x="5105400" y="5244306"/>
            <a:ext cx="290116" cy="31829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7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366188-DAC3-4519-AC10-810C239D13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63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Recursive, base</a:t>
            </a:r>
          </a:p>
        </p:txBody>
      </p:sp>
      <p:cxnSp>
        <p:nvCxnSpPr>
          <p:cNvPr id="56327" name="AutoShape 6"/>
          <p:cNvCxnSpPr>
            <a:cxnSpLocks noChangeShapeType="1"/>
          </p:cNvCxnSpPr>
          <p:nvPr/>
        </p:nvCxnSpPr>
        <p:spPr bwMode="auto">
          <a:xfrm flipV="1">
            <a:off x="5834063" y="40544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28" name="AutoShape 7"/>
          <p:cNvCxnSpPr>
            <a:cxnSpLocks noChangeShapeType="1"/>
            <a:stCxn id="56342" idx="0"/>
          </p:cNvCxnSpPr>
          <p:nvPr/>
        </p:nvCxnSpPr>
        <p:spPr bwMode="auto">
          <a:xfrm flipH="1" flipV="1">
            <a:off x="6924675" y="4054475"/>
            <a:ext cx="1042988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0" name="AutoShape 9"/>
          <p:cNvCxnSpPr>
            <a:cxnSpLocks noChangeShapeType="1"/>
            <a:stCxn id="56336" idx="0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1" name="AutoShape 10"/>
          <p:cNvCxnSpPr>
            <a:cxnSpLocks noChangeShapeType="1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2" name="AutoShape 11"/>
          <p:cNvCxnSpPr>
            <a:cxnSpLocks noChangeShapeType="1"/>
            <a:stCxn id="56337" idx="0"/>
            <a:endCxn id="56336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3" name="AutoShape 12"/>
          <p:cNvCxnSpPr>
            <a:cxnSpLocks noChangeShapeType="1"/>
            <a:stCxn id="56338" idx="0"/>
            <a:endCxn id="56336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5" name="AutoShape 14"/>
          <p:cNvCxnSpPr>
            <a:cxnSpLocks noChangeShapeType="1"/>
            <a:stCxn id="56338" idx="2"/>
            <a:endCxn id="56340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36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6337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6338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0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6341" name="Line 20"/>
          <p:cNvSpPr>
            <a:spLocks noChangeShapeType="1"/>
          </p:cNvSpPr>
          <p:nvPr/>
        </p:nvSpPr>
        <p:spPr bwMode="auto">
          <a:xfrm rot="793333">
            <a:off x="7467600" y="4191000"/>
            <a:ext cx="6858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AutoShape 21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endParaRPr lang="en-US" altLang="en-US" sz="1800" dirty="0"/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</a:t>
            </a:r>
            <a:endParaRPr lang="en-US" altLang="en-US" sz="1800" dirty="0"/>
          </a:p>
        </p:txBody>
      </p:sp>
      <p:cxnSp>
        <p:nvCxnSpPr>
          <p:cNvPr id="26" name="AutoShape 14"/>
          <p:cNvCxnSpPr>
            <a:cxnSpLocks noChangeShapeType="1"/>
            <a:endCxn id="27" idx="0"/>
          </p:cNvCxnSpPr>
          <p:nvPr/>
        </p:nvCxnSpPr>
        <p:spPr bwMode="auto">
          <a:xfrm flipH="1">
            <a:off x="5304632" y="5075237"/>
            <a:ext cx="548481" cy="6191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AutoShape 19"/>
          <p:cNvSpPr>
            <a:spLocks noChangeArrowheads="1"/>
          </p:cNvSpPr>
          <p:nvPr/>
        </p:nvSpPr>
        <p:spPr bwMode="auto">
          <a:xfrm>
            <a:off x="4960938" y="56943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8" name="AutoShape 17"/>
          <p:cNvSpPr>
            <a:spLocks noChangeArrowheads="1"/>
          </p:cNvSpPr>
          <p:nvPr/>
        </p:nvSpPr>
        <p:spPr bwMode="auto">
          <a:xfrm>
            <a:off x="5105400" y="4648200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</a:t>
            </a:r>
            <a:r>
              <a:rPr lang="en-US" altLang="en-US" sz="1800" u="sng" dirty="0">
                <a:solidFill>
                  <a:srgbClr val="000000"/>
                </a:solidFill>
              </a:rPr>
              <a:t>7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 7  7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93BC0A-A508-4890-BBF7-B094FFC8090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Quick-Sort Tree Example (cont.)</a:t>
            </a:r>
          </a:p>
        </p:txBody>
      </p:sp>
      <p:sp>
        <p:nvSpPr>
          <p:cNvPr id="573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Join, join</a:t>
            </a:r>
          </a:p>
        </p:txBody>
      </p:sp>
      <p:sp>
        <p:nvSpPr>
          <p:cNvPr id="57349" name="AutoShape 4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7  9  7  </a:t>
            </a:r>
            <a:r>
              <a:rPr lang="en-US" altLang="en-US" sz="1800" u="sng" dirty="0"/>
              <a:t>8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  </a:t>
            </a:r>
            <a:r>
              <a:rPr lang="en-US" altLang="en-US" sz="1800" dirty="0">
                <a:sym typeface="Symbol" panose="05050102010706020507" pitchFamily="18" charset="2"/>
              </a:rPr>
              <a:t>7  7  8  9</a:t>
            </a:r>
            <a:endParaRPr lang="en-US" altLang="en-US" sz="1800" dirty="0"/>
          </a:p>
        </p:txBody>
      </p:sp>
      <p:cxnSp>
        <p:nvCxnSpPr>
          <p:cNvPr id="57351" name="AutoShape 6"/>
          <p:cNvCxnSpPr>
            <a:cxnSpLocks noChangeShapeType="1"/>
            <a:endCxn id="57349" idx="2"/>
          </p:cNvCxnSpPr>
          <p:nvPr/>
        </p:nvCxnSpPr>
        <p:spPr bwMode="auto">
          <a:xfrm flipV="1">
            <a:off x="5834063" y="40544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2" name="AutoShape 7"/>
          <p:cNvCxnSpPr>
            <a:cxnSpLocks noChangeShapeType="1"/>
            <a:stCxn id="57365" idx="0"/>
            <a:endCxn id="57349" idx="2"/>
          </p:cNvCxnSpPr>
          <p:nvPr/>
        </p:nvCxnSpPr>
        <p:spPr bwMode="auto">
          <a:xfrm flipH="1" flipV="1">
            <a:off x="6924675" y="4054475"/>
            <a:ext cx="10429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53" name="AutoShape 8"/>
          <p:cNvSpPr>
            <a:spLocks noChangeArrowheads="1"/>
          </p:cNvSpPr>
          <p:nvPr/>
        </p:nvSpPr>
        <p:spPr bwMode="auto">
          <a:xfrm>
            <a:off x="1981200" y="2590800"/>
            <a:ext cx="5334000" cy="430213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7  9  4  3  7  1  2  8  </a:t>
            </a:r>
            <a:r>
              <a:rPr lang="en-US" altLang="en-US" sz="1800" u="sng" dirty="0"/>
              <a:t>6</a:t>
            </a:r>
            <a:r>
              <a:rPr lang="en-US" altLang="en-US" sz="1800" dirty="0"/>
              <a:t>  </a:t>
            </a:r>
            <a:r>
              <a:rPr lang="en-US" altLang="en-US" sz="1800" b="1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Symbol" panose="05050102010706020507" pitchFamily="18" charset="2"/>
              </a:rPr>
              <a:t>  1  2  3  4  6  7  7  8  9 </a:t>
            </a:r>
            <a:endParaRPr lang="en-US" altLang="en-US" sz="1800" dirty="0"/>
          </a:p>
        </p:txBody>
      </p:sp>
      <p:cxnSp>
        <p:nvCxnSpPr>
          <p:cNvPr id="57354" name="AutoShape 9"/>
          <p:cNvCxnSpPr>
            <a:cxnSpLocks noChangeShapeType="1"/>
            <a:stCxn id="57360" idx="0"/>
            <a:endCxn id="57353" idx="2"/>
          </p:cNvCxnSpPr>
          <p:nvPr/>
        </p:nvCxnSpPr>
        <p:spPr bwMode="auto">
          <a:xfrm flipV="1">
            <a:off x="2505076" y="3021013"/>
            <a:ext cx="2143124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5" name="AutoShape 10"/>
          <p:cNvCxnSpPr>
            <a:cxnSpLocks noChangeShapeType="1"/>
            <a:stCxn id="57349" idx="0"/>
            <a:endCxn id="57353" idx="2"/>
          </p:cNvCxnSpPr>
          <p:nvPr/>
        </p:nvCxnSpPr>
        <p:spPr bwMode="auto">
          <a:xfrm flipH="1" flipV="1">
            <a:off x="4648200" y="3021013"/>
            <a:ext cx="2276476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6" name="AutoShape 11"/>
          <p:cNvCxnSpPr>
            <a:cxnSpLocks noChangeShapeType="1"/>
            <a:stCxn id="57361" idx="0"/>
            <a:endCxn id="57360" idx="2"/>
          </p:cNvCxnSpPr>
          <p:nvPr/>
        </p:nvCxnSpPr>
        <p:spPr bwMode="auto">
          <a:xfrm flipV="1">
            <a:off x="1524000" y="40544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7" name="AutoShape 12"/>
          <p:cNvCxnSpPr>
            <a:cxnSpLocks noChangeShapeType="1"/>
            <a:stCxn id="57362" idx="0"/>
            <a:endCxn id="57360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9" name="AutoShape 14"/>
          <p:cNvCxnSpPr>
            <a:cxnSpLocks noChangeShapeType="1"/>
            <a:stCxn id="57362" idx="2"/>
            <a:endCxn id="57364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0" name="AutoShape 15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4  3  1  </a:t>
            </a:r>
            <a:r>
              <a:rPr lang="en-US" altLang="en-US" sz="1800" u="sng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tx2"/>
                </a:solidFill>
              </a:rPr>
              <a:t>  1  </a:t>
            </a:r>
            <a:r>
              <a:rPr lang="en-US" altLang="en-US" sz="1800" dirty="0">
                <a:solidFill>
                  <a:srgbClr val="000000"/>
                </a:solidFill>
              </a:rPr>
              <a:t>2 </a:t>
            </a:r>
            <a:r>
              <a:rPr lang="en-US" altLang="en-US" sz="1800" dirty="0">
                <a:solidFill>
                  <a:schemeClr val="tx2"/>
                </a:solidFill>
              </a:rPr>
              <a:t> 3  4</a:t>
            </a:r>
          </a:p>
        </p:txBody>
      </p:sp>
      <p:sp>
        <p:nvSpPr>
          <p:cNvPr id="57361" name="AutoShape 16"/>
          <p:cNvSpPr>
            <a:spLocks noChangeArrowheads="1"/>
          </p:cNvSpPr>
          <p:nvPr/>
        </p:nvSpPr>
        <p:spPr bwMode="auto">
          <a:xfrm>
            <a:off x="1066800" y="4643438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1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1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  <p:sp>
        <p:nvSpPr>
          <p:cNvPr id="57362" name="AutoShape 17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4  </a:t>
            </a:r>
            <a:r>
              <a:rPr lang="en-US" altLang="en-US" sz="1800" u="sng" dirty="0">
                <a:solidFill>
                  <a:srgbClr val="000000"/>
                </a:solidFill>
              </a:rPr>
              <a:t>3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rgbClr val="000000"/>
                </a:solidFill>
              </a:rPr>
              <a:t> 3  </a:t>
            </a:r>
            <a:r>
              <a:rPr lang="en-US" altLang="en-US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7364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57365" name="AutoShape 20"/>
          <p:cNvSpPr>
            <a:spLocks noChangeArrowheads="1"/>
          </p:cNvSpPr>
          <p:nvPr/>
        </p:nvSpPr>
        <p:spPr bwMode="auto">
          <a:xfrm>
            <a:off x="7620000" y="4643438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57366" name="Line 21"/>
          <p:cNvSpPr>
            <a:spLocks noChangeShapeType="1"/>
          </p:cNvSpPr>
          <p:nvPr/>
        </p:nvSpPr>
        <p:spPr bwMode="auto">
          <a:xfrm flipH="1">
            <a:off x="27432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7" name="Line 22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rot="11593333">
            <a:off x="7467600" y="4191000"/>
            <a:ext cx="6858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 rot="10800000" flipH="1">
            <a:off x="56388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8" name="AutoShape 14"/>
          <p:cNvCxnSpPr>
            <a:cxnSpLocks noChangeShapeType="1"/>
            <a:endCxn id="29" idx="0"/>
          </p:cNvCxnSpPr>
          <p:nvPr/>
        </p:nvCxnSpPr>
        <p:spPr bwMode="auto">
          <a:xfrm flipH="1">
            <a:off x="5304632" y="5075237"/>
            <a:ext cx="548481" cy="61912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AutoShape 19"/>
          <p:cNvSpPr>
            <a:spLocks noChangeArrowheads="1"/>
          </p:cNvSpPr>
          <p:nvPr/>
        </p:nvSpPr>
        <p:spPr bwMode="auto">
          <a:xfrm>
            <a:off x="4960938" y="56943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30" name="AutoShape 17"/>
          <p:cNvSpPr>
            <a:spLocks noChangeArrowheads="1"/>
          </p:cNvSpPr>
          <p:nvPr/>
        </p:nvSpPr>
        <p:spPr bwMode="auto">
          <a:xfrm>
            <a:off x="5105400" y="4648200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  </a:t>
            </a:r>
            <a:r>
              <a:rPr lang="en-US" altLang="en-US" sz="1800" u="sng" dirty="0">
                <a:solidFill>
                  <a:srgbClr val="000000"/>
                </a:solidFill>
              </a:rPr>
              <a:t>7</a:t>
            </a:r>
            <a:r>
              <a:rPr lang="en-US" altLang="en-US" sz="1800" dirty="0"/>
              <a:t>  </a:t>
            </a:r>
            <a:r>
              <a:rPr lang="en-US" altLang="en-US" sz="1800" b="1" dirty="0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chemeClr val="accent1"/>
                </a:solidFill>
              </a:rPr>
              <a:t>  7  7</a:t>
            </a:r>
            <a:endParaRPr lang="en-US" alt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473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Array Output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MY" altLang="en-US" dirty="0"/>
              <a:t>The previous Quick-Sort tree and the following array intermediate result are equivalent.</a:t>
            </a:r>
            <a:endParaRPr lang="en-US" altLang="en-US" dirty="0"/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Consolas" panose="020B0609020204030204" pitchFamily="49" charset="0"/>
              </a:rPr>
              <a:t>7  9  4  3  7  1  2  8  </a:t>
            </a:r>
            <a:r>
              <a:rPr lang="en-US" altLang="en-US" u="sng" dirty="0">
                <a:latin typeface="Consolas" panose="020B0609020204030204" pitchFamily="49" charset="0"/>
              </a:rPr>
              <a:t>6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>
                <a:latin typeface="Consolas" panose="020B0609020204030204" pitchFamily="49" charset="0"/>
              </a:rPr>
              <a:t>4  3  1  </a:t>
            </a:r>
            <a:r>
              <a:rPr lang="en-MY" altLang="en-US" u="sng" dirty="0">
                <a:latin typeface="Consolas" panose="020B0609020204030204" pitchFamily="49" charset="0"/>
              </a:rPr>
              <a:t>2</a:t>
            </a:r>
            <a:r>
              <a:rPr lang="en-MY" altLang="en-US" dirty="0">
                <a:latin typeface="Consolas" panose="020B0609020204030204" pitchFamily="49" charset="0"/>
              </a:rPr>
              <a:t>  6* 7  9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>
                <a:latin typeface="Consolas" panose="020B0609020204030204" pitchFamily="49" charset="0"/>
              </a:rPr>
              <a:t>1  2* 4  </a:t>
            </a:r>
            <a:r>
              <a:rPr lang="en-MY" altLang="en-US" u="sng" dirty="0">
                <a:latin typeface="Consolas" panose="020B0609020204030204" pitchFamily="49" charset="0"/>
              </a:rPr>
              <a:t>3</a:t>
            </a:r>
            <a:r>
              <a:rPr lang="en-MY" altLang="en-US" dirty="0">
                <a:latin typeface="Consolas" panose="020B0609020204030204" pitchFamily="49" charset="0"/>
              </a:rPr>
              <a:t>  6* 7  9  7  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>
                <a:latin typeface="Consolas" panose="020B0609020204030204" pitchFamily="49" charset="0"/>
              </a:rPr>
              <a:t>1  2* 3* 4  6* 7  9  7  </a:t>
            </a:r>
            <a:r>
              <a:rPr lang="en-MY" altLang="en-US" u="sng" dirty="0">
                <a:latin typeface="Consolas" panose="020B0609020204030204" pitchFamily="49" charset="0"/>
              </a:rPr>
              <a:t>8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>
                <a:latin typeface="Consolas" panose="020B0609020204030204" pitchFamily="49" charset="0"/>
              </a:rPr>
              <a:t>1  2* 3* 4  6* 7  </a:t>
            </a:r>
            <a:r>
              <a:rPr lang="en-MY" altLang="en-US" u="sng" dirty="0">
                <a:latin typeface="Consolas" panose="020B0609020204030204" pitchFamily="49" charset="0"/>
              </a:rPr>
              <a:t>7</a:t>
            </a:r>
            <a:r>
              <a:rPr lang="en-MY" altLang="en-US" dirty="0">
                <a:latin typeface="Consolas" panose="020B0609020204030204" pitchFamily="49" charset="0"/>
              </a:rPr>
              <a:t>  8* 9</a:t>
            </a:r>
          </a:p>
          <a:p>
            <a:pPr marL="57150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MY" altLang="en-US" dirty="0">
                <a:latin typeface="Consolas" panose="020B0609020204030204" pitchFamily="49" charset="0"/>
              </a:rPr>
              <a:t>1  2* 3* 4  6* 7  7* 8* 9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Time Complexities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Best: </a:t>
            </a:r>
            <a:r>
              <a:rPr lang="en-US" altLang="en-US" b="1" i="1" dirty="0"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latin typeface="Times New Roman" panose="02020603050405020304" pitchFamily="18" charset="0"/>
              </a:rPr>
              <a:t>log 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  <a:r>
              <a:rPr lang="en-US" altLang="en-US" dirty="0"/>
              <a:t> (Proof in Lecture 8).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Average: </a:t>
            </a:r>
            <a:r>
              <a:rPr lang="en-US" altLang="en-US" b="1" i="1" dirty="0"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latin typeface="Times New Roman" panose="02020603050405020304" pitchFamily="18" charset="0"/>
              </a:rPr>
              <a:t>log 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  <a:endParaRPr lang="en-US" altLang="en-US" dirty="0"/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Worst: </a:t>
            </a:r>
            <a:r>
              <a:rPr lang="en-US" altLang="en-US" b="1" i="1" dirty="0"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b="1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en-US" altLang="en-US" dirty="0"/>
              <a:t>if pivot is not randomized, </a:t>
            </a:r>
            <a:r>
              <a:rPr lang="en-US" altLang="en-US" b="1" i="1" dirty="0"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latin typeface="Times New Roman" panose="02020603050405020304" pitchFamily="18" charset="0"/>
              </a:rPr>
              <a:t>log 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  <a:r>
              <a:rPr lang="en-US" altLang="en-US" dirty="0"/>
              <a:t> if pivot is randomized. (Proof in Lecture 8).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The average case usually dominates over the worst case in sorting algorithms, and in Quicksort, the coefficient of the </a:t>
            </a:r>
            <a:r>
              <a:rPr lang="en-US" altLang="en-US" b="1" i="1" dirty="0">
                <a:latin typeface="Times New Roman" panose="02020603050405020304" pitchFamily="18" charset="0"/>
              </a:rPr>
              <a:t>n </a:t>
            </a:r>
            <a:r>
              <a:rPr lang="en-US" altLang="en-US" b="1" dirty="0">
                <a:latin typeface="Times New Roman" panose="02020603050405020304" pitchFamily="18" charset="0"/>
              </a:rPr>
              <a:t>log 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dirty="0"/>
              <a:t> term is small, makes Quicksort one of the most popular general-purpose sorting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3642867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Stability of Sorting Algorithms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A sorting algorithm is stable if it </a:t>
            </a:r>
            <a:r>
              <a:rPr lang="en-US" altLang="en-US" u="sng" dirty="0"/>
              <a:t>preserves the order of duplicate keys</a:t>
            </a:r>
            <a:r>
              <a:rPr lang="en-US" altLang="en-US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Array: (2,b), (2,a), (1,a), (3,b)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(2,b) and (2,a) have the same key value 2.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(2,b) appears before (2,a) in the original order.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If during or at the end of sorting, (2,b) always appears before (2,a) then the algorithm is stable. Otherwise, it is considered unstable.</a:t>
            </a:r>
          </a:p>
        </p:txBody>
      </p:sp>
    </p:spTree>
    <p:extLst>
      <p:ext uri="{BB962C8B-B14F-4D97-AF65-F5344CB8AC3E}">
        <p14:creationId xmlns:p14="http://schemas.microsoft.com/office/powerpoint/2010/main" val="3280600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Stability of Sorting Algorithms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3200" dirty="0"/>
              <a:t>Sequence: (2,b), (2,a), (1,a), (3,b)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3200" dirty="0"/>
              <a:t>Selection-Sort is unstable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800" dirty="0"/>
              <a:t>Result: (1,a), (2,a), (2,b), (3,b)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3200" dirty="0"/>
              <a:t>Heap-Sort is unstable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800" dirty="0"/>
              <a:t>Result after 1 dequeue: (2,a), (2,b), (1,a), (3,b)</a:t>
            </a:r>
          </a:p>
        </p:txBody>
      </p:sp>
    </p:spTree>
    <p:extLst>
      <p:ext uri="{BB962C8B-B14F-4D97-AF65-F5344CB8AC3E}">
        <p14:creationId xmlns:p14="http://schemas.microsoft.com/office/powerpoint/2010/main" val="388503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Stability of Quick-Sort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267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MY" altLang="en-US" dirty="0"/>
              <a:t>The partition algorithm shown earlier is </a:t>
            </a:r>
            <a:r>
              <a:rPr lang="en-MY" altLang="en-US" u="sng" dirty="0"/>
              <a:t>stable</a:t>
            </a:r>
            <a:r>
              <a:rPr lang="en-MY" altLang="en-US" dirty="0"/>
              <a:t> and easy to understand. However, it is </a:t>
            </a:r>
            <a:r>
              <a:rPr lang="en-MY" altLang="en-US" u="sng" dirty="0"/>
              <a:t>not space efficient</a:t>
            </a:r>
            <a:r>
              <a:rPr lang="en-MY" altLang="en-US" dirty="0"/>
              <a:t> because it requires auxiliary storages to store </a:t>
            </a:r>
            <a:r>
              <a:rPr lang="en-MY" altLang="en-US" i="1" dirty="0"/>
              <a:t>L</a:t>
            </a:r>
            <a:r>
              <a:rPr lang="en-MY" altLang="en-US" dirty="0"/>
              <a:t>, </a:t>
            </a:r>
            <a:r>
              <a:rPr lang="en-MY" altLang="en-US" i="1" dirty="0"/>
              <a:t>E</a:t>
            </a:r>
            <a:r>
              <a:rPr lang="en-MY" altLang="en-US" dirty="0"/>
              <a:t>, and </a:t>
            </a:r>
            <a:r>
              <a:rPr lang="en-MY" altLang="en-US" i="1" dirty="0"/>
              <a:t>G</a:t>
            </a:r>
            <a:r>
              <a:rPr lang="en-MY" altLang="en-US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u="sng" dirty="0"/>
              <a:t>Space efficient</a:t>
            </a:r>
            <a:r>
              <a:rPr lang="en-US" altLang="en-US" dirty="0"/>
              <a:t> implementations of Quick-Sort are </a:t>
            </a:r>
            <a:r>
              <a:rPr lang="en-US" altLang="en-US" u="sng" dirty="0"/>
              <a:t>unstable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6574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5B6B42-C0A7-4D7E-9403-E0A9DE8D96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Unstable partition Function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95438"/>
            <a:ext cx="6553200" cy="766762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 more efficient but unstable array-based partition of quick-sort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time, too.</a:t>
            </a:r>
          </a:p>
        </p:txBody>
      </p:sp>
      <p:graphicFrame>
        <p:nvGraphicFramePr>
          <p:cNvPr id="33798" name="Object 5"/>
          <p:cNvGraphicFramePr>
            <a:graphicFrameLocks noChangeAspect="1"/>
          </p:cNvGraphicFramePr>
          <p:nvPr/>
        </p:nvGraphicFramePr>
        <p:xfrm>
          <a:off x="7597775" y="228600"/>
          <a:ext cx="11652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48828" imgH="1831818" progId="MS_ClipArt_Gallery.5">
                  <p:embed/>
                </p:oleObj>
              </mc:Choice>
              <mc:Fallback>
                <p:oleObj name="Clip" r:id="rId3" imgW="1748828" imgH="1831818" progId="MS_ClipArt_Gallery.5">
                  <p:embed/>
                  <p:pic>
                    <p:nvPicPr>
                      <p:cNvPr id="337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228600"/>
                        <a:ext cx="11652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4">
            <a:extLst>
              <a:ext uri="{FF2B5EF4-FFF2-40B4-BE49-F238E27FC236}">
                <a16:creationId xmlns:a16="http://schemas.microsoft.com/office/drawing/2014/main" id="{508743E7-87F4-B385-3F00-62152F2E9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799" y="2438400"/>
            <a:ext cx="7010401" cy="41057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// Lomuto’s partition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Algorithm partition (S, left, right)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Input: Array S, left index, right index,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   last element as pivot.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Output: pivot index i+1,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    all elements &lt;= to pivot placed before pivot,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    all elements &gt; pivot placed after pivot.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i = left - 1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for j = left to right - 1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if S[j] &lt;= S[right]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  i++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    swap (S[i], S[j])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swap (S[i+1], S[right])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1600" noProof="1">
                <a:latin typeface="Lucida Console" panose="020B0609040504020204" pitchFamily="49" charset="0"/>
              </a:rPr>
              <a:t>  return i + 1</a:t>
            </a:r>
          </a:p>
        </p:txBody>
      </p:sp>
    </p:spTree>
    <p:extLst>
      <p:ext uri="{BB962C8B-B14F-4D97-AF65-F5344CB8AC3E}">
        <p14:creationId xmlns:p14="http://schemas.microsoft.com/office/powerpoint/2010/main" val="2464688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13D8BE-1145-47C0-BCE4-1CC2E923855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Unstable Quick-Sort Output</a:t>
            </a:r>
          </a:p>
        </p:txBody>
      </p:sp>
      <p:sp>
        <p:nvSpPr>
          <p:cNvPr id="440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600200"/>
            <a:ext cx="8029575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MY" altLang="en-US" dirty="0"/>
              <a:t>If we follow the unstable partition algorithm given earlier strictly, the intermediate results would “seem” more unpredictable as follow:</a:t>
            </a:r>
            <a:endParaRPr lang="en-US" altLang="en-US" dirty="0"/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1. 7  9  4  3  7  1  2  8  </a:t>
            </a:r>
            <a:r>
              <a:rPr lang="en-US" altLang="en-US" u="sng" dirty="0">
                <a:latin typeface="Consolas" panose="020B0609020204030204" pitchFamily="49" charset="0"/>
              </a:rPr>
              <a:t>6</a:t>
            </a:r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2. 4  3  1  </a:t>
            </a:r>
            <a:r>
              <a:rPr lang="en-US" altLang="en-US" u="sng" dirty="0">
                <a:latin typeface="Consolas" panose="020B0609020204030204" pitchFamily="49" charset="0"/>
              </a:rPr>
              <a:t>2</a:t>
            </a:r>
            <a:r>
              <a:rPr lang="en-US" altLang="en-US" dirty="0">
                <a:latin typeface="Consolas" panose="020B0609020204030204" pitchFamily="49" charset="0"/>
              </a:rPr>
              <a:t>  6* 7  9  8  7</a:t>
            </a:r>
          </a:p>
          <a:p>
            <a:pPr marL="57150" indent="0" eaLnBrk="1" hangingPunct="1">
              <a:lnSpc>
                <a:spcPct val="90000"/>
              </a:lnSpc>
              <a:buNone/>
            </a:pPr>
            <a:r>
              <a:rPr lang="en-US" altLang="en-US">
                <a:latin typeface="Consolas" panose="020B0609020204030204" pitchFamily="49" charset="0"/>
              </a:rPr>
              <a:t>               (not 7  9  7  </a:t>
            </a:r>
            <a:r>
              <a:rPr lang="en-US" altLang="en-US" dirty="0">
                <a:latin typeface="Consolas" panose="020B0609020204030204" pitchFamily="49" charset="0"/>
              </a:rPr>
              <a:t>8 anymore)</a:t>
            </a:r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3. 1  2* 4  </a:t>
            </a:r>
            <a:r>
              <a:rPr lang="en-US" altLang="en-US" u="sng" dirty="0">
                <a:latin typeface="Consolas" panose="020B0609020204030204" pitchFamily="49" charset="0"/>
              </a:rPr>
              <a:t>3</a:t>
            </a:r>
            <a:r>
              <a:rPr lang="en-US" altLang="en-US" dirty="0">
                <a:latin typeface="Consolas" panose="020B0609020204030204" pitchFamily="49" charset="0"/>
              </a:rPr>
              <a:t>  6* 7  9  8  7</a:t>
            </a:r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4. 1  2* 3* 4  6* 7  9  8  </a:t>
            </a:r>
            <a:r>
              <a:rPr lang="en-US" altLang="en-US" u="sng" dirty="0">
                <a:latin typeface="Consolas" panose="020B0609020204030204" pitchFamily="49" charset="0"/>
              </a:rPr>
              <a:t>7</a:t>
            </a:r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5. 1  2* 3* 4  6* 7  7* 8  </a:t>
            </a:r>
            <a:r>
              <a:rPr lang="en-US" altLang="en-US" u="sng" dirty="0">
                <a:latin typeface="Consolas" panose="020B0609020204030204" pitchFamily="49" charset="0"/>
              </a:rPr>
              <a:t>9</a:t>
            </a:r>
          </a:p>
          <a:p>
            <a:pPr marL="51435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onsolas" panose="020B0609020204030204" pitchFamily="49" charset="0"/>
              </a:rPr>
              <a:t>6. 1  2* 3* 4  6* 7  7* 8  9*</a:t>
            </a:r>
          </a:p>
        </p:txBody>
      </p:sp>
    </p:spTree>
    <p:extLst>
      <p:ext uri="{BB962C8B-B14F-4D97-AF65-F5344CB8AC3E}">
        <p14:creationId xmlns:p14="http://schemas.microsoft.com/office/powerpoint/2010/main" val="3727193580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9730</TotalTime>
  <Words>1800</Words>
  <Application>Microsoft Office PowerPoint</Application>
  <PresentationFormat>On-screen Show (4:3)</PresentationFormat>
  <Paragraphs>269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Consolas</vt:lpstr>
      <vt:lpstr>Lucida Console</vt:lpstr>
      <vt:lpstr>Symbol</vt:lpstr>
      <vt:lpstr>Tahoma</vt:lpstr>
      <vt:lpstr>Times New Roman</vt:lpstr>
      <vt:lpstr>Wingdings</vt:lpstr>
      <vt:lpstr>Blueprint</vt:lpstr>
      <vt:lpstr>Clip</vt:lpstr>
      <vt:lpstr>Lecture 5b Quick-Sort</vt:lpstr>
      <vt:lpstr>Quick-Sort</vt:lpstr>
      <vt:lpstr>Quick-Sort (cont.)</vt:lpstr>
      <vt:lpstr>quicksort Function</vt:lpstr>
      <vt:lpstr>Partition</vt:lpstr>
      <vt:lpstr>Quick-Sort Tree</vt:lpstr>
      <vt:lpstr>Quick-Sort Tree Example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Quick-Sort Tree Example (cont.)</vt:lpstr>
      <vt:lpstr>Array Output</vt:lpstr>
      <vt:lpstr>Time Complexities</vt:lpstr>
      <vt:lpstr>Stability of Sorting Algorithms</vt:lpstr>
      <vt:lpstr>Stability of Sorting Algorithms</vt:lpstr>
      <vt:lpstr>Stability of Quick-Sort</vt:lpstr>
      <vt:lpstr>Unstable partition Function</vt:lpstr>
      <vt:lpstr>Unstable Quick-Sort Output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6b Quick-Sort</dc:title>
  <dc:creator>Roberto Tamassia</dc:creator>
  <cp:lastModifiedBy>Neoh Kee Lin</cp:lastModifiedBy>
  <cp:revision>1225</cp:revision>
  <cp:lastPrinted>2002-04-09T17:11:12Z</cp:lastPrinted>
  <dcterms:created xsi:type="dcterms:W3CDTF">2002-01-21T02:22:10Z</dcterms:created>
  <dcterms:modified xsi:type="dcterms:W3CDTF">2025-01-03T15:08:45Z</dcterms:modified>
</cp:coreProperties>
</file>