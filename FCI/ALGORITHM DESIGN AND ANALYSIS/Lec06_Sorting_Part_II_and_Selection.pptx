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371" r:id="rId4"/>
    <p:sldId id="432" r:id="rId5"/>
    <p:sldId id="372" r:id="rId6"/>
    <p:sldId id="428" r:id="rId7"/>
    <p:sldId id="386" r:id="rId8"/>
    <p:sldId id="436" r:id="rId9"/>
    <p:sldId id="373" r:id="rId10"/>
    <p:sldId id="375" r:id="rId11"/>
    <p:sldId id="376" r:id="rId12"/>
    <p:sldId id="377" r:id="rId13"/>
    <p:sldId id="378" r:id="rId14"/>
    <p:sldId id="379" r:id="rId15"/>
    <p:sldId id="380" r:id="rId16"/>
    <p:sldId id="435" r:id="rId17"/>
    <p:sldId id="384" r:id="rId18"/>
    <p:sldId id="381" r:id="rId19"/>
    <p:sldId id="434" r:id="rId20"/>
    <p:sldId id="383" r:id="rId21"/>
    <p:sldId id="433" r:id="rId22"/>
    <p:sldId id="385" r:id="rId23"/>
    <p:sldId id="431" r:id="rId24"/>
    <p:sldId id="387" r:id="rId25"/>
    <p:sldId id="425" r:id="rId26"/>
    <p:sldId id="411" r:id="rId27"/>
    <p:sldId id="412" r:id="rId28"/>
    <p:sldId id="413" r:id="rId29"/>
    <p:sldId id="417" r:id="rId30"/>
    <p:sldId id="418" r:id="rId31"/>
    <p:sldId id="419" r:id="rId32"/>
    <p:sldId id="421" r:id="rId33"/>
    <p:sldId id="422" r:id="rId34"/>
    <p:sldId id="423" r:id="rId35"/>
    <p:sldId id="429" r:id="rId36"/>
    <p:sldId id="430" r:id="rId37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4F6"/>
    <a:srgbClr val="6289F8"/>
    <a:srgbClr val="8097F8"/>
    <a:srgbClr val="2C61F6"/>
    <a:srgbClr val="F8F0D0"/>
    <a:srgbClr val="F2E4AA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3326D9CA-AC04-441A-8E64-0AA7BB1ED60E}"/>
    <pc:docChg chg="undo custSel modSld sldOrd">
      <pc:chgData name="Neoh Kee Lin" userId="9e68bd29-1eeb-4ae3-beb9-48fd59e465e5" providerId="ADAL" clId="{3326D9CA-AC04-441A-8E64-0AA7BB1ED60E}" dt="2025-01-05T11:18:38.489" v="683" actId="14100"/>
      <pc:docMkLst>
        <pc:docMk/>
      </pc:docMkLst>
      <pc:sldChg chg="modSp mod">
        <pc:chgData name="Neoh Kee Lin" userId="9e68bd29-1eeb-4ae3-beb9-48fd59e465e5" providerId="ADAL" clId="{3326D9CA-AC04-441A-8E64-0AA7BB1ED60E}" dt="2025-01-03T15:04:59.970" v="666" actId="20577"/>
        <pc:sldMkLst>
          <pc:docMk/>
          <pc:sldMk cId="0" sldId="386"/>
        </pc:sldMkLst>
        <pc:spChg chg="mod">
          <ac:chgData name="Neoh Kee Lin" userId="9e68bd29-1eeb-4ae3-beb9-48fd59e465e5" providerId="ADAL" clId="{3326D9CA-AC04-441A-8E64-0AA7BB1ED60E}" dt="2024-12-26T10:12:08.853" v="627" actId="1038"/>
          <ac:spMkLst>
            <pc:docMk/>
            <pc:sldMk cId="0" sldId="386"/>
            <ac:spMk id="21508" creationId="{00000000-0000-0000-0000-000000000000}"/>
          </ac:spMkLst>
        </pc:spChg>
        <pc:spChg chg="mod">
          <ac:chgData name="Neoh Kee Lin" userId="9e68bd29-1eeb-4ae3-beb9-48fd59e465e5" providerId="ADAL" clId="{3326D9CA-AC04-441A-8E64-0AA7BB1ED60E}" dt="2025-01-03T15:04:59.970" v="666" actId="20577"/>
          <ac:spMkLst>
            <pc:docMk/>
            <pc:sldMk cId="0" sldId="386"/>
            <ac:spMk id="21509" creationId="{00000000-0000-0000-0000-000000000000}"/>
          </ac:spMkLst>
        </pc:spChg>
      </pc:sldChg>
      <pc:sldChg chg="modSp mod">
        <pc:chgData name="Neoh Kee Lin" userId="9e68bd29-1eeb-4ae3-beb9-48fd59e465e5" providerId="ADAL" clId="{3326D9CA-AC04-441A-8E64-0AA7BB1ED60E}" dt="2025-01-05T11:18:38.489" v="683" actId="14100"/>
        <pc:sldMkLst>
          <pc:docMk/>
          <pc:sldMk cId="0" sldId="412"/>
        </pc:sldMkLst>
        <pc:spChg chg="mod">
          <ac:chgData name="Neoh Kee Lin" userId="9e68bd29-1eeb-4ae3-beb9-48fd59e465e5" providerId="ADAL" clId="{3326D9CA-AC04-441A-8E64-0AA7BB1ED60E}" dt="2024-12-26T10:05:46.749" v="443" actId="1037"/>
          <ac:spMkLst>
            <pc:docMk/>
            <pc:sldMk cId="0" sldId="412"/>
            <ac:spMk id="37892" creationId="{00000000-0000-0000-0000-000000000000}"/>
          </ac:spMkLst>
        </pc:spChg>
        <pc:spChg chg="mod">
          <ac:chgData name="Neoh Kee Lin" userId="9e68bd29-1eeb-4ae3-beb9-48fd59e465e5" providerId="ADAL" clId="{3326D9CA-AC04-441A-8E64-0AA7BB1ED60E}" dt="2025-01-05T11:18:38.489" v="683" actId="14100"/>
          <ac:spMkLst>
            <pc:docMk/>
            <pc:sldMk cId="0" sldId="412"/>
            <ac:spMk id="37893" creationId="{00000000-0000-0000-0000-000000000000}"/>
          </ac:spMkLst>
        </pc:spChg>
      </pc:sldChg>
      <pc:sldChg chg="modSp mod">
        <pc:chgData name="Neoh Kee Lin" userId="9e68bd29-1eeb-4ae3-beb9-48fd59e465e5" providerId="ADAL" clId="{3326D9CA-AC04-441A-8E64-0AA7BB1ED60E}" dt="2025-01-05T11:18:07.830" v="680" actId="948"/>
        <pc:sldMkLst>
          <pc:docMk/>
          <pc:sldMk cId="0" sldId="417"/>
        </pc:sldMkLst>
        <pc:spChg chg="mod">
          <ac:chgData name="Neoh Kee Lin" userId="9e68bd29-1eeb-4ae3-beb9-48fd59e465e5" providerId="ADAL" clId="{3326D9CA-AC04-441A-8E64-0AA7BB1ED60E}" dt="2024-12-26T09:47:35.414" v="211" actId="1037"/>
          <ac:spMkLst>
            <pc:docMk/>
            <pc:sldMk cId="0" sldId="417"/>
            <ac:spMk id="39940" creationId="{00000000-0000-0000-0000-000000000000}"/>
          </ac:spMkLst>
        </pc:spChg>
        <pc:spChg chg="mod">
          <ac:chgData name="Neoh Kee Lin" userId="9e68bd29-1eeb-4ae3-beb9-48fd59e465e5" providerId="ADAL" clId="{3326D9CA-AC04-441A-8E64-0AA7BB1ED60E}" dt="2025-01-05T11:18:07.830" v="680" actId="948"/>
          <ac:spMkLst>
            <pc:docMk/>
            <pc:sldMk cId="0" sldId="417"/>
            <ac:spMk id="39941" creationId="{00000000-0000-0000-0000-000000000000}"/>
          </ac:spMkLst>
        </pc:spChg>
      </pc:sldChg>
      <pc:sldChg chg="modSp mod">
        <pc:chgData name="Neoh Kee Lin" userId="9e68bd29-1eeb-4ae3-beb9-48fd59e465e5" providerId="ADAL" clId="{3326D9CA-AC04-441A-8E64-0AA7BB1ED60E}" dt="2025-01-03T15:05:57.993" v="678" actId="948"/>
        <pc:sldMkLst>
          <pc:docMk/>
          <pc:sldMk cId="0" sldId="418"/>
        </pc:sldMkLst>
        <pc:spChg chg="mod">
          <ac:chgData name="Neoh Kee Lin" userId="9e68bd29-1eeb-4ae3-beb9-48fd59e465e5" providerId="ADAL" clId="{3326D9CA-AC04-441A-8E64-0AA7BB1ED60E}" dt="2024-12-26T09:54:42.921" v="349" actId="14100"/>
          <ac:spMkLst>
            <pc:docMk/>
            <pc:sldMk cId="0" sldId="418"/>
            <ac:spMk id="40964" creationId="{00000000-0000-0000-0000-000000000000}"/>
          </ac:spMkLst>
        </pc:spChg>
        <pc:spChg chg="mod">
          <ac:chgData name="Neoh Kee Lin" userId="9e68bd29-1eeb-4ae3-beb9-48fd59e465e5" providerId="ADAL" clId="{3326D9CA-AC04-441A-8E64-0AA7BB1ED60E}" dt="2025-01-03T15:05:57.993" v="678" actId="948"/>
          <ac:spMkLst>
            <pc:docMk/>
            <pc:sldMk cId="0" sldId="418"/>
            <ac:spMk id="40965" creationId="{00000000-0000-0000-0000-000000000000}"/>
          </ac:spMkLst>
        </pc:spChg>
      </pc:sldChg>
      <pc:sldChg chg="modSp mod">
        <pc:chgData name="Neoh Kee Lin" userId="9e68bd29-1eeb-4ae3-beb9-48fd59e465e5" providerId="ADAL" clId="{3326D9CA-AC04-441A-8E64-0AA7BB1ED60E}" dt="2024-12-23T08:01:57.570" v="28" actId="20577"/>
        <pc:sldMkLst>
          <pc:docMk/>
          <pc:sldMk cId="0" sldId="428"/>
        </pc:sldMkLst>
        <pc:spChg chg="mod">
          <ac:chgData name="Neoh Kee Lin" userId="9e68bd29-1eeb-4ae3-beb9-48fd59e465e5" providerId="ADAL" clId="{3326D9CA-AC04-441A-8E64-0AA7BB1ED60E}" dt="2024-12-23T08:01:57.570" v="28" actId="20577"/>
          <ac:spMkLst>
            <pc:docMk/>
            <pc:sldMk cId="0" sldId="428"/>
            <ac:spMk id="20483" creationId="{00000000-0000-0000-0000-000000000000}"/>
          </ac:spMkLst>
        </pc:spChg>
      </pc:sldChg>
      <pc:sldChg chg="modSp mod">
        <pc:chgData name="Neoh Kee Lin" userId="9e68bd29-1eeb-4ae3-beb9-48fd59e465e5" providerId="ADAL" clId="{3326D9CA-AC04-441A-8E64-0AA7BB1ED60E}" dt="2024-12-23T14:48:37.502" v="91" actId="115"/>
        <pc:sldMkLst>
          <pc:docMk/>
          <pc:sldMk cId="3030503448" sldId="431"/>
        </pc:sldMkLst>
        <pc:spChg chg="mod">
          <ac:chgData name="Neoh Kee Lin" userId="9e68bd29-1eeb-4ae3-beb9-48fd59e465e5" providerId="ADAL" clId="{3326D9CA-AC04-441A-8E64-0AA7BB1ED60E}" dt="2024-12-23T14:48:37.502" v="91" actId="115"/>
          <ac:spMkLst>
            <pc:docMk/>
            <pc:sldMk cId="3030503448" sldId="431"/>
            <ac:spMk id="44036" creationId="{00000000-0000-0000-0000-000000000000}"/>
          </ac:spMkLst>
        </pc:spChg>
      </pc:sldChg>
      <pc:sldChg chg="modSp mod ord">
        <pc:chgData name="Neoh Kee Lin" userId="9e68bd29-1eeb-4ae3-beb9-48fd59e465e5" providerId="ADAL" clId="{3326D9CA-AC04-441A-8E64-0AA7BB1ED60E}" dt="2025-01-03T15:05:11.936" v="667"/>
        <pc:sldMkLst>
          <pc:docMk/>
          <pc:sldMk cId="1720783178" sldId="436"/>
        </pc:sldMkLst>
        <pc:spChg chg="mod">
          <ac:chgData name="Neoh Kee Lin" userId="9e68bd29-1eeb-4ae3-beb9-48fd59e465e5" providerId="ADAL" clId="{3326D9CA-AC04-441A-8E64-0AA7BB1ED60E}" dt="2025-01-03T15:05:11.936" v="667"/>
          <ac:spMkLst>
            <pc:docMk/>
            <pc:sldMk cId="1720783178" sldId="436"/>
            <ac:spMk id="2" creationId="{8B3F8B62-4B1A-701A-6F19-2CFE13BD3C34}"/>
          </ac:spMkLst>
        </pc:spChg>
        <pc:spChg chg="mod">
          <ac:chgData name="Neoh Kee Lin" userId="9e68bd29-1eeb-4ae3-beb9-48fd59e465e5" providerId="ADAL" clId="{3326D9CA-AC04-441A-8E64-0AA7BB1ED60E}" dt="2024-12-23T08:28:08.160" v="80" actId="404"/>
          <ac:spMkLst>
            <pc:docMk/>
            <pc:sldMk cId="1720783178" sldId="436"/>
            <ac:spMk id="19458" creationId="{02A89926-472B-754D-4D21-C137328A12B7}"/>
          </ac:spMkLst>
        </pc:spChg>
        <pc:spChg chg="mod">
          <ac:chgData name="Neoh Kee Lin" userId="9e68bd29-1eeb-4ae3-beb9-48fd59e465e5" providerId="ADAL" clId="{3326D9CA-AC04-441A-8E64-0AA7BB1ED60E}" dt="2024-12-26T10:12:33.220" v="632" actId="1037"/>
          <ac:spMkLst>
            <pc:docMk/>
            <pc:sldMk cId="1720783178" sldId="436"/>
            <ac:spMk id="19459" creationId="{6228DC33-A669-EF9D-C2A6-71D0829D22A3}"/>
          </ac:spMkLst>
        </pc:spChg>
      </pc:sldChg>
    </pc:docChg>
  </pc:docChgLst>
  <pc:docChgLst>
    <pc:chgData name="Neoh Kee Lin" userId="9e68bd29-1eeb-4ae3-beb9-48fd59e465e5" providerId="ADAL" clId="{30AE756E-8E57-4898-8A5A-C4C044E67C86}"/>
    <pc:docChg chg="undo custSel addSld modSld">
      <pc:chgData name="Neoh Kee Lin" userId="9e68bd29-1eeb-4ae3-beb9-48fd59e465e5" providerId="ADAL" clId="{30AE756E-8E57-4898-8A5A-C4C044E67C86}" dt="2024-12-05T11:08:51.783" v="899" actId="20577"/>
      <pc:docMkLst>
        <pc:docMk/>
      </pc:docMkLst>
      <pc:sldChg chg="modSp mod">
        <pc:chgData name="Neoh Kee Lin" userId="9e68bd29-1eeb-4ae3-beb9-48fd59e465e5" providerId="ADAL" clId="{30AE756E-8E57-4898-8A5A-C4C044E67C86}" dt="2024-11-28T07:15:12.417" v="1" actId="6549"/>
        <pc:sldMkLst>
          <pc:docMk/>
          <pc:sldMk cId="0" sldId="256"/>
        </pc:sldMkLst>
        <pc:spChg chg="mod">
          <ac:chgData name="Neoh Kee Lin" userId="9e68bd29-1eeb-4ae3-beb9-48fd59e465e5" providerId="ADAL" clId="{30AE756E-8E57-4898-8A5A-C4C044E67C86}" dt="2024-11-28T07:15:12.417" v="1" actId="6549"/>
          <ac:spMkLst>
            <pc:docMk/>
            <pc:sldMk cId="0" sldId="256"/>
            <ac:spMk id="15363" creationId="{00000000-0000-0000-0000-000000000000}"/>
          </ac:spMkLst>
        </pc:spChg>
      </pc:sldChg>
      <pc:sldChg chg="modSp mod">
        <pc:chgData name="Neoh Kee Lin" userId="9e68bd29-1eeb-4ae3-beb9-48fd59e465e5" providerId="ADAL" clId="{30AE756E-8E57-4898-8A5A-C4C044E67C86}" dt="2024-12-05T10:04:24.611" v="629" actId="6549"/>
        <pc:sldMkLst>
          <pc:docMk/>
          <pc:sldMk cId="0" sldId="372"/>
        </pc:sldMkLst>
        <pc:spChg chg="mod">
          <ac:chgData name="Neoh Kee Lin" userId="9e68bd29-1eeb-4ae3-beb9-48fd59e465e5" providerId="ADAL" clId="{30AE756E-8E57-4898-8A5A-C4C044E67C86}" dt="2024-12-05T10:04:24.611" v="629" actId="6549"/>
          <ac:spMkLst>
            <pc:docMk/>
            <pc:sldMk cId="0" sldId="372"/>
            <ac:spMk id="19459" creationId="{00000000-0000-0000-0000-000000000000}"/>
          </ac:spMkLst>
        </pc:spChg>
      </pc:sldChg>
      <pc:sldChg chg="modSp mod">
        <pc:chgData name="Neoh Kee Lin" userId="9e68bd29-1eeb-4ae3-beb9-48fd59e465e5" providerId="ADAL" clId="{30AE756E-8E57-4898-8A5A-C4C044E67C86}" dt="2024-12-05T10:03:47.443" v="616"/>
        <pc:sldMkLst>
          <pc:docMk/>
          <pc:sldMk cId="0" sldId="386"/>
        </pc:sldMkLst>
        <pc:spChg chg="mod">
          <ac:chgData name="Neoh Kee Lin" userId="9e68bd29-1eeb-4ae3-beb9-48fd59e465e5" providerId="ADAL" clId="{30AE756E-8E57-4898-8A5A-C4C044E67C86}" dt="2024-12-05T09:50:57.849" v="485" actId="20577"/>
          <ac:spMkLst>
            <pc:docMk/>
            <pc:sldMk cId="0" sldId="386"/>
            <ac:spMk id="21508" creationId="{00000000-0000-0000-0000-000000000000}"/>
          </ac:spMkLst>
        </pc:spChg>
        <pc:spChg chg="mod">
          <ac:chgData name="Neoh Kee Lin" userId="9e68bd29-1eeb-4ae3-beb9-48fd59e465e5" providerId="ADAL" clId="{30AE756E-8E57-4898-8A5A-C4C044E67C86}" dt="2024-12-05T10:03:47.443" v="616"/>
          <ac:spMkLst>
            <pc:docMk/>
            <pc:sldMk cId="0" sldId="386"/>
            <ac:spMk id="21509" creationId="{00000000-0000-0000-0000-000000000000}"/>
          </ac:spMkLst>
        </pc:spChg>
      </pc:sldChg>
      <pc:sldChg chg="modSp mod">
        <pc:chgData name="Neoh Kee Lin" userId="9e68bd29-1eeb-4ae3-beb9-48fd59e465e5" providerId="ADAL" clId="{30AE756E-8E57-4898-8A5A-C4C044E67C86}" dt="2024-12-05T11:08:51.783" v="899" actId="20577"/>
        <pc:sldMkLst>
          <pc:docMk/>
          <pc:sldMk cId="0" sldId="423"/>
        </pc:sldMkLst>
        <pc:spChg chg="mod">
          <ac:chgData name="Neoh Kee Lin" userId="9e68bd29-1eeb-4ae3-beb9-48fd59e465e5" providerId="ADAL" clId="{30AE756E-8E57-4898-8A5A-C4C044E67C86}" dt="2024-12-05T11:08:51.783" v="899" actId="20577"/>
          <ac:spMkLst>
            <pc:docMk/>
            <pc:sldMk cId="0" sldId="423"/>
            <ac:spMk id="45059" creationId="{00000000-0000-0000-0000-000000000000}"/>
          </ac:spMkLst>
        </pc:spChg>
      </pc:sldChg>
      <pc:sldChg chg="modSp mod">
        <pc:chgData name="Neoh Kee Lin" userId="9e68bd29-1eeb-4ae3-beb9-48fd59e465e5" providerId="ADAL" clId="{30AE756E-8E57-4898-8A5A-C4C044E67C86}" dt="2024-12-05T10:05:24.917" v="687" actId="20577"/>
        <pc:sldMkLst>
          <pc:docMk/>
          <pc:sldMk cId="0" sldId="428"/>
        </pc:sldMkLst>
        <pc:spChg chg="mod">
          <ac:chgData name="Neoh Kee Lin" userId="9e68bd29-1eeb-4ae3-beb9-48fd59e465e5" providerId="ADAL" clId="{30AE756E-8E57-4898-8A5A-C4C044E67C86}" dt="2024-12-05T10:05:24.917" v="687" actId="20577"/>
          <ac:spMkLst>
            <pc:docMk/>
            <pc:sldMk cId="0" sldId="428"/>
            <ac:spMk id="20483" creationId="{00000000-0000-0000-0000-000000000000}"/>
          </ac:spMkLst>
        </pc:spChg>
      </pc:sldChg>
      <pc:sldChg chg="addSp modSp add mod">
        <pc:chgData name="Neoh Kee Lin" userId="9e68bd29-1eeb-4ae3-beb9-48fd59e465e5" providerId="ADAL" clId="{30AE756E-8E57-4898-8A5A-C4C044E67C86}" dt="2024-12-05T10:03:31.008" v="615" actId="6549"/>
        <pc:sldMkLst>
          <pc:docMk/>
          <pc:sldMk cId="1720783178" sldId="436"/>
        </pc:sldMkLst>
        <pc:spChg chg="add mod">
          <ac:chgData name="Neoh Kee Lin" userId="9e68bd29-1eeb-4ae3-beb9-48fd59e465e5" providerId="ADAL" clId="{30AE756E-8E57-4898-8A5A-C4C044E67C86}" dt="2024-12-05T10:03:31.008" v="615" actId="6549"/>
          <ac:spMkLst>
            <pc:docMk/>
            <pc:sldMk cId="1720783178" sldId="436"/>
            <ac:spMk id="2" creationId="{8B3F8B62-4B1A-701A-6F19-2CFE13BD3C34}"/>
          </ac:spMkLst>
        </pc:spChg>
        <pc:spChg chg="mod">
          <ac:chgData name="Neoh Kee Lin" userId="9e68bd29-1eeb-4ae3-beb9-48fd59e465e5" providerId="ADAL" clId="{30AE756E-8E57-4898-8A5A-C4C044E67C86}" dt="2024-12-05T09:58:55.823" v="543" actId="6549"/>
          <ac:spMkLst>
            <pc:docMk/>
            <pc:sldMk cId="1720783178" sldId="436"/>
            <ac:spMk id="19458" creationId="{02A89926-472B-754D-4D21-C137328A12B7}"/>
          </ac:spMkLst>
        </pc:spChg>
        <pc:spChg chg="mod">
          <ac:chgData name="Neoh Kee Lin" userId="9e68bd29-1eeb-4ae3-beb9-48fd59e465e5" providerId="ADAL" clId="{30AE756E-8E57-4898-8A5A-C4C044E67C86}" dt="2024-12-05T10:01:15.684" v="590" actId="6549"/>
          <ac:spMkLst>
            <pc:docMk/>
            <pc:sldMk cId="1720783178" sldId="436"/>
            <ac:spMk id="19459" creationId="{6228DC33-A669-EF9D-C2A6-71D0829D22A3}"/>
          </ac:spMkLst>
        </pc:spChg>
      </pc:sldChg>
    </pc:docChg>
  </pc:docChgLst>
  <pc:docChgLst>
    <pc:chgData name="Neoh Kee Lin" userId="9e68bd29-1eeb-4ae3-beb9-48fd59e465e5" providerId="ADAL" clId="{E06DF9A8-5FA9-40D1-8FEC-D1B053E11E4C}"/>
    <pc:docChg chg="modSld">
      <pc:chgData name="Neoh Kee Lin" userId="9e68bd29-1eeb-4ae3-beb9-48fd59e465e5" providerId="ADAL" clId="{E06DF9A8-5FA9-40D1-8FEC-D1B053E11E4C}" dt="2024-12-16T08:26:28.536" v="4" actId="20577"/>
      <pc:docMkLst>
        <pc:docMk/>
      </pc:docMkLst>
      <pc:sldChg chg="modSp mod">
        <pc:chgData name="Neoh Kee Lin" userId="9e68bd29-1eeb-4ae3-beb9-48fd59e465e5" providerId="ADAL" clId="{E06DF9A8-5FA9-40D1-8FEC-D1B053E11E4C}" dt="2024-12-16T08:26:28.536" v="4" actId="20577"/>
        <pc:sldMkLst>
          <pc:docMk/>
          <pc:sldMk cId="0" sldId="423"/>
        </pc:sldMkLst>
        <pc:spChg chg="mod">
          <ac:chgData name="Neoh Kee Lin" userId="9e68bd29-1eeb-4ae3-beb9-48fd59e465e5" providerId="ADAL" clId="{E06DF9A8-5FA9-40D1-8FEC-D1B053E11E4C}" dt="2024-12-16T08:26:28.536" v="4" actId="20577"/>
          <ac:spMkLst>
            <pc:docMk/>
            <pc:sldMk cId="0" sldId="423"/>
            <ac:spMk id="45059" creationId="{00000000-0000-0000-0000-000000000000}"/>
          </ac:spMkLst>
        </pc:spChg>
      </pc:sldChg>
    </pc:docChg>
  </pc:docChgLst>
  <pc:docChgLst>
    <pc:chgData name="Neoh Kee Lin" userId="9e68bd29-1eeb-4ae3-beb9-48fd59e465e5" providerId="ADAL" clId="{DEC3D762-CA42-4561-A48D-5B455199DF89}"/>
    <pc:docChg chg="custSel modSld">
      <pc:chgData name="Neoh Kee Lin" userId="9e68bd29-1eeb-4ae3-beb9-48fd59e465e5" providerId="ADAL" clId="{DEC3D762-CA42-4561-A48D-5B455199DF89}" dt="2022-12-22T17:28:58.249" v="54" actId="115"/>
      <pc:docMkLst>
        <pc:docMk/>
      </pc:docMkLst>
      <pc:sldChg chg="modSp mod">
        <pc:chgData name="Neoh Kee Lin" userId="9e68bd29-1eeb-4ae3-beb9-48fd59e465e5" providerId="ADAL" clId="{DEC3D762-CA42-4561-A48D-5B455199DF89}" dt="2022-12-22T15:32:23.610" v="22" actId="14100"/>
        <pc:sldMkLst>
          <pc:docMk/>
          <pc:sldMk cId="0" sldId="371"/>
        </pc:sldMkLst>
      </pc:sldChg>
      <pc:sldChg chg="modSp mod">
        <pc:chgData name="Neoh Kee Lin" userId="9e68bd29-1eeb-4ae3-beb9-48fd59e465e5" providerId="ADAL" clId="{DEC3D762-CA42-4561-A48D-5B455199DF89}" dt="2022-12-22T17:28:27.642" v="51" actId="115"/>
        <pc:sldMkLst>
          <pc:docMk/>
          <pc:sldMk cId="0" sldId="372"/>
        </pc:sldMkLst>
      </pc:sldChg>
      <pc:sldChg chg="modSp mod">
        <pc:chgData name="Neoh Kee Lin" userId="9e68bd29-1eeb-4ae3-beb9-48fd59e465e5" providerId="ADAL" clId="{DEC3D762-CA42-4561-A48D-5B455199DF89}" dt="2022-12-22T15:58:02.254" v="49" actId="790"/>
        <pc:sldMkLst>
          <pc:docMk/>
          <pc:sldMk cId="0" sldId="412"/>
        </pc:sldMkLst>
      </pc:sldChg>
      <pc:sldChg chg="modSp mod">
        <pc:chgData name="Neoh Kee Lin" userId="9e68bd29-1eeb-4ae3-beb9-48fd59e465e5" providerId="ADAL" clId="{DEC3D762-CA42-4561-A48D-5B455199DF89}" dt="2022-12-22T17:28:58.249" v="54" actId="115"/>
        <pc:sldMkLst>
          <pc:docMk/>
          <pc:sldMk cId="0" sldId="428"/>
        </pc:sldMkLst>
      </pc:sldChg>
      <pc:sldChg chg="modSp mod">
        <pc:chgData name="Neoh Kee Lin" userId="9e68bd29-1eeb-4ae3-beb9-48fd59e465e5" providerId="ADAL" clId="{DEC3D762-CA42-4561-A48D-5B455199DF89}" dt="2022-12-22T15:56:51.738" v="48" actId="948"/>
        <pc:sldMkLst>
          <pc:docMk/>
          <pc:sldMk cId="0" sldId="429"/>
        </pc:sldMkLst>
      </pc:sldChg>
      <pc:sldChg chg="modSp mod">
        <pc:chgData name="Neoh Kee Lin" userId="9e68bd29-1eeb-4ae3-beb9-48fd59e465e5" providerId="ADAL" clId="{DEC3D762-CA42-4561-A48D-5B455199DF89}" dt="2022-12-22T15:32:46.948" v="23" actId="948"/>
        <pc:sldMkLst>
          <pc:docMk/>
          <pc:sldMk cId="3659563531" sldId="432"/>
        </pc:sldMkLst>
      </pc:sldChg>
      <pc:sldChg chg="modSp mod">
        <pc:chgData name="Neoh Kee Lin" userId="9e68bd29-1eeb-4ae3-beb9-48fd59e465e5" providerId="ADAL" clId="{DEC3D762-CA42-4561-A48D-5B455199DF89}" dt="2022-12-22T15:55:49.326" v="46" actId="20577"/>
        <pc:sldMkLst>
          <pc:docMk/>
          <pc:sldMk cId="3280600855" sldId="436"/>
        </pc:sldMkLst>
      </pc:sldChg>
      <pc:sldChg chg="modSp mod">
        <pc:chgData name="Neoh Kee Lin" userId="9e68bd29-1eeb-4ae3-beb9-48fd59e465e5" providerId="ADAL" clId="{DEC3D762-CA42-4561-A48D-5B455199DF89}" dt="2022-12-22T15:56:05.374" v="47" actId="948"/>
        <pc:sldMkLst>
          <pc:docMk/>
          <pc:sldMk cId="3885037993" sldId="437"/>
        </pc:sldMkLst>
      </pc:sldChg>
    </pc:docChg>
  </pc:docChgLst>
  <pc:docChgLst>
    <pc:chgData name="Neoh Kee Lin" userId="9e68bd29-1eeb-4ae3-beb9-48fd59e465e5" providerId="ADAL" clId="{04EE724A-8CEA-455F-8DB5-CBBCFA6DA0C1}"/>
    <pc:docChg chg="undo custSel delSld modSld">
      <pc:chgData name="Neoh Kee Lin" userId="9e68bd29-1eeb-4ae3-beb9-48fd59e465e5" providerId="ADAL" clId="{04EE724A-8CEA-455F-8DB5-CBBCFA6DA0C1}" dt="2023-01-07T23:23:33.582" v="109" actId="6549"/>
      <pc:docMkLst>
        <pc:docMk/>
      </pc:docMkLst>
      <pc:sldChg chg="modSp mod">
        <pc:chgData name="Neoh Kee Lin" userId="9e68bd29-1eeb-4ae3-beb9-48fd59e465e5" providerId="ADAL" clId="{04EE724A-8CEA-455F-8DB5-CBBCFA6DA0C1}" dt="2022-12-30T11:28:54.511" v="60" actId="6549"/>
        <pc:sldMkLst>
          <pc:docMk/>
          <pc:sldMk cId="0" sldId="386"/>
        </pc:sldMkLst>
      </pc:sldChg>
      <pc:sldChg chg="modSp mod">
        <pc:chgData name="Neoh Kee Lin" userId="9e68bd29-1eeb-4ae3-beb9-48fd59e465e5" providerId="ADAL" clId="{04EE724A-8CEA-455F-8DB5-CBBCFA6DA0C1}" dt="2023-01-07T23:23:33.582" v="109" actId="6549"/>
        <pc:sldMkLst>
          <pc:docMk/>
          <pc:sldMk cId="0" sldId="417"/>
        </pc:sldMkLst>
      </pc:sldChg>
      <pc:sldChg chg="modSp mod">
        <pc:chgData name="Neoh Kee Lin" userId="9e68bd29-1eeb-4ae3-beb9-48fd59e465e5" providerId="ADAL" clId="{04EE724A-8CEA-455F-8DB5-CBBCFA6DA0C1}" dt="2023-01-07T21:59:02.346" v="88" actId="6549"/>
        <pc:sldMkLst>
          <pc:docMk/>
          <pc:sldMk cId="0" sldId="423"/>
        </pc:sldMkLst>
      </pc:sldChg>
      <pc:sldChg chg="modSp mod">
        <pc:chgData name="Neoh Kee Lin" userId="9e68bd29-1eeb-4ae3-beb9-48fd59e465e5" providerId="ADAL" clId="{04EE724A-8CEA-455F-8DB5-CBBCFA6DA0C1}" dt="2022-12-30T11:26:48.055" v="11" actId="6549"/>
        <pc:sldMkLst>
          <pc:docMk/>
          <pc:sldMk cId="0" sldId="428"/>
        </pc:sldMkLst>
      </pc:sldChg>
      <pc:sldChg chg="del">
        <pc:chgData name="Neoh Kee Lin" userId="9e68bd29-1eeb-4ae3-beb9-48fd59e465e5" providerId="ADAL" clId="{04EE724A-8CEA-455F-8DB5-CBBCFA6DA0C1}" dt="2022-12-30T11:29:49.072" v="61" actId="2696"/>
        <pc:sldMkLst>
          <pc:docMk/>
          <pc:sldMk cId="3280600855" sldId="436"/>
        </pc:sldMkLst>
      </pc:sldChg>
      <pc:sldChg chg="del">
        <pc:chgData name="Neoh Kee Lin" userId="9e68bd29-1eeb-4ae3-beb9-48fd59e465e5" providerId="ADAL" clId="{04EE724A-8CEA-455F-8DB5-CBBCFA6DA0C1}" dt="2022-12-30T11:29:49.072" v="61" actId="2696"/>
        <pc:sldMkLst>
          <pc:docMk/>
          <pc:sldMk cId="3885037993" sldId="43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t" anchorCtr="0" compatLnSpc="1">
            <a:prstTxWarp prst="textNoShape">
              <a:avLst/>
            </a:prstTxWarp>
          </a:bodyPr>
          <a:lstStyle>
            <a:lvl1pPr algn="l" defTabSz="930275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B67DD329-1292-4986-997D-A82B9F1F41AC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60D253E5-60F2-4200-808F-3B8AAD8316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1724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t" anchorCtr="0" compatLnSpc="1">
            <a:prstTxWarp prst="textNoShape">
              <a:avLst/>
            </a:prstTxWarp>
          </a:bodyPr>
          <a:lstStyle>
            <a:lvl1pPr algn="l" defTabSz="930275" eaLnBrk="1" hangingPunct="1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080183C0-BCB6-4A01-85A6-AFCC66D333BD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9513" y="698500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17" tIns="46508" rIns="93017" bIns="46508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47AB667E-1BB4-4BD2-AE99-84252236B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69881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>
                <a:latin typeface="Tahoma" panose="020B0604030504040204" pitchFamily="34" charset="0"/>
              </a:rPr>
              <a:t>Merge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7CDED31-9555-4F84-8384-15ECE259B91F}" type="datetime8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1/5/2025 7:17 PM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318F06-D376-4CAF-A6BD-04A80FCA8BD7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291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>
                <a:latin typeface="Tahoma" panose="020B0604030504040204" pitchFamily="34" charset="0"/>
              </a:rPr>
              <a:t>Merge Sort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BD0460-D9D9-44F1-9EDD-D0F42307C179}" type="datetime8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1/5/2025 7:17 PM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DF68D1-A896-4367-9645-D90E4ABDBA85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8928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4344C-C049-420A-87D4-4137A68A5D23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D1AF8-3C5C-4942-AED3-EC7026872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08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7D93C-BD69-45BD-9304-94228C631FC3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641D0-80F5-4669-BB35-7F17462006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2666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3E582-E640-4D92-88A1-B979516D74CE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DC0A6-7BC3-4E14-9A20-C2C6DD7BC0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656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93D71-EE64-47BB-9882-E007BEDAB36D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EF590-5B7B-444B-94E3-0588731604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47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328BD-E600-44E7-AAE9-4E47CF6047A6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E0EA6-B817-4FFA-93E8-A13812EBB2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08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7FA4B-87E1-4FDA-9ED2-06A8C45E73AB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E1512-7C04-4EFC-9E3F-54444B5B87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53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28DA1-8EDA-4CD7-AB78-081344F7190D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8F301-BA96-4869-BFDC-FC1EBBDE13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919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9333A-E0BE-407A-B215-DB8EDEC62C81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06438-EE12-4734-AD88-CD6E986DA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79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2B31B-B76D-442C-B274-C8594DCD704E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60FD0-2439-4CC1-921A-7B7F60CF5A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77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28255-D7F4-4DFF-8DCC-55F8B1BEADE4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DD4A5-55E5-41C8-B686-0F061B8F13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82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C6190-D43A-44E8-8032-793D6830C8CA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F20B3-3EFB-4C3E-82B1-25071363F3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8164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017CB587-A66E-4949-8EB2-BA2C6F676E3D}" type="datetime8">
              <a:rPr lang="en-US" altLang="en-US"/>
              <a:pPr>
                <a:defRPr/>
              </a:pPr>
              <a:t>1/5/2025 7:17 PM</a:t>
            </a:fld>
            <a:endParaRPr lang="en-US" alt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[Lec04] Merge Sort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6E2A576-4AE4-4A18-9B98-75CF6A2921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6" r:id="rId1"/>
    <p:sldLayoutId id="2147484207" r:id="rId2"/>
    <p:sldLayoutId id="2147484208" r:id="rId3"/>
    <p:sldLayoutId id="2147484209" r:id="rId4"/>
    <p:sldLayoutId id="2147484210" r:id="rId5"/>
    <p:sldLayoutId id="2147484211" r:id="rId6"/>
    <p:sldLayoutId id="2147484212" r:id="rId7"/>
    <p:sldLayoutId id="2147484213" r:id="rId8"/>
    <p:sldLayoutId id="2147484214" r:id="rId9"/>
    <p:sldLayoutId id="2147484215" r:id="rId10"/>
    <p:sldLayoutId id="214748421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3F645C-DCAD-4170-9BDD-3D098CF833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Lecture 06 </a:t>
            </a:r>
            <a:r>
              <a:rPr lang="en-MY" altLang="en-US" dirty="0"/>
              <a:t>Sorting and Selection Algorithms</a:t>
            </a:r>
            <a:endParaRPr lang="en-US" altLang="en-US" dirty="0"/>
          </a:p>
        </p:txBody>
      </p:sp>
      <p:grpSp>
        <p:nvGrpSpPr>
          <p:cNvPr id="15364" name="Group 396"/>
          <p:cNvGrpSpPr>
            <a:grpSpLocks/>
          </p:cNvGrpSpPr>
          <p:nvPr/>
        </p:nvGrpSpPr>
        <p:grpSpPr bwMode="auto">
          <a:xfrm>
            <a:off x="3352800" y="3322638"/>
            <a:ext cx="4486275" cy="2011362"/>
            <a:chOff x="1608" y="1824"/>
            <a:chExt cx="3426" cy="1536"/>
          </a:xfrm>
        </p:grpSpPr>
        <p:sp>
          <p:nvSpPr>
            <p:cNvPr id="15365" name="AutoShape 383"/>
            <p:cNvSpPr>
              <a:spLocks noChangeArrowheads="1"/>
            </p:cNvSpPr>
            <p:nvPr/>
          </p:nvSpPr>
          <p:spPr bwMode="auto">
            <a:xfrm>
              <a:off x="2160" y="1824"/>
              <a:ext cx="2304" cy="384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7  2 </a:t>
              </a:r>
              <a:r>
                <a:rPr lang="en-US" altLang="en-US" sz="1800" b="1" dirty="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</a:t>
              </a:r>
              <a:r>
                <a:rPr lang="en-US" altLang="en-US" sz="1800" b="1" dirty="0"/>
                <a:t> 9  4 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b="1" dirty="0"/>
                <a:t>  </a:t>
              </a:r>
              <a:r>
                <a:rPr lang="en-US" altLang="en-US" sz="1800" b="1" dirty="0">
                  <a:solidFill>
                    <a:schemeClr val="tx2"/>
                  </a:solidFill>
                </a:rPr>
                <a:t>2  4  7  9</a:t>
              </a:r>
            </a:p>
          </p:txBody>
        </p:sp>
        <p:sp>
          <p:nvSpPr>
            <p:cNvPr id="15366" name="AutoShape 384"/>
            <p:cNvSpPr>
              <a:spLocks noChangeArrowheads="1"/>
            </p:cNvSpPr>
            <p:nvPr/>
          </p:nvSpPr>
          <p:spPr bwMode="auto">
            <a:xfrm>
              <a:off x="168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7 </a:t>
              </a:r>
              <a:r>
                <a:rPr lang="en-US" altLang="en-US" sz="1800" b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</a:t>
              </a:r>
              <a:r>
                <a:rPr lang="en-US" altLang="en-US" sz="1800" b="1"/>
                <a:t> 2 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b="1"/>
                <a:t>  </a:t>
              </a:r>
              <a:r>
                <a:rPr lang="en-US" altLang="en-US" sz="1800" b="1">
                  <a:solidFill>
                    <a:schemeClr val="tx2"/>
                  </a:solidFill>
                </a:rPr>
                <a:t>2  7</a:t>
              </a:r>
            </a:p>
          </p:txBody>
        </p:sp>
        <p:sp>
          <p:nvSpPr>
            <p:cNvPr id="15367" name="AutoShape 385"/>
            <p:cNvSpPr>
              <a:spLocks noChangeArrowheads="1"/>
            </p:cNvSpPr>
            <p:nvPr/>
          </p:nvSpPr>
          <p:spPr bwMode="auto">
            <a:xfrm>
              <a:off x="360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9 </a:t>
              </a:r>
              <a:r>
                <a:rPr lang="en-US" altLang="en-US" sz="1800" b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</a:t>
              </a:r>
              <a:r>
                <a:rPr lang="en-US" altLang="en-US" sz="1800" b="1"/>
                <a:t> 4 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b="1"/>
                <a:t>  </a:t>
              </a:r>
              <a:r>
                <a:rPr lang="en-US" altLang="en-US" sz="1800" b="1">
                  <a:solidFill>
                    <a:schemeClr val="tx2"/>
                  </a:solidFill>
                </a:rPr>
                <a:t>4  9</a:t>
              </a:r>
            </a:p>
          </p:txBody>
        </p:sp>
        <p:sp>
          <p:nvSpPr>
            <p:cNvPr id="15368" name="AutoShape 386"/>
            <p:cNvSpPr>
              <a:spLocks noChangeArrowheads="1"/>
            </p:cNvSpPr>
            <p:nvPr/>
          </p:nvSpPr>
          <p:spPr bwMode="auto">
            <a:xfrm>
              <a:off x="1608" y="2976"/>
              <a:ext cx="648" cy="384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7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b="1"/>
                <a:t> </a:t>
              </a:r>
              <a:r>
                <a:rPr lang="en-US" altLang="en-US" sz="1800" b="1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15369" name="AutoShape 387"/>
            <p:cNvSpPr>
              <a:spLocks noChangeArrowheads="1"/>
            </p:cNvSpPr>
            <p:nvPr/>
          </p:nvSpPr>
          <p:spPr bwMode="auto">
            <a:xfrm>
              <a:off x="2496" y="2976"/>
              <a:ext cx="624" cy="384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2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b="1"/>
                <a:t> </a:t>
              </a:r>
              <a:r>
                <a:rPr lang="en-US" altLang="en-US" sz="1800" b="1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370" name="AutoShape 388"/>
            <p:cNvSpPr>
              <a:spLocks noChangeArrowheads="1"/>
            </p:cNvSpPr>
            <p:nvPr/>
          </p:nvSpPr>
          <p:spPr bwMode="auto">
            <a:xfrm>
              <a:off x="3522" y="2976"/>
              <a:ext cx="636" cy="384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9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b="1"/>
                <a:t> </a:t>
              </a:r>
              <a:r>
                <a:rPr lang="en-US" altLang="en-US" sz="1800" b="1">
                  <a:solidFill>
                    <a:schemeClr val="tx2"/>
                  </a:solidFill>
                </a:rPr>
                <a:t>9</a:t>
              </a:r>
            </a:p>
          </p:txBody>
        </p:sp>
        <p:sp>
          <p:nvSpPr>
            <p:cNvPr id="15371" name="AutoShape 389"/>
            <p:cNvSpPr>
              <a:spLocks noChangeArrowheads="1"/>
            </p:cNvSpPr>
            <p:nvPr/>
          </p:nvSpPr>
          <p:spPr bwMode="auto">
            <a:xfrm>
              <a:off x="4416" y="2976"/>
              <a:ext cx="618" cy="384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4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b="1"/>
                <a:t> </a:t>
              </a:r>
              <a:r>
                <a:rPr lang="en-US" altLang="en-US" sz="1800" b="1">
                  <a:solidFill>
                    <a:schemeClr val="tx2"/>
                  </a:solidFill>
                </a:rPr>
                <a:t>4</a:t>
              </a:r>
            </a:p>
          </p:txBody>
        </p:sp>
        <p:cxnSp>
          <p:nvCxnSpPr>
            <p:cNvPr id="15372" name="AutoShape 390"/>
            <p:cNvCxnSpPr>
              <a:cxnSpLocks noChangeShapeType="1"/>
              <a:stCxn id="15366" idx="0"/>
              <a:endCxn id="15365" idx="2"/>
            </p:cNvCxnSpPr>
            <p:nvPr/>
          </p:nvCxnSpPr>
          <p:spPr bwMode="auto">
            <a:xfrm flipV="1">
              <a:off x="2352" y="2214"/>
              <a:ext cx="960" cy="18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3" name="AutoShape 391"/>
            <p:cNvCxnSpPr>
              <a:cxnSpLocks noChangeShapeType="1"/>
              <a:stCxn id="15367" idx="0"/>
              <a:endCxn id="15365" idx="2"/>
            </p:cNvCxnSpPr>
            <p:nvPr/>
          </p:nvCxnSpPr>
          <p:spPr bwMode="auto">
            <a:xfrm flipH="1" flipV="1">
              <a:off x="3312" y="2214"/>
              <a:ext cx="960" cy="18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4" name="AutoShape 392"/>
            <p:cNvCxnSpPr>
              <a:cxnSpLocks noChangeShapeType="1"/>
              <a:stCxn id="15368" idx="0"/>
              <a:endCxn id="15366" idx="2"/>
            </p:cNvCxnSpPr>
            <p:nvPr/>
          </p:nvCxnSpPr>
          <p:spPr bwMode="auto">
            <a:xfrm flipV="1">
              <a:off x="1932" y="2790"/>
              <a:ext cx="420" cy="18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5" name="AutoShape 393"/>
            <p:cNvCxnSpPr>
              <a:cxnSpLocks noChangeShapeType="1"/>
              <a:stCxn id="15370" idx="0"/>
              <a:endCxn id="15367" idx="2"/>
            </p:cNvCxnSpPr>
            <p:nvPr/>
          </p:nvCxnSpPr>
          <p:spPr bwMode="auto">
            <a:xfrm flipV="1">
              <a:off x="3840" y="2790"/>
              <a:ext cx="432" cy="18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6" name="AutoShape 394"/>
            <p:cNvCxnSpPr>
              <a:cxnSpLocks noChangeShapeType="1"/>
              <a:stCxn id="15366" idx="2"/>
              <a:endCxn id="15369" idx="0"/>
            </p:cNvCxnSpPr>
            <p:nvPr/>
          </p:nvCxnSpPr>
          <p:spPr bwMode="auto">
            <a:xfrm>
              <a:off x="2352" y="2790"/>
              <a:ext cx="456" cy="18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7" name="AutoShape 395"/>
            <p:cNvCxnSpPr>
              <a:cxnSpLocks noChangeShapeType="1"/>
              <a:stCxn id="15367" idx="2"/>
              <a:endCxn id="15371" idx="0"/>
            </p:cNvCxnSpPr>
            <p:nvPr/>
          </p:nvCxnSpPr>
          <p:spPr bwMode="auto">
            <a:xfrm>
              <a:off x="4272" y="2790"/>
              <a:ext cx="453" cy="18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A4B0C8-54C9-443E-974E-837FC12C558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Outcome</a:t>
            </a:r>
          </a:p>
        </p:txBody>
      </p:sp>
      <p:sp>
        <p:nvSpPr>
          <p:cNvPr id="1741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Merge-sort (4.1.1)</a:t>
            </a:r>
          </a:p>
          <a:p>
            <a:pPr eaLnBrk="1" hangingPunct="1"/>
            <a:r>
              <a:rPr lang="en-US" altLang="en-US" sz="2800" dirty="0"/>
              <a:t>Summary of Sorting Algorithms</a:t>
            </a:r>
          </a:p>
          <a:p>
            <a:pPr eaLnBrk="1" hangingPunct="1"/>
            <a:r>
              <a:rPr lang="en-US" altLang="en-US" sz="2800" dirty="0"/>
              <a:t>Bucket-Sort (4.5.1)</a:t>
            </a:r>
          </a:p>
          <a:p>
            <a:pPr eaLnBrk="1" hangingPunct="1"/>
            <a:r>
              <a:rPr lang="en-US" altLang="en-US" sz="2800" dirty="0"/>
              <a:t>Radix-Sort (4.5.2)</a:t>
            </a:r>
          </a:p>
          <a:p>
            <a:pPr eaLnBrk="1" hangingPunct="1"/>
            <a:r>
              <a:rPr lang="en-US" altLang="en-US" sz="2800" dirty="0"/>
              <a:t>Quick-Select (§ 4.7)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696ADE-0419-478C-90B9-A90A11C6A3D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In-Place Algorithms</a:t>
            </a:r>
          </a:p>
        </p:txBody>
      </p:sp>
      <p:sp>
        <p:nvSpPr>
          <p:cNvPr id="184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391400" cy="45720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An </a:t>
            </a:r>
            <a:r>
              <a:rPr lang="en-US" altLang="en-US" sz="2400" u="sng" dirty="0"/>
              <a:t>in-place</a:t>
            </a:r>
            <a:r>
              <a:rPr lang="en-US" altLang="en-US" sz="2400" dirty="0"/>
              <a:t> algorithm produces its result by </a:t>
            </a:r>
            <a:r>
              <a:rPr lang="en-US" altLang="en-US" sz="2400" u="sng" dirty="0"/>
              <a:t>overwriting the input data structure</a:t>
            </a:r>
            <a:r>
              <a:rPr lang="en-US" altLang="en-US" sz="2400" dirty="0"/>
              <a:t>. It does not require an additional temporary data structure to store the result.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A </a:t>
            </a:r>
            <a:r>
              <a:rPr lang="en-US" altLang="en-US" sz="2400" u="sng" dirty="0"/>
              <a:t>not-in-place</a:t>
            </a:r>
            <a:r>
              <a:rPr lang="en-US" altLang="en-US" sz="2400" dirty="0"/>
              <a:t> algorithm writes its temporary result to an </a:t>
            </a:r>
            <a:r>
              <a:rPr lang="en-US" altLang="en-US" sz="2400" u="sng" dirty="0"/>
              <a:t>additional temporary data structure</a:t>
            </a:r>
            <a:r>
              <a:rPr lang="en-US" altLang="en-US" sz="2400" dirty="0"/>
              <a:t>, use the temporary result to store the result, then copy the result back to the original data structure.</a:t>
            </a:r>
          </a:p>
          <a:p>
            <a:pPr eaLnBrk="1" hangingPunct="1">
              <a:spcBef>
                <a:spcPts val="600"/>
              </a:spcBef>
            </a:pPr>
            <a:r>
              <a:rPr lang="en-MY" altLang="en-US" sz="2400" dirty="0"/>
              <a:t>All sorting algorithms studied before this chapter are in-place. They do not need a separate array to store result.</a:t>
            </a:r>
          </a:p>
          <a:p>
            <a:pPr eaLnBrk="1" hangingPunct="1">
              <a:spcBef>
                <a:spcPts val="600"/>
              </a:spcBef>
            </a:pPr>
            <a:endParaRPr lang="en-US" altLang="en-US" sz="2400" dirty="0"/>
          </a:p>
          <a:p>
            <a:pPr eaLnBrk="1" hangingPunct="1">
              <a:spcBef>
                <a:spcPts val="60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696ADE-0419-478C-90B9-A90A11C6A3D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Merge-Sort</a:t>
            </a:r>
          </a:p>
        </p:txBody>
      </p:sp>
      <p:sp>
        <p:nvSpPr>
          <p:cNvPr id="184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391400" cy="44196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>
                <a:solidFill>
                  <a:schemeClr val="tx2"/>
                </a:solidFill>
              </a:rPr>
              <a:t>Merge-sort</a:t>
            </a:r>
            <a:r>
              <a:rPr lang="en-US" altLang="en-US" sz="2400" dirty="0"/>
              <a:t> is a sorting algorithm based on the divide-and-conquer paradigm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Like heap-sort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 dirty="0"/>
              <a:t>It has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running time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Unlike heap-sort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 dirty="0"/>
              <a:t>It accesses data in a sequential manner (suitable to sort data on a disk)</a:t>
            </a:r>
          </a:p>
          <a:p>
            <a:pPr lvl="1" eaLnBrk="1" hangingPunct="1">
              <a:spcBef>
                <a:spcPts val="600"/>
              </a:spcBef>
            </a:pPr>
            <a:r>
              <a:rPr lang="en-MY" altLang="en-US" sz="2000" dirty="0"/>
              <a:t>It is </a:t>
            </a:r>
            <a:r>
              <a:rPr lang="en-MY" altLang="en-US" sz="2000" u="sng" dirty="0"/>
              <a:t>stable</a:t>
            </a:r>
          </a:p>
          <a:p>
            <a:pPr lvl="1" eaLnBrk="1" hangingPunct="1">
              <a:spcBef>
                <a:spcPts val="600"/>
              </a:spcBef>
            </a:pPr>
            <a:r>
              <a:rPr lang="en-MY" altLang="en-US" sz="2000" dirty="0"/>
              <a:t>It is </a:t>
            </a:r>
            <a:r>
              <a:rPr lang="en-MY" altLang="en-US" sz="2000" u="sng" dirty="0"/>
              <a:t>not-in-place</a:t>
            </a:r>
          </a:p>
          <a:p>
            <a:pPr eaLnBrk="1" hangingPunct="1">
              <a:spcBef>
                <a:spcPts val="60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956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Merge-Sort (cont.)</a:t>
            </a:r>
          </a:p>
        </p:txBody>
      </p:sp>
      <p:sp>
        <p:nvSpPr>
          <p:cNvPr id="19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Merge-sort on an input sequence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400" dirty="0"/>
              <a:t> with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/>
              <a:t> elements consists of 3 steps: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 u="sng" dirty="0">
                <a:solidFill>
                  <a:schemeClr val="tx2"/>
                </a:solidFill>
              </a:rPr>
              <a:t>Divide</a:t>
            </a:r>
            <a:r>
              <a:rPr lang="en-US" altLang="en-US" sz="2000" dirty="0"/>
              <a:t>: partition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into two sequences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 of about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Symbol" panose="05050102010706020507" pitchFamily="18" charset="2"/>
              </a:rPr>
              <a:t>/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 elements each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 u="sng" dirty="0">
                <a:solidFill>
                  <a:schemeClr val="tx2"/>
                </a:solidFill>
              </a:rPr>
              <a:t>Recur</a:t>
            </a:r>
            <a:r>
              <a:rPr lang="en-US" altLang="en-US" sz="2000" dirty="0"/>
              <a:t>: recursively sort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 u="sng" dirty="0">
                <a:solidFill>
                  <a:schemeClr val="tx2"/>
                </a:solidFill>
              </a:rPr>
              <a:t>Conquer</a:t>
            </a:r>
            <a:r>
              <a:rPr lang="en-US" altLang="en-US" sz="2000" dirty="0"/>
              <a:t>: merge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 </a:t>
            </a:r>
            <a:r>
              <a:rPr lang="en-US" altLang="en-US" sz="2000" dirty="0"/>
              <a:t>into a sorted sequence</a:t>
            </a:r>
          </a:p>
        </p:txBody>
      </p:sp>
      <p:sp>
        <p:nvSpPr>
          <p:cNvPr id="1946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BDF598-B53F-449B-9270-B33DEE54996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Merge-Sort</a:t>
            </a:r>
          </a:p>
        </p:txBody>
      </p:sp>
      <p:sp>
        <p:nvSpPr>
          <p:cNvPr id="20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534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Algorithm MergeSort (S, left, right)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Input: array S, left index, right index.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Output: array S sorted.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// continue if has more than one element.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if left &lt; right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// </a:t>
            </a:r>
            <a:r>
              <a:rPr lang="en-US" altLang="en-US" sz="1800" u="sng" dirty="0">
                <a:latin typeface="Lucida Console" panose="020B0609040504020204" pitchFamily="49" charset="0"/>
              </a:rPr>
              <a:t>Divide</a:t>
            </a:r>
            <a:r>
              <a:rPr lang="en-US" altLang="en-US" sz="1800" dirty="0">
                <a:latin typeface="Lucida Console" panose="020B0609040504020204" pitchFamily="49" charset="0"/>
              </a:rPr>
              <a:t>: divide S into two nearly equal parts.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mid = (left + right) / 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// </a:t>
            </a:r>
            <a:r>
              <a:rPr lang="en-US" altLang="en-US" sz="1800" u="sng" dirty="0">
                <a:latin typeface="Lucida Console" panose="020B0609040504020204" pitchFamily="49" charset="0"/>
              </a:rPr>
              <a:t>Recur</a:t>
            </a:r>
            <a:r>
              <a:rPr lang="en-US" altLang="en-US" sz="1800" dirty="0">
                <a:latin typeface="Lucida Console" panose="020B0609040504020204" pitchFamily="49" charset="0"/>
              </a:rPr>
              <a:t>: sort each half.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MergeSort (S, left, mid)      // left half, S1</a:t>
            </a:r>
          </a:p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MergeSort (S, mid + 1, right) // right half, S2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// </a:t>
            </a:r>
            <a:r>
              <a:rPr lang="en-US" altLang="en-US" sz="1800" u="sng" dirty="0">
                <a:latin typeface="Lucida Console" panose="020B0609040504020204" pitchFamily="49" charset="0"/>
              </a:rPr>
              <a:t>Conquer</a:t>
            </a:r>
            <a:r>
              <a:rPr lang="en-US" altLang="en-US" sz="1800" dirty="0">
                <a:latin typeface="Lucida Console" panose="020B0609040504020204" pitchFamily="49" charset="0"/>
              </a:rPr>
              <a:t>: merge the two halves into a sorted S.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Merge (S, left, mid, right)</a:t>
            </a:r>
          </a:p>
        </p:txBody>
      </p:sp>
      <p:sp>
        <p:nvSpPr>
          <p:cNvPr id="2048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E49A66-7305-4E45-BCCF-7B0431FAF4E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29765E-83D7-4020-8F27-0AC24A20F1A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Merging Two Sorted Sequences</a:t>
            </a:r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2895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</a:t>
            </a:r>
            <a:r>
              <a:rPr lang="en-US" altLang="en-US" sz="2000" u="sng" dirty="0"/>
              <a:t>conquer</a:t>
            </a:r>
            <a:r>
              <a:rPr lang="en-US" altLang="en-US" sz="2000" dirty="0"/>
              <a:t> step of merge-sort consists of merging two sorted sequences L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R into a sorted sequence A[left]…A[right]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Merging two sorted sequences, each with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Symbol" panose="05050102010706020507" pitchFamily="18" charset="2"/>
              </a:rPr>
              <a:t>/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 elements,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3276600" y="1587500"/>
            <a:ext cx="5715000" cy="48197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Algorithm</a:t>
            </a:r>
            <a:r>
              <a:rPr lang="en-US" altLang="en-US" sz="1600" noProof="1">
                <a:latin typeface="Lucida Console" panose="020B060904050402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Lucida Console" panose="020B0609040504020204" pitchFamily="49" charset="0"/>
              </a:rPr>
              <a:t>Merge (S, left, mid, right)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  Input: array S, left index, mid index, 			right index.</a:t>
            </a:r>
            <a:b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Output:</a:t>
            </a:r>
            <a:r>
              <a:rPr lang="en-US" altLang="en-US" sz="1600" noProof="1">
                <a:latin typeface="Lucida Console" panose="020B060904050402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sorted array S[left]...S[right].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L = new LinkedList from S[left]...S[mid]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R = new LinkedList from S[mid+1]...S[</a:t>
            </a:r>
            <a:r>
              <a:rPr lang="en-US" altLang="en-US" sz="1600" noProof="1">
                <a:solidFill>
                  <a:schemeClr val="tx2"/>
                </a:solidFill>
                <a:latin typeface="Lucida Console" panose="020B0609040504020204" pitchFamily="49" charset="0"/>
              </a:rPr>
              <a:t>right</a:t>
            </a: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k = left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L.isEmpty() and not R.isEmpty()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if L.first() &lt; R.first()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  S[k++] = L.removeFirst()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  S[k++] = R.removeFirst()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L.isEmpty()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S[k++] = L.removeFirst()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R.isEmpty()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S[k++] = R.removeFirst()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3009-D9D7-8359-25D5-FB708675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2A89926-472B-754D-4D21-C137328A1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Merging Two Sorted Sequences (cont.)</a:t>
            </a:r>
          </a:p>
        </p:txBody>
      </p:sp>
      <p:sp>
        <p:nvSpPr>
          <p:cNvPr id="194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228DC33-A669-EF9D-C2A6-71D0829D22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2971800" cy="4114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MY" altLang="en-US" sz="2000" dirty="0"/>
              <a:t>Implementation of Merge-Sort that is </a:t>
            </a:r>
            <a:r>
              <a:rPr lang="en-MY" altLang="en-US" sz="2000" u="sng" dirty="0"/>
              <a:t>performance efficient</a:t>
            </a:r>
            <a:r>
              <a:rPr lang="en-MY" altLang="en-US" sz="2000" dirty="0"/>
              <a:t> requires a </a:t>
            </a:r>
            <a:r>
              <a:rPr lang="en-MY" altLang="en-US" sz="2000" u="sng" dirty="0"/>
              <a:t>temporary data structure</a:t>
            </a:r>
            <a:r>
              <a:rPr lang="en-MY" altLang="en-US" sz="2000" dirty="0"/>
              <a:t> (L and R) in the Conquer step, making Merge-Sort an </a:t>
            </a:r>
            <a:r>
              <a:rPr lang="en-MY" altLang="en-US" sz="2000" u="sng" dirty="0"/>
              <a:t>not-in-place</a:t>
            </a:r>
            <a:r>
              <a:rPr lang="en-MY" altLang="en-US" sz="2000" dirty="0"/>
              <a:t> algorithm.</a:t>
            </a:r>
            <a:endParaRPr lang="en-US" altLang="en-US" sz="2000" dirty="0"/>
          </a:p>
        </p:txBody>
      </p:sp>
      <p:sp>
        <p:nvSpPr>
          <p:cNvPr id="19460" name="Slide Number Placeholder 6">
            <a:extLst>
              <a:ext uri="{FF2B5EF4-FFF2-40B4-BE49-F238E27FC236}">
                <a16:creationId xmlns:a16="http://schemas.microsoft.com/office/drawing/2014/main" id="{22FCF598-5945-8B19-CBE4-5094EBEA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BDF598-B53F-449B-9270-B33DEE54996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8B3F8B62-4B1A-701A-6F19-2CFE13BD3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87500"/>
            <a:ext cx="5715000" cy="48197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Algorithm</a:t>
            </a:r>
            <a:r>
              <a:rPr lang="en-US" altLang="en-US" sz="1600" noProof="1">
                <a:latin typeface="Lucida Console" panose="020B060904050402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Lucida Console" panose="020B0609040504020204" pitchFamily="49" charset="0"/>
              </a:rPr>
              <a:t>Merge (S, left, mid, right)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  Input: array S, left index, mid index, 			right index.</a:t>
            </a:r>
            <a:b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Lucida Console" panose="020B0609040504020204" pitchFamily="49" charset="0"/>
              </a:rPr>
              <a:t>Output:</a:t>
            </a:r>
            <a:r>
              <a:rPr lang="en-US" altLang="en-US" sz="1600" noProof="1">
                <a:latin typeface="Lucida Console" panose="020B060904050402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sorted array S[left]...S[right].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L = new LinkedList from S[left]...S[mid]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R = new LinkedList from S[mid+1]...S[</a:t>
            </a:r>
            <a:r>
              <a:rPr lang="en-US" altLang="en-US" sz="1600" noProof="1">
                <a:solidFill>
                  <a:schemeClr val="tx2"/>
                </a:solidFill>
                <a:latin typeface="Lucida Console" panose="020B0609040504020204" pitchFamily="49" charset="0"/>
              </a:rPr>
              <a:t>right</a:t>
            </a: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k = left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L.isEmpty() and not R.isEmpty()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if L.first() &lt; R.first()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  S[k++] = L.removeFirst()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  S[k++] = R.removeFirst()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L.isEmpty()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S[k++] = L.removeFirst()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while not R.isEmpty()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Lucida Console" panose="020B0609040504020204" pitchFamily="49" charset="0"/>
              </a:rPr>
              <a:t>    S[k++] = R.removeFirst()</a:t>
            </a:r>
          </a:p>
        </p:txBody>
      </p:sp>
    </p:spTree>
    <p:extLst>
      <p:ext uri="{BB962C8B-B14F-4D97-AF65-F5344CB8AC3E}">
        <p14:creationId xmlns:p14="http://schemas.microsoft.com/office/powerpoint/2010/main" val="1720783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6C82F3-ACE7-41F4-9581-5DDB8D6DD61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Merge-Sort Tree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33525"/>
            <a:ext cx="8077200" cy="2200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An execution of merge-sort is depicted by a binary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each node represents a recursive call of merge-sort and stores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unsorted sequence before the execution and its partition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sorted sequence at the end of the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the root is the initial call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the leaves are calls on subsequences of size 0 or 1</a:t>
            </a:r>
          </a:p>
        </p:txBody>
      </p:sp>
      <p:sp>
        <p:nvSpPr>
          <p:cNvPr id="22533" name="AutoShape 4"/>
          <p:cNvSpPr>
            <a:spLocks noChangeArrowheads="1"/>
          </p:cNvSpPr>
          <p:nvPr/>
        </p:nvSpPr>
        <p:spPr bwMode="auto">
          <a:xfrm>
            <a:off x="2743200" y="3810000"/>
            <a:ext cx="3657600" cy="609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7  2 </a:t>
            </a:r>
            <a:r>
              <a:rPr lang="en-US" altLang="en-US" sz="1800" b="1" dirty="0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2400" dirty="0"/>
              <a:t> 9  4  </a:t>
            </a:r>
            <a:r>
              <a:rPr lang="en-US" altLang="en-US" sz="24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 dirty="0"/>
              <a:t>  </a:t>
            </a:r>
            <a:r>
              <a:rPr lang="en-US" altLang="en-US" sz="2400" dirty="0">
                <a:solidFill>
                  <a:schemeClr val="tx2"/>
                </a:solidFill>
              </a:rPr>
              <a:t>2  4  7  9</a:t>
            </a:r>
          </a:p>
        </p:txBody>
      </p:sp>
      <p:sp>
        <p:nvSpPr>
          <p:cNvPr id="22534" name="AutoShape 5"/>
          <p:cNvSpPr>
            <a:spLocks noChangeArrowheads="1"/>
          </p:cNvSpPr>
          <p:nvPr/>
        </p:nvSpPr>
        <p:spPr bwMode="auto">
          <a:xfrm>
            <a:off x="1981200" y="4724400"/>
            <a:ext cx="2133600" cy="609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7 </a:t>
            </a:r>
            <a:r>
              <a:rPr lang="en-US" altLang="en-US" sz="1800" b="1" dirty="0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2400" dirty="0"/>
              <a:t> 2  </a:t>
            </a:r>
            <a:r>
              <a:rPr lang="en-US" altLang="en-US" sz="24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 dirty="0"/>
              <a:t>  </a:t>
            </a:r>
            <a:r>
              <a:rPr lang="en-US" altLang="en-US" sz="2400" dirty="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22535" name="AutoShape 6"/>
          <p:cNvSpPr>
            <a:spLocks noChangeArrowheads="1"/>
          </p:cNvSpPr>
          <p:nvPr/>
        </p:nvSpPr>
        <p:spPr bwMode="auto">
          <a:xfrm>
            <a:off x="5029200" y="4724400"/>
            <a:ext cx="2133600" cy="609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2400"/>
              <a:t> 4  </a:t>
            </a:r>
            <a:r>
              <a:rPr lang="en-US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/>
              <a:t>  </a:t>
            </a:r>
            <a:r>
              <a:rPr lang="en-US" altLang="en-US" sz="2400">
                <a:solidFill>
                  <a:schemeClr val="tx2"/>
                </a:solidFill>
              </a:rPr>
              <a:t>4  9</a:t>
            </a:r>
          </a:p>
        </p:txBody>
      </p:sp>
      <p:sp>
        <p:nvSpPr>
          <p:cNvPr id="22536" name="AutoShape 7"/>
          <p:cNvSpPr>
            <a:spLocks noChangeArrowheads="1"/>
          </p:cNvSpPr>
          <p:nvPr/>
        </p:nvSpPr>
        <p:spPr bwMode="auto">
          <a:xfrm>
            <a:off x="1866900" y="5638800"/>
            <a:ext cx="1028700" cy="609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 </a:t>
            </a:r>
            <a:r>
              <a:rPr lang="en-US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2537" name="AutoShape 8"/>
          <p:cNvSpPr>
            <a:spLocks noChangeArrowheads="1"/>
          </p:cNvSpPr>
          <p:nvPr/>
        </p:nvSpPr>
        <p:spPr bwMode="auto">
          <a:xfrm>
            <a:off x="3276600" y="5638800"/>
            <a:ext cx="990600" cy="609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 </a:t>
            </a:r>
            <a:r>
              <a:rPr lang="en-US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2538" name="AutoShape 9"/>
          <p:cNvSpPr>
            <a:spLocks noChangeArrowheads="1"/>
          </p:cNvSpPr>
          <p:nvPr/>
        </p:nvSpPr>
        <p:spPr bwMode="auto">
          <a:xfrm>
            <a:off x="4905375" y="5638800"/>
            <a:ext cx="1009650" cy="609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 </a:t>
            </a:r>
            <a:r>
              <a:rPr lang="en-US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539" name="AutoShape 10"/>
          <p:cNvSpPr>
            <a:spLocks noChangeArrowheads="1"/>
          </p:cNvSpPr>
          <p:nvPr/>
        </p:nvSpPr>
        <p:spPr bwMode="auto">
          <a:xfrm>
            <a:off x="6324600" y="5638800"/>
            <a:ext cx="981075" cy="6096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4 </a:t>
            </a:r>
            <a:r>
              <a:rPr lang="en-US" altLang="en-US" sz="24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chemeClr val="tx2"/>
                </a:solidFill>
              </a:rPr>
              <a:t>4</a:t>
            </a:r>
          </a:p>
        </p:txBody>
      </p:sp>
      <p:cxnSp>
        <p:nvCxnSpPr>
          <p:cNvPr id="22540" name="AutoShape 11"/>
          <p:cNvCxnSpPr>
            <a:cxnSpLocks noChangeShapeType="1"/>
            <a:stCxn id="22534" idx="0"/>
            <a:endCxn id="22533" idx="2"/>
          </p:cNvCxnSpPr>
          <p:nvPr/>
        </p:nvCxnSpPr>
        <p:spPr bwMode="auto">
          <a:xfrm flipV="1">
            <a:off x="3048000" y="4429125"/>
            <a:ext cx="1524000" cy="2857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1" name="AutoShape 12"/>
          <p:cNvCxnSpPr>
            <a:cxnSpLocks noChangeShapeType="1"/>
            <a:stCxn id="22535" idx="0"/>
            <a:endCxn id="22533" idx="2"/>
          </p:cNvCxnSpPr>
          <p:nvPr/>
        </p:nvCxnSpPr>
        <p:spPr bwMode="auto">
          <a:xfrm flipH="1" flipV="1">
            <a:off x="4572000" y="4429125"/>
            <a:ext cx="1524000" cy="2857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2" name="AutoShape 13"/>
          <p:cNvCxnSpPr>
            <a:cxnSpLocks noChangeShapeType="1"/>
            <a:stCxn id="22536" idx="0"/>
            <a:endCxn id="22534" idx="2"/>
          </p:cNvCxnSpPr>
          <p:nvPr/>
        </p:nvCxnSpPr>
        <p:spPr bwMode="auto">
          <a:xfrm flipV="1">
            <a:off x="2381250" y="5343525"/>
            <a:ext cx="666750" cy="2857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3" name="AutoShape 14"/>
          <p:cNvCxnSpPr>
            <a:cxnSpLocks noChangeShapeType="1"/>
            <a:stCxn id="22538" idx="0"/>
            <a:endCxn id="22535" idx="2"/>
          </p:cNvCxnSpPr>
          <p:nvPr/>
        </p:nvCxnSpPr>
        <p:spPr bwMode="auto">
          <a:xfrm flipV="1">
            <a:off x="5410200" y="5343525"/>
            <a:ext cx="685800" cy="2857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4" name="AutoShape 15"/>
          <p:cNvCxnSpPr>
            <a:cxnSpLocks noChangeShapeType="1"/>
            <a:stCxn id="22534" idx="2"/>
            <a:endCxn id="22537" idx="0"/>
          </p:cNvCxnSpPr>
          <p:nvPr/>
        </p:nvCxnSpPr>
        <p:spPr bwMode="auto">
          <a:xfrm>
            <a:off x="3048000" y="5343525"/>
            <a:ext cx="723900" cy="2857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5" name="AutoShape 16"/>
          <p:cNvCxnSpPr>
            <a:cxnSpLocks noChangeShapeType="1"/>
            <a:stCxn id="22535" idx="2"/>
            <a:endCxn id="22539" idx="0"/>
          </p:cNvCxnSpPr>
          <p:nvPr/>
        </p:nvCxnSpPr>
        <p:spPr bwMode="auto">
          <a:xfrm>
            <a:off x="6096000" y="5343525"/>
            <a:ext cx="719138" cy="2857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A68936-5C90-4F3B-B00E-F7C798B28FB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Merge-Sort Tree Example</a:t>
            </a: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Divide </a:t>
            </a:r>
            <a:r>
              <a:rPr lang="en-US" altLang="en-US"/>
              <a:t>(Why </a:t>
            </a:r>
            <a:r>
              <a:rPr lang="en-US" altLang="en-US" dirty="0"/>
              <a:t>not 7 2 9|4 3 8 </a:t>
            </a:r>
            <a:r>
              <a:rPr lang="en-US" altLang="en-US"/>
              <a:t>6?)</a:t>
            </a:r>
            <a:endParaRPr lang="en-US" altLang="en-US" dirty="0"/>
          </a:p>
        </p:txBody>
      </p:sp>
      <p:sp>
        <p:nvSpPr>
          <p:cNvPr id="23572" name="AutoShape 33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9B78B4-16BF-4133-AE5C-4FF805FE9C9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2458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left, divide</a:t>
            </a:r>
          </a:p>
        </p:txBody>
      </p:sp>
      <p:sp>
        <p:nvSpPr>
          <p:cNvPr id="24587" name="AutoShape 11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4588" name="AutoShape 12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4597" name="AutoShape 33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24598" name="AutoShape 34"/>
          <p:cNvCxnSpPr>
            <a:cxnSpLocks noChangeShapeType="1"/>
            <a:stCxn id="24587" idx="0"/>
            <a:endCxn id="24597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99" name="AutoShape 35"/>
          <p:cNvCxnSpPr>
            <a:cxnSpLocks noChangeShapeType="1"/>
            <a:stCxn id="24588" idx="0"/>
            <a:endCxn id="24597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600" name="Line 37"/>
          <p:cNvSpPr>
            <a:spLocks noChangeShapeType="1"/>
          </p:cNvSpPr>
          <p:nvPr/>
        </p:nvSpPr>
        <p:spPr bwMode="auto">
          <a:xfrm flipH="1">
            <a:off x="2438400" y="3200400"/>
            <a:ext cx="533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75626E-7E99-4852-82F7-97476DFC8CA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256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left, divide</a:t>
            </a:r>
          </a:p>
        </p:txBody>
      </p:sp>
      <p:cxnSp>
        <p:nvCxnSpPr>
          <p:cNvPr id="25605" name="AutoShape 4"/>
          <p:cNvCxnSpPr>
            <a:cxnSpLocks noChangeShapeType="1"/>
            <a:stCxn id="25613" idx="0"/>
            <a:endCxn id="25611" idx="2"/>
          </p:cNvCxnSpPr>
          <p:nvPr/>
        </p:nvCxnSpPr>
        <p:spPr bwMode="auto">
          <a:xfrm flipV="1">
            <a:off x="1514475" y="4044950"/>
            <a:ext cx="104060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06" name="AutoShape 5"/>
          <p:cNvCxnSpPr>
            <a:cxnSpLocks noChangeShapeType="1"/>
            <a:stCxn id="25614" idx="0"/>
            <a:endCxn id="25611" idx="2"/>
          </p:cNvCxnSpPr>
          <p:nvPr/>
        </p:nvCxnSpPr>
        <p:spPr bwMode="auto">
          <a:xfrm flipH="1" flipV="1">
            <a:off x="2555082" y="4044950"/>
            <a:ext cx="10167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11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5612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5613" name="AutoShape 13"/>
          <p:cNvSpPr>
            <a:spLocks noChangeArrowheads="1"/>
          </p:cNvSpPr>
          <p:nvPr/>
        </p:nvSpPr>
        <p:spPr bwMode="auto">
          <a:xfrm>
            <a:off x="742950" y="4643438"/>
            <a:ext cx="154305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|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5614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5624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25625" name="AutoShape 33"/>
          <p:cNvCxnSpPr>
            <a:cxnSpLocks noChangeShapeType="1"/>
            <a:stCxn id="25611" idx="0"/>
            <a:endCxn id="25624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6" name="AutoShape 34"/>
          <p:cNvCxnSpPr>
            <a:cxnSpLocks noChangeShapeType="1"/>
            <a:stCxn id="25612" idx="0"/>
            <a:endCxn id="25624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27" name="Line 35"/>
          <p:cNvSpPr>
            <a:spLocks noChangeShapeType="1"/>
          </p:cNvSpPr>
          <p:nvPr/>
        </p:nvSpPr>
        <p:spPr bwMode="auto">
          <a:xfrm flipH="1">
            <a:off x="1219200" y="4191000"/>
            <a:ext cx="5334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6D1AF2-3A05-4D5E-BE05-EAB56A31E53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266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left, base case</a:t>
            </a:r>
          </a:p>
        </p:txBody>
      </p:sp>
      <p:cxnSp>
        <p:nvCxnSpPr>
          <p:cNvPr id="26629" name="AutoShape 4"/>
          <p:cNvCxnSpPr>
            <a:cxnSpLocks noChangeShapeType="1"/>
            <a:stCxn id="26656" idx="0"/>
            <a:endCxn id="26635" idx="2"/>
          </p:cNvCxnSpPr>
          <p:nvPr/>
        </p:nvCxnSpPr>
        <p:spPr bwMode="auto">
          <a:xfrm flipV="1">
            <a:off x="1514475" y="4044950"/>
            <a:ext cx="104060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0" name="AutoShape 5"/>
          <p:cNvCxnSpPr>
            <a:cxnSpLocks noChangeShapeType="1"/>
            <a:stCxn id="26657" idx="0"/>
            <a:endCxn id="26635" idx="2"/>
          </p:cNvCxnSpPr>
          <p:nvPr/>
        </p:nvCxnSpPr>
        <p:spPr bwMode="auto">
          <a:xfrm flipH="1" flipV="1">
            <a:off x="2555082" y="4044950"/>
            <a:ext cx="10167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1" name="AutoShape 6"/>
          <p:cNvCxnSpPr>
            <a:cxnSpLocks noChangeShapeType="1"/>
            <a:stCxn id="26638" idx="0"/>
            <a:endCxn id="26656" idx="2"/>
          </p:cNvCxnSpPr>
          <p:nvPr/>
        </p:nvCxnSpPr>
        <p:spPr bwMode="auto">
          <a:xfrm flipV="1">
            <a:off x="969963" y="5070475"/>
            <a:ext cx="544512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3" name="AutoShape 8"/>
          <p:cNvCxnSpPr>
            <a:cxnSpLocks noChangeShapeType="1"/>
            <a:stCxn id="26656" idx="2"/>
            <a:endCxn id="26639" idx="0"/>
          </p:cNvCxnSpPr>
          <p:nvPr/>
        </p:nvCxnSpPr>
        <p:spPr bwMode="auto">
          <a:xfrm>
            <a:off x="1514475" y="5070475"/>
            <a:ext cx="423863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35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6636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grpSp>
        <p:nvGrpSpPr>
          <p:cNvPr id="26637" name="Group 12"/>
          <p:cNvGrpSpPr>
            <a:grpSpLocks/>
          </p:cNvGrpSpPr>
          <p:nvPr/>
        </p:nvGrpSpPr>
        <p:grpSpPr bwMode="auto">
          <a:xfrm>
            <a:off x="742950" y="4643438"/>
            <a:ext cx="3576638" cy="427037"/>
            <a:chOff x="468" y="3168"/>
            <a:chExt cx="2253" cy="269"/>
          </a:xfrm>
        </p:grpSpPr>
        <p:sp>
          <p:nvSpPr>
            <p:cNvPr id="26656" name="AutoShape 13"/>
            <p:cNvSpPr>
              <a:spLocks noChangeArrowheads="1"/>
            </p:cNvSpPr>
            <p:nvPr/>
          </p:nvSpPr>
          <p:spPr bwMode="auto">
            <a:xfrm>
              <a:off x="468" y="3168"/>
              <a:ext cx="972" cy="269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7 </a:t>
              </a:r>
              <a:r>
                <a:rPr lang="en-US" altLang="en-US" sz="1800" b="1" dirty="0">
                  <a:latin typeface="Symbol" panose="05050102010706020507" pitchFamily="18" charset="2"/>
                  <a:sym typeface="Symbol" panose="05050102010706020507" pitchFamily="18" charset="2"/>
                </a:rPr>
                <a:t></a:t>
              </a:r>
              <a:r>
                <a:rPr lang="en-US" altLang="en-US" sz="1800" b="1" dirty="0"/>
                <a:t> 2 </a:t>
              </a:r>
              <a:r>
                <a:rPr lang="en-US" altLang="en-US" sz="1800" b="1" dirty="0">
                  <a:sym typeface="Symbol" panose="05050102010706020507" pitchFamily="18" charset="2"/>
                </a:rPr>
                <a:t></a:t>
              </a:r>
              <a:endParaRPr lang="en-US" altLang="en-US" sz="1800" b="1" dirty="0"/>
            </a:p>
          </p:txBody>
        </p:sp>
        <p:sp>
          <p:nvSpPr>
            <p:cNvPr id="26657" name="AutoShape 14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9  4 </a:t>
              </a:r>
              <a:r>
                <a:rPr lang="en-US" altLang="en-US" sz="1800" b="1" dirty="0">
                  <a:sym typeface="Symbol" panose="05050102010706020507" pitchFamily="18" charset="2"/>
                </a:rPr>
                <a:t></a:t>
              </a:r>
              <a:endParaRPr lang="en-US" altLang="en-US" sz="1800" b="1" dirty="0"/>
            </a:p>
          </p:txBody>
        </p:sp>
      </p:grpSp>
      <p:sp>
        <p:nvSpPr>
          <p:cNvPr id="26638" name="AutoShape 18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7</a:t>
            </a:r>
          </a:p>
        </p:txBody>
      </p:sp>
      <p:sp>
        <p:nvSpPr>
          <p:cNvPr id="26639" name="AutoShape 19"/>
          <p:cNvSpPr>
            <a:spLocks noChangeArrowheads="1"/>
          </p:cNvSpPr>
          <p:nvPr/>
        </p:nvSpPr>
        <p:spPr bwMode="auto">
          <a:xfrm>
            <a:off x="1514475" y="5668963"/>
            <a:ext cx="847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6652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26653" name="AutoShape 33"/>
          <p:cNvCxnSpPr>
            <a:cxnSpLocks noChangeShapeType="1"/>
            <a:stCxn id="26635" idx="0"/>
            <a:endCxn id="26652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54" name="AutoShape 34"/>
          <p:cNvCxnSpPr>
            <a:cxnSpLocks noChangeShapeType="1"/>
            <a:stCxn id="26636" idx="0"/>
            <a:endCxn id="26652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55" name="Line 35"/>
          <p:cNvSpPr>
            <a:spLocks noChangeShapeType="1"/>
          </p:cNvSpPr>
          <p:nvPr/>
        </p:nvSpPr>
        <p:spPr bwMode="auto">
          <a:xfrm flipH="1">
            <a:off x="762000" y="5181600"/>
            <a:ext cx="3810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74116C-BD5C-4794-8919-4850E8701E6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right, base case</a:t>
            </a:r>
          </a:p>
        </p:txBody>
      </p:sp>
      <p:cxnSp>
        <p:nvCxnSpPr>
          <p:cNvPr id="27653" name="AutoShape 4"/>
          <p:cNvCxnSpPr>
            <a:cxnSpLocks noChangeShapeType="1"/>
            <a:stCxn id="27661" idx="0"/>
            <a:endCxn id="27659" idx="2"/>
          </p:cNvCxnSpPr>
          <p:nvPr/>
        </p:nvCxnSpPr>
        <p:spPr bwMode="auto">
          <a:xfrm flipV="1">
            <a:off x="1514475" y="4044950"/>
            <a:ext cx="104060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54" name="AutoShape 5"/>
          <p:cNvCxnSpPr>
            <a:cxnSpLocks noChangeShapeType="1"/>
            <a:stCxn id="27662" idx="0"/>
            <a:endCxn id="27659" idx="2"/>
          </p:cNvCxnSpPr>
          <p:nvPr/>
        </p:nvCxnSpPr>
        <p:spPr bwMode="auto">
          <a:xfrm flipH="1" flipV="1">
            <a:off x="2555082" y="4044950"/>
            <a:ext cx="10167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55" name="AutoShape 6"/>
          <p:cNvCxnSpPr>
            <a:cxnSpLocks noChangeShapeType="1"/>
            <a:stCxn id="27665" idx="0"/>
            <a:endCxn id="27661" idx="2"/>
          </p:cNvCxnSpPr>
          <p:nvPr/>
        </p:nvCxnSpPr>
        <p:spPr bwMode="auto">
          <a:xfrm flipV="1">
            <a:off x="969963" y="5070475"/>
            <a:ext cx="544512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57" name="AutoShape 8"/>
          <p:cNvCxnSpPr>
            <a:cxnSpLocks noChangeShapeType="1"/>
            <a:stCxn id="27661" idx="2"/>
            <a:endCxn id="27666" idx="0"/>
          </p:cNvCxnSpPr>
          <p:nvPr/>
        </p:nvCxnSpPr>
        <p:spPr bwMode="auto">
          <a:xfrm>
            <a:off x="1514475" y="5070475"/>
            <a:ext cx="42862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59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7660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7661" name="AutoShape 13"/>
          <p:cNvSpPr>
            <a:spLocks noChangeArrowheads="1"/>
          </p:cNvSpPr>
          <p:nvPr/>
        </p:nvSpPr>
        <p:spPr bwMode="auto">
          <a:xfrm>
            <a:off x="742950" y="4643438"/>
            <a:ext cx="154305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7662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7665" name="AutoShape 18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7</a:t>
            </a:r>
          </a:p>
        </p:txBody>
      </p:sp>
      <p:sp>
        <p:nvSpPr>
          <p:cNvPr id="27666" name="AutoShape 19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</a:t>
            </a:r>
          </a:p>
        </p:txBody>
      </p:sp>
      <p:sp>
        <p:nvSpPr>
          <p:cNvPr id="27679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27680" name="AutoShape 33"/>
          <p:cNvCxnSpPr>
            <a:cxnSpLocks noChangeShapeType="1"/>
            <a:stCxn id="27659" idx="0"/>
            <a:endCxn id="27679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81" name="AutoShape 34"/>
          <p:cNvCxnSpPr>
            <a:cxnSpLocks noChangeShapeType="1"/>
            <a:stCxn id="27660" idx="0"/>
            <a:endCxn id="27679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82" name="Line 35"/>
          <p:cNvSpPr>
            <a:spLocks noChangeShapeType="1"/>
          </p:cNvSpPr>
          <p:nvPr/>
        </p:nvSpPr>
        <p:spPr bwMode="auto">
          <a:xfrm>
            <a:off x="1752600" y="5181600"/>
            <a:ext cx="3810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48E2B1-D6C6-4BF1-BF42-AF54E6247F1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286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Merge</a:t>
            </a:r>
          </a:p>
        </p:txBody>
      </p:sp>
      <p:cxnSp>
        <p:nvCxnSpPr>
          <p:cNvPr id="28677" name="AutoShape 4"/>
          <p:cNvCxnSpPr>
            <a:cxnSpLocks noChangeShapeType="1"/>
            <a:stCxn id="28685" idx="0"/>
            <a:endCxn id="28683" idx="2"/>
          </p:cNvCxnSpPr>
          <p:nvPr/>
        </p:nvCxnSpPr>
        <p:spPr bwMode="auto">
          <a:xfrm flipV="1">
            <a:off x="1524000" y="4044950"/>
            <a:ext cx="1031082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78" name="AutoShape 5"/>
          <p:cNvCxnSpPr>
            <a:cxnSpLocks noChangeShapeType="1"/>
            <a:stCxn id="28686" idx="0"/>
            <a:endCxn id="28683" idx="2"/>
          </p:cNvCxnSpPr>
          <p:nvPr/>
        </p:nvCxnSpPr>
        <p:spPr bwMode="auto">
          <a:xfrm flipH="1" flipV="1">
            <a:off x="2555082" y="4044950"/>
            <a:ext cx="10167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79" name="AutoShape 6"/>
          <p:cNvCxnSpPr>
            <a:cxnSpLocks noChangeShapeType="1"/>
            <a:stCxn id="28689" idx="0"/>
            <a:endCxn id="28685" idx="2"/>
          </p:cNvCxnSpPr>
          <p:nvPr/>
        </p:nvCxnSpPr>
        <p:spPr bwMode="auto">
          <a:xfrm flipV="1">
            <a:off x="969963" y="5070475"/>
            <a:ext cx="55403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1" name="AutoShape 8"/>
          <p:cNvCxnSpPr>
            <a:cxnSpLocks noChangeShapeType="1"/>
            <a:stCxn id="28685" idx="2"/>
            <a:endCxn id="28690" idx="0"/>
          </p:cNvCxnSpPr>
          <p:nvPr/>
        </p:nvCxnSpPr>
        <p:spPr bwMode="auto">
          <a:xfrm>
            <a:off x="1524000" y="5070475"/>
            <a:ext cx="4191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83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8684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8685" name="AutoShape 13"/>
          <p:cNvSpPr>
            <a:spLocks noChangeArrowheads="1"/>
          </p:cNvSpPr>
          <p:nvPr/>
        </p:nvSpPr>
        <p:spPr bwMode="auto">
          <a:xfrm>
            <a:off x="762000" y="4643438"/>
            <a:ext cx="15240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 2  7</a:t>
            </a:r>
            <a:endParaRPr lang="en-US" altLang="en-US" sz="1800" b="1" dirty="0"/>
          </a:p>
        </p:txBody>
      </p:sp>
      <p:sp>
        <p:nvSpPr>
          <p:cNvPr id="28686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8689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7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7</a:t>
            </a:r>
          </a:p>
        </p:txBody>
      </p:sp>
      <p:sp>
        <p:nvSpPr>
          <p:cNvPr id="28690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</a:t>
            </a:r>
          </a:p>
        </p:txBody>
      </p:sp>
      <p:sp>
        <p:nvSpPr>
          <p:cNvPr id="28703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28704" name="AutoShape 32"/>
          <p:cNvCxnSpPr>
            <a:cxnSpLocks noChangeShapeType="1"/>
            <a:stCxn id="28683" idx="0"/>
            <a:endCxn id="28703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705" name="AutoShape 33"/>
          <p:cNvCxnSpPr>
            <a:cxnSpLocks noChangeShapeType="1"/>
            <a:stCxn id="28684" idx="0"/>
            <a:endCxn id="28703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706" name="Line 34"/>
          <p:cNvSpPr>
            <a:spLocks noChangeShapeType="1"/>
          </p:cNvSpPr>
          <p:nvPr/>
        </p:nvSpPr>
        <p:spPr bwMode="auto">
          <a:xfrm flipH="1">
            <a:off x="7620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7" name="Line 35"/>
          <p:cNvSpPr>
            <a:spLocks noChangeShapeType="1"/>
          </p:cNvSpPr>
          <p:nvPr/>
        </p:nvSpPr>
        <p:spPr bwMode="auto">
          <a:xfrm>
            <a:off x="17526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48E2B1-D6C6-4BF1-BF42-AF54E6247F1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286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right, divide</a:t>
            </a:r>
          </a:p>
        </p:txBody>
      </p:sp>
      <p:cxnSp>
        <p:nvCxnSpPr>
          <p:cNvPr id="28677" name="AutoShape 4"/>
          <p:cNvCxnSpPr>
            <a:cxnSpLocks noChangeShapeType="1"/>
            <a:stCxn id="28685" idx="0"/>
            <a:endCxn id="28683" idx="2"/>
          </p:cNvCxnSpPr>
          <p:nvPr/>
        </p:nvCxnSpPr>
        <p:spPr bwMode="auto">
          <a:xfrm flipV="1">
            <a:off x="1524000" y="4044950"/>
            <a:ext cx="1031082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78" name="AutoShape 5"/>
          <p:cNvCxnSpPr>
            <a:cxnSpLocks noChangeShapeType="1"/>
            <a:stCxn id="28686" idx="0"/>
            <a:endCxn id="28683" idx="2"/>
          </p:cNvCxnSpPr>
          <p:nvPr/>
        </p:nvCxnSpPr>
        <p:spPr bwMode="auto">
          <a:xfrm flipH="1" flipV="1">
            <a:off x="2555082" y="4044950"/>
            <a:ext cx="10167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79" name="AutoShape 6"/>
          <p:cNvCxnSpPr>
            <a:cxnSpLocks noChangeShapeType="1"/>
            <a:stCxn id="28689" idx="0"/>
            <a:endCxn id="28685" idx="2"/>
          </p:cNvCxnSpPr>
          <p:nvPr/>
        </p:nvCxnSpPr>
        <p:spPr bwMode="auto">
          <a:xfrm flipV="1">
            <a:off x="969963" y="5070475"/>
            <a:ext cx="55403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1" name="AutoShape 8"/>
          <p:cNvCxnSpPr>
            <a:cxnSpLocks noChangeShapeType="1"/>
            <a:stCxn id="28685" idx="2"/>
            <a:endCxn id="28690" idx="0"/>
          </p:cNvCxnSpPr>
          <p:nvPr/>
        </p:nvCxnSpPr>
        <p:spPr bwMode="auto">
          <a:xfrm>
            <a:off x="1524000" y="5070475"/>
            <a:ext cx="4191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83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8684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8685" name="AutoShape 13"/>
          <p:cNvSpPr>
            <a:spLocks noChangeArrowheads="1"/>
          </p:cNvSpPr>
          <p:nvPr/>
        </p:nvSpPr>
        <p:spPr bwMode="auto">
          <a:xfrm>
            <a:off x="762000" y="4643438"/>
            <a:ext cx="15240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 2  7</a:t>
            </a:r>
            <a:endParaRPr lang="en-US" altLang="en-US" sz="1800" b="1" dirty="0"/>
          </a:p>
        </p:txBody>
      </p:sp>
      <p:sp>
        <p:nvSpPr>
          <p:cNvPr id="28686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|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8689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7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7</a:t>
            </a:r>
          </a:p>
        </p:txBody>
      </p:sp>
      <p:sp>
        <p:nvSpPr>
          <p:cNvPr id="28690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</a:t>
            </a:r>
          </a:p>
        </p:txBody>
      </p:sp>
      <p:sp>
        <p:nvSpPr>
          <p:cNvPr id="28703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28704" name="AutoShape 32"/>
          <p:cNvCxnSpPr>
            <a:cxnSpLocks noChangeShapeType="1"/>
            <a:stCxn id="28683" idx="0"/>
            <a:endCxn id="28703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705" name="AutoShape 33"/>
          <p:cNvCxnSpPr>
            <a:cxnSpLocks noChangeShapeType="1"/>
            <a:stCxn id="28684" idx="0"/>
            <a:endCxn id="28703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3276600" y="4191000"/>
            <a:ext cx="5334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422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310265-EA47-4AE5-A027-7AEC1B9F5F0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297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left, …, merge</a:t>
            </a:r>
          </a:p>
        </p:txBody>
      </p:sp>
      <p:cxnSp>
        <p:nvCxnSpPr>
          <p:cNvPr id="29701" name="AutoShape 4"/>
          <p:cNvCxnSpPr>
            <a:cxnSpLocks noChangeShapeType="1"/>
            <a:stCxn id="29709" idx="0"/>
            <a:endCxn id="29707" idx="2"/>
          </p:cNvCxnSpPr>
          <p:nvPr/>
        </p:nvCxnSpPr>
        <p:spPr bwMode="auto">
          <a:xfrm flipV="1">
            <a:off x="1524000" y="4044950"/>
            <a:ext cx="1031082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02" name="AutoShape 5"/>
          <p:cNvCxnSpPr>
            <a:cxnSpLocks noChangeShapeType="1"/>
            <a:stCxn id="29710" idx="0"/>
            <a:endCxn id="29707" idx="2"/>
          </p:cNvCxnSpPr>
          <p:nvPr/>
        </p:nvCxnSpPr>
        <p:spPr bwMode="auto">
          <a:xfrm flipH="1" flipV="1">
            <a:off x="2555082" y="4044950"/>
            <a:ext cx="10167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03" name="AutoShape 6"/>
          <p:cNvCxnSpPr>
            <a:cxnSpLocks noChangeShapeType="1"/>
            <a:stCxn id="29713" idx="0"/>
            <a:endCxn id="29709" idx="2"/>
          </p:cNvCxnSpPr>
          <p:nvPr/>
        </p:nvCxnSpPr>
        <p:spPr bwMode="auto">
          <a:xfrm flipV="1">
            <a:off x="969963" y="5070475"/>
            <a:ext cx="55403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04" name="AutoShape 7"/>
          <p:cNvCxnSpPr>
            <a:cxnSpLocks noChangeShapeType="1"/>
            <a:endCxn id="29710" idx="2"/>
          </p:cNvCxnSpPr>
          <p:nvPr/>
        </p:nvCxnSpPr>
        <p:spPr bwMode="auto">
          <a:xfrm flipV="1">
            <a:off x="3092450" y="5089525"/>
            <a:ext cx="479425" cy="5699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05" name="AutoShape 8"/>
          <p:cNvCxnSpPr>
            <a:cxnSpLocks noChangeShapeType="1"/>
            <a:stCxn id="29709" idx="2"/>
            <a:endCxn id="29714" idx="0"/>
          </p:cNvCxnSpPr>
          <p:nvPr/>
        </p:nvCxnSpPr>
        <p:spPr bwMode="auto">
          <a:xfrm>
            <a:off x="1524000" y="5070475"/>
            <a:ext cx="4191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06" name="AutoShape 9"/>
          <p:cNvCxnSpPr>
            <a:cxnSpLocks noChangeShapeType="1"/>
            <a:stCxn id="29710" idx="2"/>
          </p:cNvCxnSpPr>
          <p:nvPr/>
        </p:nvCxnSpPr>
        <p:spPr bwMode="auto">
          <a:xfrm>
            <a:off x="3571875" y="5089525"/>
            <a:ext cx="504825" cy="5699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07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9708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29709" name="AutoShape 12"/>
          <p:cNvSpPr>
            <a:spLocks noChangeArrowheads="1"/>
          </p:cNvSpPr>
          <p:nvPr/>
        </p:nvSpPr>
        <p:spPr bwMode="auto">
          <a:xfrm>
            <a:off x="762000" y="4643438"/>
            <a:ext cx="15240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2  7</a:t>
            </a:r>
          </a:p>
        </p:txBody>
      </p:sp>
      <p:sp>
        <p:nvSpPr>
          <p:cNvPr id="29710" name="AutoShape 13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|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4  9</a:t>
            </a:r>
          </a:p>
        </p:txBody>
      </p:sp>
      <p:sp>
        <p:nvSpPr>
          <p:cNvPr id="29713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7</a:t>
            </a:r>
          </a:p>
        </p:txBody>
      </p:sp>
      <p:sp>
        <p:nvSpPr>
          <p:cNvPr id="29714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</a:t>
            </a:r>
          </a:p>
        </p:txBody>
      </p:sp>
      <p:sp>
        <p:nvSpPr>
          <p:cNvPr id="29725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29726" name="AutoShape 31"/>
          <p:cNvCxnSpPr>
            <a:cxnSpLocks noChangeShapeType="1"/>
            <a:stCxn id="29707" idx="0"/>
            <a:endCxn id="29725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7" name="AutoShape 32"/>
          <p:cNvCxnSpPr>
            <a:cxnSpLocks noChangeShapeType="1"/>
            <a:stCxn id="29708" idx="0"/>
            <a:endCxn id="29725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28" name="Line 33"/>
          <p:cNvSpPr>
            <a:spLocks noChangeShapeType="1"/>
          </p:cNvSpPr>
          <p:nvPr/>
        </p:nvSpPr>
        <p:spPr bwMode="auto">
          <a:xfrm flipH="1">
            <a:off x="28956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1"/>
          </a:p>
        </p:txBody>
      </p:sp>
      <p:sp>
        <p:nvSpPr>
          <p:cNvPr id="29729" name="Line 34"/>
          <p:cNvSpPr>
            <a:spLocks noChangeShapeType="1"/>
          </p:cNvSpPr>
          <p:nvPr/>
        </p:nvSpPr>
        <p:spPr bwMode="auto">
          <a:xfrm>
            <a:off x="38862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1"/>
          </a:p>
        </p:txBody>
      </p:sp>
      <p:sp>
        <p:nvSpPr>
          <p:cNvPr id="29730" name="AutoShape 35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9</a:t>
            </a:r>
          </a:p>
        </p:txBody>
      </p:sp>
      <p:sp>
        <p:nvSpPr>
          <p:cNvPr id="29731" name="AutoShape 36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2FD968-70A9-47B6-8865-1E555539CD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307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Merge</a:t>
            </a:r>
          </a:p>
        </p:txBody>
      </p:sp>
      <p:cxnSp>
        <p:nvCxnSpPr>
          <p:cNvPr id="30725" name="AutoShape 4"/>
          <p:cNvCxnSpPr>
            <a:cxnSpLocks noChangeShapeType="1"/>
            <a:stCxn id="30733" idx="0"/>
            <a:endCxn id="30731" idx="2"/>
          </p:cNvCxnSpPr>
          <p:nvPr/>
        </p:nvCxnSpPr>
        <p:spPr bwMode="auto">
          <a:xfrm flipV="1">
            <a:off x="1533525" y="4044950"/>
            <a:ext cx="102155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6" name="AutoShape 5"/>
          <p:cNvCxnSpPr>
            <a:cxnSpLocks noChangeShapeType="1"/>
            <a:stCxn id="30734" idx="0"/>
            <a:endCxn id="30731" idx="2"/>
          </p:cNvCxnSpPr>
          <p:nvPr/>
        </p:nvCxnSpPr>
        <p:spPr bwMode="auto">
          <a:xfrm flipH="1" flipV="1">
            <a:off x="2555082" y="4044950"/>
            <a:ext cx="98107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7" name="AutoShape 6"/>
          <p:cNvCxnSpPr>
            <a:cxnSpLocks noChangeShapeType="1"/>
            <a:stCxn id="30737" idx="0"/>
            <a:endCxn id="30733" idx="2"/>
          </p:cNvCxnSpPr>
          <p:nvPr/>
        </p:nvCxnSpPr>
        <p:spPr bwMode="auto">
          <a:xfrm flipV="1">
            <a:off x="969963" y="5070475"/>
            <a:ext cx="563562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8" name="AutoShape 7"/>
          <p:cNvCxnSpPr>
            <a:cxnSpLocks noChangeShapeType="1"/>
            <a:stCxn id="30739" idx="0"/>
            <a:endCxn id="30734" idx="2"/>
          </p:cNvCxnSpPr>
          <p:nvPr/>
        </p:nvCxnSpPr>
        <p:spPr bwMode="auto">
          <a:xfrm flipV="1">
            <a:off x="3091657" y="5070475"/>
            <a:ext cx="4445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9" name="AutoShape 8"/>
          <p:cNvCxnSpPr>
            <a:cxnSpLocks noChangeShapeType="1"/>
            <a:stCxn id="30733" idx="2"/>
            <a:endCxn id="30738" idx="0"/>
          </p:cNvCxnSpPr>
          <p:nvPr/>
        </p:nvCxnSpPr>
        <p:spPr bwMode="auto">
          <a:xfrm>
            <a:off x="1533525" y="5070475"/>
            <a:ext cx="40957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0" name="AutoShape 9"/>
          <p:cNvCxnSpPr>
            <a:cxnSpLocks noChangeShapeType="1"/>
            <a:stCxn id="30734" idx="2"/>
            <a:endCxn id="30740" idx="0"/>
          </p:cNvCxnSpPr>
          <p:nvPr/>
        </p:nvCxnSpPr>
        <p:spPr bwMode="auto">
          <a:xfrm>
            <a:off x="3536157" y="5070475"/>
            <a:ext cx="53975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1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2  4  7  9</a:t>
            </a:r>
          </a:p>
        </p:txBody>
      </p:sp>
      <p:sp>
        <p:nvSpPr>
          <p:cNvPr id="30732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30733" name="AutoShape 13"/>
          <p:cNvSpPr>
            <a:spLocks noChangeArrowheads="1"/>
          </p:cNvSpPr>
          <p:nvPr/>
        </p:nvSpPr>
        <p:spPr bwMode="auto">
          <a:xfrm>
            <a:off x="762000" y="4643438"/>
            <a:ext cx="154305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2  7</a:t>
            </a:r>
          </a:p>
        </p:txBody>
      </p:sp>
      <p:sp>
        <p:nvSpPr>
          <p:cNvPr id="30734" name="AutoShape 14"/>
          <p:cNvSpPr>
            <a:spLocks noChangeArrowheads="1"/>
          </p:cNvSpPr>
          <p:nvPr/>
        </p:nvSpPr>
        <p:spPr bwMode="auto">
          <a:xfrm>
            <a:off x="2805113" y="4643438"/>
            <a:ext cx="14620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|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4  9</a:t>
            </a:r>
          </a:p>
        </p:txBody>
      </p:sp>
      <p:sp>
        <p:nvSpPr>
          <p:cNvPr id="30737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7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7</a:t>
            </a:r>
          </a:p>
        </p:txBody>
      </p:sp>
      <p:sp>
        <p:nvSpPr>
          <p:cNvPr id="30738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2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2</a:t>
            </a:r>
          </a:p>
        </p:txBody>
      </p:sp>
      <p:sp>
        <p:nvSpPr>
          <p:cNvPr id="30739" name="AutoShape 19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9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9</a:t>
            </a:r>
          </a:p>
        </p:txBody>
      </p:sp>
      <p:sp>
        <p:nvSpPr>
          <p:cNvPr id="30740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</a:t>
            </a:r>
          </a:p>
        </p:txBody>
      </p:sp>
      <p:sp>
        <p:nvSpPr>
          <p:cNvPr id="30751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30752" name="AutoShape 32"/>
          <p:cNvCxnSpPr>
            <a:cxnSpLocks noChangeShapeType="1"/>
            <a:stCxn id="30731" idx="0"/>
            <a:endCxn id="30751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3" name="AutoShape 33"/>
          <p:cNvCxnSpPr>
            <a:cxnSpLocks noChangeShapeType="1"/>
            <a:stCxn id="30732" idx="0"/>
            <a:endCxn id="30751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54" name="Line 34"/>
          <p:cNvSpPr>
            <a:spLocks noChangeShapeType="1"/>
          </p:cNvSpPr>
          <p:nvPr/>
        </p:nvSpPr>
        <p:spPr bwMode="auto">
          <a:xfrm flipH="1">
            <a:off x="11430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1"/>
          </a:p>
        </p:txBody>
      </p:sp>
      <p:sp>
        <p:nvSpPr>
          <p:cNvPr id="30755" name="Line 36"/>
          <p:cNvSpPr>
            <a:spLocks noChangeShapeType="1"/>
          </p:cNvSpPr>
          <p:nvPr/>
        </p:nvSpPr>
        <p:spPr bwMode="auto">
          <a:xfrm>
            <a:off x="3276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2FD968-70A9-47B6-8865-1E555539CD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307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right, divide</a:t>
            </a:r>
          </a:p>
        </p:txBody>
      </p:sp>
      <p:cxnSp>
        <p:nvCxnSpPr>
          <p:cNvPr id="30725" name="AutoShape 4"/>
          <p:cNvCxnSpPr>
            <a:cxnSpLocks noChangeShapeType="1"/>
            <a:stCxn id="30733" idx="0"/>
            <a:endCxn id="30731" idx="2"/>
          </p:cNvCxnSpPr>
          <p:nvPr/>
        </p:nvCxnSpPr>
        <p:spPr bwMode="auto">
          <a:xfrm flipV="1">
            <a:off x="1533525" y="4044950"/>
            <a:ext cx="1021557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6" name="AutoShape 5"/>
          <p:cNvCxnSpPr>
            <a:cxnSpLocks noChangeShapeType="1"/>
            <a:stCxn id="30734" idx="0"/>
            <a:endCxn id="30731" idx="2"/>
          </p:cNvCxnSpPr>
          <p:nvPr/>
        </p:nvCxnSpPr>
        <p:spPr bwMode="auto">
          <a:xfrm flipH="1" flipV="1">
            <a:off x="2555082" y="4044950"/>
            <a:ext cx="98107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7" name="AutoShape 6"/>
          <p:cNvCxnSpPr>
            <a:cxnSpLocks noChangeShapeType="1"/>
            <a:stCxn id="30737" idx="0"/>
            <a:endCxn id="30733" idx="2"/>
          </p:cNvCxnSpPr>
          <p:nvPr/>
        </p:nvCxnSpPr>
        <p:spPr bwMode="auto">
          <a:xfrm flipV="1">
            <a:off x="969963" y="5070475"/>
            <a:ext cx="563562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8" name="AutoShape 7"/>
          <p:cNvCxnSpPr>
            <a:cxnSpLocks noChangeShapeType="1"/>
            <a:stCxn id="30739" idx="0"/>
            <a:endCxn id="30734" idx="2"/>
          </p:cNvCxnSpPr>
          <p:nvPr/>
        </p:nvCxnSpPr>
        <p:spPr bwMode="auto">
          <a:xfrm flipV="1">
            <a:off x="3091657" y="5070475"/>
            <a:ext cx="4445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9" name="AutoShape 8"/>
          <p:cNvCxnSpPr>
            <a:cxnSpLocks noChangeShapeType="1"/>
            <a:stCxn id="30733" idx="2"/>
            <a:endCxn id="30738" idx="0"/>
          </p:cNvCxnSpPr>
          <p:nvPr/>
        </p:nvCxnSpPr>
        <p:spPr bwMode="auto">
          <a:xfrm>
            <a:off x="1533525" y="5070475"/>
            <a:ext cx="40957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0" name="AutoShape 9"/>
          <p:cNvCxnSpPr>
            <a:cxnSpLocks noChangeShapeType="1"/>
            <a:stCxn id="30734" idx="2"/>
            <a:endCxn id="30740" idx="0"/>
          </p:cNvCxnSpPr>
          <p:nvPr/>
        </p:nvCxnSpPr>
        <p:spPr bwMode="auto">
          <a:xfrm>
            <a:off x="3536157" y="5070475"/>
            <a:ext cx="53975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1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2  4  7  9</a:t>
            </a:r>
          </a:p>
        </p:txBody>
      </p:sp>
      <p:sp>
        <p:nvSpPr>
          <p:cNvPr id="30732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|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30733" name="AutoShape 13"/>
          <p:cNvSpPr>
            <a:spLocks noChangeArrowheads="1"/>
          </p:cNvSpPr>
          <p:nvPr/>
        </p:nvSpPr>
        <p:spPr bwMode="auto">
          <a:xfrm>
            <a:off x="762000" y="4643438"/>
            <a:ext cx="154305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2  7</a:t>
            </a:r>
          </a:p>
        </p:txBody>
      </p:sp>
      <p:sp>
        <p:nvSpPr>
          <p:cNvPr id="30734" name="AutoShape 14"/>
          <p:cNvSpPr>
            <a:spLocks noChangeArrowheads="1"/>
          </p:cNvSpPr>
          <p:nvPr/>
        </p:nvSpPr>
        <p:spPr bwMode="auto">
          <a:xfrm>
            <a:off x="2805113" y="4643438"/>
            <a:ext cx="14620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|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4  9</a:t>
            </a:r>
          </a:p>
        </p:txBody>
      </p:sp>
      <p:sp>
        <p:nvSpPr>
          <p:cNvPr id="30737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7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7</a:t>
            </a:r>
          </a:p>
        </p:txBody>
      </p:sp>
      <p:sp>
        <p:nvSpPr>
          <p:cNvPr id="30738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2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2</a:t>
            </a:r>
          </a:p>
        </p:txBody>
      </p:sp>
      <p:sp>
        <p:nvSpPr>
          <p:cNvPr id="30739" name="AutoShape 19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9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9</a:t>
            </a:r>
          </a:p>
        </p:txBody>
      </p:sp>
      <p:sp>
        <p:nvSpPr>
          <p:cNvPr id="30740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</a:t>
            </a:r>
          </a:p>
        </p:txBody>
      </p:sp>
      <p:sp>
        <p:nvSpPr>
          <p:cNvPr id="30751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30752" name="AutoShape 32"/>
          <p:cNvCxnSpPr>
            <a:cxnSpLocks noChangeShapeType="1"/>
            <a:stCxn id="30731" idx="0"/>
            <a:endCxn id="30751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3" name="AutoShape 33"/>
          <p:cNvCxnSpPr>
            <a:cxnSpLocks noChangeShapeType="1"/>
            <a:stCxn id="30732" idx="0"/>
            <a:endCxn id="30751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Line 37"/>
          <p:cNvSpPr>
            <a:spLocks noChangeShapeType="1"/>
          </p:cNvSpPr>
          <p:nvPr/>
        </p:nvSpPr>
        <p:spPr bwMode="auto">
          <a:xfrm>
            <a:off x="6324600" y="3200400"/>
            <a:ext cx="533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" name="Line 37"/>
          <p:cNvSpPr>
            <a:spLocks noChangeShapeType="1"/>
          </p:cNvSpPr>
          <p:nvPr/>
        </p:nvSpPr>
        <p:spPr bwMode="auto">
          <a:xfrm rot="10800000" flipH="1">
            <a:off x="2438400" y="3200400"/>
            <a:ext cx="533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28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0688AD-8ACA-44DA-877D-4116448B039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left, …, merge</a:t>
            </a:r>
          </a:p>
        </p:txBody>
      </p:sp>
      <p:cxnSp>
        <p:nvCxnSpPr>
          <p:cNvPr id="31749" name="AutoShape 4"/>
          <p:cNvCxnSpPr>
            <a:cxnSpLocks noChangeShapeType="1"/>
            <a:stCxn id="31757" idx="0"/>
            <a:endCxn id="31755" idx="2"/>
          </p:cNvCxnSpPr>
          <p:nvPr/>
        </p:nvCxnSpPr>
        <p:spPr bwMode="auto">
          <a:xfrm flipV="1">
            <a:off x="1504157" y="4044950"/>
            <a:ext cx="105092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0" name="AutoShape 5"/>
          <p:cNvCxnSpPr>
            <a:cxnSpLocks noChangeShapeType="1"/>
            <a:stCxn id="31758" idx="0"/>
            <a:endCxn id="31755" idx="2"/>
          </p:cNvCxnSpPr>
          <p:nvPr/>
        </p:nvCxnSpPr>
        <p:spPr bwMode="auto">
          <a:xfrm flipH="1" flipV="1">
            <a:off x="2555082" y="4044950"/>
            <a:ext cx="98107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1" name="AutoShape 6"/>
          <p:cNvCxnSpPr>
            <a:cxnSpLocks noChangeShapeType="1"/>
            <a:stCxn id="31761" idx="0"/>
            <a:endCxn id="31757" idx="2"/>
          </p:cNvCxnSpPr>
          <p:nvPr/>
        </p:nvCxnSpPr>
        <p:spPr bwMode="auto">
          <a:xfrm flipV="1">
            <a:off x="969963" y="5070475"/>
            <a:ext cx="5341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2" name="AutoShape 7"/>
          <p:cNvCxnSpPr>
            <a:cxnSpLocks noChangeShapeType="1"/>
            <a:stCxn id="31763" idx="0"/>
            <a:endCxn id="31758" idx="2"/>
          </p:cNvCxnSpPr>
          <p:nvPr/>
        </p:nvCxnSpPr>
        <p:spPr bwMode="auto">
          <a:xfrm flipV="1">
            <a:off x="3091657" y="5070475"/>
            <a:ext cx="4445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3" name="AutoShape 8"/>
          <p:cNvCxnSpPr>
            <a:cxnSpLocks noChangeShapeType="1"/>
            <a:stCxn id="31757" idx="2"/>
            <a:endCxn id="31762" idx="0"/>
          </p:cNvCxnSpPr>
          <p:nvPr/>
        </p:nvCxnSpPr>
        <p:spPr bwMode="auto">
          <a:xfrm>
            <a:off x="1504157" y="5070475"/>
            <a:ext cx="438943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4" name="AutoShape 9"/>
          <p:cNvCxnSpPr>
            <a:cxnSpLocks noChangeShapeType="1"/>
            <a:stCxn id="31758" idx="2"/>
            <a:endCxn id="31764" idx="0"/>
          </p:cNvCxnSpPr>
          <p:nvPr/>
        </p:nvCxnSpPr>
        <p:spPr bwMode="auto">
          <a:xfrm>
            <a:off x="3536157" y="5070475"/>
            <a:ext cx="53975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55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2  4  7  9</a:t>
            </a:r>
          </a:p>
        </p:txBody>
      </p:sp>
      <p:sp>
        <p:nvSpPr>
          <p:cNvPr id="31756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| 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b="1" dirty="0"/>
          </a:p>
        </p:txBody>
      </p:sp>
      <p:sp>
        <p:nvSpPr>
          <p:cNvPr id="31757" name="AutoShape 12"/>
          <p:cNvSpPr>
            <a:spLocks noChangeArrowheads="1"/>
          </p:cNvSpPr>
          <p:nvPr/>
        </p:nvSpPr>
        <p:spPr bwMode="auto">
          <a:xfrm>
            <a:off x="742950" y="4643438"/>
            <a:ext cx="1522413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2  7</a:t>
            </a:r>
          </a:p>
        </p:txBody>
      </p:sp>
      <p:sp>
        <p:nvSpPr>
          <p:cNvPr id="31758" name="AutoShape 13"/>
          <p:cNvSpPr>
            <a:spLocks noChangeArrowheads="1"/>
          </p:cNvSpPr>
          <p:nvPr/>
        </p:nvSpPr>
        <p:spPr bwMode="auto">
          <a:xfrm>
            <a:off x="2805113" y="4643438"/>
            <a:ext cx="14620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|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4  9</a:t>
            </a:r>
          </a:p>
        </p:txBody>
      </p:sp>
      <p:sp>
        <p:nvSpPr>
          <p:cNvPr id="31759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3  8</a:t>
            </a:r>
          </a:p>
        </p:txBody>
      </p:sp>
      <p:sp>
        <p:nvSpPr>
          <p:cNvPr id="31761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7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7</a:t>
            </a:r>
          </a:p>
        </p:txBody>
      </p:sp>
      <p:sp>
        <p:nvSpPr>
          <p:cNvPr id="31762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2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2</a:t>
            </a:r>
          </a:p>
        </p:txBody>
      </p:sp>
      <p:sp>
        <p:nvSpPr>
          <p:cNvPr id="31763" name="AutoShape 18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9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9</a:t>
            </a:r>
          </a:p>
        </p:txBody>
      </p:sp>
      <p:sp>
        <p:nvSpPr>
          <p:cNvPr id="31764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4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4</a:t>
            </a:r>
          </a:p>
        </p:txBody>
      </p:sp>
      <p:sp>
        <p:nvSpPr>
          <p:cNvPr id="31765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3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3</a:t>
            </a:r>
          </a:p>
        </p:txBody>
      </p:sp>
      <p:sp>
        <p:nvSpPr>
          <p:cNvPr id="31766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8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8</a:t>
            </a:r>
          </a:p>
        </p:txBody>
      </p:sp>
      <p:cxnSp>
        <p:nvCxnSpPr>
          <p:cNvPr id="31769" name="AutoShape 24"/>
          <p:cNvCxnSpPr>
            <a:cxnSpLocks noChangeShapeType="1"/>
            <a:stCxn id="31759" idx="0"/>
            <a:endCxn id="31756" idx="2"/>
          </p:cNvCxnSpPr>
          <p:nvPr/>
        </p:nvCxnSpPr>
        <p:spPr bwMode="auto">
          <a:xfrm flipV="1">
            <a:off x="5856288" y="4064000"/>
            <a:ext cx="1068387" cy="5699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0" name="AutoShape 25"/>
          <p:cNvCxnSpPr>
            <a:cxnSpLocks noChangeShapeType="1"/>
            <a:endCxn id="31756" idx="2"/>
          </p:cNvCxnSpPr>
          <p:nvPr/>
        </p:nvCxnSpPr>
        <p:spPr bwMode="auto">
          <a:xfrm flipH="1" flipV="1">
            <a:off x="6924675" y="4064000"/>
            <a:ext cx="1066800" cy="5699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1" name="AutoShape 26"/>
          <p:cNvCxnSpPr>
            <a:cxnSpLocks noChangeShapeType="1"/>
            <a:stCxn id="31765" idx="0"/>
            <a:endCxn id="31759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3" name="AutoShape 28"/>
          <p:cNvCxnSpPr>
            <a:cxnSpLocks noChangeShapeType="1"/>
            <a:stCxn id="31759" idx="2"/>
            <a:endCxn id="31766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75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31776" name="AutoShape 31"/>
          <p:cNvCxnSpPr>
            <a:cxnSpLocks noChangeShapeType="1"/>
            <a:stCxn id="31755" idx="0"/>
            <a:endCxn id="31775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7" name="AutoShape 32"/>
          <p:cNvCxnSpPr>
            <a:cxnSpLocks noChangeShapeType="1"/>
            <a:stCxn id="31756" idx="0"/>
            <a:endCxn id="31775" idx="2"/>
          </p:cNvCxnSpPr>
          <p:nvPr/>
        </p:nvCxnSpPr>
        <p:spPr bwMode="auto">
          <a:xfrm flipH="1" flipV="1">
            <a:off x="4724400" y="3030538"/>
            <a:ext cx="2200275" cy="5683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78" name="Line 33"/>
          <p:cNvSpPr>
            <a:spLocks noChangeShapeType="1"/>
          </p:cNvSpPr>
          <p:nvPr/>
        </p:nvSpPr>
        <p:spPr bwMode="auto">
          <a:xfrm flipH="1">
            <a:off x="5562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1"/>
          </a:p>
        </p:txBody>
      </p:sp>
      <p:sp>
        <p:nvSpPr>
          <p:cNvPr id="36" name="AutoShape 22"/>
          <p:cNvSpPr>
            <a:spLocks noChangeArrowheads="1"/>
          </p:cNvSpPr>
          <p:nvPr/>
        </p:nvSpPr>
        <p:spPr bwMode="auto">
          <a:xfrm>
            <a:off x="7675563" y="4648200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0688AD-8ACA-44DA-877D-4116448B039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right, base case, merge</a:t>
            </a:r>
          </a:p>
        </p:txBody>
      </p:sp>
      <p:cxnSp>
        <p:nvCxnSpPr>
          <p:cNvPr id="31749" name="AutoShape 4"/>
          <p:cNvCxnSpPr>
            <a:cxnSpLocks noChangeShapeType="1"/>
            <a:stCxn id="31757" idx="0"/>
            <a:endCxn id="31755" idx="2"/>
          </p:cNvCxnSpPr>
          <p:nvPr/>
        </p:nvCxnSpPr>
        <p:spPr bwMode="auto">
          <a:xfrm flipV="1">
            <a:off x="1504157" y="4044950"/>
            <a:ext cx="105092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0" name="AutoShape 5"/>
          <p:cNvCxnSpPr>
            <a:cxnSpLocks noChangeShapeType="1"/>
            <a:stCxn id="31758" idx="0"/>
            <a:endCxn id="31755" idx="2"/>
          </p:cNvCxnSpPr>
          <p:nvPr/>
        </p:nvCxnSpPr>
        <p:spPr bwMode="auto">
          <a:xfrm flipH="1" flipV="1">
            <a:off x="2555082" y="4044950"/>
            <a:ext cx="98107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1" name="AutoShape 6"/>
          <p:cNvCxnSpPr>
            <a:cxnSpLocks noChangeShapeType="1"/>
            <a:stCxn id="31761" idx="0"/>
            <a:endCxn id="31757" idx="2"/>
          </p:cNvCxnSpPr>
          <p:nvPr/>
        </p:nvCxnSpPr>
        <p:spPr bwMode="auto">
          <a:xfrm flipV="1">
            <a:off x="969963" y="5070475"/>
            <a:ext cx="5341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2" name="AutoShape 7"/>
          <p:cNvCxnSpPr>
            <a:cxnSpLocks noChangeShapeType="1"/>
            <a:stCxn id="31763" idx="0"/>
            <a:endCxn id="31758" idx="2"/>
          </p:cNvCxnSpPr>
          <p:nvPr/>
        </p:nvCxnSpPr>
        <p:spPr bwMode="auto">
          <a:xfrm flipV="1">
            <a:off x="3091657" y="5070475"/>
            <a:ext cx="4445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3" name="AutoShape 8"/>
          <p:cNvCxnSpPr>
            <a:cxnSpLocks noChangeShapeType="1"/>
            <a:stCxn id="31757" idx="2"/>
            <a:endCxn id="31762" idx="0"/>
          </p:cNvCxnSpPr>
          <p:nvPr/>
        </p:nvCxnSpPr>
        <p:spPr bwMode="auto">
          <a:xfrm>
            <a:off x="1504157" y="5070475"/>
            <a:ext cx="438943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4" name="AutoShape 9"/>
          <p:cNvCxnSpPr>
            <a:cxnSpLocks noChangeShapeType="1"/>
            <a:stCxn id="31758" idx="2"/>
            <a:endCxn id="31764" idx="0"/>
          </p:cNvCxnSpPr>
          <p:nvPr/>
        </p:nvCxnSpPr>
        <p:spPr bwMode="auto">
          <a:xfrm>
            <a:off x="3536157" y="5070475"/>
            <a:ext cx="53975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55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2  4  7  9</a:t>
            </a:r>
          </a:p>
        </p:txBody>
      </p:sp>
      <p:sp>
        <p:nvSpPr>
          <p:cNvPr id="31756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|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 3  6  8</a:t>
            </a:r>
          </a:p>
        </p:txBody>
      </p:sp>
      <p:sp>
        <p:nvSpPr>
          <p:cNvPr id="31757" name="AutoShape 12"/>
          <p:cNvSpPr>
            <a:spLocks noChangeArrowheads="1"/>
          </p:cNvSpPr>
          <p:nvPr/>
        </p:nvSpPr>
        <p:spPr bwMode="auto">
          <a:xfrm>
            <a:off x="742950" y="4643438"/>
            <a:ext cx="1522413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2  7</a:t>
            </a:r>
          </a:p>
        </p:txBody>
      </p:sp>
      <p:sp>
        <p:nvSpPr>
          <p:cNvPr id="31758" name="AutoShape 13"/>
          <p:cNvSpPr>
            <a:spLocks noChangeArrowheads="1"/>
          </p:cNvSpPr>
          <p:nvPr/>
        </p:nvSpPr>
        <p:spPr bwMode="auto">
          <a:xfrm>
            <a:off x="2805113" y="4643438"/>
            <a:ext cx="14620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|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4  9</a:t>
            </a:r>
          </a:p>
        </p:txBody>
      </p:sp>
      <p:sp>
        <p:nvSpPr>
          <p:cNvPr id="31759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3  8</a:t>
            </a:r>
          </a:p>
        </p:txBody>
      </p:sp>
      <p:sp>
        <p:nvSpPr>
          <p:cNvPr id="31761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7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7</a:t>
            </a:r>
          </a:p>
        </p:txBody>
      </p:sp>
      <p:sp>
        <p:nvSpPr>
          <p:cNvPr id="31762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2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2</a:t>
            </a:r>
          </a:p>
        </p:txBody>
      </p:sp>
      <p:sp>
        <p:nvSpPr>
          <p:cNvPr id="31763" name="AutoShape 18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9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9</a:t>
            </a:r>
          </a:p>
        </p:txBody>
      </p:sp>
      <p:sp>
        <p:nvSpPr>
          <p:cNvPr id="31764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4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4</a:t>
            </a:r>
          </a:p>
        </p:txBody>
      </p:sp>
      <p:sp>
        <p:nvSpPr>
          <p:cNvPr id="31765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3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3</a:t>
            </a:r>
          </a:p>
        </p:txBody>
      </p:sp>
      <p:sp>
        <p:nvSpPr>
          <p:cNvPr id="31766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8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8</a:t>
            </a:r>
          </a:p>
        </p:txBody>
      </p:sp>
      <p:sp>
        <p:nvSpPr>
          <p:cNvPr id="31767" name="AutoShape 22"/>
          <p:cNvSpPr>
            <a:spLocks noChangeArrowheads="1"/>
          </p:cNvSpPr>
          <p:nvPr/>
        </p:nvSpPr>
        <p:spPr bwMode="auto">
          <a:xfrm>
            <a:off x="7675563" y="4648200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6</a:t>
            </a:r>
          </a:p>
        </p:txBody>
      </p:sp>
      <p:cxnSp>
        <p:nvCxnSpPr>
          <p:cNvPr id="31769" name="AutoShape 24"/>
          <p:cNvCxnSpPr>
            <a:cxnSpLocks noChangeShapeType="1"/>
            <a:stCxn id="31759" idx="0"/>
            <a:endCxn id="31756" idx="2"/>
          </p:cNvCxnSpPr>
          <p:nvPr/>
        </p:nvCxnSpPr>
        <p:spPr bwMode="auto">
          <a:xfrm flipV="1">
            <a:off x="5856288" y="4064000"/>
            <a:ext cx="1068387" cy="5699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0" name="AutoShape 25"/>
          <p:cNvCxnSpPr>
            <a:cxnSpLocks noChangeShapeType="1"/>
            <a:stCxn id="31760" idx="0"/>
            <a:endCxn id="31756" idx="2"/>
          </p:cNvCxnSpPr>
          <p:nvPr/>
        </p:nvCxnSpPr>
        <p:spPr bwMode="auto">
          <a:xfrm flipH="1" flipV="1">
            <a:off x="6924675" y="4064000"/>
            <a:ext cx="1066800" cy="5699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1" name="AutoShape 26"/>
          <p:cNvCxnSpPr>
            <a:cxnSpLocks noChangeShapeType="1"/>
            <a:stCxn id="31765" idx="0"/>
            <a:endCxn id="31759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3" name="AutoShape 28"/>
          <p:cNvCxnSpPr>
            <a:cxnSpLocks noChangeShapeType="1"/>
            <a:stCxn id="31759" idx="2"/>
            <a:endCxn id="31766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75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</a:t>
            </a:r>
          </a:p>
        </p:txBody>
      </p:sp>
      <p:cxnSp>
        <p:nvCxnSpPr>
          <p:cNvPr id="31776" name="AutoShape 31"/>
          <p:cNvCxnSpPr>
            <a:cxnSpLocks noChangeShapeType="1"/>
            <a:stCxn id="31755" idx="0"/>
            <a:endCxn id="31775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7" name="AutoShape 32"/>
          <p:cNvCxnSpPr>
            <a:cxnSpLocks noChangeShapeType="1"/>
            <a:stCxn id="31756" idx="0"/>
            <a:endCxn id="31775" idx="2"/>
          </p:cNvCxnSpPr>
          <p:nvPr/>
        </p:nvCxnSpPr>
        <p:spPr bwMode="auto">
          <a:xfrm flipH="1" flipV="1">
            <a:off x="4724400" y="3030538"/>
            <a:ext cx="2200275" cy="5683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78" name="Line 33"/>
          <p:cNvSpPr>
            <a:spLocks noChangeShapeType="1"/>
          </p:cNvSpPr>
          <p:nvPr/>
        </p:nvSpPr>
        <p:spPr bwMode="auto">
          <a:xfrm flipH="1">
            <a:off x="5562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1"/>
          </a:p>
        </p:txBody>
      </p:sp>
      <p:sp>
        <p:nvSpPr>
          <p:cNvPr id="31779" name="Line 34"/>
          <p:cNvSpPr>
            <a:spLocks noChangeShapeType="1"/>
          </p:cNvSpPr>
          <p:nvPr/>
        </p:nvSpPr>
        <p:spPr bwMode="auto">
          <a:xfrm>
            <a:off x="76962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2733847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D02320-0941-478D-BAA3-72F09B113DD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Merge-Sort Tree Example (cont.)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Merge</a:t>
            </a:r>
          </a:p>
        </p:txBody>
      </p:sp>
      <p:cxnSp>
        <p:nvCxnSpPr>
          <p:cNvPr id="32773" name="AutoShape 4"/>
          <p:cNvCxnSpPr>
            <a:cxnSpLocks noChangeShapeType="1"/>
            <a:stCxn id="32781" idx="0"/>
            <a:endCxn id="32779" idx="2"/>
          </p:cNvCxnSpPr>
          <p:nvPr/>
        </p:nvCxnSpPr>
        <p:spPr bwMode="auto">
          <a:xfrm flipV="1">
            <a:off x="1504157" y="4044950"/>
            <a:ext cx="105092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4" name="AutoShape 5"/>
          <p:cNvCxnSpPr>
            <a:cxnSpLocks noChangeShapeType="1"/>
            <a:stCxn id="32782" idx="0"/>
            <a:endCxn id="32779" idx="2"/>
          </p:cNvCxnSpPr>
          <p:nvPr/>
        </p:nvCxnSpPr>
        <p:spPr bwMode="auto">
          <a:xfrm flipH="1" flipV="1">
            <a:off x="2555082" y="4044950"/>
            <a:ext cx="981075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5" name="AutoShape 6"/>
          <p:cNvCxnSpPr>
            <a:cxnSpLocks noChangeShapeType="1"/>
            <a:stCxn id="32785" idx="0"/>
            <a:endCxn id="32781" idx="2"/>
          </p:cNvCxnSpPr>
          <p:nvPr/>
        </p:nvCxnSpPr>
        <p:spPr bwMode="auto">
          <a:xfrm flipV="1">
            <a:off x="969963" y="5070475"/>
            <a:ext cx="534194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6" name="AutoShape 7"/>
          <p:cNvCxnSpPr>
            <a:cxnSpLocks noChangeShapeType="1"/>
            <a:stCxn id="32787" idx="0"/>
            <a:endCxn id="32782" idx="2"/>
          </p:cNvCxnSpPr>
          <p:nvPr/>
        </p:nvCxnSpPr>
        <p:spPr bwMode="auto">
          <a:xfrm flipV="1">
            <a:off x="3091657" y="5070475"/>
            <a:ext cx="44450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7" name="AutoShape 8"/>
          <p:cNvCxnSpPr>
            <a:cxnSpLocks noChangeShapeType="1"/>
            <a:stCxn id="32781" idx="2"/>
            <a:endCxn id="32786" idx="0"/>
          </p:cNvCxnSpPr>
          <p:nvPr/>
        </p:nvCxnSpPr>
        <p:spPr bwMode="auto">
          <a:xfrm>
            <a:off x="1504157" y="5070475"/>
            <a:ext cx="438943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8" name="AutoShape 9"/>
          <p:cNvCxnSpPr>
            <a:cxnSpLocks noChangeShapeType="1"/>
            <a:stCxn id="32782" idx="2"/>
            <a:endCxn id="32788" idx="0"/>
          </p:cNvCxnSpPr>
          <p:nvPr/>
        </p:nvCxnSpPr>
        <p:spPr bwMode="auto">
          <a:xfrm>
            <a:off x="3536157" y="5070475"/>
            <a:ext cx="539750" cy="5984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79" name="AutoShape 10"/>
          <p:cNvSpPr>
            <a:spLocks noChangeArrowheads="1"/>
          </p:cNvSpPr>
          <p:nvPr/>
        </p:nvSpPr>
        <p:spPr bwMode="auto">
          <a:xfrm>
            <a:off x="1223963" y="3617913"/>
            <a:ext cx="26622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9  4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2  4  7  9</a:t>
            </a:r>
          </a:p>
        </p:txBody>
      </p:sp>
      <p:sp>
        <p:nvSpPr>
          <p:cNvPr id="32780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|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 3  6  8</a:t>
            </a:r>
          </a:p>
        </p:txBody>
      </p:sp>
      <p:sp>
        <p:nvSpPr>
          <p:cNvPr id="32781" name="AutoShape 12"/>
          <p:cNvSpPr>
            <a:spLocks noChangeArrowheads="1"/>
          </p:cNvSpPr>
          <p:nvPr/>
        </p:nvSpPr>
        <p:spPr bwMode="auto">
          <a:xfrm>
            <a:off x="742950" y="4643438"/>
            <a:ext cx="1522413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2  7</a:t>
            </a:r>
          </a:p>
        </p:txBody>
      </p:sp>
      <p:sp>
        <p:nvSpPr>
          <p:cNvPr id="32782" name="AutoShape 13"/>
          <p:cNvSpPr>
            <a:spLocks noChangeArrowheads="1"/>
          </p:cNvSpPr>
          <p:nvPr/>
        </p:nvSpPr>
        <p:spPr bwMode="auto">
          <a:xfrm>
            <a:off x="2805113" y="4643438"/>
            <a:ext cx="14620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9 | 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4  9</a:t>
            </a:r>
          </a:p>
        </p:txBody>
      </p:sp>
      <p:sp>
        <p:nvSpPr>
          <p:cNvPr id="32783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3  8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3  8</a:t>
            </a:r>
          </a:p>
        </p:txBody>
      </p:sp>
      <p:sp>
        <p:nvSpPr>
          <p:cNvPr id="32785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7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7</a:t>
            </a:r>
          </a:p>
        </p:txBody>
      </p:sp>
      <p:sp>
        <p:nvSpPr>
          <p:cNvPr id="32786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2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2</a:t>
            </a:r>
          </a:p>
        </p:txBody>
      </p:sp>
      <p:sp>
        <p:nvSpPr>
          <p:cNvPr id="32787" name="AutoShape 18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9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9</a:t>
            </a:r>
          </a:p>
        </p:txBody>
      </p:sp>
      <p:sp>
        <p:nvSpPr>
          <p:cNvPr id="32788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4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4</a:t>
            </a:r>
          </a:p>
        </p:txBody>
      </p:sp>
      <p:sp>
        <p:nvSpPr>
          <p:cNvPr id="32789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3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3</a:t>
            </a:r>
          </a:p>
        </p:txBody>
      </p:sp>
      <p:sp>
        <p:nvSpPr>
          <p:cNvPr id="32790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8 </a:t>
            </a:r>
            <a:r>
              <a:rPr lang="en-US" altLang="en-US" sz="1800" b="1">
                <a:sym typeface="Symbol" panose="05050102010706020507" pitchFamily="18" charset="2"/>
              </a:rPr>
              <a:t></a:t>
            </a:r>
            <a:r>
              <a:rPr lang="en-US" altLang="en-US" sz="1800" b="1"/>
              <a:t> 8</a:t>
            </a:r>
          </a:p>
        </p:txBody>
      </p:sp>
      <p:cxnSp>
        <p:nvCxnSpPr>
          <p:cNvPr id="32793" name="AutoShape 24"/>
          <p:cNvCxnSpPr>
            <a:cxnSpLocks noChangeShapeType="1"/>
            <a:stCxn id="32783" idx="0"/>
            <a:endCxn id="32780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4" name="AutoShape 25"/>
          <p:cNvCxnSpPr>
            <a:cxnSpLocks noChangeShapeType="1"/>
            <a:endCxn id="32780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5" name="AutoShape 26"/>
          <p:cNvCxnSpPr>
            <a:cxnSpLocks noChangeShapeType="1"/>
            <a:stCxn id="32789" idx="0"/>
            <a:endCxn id="32783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7" name="AutoShape 28"/>
          <p:cNvCxnSpPr>
            <a:cxnSpLocks noChangeShapeType="1"/>
            <a:stCxn id="32783" idx="2"/>
            <a:endCxn id="32790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99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7  2  9  4 </a:t>
            </a:r>
            <a:r>
              <a:rPr lang="en-US" altLang="en-US" sz="1800" b="1" dirty="0"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 b="1" dirty="0"/>
              <a:t> 3  8  6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 2  3  4  6  7  8  9</a:t>
            </a:r>
          </a:p>
        </p:txBody>
      </p:sp>
      <p:cxnSp>
        <p:nvCxnSpPr>
          <p:cNvPr id="32800" name="AutoShape 31"/>
          <p:cNvCxnSpPr>
            <a:cxnSpLocks noChangeShapeType="1"/>
            <a:stCxn id="32779" idx="0"/>
            <a:endCxn id="32799" idx="2"/>
          </p:cNvCxnSpPr>
          <p:nvPr/>
        </p:nvCxnSpPr>
        <p:spPr bwMode="auto">
          <a:xfrm flipV="1">
            <a:off x="2555082" y="3021013"/>
            <a:ext cx="2169318" cy="596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801" name="AutoShape 32"/>
          <p:cNvCxnSpPr>
            <a:cxnSpLocks noChangeShapeType="1"/>
            <a:stCxn id="32780" idx="0"/>
            <a:endCxn id="32799" idx="2"/>
          </p:cNvCxnSpPr>
          <p:nvPr/>
        </p:nvCxnSpPr>
        <p:spPr bwMode="auto">
          <a:xfrm flipH="1" flipV="1">
            <a:off x="4724400" y="3040063"/>
            <a:ext cx="2200275" cy="5683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802" name="Line 33"/>
          <p:cNvSpPr>
            <a:spLocks noChangeShapeType="1"/>
          </p:cNvSpPr>
          <p:nvPr/>
        </p:nvSpPr>
        <p:spPr bwMode="auto">
          <a:xfrm flipH="1">
            <a:off x="27432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3" name="Line 35"/>
          <p:cNvSpPr>
            <a:spLocks noChangeShapeType="1"/>
          </p:cNvSpPr>
          <p:nvPr/>
        </p:nvSpPr>
        <p:spPr bwMode="auto">
          <a:xfrm>
            <a:off x="60198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" name="AutoShape 22"/>
          <p:cNvSpPr>
            <a:spLocks noChangeArrowheads="1"/>
          </p:cNvSpPr>
          <p:nvPr/>
        </p:nvSpPr>
        <p:spPr bwMode="auto">
          <a:xfrm>
            <a:off x="7675563" y="4648200"/>
            <a:ext cx="706437" cy="4270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6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b="1" dirty="0"/>
              <a:t>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Output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MY" altLang="en-US" dirty="0"/>
              <a:t>The previous Merge-Sort tree and the following array intermediate results are equivalent.</a:t>
            </a:r>
            <a:endParaRPr lang="en-US" altLang="en-US" dirty="0"/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7  2  9  4  3  8  6 </a:t>
            </a:r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u="sng" dirty="0"/>
              <a:t>2  7</a:t>
            </a:r>
            <a:r>
              <a:rPr lang="en-US" altLang="en-US" dirty="0"/>
              <a:t>  9  4  3  8  6 </a:t>
            </a:r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/>
              <a:t>2  7  </a:t>
            </a:r>
            <a:r>
              <a:rPr lang="en-MY" altLang="en-US" u="sng" dirty="0"/>
              <a:t>4</a:t>
            </a:r>
            <a:r>
              <a:rPr lang="en-US" altLang="en-US" u="sng" dirty="0"/>
              <a:t>  9</a:t>
            </a:r>
            <a:r>
              <a:rPr lang="en-US" altLang="en-US" dirty="0"/>
              <a:t>  3  8  6 </a:t>
            </a:r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u="sng" dirty="0"/>
              <a:t>2  4  7</a:t>
            </a:r>
            <a:r>
              <a:rPr lang="en-US" altLang="en-US" u="sng" dirty="0"/>
              <a:t>  9</a:t>
            </a:r>
            <a:r>
              <a:rPr lang="en-US" altLang="en-US" dirty="0"/>
              <a:t>  3  8  6</a:t>
            </a:r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/>
              <a:t>2  </a:t>
            </a:r>
            <a:r>
              <a:rPr lang="en-US" altLang="en-US" dirty="0"/>
              <a:t>4  7  9  </a:t>
            </a:r>
            <a:r>
              <a:rPr lang="en-US" altLang="en-US" u="sng" dirty="0"/>
              <a:t>3  8</a:t>
            </a:r>
            <a:r>
              <a:rPr lang="en-US" altLang="en-US" dirty="0"/>
              <a:t>  6</a:t>
            </a:r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/>
              <a:t>2  </a:t>
            </a:r>
            <a:r>
              <a:rPr lang="en-US" altLang="en-US" dirty="0"/>
              <a:t>4  7  9  </a:t>
            </a:r>
            <a:r>
              <a:rPr lang="en-US" altLang="en-US" u="sng" dirty="0"/>
              <a:t>3  6  8</a:t>
            </a:r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u="sng" dirty="0"/>
              <a:t>2  3  </a:t>
            </a:r>
            <a:r>
              <a:rPr lang="en-US" altLang="en-US" u="sng" dirty="0"/>
              <a:t>4  6  7  8  9</a:t>
            </a:r>
          </a:p>
          <a:p>
            <a:pPr marL="514350" indent="-457200" eaLnBrk="1" hangingPunct="1">
              <a:lnSpc>
                <a:spcPct val="90000"/>
              </a:lnSpc>
              <a:buFont typeface="+mj-lt"/>
              <a:buAutoNum type="arabicPeriod"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0503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3748CA-9DB1-4E5C-850F-8A8378FEE67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Analysis of Merge-Sort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924800" cy="2209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The height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h</a:t>
            </a:r>
            <a:r>
              <a:rPr lang="en-US" altLang="en-US" sz="2000" dirty="0"/>
              <a:t> of the merge-sort tree is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</a:t>
            </a:r>
          </a:p>
          <a:p>
            <a:pPr lvl="1" eaLnBrk="1" hangingPunct="1"/>
            <a:r>
              <a:rPr lang="en-US" altLang="en-US" sz="1800" dirty="0"/>
              <a:t>at each recursive call we divide in half the sequence, 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The overall amount or work done at the nodes of depth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</a:t>
            </a:r>
          </a:p>
          <a:p>
            <a:pPr lvl="1" eaLnBrk="1" hangingPunct="1"/>
            <a:r>
              <a:rPr lang="en-US" altLang="en-US" sz="1800" dirty="0"/>
              <a:t>we partition and merge </a:t>
            </a:r>
            <a:r>
              <a:rPr lang="en-US" altLang="en-US" sz="1800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latin typeface="Times New Roman" panose="02020603050405020304" pitchFamily="18" charset="0"/>
              </a:rPr>
              <a:t>i</a:t>
            </a:r>
            <a:r>
              <a:rPr lang="en-US" altLang="en-US" sz="1800" dirty="0"/>
              <a:t> sequences of size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b="1" dirty="0">
                <a:latin typeface="Symbol" panose="05050102010706020507" pitchFamily="18" charset="2"/>
              </a:rPr>
              <a:t>/</a:t>
            </a:r>
            <a:r>
              <a:rPr lang="en-US" altLang="en-US" sz="1800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latin typeface="Times New Roman" panose="02020603050405020304" pitchFamily="18" charset="0"/>
              </a:rPr>
              <a:t>i</a:t>
            </a:r>
            <a:r>
              <a:rPr lang="en-US" altLang="en-US" sz="1800" dirty="0"/>
              <a:t> </a:t>
            </a:r>
          </a:p>
          <a:p>
            <a:pPr lvl="1" eaLnBrk="1" hangingPunct="1"/>
            <a:r>
              <a:rPr lang="en-US" altLang="en-US" sz="1800" dirty="0"/>
              <a:t>we make </a:t>
            </a:r>
            <a:r>
              <a:rPr lang="en-US" altLang="en-US" sz="1800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 dirty="0">
                <a:latin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latin typeface="Symbol" panose="05050102010706020507" pitchFamily="18" charset="2"/>
              </a:rPr>
              <a:t>+</a:t>
            </a:r>
            <a:r>
              <a:rPr lang="en-US" altLang="en-US" sz="1800" baseline="30000" dirty="0">
                <a:latin typeface="Times New Roman" panose="02020603050405020304" pitchFamily="18" charset="0"/>
              </a:rPr>
              <a:t>1</a:t>
            </a:r>
            <a:r>
              <a:rPr lang="en-US" altLang="en-US" sz="1800" dirty="0"/>
              <a:t> recursive calls</a:t>
            </a:r>
          </a:p>
          <a:p>
            <a:pPr eaLnBrk="1" hangingPunct="1"/>
            <a:r>
              <a:rPr lang="en-US" altLang="en-US" sz="2000" dirty="0"/>
              <a:t>Thus, the total running time of merge-sort is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33797" name="Group 36"/>
          <p:cNvGrpSpPr>
            <a:grpSpLocks/>
          </p:cNvGrpSpPr>
          <p:nvPr/>
        </p:nvGrpSpPr>
        <p:grpSpPr bwMode="auto">
          <a:xfrm>
            <a:off x="3429000" y="4391025"/>
            <a:ext cx="4191000" cy="1785938"/>
            <a:chOff x="384" y="1632"/>
            <a:chExt cx="5184" cy="2208"/>
          </a:xfrm>
        </p:grpSpPr>
        <p:cxnSp>
          <p:nvCxnSpPr>
            <p:cNvPr id="33814" name="AutoShape 4"/>
            <p:cNvCxnSpPr>
              <a:cxnSpLocks noChangeShapeType="1"/>
              <a:stCxn id="33841" idx="0"/>
              <a:endCxn id="33820" idx="2"/>
            </p:cNvCxnSpPr>
            <p:nvPr/>
          </p:nvCxnSpPr>
          <p:spPr bwMode="auto">
            <a:xfrm flipV="1">
              <a:off x="905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5" name="AutoShape 5"/>
            <p:cNvCxnSpPr>
              <a:cxnSpLocks noChangeShapeType="1"/>
              <a:stCxn id="33842" idx="0"/>
              <a:endCxn id="33820" idx="2"/>
            </p:cNvCxnSpPr>
            <p:nvPr/>
          </p:nvCxnSpPr>
          <p:spPr bwMode="auto">
            <a:xfrm flipH="1" flipV="1">
              <a:off x="1578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6" name="AutoShape 6"/>
            <p:cNvCxnSpPr>
              <a:cxnSpLocks noChangeShapeType="1"/>
              <a:stCxn id="33833" idx="0"/>
              <a:endCxn id="33841" idx="2"/>
            </p:cNvCxnSpPr>
            <p:nvPr/>
          </p:nvCxnSpPr>
          <p:spPr bwMode="auto">
            <a:xfrm flipV="1">
              <a:off x="611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7" name="AutoShape 7"/>
            <p:cNvCxnSpPr>
              <a:cxnSpLocks noChangeShapeType="1"/>
              <a:stCxn id="33835" idx="0"/>
              <a:endCxn id="33842" idx="2"/>
            </p:cNvCxnSpPr>
            <p:nvPr/>
          </p:nvCxnSpPr>
          <p:spPr bwMode="auto">
            <a:xfrm flipV="1">
              <a:off x="1948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8" name="AutoShape 8"/>
            <p:cNvCxnSpPr>
              <a:cxnSpLocks noChangeShapeType="1"/>
              <a:stCxn id="33841" idx="2"/>
              <a:endCxn id="33834" idx="0"/>
            </p:cNvCxnSpPr>
            <p:nvPr/>
          </p:nvCxnSpPr>
          <p:spPr bwMode="auto">
            <a:xfrm>
              <a:off x="905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9" name="AutoShape 9"/>
            <p:cNvCxnSpPr>
              <a:cxnSpLocks noChangeShapeType="1"/>
              <a:stCxn id="33842" idx="2"/>
              <a:endCxn id="33836" idx="0"/>
            </p:cNvCxnSpPr>
            <p:nvPr/>
          </p:nvCxnSpPr>
          <p:spPr bwMode="auto">
            <a:xfrm>
              <a:off x="2250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820" name="AutoShape 10"/>
            <p:cNvSpPr>
              <a:spLocks noChangeArrowheads="1"/>
            </p:cNvSpPr>
            <p:nvPr/>
          </p:nvSpPr>
          <p:spPr bwMode="auto"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sp>
          <p:nvSpPr>
            <p:cNvPr id="33821" name="AutoShape 11"/>
            <p:cNvSpPr>
              <a:spLocks noChangeArrowheads="1"/>
            </p:cNvSpPr>
            <p:nvPr/>
          </p:nvSpPr>
          <p:spPr bwMode="auto"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grpSp>
          <p:nvGrpSpPr>
            <p:cNvPr id="33822" name="Group 12"/>
            <p:cNvGrpSpPr>
              <a:grpSpLocks/>
            </p:cNvGrpSpPr>
            <p:nvPr/>
          </p:nvGrpSpPr>
          <p:grpSpPr bwMode="auto"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33841" name="AutoShape 13"/>
              <p:cNvSpPr>
                <a:spLocks noChangeArrowheads="1"/>
              </p:cNvSpPr>
              <p:nvPr/>
            </p:nvSpPr>
            <p:spPr bwMode="auto"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842" name="AutoShape 14"/>
              <p:cNvSpPr>
                <a:spLocks noChangeArrowheads="1"/>
              </p:cNvSpPr>
              <p:nvPr/>
            </p:nvSpPr>
            <p:spPr bwMode="auto"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843" name="AutoShape 15"/>
              <p:cNvSpPr>
                <a:spLocks noChangeArrowheads="1"/>
              </p:cNvSpPr>
              <p:nvPr/>
            </p:nvSpPr>
            <p:spPr bwMode="auto"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844" name="AutoShape 16"/>
              <p:cNvSpPr>
                <a:spLocks noChangeArrowheads="1"/>
              </p:cNvSpPr>
              <p:nvPr/>
            </p:nvSpPr>
            <p:spPr bwMode="auto"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33823" name="Group 17"/>
            <p:cNvGrpSpPr>
              <a:grpSpLocks/>
            </p:cNvGrpSpPr>
            <p:nvPr/>
          </p:nvGrpSpPr>
          <p:grpSpPr bwMode="auto"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33833" name="AutoShape 18"/>
              <p:cNvSpPr>
                <a:spLocks noChangeArrowheads="1"/>
              </p:cNvSpPr>
              <p:nvPr/>
            </p:nvSpPr>
            <p:spPr bwMode="auto"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3834" name="AutoShape 19"/>
              <p:cNvSpPr>
                <a:spLocks noChangeArrowheads="1"/>
              </p:cNvSpPr>
              <p:nvPr/>
            </p:nvSpPr>
            <p:spPr bwMode="auto"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3835" name="AutoShape 20"/>
              <p:cNvSpPr>
                <a:spLocks noChangeArrowheads="1"/>
              </p:cNvSpPr>
              <p:nvPr/>
            </p:nvSpPr>
            <p:spPr bwMode="auto"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3836" name="AutoShape 21"/>
              <p:cNvSpPr>
                <a:spLocks noChangeArrowheads="1"/>
              </p:cNvSpPr>
              <p:nvPr/>
            </p:nvSpPr>
            <p:spPr bwMode="auto"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3837" name="AutoShape 22"/>
              <p:cNvSpPr>
                <a:spLocks noChangeArrowheads="1"/>
              </p:cNvSpPr>
              <p:nvPr/>
            </p:nvSpPr>
            <p:spPr bwMode="auto"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3838" name="AutoShape 23"/>
              <p:cNvSpPr>
                <a:spLocks noChangeArrowheads="1"/>
              </p:cNvSpPr>
              <p:nvPr/>
            </p:nvSpPr>
            <p:spPr bwMode="auto"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3839" name="AutoShape 24"/>
              <p:cNvSpPr>
                <a:spLocks noChangeArrowheads="1"/>
              </p:cNvSpPr>
              <p:nvPr/>
            </p:nvSpPr>
            <p:spPr bwMode="auto"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33840" name="AutoShape 25"/>
              <p:cNvSpPr>
                <a:spLocks noChangeArrowheads="1"/>
              </p:cNvSpPr>
              <p:nvPr/>
            </p:nvSpPr>
            <p:spPr bwMode="auto"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chemeClr val="folHlink"/>
                  </a:solidFill>
                </a:endParaRPr>
              </a:p>
            </p:txBody>
          </p:sp>
        </p:grpSp>
        <p:cxnSp>
          <p:nvCxnSpPr>
            <p:cNvPr id="33824" name="AutoShape 26"/>
            <p:cNvCxnSpPr>
              <a:cxnSpLocks noChangeShapeType="1"/>
              <a:stCxn id="33843" idx="0"/>
              <a:endCxn id="33821" idx="2"/>
            </p:cNvCxnSpPr>
            <p:nvPr/>
          </p:nvCxnSpPr>
          <p:spPr bwMode="auto">
            <a:xfrm flipV="1">
              <a:off x="3689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5" name="AutoShape 27"/>
            <p:cNvCxnSpPr>
              <a:cxnSpLocks noChangeShapeType="1"/>
              <a:stCxn id="33844" idx="0"/>
              <a:endCxn id="33821" idx="2"/>
            </p:cNvCxnSpPr>
            <p:nvPr/>
          </p:nvCxnSpPr>
          <p:spPr bwMode="auto">
            <a:xfrm flipH="1" flipV="1">
              <a:off x="4362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6" name="AutoShape 28"/>
            <p:cNvCxnSpPr>
              <a:cxnSpLocks noChangeShapeType="1"/>
              <a:stCxn id="33837" idx="0"/>
              <a:endCxn id="33843" idx="2"/>
            </p:cNvCxnSpPr>
            <p:nvPr/>
          </p:nvCxnSpPr>
          <p:spPr bwMode="auto">
            <a:xfrm flipV="1">
              <a:off x="3395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7" name="AutoShape 29"/>
            <p:cNvCxnSpPr>
              <a:cxnSpLocks noChangeShapeType="1"/>
              <a:stCxn id="33839" idx="0"/>
              <a:endCxn id="33844" idx="2"/>
            </p:cNvCxnSpPr>
            <p:nvPr/>
          </p:nvCxnSpPr>
          <p:spPr bwMode="auto">
            <a:xfrm flipV="1">
              <a:off x="4732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8" name="AutoShape 30"/>
            <p:cNvCxnSpPr>
              <a:cxnSpLocks noChangeShapeType="1"/>
              <a:stCxn id="33843" idx="2"/>
              <a:endCxn id="33838" idx="0"/>
            </p:cNvCxnSpPr>
            <p:nvPr/>
          </p:nvCxnSpPr>
          <p:spPr bwMode="auto">
            <a:xfrm>
              <a:off x="3689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9" name="AutoShape 31"/>
            <p:cNvCxnSpPr>
              <a:cxnSpLocks noChangeShapeType="1"/>
              <a:stCxn id="33844" idx="2"/>
              <a:endCxn id="33840" idx="0"/>
            </p:cNvCxnSpPr>
            <p:nvPr/>
          </p:nvCxnSpPr>
          <p:spPr bwMode="auto">
            <a:xfrm>
              <a:off x="5034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830" name="AutoShape 32"/>
            <p:cNvSpPr>
              <a:spLocks noChangeArrowheads="1"/>
            </p:cNvSpPr>
            <p:nvPr/>
          </p:nvSpPr>
          <p:spPr bwMode="auto"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1"/>
                </a:solidFill>
              </a:endParaRPr>
            </a:p>
          </p:txBody>
        </p:sp>
        <p:cxnSp>
          <p:nvCxnSpPr>
            <p:cNvPr id="33831" name="AutoShape 33"/>
            <p:cNvCxnSpPr>
              <a:cxnSpLocks noChangeShapeType="1"/>
              <a:stCxn id="33820" idx="0"/>
              <a:endCxn id="33830" idx="2"/>
            </p:cNvCxnSpPr>
            <p:nvPr/>
          </p:nvCxnSpPr>
          <p:spPr bwMode="auto">
            <a:xfrm flipV="1">
              <a:off x="1578" y="1903"/>
              <a:ext cx="1398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32" name="AutoShape 34"/>
            <p:cNvCxnSpPr>
              <a:cxnSpLocks noChangeShapeType="1"/>
              <a:stCxn id="33821" idx="0"/>
              <a:endCxn id="33830" idx="2"/>
            </p:cNvCxnSpPr>
            <p:nvPr/>
          </p:nvCxnSpPr>
          <p:spPr bwMode="auto">
            <a:xfrm flipH="1" flipV="1">
              <a:off x="2976" y="1903"/>
              <a:ext cx="1386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61957" name="Group 165"/>
          <p:cNvGraphicFramePr>
            <a:graphicFrameLocks noGrp="1"/>
          </p:cNvGraphicFramePr>
          <p:nvPr/>
        </p:nvGraphicFramePr>
        <p:xfrm>
          <a:off x="1219200" y="3943350"/>
          <a:ext cx="2057400" cy="238125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#seqs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size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/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en-US" altLang="en-US" sz="18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en-US" sz="1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kumimoji="0" lang="en-US" altLang="en-US" sz="1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/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en-US" sz="1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057BE6-3577-4CB2-AFE8-14D77AE6B55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Summary of Sorting Algorithms</a:t>
            </a:r>
          </a:p>
        </p:txBody>
      </p:sp>
      <p:graphicFrame>
        <p:nvGraphicFramePr>
          <p:cNvPr id="18637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062935"/>
              </p:ext>
            </p:extLst>
          </p:nvPr>
        </p:nvGraphicFramePr>
        <p:xfrm>
          <a:off x="228600" y="1628775"/>
          <a:ext cx="8686800" cy="4580272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Algorithm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Time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Notes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8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selection-sort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in-place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, unstable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slow (good for small inputs)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18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quick-sort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log 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ahoma" panose="020B0604030504040204" pitchFamily="34" charset="0"/>
                        </a:rPr>
                        <a:t>for worst case if not randomized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in-place, unstable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fastest (good for large inputs)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heap-sort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log 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in-place, unstable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fast (good for large inputs)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7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merge-sort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log 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not in-place, stable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sequential data access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fast (good for huge inputs)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C6505F-85DF-4624-B157-49C40EDA0FC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Bucket-Sort and Radix-Sort</a:t>
            </a:r>
          </a:p>
        </p:txBody>
      </p:sp>
      <p:cxnSp>
        <p:nvCxnSpPr>
          <p:cNvPr id="35844" name="AutoShape 3"/>
          <p:cNvCxnSpPr>
            <a:cxnSpLocks noChangeShapeType="1"/>
            <a:stCxn id="35857" idx="3"/>
            <a:endCxn id="35861" idx="1"/>
          </p:cNvCxnSpPr>
          <p:nvPr/>
        </p:nvCxnSpPr>
        <p:spPr bwMode="auto">
          <a:xfrm>
            <a:off x="6613525" y="4105275"/>
            <a:ext cx="8778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2732088" y="4516438"/>
            <a:ext cx="334962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3067050" y="4516438"/>
            <a:ext cx="334963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847" name="Rectangle 6"/>
          <p:cNvSpPr>
            <a:spLocks noChangeArrowheads="1"/>
          </p:cNvSpPr>
          <p:nvPr/>
        </p:nvSpPr>
        <p:spPr bwMode="auto">
          <a:xfrm>
            <a:off x="3402013" y="4516438"/>
            <a:ext cx="333375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48" name="Rectangle 7"/>
          <p:cNvSpPr>
            <a:spLocks noChangeArrowheads="1"/>
          </p:cNvSpPr>
          <p:nvPr/>
        </p:nvSpPr>
        <p:spPr bwMode="auto">
          <a:xfrm>
            <a:off x="3735388" y="4516438"/>
            <a:ext cx="334962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849" name="Rectangle 8"/>
          <p:cNvSpPr>
            <a:spLocks noChangeArrowheads="1"/>
          </p:cNvSpPr>
          <p:nvPr/>
        </p:nvSpPr>
        <p:spPr bwMode="auto">
          <a:xfrm>
            <a:off x="4070350" y="4516438"/>
            <a:ext cx="334963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50" name="Rectangle 9"/>
          <p:cNvSpPr>
            <a:spLocks noChangeArrowheads="1"/>
          </p:cNvSpPr>
          <p:nvPr/>
        </p:nvSpPr>
        <p:spPr bwMode="auto">
          <a:xfrm>
            <a:off x="4405313" y="4516438"/>
            <a:ext cx="334962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5851" name="Rectangle 10"/>
          <p:cNvSpPr>
            <a:spLocks noChangeArrowheads="1"/>
          </p:cNvSpPr>
          <p:nvPr/>
        </p:nvSpPr>
        <p:spPr bwMode="auto">
          <a:xfrm>
            <a:off x="4740275" y="4516438"/>
            <a:ext cx="333375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5852" name="Rectangle 11"/>
          <p:cNvSpPr>
            <a:spLocks noChangeArrowheads="1"/>
          </p:cNvSpPr>
          <p:nvPr/>
        </p:nvSpPr>
        <p:spPr bwMode="auto">
          <a:xfrm>
            <a:off x="5073650" y="4516438"/>
            <a:ext cx="334963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5853" name="Rectangle 12"/>
          <p:cNvSpPr>
            <a:spLocks noChangeArrowheads="1"/>
          </p:cNvSpPr>
          <p:nvPr/>
        </p:nvSpPr>
        <p:spPr bwMode="auto">
          <a:xfrm>
            <a:off x="5408613" y="4516438"/>
            <a:ext cx="334962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5854" name="Rectangle 13"/>
          <p:cNvSpPr>
            <a:spLocks noChangeArrowheads="1"/>
          </p:cNvSpPr>
          <p:nvPr/>
        </p:nvSpPr>
        <p:spPr bwMode="auto">
          <a:xfrm>
            <a:off x="5743575" y="4516438"/>
            <a:ext cx="334963" cy="3349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59436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5855" name="Text Box 14"/>
          <p:cNvSpPr txBox="1">
            <a:spLocks noChangeArrowheads="1"/>
          </p:cNvSpPr>
          <p:nvPr/>
        </p:nvSpPr>
        <p:spPr bwMode="auto">
          <a:xfrm>
            <a:off x="2343150" y="45815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5856" name="AutoShape 15"/>
          <p:cNvSpPr>
            <a:spLocks noChangeArrowheads="1"/>
          </p:cNvSpPr>
          <p:nvPr/>
        </p:nvSpPr>
        <p:spPr bwMode="auto">
          <a:xfrm>
            <a:off x="2759075" y="3938588"/>
            <a:ext cx="501650" cy="33496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1,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5857" name="AutoShape 16"/>
          <p:cNvSpPr>
            <a:spLocks noChangeArrowheads="1"/>
          </p:cNvSpPr>
          <p:nvPr/>
        </p:nvSpPr>
        <p:spPr bwMode="auto">
          <a:xfrm>
            <a:off x="6105525" y="3938588"/>
            <a:ext cx="501650" cy="33496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7,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5858" name="AutoShape 17"/>
          <p:cNvSpPr>
            <a:spLocks noChangeArrowheads="1"/>
          </p:cNvSpPr>
          <p:nvPr/>
        </p:nvSpPr>
        <p:spPr bwMode="auto">
          <a:xfrm>
            <a:off x="6802438" y="3938588"/>
            <a:ext cx="501650" cy="33496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7,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5859" name="AutoShape 18"/>
          <p:cNvSpPr>
            <a:spLocks noChangeArrowheads="1"/>
          </p:cNvSpPr>
          <p:nvPr/>
        </p:nvSpPr>
        <p:spPr bwMode="auto">
          <a:xfrm>
            <a:off x="4878388" y="3938588"/>
            <a:ext cx="501650" cy="33496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3, </a:t>
            </a: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5860" name="AutoShape 19"/>
          <p:cNvSpPr>
            <a:spLocks noChangeArrowheads="1"/>
          </p:cNvSpPr>
          <p:nvPr/>
        </p:nvSpPr>
        <p:spPr bwMode="auto">
          <a:xfrm>
            <a:off x="4152900" y="3938588"/>
            <a:ext cx="501650" cy="33496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3, </a:t>
            </a:r>
            <a:r>
              <a:rPr lang="en-US" altLang="en-US" sz="18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5861" name="AutoShape 20"/>
          <p:cNvSpPr>
            <a:spLocks noChangeArrowheads="1"/>
          </p:cNvSpPr>
          <p:nvPr/>
        </p:nvSpPr>
        <p:spPr bwMode="auto">
          <a:xfrm>
            <a:off x="7499350" y="3938588"/>
            <a:ext cx="501650" cy="33496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7,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</a:p>
        </p:txBody>
      </p:sp>
      <p:cxnSp>
        <p:nvCxnSpPr>
          <p:cNvPr id="35862" name="AutoShape 21"/>
          <p:cNvCxnSpPr>
            <a:cxnSpLocks noChangeShapeType="1"/>
            <a:stCxn id="35860" idx="3"/>
            <a:endCxn id="35859" idx="1"/>
          </p:cNvCxnSpPr>
          <p:nvPr/>
        </p:nvCxnSpPr>
        <p:spPr bwMode="auto">
          <a:xfrm>
            <a:off x="4662488" y="4105275"/>
            <a:ext cx="20796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63" name="Text Box 22"/>
          <p:cNvSpPr txBox="1">
            <a:spLocks noChangeArrowheads="1"/>
          </p:cNvSpPr>
          <p:nvPr/>
        </p:nvSpPr>
        <p:spPr bwMode="auto">
          <a:xfrm>
            <a:off x="2703513" y="4484688"/>
            <a:ext cx="373062" cy="3667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64" name="Text Box 23"/>
          <p:cNvSpPr txBox="1">
            <a:spLocks noChangeArrowheads="1"/>
          </p:cNvSpPr>
          <p:nvPr/>
        </p:nvSpPr>
        <p:spPr bwMode="auto">
          <a:xfrm>
            <a:off x="3375025" y="4484688"/>
            <a:ext cx="373063" cy="3667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65" name="Text Box 24"/>
          <p:cNvSpPr txBox="1">
            <a:spLocks noChangeArrowheads="1"/>
          </p:cNvSpPr>
          <p:nvPr/>
        </p:nvSpPr>
        <p:spPr bwMode="auto">
          <a:xfrm>
            <a:off x="4048125" y="4484688"/>
            <a:ext cx="373063" cy="3667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66" name="Text Box 25"/>
          <p:cNvSpPr txBox="1">
            <a:spLocks noChangeArrowheads="1"/>
          </p:cNvSpPr>
          <p:nvPr/>
        </p:nvSpPr>
        <p:spPr bwMode="auto">
          <a:xfrm>
            <a:off x="4383088" y="4484688"/>
            <a:ext cx="373062" cy="3667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67" name="Text Box 26"/>
          <p:cNvSpPr txBox="1">
            <a:spLocks noChangeArrowheads="1"/>
          </p:cNvSpPr>
          <p:nvPr/>
        </p:nvSpPr>
        <p:spPr bwMode="auto">
          <a:xfrm>
            <a:off x="4719638" y="4484688"/>
            <a:ext cx="373062" cy="3667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68" name="Text Box 27"/>
          <p:cNvSpPr txBox="1">
            <a:spLocks noChangeArrowheads="1"/>
          </p:cNvSpPr>
          <p:nvPr/>
        </p:nvSpPr>
        <p:spPr bwMode="auto">
          <a:xfrm>
            <a:off x="5392738" y="4484688"/>
            <a:ext cx="373062" cy="3667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5869" name="Text Box 28"/>
          <p:cNvSpPr txBox="1">
            <a:spLocks noChangeArrowheads="1"/>
          </p:cNvSpPr>
          <p:nvPr/>
        </p:nvSpPr>
        <p:spPr bwMode="auto">
          <a:xfrm>
            <a:off x="5729288" y="4484688"/>
            <a:ext cx="373062" cy="3667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35870" name="Freeform 29"/>
          <p:cNvSpPr>
            <a:spLocks/>
          </p:cNvSpPr>
          <p:nvPr/>
        </p:nvSpPr>
        <p:spPr bwMode="auto">
          <a:xfrm>
            <a:off x="2286000" y="4070350"/>
            <a:ext cx="946150" cy="606425"/>
          </a:xfrm>
          <a:custGeom>
            <a:avLst/>
            <a:gdLst>
              <a:gd name="T0" fmla="*/ 2147483646 w 815"/>
              <a:gd name="T1" fmla="*/ 2147483646 h 522"/>
              <a:gd name="T2" fmla="*/ 2147483646 w 815"/>
              <a:gd name="T3" fmla="*/ 2147483646 h 522"/>
              <a:gd name="T4" fmla="*/ 2147483646 w 815"/>
              <a:gd name="T5" fmla="*/ 2147483646 h 522"/>
              <a:gd name="T6" fmla="*/ 2147483646 w 815"/>
              <a:gd name="T7" fmla="*/ 0 h 5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15" h="522">
                <a:moveTo>
                  <a:pt x="815" y="522"/>
                </a:moveTo>
                <a:cubicBezTo>
                  <a:pt x="788" y="484"/>
                  <a:pt x="782" y="351"/>
                  <a:pt x="653" y="288"/>
                </a:cubicBezTo>
                <a:cubicBezTo>
                  <a:pt x="524" y="225"/>
                  <a:pt x="82" y="192"/>
                  <a:pt x="41" y="144"/>
                </a:cubicBezTo>
                <a:cubicBezTo>
                  <a:pt x="0" y="96"/>
                  <a:pt x="331" y="30"/>
                  <a:pt x="407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871" name="Freeform 30"/>
          <p:cNvSpPr>
            <a:spLocks/>
          </p:cNvSpPr>
          <p:nvPr/>
        </p:nvSpPr>
        <p:spPr bwMode="auto">
          <a:xfrm>
            <a:off x="3798888" y="4092575"/>
            <a:ext cx="347662" cy="577850"/>
          </a:xfrm>
          <a:custGeom>
            <a:avLst/>
            <a:gdLst>
              <a:gd name="T0" fmla="*/ 2147483646 w 299"/>
              <a:gd name="T1" fmla="*/ 2147483646 h 498"/>
              <a:gd name="T2" fmla="*/ 2147483646 w 299"/>
              <a:gd name="T3" fmla="*/ 2147483646 h 498"/>
              <a:gd name="T4" fmla="*/ 2147483646 w 299"/>
              <a:gd name="T5" fmla="*/ 0 h 4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9" h="498">
                <a:moveTo>
                  <a:pt x="89" y="498"/>
                </a:moveTo>
                <a:cubicBezTo>
                  <a:pt x="80" y="433"/>
                  <a:pt x="0" y="191"/>
                  <a:pt x="35" y="108"/>
                </a:cubicBezTo>
                <a:cubicBezTo>
                  <a:pt x="70" y="25"/>
                  <a:pt x="244" y="22"/>
                  <a:pt x="299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872" name="Freeform 31"/>
          <p:cNvSpPr>
            <a:spLocks/>
          </p:cNvSpPr>
          <p:nvPr/>
        </p:nvSpPr>
        <p:spPr bwMode="auto">
          <a:xfrm>
            <a:off x="5248275" y="4113213"/>
            <a:ext cx="849313" cy="563562"/>
          </a:xfrm>
          <a:custGeom>
            <a:avLst/>
            <a:gdLst>
              <a:gd name="T0" fmla="*/ 0 w 732"/>
              <a:gd name="T1" fmla="*/ 2147483646 h 486"/>
              <a:gd name="T2" fmla="*/ 2147483646 w 732"/>
              <a:gd name="T3" fmla="*/ 2147483646 h 486"/>
              <a:gd name="T4" fmla="*/ 2147483646 w 732"/>
              <a:gd name="T5" fmla="*/ 2147483646 h 486"/>
              <a:gd name="T6" fmla="*/ 2147483646 w 732"/>
              <a:gd name="T7" fmla="*/ 0 h 48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32" h="486">
                <a:moveTo>
                  <a:pt x="0" y="486"/>
                </a:moveTo>
                <a:cubicBezTo>
                  <a:pt x="12" y="449"/>
                  <a:pt x="20" y="329"/>
                  <a:pt x="78" y="264"/>
                </a:cubicBezTo>
                <a:cubicBezTo>
                  <a:pt x="136" y="199"/>
                  <a:pt x="239" y="140"/>
                  <a:pt x="348" y="96"/>
                </a:cubicBezTo>
                <a:cubicBezTo>
                  <a:pt x="457" y="52"/>
                  <a:pt x="652" y="20"/>
                  <a:pt x="73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BED7B4-533C-45C6-ADB1-B06A2DF4E7D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Bucket-Sort (4.5.1)</a:t>
            </a:r>
          </a:p>
        </p:txBody>
      </p:sp>
      <p:sp>
        <p:nvSpPr>
          <p:cNvPr id="378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41148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be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be a sequence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(key, element) items with keys in the range </a:t>
            </a:r>
            <a:r>
              <a:rPr lang="en-US" altLang="en-US" sz="2000" dirty="0">
                <a:latin typeface="Times New Roman" panose="02020603050405020304" pitchFamily="18" charset="0"/>
              </a:rPr>
              <a:t>[0,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Bucket-sort uses the keys as indices into an auxiliary array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2000" dirty="0"/>
              <a:t> of sequences (buckets)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Phase 1</a:t>
            </a:r>
            <a:r>
              <a:rPr lang="en-US" altLang="en-US" sz="1800" dirty="0"/>
              <a:t>: Empty sequence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by moving each item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into its bucket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Phase 2</a:t>
            </a:r>
            <a:r>
              <a:rPr lang="en-US" altLang="en-US" sz="1800" dirty="0"/>
              <a:t>: For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  <a:r>
              <a:rPr lang="en-US" altLang="en-US" sz="1800" dirty="0">
                <a:latin typeface="Times New Roman" panose="02020603050405020304" pitchFamily="18" charset="0"/>
              </a:rPr>
              <a:t> 0, </a:t>
            </a:r>
            <a:r>
              <a:rPr lang="en-US" altLang="en-US" sz="1800" b="1" dirty="0">
                <a:latin typeface="Times New Roman" panose="02020603050405020304" pitchFamily="18" charset="0"/>
              </a:rPr>
              <a:t>…</a:t>
            </a:r>
            <a:r>
              <a:rPr lang="en-US" altLang="en-US" sz="1800" i="1" dirty="0">
                <a:latin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/>
              <a:t>, move the items of bucket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</a:rPr>
              <a:t>] </a:t>
            </a:r>
            <a:r>
              <a:rPr lang="en-US" altLang="en-US" sz="1800" dirty="0"/>
              <a:t>to the end of sequence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Analysis: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Phase 1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Phase 2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</a:rPr>
              <a:t>+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	Bucket-sort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</a:rPr>
              <a:t>+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 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4572000" y="1676400"/>
            <a:ext cx="4343400" cy="42473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800" noProof="1"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chemeClr val="tx2"/>
                </a:solidFill>
                <a:latin typeface="Consolas" panose="020B0609020204030204" pitchFamily="49" charset="0"/>
              </a:rPr>
              <a:t>bucketSort(S, N)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  Input</a:t>
            </a:r>
            <a:r>
              <a:rPr lang="en-US" altLang="en-US" sz="1800" noProof="1"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sequence S of 				(key k, element e) items with 	keys in the range [0, N]</a:t>
            </a:r>
            <a:b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Output</a:t>
            </a:r>
            <a:r>
              <a:rPr lang="en-US" altLang="en-US" sz="1800" noProof="1"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sequence S sorted by</a:t>
            </a:r>
            <a:b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	increasing keys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8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B =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array of N empty sequences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1800" noProof="1">
                <a:solidFill>
                  <a:schemeClr val="tx2"/>
                </a:solidFill>
                <a:latin typeface="Consolas" panose="020B0609020204030204" pitchFamily="49" charset="0"/>
              </a:rPr>
              <a:t> not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S.isEmpty()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  (k, e) =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S.removeFirst()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  B[k].insertLast((k, e))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i =</a:t>
            </a:r>
            <a:r>
              <a:rPr lang="en-US" altLang="en-US" sz="18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0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to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N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1800" noProof="1">
                <a:solidFill>
                  <a:schemeClr val="tx2"/>
                </a:solidFill>
                <a:latin typeface="Consolas" panose="020B0609020204030204" pitchFamily="49" charset="0"/>
              </a:rPr>
              <a:t> not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B[i].isEmpty()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    (k, e) =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B[i].removeFirst()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    S.insertLast((k, e))</a:t>
            </a:r>
          </a:p>
        </p:txBody>
      </p:sp>
      <p:graphicFrame>
        <p:nvGraphicFramePr>
          <p:cNvPr id="37894" name="Object 5"/>
          <p:cNvGraphicFramePr>
            <a:graphicFrameLocks noChangeAspect="1"/>
          </p:cNvGraphicFramePr>
          <p:nvPr/>
        </p:nvGraphicFramePr>
        <p:xfrm>
          <a:off x="7086600" y="152400"/>
          <a:ext cx="16764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036337" imgH="3468986" progId="MS_ClipArt_Gallery.5">
                  <p:embed/>
                </p:oleObj>
              </mc:Choice>
              <mc:Fallback>
                <p:oleObj name="Clip" r:id="rId3" imgW="4036337" imgH="3468986" progId="MS_ClipArt_Gallery.5">
                  <p:embed/>
                  <p:pic>
                    <p:nvPicPr>
                      <p:cNvPr id="3789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52400"/>
                        <a:ext cx="16764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A15E2F-D913-46F3-BFAA-46C7D846777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3891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57200"/>
          </a:xfrm>
        </p:spPr>
        <p:txBody>
          <a:bodyPr/>
          <a:lstStyle/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Key range </a:t>
            </a:r>
            <a:r>
              <a:rPr lang="en-US" altLang="en-US" sz="2400" dirty="0">
                <a:latin typeface="Times New Roman" panose="02020603050405020304" pitchFamily="18" charset="0"/>
              </a:rPr>
              <a:t>[0, 7]</a:t>
            </a:r>
            <a:endParaRPr lang="en-US" altLang="en-US" sz="2400" dirty="0">
              <a:latin typeface="Symbol" panose="05050102010706020507" pitchFamily="18" charset="2"/>
            </a:endParaRPr>
          </a:p>
        </p:txBody>
      </p:sp>
      <p:grpSp>
        <p:nvGrpSpPr>
          <p:cNvPr id="38917" name="Group 4"/>
          <p:cNvGrpSpPr>
            <a:grpSpLocks/>
          </p:cNvGrpSpPr>
          <p:nvPr/>
        </p:nvGrpSpPr>
        <p:grpSpPr bwMode="auto">
          <a:xfrm>
            <a:off x="1163638" y="1905000"/>
            <a:ext cx="6781800" cy="457200"/>
            <a:chOff x="744" y="1392"/>
            <a:chExt cx="4272" cy="288"/>
          </a:xfrm>
        </p:grpSpPr>
        <p:sp>
          <p:nvSpPr>
            <p:cNvPr id="38960" name="AutoShape 6"/>
            <p:cNvSpPr>
              <a:spLocks noChangeArrowheads="1"/>
            </p:cNvSpPr>
            <p:nvPr/>
          </p:nvSpPr>
          <p:spPr bwMode="auto">
            <a:xfrm>
              <a:off x="744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61" name="AutoShape 7"/>
            <p:cNvSpPr>
              <a:spLocks noChangeArrowheads="1"/>
            </p:cNvSpPr>
            <p:nvPr/>
          </p:nvSpPr>
          <p:spPr bwMode="auto">
            <a:xfrm>
              <a:off x="1512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1, </a:t>
              </a:r>
              <a:r>
                <a:rPr lang="en-US" altLang="en-US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8962" name="AutoShape 8"/>
            <p:cNvSpPr>
              <a:spLocks noChangeArrowheads="1"/>
            </p:cNvSpPr>
            <p:nvPr/>
          </p:nvSpPr>
          <p:spPr bwMode="auto">
            <a:xfrm>
              <a:off x="2280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63" name="AutoShape 9"/>
            <p:cNvSpPr>
              <a:spLocks noChangeArrowheads="1"/>
            </p:cNvSpPr>
            <p:nvPr/>
          </p:nvSpPr>
          <p:spPr bwMode="auto">
            <a:xfrm>
              <a:off x="3048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8964" name="AutoShape 10"/>
            <p:cNvSpPr>
              <a:spLocks noChangeArrowheads="1"/>
            </p:cNvSpPr>
            <p:nvPr/>
          </p:nvSpPr>
          <p:spPr bwMode="auto">
            <a:xfrm>
              <a:off x="3816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65" name="AutoShape 11"/>
            <p:cNvSpPr>
              <a:spLocks noChangeArrowheads="1"/>
            </p:cNvSpPr>
            <p:nvPr/>
          </p:nvSpPr>
          <p:spPr bwMode="auto">
            <a:xfrm>
              <a:off x="4584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38918" name="Group 12"/>
          <p:cNvGrpSpPr>
            <a:grpSpLocks/>
          </p:cNvGrpSpPr>
          <p:nvPr/>
        </p:nvGrpSpPr>
        <p:grpSpPr bwMode="auto">
          <a:xfrm>
            <a:off x="1163638" y="5715000"/>
            <a:ext cx="6781800" cy="457200"/>
            <a:chOff x="744" y="3600"/>
            <a:chExt cx="4272" cy="288"/>
          </a:xfrm>
        </p:grpSpPr>
        <p:sp>
          <p:nvSpPr>
            <p:cNvPr id="38953" name="AutoShape 14"/>
            <p:cNvSpPr>
              <a:spLocks noChangeArrowheads="1"/>
            </p:cNvSpPr>
            <p:nvPr/>
          </p:nvSpPr>
          <p:spPr bwMode="auto">
            <a:xfrm>
              <a:off x="744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8954" name="AutoShape 15"/>
            <p:cNvSpPr>
              <a:spLocks noChangeArrowheads="1"/>
            </p:cNvSpPr>
            <p:nvPr/>
          </p:nvSpPr>
          <p:spPr bwMode="auto">
            <a:xfrm>
              <a:off x="1512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55" name="AutoShape 16"/>
            <p:cNvSpPr>
              <a:spLocks noChangeArrowheads="1"/>
            </p:cNvSpPr>
            <p:nvPr/>
          </p:nvSpPr>
          <p:spPr bwMode="auto">
            <a:xfrm>
              <a:off x="2280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56" name="AutoShape 17"/>
            <p:cNvSpPr>
              <a:spLocks noChangeArrowheads="1"/>
            </p:cNvSpPr>
            <p:nvPr/>
          </p:nvSpPr>
          <p:spPr bwMode="auto">
            <a:xfrm>
              <a:off x="3048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57" name="AutoShape 18"/>
            <p:cNvSpPr>
              <a:spLocks noChangeArrowheads="1"/>
            </p:cNvSpPr>
            <p:nvPr/>
          </p:nvSpPr>
          <p:spPr bwMode="auto">
            <a:xfrm>
              <a:off x="3816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8958" name="AutoShape 19"/>
            <p:cNvSpPr>
              <a:spLocks noChangeArrowheads="1"/>
            </p:cNvSpPr>
            <p:nvPr/>
          </p:nvSpPr>
          <p:spPr bwMode="auto">
            <a:xfrm>
              <a:off x="4584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 dirty="0"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38919" name="AutoShape 20"/>
          <p:cNvSpPr>
            <a:spLocks noChangeArrowheads="1"/>
          </p:cNvSpPr>
          <p:nvPr/>
        </p:nvSpPr>
        <p:spPr bwMode="auto">
          <a:xfrm>
            <a:off x="4364038" y="2797175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28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Phase 1</a:t>
            </a:r>
          </a:p>
        </p:txBody>
      </p:sp>
      <p:sp>
        <p:nvSpPr>
          <p:cNvPr id="38920" name="AutoShape 21"/>
          <p:cNvSpPr>
            <a:spLocks noChangeArrowheads="1"/>
          </p:cNvSpPr>
          <p:nvPr/>
        </p:nvSpPr>
        <p:spPr bwMode="auto">
          <a:xfrm>
            <a:off x="4364038" y="51054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28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Phase 2</a:t>
            </a:r>
          </a:p>
        </p:txBody>
      </p:sp>
      <p:grpSp>
        <p:nvGrpSpPr>
          <p:cNvPr id="38921" name="Group 22"/>
          <p:cNvGrpSpPr>
            <a:grpSpLocks/>
          </p:cNvGrpSpPr>
          <p:nvPr/>
        </p:nvGrpSpPr>
        <p:grpSpPr bwMode="auto">
          <a:xfrm>
            <a:off x="649288" y="3476625"/>
            <a:ext cx="7808912" cy="1247775"/>
            <a:chOff x="409" y="2190"/>
            <a:chExt cx="4919" cy="786"/>
          </a:xfrm>
        </p:grpSpPr>
        <p:cxnSp>
          <p:nvCxnSpPr>
            <p:cNvPr id="38923" name="AutoShape 23"/>
            <p:cNvCxnSpPr>
              <a:cxnSpLocks noChangeShapeType="1"/>
              <a:stCxn id="38936" idx="3"/>
              <a:endCxn id="38940" idx="1"/>
            </p:cNvCxnSpPr>
            <p:nvPr/>
          </p:nvCxnSpPr>
          <p:spPr bwMode="auto">
            <a:xfrm>
              <a:off x="4134" y="2334"/>
              <a:ext cx="75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24" name="Rectangle 24"/>
            <p:cNvSpPr>
              <a:spLocks noChangeArrowheads="1"/>
            </p:cNvSpPr>
            <p:nvPr/>
          </p:nvSpPr>
          <p:spPr bwMode="auto">
            <a:xfrm>
              <a:off x="793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25" name="Rectangle 25"/>
            <p:cNvSpPr>
              <a:spLocks noChangeArrowheads="1"/>
            </p:cNvSpPr>
            <p:nvPr/>
          </p:nvSpPr>
          <p:spPr bwMode="auto">
            <a:xfrm>
              <a:off x="1081" y="2688"/>
              <a:ext cx="288" cy="288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26" name="Rectangle 26"/>
            <p:cNvSpPr>
              <a:spLocks noChangeArrowheads="1"/>
            </p:cNvSpPr>
            <p:nvPr/>
          </p:nvSpPr>
          <p:spPr bwMode="auto">
            <a:xfrm>
              <a:off x="1369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27" name="Rectangle 27"/>
            <p:cNvSpPr>
              <a:spLocks noChangeArrowheads="1"/>
            </p:cNvSpPr>
            <p:nvPr/>
          </p:nvSpPr>
          <p:spPr bwMode="auto">
            <a:xfrm>
              <a:off x="1657" y="2688"/>
              <a:ext cx="288" cy="288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928" name="Rectangle 28"/>
            <p:cNvSpPr>
              <a:spLocks noChangeArrowheads="1"/>
            </p:cNvSpPr>
            <p:nvPr/>
          </p:nvSpPr>
          <p:spPr bwMode="auto">
            <a:xfrm>
              <a:off x="1945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8929" name="Rectangle 29"/>
            <p:cNvSpPr>
              <a:spLocks noChangeArrowheads="1"/>
            </p:cNvSpPr>
            <p:nvPr/>
          </p:nvSpPr>
          <p:spPr bwMode="auto">
            <a:xfrm>
              <a:off x="2233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8930" name="Rectangle 30"/>
            <p:cNvSpPr>
              <a:spLocks noChangeArrowheads="1"/>
            </p:cNvSpPr>
            <p:nvPr/>
          </p:nvSpPr>
          <p:spPr bwMode="auto">
            <a:xfrm>
              <a:off x="2521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8931" name="Rectangle 31"/>
            <p:cNvSpPr>
              <a:spLocks noChangeArrowheads="1"/>
            </p:cNvSpPr>
            <p:nvPr/>
          </p:nvSpPr>
          <p:spPr bwMode="auto">
            <a:xfrm>
              <a:off x="2809" y="2688"/>
              <a:ext cx="288" cy="288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59436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8934" name="Text Box 34"/>
            <p:cNvSpPr txBox="1">
              <a:spLocks noChangeArrowheads="1"/>
            </p:cNvSpPr>
            <p:nvPr/>
          </p:nvSpPr>
          <p:spPr bwMode="auto">
            <a:xfrm>
              <a:off x="480" y="268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35" name="AutoShape 35"/>
            <p:cNvSpPr>
              <a:spLocks noChangeArrowheads="1"/>
            </p:cNvSpPr>
            <p:nvPr/>
          </p:nvSpPr>
          <p:spPr bwMode="auto">
            <a:xfrm>
              <a:off x="81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1, </a:t>
              </a:r>
              <a:r>
                <a:rPr lang="en-US" altLang="en-US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8936" name="AutoShape 36"/>
            <p:cNvSpPr>
              <a:spLocks noChangeArrowheads="1"/>
            </p:cNvSpPr>
            <p:nvPr/>
          </p:nvSpPr>
          <p:spPr bwMode="auto">
            <a:xfrm>
              <a:off x="36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37" name="AutoShape 37"/>
            <p:cNvSpPr>
              <a:spLocks noChangeArrowheads="1"/>
            </p:cNvSpPr>
            <p:nvPr/>
          </p:nvSpPr>
          <p:spPr bwMode="auto">
            <a:xfrm>
              <a:off x="42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8938" name="AutoShape 38"/>
            <p:cNvSpPr>
              <a:spLocks noChangeArrowheads="1"/>
            </p:cNvSpPr>
            <p:nvPr/>
          </p:nvSpPr>
          <p:spPr bwMode="auto">
            <a:xfrm>
              <a:off x="2640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39" name="AutoShape 39"/>
            <p:cNvSpPr>
              <a:spLocks noChangeArrowheads="1"/>
            </p:cNvSpPr>
            <p:nvPr/>
          </p:nvSpPr>
          <p:spPr bwMode="auto">
            <a:xfrm>
              <a:off x="201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40" name="AutoShape 40"/>
            <p:cNvSpPr>
              <a:spLocks noChangeArrowheads="1"/>
            </p:cNvSpPr>
            <p:nvPr/>
          </p:nvSpPr>
          <p:spPr bwMode="auto">
            <a:xfrm>
              <a:off x="48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7,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e</a:t>
              </a:r>
            </a:p>
          </p:txBody>
        </p:sp>
        <p:cxnSp>
          <p:nvCxnSpPr>
            <p:cNvPr id="38941" name="AutoShape 41"/>
            <p:cNvCxnSpPr>
              <a:cxnSpLocks noChangeShapeType="1"/>
              <a:stCxn id="38939" idx="3"/>
              <a:endCxn id="38938" idx="1"/>
            </p:cNvCxnSpPr>
            <p:nvPr/>
          </p:nvCxnSpPr>
          <p:spPr bwMode="auto">
            <a:xfrm>
              <a:off x="2454" y="2334"/>
              <a:ext cx="18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42" name="Text Box 42"/>
            <p:cNvSpPr txBox="1">
              <a:spLocks noChangeArrowheads="1"/>
            </p:cNvSpPr>
            <p:nvPr/>
          </p:nvSpPr>
          <p:spPr bwMode="auto">
            <a:xfrm>
              <a:off x="811" y="2718"/>
              <a:ext cx="235" cy="23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8943" name="Text Box 43"/>
            <p:cNvSpPr txBox="1">
              <a:spLocks noChangeArrowheads="1"/>
            </p:cNvSpPr>
            <p:nvPr/>
          </p:nvSpPr>
          <p:spPr bwMode="auto">
            <a:xfrm>
              <a:off x="1389" y="2718"/>
              <a:ext cx="235" cy="23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8944" name="Text Box 44"/>
            <p:cNvSpPr txBox="1">
              <a:spLocks noChangeArrowheads="1"/>
            </p:cNvSpPr>
            <p:nvPr/>
          </p:nvSpPr>
          <p:spPr bwMode="auto">
            <a:xfrm>
              <a:off x="1968" y="2718"/>
              <a:ext cx="235" cy="23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8945" name="Text Box 45"/>
            <p:cNvSpPr txBox="1">
              <a:spLocks noChangeArrowheads="1"/>
            </p:cNvSpPr>
            <p:nvPr/>
          </p:nvSpPr>
          <p:spPr bwMode="auto">
            <a:xfrm>
              <a:off x="2257" y="2718"/>
              <a:ext cx="235" cy="23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8946" name="Text Box 46"/>
            <p:cNvSpPr txBox="1">
              <a:spLocks noChangeArrowheads="1"/>
            </p:cNvSpPr>
            <p:nvPr/>
          </p:nvSpPr>
          <p:spPr bwMode="auto">
            <a:xfrm>
              <a:off x="2547" y="2718"/>
              <a:ext cx="235" cy="23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8949" name="Freeform 49"/>
            <p:cNvSpPr>
              <a:spLocks/>
            </p:cNvSpPr>
            <p:nvPr/>
          </p:nvSpPr>
          <p:spPr bwMode="auto">
            <a:xfrm>
              <a:off x="409" y="2304"/>
              <a:ext cx="815" cy="522"/>
            </a:xfrm>
            <a:custGeom>
              <a:avLst/>
              <a:gdLst>
                <a:gd name="T0" fmla="*/ 815 w 815"/>
                <a:gd name="T1" fmla="*/ 522 h 522"/>
                <a:gd name="T2" fmla="*/ 653 w 815"/>
                <a:gd name="T3" fmla="*/ 288 h 522"/>
                <a:gd name="T4" fmla="*/ 41 w 815"/>
                <a:gd name="T5" fmla="*/ 144 h 522"/>
                <a:gd name="T6" fmla="*/ 407 w 815"/>
                <a:gd name="T7" fmla="*/ 0 h 5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5" h="522">
                  <a:moveTo>
                    <a:pt x="815" y="522"/>
                  </a:moveTo>
                  <a:cubicBezTo>
                    <a:pt x="788" y="484"/>
                    <a:pt x="782" y="351"/>
                    <a:pt x="653" y="288"/>
                  </a:cubicBezTo>
                  <a:cubicBezTo>
                    <a:pt x="524" y="225"/>
                    <a:pt x="82" y="192"/>
                    <a:pt x="41" y="144"/>
                  </a:cubicBezTo>
                  <a:cubicBezTo>
                    <a:pt x="0" y="96"/>
                    <a:pt x="331" y="30"/>
                    <a:pt x="407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8950" name="Freeform 50"/>
            <p:cNvSpPr>
              <a:spLocks/>
            </p:cNvSpPr>
            <p:nvPr/>
          </p:nvSpPr>
          <p:spPr bwMode="auto">
            <a:xfrm>
              <a:off x="1711" y="2322"/>
              <a:ext cx="299" cy="498"/>
            </a:xfrm>
            <a:custGeom>
              <a:avLst/>
              <a:gdLst>
                <a:gd name="T0" fmla="*/ 89 w 299"/>
                <a:gd name="T1" fmla="*/ 498 h 498"/>
                <a:gd name="T2" fmla="*/ 35 w 299"/>
                <a:gd name="T3" fmla="*/ 108 h 498"/>
                <a:gd name="T4" fmla="*/ 299 w 299"/>
                <a:gd name="T5" fmla="*/ 0 h 4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9" h="498">
                  <a:moveTo>
                    <a:pt x="89" y="498"/>
                  </a:moveTo>
                  <a:cubicBezTo>
                    <a:pt x="80" y="433"/>
                    <a:pt x="0" y="191"/>
                    <a:pt x="35" y="108"/>
                  </a:cubicBezTo>
                  <a:cubicBezTo>
                    <a:pt x="70" y="25"/>
                    <a:pt x="244" y="22"/>
                    <a:pt x="299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8951" name="Freeform 51"/>
            <p:cNvSpPr>
              <a:spLocks/>
            </p:cNvSpPr>
            <p:nvPr/>
          </p:nvSpPr>
          <p:spPr bwMode="auto">
            <a:xfrm>
              <a:off x="2958" y="2340"/>
              <a:ext cx="732" cy="486"/>
            </a:xfrm>
            <a:custGeom>
              <a:avLst/>
              <a:gdLst>
                <a:gd name="T0" fmla="*/ 0 w 732"/>
                <a:gd name="T1" fmla="*/ 486 h 486"/>
                <a:gd name="T2" fmla="*/ 78 w 732"/>
                <a:gd name="T3" fmla="*/ 264 h 486"/>
                <a:gd name="T4" fmla="*/ 348 w 732"/>
                <a:gd name="T5" fmla="*/ 96 h 486"/>
                <a:gd name="T6" fmla="*/ 732 w 732"/>
                <a:gd name="T7" fmla="*/ 0 h 4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2" h="486">
                  <a:moveTo>
                    <a:pt x="0" y="486"/>
                  </a:moveTo>
                  <a:cubicBezTo>
                    <a:pt x="12" y="449"/>
                    <a:pt x="20" y="329"/>
                    <a:pt x="78" y="264"/>
                  </a:cubicBezTo>
                  <a:cubicBezTo>
                    <a:pt x="136" y="199"/>
                    <a:pt x="239" y="140"/>
                    <a:pt x="348" y="96"/>
                  </a:cubicBezTo>
                  <a:cubicBezTo>
                    <a:pt x="457" y="52"/>
                    <a:pt x="652" y="20"/>
                    <a:pt x="73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aphicFrame>
        <p:nvGraphicFramePr>
          <p:cNvPr id="38922" name="Object 52"/>
          <p:cNvGraphicFramePr>
            <a:graphicFrameLocks noChangeAspect="1"/>
          </p:cNvGraphicFramePr>
          <p:nvPr/>
        </p:nvGraphicFramePr>
        <p:xfrm>
          <a:off x="6577013" y="130175"/>
          <a:ext cx="2109787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675367" imgH="3934305" progId="MS_ClipArt_Gallery.2">
                  <p:embed/>
                </p:oleObj>
              </mc:Choice>
              <mc:Fallback>
                <p:oleObj name="Clip" r:id="rId3" imgW="4675367" imgH="3934305" progId="MS_ClipArt_Gallery.2">
                  <p:embed/>
                  <p:pic>
                    <p:nvPicPr>
                      <p:cNvPr id="38922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013" y="130175"/>
                        <a:ext cx="2109787" cy="177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F4A6FD-04A7-4EB7-A0BC-4A30C23DDC6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Radix-Sort (4.5.2)</a:t>
            </a:r>
          </a:p>
        </p:txBody>
      </p:sp>
      <p:sp>
        <p:nvSpPr>
          <p:cNvPr id="399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3276600" cy="44196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Radix-sort is a specialization of lexicographic-sort that </a:t>
            </a:r>
            <a:r>
              <a:rPr lang="en-US" altLang="en-US" sz="2000" u="sng" dirty="0"/>
              <a:t>uses bucket-sort</a:t>
            </a:r>
            <a:r>
              <a:rPr lang="en-US" altLang="en-US" sz="2000" dirty="0"/>
              <a:t> as the stable sorting algorithm in each dimension</a:t>
            </a:r>
          </a:p>
          <a:p>
            <a:pPr eaLnBrk="1" hangingPunct="1"/>
            <a:r>
              <a:rPr lang="en-US" altLang="en-US" sz="2000" dirty="0"/>
              <a:t>Radix-sort is applicable to tuples where the keys in each dimension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are integers in the range </a:t>
            </a:r>
            <a:r>
              <a:rPr lang="en-US" altLang="en-US" sz="2000" dirty="0">
                <a:latin typeface="Times New Roman" panose="02020603050405020304" pitchFamily="18" charset="0"/>
              </a:rPr>
              <a:t>[0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 N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</a:p>
          <a:p>
            <a:pPr eaLnBrk="1" hangingPunct="1"/>
            <a:r>
              <a:rPr lang="en-US" altLang="en-US" sz="2000" dirty="0"/>
              <a:t>Radix-sort runs in time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2000" dirty="0">
                <a:latin typeface="Times New Roman" panose="02020603050405020304" pitchFamily="18" charset="0"/>
              </a:rPr>
              <a:t>(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</a:rPr>
              <a:t>+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3962400" y="3124200"/>
            <a:ext cx="5029200" cy="286232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800" noProof="1"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chemeClr val="tx2"/>
                </a:solidFill>
                <a:latin typeface="Consolas" panose="020B0609020204030204" pitchFamily="49" charset="0"/>
              </a:rPr>
              <a:t>radixSort(S, N)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800" noProof="1"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sequence S of d-tuples such		that (0, …, 0)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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(x</a:t>
            </a:r>
            <a:r>
              <a:rPr lang="en-US" altLang="en-US" sz="18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d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, …, x</a:t>
            </a:r>
            <a:r>
              <a:rPr lang="en-US" altLang="en-US" sz="18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) and 			(x</a:t>
            </a:r>
            <a:r>
              <a:rPr lang="en-US" altLang="en-US" sz="18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d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, …, x</a:t>
            </a:r>
            <a:r>
              <a:rPr lang="en-US" altLang="en-US" sz="18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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(N, …, N) for each 			tuple (x</a:t>
            </a:r>
            <a:r>
              <a:rPr lang="en-US" altLang="en-US" sz="18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d-1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, …, x</a:t>
            </a:r>
            <a:r>
              <a:rPr lang="en-US" altLang="en-US" sz="18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) in S </a:t>
            </a:r>
            <a:b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  <a:r>
              <a:rPr lang="en-US" altLang="en-US" sz="1800" noProof="1"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sequence S sorted in					lexicographic order</a:t>
            </a:r>
          </a:p>
          <a:p>
            <a:pPr eaLnBrk="1" hangingPunct="1">
              <a:spcBef>
                <a:spcPts val="0"/>
              </a:spcBef>
              <a:buNone/>
            </a:pPr>
            <a:endParaRPr lang="en-US" altLang="en-US" sz="18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i =</a:t>
            </a:r>
            <a:r>
              <a:rPr lang="en-US" altLang="en-US" sz="1800" noProof="1">
                <a:solidFill>
                  <a:schemeClr val="tx2"/>
                </a:solidFill>
                <a:latin typeface="Consolas" panose="020B0609020204030204" pitchFamily="49" charset="0"/>
              </a:rPr>
              <a:t> 0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to</a:t>
            </a: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d-1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Consolas" panose="020B0609020204030204" pitchFamily="49" charset="0"/>
              </a:rPr>
              <a:t>    bucketSort(S, N, i)</a:t>
            </a:r>
          </a:p>
        </p:txBody>
      </p:sp>
      <p:graphicFrame>
        <p:nvGraphicFramePr>
          <p:cNvPr id="39942" name="Object 5"/>
          <p:cNvGraphicFramePr>
            <a:graphicFrameLocks noChangeAspect="1"/>
          </p:cNvGraphicFramePr>
          <p:nvPr/>
        </p:nvGraphicFramePr>
        <p:xfrm>
          <a:off x="6199188" y="304800"/>
          <a:ext cx="2411412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579545" imgH="4579545" progId="MS_ClipArt_Gallery.5">
                  <p:embed/>
                </p:oleObj>
              </mc:Choice>
              <mc:Fallback>
                <p:oleObj name="Clip" r:id="rId3" imgW="4579545" imgH="4579545" progId="MS_ClipArt_Gallery.5">
                  <p:embed/>
                  <p:pic>
                    <p:nvPicPr>
                      <p:cNvPr id="399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304800"/>
                        <a:ext cx="2411412" cy="241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77DBE8-5D21-4065-B618-18DDC3FF711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48768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Radix-Sort for Binary Numbers</a:t>
            </a:r>
          </a:p>
        </p:txBody>
      </p:sp>
      <p:sp>
        <p:nvSpPr>
          <p:cNvPr id="409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4267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Consider a sequence of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/>
              <a:t>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2400" dirty="0"/>
              <a:t>-bit integers </a:t>
            </a:r>
            <a:br>
              <a:rPr lang="en-US" altLang="en-US" sz="2400" dirty="0"/>
            </a:br>
            <a:r>
              <a:rPr lang="en-US" altLang="en-US" sz="2400" dirty="0"/>
              <a:t>	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=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en-US" sz="2400" b="1" i="1" baseline="-25000" dirty="0" err="1">
                <a:latin typeface="Times New Roman" panose="02020603050405020304" pitchFamily="18" charset="0"/>
              </a:rPr>
              <a:t>b</a:t>
            </a:r>
            <a:r>
              <a:rPr lang="en-US" altLang="en-US" sz="2400" b="1" i="1" baseline="-25000" dirty="0">
                <a:latin typeface="Symbol" panose="05050102010706020507" pitchFamily="18" charset="2"/>
              </a:rPr>
              <a:t> </a:t>
            </a:r>
            <a:r>
              <a:rPr lang="en-US" altLang="en-US" sz="2400" baseline="-25000" dirty="0">
                <a:latin typeface="Symbol" panose="05050102010706020507" pitchFamily="18" charset="2"/>
              </a:rPr>
              <a:t>- 1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 … x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0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represent each element as a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2400" dirty="0"/>
              <a:t>-tuple of integers in the range </a:t>
            </a:r>
            <a:r>
              <a:rPr lang="en-US" altLang="en-US" sz="2400" dirty="0">
                <a:latin typeface="Times New Roman" panose="02020603050405020304" pitchFamily="18" charset="0"/>
              </a:rPr>
              <a:t>[0, 1]</a:t>
            </a:r>
            <a:r>
              <a:rPr lang="en-US" altLang="en-US" sz="2400" dirty="0"/>
              <a:t> and apply radix-sort with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=</a:t>
            </a:r>
            <a:r>
              <a:rPr lang="en-US" altLang="en-US" sz="2400" dirty="0">
                <a:latin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This application of the radix-sort algorithm runs in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bn</a:t>
            </a:r>
            <a:r>
              <a:rPr lang="en-US" altLang="en-US" sz="2400" dirty="0">
                <a:latin typeface="Times New Roman" panose="02020603050405020304" pitchFamily="18" charset="0"/>
              </a:rPr>
              <a:t>) </a:t>
            </a:r>
            <a:r>
              <a:rPr lang="en-US" altLang="en-US" sz="2400" dirty="0"/>
              <a:t>time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For example, we can sort a sequence of 32-bit integers in linear time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4800600" y="2667000"/>
            <a:ext cx="4038600" cy="34163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800" dirty="0">
                <a:latin typeface="Consolas" panose="020B0609020204030204" pitchFamily="49" charset="0"/>
              </a:rPr>
              <a:t> </a:t>
            </a:r>
            <a:r>
              <a:rPr lang="en-US" altLang="en-US" sz="1800" dirty="0">
                <a:solidFill>
                  <a:schemeClr val="tx2"/>
                </a:solidFill>
                <a:latin typeface="Consolas" panose="020B0609020204030204" pitchFamily="49" charset="0"/>
              </a:rPr>
              <a:t>binaryRadixSort(S)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800" dirty="0">
                <a:latin typeface="Consolas" panose="020B0609020204030204" pitchFamily="49" charset="0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sequence S of b-bit</a:t>
            </a:r>
            <a:b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		integers </a:t>
            </a:r>
            <a:b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  <a:r>
              <a:rPr lang="en-US" altLang="en-US" sz="1800" dirty="0">
                <a:latin typeface="Consolas" panose="020B0609020204030204" pitchFamily="49" charset="0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sequence S sorted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8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replace each element x				of S with item (0, x)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8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18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0 </a:t>
            </a:r>
            <a:r>
              <a:rPr lang="en-US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to</a:t>
            </a: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b - 1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  replace the key k of					each item (k, x) of S				with bit x</a:t>
            </a:r>
            <a:r>
              <a:rPr lang="en-US" altLang="en-US" sz="1800" baseline="-25000" dirty="0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of x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800" dirty="0">
                <a:solidFill>
                  <a:schemeClr val="tx2"/>
                </a:solidFill>
                <a:latin typeface="Consolas" panose="020B0609020204030204" pitchFamily="49" charset="0"/>
              </a:rPr>
              <a:t>bucketSort(S, 1)</a:t>
            </a:r>
          </a:p>
        </p:txBody>
      </p:sp>
      <p:graphicFrame>
        <p:nvGraphicFramePr>
          <p:cNvPr id="40966" name="Object 5"/>
          <p:cNvGraphicFramePr>
            <a:graphicFrameLocks noChangeAspect="1"/>
          </p:cNvGraphicFramePr>
          <p:nvPr/>
        </p:nvGraphicFramePr>
        <p:xfrm>
          <a:off x="6019800" y="441325"/>
          <a:ext cx="25146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831818" imgH="1211655" progId="MS_ClipArt_Gallery.5">
                  <p:embed/>
                </p:oleObj>
              </mc:Choice>
              <mc:Fallback>
                <p:oleObj name="Clip" r:id="rId3" imgW="1831818" imgH="1211655" progId="MS_ClipArt_Gallery.5">
                  <p:embed/>
                  <p:pic>
                    <p:nvPicPr>
                      <p:cNvPr id="409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41325"/>
                        <a:ext cx="25146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70445B-586F-4864-8495-4A17D3CE4F2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4198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Sorting a sequence of 4-bit integers</a:t>
            </a:r>
          </a:p>
        </p:txBody>
      </p:sp>
      <p:grpSp>
        <p:nvGrpSpPr>
          <p:cNvPr id="41989" name="Group 4"/>
          <p:cNvGrpSpPr>
            <a:grpSpLocks/>
          </p:cNvGrpSpPr>
          <p:nvPr/>
        </p:nvGrpSpPr>
        <p:grpSpPr bwMode="auto">
          <a:xfrm>
            <a:off x="1066800" y="2438400"/>
            <a:ext cx="685800" cy="3429000"/>
            <a:chOff x="816" y="1488"/>
            <a:chExt cx="432" cy="2160"/>
          </a:xfrm>
        </p:grpSpPr>
        <p:sp>
          <p:nvSpPr>
            <p:cNvPr id="42024" name="AutoShape 6"/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1001</a:t>
              </a:r>
              <a:endParaRPr lang="en-US" altLang="en-US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2025" name="AutoShape 7"/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0010</a:t>
              </a:r>
              <a:endParaRPr lang="en-US" altLang="en-US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2026" name="AutoShape 8"/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1101</a:t>
              </a:r>
              <a:endParaRPr lang="en-US" altLang="en-US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2027" name="AutoShape 9"/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0001</a:t>
              </a:r>
              <a:endParaRPr lang="en-US" altLang="en-US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2028" name="AutoShape 10"/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1110</a:t>
              </a:r>
              <a:endParaRPr lang="en-US" altLang="en-US" sz="2400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990" name="Group 11"/>
          <p:cNvGrpSpPr>
            <a:grpSpLocks/>
          </p:cNvGrpSpPr>
          <p:nvPr/>
        </p:nvGrpSpPr>
        <p:grpSpPr bwMode="auto">
          <a:xfrm>
            <a:off x="2743200" y="2438400"/>
            <a:ext cx="685800" cy="3429000"/>
            <a:chOff x="1728" y="1536"/>
            <a:chExt cx="432" cy="2160"/>
          </a:xfrm>
        </p:grpSpPr>
        <p:sp>
          <p:nvSpPr>
            <p:cNvPr id="42018" name="AutoShape 13"/>
            <p:cNvSpPr>
              <a:spLocks noChangeArrowheads="1"/>
            </p:cNvSpPr>
            <p:nvPr/>
          </p:nvSpPr>
          <p:spPr bwMode="auto">
            <a:xfrm>
              <a:off x="1728" y="153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001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19" name="AutoShape 14"/>
            <p:cNvSpPr>
              <a:spLocks noChangeArrowheads="1"/>
            </p:cNvSpPr>
            <p:nvPr/>
          </p:nvSpPr>
          <p:spPr bwMode="auto">
            <a:xfrm>
              <a:off x="1728" y="200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111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20" name="AutoShape 15"/>
            <p:cNvSpPr>
              <a:spLocks noChangeArrowheads="1"/>
            </p:cNvSpPr>
            <p:nvPr/>
          </p:nvSpPr>
          <p:spPr bwMode="auto">
            <a:xfrm>
              <a:off x="1728" y="247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100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21" name="AutoShape 16"/>
            <p:cNvSpPr>
              <a:spLocks noChangeArrowheads="1"/>
            </p:cNvSpPr>
            <p:nvPr/>
          </p:nvSpPr>
          <p:spPr bwMode="auto">
            <a:xfrm>
              <a:off x="1728" y="294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110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22" name="AutoShape 17"/>
            <p:cNvSpPr>
              <a:spLocks noChangeArrowheads="1"/>
            </p:cNvSpPr>
            <p:nvPr/>
          </p:nvSpPr>
          <p:spPr bwMode="auto">
            <a:xfrm>
              <a:off x="1728" y="340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000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41991" name="Group 18"/>
          <p:cNvGrpSpPr>
            <a:grpSpLocks/>
          </p:cNvGrpSpPr>
          <p:nvPr/>
        </p:nvGrpSpPr>
        <p:grpSpPr bwMode="auto">
          <a:xfrm>
            <a:off x="4419600" y="2438400"/>
            <a:ext cx="685800" cy="3429000"/>
            <a:chOff x="816" y="1488"/>
            <a:chExt cx="432" cy="2160"/>
          </a:xfrm>
        </p:grpSpPr>
        <p:sp>
          <p:nvSpPr>
            <p:cNvPr id="42012" name="AutoShape 20"/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  <a:endParaRPr lang="en-US" altLang="en-US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2013" name="AutoShape 21"/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11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14" name="AutoShape 22"/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00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15" name="AutoShape 23"/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00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16" name="AutoShape 24"/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11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41992" name="Group 25"/>
          <p:cNvGrpSpPr>
            <a:grpSpLocks/>
          </p:cNvGrpSpPr>
          <p:nvPr/>
        </p:nvGrpSpPr>
        <p:grpSpPr bwMode="auto">
          <a:xfrm>
            <a:off x="6096000" y="2438400"/>
            <a:ext cx="685800" cy="3429000"/>
            <a:chOff x="816" y="1488"/>
            <a:chExt cx="432" cy="2160"/>
          </a:xfrm>
        </p:grpSpPr>
        <p:sp>
          <p:nvSpPr>
            <p:cNvPr id="42006" name="AutoShape 27"/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01</a:t>
              </a:r>
              <a:endParaRPr lang="en-US" altLang="en-US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2007" name="AutoShape 28"/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42008" name="AutoShape 29"/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0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2009" name="AutoShape 30"/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42010" name="AutoShape 31"/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41993" name="Group 32"/>
          <p:cNvGrpSpPr>
            <a:grpSpLocks/>
          </p:cNvGrpSpPr>
          <p:nvPr/>
        </p:nvGrpSpPr>
        <p:grpSpPr bwMode="auto">
          <a:xfrm>
            <a:off x="7772400" y="2438400"/>
            <a:ext cx="685800" cy="3429000"/>
            <a:chOff x="816" y="1488"/>
            <a:chExt cx="432" cy="2160"/>
          </a:xfrm>
        </p:grpSpPr>
        <p:sp>
          <p:nvSpPr>
            <p:cNvPr id="42000" name="AutoShape 34"/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001</a:t>
              </a:r>
            </a:p>
          </p:txBody>
        </p:sp>
        <p:sp>
          <p:nvSpPr>
            <p:cNvPr id="42001" name="AutoShape 35"/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010</a:t>
              </a:r>
            </a:p>
          </p:txBody>
        </p:sp>
        <p:sp>
          <p:nvSpPr>
            <p:cNvPr id="42002" name="AutoShape 36"/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001</a:t>
              </a:r>
            </a:p>
          </p:txBody>
        </p:sp>
        <p:sp>
          <p:nvSpPr>
            <p:cNvPr id="42003" name="AutoShape 37"/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42004" name="AutoShape 38"/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110</a:t>
              </a:r>
            </a:p>
          </p:txBody>
        </p:sp>
      </p:grpSp>
      <p:sp>
        <p:nvSpPr>
          <p:cNvPr id="41994" name="AutoShape 39"/>
          <p:cNvSpPr>
            <a:spLocks noChangeArrowheads="1"/>
          </p:cNvSpPr>
          <p:nvPr/>
        </p:nvSpPr>
        <p:spPr bwMode="auto">
          <a:xfrm rot="-5400000">
            <a:off x="20574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1828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2"/>
              </a:solidFill>
            </a:endParaRPr>
          </a:p>
        </p:txBody>
      </p:sp>
      <p:sp>
        <p:nvSpPr>
          <p:cNvPr id="41995" name="AutoShape 40"/>
          <p:cNvSpPr>
            <a:spLocks noChangeArrowheads="1"/>
          </p:cNvSpPr>
          <p:nvPr/>
        </p:nvSpPr>
        <p:spPr bwMode="auto">
          <a:xfrm rot="-5400000">
            <a:off x="37338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1828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2"/>
              </a:solidFill>
            </a:endParaRPr>
          </a:p>
        </p:txBody>
      </p:sp>
      <p:sp>
        <p:nvSpPr>
          <p:cNvPr id="41996" name="AutoShape 41"/>
          <p:cNvSpPr>
            <a:spLocks noChangeArrowheads="1"/>
          </p:cNvSpPr>
          <p:nvPr/>
        </p:nvSpPr>
        <p:spPr bwMode="auto">
          <a:xfrm rot="-5400000">
            <a:off x="54102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1828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2"/>
              </a:solidFill>
            </a:endParaRPr>
          </a:p>
        </p:txBody>
      </p:sp>
      <p:sp>
        <p:nvSpPr>
          <p:cNvPr id="41997" name="AutoShape 42"/>
          <p:cNvSpPr>
            <a:spLocks noChangeArrowheads="1"/>
          </p:cNvSpPr>
          <p:nvPr/>
        </p:nvSpPr>
        <p:spPr bwMode="auto">
          <a:xfrm rot="-5400000">
            <a:off x="70866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1828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2"/>
              </a:solidFill>
            </a:endParaRPr>
          </a:p>
        </p:txBody>
      </p:sp>
      <p:graphicFrame>
        <p:nvGraphicFramePr>
          <p:cNvPr id="41998" name="Object 43"/>
          <p:cNvGraphicFramePr>
            <a:graphicFrameLocks noChangeAspect="1"/>
          </p:cNvGraphicFramePr>
          <p:nvPr/>
        </p:nvGraphicFramePr>
        <p:xfrm>
          <a:off x="7010400" y="304800"/>
          <a:ext cx="1752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831818" imgH="1211655" progId="MS_ClipArt_Gallery.5">
                  <p:embed/>
                </p:oleObj>
              </mc:Choice>
              <mc:Fallback>
                <p:oleObj name="Clip" r:id="rId3" imgW="1831818" imgH="1211655" progId="MS_ClipArt_Gallery.5">
                  <p:embed/>
                  <p:pic>
                    <p:nvPicPr>
                      <p:cNvPr id="4199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04800"/>
                        <a:ext cx="17526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1E6BCA-5CDB-4194-8109-63330A1D083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The Selection Problem</a:t>
            </a:r>
          </a:p>
        </p:txBody>
      </p:sp>
      <p:sp>
        <p:nvSpPr>
          <p:cNvPr id="4301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Given an integer k and n elements x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x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…, </a:t>
            </a:r>
            <a:r>
              <a:rPr lang="en-US" altLang="en-US" sz="2800" dirty="0" err="1"/>
              <a:t>x</a:t>
            </a:r>
            <a:r>
              <a:rPr lang="en-US" altLang="en-US" sz="2800" baseline="-25000" dirty="0" err="1"/>
              <a:t>n</a:t>
            </a:r>
            <a:r>
              <a:rPr lang="en-US" altLang="en-US" sz="2800" dirty="0"/>
              <a:t>, taken from a total order, find the </a:t>
            </a:r>
            <a:r>
              <a:rPr lang="en-US" altLang="en-US" sz="2800" u="sng" dirty="0"/>
              <a:t>k-</a:t>
            </a:r>
            <a:r>
              <a:rPr lang="en-US" altLang="en-US" sz="2800" u="sng" dirty="0" err="1"/>
              <a:t>th</a:t>
            </a:r>
            <a:r>
              <a:rPr lang="en-US" altLang="en-US" sz="2800" u="sng" dirty="0"/>
              <a:t> smallest</a:t>
            </a:r>
            <a:r>
              <a:rPr lang="en-US" altLang="en-US" sz="2800" dirty="0"/>
              <a:t> element in this set.</a:t>
            </a:r>
          </a:p>
          <a:p>
            <a:pPr lvl="1" eaLnBrk="1" hangingPunct="1"/>
            <a:r>
              <a:rPr lang="en-US" altLang="en-US" sz="2400" dirty="0"/>
              <a:t>Smallest, k = 0</a:t>
            </a:r>
          </a:p>
          <a:p>
            <a:pPr eaLnBrk="1" hangingPunct="1"/>
            <a:r>
              <a:rPr lang="en-US" altLang="en-US" sz="2800" dirty="0"/>
              <a:t>Of course, we can sort the set in O(n log n) time and then index the k-</a:t>
            </a:r>
            <a:r>
              <a:rPr lang="en-US" altLang="en-US" sz="2800" dirty="0" err="1"/>
              <a:t>th</a:t>
            </a:r>
            <a:r>
              <a:rPr lang="en-US" altLang="en-US" sz="2800" dirty="0"/>
              <a:t> element.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Can we solve the selection problem faster? Let’s say O(n).</a:t>
            </a:r>
          </a:p>
        </p:txBody>
      </p:sp>
      <p:sp>
        <p:nvSpPr>
          <p:cNvPr id="43013" name="AutoShape 4"/>
          <p:cNvSpPr>
            <a:spLocks noChangeArrowheads="1"/>
          </p:cNvSpPr>
          <p:nvPr/>
        </p:nvSpPr>
        <p:spPr bwMode="auto">
          <a:xfrm>
            <a:off x="3810000" y="4498032"/>
            <a:ext cx="4876800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77 44 99 22 66 </a:t>
            </a:r>
            <a:r>
              <a:rPr lang="en-US" altLang="en-US" sz="2400" b="1" dirty="0">
                <a:sym typeface="Symbol" panose="05050102010706020507" pitchFamily="18" charset="2"/>
              </a:rPr>
              <a:t></a:t>
            </a:r>
            <a:r>
              <a:rPr lang="en-US" altLang="en-US" sz="2400" dirty="0"/>
              <a:t> 22 44 </a:t>
            </a:r>
            <a:r>
              <a:rPr lang="en-US" altLang="en-US" sz="2400" b="1" dirty="0"/>
              <a:t>66</a:t>
            </a:r>
            <a:r>
              <a:rPr lang="en-US" altLang="en-US" sz="2400" dirty="0"/>
              <a:t> 77 99</a:t>
            </a:r>
          </a:p>
        </p:txBody>
      </p:sp>
      <p:sp>
        <p:nvSpPr>
          <p:cNvPr id="43014" name="Text Box 5"/>
          <p:cNvSpPr txBox="1">
            <a:spLocks noChangeArrowheads="1"/>
          </p:cNvSpPr>
          <p:nvPr/>
        </p:nvSpPr>
        <p:spPr bwMode="auto">
          <a:xfrm>
            <a:off x="1039703" y="4495800"/>
            <a:ext cx="26178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k=2 (3</a:t>
            </a:r>
            <a:r>
              <a:rPr lang="en-US" altLang="en-US" sz="2400" baseline="30000" dirty="0"/>
              <a:t>rd</a:t>
            </a:r>
            <a:r>
              <a:rPr lang="en-US" altLang="en-US" sz="2400" dirty="0"/>
              <a:t> smallest)</a:t>
            </a:r>
          </a:p>
        </p:txBody>
      </p:sp>
      <p:graphicFrame>
        <p:nvGraphicFramePr>
          <p:cNvPr id="43015" name="Object 6"/>
          <p:cNvGraphicFramePr>
            <a:graphicFrameLocks noChangeAspect="1"/>
          </p:cNvGraphicFramePr>
          <p:nvPr/>
        </p:nvGraphicFramePr>
        <p:xfrm>
          <a:off x="7302500" y="228600"/>
          <a:ext cx="14525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55822" imgH="2485176" progId="MS_ClipArt_Gallery.5">
                  <p:embed/>
                </p:oleObj>
              </mc:Choice>
              <mc:Fallback>
                <p:oleObj name="Clip" r:id="rId3" imgW="2255822" imgH="2485176" progId="MS_ClipArt_Gallery.5">
                  <p:embed/>
                  <p:pic>
                    <p:nvPicPr>
                      <p:cNvPr id="430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228600"/>
                        <a:ext cx="14525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748EF2-443A-4CD6-81D6-8F1A4FD3D7D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Quick-Select (§ 4.7)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4724400" cy="45720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2"/>
                </a:solidFill>
              </a:rPr>
              <a:t>Quick-select</a:t>
            </a:r>
            <a:r>
              <a:rPr lang="en-US" altLang="en-US" sz="2400" dirty="0"/>
              <a:t> is a </a:t>
            </a:r>
            <a:r>
              <a:rPr lang="en-US" altLang="en-US" sz="2400" b="1" dirty="0"/>
              <a:t>randomized</a:t>
            </a:r>
            <a:r>
              <a:rPr lang="en-US" altLang="en-US" sz="2400" dirty="0"/>
              <a:t> selection algorithm based on the </a:t>
            </a:r>
            <a:r>
              <a:rPr lang="en-US" altLang="en-US" sz="2400" u="sng" dirty="0"/>
              <a:t>prune-and-search</a:t>
            </a:r>
            <a:r>
              <a:rPr lang="en-US" altLang="en-US" sz="2400" dirty="0"/>
              <a:t> paradigm:</a:t>
            </a:r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Prune</a:t>
            </a:r>
            <a:r>
              <a:rPr lang="en-US" altLang="en-US" sz="2000" dirty="0"/>
              <a:t>: pick a random element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000" dirty="0"/>
              <a:t> (called </a:t>
            </a:r>
            <a:r>
              <a:rPr lang="en-US" altLang="en-US" sz="2000" dirty="0">
                <a:solidFill>
                  <a:schemeClr val="tx2"/>
                </a:solidFill>
              </a:rPr>
              <a:t>pivot</a:t>
            </a:r>
            <a:r>
              <a:rPr lang="en-US" altLang="en-US" sz="2000" dirty="0"/>
              <a:t>) and partition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into </a:t>
            </a:r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1800" dirty="0"/>
              <a:t>elements less than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E </a:t>
            </a:r>
            <a:r>
              <a:rPr lang="en-US" altLang="en-US" sz="1800" dirty="0"/>
              <a:t>elements equal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endParaRPr lang="en-US" altLang="en-US" sz="1800" dirty="0"/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G </a:t>
            </a:r>
            <a:r>
              <a:rPr lang="en-US" altLang="en-US" sz="1800" dirty="0"/>
              <a:t>elements greater than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endParaRPr lang="en-US" altLang="en-US" sz="1800" dirty="0"/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Search</a:t>
            </a:r>
            <a:r>
              <a:rPr lang="en-US" altLang="en-US" sz="2000" dirty="0"/>
              <a:t>: depending on k, either answer is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2000" dirty="0"/>
              <a:t>, or we need to </a:t>
            </a:r>
            <a:r>
              <a:rPr lang="en-US" altLang="en-US" sz="2000" dirty="0" err="1"/>
              <a:t>recurse</a:t>
            </a:r>
            <a:r>
              <a:rPr lang="en-US" altLang="en-US" sz="2000" dirty="0"/>
              <a:t> in either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2000" dirty="0"/>
              <a:t>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38" name="Rectangle 5"/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39" name="Rectangle 6"/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0" name="Rectangle 7"/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4041" name="Rectangle 8"/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2" name="Rectangle 9"/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3" name="Rectangle 10"/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4" name="Rectangle 11"/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5" name="Rectangle 12"/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6" name="Rectangle 13"/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44047" name="Group 14"/>
          <p:cNvGrpSpPr>
            <a:grpSpLocks/>
          </p:cNvGrpSpPr>
          <p:nvPr/>
        </p:nvGrpSpPr>
        <p:grpSpPr bwMode="auto">
          <a:xfrm>
            <a:off x="5168900" y="3705225"/>
            <a:ext cx="1054100" cy="457200"/>
            <a:chOff x="3356" y="2304"/>
            <a:chExt cx="664" cy="384"/>
          </a:xfrm>
        </p:grpSpPr>
        <p:sp>
          <p:nvSpPr>
            <p:cNvPr id="44056" name="Rectangle 15"/>
            <p:cNvSpPr>
              <a:spLocks noChangeArrowheads="1"/>
            </p:cNvSpPr>
            <p:nvPr/>
          </p:nvSpPr>
          <p:spPr bwMode="auto">
            <a:xfrm>
              <a:off x="3356" y="2304"/>
              <a:ext cx="144" cy="384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57" name="Rectangle 16"/>
            <p:cNvSpPr>
              <a:spLocks noChangeArrowheads="1"/>
            </p:cNvSpPr>
            <p:nvPr/>
          </p:nvSpPr>
          <p:spPr bwMode="auto">
            <a:xfrm>
              <a:off x="3616" y="2448"/>
              <a:ext cx="144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58" name="Rectangle 17"/>
            <p:cNvSpPr>
              <a:spLocks noChangeArrowheads="1"/>
            </p:cNvSpPr>
            <p:nvPr/>
          </p:nvSpPr>
          <p:spPr bwMode="auto">
            <a:xfrm>
              <a:off x="3876" y="2400"/>
              <a:ext cx="144" cy="288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44048" name="Rectangle 18"/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4049" name="AutoShape 19"/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44050" name="AutoShape 20"/>
          <p:cNvSpPr>
            <a:spLocks/>
          </p:cNvSpPr>
          <p:nvPr/>
        </p:nvSpPr>
        <p:spPr bwMode="auto">
          <a:xfrm rot="-5400000">
            <a:off x="7924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44051" name="AutoShape 21"/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4052" name="Text Box 22"/>
          <p:cNvSpPr txBox="1">
            <a:spLocks noChangeArrowheads="1"/>
          </p:cNvSpPr>
          <p:nvPr/>
        </p:nvSpPr>
        <p:spPr bwMode="auto">
          <a:xfrm>
            <a:off x="5181600" y="4800600"/>
            <a:ext cx="966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k </a:t>
            </a:r>
            <a:r>
              <a:rPr lang="en-US" altLang="en-US" sz="2400" u="sng">
                <a:latin typeface="Times New Roman" panose="02020603050405020304" pitchFamily="18" charset="0"/>
              </a:rPr>
              <a:t>&lt;</a:t>
            </a:r>
            <a:r>
              <a:rPr lang="en-US" altLang="en-US" sz="2400">
                <a:latin typeface="Times New Roman" panose="02020603050405020304" pitchFamily="18" charset="0"/>
              </a:rPr>
              <a:t> |</a:t>
            </a:r>
            <a:r>
              <a:rPr lang="en-US" altLang="en-US" sz="2400" b="1" i="1">
                <a:latin typeface="Times New Roman" panose="02020603050405020304" pitchFamily="18" charset="0"/>
              </a:rPr>
              <a:t>L</a:t>
            </a:r>
            <a:r>
              <a:rPr lang="en-US" altLang="en-US" sz="2400">
                <a:latin typeface="Times New Roman" panose="02020603050405020304" pitchFamily="18" charset="0"/>
              </a:rPr>
              <a:t>|</a:t>
            </a:r>
            <a:endParaRPr lang="en-US" altLang="en-US" sz="2400"/>
          </a:p>
        </p:txBody>
      </p:sp>
      <p:sp>
        <p:nvSpPr>
          <p:cNvPr id="44053" name="Text Box 23"/>
          <p:cNvSpPr txBox="1">
            <a:spLocks noChangeArrowheads="1"/>
          </p:cNvSpPr>
          <p:nvPr/>
        </p:nvSpPr>
        <p:spPr bwMode="auto">
          <a:xfrm>
            <a:off x="5735638" y="5654675"/>
            <a:ext cx="21129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|L| &lt; k </a:t>
            </a:r>
            <a:r>
              <a:rPr lang="en-US" altLang="en-US" sz="2400" u="sng">
                <a:latin typeface="Times New Roman" panose="02020603050405020304" pitchFamily="18" charset="0"/>
              </a:rPr>
              <a:t>&lt;</a:t>
            </a:r>
            <a:r>
              <a:rPr lang="en-US" altLang="en-US" sz="2400">
                <a:latin typeface="Times New Roman" panose="02020603050405020304" pitchFamily="18" charset="0"/>
              </a:rPr>
              <a:t> |</a:t>
            </a:r>
            <a:r>
              <a:rPr lang="en-US" altLang="en-US" sz="2400" b="1" i="1">
                <a:latin typeface="Times New Roman" panose="02020603050405020304" pitchFamily="18" charset="0"/>
              </a:rPr>
              <a:t>L</a:t>
            </a:r>
            <a:r>
              <a:rPr lang="en-US" altLang="en-US" sz="2400">
                <a:latin typeface="Times New Roman" panose="02020603050405020304" pitchFamily="18" charset="0"/>
              </a:rPr>
              <a:t>|+|</a:t>
            </a:r>
            <a:r>
              <a:rPr lang="en-US" altLang="en-US" sz="2400" b="1" i="1">
                <a:latin typeface="Times New Roman" panose="02020603050405020304" pitchFamily="18" charset="0"/>
              </a:rPr>
              <a:t>E|</a:t>
            </a:r>
            <a:endParaRPr lang="en-US" altLang="en-US" sz="24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(done)</a:t>
            </a:r>
            <a:endParaRPr lang="en-US" altLang="en-US" sz="2400"/>
          </a:p>
        </p:txBody>
      </p:sp>
      <p:sp>
        <p:nvSpPr>
          <p:cNvPr id="44054" name="Text Box 24"/>
          <p:cNvSpPr txBox="1">
            <a:spLocks noChangeArrowheads="1"/>
          </p:cNvSpPr>
          <p:nvPr/>
        </p:nvSpPr>
        <p:spPr bwMode="auto">
          <a:xfrm>
            <a:off x="7088188" y="4694238"/>
            <a:ext cx="2079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k </a:t>
            </a:r>
            <a:r>
              <a:rPr lang="en-US" altLang="en-US" sz="2400">
                <a:latin typeface="Times New Roman" panose="02020603050405020304" pitchFamily="18" charset="0"/>
              </a:rPr>
              <a:t>&gt; |</a:t>
            </a:r>
            <a:r>
              <a:rPr lang="en-US" altLang="en-US" sz="2400" b="1" i="1">
                <a:latin typeface="Times New Roman" panose="02020603050405020304" pitchFamily="18" charset="0"/>
              </a:rPr>
              <a:t>L</a:t>
            </a:r>
            <a:r>
              <a:rPr lang="en-US" altLang="en-US" sz="2400">
                <a:latin typeface="Times New Roman" panose="02020603050405020304" pitchFamily="18" charset="0"/>
              </a:rPr>
              <a:t>|+|</a:t>
            </a:r>
            <a:r>
              <a:rPr lang="en-US" altLang="en-US" sz="2400" b="1" i="1">
                <a:latin typeface="Times New Roman" panose="02020603050405020304" pitchFamily="18" charset="0"/>
              </a:rPr>
              <a:t>E|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k’ = k - |L| - |E|</a:t>
            </a:r>
            <a:endParaRPr lang="en-US" altLang="en-US" sz="2400"/>
          </a:p>
        </p:txBody>
      </p:sp>
      <p:sp>
        <p:nvSpPr>
          <p:cNvPr id="44055" name="Line 25"/>
          <p:cNvSpPr>
            <a:spLocks noChangeShapeType="1"/>
          </p:cNvSpPr>
          <p:nvPr/>
        </p:nvSpPr>
        <p:spPr bwMode="auto">
          <a:xfrm flipV="1">
            <a:off x="6858000" y="4876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Quick-Select</a:t>
            </a:r>
          </a:p>
        </p:txBody>
      </p:sp>
      <p:sp>
        <p:nvSpPr>
          <p:cNvPr id="45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905000"/>
            <a:ext cx="7772400" cy="4724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Algorithm QuickSelect (S, left, right, k) </a:t>
            </a:r>
          </a:p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Input: array S, left index, right index, </a:t>
            </a:r>
          </a:p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   target smallest k index.</a:t>
            </a:r>
          </a:p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Output: S[k] where k is pi.</a:t>
            </a:r>
          </a:p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pi = Partition (S, left, right) // pivot index</a:t>
            </a:r>
          </a:p>
          <a:p>
            <a:pPr marL="0" indent="0"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if (k == pi)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return S[k]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else if k &lt; pi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return QuickSelect (S, left, pi-1, k)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else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dirty="0">
                <a:latin typeface="Lucida Console" panose="020B0609040504020204" pitchFamily="49" charset="0"/>
              </a:rPr>
              <a:t>      return QuickSelect (S, pi+1, right, k)</a:t>
            </a:r>
          </a:p>
        </p:txBody>
      </p:sp>
      <p:sp>
        <p:nvSpPr>
          <p:cNvPr id="450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702A80-0740-4E20-B1A2-F8698B9CEEF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graphicFrame>
        <p:nvGraphicFramePr>
          <p:cNvPr id="45061" name="Object 5"/>
          <p:cNvGraphicFramePr>
            <a:graphicFrameLocks noChangeAspect="1"/>
          </p:cNvGraphicFramePr>
          <p:nvPr/>
        </p:nvGraphicFramePr>
        <p:xfrm>
          <a:off x="7597775" y="228600"/>
          <a:ext cx="11652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48828" imgH="1831818" progId="MS_ClipArt_Gallery.5">
                  <p:embed/>
                </p:oleObj>
              </mc:Choice>
              <mc:Fallback>
                <p:oleObj name="Clip" r:id="rId3" imgW="1748828" imgH="1831818" progId="MS_ClipArt_Gallery.5">
                  <p:embed/>
                  <p:pic>
                    <p:nvPicPr>
                      <p:cNvPr id="45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75" y="228600"/>
                        <a:ext cx="11652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Partition</a:t>
            </a:r>
          </a:p>
        </p:txBody>
      </p:sp>
      <p:sp>
        <p:nvSpPr>
          <p:cNvPr id="46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The partition step of Quick-Select is the same partition in Quick-Sort which takes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  <a:r>
              <a:rPr lang="en-US" altLang="en-US" sz="2400" dirty="0"/>
              <a:t> time.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Based on </a:t>
            </a:r>
            <a:r>
              <a:rPr lang="en-US" altLang="en-US" sz="2400" dirty="0">
                <a:solidFill>
                  <a:schemeClr val="tx2"/>
                </a:solidFill>
              </a:rPr>
              <a:t>Probabilistic Facts, </a:t>
            </a:r>
            <a:r>
              <a:rPr lang="en-MY" altLang="en-US" sz="2400" dirty="0"/>
              <a:t>Quick-Select runs in time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  <a:r>
              <a:rPr lang="en-MY" altLang="en-US" sz="2400" dirty="0"/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Quick-Select has the same </a:t>
            </a:r>
            <a:r>
              <a:rPr lang="en-US" altLang="en-US" sz="2400" u="sng" dirty="0"/>
              <a:t>worst case</a:t>
            </a:r>
            <a:r>
              <a:rPr lang="en-US" altLang="en-US" sz="2400" dirty="0"/>
              <a:t> as Quick-Sort which takes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  <a:r>
              <a:rPr lang="en-US" altLang="en-US" sz="2400" dirty="0"/>
              <a:t> time.</a:t>
            </a:r>
          </a:p>
          <a:p>
            <a:pPr eaLnBrk="1" hangingPunct="1">
              <a:spcBef>
                <a:spcPts val="600"/>
              </a:spcBef>
            </a:pPr>
            <a:endParaRPr lang="en-MY" altLang="en-US" sz="2400" dirty="0"/>
          </a:p>
        </p:txBody>
      </p:sp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264AA6-2BD5-4835-BC74-455AB657AA4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7597775" y="228600"/>
          <a:ext cx="11652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48828" imgH="1831818" progId="MS_ClipArt_Gallery.5">
                  <p:embed/>
                </p:oleObj>
              </mc:Choice>
              <mc:Fallback>
                <p:oleObj name="Clip" r:id="rId3" imgW="1748828" imgH="1831818" progId="MS_ClipArt_Gallery.5">
                  <p:embed/>
                  <p:pic>
                    <p:nvPicPr>
                      <p:cNvPr id="46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75" y="228600"/>
                        <a:ext cx="11652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DE6013-9268-4D3D-9D5F-E3741086867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 dirty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Quick-Select Visualization</a:t>
            </a:r>
          </a:p>
        </p:txBody>
      </p:sp>
      <p:sp>
        <p:nvSpPr>
          <p:cNvPr id="471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848600" cy="1981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Find </a:t>
            </a:r>
            <a:r>
              <a:rPr lang="en-US" altLang="en-US" sz="2400" u="sng" dirty="0"/>
              <a:t>5th smallest</a:t>
            </a:r>
            <a:r>
              <a:rPr lang="en-US" altLang="en-US" sz="2400" dirty="0"/>
              <a:t> number, hence </a:t>
            </a:r>
            <a:r>
              <a:rPr lang="en-US" altLang="en-US" sz="2400" u="sng" dirty="0"/>
              <a:t>k = 4</a:t>
            </a:r>
          </a:p>
          <a:p>
            <a:pPr eaLnBrk="1" hangingPunct="1"/>
            <a:r>
              <a:rPr lang="en-US" altLang="en-US" sz="2400" dirty="0"/>
              <a:t>In this example, pivot is always the </a:t>
            </a:r>
            <a:r>
              <a:rPr lang="en-US" altLang="en-US" sz="2400" u="sng" dirty="0"/>
              <a:t>last element</a:t>
            </a:r>
            <a:r>
              <a:rPr lang="en-US" altLang="en-US" sz="2400" dirty="0"/>
              <a:t>.</a:t>
            </a:r>
          </a:p>
        </p:txBody>
      </p:sp>
      <p:sp>
        <p:nvSpPr>
          <p:cNvPr id="47109" name="AutoShape 4"/>
          <p:cNvSpPr>
            <a:spLocks noChangeArrowheads="1"/>
          </p:cNvSpPr>
          <p:nvPr/>
        </p:nvSpPr>
        <p:spPr bwMode="auto">
          <a:xfrm>
            <a:off x="1820882" y="2647474"/>
            <a:ext cx="5413340" cy="44267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S=(77 99 22 66 55 44 11 88 </a:t>
            </a:r>
            <a:r>
              <a:rPr lang="en-US" altLang="en-US" sz="2000" u="sng" dirty="0">
                <a:solidFill>
                  <a:srgbClr val="000000"/>
                </a:solidFill>
              </a:rPr>
              <a:t>33</a:t>
            </a:r>
            <a:r>
              <a:rPr lang="en-US" altLang="en-US" sz="2000" dirty="0"/>
              <a:t>), call partition</a:t>
            </a:r>
            <a:endParaRPr lang="en-US" altLang="en-US" sz="2000" dirty="0">
              <a:solidFill>
                <a:schemeClr val="tx2"/>
              </a:solidFill>
            </a:endParaRPr>
          </a:p>
        </p:txBody>
      </p:sp>
      <p:cxnSp>
        <p:nvCxnSpPr>
          <p:cNvPr id="47110" name="AutoShape 6"/>
          <p:cNvCxnSpPr>
            <a:cxnSpLocks noChangeShapeType="1"/>
            <a:endCxn id="47109" idx="2"/>
          </p:cNvCxnSpPr>
          <p:nvPr/>
        </p:nvCxnSpPr>
        <p:spPr bwMode="auto">
          <a:xfrm flipH="1" flipV="1">
            <a:off x="4527552" y="3090148"/>
            <a:ext cx="6351" cy="26444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1" name="AutoShape 7"/>
          <p:cNvCxnSpPr>
            <a:cxnSpLocks noChangeShapeType="1"/>
          </p:cNvCxnSpPr>
          <p:nvPr/>
        </p:nvCxnSpPr>
        <p:spPr bwMode="auto">
          <a:xfrm flipV="1">
            <a:off x="4514850" y="5126236"/>
            <a:ext cx="190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2" name="AutoShape 8"/>
          <p:cNvCxnSpPr>
            <a:cxnSpLocks noChangeShapeType="1"/>
          </p:cNvCxnSpPr>
          <p:nvPr/>
        </p:nvCxnSpPr>
        <p:spPr bwMode="auto">
          <a:xfrm>
            <a:off x="4533900" y="3754636"/>
            <a:ext cx="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3" name="AutoShape 9"/>
          <p:cNvCxnSpPr>
            <a:cxnSpLocks noChangeShapeType="1"/>
          </p:cNvCxnSpPr>
          <p:nvPr/>
        </p:nvCxnSpPr>
        <p:spPr bwMode="auto">
          <a:xfrm>
            <a:off x="4533900" y="4440436"/>
            <a:ext cx="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563497" y="3333274"/>
            <a:ext cx="7953523" cy="44267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/>
              <a:t>pi=2, S=(</a:t>
            </a:r>
            <a:r>
              <a:rPr lang="en-US" altLang="en-US" sz="2000" strike="sngStrike" dirty="0"/>
              <a:t>22 11 33</a:t>
            </a:r>
            <a:r>
              <a:rPr lang="en-US" altLang="en-US" sz="2000" dirty="0"/>
              <a:t> 77 99 66 55 44 </a:t>
            </a:r>
            <a:r>
              <a:rPr lang="en-US" altLang="en-US" sz="2000" u="sng" dirty="0"/>
              <a:t>88</a:t>
            </a:r>
            <a:r>
              <a:rPr lang="en-US" altLang="en-US" sz="2000" dirty="0"/>
              <a:t>), k&gt;pi, call partition on right</a:t>
            </a:r>
            <a:endParaRPr lang="en-US" altLang="en-US" sz="2000" dirty="0">
              <a:solidFill>
                <a:schemeClr val="tx2"/>
              </a:solidFill>
            </a:endParaRPr>
          </a:p>
        </p:txBody>
      </p:sp>
      <p:sp>
        <p:nvSpPr>
          <p:cNvPr id="17" name="AutoShape 4"/>
          <p:cNvSpPr>
            <a:spLocks noChangeArrowheads="1"/>
          </p:cNvSpPr>
          <p:nvPr/>
        </p:nvSpPr>
        <p:spPr bwMode="auto">
          <a:xfrm>
            <a:off x="653038" y="4019074"/>
            <a:ext cx="7774437" cy="44267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/>
              <a:t>pi=7, S=(</a:t>
            </a:r>
            <a:r>
              <a:rPr lang="en-US" altLang="en-US" sz="2000" strike="sngStrike" dirty="0"/>
              <a:t>22 11 33</a:t>
            </a:r>
            <a:r>
              <a:rPr lang="en-US" altLang="en-US" sz="2000" dirty="0"/>
              <a:t> 77 66 55 </a:t>
            </a:r>
            <a:r>
              <a:rPr lang="en-US" altLang="en-US" sz="2000" u="sng" dirty="0"/>
              <a:t>44</a:t>
            </a:r>
            <a:r>
              <a:rPr lang="en-US" altLang="en-US" sz="2000" dirty="0"/>
              <a:t> </a:t>
            </a:r>
            <a:r>
              <a:rPr lang="en-US" altLang="en-US" sz="2000" strike="sngStrike" dirty="0"/>
              <a:t>88 99</a:t>
            </a:r>
            <a:r>
              <a:rPr lang="en-US" altLang="en-US" sz="2000" dirty="0"/>
              <a:t>), k&lt;pi, call partition on left</a:t>
            </a:r>
            <a:endParaRPr lang="en-US" altLang="en-US" sz="2000" dirty="0">
              <a:solidFill>
                <a:schemeClr val="tx2"/>
              </a:solidFill>
            </a:endParaRPr>
          </a:p>
        </p:txBody>
      </p:sp>
      <p:sp>
        <p:nvSpPr>
          <p:cNvPr id="18" name="AutoShape 4"/>
          <p:cNvSpPr>
            <a:spLocks noChangeArrowheads="1"/>
          </p:cNvSpPr>
          <p:nvPr/>
        </p:nvSpPr>
        <p:spPr bwMode="auto">
          <a:xfrm>
            <a:off x="563492" y="4704874"/>
            <a:ext cx="7953524" cy="44267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/>
              <a:t>pi=3, S=(</a:t>
            </a:r>
            <a:r>
              <a:rPr lang="en-US" altLang="en-US" sz="2000" strike="sngStrike" dirty="0"/>
              <a:t>22 11 33 44</a:t>
            </a:r>
            <a:r>
              <a:rPr lang="en-US" altLang="en-US" sz="2000" dirty="0"/>
              <a:t> 77 66 </a:t>
            </a:r>
            <a:r>
              <a:rPr lang="en-US" altLang="en-US" sz="2000" u="sng" dirty="0"/>
              <a:t>55</a:t>
            </a:r>
            <a:r>
              <a:rPr lang="en-US" altLang="en-US" sz="2000" dirty="0"/>
              <a:t> </a:t>
            </a:r>
            <a:r>
              <a:rPr lang="en-US" altLang="en-US" sz="2000" strike="sngStrike" dirty="0"/>
              <a:t>88 99</a:t>
            </a:r>
            <a:r>
              <a:rPr lang="en-US" altLang="en-US" sz="2000" dirty="0"/>
              <a:t>), k&gt;pi, call partition on right</a:t>
            </a:r>
            <a:endParaRPr lang="en-US" altLang="en-US" sz="2000" dirty="0">
              <a:solidFill>
                <a:schemeClr val="tx2"/>
              </a:solidFill>
            </a:endParaRPr>
          </a:p>
        </p:txBody>
      </p:sp>
      <p:sp>
        <p:nvSpPr>
          <p:cNvPr id="19" name="AutoShape 4"/>
          <p:cNvSpPr>
            <a:spLocks noChangeArrowheads="1"/>
          </p:cNvSpPr>
          <p:nvPr/>
        </p:nvSpPr>
        <p:spPr bwMode="auto">
          <a:xfrm>
            <a:off x="1480697" y="5390674"/>
            <a:ext cx="6119111" cy="44267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/>
              <a:t>pi=4, S=(</a:t>
            </a:r>
            <a:r>
              <a:rPr lang="en-US" altLang="en-US" sz="2000" strike="sngStrike" dirty="0"/>
              <a:t>22 11 33 44</a:t>
            </a:r>
            <a:r>
              <a:rPr lang="en-US" altLang="en-US" sz="2000" dirty="0"/>
              <a:t> </a:t>
            </a:r>
            <a:r>
              <a:rPr lang="en-US" altLang="en-US" sz="2000" b="1" dirty="0"/>
              <a:t>55</a:t>
            </a:r>
            <a:r>
              <a:rPr lang="en-US" altLang="en-US" sz="2000" dirty="0"/>
              <a:t> </a:t>
            </a:r>
            <a:r>
              <a:rPr lang="en-US" altLang="en-US" sz="2000" strike="sngStrike" dirty="0"/>
              <a:t>77 66 88 99</a:t>
            </a:r>
            <a:r>
              <a:rPr lang="en-US" altLang="en-US" sz="2000" dirty="0"/>
              <a:t>), k=pi, stop</a:t>
            </a:r>
            <a:endParaRPr lang="en-US" altLang="en-US" sz="2000" dirty="0">
              <a:solidFill>
                <a:schemeClr val="tx2"/>
              </a:solidFill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3267347" y="6042422"/>
            <a:ext cx="2603788" cy="51077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400" dirty="0"/>
              <a:t>5th smallest = 55</a:t>
            </a:r>
            <a:endParaRPr lang="en-US" altLang="en-US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C0C0C0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8898</TotalTime>
  <Words>3004</Words>
  <Application>Microsoft Office PowerPoint</Application>
  <PresentationFormat>On-screen Show (4:3)</PresentationFormat>
  <Paragraphs>500</Paragraphs>
  <Slides>36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Consolas</vt:lpstr>
      <vt:lpstr>Lucida Console</vt:lpstr>
      <vt:lpstr>Symbol</vt:lpstr>
      <vt:lpstr>Tahoma</vt:lpstr>
      <vt:lpstr>Times New Roman</vt:lpstr>
      <vt:lpstr>Wingdings</vt:lpstr>
      <vt:lpstr>Blueprint</vt:lpstr>
      <vt:lpstr>Clip</vt:lpstr>
      <vt:lpstr>Lecture 06 Sorting and Selection Algorithms</vt:lpstr>
      <vt:lpstr>Learning Outcome</vt:lpstr>
      <vt:lpstr>In-Place Algorithms</vt:lpstr>
      <vt:lpstr>Merge-Sort</vt:lpstr>
      <vt:lpstr>Merge-Sort (cont.)</vt:lpstr>
      <vt:lpstr>Algorithm Merge-Sort</vt:lpstr>
      <vt:lpstr>Merging Two Sorted Sequences</vt:lpstr>
      <vt:lpstr>Merging Two Sorted Sequences (cont.)</vt:lpstr>
      <vt:lpstr>Merge-Sort Tree</vt:lpstr>
      <vt:lpstr>Merge-Sort Tree Example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Merge-Sort Tree Example (cont.)</vt:lpstr>
      <vt:lpstr>Array Output</vt:lpstr>
      <vt:lpstr>Analysis of Merge-Sort</vt:lpstr>
      <vt:lpstr>Summary of Sorting Algorithms</vt:lpstr>
      <vt:lpstr>Bucket-Sort and Radix-Sort</vt:lpstr>
      <vt:lpstr>Bucket-Sort (4.5.1)</vt:lpstr>
      <vt:lpstr>Example</vt:lpstr>
      <vt:lpstr>Radix-Sort (4.5.2)</vt:lpstr>
      <vt:lpstr>Radix-Sort for Binary Numbers</vt:lpstr>
      <vt:lpstr>Example</vt:lpstr>
      <vt:lpstr>The Selection Problem</vt:lpstr>
      <vt:lpstr>Quick-Select (§ 4.7)</vt:lpstr>
      <vt:lpstr>Algorithm Quick-Select</vt:lpstr>
      <vt:lpstr>Partition</vt:lpstr>
      <vt:lpstr>Quick-Select Visualization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Sorting and Selection Algorithms</dc:title>
  <dc:creator>Roberto Tamassia</dc:creator>
  <cp:lastModifiedBy>Neoh Kee Lin</cp:lastModifiedBy>
  <cp:revision>1191</cp:revision>
  <cp:lastPrinted>2002-04-09T17:11:12Z</cp:lastPrinted>
  <dcterms:created xsi:type="dcterms:W3CDTF">2002-01-21T02:22:10Z</dcterms:created>
  <dcterms:modified xsi:type="dcterms:W3CDTF">2025-01-05T11:19:13Z</dcterms:modified>
</cp:coreProperties>
</file>