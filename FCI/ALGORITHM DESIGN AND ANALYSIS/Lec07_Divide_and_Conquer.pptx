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6"/>
  </p:notesMasterIdLst>
  <p:handoutMasterIdLst>
    <p:handoutMasterId r:id="rId27"/>
  </p:handoutMasterIdLst>
  <p:sldIdLst>
    <p:sldId id="392" r:id="rId2"/>
    <p:sldId id="393" r:id="rId3"/>
    <p:sldId id="444" r:id="rId4"/>
    <p:sldId id="386" r:id="rId5"/>
    <p:sldId id="395" r:id="rId6"/>
    <p:sldId id="396" r:id="rId7"/>
    <p:sldId id="397" r:id="rId8"/>
    <p:sldId id="400" r:id="rId9"/>
    <p:sldId id="401" r:id="rId10"/>
    <p:sldId id="402" r:id="rId11"/>
    <p:sldId id="403" r:id="rId12"/>
    <p:sldId id="404" r:id="rId13"/>
    <p:sldId id="405" r:id="rId14"/>
    <p:sldId id="406" r:id="rId15"/>
    <p:sldId id="407" r:id="rId16"/>
    <p:sldId id="437" r:id="rId17"/>
    <p:sldId id="411" r:id="rId18"/>
    <p:sldId id="412" r:id="rId19"/>
    <p:sldId id="438" r:id="rId20"/>
    <p:sldId id="413" r:id="rId21"/>
    <p:sldId id="440" r:id="rId22"/>
    <p:sldId id="441" r:id="rId23"/>
    <p:sldId id="442" r:id="rId24"/>
    <p:sldId id="426" r:id="rId2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74F6"/>
    <a:srgbClr val="6289F8"/>
    <a:srgbClr val="8097F8"/>
    <a:srgbClr val="2C61F6"/>
    <a:srgbClr val="F8F0D0"/>
    <a:srgbClr val="F2E4AA"/>
    <a:srgbClr val="0000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>
      <p:cViewPr varScale="1">
        <p:scale>
          <a:sx n="82" d="100"/>
          <a:sy n="82" d="100"/>
        </p:scale>
        <p:origin x="127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oh Kee Lin" userId="9e68bd29-1eeb-4ae3-beb9-48fd59e465e5" providerId="ADAL" clId="{7F182AD0-9293-4E51-A710-DF77BA2AA1F2}"/>
    <pc:docChg chg="modSld">
      <pc:chgData name="Neoh Kee Lin" userId="9e68bd29-1eeb-4ae3-beb9-48fd59e465e5" providerId="ADAL" clId="{7F182AD0-9293-4E51-A710-DF77BA2AA1F2}" dt="2023-01-11T11:32:19.850" v="13" actId="14100"/>
      <pc:docMkLst>
        <pc:docMk/>
      </pc:docMkLst>
      <pc:sldChg chg="modSp mod">
        <pc:chgData name="Neoh Kee Lin" userId="9e68bd29-1eeb-4ae3-beb9-48fd59e465e5" providerId="ADAL" clId="{7F182AD0-9293-4E51-A710-DF77BA2AA1F2}" dt="2023-01-05T18:24:58.829" v="9" actId="20577"/>
        <pc:sldMkLst>
          <pc:docMk/>
          <pc:sldMk cId="0" sldId="396"/>
        </pc:sldMkLst>
      </pc:sldChg>
      <pc:sldChg chg="modSp mod">
        <pc:chgData name="Neoh Kee Lin" userId="9e68bd29-1eeb-4ae3-beb9-48fd59e465e5" providerId="ADAL" clId="{7F182AD0-9293-4E51-A710-DF77BA2AA1F2}" dt="2023-01-05T18:26:32.221" v="10" actId="20577"/>
        <pc:sldMkLst>
          <pc:docMk/>
          <pc:sldMk cId="0" sldId="397"/>
        </pc:sldMkLst>
      </pc:sldChg>
      <pc:sldChg chg="modSp mod">
        <pc:chgData name="Neoh Kee Lin" userId="9e68bd29-1eeb-4ae3-beb9-48fd59e465e5" providerId="ADAL" clId="{7F182AD0-9293-4E51-A710-DF77BA2AA1F2}" dt="2023-01-11T11:32:19.850" v="13" actId="14100"/>
        <pc:sldMkLst>
          <pc:docMk/>
          <pc:sldMk cId="0" sldId="412"/>
        </pc:sldMkLst>
      </pc:sldChg>
    </pc:docChg>
  </pc:docChgLst>
  <pc:docChgLst>
    <pc:chgData name="Neoh Kee Lin" userId="9e68bd29-1eeb-4ae3-beb9-48fd59e465e5" providerId="ADAL" clId="{28F08F9E-B3A8-452E-8137-D148A3D4A79D}"/>
    <pc:docChg chg="undo custSel addSld delSld modSld">
      <pc:chgData name="Neoh Kee Lin" userId="9e68bd29-1eeb-4ae3-beb9-48fd59e465e5" providerId="ADAL" clId="{28F08F9E-B3A8-452E-8137-D148A3D4A79D}" dt="2022-12-22T16:22:07.859" v="345" actId="115"/>
      <pc:docMkLst>
        <pc:docMk/>
      </pc:docMkLst>
      <pc:sldChg chg="modSp mod">
        <pc:chgData name="Neoh Kee Lin" userId="9e68bd29-1eeb-4ae3-beb9-48fd59e465e5" providerId="ADAL" clId="{28F08F9E-B3A8-452E-8137-D148A3D4A79D}" dt="2022-12-22T16:18:39.313" v="313" actId="948"/>
        <pc:sldMkLst>
          <pc:docMk/>
          <pc:sldMk cId="0" sldId="392"/>
        </pc:sldMkLst>
      </pc:sldChg>
      <pc:sldChg chg="modSp mod">
        <pc:chgData name="Neoh Kee Lin" userId="9e68bd29-1eeb-4ae3-beb9-48fd59e465e5" providerId="ADAL" clId="{28F08F9E-B3A8-452E-8137-D148A3D4A79D}" dt="2022-12-22T15:36:52.557" v="0" actId="948"/>
        <pc:sldMkLst>
          <pc:docMk/>
          <pc:sldMk cId="0" sldId="394"/>
        </pc:sldMkLst>
      </pc:sldChg>
      <pc:sldChg chg="modSp mod">
        <pc:chgData name="Neoh Kee Lin" userId="9e68bd29-1eeb-4ae3-beb9-48fd59e465e5" providerId="ADAL" clId="{28F08F9E-B3A8-452E-8137-D148A3D4A79D}" dt="2022-12-22T16:02:06.047" v="205" actId="1036"/>
        <pc:sldMkLst>
          <pc:docMk/>
          <pc:sldMk cId="0" sldId="395"/>
        </pc:sldMkLst>
      </pc:sldChg>
      <pc:sldChg chg="modSp mod">
        <pc:chgData name="Neoh Kee Lin" userId="9e68bd29-1eeb-4ae3-beb9-48fd59e465e5" providerId="ADAL" clId="{28F08F9E-B3A8-452E-8137-D148A3D4A79D}" dt="2022-12-22T16:10:11.955" v="253" actId="2711"/>
        <pc:sldMkLst>
          <pc:docMk/>
          <pc:sldMk cId="0" sldId="413"/>
        </pc:sldMkLst>
      </pc:sldChg>
      <pc:sldChg chg="modSp del mod">
        <pc:chgData name="Neoh Kee Lin" userId="9e68bd29-1eeb-4ae3-beb9-48fd59e465e5" providerId="ADAL" clId="{28F08F9E-B3A8-452E-8137-D148A3D4A79D}" dt="2022-12-22T16:21:55.318" v="342" actId="47"/>
        <pc:sldMkLst>
          <pc:docMk/>
          <pc:sldMk cId="0" sldId="425"/>
        </pc:sldMkLst>
      </pc:sldChg>
      <pc:sldChg chg="modSp mod">
        <pc:chgData name="Neoh Kee Lin" userId="9e68bd29-1eeb-4ae3-beb9-48fd59e465e5" providerId="ADAL" clId="{28F08F9E-B3A8-452E-8137-D148A3D4A79D}" dt="2022-12-22T16:06:09.576" v="219" actId="33524"/>
        <pc:sldMkLst>
          <pc:docMk/>
          <pc:sldMk cId="0" sldId="426"/>
        </pc:sldMkLst>
      </pc:sldChg>
      <pc:sldChg chg="addSp modSp mod">
        <pc:chgData name="Neoh Kee Lin" userId="9e68bd29-1eeb-4ae3-beb9-48fd59e465e5" providerId="ADAL" clId="{28F08F9E-B3A8-452E-8137-D148A3D4A79D}" dt="2022-12-22T16:16:32.137" v="312" actId="14100"/>
        <pc:sldMkLst>
          <pc:docMk/>
          <pc:sldMk cId="183133115" sldId="438"/>
        </pc:sldMkLst>
      </pc:sldChg>
      <pc:sldChg chg="modSp mod">
        <pc:chgData name="Neoh Kee Lin" userId="9e68bd29-1eeb-4ae3-beb9-48fd59e465e5" providerId="ADAL" clId="{28F08F9E-B3A8-452E-8137-D148A3D4A79D}" dt="2022-12-22T16:06:49.889" v="225" actId="6549"/>
        <pc:sldMkLst>
          <pc:docMk/>
          <pc:sldMk cId="807177421" sldId="440"/>
        </pc:sldMkLst>
      </pc:sldChg>
      <pc:sldChg chg="modSp mod">
        <pc:chgData name="Neoh Kee Lin" userId="9e68bd29-1eeb-4ae3-beb9-48fd59e465e5" providerId="ADAL" clId="{28F08F9E-B3A8-452E-8137-D148A3D4A79D}" dt="2022-12-22T16:06:40.830" v="222" actId="20577"/>
        <pc:sldMkLst>
          <pc:docMk/>
          <pc:sldMk cId="3351317065" sldId="441"/>
        </pc:sldMkLst>
      </pc:sldChg>
      <pc:sldChg chg="modSp mod">
        <pc:chgData name="Neoh Kee Lin" userId="9e68bd29-1eeb-4ae3-beb9-48fd59e465e5" providerId="ADAL" clId="{28F08F9E-B3A8-452E-8137-D148A3D4A79D}" dt="2022-12-22T16:06:31.463" v="221" actId="14100"/>
        <pc:sldMkLst>
          <pc:docMk/>
          <pc:sldMk cId="254345153" sldId="442"/>
        </pc:sldMkLst>
      </pc:sldChg>
      <pc:sldChg chg="modSp add del mod">
        <pc:chgData name="Neoh Kee Lin" userId="9e68bd29-1eeb-4ae3-beb9-48fd59e465e5" providerId="ADAL" clId="{28F08F9E-B3A8-452E-8137-D148A3D4A79D}" dt="2022-12-22T16:21:49.730" v="341" actId="47"/>
        <pc:sldMkLst>
          <pc:docMk/>
          <pc:sldMk cId="3930225401" sldId="443"/>
        </pc:sldMkLst>
      </pc:sldChg>
      <pc:sldChg chg="modSp add mod">
        <pc:chgData name="Neoh Kee Lin" userId="9e68bd29-1eeb-4ae3-beb9-48fd59e465e5" providerId="ADAL" clId="{28F08F9E-B3A8-452E-8137-D148A3D4A79D}" dt="2022-12-22T16:22:07.859" v="345" actId="115"/>
        <pc:sldMkLst>
          <pc:docMk/>
          <pc:sldMk cId="3558421842" sldId="444"/>
        </pc:sldMkLst>
      </pc:sldChg>
    </pc:docChg>
  </pc:docChgLst>
  <pc:docChgLst>
    <pc:chgData name="Neoh Kee Lin" userId="9e68bd29-1eeb-4ae3-beb9-48fd59e465e5" providerId="ADAL" clId="{426A0454-54E2-48C3-B6AD-821558667A99}"/>
    <pc:docChg chg="undo custSel delSld modSld">
      <pc:chgData name="Neoh Kee Lin" userId="9e68bd29-1eeb-4ae3-beb9-48fd59e465e5" providerId="ADAL" clId="{426A0454-54E2-48C3-B6AD-821558667A99}" dt="2025-01-03T15:06:59.939" v="135" actId="20577"/>
      <pc:docMkLst>
        <pc:docMk/>
      </pc:docMkLst>
      <pc:sldChg chg="addSp delSp modSp mod">
        <pc:chgData name="Neoh Kee Lin" userId="9e68bd29-1eeb-4ae3-beb9-48fd59e465e5" providerId="ADAL" clId="{426A0454-54E2-48C3-B6AD-821558667A99}" dt="2025-01-03T15:06:59.939" v="135" actId="20577"/>
        <pc:sldMkLst>
          <pc:docMk/>
          <pc:sldMk cId="0" sldId="386"/>
        </pc:sldMkLst>
        <pc:spChg chg="add mod">
          <ac:chgData name="Neoh Kee Lin" userId="9e68bd29-1eeb-4ae3-beb9-48fd59e465e5" providerId="ADAL" clId="{426A0454-54E2-48C3-B6AD-821558667A99}" dt="2025-01-03T15:06:59.939" v="135" actId="20577"/>
          <ac:spMkLst>
            <pc:docMk/>
            <pc:sldMk cId="0" sldId="386"/>
            <ac:spMk id="2" creationId="{06E959FF-5626-1A81-2704-67165B66391E}"/>
          </ac:spMkLst>
        </pc:spChg>
        <pc:spChg chg="mod">
          <ac:chgData name="Neoh Kee Lin" userId="9e68bd29-1eeb-4ae3-beb9-48fd59e465e5" providerId="ADAL" clId="{426A0454-54E2-48C3-B6AD-821558667A99}" dt="2024-12-26T10:13:58.753" v="82" actId="1037"/>
          <ac:spMkLst>
            <pc:docMk/>
            <pc:sldMk cId="0" sldId="386"/>
            <ac:spMk id="21508" creationId="{00000000-0000-0000-0000-000000000000}"/>
          </ac:spMkLst>
        </pc:spChg>
      </pc:sldChg>
      <pc:sldChg chg="del">
        <pc:chgData name="Neoh Kee Lin" userId="9e68bd29-1eeb-4ae3-beb9-48fd59e465e5" providerId="ADAL" clId="{426A0454-54E2-48C3-B6AD-821558667A99}" dt="2024-12-23T02:02:03.040" v="43" actId="47"/>
        <pc:sldMkLst>
          <pc:docMk/>
          <pc:sldMk cId="0" sldId="394"/>
        </pc:sldMkLst>
      </pc:sldChg>
      <pc:sldChg chg="modSp mod">
        <pc:chgData name="Neoh Kee Lin" userId="9e68bd29-1eeb-4ae3-beb9-48fd59e465e5" providerId="ADAL" clId="{426A0454-54E2-48C3-B6AD-821558667A99}" dt="2025-01-03T15:04:16.048" v="130" actId="20577"/>
        <pc:sldMkLst>
          <pc:docMk/>
          <pc:sldMk cId="0" sldId="413"/>
        </pc:sldMkLst>
        <pc:spChg chg="mod">
          <ac:chgData name="Neoh Kee Lin" userId="9e68bd29-1eeb-4ae3-beb9-48fd59e465e5" providerId="ADAL" clId="{426A0454-54E2-48C3-B6AD-821558667A99}" dt="2025-01-03T15:04:16.048" v="130" actId="20577"/>
          <ac:spMkLst>
            <pc:docMk/>
            <pc:sldMk cId="0" sldId="413"/>
            <ac:spMk id="2" creationId="{C27003AB-05D4-1F96-371F-A021CB2AA6E1}"/>
          </ac:spMkLst>
        </pc:spChg>
      </pc:sldChg>
      <pc:sldChg chg="del">
        <pc:chgData name="Neoh Kee Lin" userId="9e68bd29-1eeb-4ae3-beb9-48fd59e465e5" providerId="ADAL" clId="{426A0454-54E2-48C3-B6AD-821558667A99}" dt="2024-12-23T02:04:03.301" v="62" actId="47"/>
        <pc:sldMkLst>
          <pc:docMk/>
          <pc:sldMk cId="2791078942" sldId="428"/>
        </pc:sldMkLst>
      </pc:sldChg>
      <pc:sldChg chg="del">
        <pc:chgData name="Neoh Kee Lin" userId="9e68bd29-1eeb-4ae3-beb9-48fd59e465e5" providerId="ADAL" clId="{426A0454-54E2-48C3-B6AD-821558667A99}" dt="2024-12-23T02:04:03.718" v="63" actId="47"/>
        <pc:sldMkLst>
          <pc:docMk/>
          <pc:sldMk cId="1102199053" sldId="429"/>
        </pc:sldMkLst>
      </pc:sldChg>
      <pc:sldChg chg="del">
        <pc:chgData name="Neoh Kee Lin" userId="9e68bd29-1eeb-4ae3-beb9-48fd59e465e5" providerId="ADAL" clId="{426A0454-54E2-48C3-B6AD-821558667A99}" dt="2024-12-23T02:04:04.069" v="64" actId="47"/>
        <pc:sldMkLst>
          <pc:docMk/>
          <pc:sldMk cId="1009223595" sldId="430"/>
        </pc:sldMkLst>
      </pc:sldChg>
      <pc:sldChg chg="del">
        <pc:chgData name="Neoh Kee Lin" userId="9e68bd29-1eeb-4ae3-beb9-48fd59e465e5" providerId="ADAL" clId="{426A0454-54E2-48C3-B6AD-821558667A99}" dt="2024-12-23T02:04:05.123" v="67" actId="47"/>
        <pc:sldMkLst>
          <pc:docMk/>
          <pc:sldMk cId="904672712" sldId="431"/>
        </pc:sldMkLst>
      </pc:sldChg>
      <pc:sldChg chg="del">
        <pc:chgData name="Neoh Kee Lin" userId="9e68bd29-1eeb-4ae3-beb9-48fd59e465e5" providerId="ADAL" clId="{426A0454-54E2-48C3-B6AD-821558667A99}" dt="2024-12-23T02:04:05.622" v="68" actId="47"/>
        <pc:sldMkLst>
          <pc:docMk/>
          <pc:sldMk cId="685742391" sldId="432"/>
        </pc:sldMkLst>
      </pc:sldChg>
      <pc:sldChg chg="del">
        <pc:chgData name="Neoh Kee Lin" userId="9e68bd29-1eeb-4ae3-beb9-48fd59e465e5" providerId="ADAL" clId="{426A0454-54E2-48C3-B6AD-821558667A99}" dt="2024-12-23T02:04:06.104" v="69" actId="47"/>
        <pc:sldMkLst>
          <pc:docMk/>
          <pc:sldMk cId="302020777" sldId="433"/>
        </pc:sldMkLst>
      </pc:sldChg>
      <pc:sldChg chg="del">
        <pc:chgData name="Neoh Kee Lin" userId="9e68bd29-1eeb-4ae3-beb9-48fd59e465e5" providerId="ADAL" clId="{426A0454-54E2-48C3-B6AD-821558667A99}" dt="2024-12-23T02:04:04.350" v="65" actId="47"/>
        <pc:sldMkLst>
          <pc:docMk/>
          <pc:sldMk cId="217478709" sldId="435"/>
        </pc:sldMkLst>
      </pc:sldChg>
      <pc:sldChg chg="del">
        <pc:chgData name="Neoh Kee Lin" userId="9e68bd29-1eeb-4ae3-beb9-48fd59e465e5" providerId="ADAL" clId="{426A0454-54E2-48C3-B6AD-821558667A99}" dt="2024-12-23T02:04:04.630" v="66" actId="47"/>
        <pc:sldMkLst>
          <pc:docMk/>
          <pc:sldMk cId="3392366213" sldId="436"/>
        </pc:sldMkLst>
      </pc:sldChg>
      <pc:sldChg chg="modSp mod">
        <pc:chgData name="Neoh Kee Lin" userId="9e68bd29-1eeb-4ae3-beb9-48fd59e465e5" providerId="ADAL" clId="{426A0454-54E2-48C3-B6AD-821558667A99}" dt="2024-12-23T02:03:28.554" v="61" actId="313"/>
        <pc:sldMkLst>
          <pc:docMk/>
          <pc:sldMk cId="183133115" sldId="438"/>
        </pc:sldMkLst>
        <pc:spChg chg="mod">
          <ac:chgData name="Neoh Kee Lin" userId="9e68bd29-1eeb-4ae3-beb9-48fd59e465e5" providerId="ADAL" clId="{426A0454-54E2-48C3-B6AD-821558667A99}" dt="2024-12-23T02:03:28.554" v="61" actId="313"/>
          <ac:spMkLst>
            <pc:docMk/>
            <pc:sldMk cId="183133115" sldId="438"/>
            <ac:spMk id="32771" creationId="{00000000-0000-0000-0000-000000000000}"/>
          </ac:spMkLst>
        </pc:spChg>
      </pc:sldChg>
      <pc:sldChg chg="del">
        <pc:chgData name="Neoh Kee Lin" userId="9e68bd29-1eeb-4ae3-beb9-48fd59e465e5" providerId="ADAL" clId="{426A0454-54E2-48C3-B6AD-821558667A99}" dt="2024-12-23T02:04:06.575" v="70" actId="47"/>
        <pc:sldMkLst>
          <pc:docMk/>
          <pc:sldMk cId="3055032700" sldId="439"/>
        </pc:sldMkLst>
      </pc:sldChg>
      <pc:sldChg chg="modSp mod">
        <pc:chgData name="Neoh Kee Lin" userId="9e68bd29-1eeb-4ae3-beb9-48fd59e465e5" providerId="ADAL" clId="{426A0454-54E2-48C3-B6AD-821558667A99}" dt="2024-12-23T02:06:37.744" v="73" actId="20577"/>
        <pc:sldMkLst>
          <pc:docMk/>
          <pc:sldMk cId="254345153" sldId="442"/>
        </pc:sldMkLst>
        <pc:spChg chg="mod">
          <ac:chgData name="Neoh Kee Lin" userId="9e68bd29-1eeb-4ae3-beb9-48fd59e465e5" providerId="ADAL" clId="{426A0454-54E2-48C3-B6AD-821558667A99}" dt="2024-12-23T02:06:37.744" v="73" actId="20577"/>
          <ac:spMkLst>
            <pc:docMk/>
            <pc:sldMk cId="254345153" sldId="442"/>
            <ac:spMk id="44036" creationId="{00000000-0000-0000-0000-000000000000}"/>
          </ac:spMkLst>
        </pc:spChg>
      </pc:sldChg>
      <pc:sldChg chg="modSp mod">
        <pc:chgData name="Neoh Kee Lin" userId="9e68bd29-1eeb-4ae3-beb9-48fd59e465e5" providerId="ADAL" clId="{426A0454-54E2-48C3-B6AD-821558667A99}" dt="2024-12-23T02:01:06.194" v="42" actId="20577"/>
        <pc:sldMkLst>
          <pc:docMk/>
          <pc:sldMk cId="3558421842" sldId="444"/>
        </pc:sldMkLst>
        <pc:spChg chg="mod">
          <ac:chgData name="Neoh Kee Lin" userId="9e68bd29-1eeb-4ae3-beb9-48fd59e465e5" providerId="ADAL" clId="{426A0454-54E2-48C3-B6AD-821558667A99}" dt="2024-12-23T02:01:06.194" v="42" actId="20577"/>
          <ac:spMkLst>
            <pc:docMk/>
            <pc:sldMk cId="3558421842" sldId="444"/>
            <ac:spMk id="16387" creationId="{00000000-0000-0000-0000-000000000000}"/>
          </ac:spMkLst>
        </pc:spChg>
      </pc:sldChg>
    </pc:docChg>
  </pc:docChgLst>
  <pc:docChgLst>
    <pc:chgData name="Neoh Kee Lin" userId="9e68bd29-1eeb-4ae3-beb9-48fd59e465e5" providerId="ADAL" clId="{117AE2F2-A3C5-45C0-B2F8-1601B6BCDDD9}"/>
    <pc:docChg chg="modSld">
      <pc:chgData name="Neoh Kee Lin" userId="9e68bd29-1eeb-4ae3-beb9-48fd59e465e5" providerId="ADAL" clId="{117AE2F2-A3C5-45C0-B2F8-1601B6BCDDD9}" dt="2024-12-05T11:44:55.781" v="15"/>
      <pc:docMkLst>
        <pc:docMk/>
      </pc:docMkLst>
      <pc:sldChg chg="modSp mod">
        <pc:chgData name="Neoh Kee Lin" userId="9e68bd29-1eeb-4ae3-beb9-48fd59e465e5" providerId="ADAL" clId="{117AE2F2-A3C5-45C0-B2F8-1601B6BCDDD9}" dt="2024-11-28T07:16:50.777" v="5" actId="20577"/>
        <pc:sldMkLst>
          <pc:docMk/>
          <pc:sldMk cId="0" sldId="392"/>
        </pc:sldMkLst>
        <pc:spChg chg="mod">
          <ac:chgData name="Neoh Kee Lin" userId="9e68bd29-1eeb-4ae3-beb9-48fd59e465e5" providerId="ADAL" clId="{117AE2F2-A3C5-45C0-B2F8-1601B6BCDDD9}" dt="2024-11-28T07:16:50.777" v="5" actId="20577"/>
          <ac:spMkLst>
            <pc:docMk/>
            <pc:sldMk cId="0" sldId="392"/>
            <ac:spMk id="13315" creationId="{00000000-0000-0000-0000-000000000000}"/>
          </ac:spMkLst>
        </pc:spChg>
      </pc:sldChg>
      <pc:sldChg chg="modSp mod">
        <pc:chgData name="Neoh Kee Lin" userId="9e68bd29-1eeb-4ae3-beb9-48fd59e465e5" providerId="ADAL" clId="{117AE2F2-A3C5-45C0-B2F8-1601B6BCDDD9}" dt="2024-12-05T11:44:55.781" v="15"/>
        <pc:sldMkLst>
          <pc:docMk/>
          <pc:sldMk cId="0" sldId="413"/>
        </pc:sldMkLst>
      </pc:sldChg>
      <pc:sldChg chg="modSp mod">
        <pc:chgData name="Neoh Kee Lin" userId="9e68bd29-1eeb-4ae3-beb9-48fd59e465e5" providerId="ADAL" clId="{117AE2F2-A3C5-45C0-B2F8-1601B6BCDDD9}" dt="2024-12-05T10:19:50.796" v="12" actId="14100"/>
        <pc:sldMkLst>
          <pc:docMk/>
          <pc:sldMk cId="183133115" sldId="438"/>
        </pc:sldMkLst>
        <pc:spChg chg="mod">
          <ac:chgData name="Neoh Kee Lin" userId="9e68bd29-1eeb-4ae3-beb9-48fd59e465e5" providerId="ADAL" clId="{117AE2F2-A3C5-45C0-B2F8-1601B6BCDDD9}" dt="2024-12-05T10:19:50.796" v="12" actId="14100"/>
          <ac:spMkLst>
            <pc:docMk/>
            <pc:sldMk cId="183133115" sldId="438"/>
            <ac:spMk id="32771" creationId="{00000000-0000-0000-0000-000000000000}"/>
          </ac:spMkLst>
        </pc:spChg>
      </pc:sldChg>
      <pc:sldChg chg="modSp mod">
        <pc:chgData name="Neoh Kee Lin" userId="9e68bd29-1eeb-4ae3-beb9-48fd59e465e5" providerId="ADAL" clId="{117AE2F2-A3C5-45C0-B2F8-1601B6BCDDD9}" dt="2024-12-05T10:05:38.228" v="6"/>
        <pc:sldMkLst>
          <pc:docMk/>
          <pc:sldMk cId="3558421842" sldId="444"/>
        </pc:sldMkLst>
        <pc:spChg chg="mod">
          <ac:chgData name="Neoh Kee Lin" userId="9e68bd29-1eeb-4ae3-beb9-48fd59e465e5" providerId="ADAL" clId="{117AE2F2-A3C5-45C0-B2F8-1601B6BCDDD9}" dt="2024-12-05T10:05:38.228" v="6"/>
          <ac:spMkLst>
            <pc:docMk/>
            <pc:sldMk cId="3558421842" sldId="444"/>
            <ac:spMk id="16387" creationId="{00000000-0000-0000-0000-000000000000}"/>
          </ac:spMkLst>
        </pc:spChg>
      </pc:sldChg>
    </pc:docChg>
  </pc:docChgLst>
  <pc:docChgLst>
    <pc:chgData name="Neoh Kee Lin" userId="9e68bd29-1eeb-4ae3-beb9-48fd59e465e5" providerId="ADAL" clId="{9562AFF7-13D1-4AC8-A93E-6F230659E80C}"/>
    <pc:docChg chg="delSld modSld">
      <pc:chgData name="Neoh Kee Lin" userId="9e68bd29-1eeb-4ae3-beb9-48fd59e465e5" providerId="ADAL" clId="{9562AFF7-13D1-4AC8-A93E-6F230659E80C}" dt="2022-11-06T18:44:12.184" v="3" actId="6549"/>
      <pc:docMkLst>
        <pc:docMk/>
      </pc:docMkLst>
      <pc:sldChg chg="modSp mod">
        <pc:chgData name="Neoh Kee Lin" userId="9e68bd29-1eeb-4ae3-beb9-48fd59e465e5" providerId="ADAL" clId="{9562AFF7-13D1-4AC8-A93E-6F230659E80C}" dt="2022-11-06T18:44:12.184" v="3" actId="6549"/>
        <pc:sldMkLst>
          <pc:docMk/>
          <pc:sldMk cId="0" sldId="392"/>
        </pc:sldMkLst>
      </pc:sldChg>
      <pc:sldChg chg="del">
        <pc:chgData name="Neoh Kee Lin" userId="9e68bd29-1eeb-4ae3-beb9-48fd59e465e5" providerId="ADAL" clId="{9562AFF7-13D1-4AC8-A93E-6F230659E80C}" dt="2022-11-06T18:43:57.159" v="1" actId="47"/>
        <pc:sldMkLst>
          <pc:docMk/>
          <pc:sldMk cId="0" sldId="409"/>
        </pc:sldMkLst>
      </pc:sldChg>
      <pc:sldChg chg="del">
        <pc:chgData name="Neoh Kee Lin" userId="9e68bd29-1eeb-4ae3-beb9-48fd59e465e5" providerId="ADAL" clId="{9562AFF7-13D1-4AC8-A93E-6F230659E80C}" dt="2022-11-06T18:44:00.331" v="2" actId="47"/>
        <pc:sldMkLst>
          <pc:docMk/>
          <pc:sldMk cId="0" sldId="410"/>
        </pc:sldMkLst>
      </pc:sldChg>
      <pc:sldChg chg="modSp">
        <pc:chgData name="Neoh Kee Lin" userId="9e68bd29-1eeb-4ae3-beb9-48fd59e465e5" providerId="ADAL" clId="{9562AFF7-13D1-4AC8-A93E-6F230659E80C}" dt="2022-10-23T22:05:52.863" v="0" actId="14100"/>
        <pc:sldMkLst>
          <pc:docMk/>
          <pc:sldMk cId="0" sldId="425"/>
        </pc:sldMkLst>
      </pc:sldChg>
    </pc:docChg>
  </pc:docChgLst>
  <pc:docChgLst>
    <pc:chgData name="Neoh Kee Lin" userId="9e68bd29-1eeb-4ae3-beb9-48fd59e465e5" providerId="ADAL" clId="{B8A20CD4-19CB-430E-AB8E-9D2C804570C4}"/>
    <pc:docChg chg="undo custSel addSld delSld modSld">
      <pc:chgData name="Neoh Kee Lin" userId="9e68bd29-1eeb-4ae3-beb9-48fd59e465e5" providerId="ADAL" clId="{B8A20CD4-19CB-430E-AB8E-9D2C804570C4}" dt="2024-12-06T10:19:38.574" v="67" actId="20577"/>
      <pc:docMkLst>
        <pc:docMk/>
      </pc:docMkLst>
      <pc:sldChg chg="modSp add mod">
        <pc:chgData name="Neoh Kee Lin" userId="9e68bd29-1eeb-4ae3-beb9-48fd59e465e5" providerId="ADAL" clId="{B8A20CD4-19CB-430E-AB8E-9D2C804570C4}" dt="2024-12-06T10:19:38.574" v="67" actId="20577"/>
        <pc:sldMkLst>
          <pc:docMk/>
          <pc:sldMk cId="0" sldId="386"/>
        </pc:sldMkLst>
        <pc:spChg chg="mod">
          <ac:chgData name="Neoh Kee Lin" userId="9e68bd29-1eeb-4ae3-beb9-48fd59e465e5" providerId="ADAL" clId="{B8A20CD4-19CB-430E-AB8E-9D2C804570C4}" dt="2024-12-06T10:19:38.574" v="67" actId="20577"/>
          <ac:spMkLst>
            <pc:docMk/>
            <pc:sldMk cId="0" sldId="386"/>
            <ac:spMk id="21507" creationId="{00000000-0000-0000-0000-000000000000}"/>
          </ac:spMkLst>
        </pc:spChg>
      </pc:sldChg>
      <pc:sldChg chg="addSp delSp modSp mod">
        <pc:chgData name="Neoh Kee Lin" userId="9e68bd29-1eeb-4ae3-beb9-48fd59e465e5" providerId="ADAL" clId="{B8A20CD4-19CB-430E-AB8E-9D2C804570C4}" dt="2024-12-06T10:11:34.595" v="47" actId="14100"/>
        <pc:sldMkLst>
          <pc:docMk/>
          <pc:sldMk cId="0" sldId="413"/>
        </pc:sldMkLst>
        <pc:spChg chg="add mod">
          <ac:chgData name="Neoh Kee Lin" userId="9e68bd29-1eeb-4ae3-beb9-48fd59e465e5" providerId="ADAL" clId="{B8A20CD4-19CB-430E-AB8E-9D2C804570C4}" dt="2024-12-06T10:11:17.014" v="45" actId="1038"/>
          <ac:spMkLst>
            <pc:docMk/>
            <pc:sldMk cId="0" sldId="413"/>
            <ac:spMk id="2" creationId="{C27003AB-05D4-1F96-371F-A021CB2AA6E1}"/>
          </ac:spMkLst>
        </pc:spChg>
        <pc:spChg chg="mod">
          <ac:chgData name="Neoh Kee Lin" userId="9e68bd29-1eeb-4ae3-beb9-48fd59e465e5" providerId="ADAL" clId="{B8A20CD4-19CB-430E-AB8E-9D2C804570C4}" dt="2024-12-06T10:11:34.595" v="47" actId="14100"/>
          <ac:spMkLst>
            <pc:docMk/>
            <pc:sldMk cId="0" sldId="413"/>
            <ac:spMk id="33796" creationId="{00000000-0000-0000-0000-000000000000}"/>
          </ac:spMkLst>
        </pc:spChg>
      </pc:sldChg>
      <pc:sldChg chg="addSp delSp mod">
        <pc:chgData name="Neoh Kee Lin" userId="9e68bd29-1eeb-4ae3-beb9-48fd59e465e5" providerId="ADAL" clId="{B8A20CD4-19CB-430E-AB8E-9D2C804570C4}" dt="2024-12-06T10:17:13.702" v="51" actId="22"/>
        <pc:sldMkLst>
          <pc:docMk/>
          <pc:sldMk cId="3558421842" sldId="444"/>
        </pc:sldMkLst>
      </pc:sldChg>
      <pc:sldChg chg="modSp add del mod">
        <pc:chgData name="Neoh Kee Lin" userId="9e68bd29-1eeb-4ae3-beb9-48fd59e465e5" providerId="ADAL" clId="{B8A20CD4-19CB-430E-AB8E-9D2C804570C4}" dt="2024-12-06T10:18:33.212" v="60" actId="47"/>
        <pc:sldMkLst>
          <pc:docMk/>
          <pc:sldMk cId="1720783178" sldId="445"/>
        </pc:sldMkLst>
      </pc:sldChg>
    </pc:docChg>
  </pc:docChgLst>
  <pc:docChgLst>
    <pc:chgData name="Neoh Kee Lin" userId="9e68bd29-1eeb-4ae3-beb9-48fd59e465e5" providerId="ADAL" clId="{FCDF1CBB-8260-44D4-9524-88371088EC22}"/>
    <pc:docChg chg="modSld">
      <pc:chgData name="Neoh Kee Lin" userId="9e68bd29-1eeb-4ae3-beb9-48fd59e465e5" providerId="ADAL" clId="{FCDF1CBB-8260-44D4-9524-88371088EC22}" dt="2025-01-02T05:27:55.309" v="1" actId="6549"/>
      <pc:docMkLst>
        <pc:docMk/>
      </pc:docMkLst>
      <pc:sldChg chg="modSp mod">
        <pc:chgData name="Neoh Kee Lin" userId="9e68bd29-1eeb-4ae3-beb9-48fd59e465e5" providerId="ADAL" clId="{FCDF1CBB-8260-44D4-9524-88371088EC22}" dt="2025-01-02T05:27:55.309" v="1" actId="6549"/>
        <pc:sldMkLst>
          <pc:docMk/>
          <pc:sldMk cId="0" sldId="392"/>
        </pc:sldMkLst>
        <pc:spChg chg="mod">
          <ac:chgData name="Neoh Kee Lin" userId="9e68bd29-1eeb-4ae3-beb9-48fd59e465e5" providerId="ADAL" clId="{FCDF1CBB-8260-44D4-9524-88371088EC22}" dt="2025-01-02T05:27:55.309" v="1" actId="6549"/>
          <ac:spMkLst>
            <pc:docMk/>
            <pc:sldMk cId="0" sldId="392"/>
            <ac:spMk id="1331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l" defTabSz="966788" eaLnBrk="1" hangingPunct="1">
              <a:defRPr sz="1400"/>
            </a:lvl1pPr>
          </a:lstStyle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/>
            </a:lvl1pPr>
          </a:lstStyle>
          <a:p>
            <a:fld id="{2E71C321-28F5-4E92-A7D1-C1D8834984BD}" type="datetime8">
              <a:rPr lang="en-US" altLang="en-US"/>
              <a:pPr/>
              <a:t>1/3/2025 11:06 PM</a:t>
            </a:fld>
            <a:endParaRPr lang="en-US" alt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400"/>
            </a:lvl1pPr>
          </a:lstStyle>
          <a:p>
            <a:endParaRPr lang="en-US" alt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/>
            </a:lvl1pPr>
          </a:lstStyle>
          <a:p>
            <a:fld id="{13A22838-3C83-4770-A702-0D5B0FEE0A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82691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l" defTabSz="966788" eaLnBrk="1" hangingPunct="1">
              <a:defRPr sz="1400"/>
            </a:lvl1pPr>
          </a:lstStyle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/>
            </a:lvl1pPr>
          </a:lstStyle>
          <a:p>
            <a:fld id="{A6B76E2D-1DC4-4E39-89D8-8951B7B6B2A2}" type="datetime8">
              <a:rPr lang="en-US" altLang="en-US"/>
              <a:pPr/>
              <a:t>1/3/2025 11:06 PM</a:t>
            </a:fld>
            <a:endParaRPr lang="en-US" altLang="en-US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2313"/>
            <a:ext cx="4799012" cy="3598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400"/>
            </a:lvl1pPr>
          </a:lstStyle>
          <a:p>
            <a:endParaRPr lang="en-US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/>
            </a:lvl1pPr>
          </a:lstStyle>
          <a:p>
            <a:fld id="{4CD5B432-8F97-4456-BE03-5ACA35E256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2800399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1525" indent="-296863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87450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62113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36775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939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511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083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55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latin typeface="Tahoma" panose="020B0604030504040204" pitchFamily="34" charset="0"/>
              </a:rPr>
              <a:t>Merge Sort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1525" indent="-296863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87450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62113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36775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939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511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083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55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95DF74D-8266-4B2B-9AC0-03AF9C3C5550}" type="datetime8">
              <a:rPr lang="en-US" altLang="en-US" sz="140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1/3/2025 11:06 PM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460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1525" indent="-296863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87450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62113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36775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939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511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083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55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D9A9BEF-BB2E-4F5C-ACBD-0255E1149CFB}" type="slidenum">
              <a:rPr lang="en-US" altLang="en-US" sz="140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17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460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6329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/>
                <a:endParaRPr lang="en-US" alt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AB0416-A500-464E-8D22-548460610119}" type="datetime8">
              <a:rPr lang="en-US" altLang="en-US"/>
              <a:pPr/>
              <a:t>1/3/2025 11:06 PM</a:t>
            </a:fld>
            <a:endParaRPr lang="en-US" altLang="en-US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135BD9-DDF6-424A-8D44-85B30ABE0F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8396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78B5A22-7361-42B0-9480-512CC9DD364B}" type="datetime8">
              <a:rPr lang="en-US" altLang="en-US"/>
              <a:pPr/>
              <a:t>1/3/2025 11:06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D12F9F-6F0B-4E58-9355-0D56639D7E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820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A1F10C-4C38-4B77-BCE4-74C04DA0218D}" type="datetime8">
              <a:rPr lang="en-US" altLang="en-US"/>
              <a:pPr/>
              <a:t>1/3/2025 11:06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CB04B9-2E2E-4ECF-BD51-5ED7A4962C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6282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DAD7F0A-94C2-4C46-97E4-ED5D245F89C8}" type="datetime8">
              <a:rPr lang="en-US" altLang="en-US"/>
              <a:pPr/>
              <a:t>1/3/2025 11:06 PM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890DB-5108-40D3-BE47-23DD39CBDF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1992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7A339B0-6DEC-4885-8A2B-F31234B1072E}" type="datetime8">
              <a:rPr lang="en-US" altLang="en-US"/>
              <a:pPr/>
              <a:t>1/3/2025 11:06 PM</a:t>
            </a:fld>
            <a:endParaRPr lang="en-US" altLang="en-US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5F44A3-5D0E-454F-AEAE-FE713E6A09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9732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C296DD-9DF7-473D-A997-AC706FD09B71}" type="datetime8">
              <a:rPr lang="en-US" altLang="en-US"/>
              <a:pPr/>
              <a:t>1/3/2025 11:06 PM</a:t>
            </a:fld>
            <a:endParaRPr lang="en-US" altLang="en-US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07CAAE-4287-4769-AA6C-B25102E13A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3723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2676AC-0E4F-4C9D-8691-495BA307F62D}" type="datetime8">
              <a:rPr lang="en-US" altLang="en-US"/>
              <a:pPr/>
              <a:t>1/3/2025 11:06 PM</a:t>
            </a:fld>
            <a:endParaRPr lang="en-US" altLang="en-US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BAA21D-9837-4AA9-A46C-E9D3A1C092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570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03D3EB-22D5-440D-8641-DBC82AC333DE}" type="datetime8">
              <a:rPr lang="en-US" altLang="en-US"/>
              <a:pPr/>
              <a:t>1/3/2025 11:06 PM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AA944D-1C34-412D-BAFC-26CFC85370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8157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0B33BB-69E3-43F0-B80F-9C7FBE73E161}" type="datetime8">
              <a:rPr lang="en-US" altLang="en-US"/>
              <a:pPr/>
              <a:t>1/3/2025 11:06 PM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5CB70C-EDB7-4DA7-8415-787E0404AB7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8515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F6285E0-3B90-4ADC-9AE5-93F149BDA18F}" type="datetime8">
              <a:rPr lang="en-US" altLang="en-US"/>
              <a:pPr/>
              <a:t>1/3/2025 11:06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46E198-DBB3-419D-B20F-E1E1561C6B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8529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DC0B02-D1EF-454E-B7DD-C9B578D8F8C9}" type="datetime8">
              <a:rPr lang="en-US" altLang="en-US"/>
              <a:pPr/>
              <a:t>1/3/2025 11:06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D078BD-B492-4382-9A7A-9B2CDB77E4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8269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fld id="{9668C63E-370E-4D55-AAA6-CCBB59484280}" type="datetime8">
              <a:rPr lang="en-US" altLang="en-US"/>
              <a:pPr/>
              <a:t>1/3/2025 11:06 PM</a:t>
            </a:fld>
            <a:endParaRPr lang="en-US" altLang="en-US"/>
          </a:p>
        </p:txBody>
      </p:sp>
      <p:sp>
        <p:nvSpPr>
          <p:cNvPr id="416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416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C2752DB0-68C7-46BA-918B-8D4B3B96189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6" r:id="rId1"/>
    <p:sldLayoutId id="2147484017" r:id="rId2"/>
    <p:sldLayoutId id="2147484018" r:id="rId3"/>
    <p:sldLayoutId id="2147484019" r:id="rId4"/>
    <p:sldLayoutId id="2147484020" r:id="rId5"/>
    <p:sldLayoutId id="2147484021" r:id="rId6"/>
    <p:sldLayoutId id="2147484022" r:id="rId7"/>
    <p:sldLayoutId id="2147484023" r:id="rId8"/>
    <p:sldLayoutId id="2147484024" r:id="rId9"/>
    <p:sldLayoutId id="2147484025" r:id="rId10"/>
    <p:sldLayoutId id="2147484026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3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6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10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oleObject" Target="../embeddings/oleObject5.bin"/><Relationship Id="rId7" Type="http://schemas.openxmlformats.org/officeDocument/2006/relationships/image" Target="../media/image10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9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oleObject" Target="../embeddings/oleObject5.bin"/><Relationship Id="rId7" Type="http://schemas.openxmlformats.org/officeDocument/2006/relationships/image" Target="../media/image10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9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oleObject" Target="../embeddings/oleObject5.bin"/><Relationship Id="rId7" Type="http://schemas.openxmlformats.org/officeDocument/2006/relationships/image" Target="../media/image10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9" Type="http://schemas.openxmlformats.org/officeDocument/2006/relationships/image" Target="../media/image1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oleObject" Target="../embeddings/oleObject5.bin"/><Relationship Id="rId7" Type="http://schemas.openxmlformats.org/officeDocument/2006/relationships/image" Target="../media/image10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9" Type="http://schemas.openxmlformats.org/officeDocument/2006/relationships/image" Target="../media/image1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oleObject" Target="../embeddings/oleObject5.bin"/><Relationship Id="rId7" Type="http://schemas.openxmlformats.org/officeDocument/2006/relationships/image" Target="../media/image10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9" Type="http://schemas.openxmlformats.org/officeDocument/2006/relationships/image" Target="../media/image15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oleObject" Target="../embeddings/oleObject5.bin"/><Relationship Id="rId7" Type="http://schemas.openxmlformats.org/officeDocument/2006/relationships/image" Target="../media/image10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9" Type="http://schemas.openxmlformats.org/officeDocument/2006/relationships/image" Target="../media/image1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oleObject" Target="../embeddings/oleObject5.bin"/><Relationship Id="rId7" Type="http://schemas.openxmlformats.org/officeDocument/2006/relationships/image" Target="../media/image10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9" Type="http://schemas.openxmlformats.org/officeDocument/2006/relationships/image" Target="../media/image17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oleObject" Target="../embeddings/oleObject5.bin"/><Relationship Id="rId7" Type="http://schemas.openxmlformats.org/officeDocument/2006/relationships/image" Target="../media/image10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9" Type="http://schemas.openxmlformats.org/officeDocument/2006/relationships/image" Target="../media/image18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F1646A-5C76-4BCA-A6F9-01DA50AAA70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447800"/>
          </a:xfrm>
        </p:spPr>
        <p:txBody>
          <a:bodyPr/>
          <a:lstStyle/>
          <a:p>
            <a:pPr eaLnBrk="1" hangingPunct="1"/>
            <a:r>
              <a:rPr lang="en-US" altLang="en-US"/>
              <a:t>Lecture 0</a:t>
            </a:r>
            <a:r>
              <a:rPr lang="en-US" altLang="en-US" dirty="0"/>
              <a:t>7</a:t>
            </a:r>
            <a:r>
              <a:rPr lang="en-US" altLang="en-US"/>
              <a:t> </a:t>
            </a:r>
            <a:r>
              <a:rPr lang="en-US" altLang="en-US" dirty="0"/>
              <a:t>Divide &amp; Conquer</a:t>
            </a:r>
            <a:br>
              <a:rPr lang="en-US" altLang="en-US" dirty="0"/>
            </a:br>
            <a:r>
              <a:rPr lang="en-US" altLang="en-US" sz="3600" dirty="0"/>
              <a:t>Learning Outcome</a:t>
            </a:r>
          </a:p>
        </p:txBody>
      </p:sp>
      <p:sp>
        <p:nvSpPr>
          <p:cNvPr id="1331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2057400"/>
            <a:ext cx="7772400" cy="42672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800" dirty="0"/>
              <a:t>Divide-and-conquer paradigm (5.2)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800" dirty="0"/>
              <a:t>Review Merge-sort (4.1.1)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800" dirty="0"/>
              <a:t>Recurrence Equations (5.2.1)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400" dirty="0"/>
              <a:t>Iterative substitution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400" dirty="0"/>
              <a:t>Recursion trees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400"/>
              <a:t>The Master </a:t>
            </a:r>
            <a:r>
              <a:rPr lang="en-US" altLang="en-US" sz="2400" dirty="0"/>
              <a:t>method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800" dirty="0"/>
              <a:t>Review Quick-sort (4.3)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59C1F4-BFF8-4611-A41F-925A22C5EF8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Divide-and-Conquer</a:t>
            </a:r>
          </a:p>
        </p:txBody>
      </p:sp>
      <p:sp>
        <p:nvSpPr>
          <p:cNvPr id="1434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24000"/>
            <a:ext cx="47244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2"/>
                </a:solidFill>
              </a:rPr>
              <a:t>Divide-and-conquer</a:t>
            </a:r>
            <a:r>
              <a:rPr lang="en-US" altLang="en-US" sz="2400" dirty="0"/>
              <a:t> is a general algorithm design paradigm: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u="sng" dirty="0">
                <a:solidFill>
                  <a:schemeClr val="tx2"/>
                </a:solidFill>
              </a:rPr>
              <a:t>Divide</a:t>
            </a:r>
            <a:r>
              <a:rPr lang="en-US" altLang="en-US" sz="2000" dirty="0"/>
              <a:t>: divide the input data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dirty="0"/>
              <a:t> in two or more disjoint subsets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, 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en-US" sz="2000" dirty="0">
                <a:latin typeface="Times New Roman" panose="02020603050405020304" pitchFamily="18" charset="0"/>
              </a:rPr>
              <a:t>, …</a:t>
            </a: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u="sng" dirty="0">
                <a:solidFill>
                  <a:schemeClr val="tx2"/>
                </a:solidFill>
              </a:rPr>
              <a:t>Recur</a:t>
            </a:r>
            <a:r>
              <a:rPr lang="en-US" altLang="en-US" sz="2000" dirty="0"/>
              <a:t>: solve the subproblems recursively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u="sng" dirty="0">
                <a:solidFill>
                  <a:schemeClr val="tx2"/>
                </a:solidFill>
              </a:rPr>
              <a:t>Conquer</a:t>
            </a:r>
            <a:r>
              <a:rPr lang="en-US" altLang="en-US" sz="2000" dirty="0"/>
              <a:t>: combine the solutions for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,</a:t>
            </a:r>
            <a:r>
              <a:rPr lang="en-US" altLang="en-US" sz="2000" dirty="0"/>
              <a:t>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en-US" sz="2000" dirty="0"/>
              <a:t>, …, into a solution for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The base case for the recursion are subproblems of constant size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Analysis can be done using </a:t>
            </a:r>
            <a:r>
              <a:rPr lang="en-US" altLang="en-US" sz="2400" b="1" dirty="0">
                <a:solidFill>
                  <a:schemeClr val="tx2"/>
                </a:solidFill>
              </a:rPr>
              <a:t>recurrence equations</a:t>
            </a:r>
          </a:p>
        </p:txBody>
      </p:sp>
      <p:grpSp>
        <p:nvGrpSpPr>
          <p:cNvPr id="14341" name="Group 4"/>
          <p:cNvGrpSpPr>
            <a:grpSpLocks/>
          </p:cNvGrpSpPr>
          <p:nvPr/>
        </p:nvGrpSpPr>
        <p:grpSpPr bwMode="auto">
          <a:xfrm>
            <a:off x="5334000" y="2286000"/>
            <a:ext cx="3429000" cy="1676400"/>
            <a:chOff x="3342" y="1584"/>
            <a:chExt cx="1698" cy="816"/>
          </a:xfrm>
        </p:grpSpPr>
        <p:sp>
          <p:nvSpPr>
            <p:cNvPr id="14342" name="Oval 5"/>
            <p:cNvSpPr>
              <a:spLocks noChangeArrowheads="1"/>
            </p:cNvSpPr>
            <p:nvPr/>
          </p:nvSpPr>
          <p:spPr bwMode="auto">
            <a:xfrm>
              <a:off x="4098" y="1584"/>
              <a:ext cx="213" cy="2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cxnSp>
          <p:nvCxnSpPr>
            <p:cNvPr id="14343" name="AutoShape 6"/>
            <p:cNvCxnSpPr>
              <a:cxnSpLocks noChangeShapeType="1"/>
              <a:stCxn id="14347" idx="7"/>
              <a:endCxn id="14342" idx="3"/>
            </p:cNvCxnSpPr>
            <p:nvPr/>
          </p:nvCxnSpPr>
          <p:spPr bwMode="auto">
            <a:xfrm flipV="1">
              <a:off x="3688" y="1772"/>
              <a:ext cx="441" cy="1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44" name="AutoShape 7"/>
            <p:cNvCxnSpPr>
              <a:cxnSpLocks noChangeShapeType="1"/>
              <a:stCxn id="14354" idx="0"/>
              <a:endCxn id="14342" idx="4"/>
            </p:cNvCxnSpPr>
            <p:nvPr/>
          </p:nvCxnSpPr>
          <p:spPr bwMode="auto">
            <a:xfrm flipV="1">
              <a:off x="4198" y="1803"/>
              <a:ext cx="7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45" name="AutoShape 8"/>
            <p:cNvCxnSpPr>
              <a:cxnSpLocks noChangeShapeType="1"/>
              <a:stCxn id="14348" idx="0"/>
              <a:endCxn id="14347" idx="4"/>
            </p:cNvCxnSpPr>
            <p:nvPr/>
          </p:nvCxnSpPr>
          <p:spPr bwMode="auto">
            <a:xfrm flipV="1">
              <a:off x="3611" y="2150"/>
              <a:ext cx="2" cy="9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46" name="AutoShape 9"/>
            <p:cNvCxnSpPr>
              <a:cxnSpLocks noChangeShapeType="1"/>
              <a:stCxn id="14349" idx="0"/>
              <a:endCxn id="14347" idx="3"/>
            </p:cNvCxnSpPr>
            <p:nvPr/>
          </p:nvCxnSpPr>
          <p:spPr bwMode="auto">
            <a:xfrm flipV="1">
              <a:off x="3419" y="2119"/>
              <a:ext cx="118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347" name="Oval 10"/>
            <p:cNvSpPr>
              <a:spLocks noChangeArrowheads="1"/>
            </p:cNvSpPr>
            <p:nvPr/>
          </p:nvSpPr>
          <p:spPr bwMode="auto">
            <a:xfrm>
              <a:off x="3506" y="1931"/>
              <a:ext cx="213" cy="2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4348" name="Rectangle 11"/>
            <p:cNvSpPr>
              <a:spLocks noChangeAspect="1" noChangeArrowheads="1"/>
            </p:cNvSpPr>
            <p:nvPr/>
          </p:nvSpPr>
          <p:spPr bwMode="auto">
            <a:xfrm>
              <a:off x="3534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4349" name="Rectangle 12"/>
            <p:cNvSpPr>
              <a:spLocks noChangeAspect="1" noChangeArrowheads="1"/>
            </p:cNvSpPr>
            <p:nvPr/>
          </p:nvSpPr>
          <p:spPr bwMode="auto">
            <a:xfrm>
              <a:off x="3342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4350" name="Rectangle 13"/>
            <p:cNvSpPr>
              <a:spLocks noChangeAspect="1" noChangeArrowheads="1"/>
            </p:cNvSpPr>
            <p:nvPr/>
          </p:nvSpPr>
          <p:spPr bwMode="auto">
            <a:xfrm>
              <a:off x="3726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cxnSp>
          <p:nvCxnSpPr>
            <p:cNvPr id="14351" name="AutoShape 14"/>
            <p:cNvCxnSpPr>
              <a:cxnSpLocks noChangeShapeType="1"/>
              <a:stCxn id="14350" idx="0"/>
              <a:endCxn id="14347" idx="5"/>
            </p:cNvCxnSpPr>
            <p:nvPr/>
          </p:nvCxnSpPr>
          <p:spPr bwMode="auto">
            <a:xfrm flipH="1" flipV="1">
              <a:off x="3688" y="2119"/>
              <a:ext cx="115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52" name="AutoShape 15"/>
            <p:cNvCxnSpPr>
              <a:cxnSpLocks noChangeShapeType="1"/>
              <a:stCxn id="14355" idx="0"/>
              <a:endCxn id="14354" idx="4"/>
            </p:cNvCxnSpPr>
            <p:nvPr/>
          </p:nvCxnSpPr>
          <p:spPr bwMode="auto">
            <a:xfrm flipV="1">
              <a:off x="4196" y="2150"/>
              <a:ext cx="2" cy="9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53" name="AutoShape 16"/>
            <p:cNvCxnSpPr>
              <a:cxnSpLocks noChangeShapeType="1"/>
              <a:stCxn id="14356" idx="0"/>
              <a:endCxn id="14354" idx="3"/>
            </p:cNvCxnSpPr>
            <p:nvPr/>
          </p:nvCxnSpPr>
          <p:spPr bwMode="auto">
            <a:xfrm flipV="1">
              <a:off x="4004" y="2119"/>
              <a:ext cx="118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354" name="Oval 17"/>
            <p:cNvSpPr>
              <a:spLocks noChangeArrowheads="1"/>
            </p:cNvSpPr>
            <p:nvPr/>
          </p:nvSpPr>
          <p:spPr bwMode="auto">
            <a:xfrm>
              <a:off x="4091" y="1931"/>
              <a:ext cx="213" cy="2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4355" name="Rectangle 18"/>
            <p:cNvSpPr>
              <a:spLocks noChangeAspect="1" noChangeArrowheads="1"/>
            </p:cNvSpPr>
            <p:nvPr/>
          </p:nvSpPr>
          <p:spPr bwMode="auto">
            <a:xfrm>
              <a:off x="4119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4356" name="Rectangle 19"/>
            <p:cNvSpPr>
              <a:spLocks noChangeAspect="1" noChangeArrowheads="1"/>
            </p:cNvSpPr>
            <p:nvPr/>
          </p:nvSpPr>
          <p:spPr bwMode="auto">
            <a:xfrm>
              <a:off x="3927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4357" name="Rectangle 20"/>
            <p:cNvSpPr>
              <a:spLocks noChangeAspect="1" noChangeArrowheads="1"/>
            </p:cNvSpPr>
            <p:nvPr/>
          </p:nvSpPr>
          <p:spPr bwMode="auto">
            <a:xfrm>
              <a:off x="4311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cxnSp>
          <p:nvCxnSpPr>
            <p:cNvPr id="14358" name="AutoShape 21"/>
            <p:cNvCxnSpPr>
              <a:cxnSpLocks noChangeShapeType="1"/>
              <a:stCxn id="14357" idx="0"/>
              <a:endCxn id="14354" idx="5"/>
            </p:cNvCxnSpPr>
            <p:nvPr/>
          </p:nvCxnSpPr>
          <p:spPr bwMode="auto">
            <a:xfrm flipH="1" flipV="1">
              <a:off x="4273" y="2119"/>
              <a:ext cx="115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59" name="AutoShape 22"/>
            <p:cNvCxnSpPr>
              <a:cxnSpLocks noChangeShapeType="1"/>
              <a:stCxn id="14362" idx="0"/>
              <a:endCxn id="14361" idx="4"/>
            </p:cNvCxnSpPr>
            <p:nvPr/>
          </p:nvCxnSpPr>
          <p:spPr bwMode="auto">
            <a:xfrm flipV="1">
              <a:off x="4772" y="2150"/>
              <a:ext cx="2" cy="9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60" name="AutoShape 23"/>
            <p:cNvCxnSpPr>
              <a:cxnSpLocks noChangeShapeType="1"/>
              <a:stCxn id="14363" idx="0"/>
              <a:endCxn id="14361" idx="3"/>
            </p:cNvCxnSpPr>
            <p:nvPr/>
          </p:nvCxnSpPr>
          <p:spPr bwMode="auto">
            <a:xfrm flipV="1">
              <a:off x="4580" y="2119"/>
              <a:ext cx="118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361" name="Oval 24"/>
            <p:cNvSpPr>
              <a:spLocks noChangeArrowheads="1"/>
            </p:cNvSpPr>
            <p:nvPr/>
          </p:nvSpPr>
          <p:spPr bwMode="auto">
            <a:xfrm>
              <a:off x="4667" y="1931"/>
              <a:ext cx="213" cy="2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4362" name="Rectangle 25"/>
            <p:cNvSpPr>
              <a:spLocks noChangeAspect="1" noChangeArrowheads="1"/>
            </p:cNvSpPr>
            <p:nvPr/>
          </p:nvSpPr>
          <p:spPr bwMode="auto">
            <a:xfrm>
              <a:off x="4695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4363" name="Rectangle 26"/>
            <p:cNvSpPr>
              <a:spLocks noChangeAspect="1" noChangeArrowheads="1"/>
            </p:cNvSpPr>
            <p:nvPr/>
          </p:nvSpPr>
          <p:spPr bwMode="auto">
            <a:xfrm>
              <a:off x="4503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4364" name="Rectangle 27"/>
            <p:cNvSpPr>
              <a:spLocks noChangeAspect="1" noChangeArrowheads="1"/>
            </p:cNvSpPr>
            <p:nvPr/>
          </p:nvSpPr>
          <p:spPr bwMode="auto">
            <a:xfrm>
              <a:off x="4887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cxnSp>
          <p:nvCxnSpPr>
            <p:cNvPr id="14365" name="AutoShape 28"/>
            <p:cNvCxnSpPr>
              <a:cxnSpLocks noChangeShapeType="1"/>
              <a:stCxn id="14364" idx="0"/>
              <a:endCxn id="14361" idx="5"/>
            </p:cNvCxnSpPr>
            <p:nvPr/>
          </p:nvCxnSpPr>
          <p:spPr bwMode="auto">
            <a:xfrm flipH="1" flipV="1">
              <a:off x="4849" y="2119"/>
              <a:ext cx="115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66" name="AutoShape 29"/>
            <p:cNvCxnSpPr>
              <a:cxnSpLocks noChangeShapeType="1"/>
              <a:stCxn id="14342" idx="5"/>
              <a:endCxn id="14361" idx="1"/>
            </p:cNvCxnSpPr>
            <p:nvPr/>
          </p:nvCxnSpPr>
          <p:spPr bwMode="auto">
            <a:xfrm>
              <a:off x="4280" y="1772"/>
              <a:ext cx="418" cy="1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Merge-Sort Review</a:t>
            </a:r>
          </a:p>
        </p:txBody>
      </p:sp>
      <p:sp>
        <p:nvSpPr>
          <p:cNvPr id="163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09600" y="1905000"/>
            <a:ext cx="8001000" cy="41148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Algorithm MergeSort (S, left, right)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Input: array S, left index, right index.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Output: array S sorted.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 sz="1800" dirty="0">
              <a:latin typeface="Lucida Console" panose="020B060904050402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if left &lt; right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// </a:t>
            </a:r>
            <a:r>
              <a:rPr lang="en-US" altLang="en-US" sz="1800" u="sng" dirty="0">
                <a:latin typeface="Lucida Console" panose="020B0609040504020204" pitchFamily="49" charset="0"/>
              </a:rPr>
              <a:t>Divide</a:t>
            </a:r>
            <a:r>
              <a:rPr lang="en-US" altLang="en-US" sz="1800" dirty="0">
                <a:latin typeface="Lucida Console" panose="020B0609040504020204" pitchFamily="49" charset="0"/>
              </a:rPr>
              <a:t>: divide S into two nearly equal halves.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mid = (left + right) / 2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// </a:t>
            </a:r>
            <a:r>
              <a:rPr lang="en-US" altLang="en-US" sz="1800" u="sng" dirty="0">
                <a:latin typeface="Lucida Console" panose="020B0609040504020204" pitchFamily="49" charset="0"/>
              </a:rPr>
              <a:t>Recur</a:t>
            </a:r>
            <a:r>
              <a:rPr lang="en-US" altLang="en-US" sz="1800" dirty="0">
                <a:latin typeface="Lucida Console" panose="020B0609040504020204" pitchFamily="49" charset="0"/>
              </a:rPr>
              <a:t>: sort each half recursively.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MergeSort (S, left, mid)      // left half, S1</a:t>
            </a:r>
          </a:p>
          <a:p>
            <a:pPr marL="0" indent="0"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MergeSort (S, mid + 1, right) // right half, S2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// </a:t>
            </a:r>
            <a:r>
              <a:rPr lang="en-US" altLang="en-US" sz="1800" u="sng" dirty="0">
                <a:latin typeface="Lucida Console" panose="020B0609040504020204" pitchFamily="49" charset="0"/>
              </a:rPr>
              <a:t>Conquer</a:t>
            </a:r>
            <a:r>
              <a:rPr lang="en-US" altLang="en-US" sz="1800" dirty="0">
                <a:latin typeface="Lucida Console" panose="020B0609040504020204" pitchFamily="49" charset="0"/>
              </a:rPr>
              <a:t>: merge the two halves into a sorted S.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Merge (S, left, mid, right)</a:t>
            </a:r>
          </a:p>
        </p:txBody>
      </p:sp>
      <p:sp>
        <p:nvSpPr>
          <p:cNvPr id="1638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D7C258-CA1D-490D-8C47-C4881709BAF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558421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29765E-83D7-4020-8F27-0AC24A20F1A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Merge Review</a:t>
            </a:r>
          </a:p>
        </p:txBody>
      </p:sp>
      <p:sp>
        <p:nvSpPr>
          <p:cNvPr id="2150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2895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</a:t>
            </a:r>
            <a:r>
              <a:rPr lang="en-US" altLang="en-US" sz="2000" u="sng" dirty="0"/>
              <a:t>conquer</a:t>
            </a:r>
            <a:r>
              <a:rPr lang="en-US" altLang="en-US" sz="2000" dirty="0"/>
              <a:t> step of merge-sort consists of merging two sorted sequences L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/>
              <a:t>and R into a sorted sequence A[left]…A[right]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Merging two sorted sequences, each with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Symbol" panose="05050102010706020507" pitchFamily="18" charset="2"/>
              </a:rPr>
              <a:t>/</a:t>
            </a:r>
            <a:r>
              <a:rPr lang="en-US" altLang="en-US" sz="2000" dirty="0">
                <a:latin typeface="Times New Roman" panose="02020603050405020304" pitchFamily="18" charset="0"/>
              </a:rPr>
              <a:t>2</a:t>
            </a:r>
            <a:r>
              <a:rPr lang="en-US" altLang="en-US" sz="2000" dirty="0"/>
              <a:t> elements, takes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time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06E959FF-5626-1A81-2704-67165B663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587500"/>
            <a:ext cx="5715000" cy="481978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429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Lucida Console" panose="020B0609040504020204" pitchFamily="49" charset="0"/>
              </a:rPr>
              <a:t>Algorithm</a:t>
            </a:r>
            <a:r>
              <a:rPr lang="en-US" altLang="en-US" sz="1600" noProof="1">
                <a:latin typeface="Lucida Console" panose="020B0609040504020204" pitchFamily="49" charset="0"/>
              </a:rPr>
              <a:t> </a:t>
            </a:r>
            <a:r>
              <a:rPr lang="en-US" altLang="en-US" sz="1600" noProof="1">
                <a:solidFill>
                  <a:schemeClr val="tx2"/>
                </a:solidFill>
                <a:latin typeface="Lucida Console" panose="020B0609040504020204" pitchFamily="49" charset="0"/>
              </a:rPr>
              <a:t>Merge (S, left, mid, right)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Lucida Console" panose="020B0609040504020204" pitchFamily="49" charset="0"/>
              </a:rPr>
              <a:t>  Input: array S, left index, mid index, 			right index.</a:t>
            </a:r>
            <a:b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</a:b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Lucida Console" panose="020B0609040504020204" pitchFamily="49" charset="0"/>
              </a:rPr>
              <a:t>Output:</a:t>
            </a:r>
            <a:r>
              <a:rPr lang="en-US" altLang="en-US" sz="1600" noProof="1">
                <a:latin typeface="Lucida Console" panose="020B060904050402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sorted array S[left]...S[right].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600" noProof="1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L = new LinkedList from S[left]...S[mid]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R = new LinkedList from S[mid+1]...S[</a:t>
            </a:r>
            <a:r>
              <a:rPr lang="en-US" altLang="en-US" sz="1600" noProof="1">
                <a:solidFill>
                  <a:schemeClr val="tx2"/>
                </a:solidFill>
                <a:latin typeface="Lucida Console" panose="020B0609040504020204" pitchFamily="49" charset="0"/>
              </a:rPr>
              <a:t>right</a:t>
            </a: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600" noProof="1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k = left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while not L.isEmpty() and not R.isEmpty()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  if L.first() &lt; R.first()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    S[k++] = L.removeFirst()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  else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    S[k++] = R.removeFirst()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while not L.isEmpty()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  S[k++] = L.removeFirst()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while not R.isEmpty()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  S[k++] = R.removeFirst()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1E7FECA-E8BE-4F1E-8CA7-ED65FDE3D9A7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Recurrence Equation Analysis</a:t>
            </a:r>
          </a:p>
        </p:txBody>
      </p:sp>
      <p:sp>
        <p:nvSpPr>
          <p:cNvPr id="1741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44958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000" dirty="0"/>
              <a:t>The conquer step of merge-sort consists of merging two sorted sequences, each with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Symbol" panose="05050102010706020507" pitchFamily="18" charset="2"/>
              </a:rPr>
              <a:t>/</a:t>
            </a:r>
            <a:r>
              <a:rPr lang="en-US" altLang="en-US" sz="2000" dirty="0">
                <a:latin typeface="Times New Roman" panose="02020603050405020304" pitchFamily="18" charset="0"/>
              </a:rPr>
              <a:t>2</a:t>
            </a:r>
            <a:r>
              <a:rPr lang="en-US" altLang="en-US" sz="2000" dirty="0"/>
              <a:t> elements and implemented by means of a doubly linked list, takes at most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bn</a:t>
            </a:r>
            <a:r>
              <a:rPr lang="en-US" altLang="en-US" sz="2000" dirty="0"/>
              <a:t> steps, for some constant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b</a:t>
            </a:r>
            <a:r>
              <a:rPr lang="en-US" altLang="en-US" sz="2000" dirty="0"/>
              <a:t>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 dirty="0"/>
              <a:t>Likewise, the basis case 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&lt; 2) </a:t>
            </a:r>
            <a:r>
              <a:rPr lang="en-US" altLang="en-US" sz="2000" dirty="0"/>
              <a:t>will take at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b</a:t>
            </a:r>
            <a:r>
              <a:rPr lang="en-US" altLang="en-US" sz="2000" dirty="0"/>
              <a:t> most steps.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 dirty="0"/>
              <a:t>Therefore, if we let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T</a:t>
            </a:r>
            <a:r>
              <a:rPr lang="en-US" altLang="en-US" sz="2000" b="1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b="1" dirty="0">
                <a:latin typeface="Times New Roman" panose="02020603050405020304" pitchFamily="18" charset="0"/>
              </a:rPr>
              <a:t>) </a:t>
            </a:r>
            <a:r>
              <a:rPr lang="en-US" altLang="en-US" sz="2000" dirty="0"/>
              <a:t>denote the running time of merge-sort:</a:t>
            </a:r>
          </a:p>
          <a:p>
            <a:pPr eaLnBrk="1" hangingPunct="1">
              <a:spcBef>
                <a:spcPts val="600"/>
              </a:spcBef>
            </a:pPr>
            <a:endParaRPr lang="en-US" altLang="en-US" sz="2000" dirty="0"/>
          </a:p>
          <a:p>
            <a:pPr eaLnBrk="1" hangingPunct="1">
              <a:spcBef>
                <a:spcPts val="600"/>
              </a:spcBef>
            </a:pPr>
            <a:endParaRPr lang="en-US" altLang="en-US" sz="2000" dirty="0"/>
          </a:p>
          <a:p>
            <a:pPr eaLnBrk="1" hangingPunct="1">
              <a:spcBef>
                <a:spcPts val="600"/>
              </a:spcBef>
            </a:pPr>
            <a:endParaRPr lang="en-US" altLang="en-US" sz="2000" dirty="0"/>
          </a:p>
          <a:p>
            <a:pPr eaLnBrk="1" hangingPunct="1">
              <a:spcBef>
                <a:spcPts val="600"/>
              </a:spcBef>
            </a:pPr>
            <a:endParaRPr lang="en-US" altLang="en-US" sz="2000" dirty="0"/>
          </a:p>
          <a:p>
            <a:pPr eaLnBrk="1" hangingPunct="1">
              <a:spcBef>
                <a:spcPts val="600"/>
              </a:spcBef>
            </a:pPr>
            <a:r>
              <a:rPr lang="en-US" altLang="en-US" sz="2000" dirty="0"/>
              <a:t>We can therefore analyze the running time of merge-sort by finding a </a:t>
            </a:r>
            <a:r>
              <a:rPr lang="en-US" altLang="en-US" sz="2000" b="1" dirty="0">
                <a:solidFill>
                  <a:schemeClr val="tx2"/>
                </a:solidFill>
              </a:rPr>
              <a:t>closed form solution</a:t>
            </a:r>
            <a:r>
              <a:rPr lang="en-US" altLang="en-US" sz="2000" dirty="0"/>
              <a:t> to the above equation.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1800" dirty="0"/>
              <a:t>That is, a solution that has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T</a:t>
            </a:r>
            <a:r>
              <a:rPr lang="en-US" altLang="en-US" sz="1800" b="1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b="1" dirty="0">
                <a:latin typeface="Times New Roman" panose="02020603050405020304" pitchFamily="18" charset="0"/>
              </a:rPr>
              <a:t>) </a:t>
            </a:r>
            <a:r>
              <a:rPr lang="en-US" altLang="en-US" sz="1800" dirty="0"/>
              <a:t>only on the left-hand side.</a:t>
            </a:r>
            <a:endParaRPr lang="en-US" altLang="en-US" sz="1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74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067322"/>
              </p:ext>
            </p:extLst>
          </p:nvPr>
        </p:nvGraphicFramePr>
        <p:xfrm>
          <a:off x="1905000" y="3505200"/>
          <a:ext cx="53594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2000" imgH="457200" progId="Equation.3">
                  <p:embed/>
                </p:oleObj>
              </mc:Choice>
              <mc:Fallback>
                <p:oleObj name="Equation" r:id="rId3" imgW="2032000" imgH="457200" progId="Equation.3">
                  <p:embed/>
                  <p:pic>
                    <p:nvPicPr>
                      <p:cNvPr id="1741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505200"/>
                        <a:ext cx="535940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14" name="Picture 5" descr="j027141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2513" y="152400"/>
            <a:ext cx="1360487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2E5624-1FD0-4238-B9B4-8368C4592FE1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/>
              <a:t>Iterative Substitution</a:t>
            </a:r>
          </a:p>
        </p:txBody>
      </p:sp>
      <p:sp>
        <p:nvSpPr>
          <p:cNvPr id="1843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In the iterative substitution, or “plug-and-chug,” technique, we iteratively apply the recurrence equation to itself and see if we can find a pattern: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Note that base case, T(1)=b, occurs when 2</a:t>
            </a:r>
            <a:r>
              <a:rPr lang="en-US" altLang="en-US" sz="2000" baseline="30000" dirty="0"/>
              <a:t>i</a:t>
            </a:r>
            <a:r>
              <a:rPr lang="en-US" altLang="en-US" sz="2000" dirty="0"/>
              <a:t>=n. That is,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= log n.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So,</a:t>
            </a:r>
          </a:p>
          <a:p>
            <a:pPr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Thus, T(n) is </a:t>
            </a:r>
            <a:r>
              <a:rPr lang="en-US" altLang="en-US" sz="2000" u="sng" dirty="0"/>
              <a:t>O(n log n)</a:t>
            </a:r>
            <a:r>
              <a:rPr lang="en-US" altLang="en-US" sz="2000" dirty="0"/>
              <a:t>.</a:t>
            </a:r>
            <a:endParaRPr lang="en-US" altLang="en-US" sz="20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843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6418132"/>
              </p:ext>
            </p:extLst>
          </p:nvPr>
        </p:nvGraphicFramePr>
        <p:xfrm>
          <a:off x="3205163" y="2209800"/>
          <a:ext cx="3759200" cy="293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33360" imgH="1663560" progId="Equation.3">
                  <p:embed/>
                </p:oleObj>
              </mc:Choice>
              <mc:Fallback>
                <p:oleObj name="Equation" r:id="rId3" imgW="2133360" imgH="1663560" progId="Equation.3">
                  <p:embed/>
                  <p:pic>
                    <p:nvPicPr>
                      <p:cNvPr id="1843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163" y="2209800"/>
                        <a:ext cx="3759200" cy="293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5"/>
          <p:cNvGraphicFramePr>
            <a:graphicFrameLocks noChangeAspect="1"/>
          </p:cNvGraphicFramePr>
          <p:nvPr/>
        </p:nvGraphicFramePr>
        <p:xfrm>
          <a:off x="2590800" y="5638800"/>
          <a:ext cx="221615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56755" imgH="203112" progId="Equation.3">
                  <p:embed/>
                </p:oleObj>
              </mc:Choice>
              <mc:Fallback>
                <p:oleObj name="Equation" r:id="rId5" imgW="1256755" imgH="203112" progId="Equation.3">
                  <p:embed/>
                  <p:pic>
                    <p:nvPicPr>
                      <p:cNvPr id="1843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638800"/>
                        <a:ext cx="221615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39" name="Picture 6" descr="j029921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8038" y="152400"/>
            <a:ext cx="1604962" cy="137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FDDAB91-0124-4FA1-95ED-001A983B27AD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6553200" cy="1143000"/>
          </a:xfrm>
        </p:spPr>
        <p:txBody>
          <a:bodyPr/>
          <a:lstStyle/>
          <a:p>
            <a:pPr eaLnBrk="1" hangingPunct="1"/>
            <a:r>
              <a:rPr lang="en-US" altLang="en-US"/>
              <a:t>The Recursion Tree</a:t>
            </a:r>
          </a:p>
        </p:txBody>
      </p:sp>
      <p:sp>
        <p:nvSpPr>
          <p:cNvPr id="1946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7924800" cy="2209800"/>
          </a:xfrm>
        </p:spPr>
        <p:txBody>
          <a:bodyPr/>
          <a:lstStyle/>
          <a:p>
            <a:pPr eaLnBrk="1" hangingPunct="1"/>
            <a:r>
              <a:rPr lang="en-US" altLang="en-US" sz="2000"/>
              <a:t>Draw the recursion tree for the recurrence relation and look for a pattern: </a:t>
            </a:r>
          </a:p>
        </p:txBody>
      </p:sp>
      <p:grpSp>
        <p:nvGrpSpPr>
          <p:cNvPr id="19461" name="Group 4"/>
          <p:cNvGrpSpPr>
            <a:grpSpLocks/>
          </p:cNvGrpSpPr>
          <p:nvPr/>
        </p:nvGrpSpPr>
        <p:grpSpPr bwMode="auto">
          <a:xfrm>
            <a:off x="3124200" y="3629025"/>
            <a:ext cx="4191000" cy="1785938"/>
            <a:chOff x="384" y="1632"/>
            <a:chExt cx="5184" cy="2208"/>
          </a:xfrm>
        </p:grpSpPr>
        <p:cxnSp>
          <p:nvCxnSpPr>
            <p:cNvPr id="19488" name="AutoShape 5"/>
            <p:cNvCxnSpPr>
              <a:cxnSpLocks noChangeShapeType="1"/>
              <a:stCxn id="19515" idx="0"/>
              <a:endCxn id="19494" idx="2"/>
            </p:cNvCxnSpPr>
            <p:nvPr/>
          </p:nvCxnSpPr>
          <p:spPr bwMode="auto">
            <a:xfrm flipV="1">
              <a:off x="905" y="2548"/>
              <a:ext cx="673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89" name="AutoShape 6"/>
            <p:cNvCxnSpPr>
              <a:cxnSpLocks noChangeShapeType="1"/>
              <a:stCxn id="19516" idx="0"/>
              <a:endCxn id="19494" idx="2"/>
            </p:cNvCxnSpPr>
            <p:nvPr/>
          </p:nvCxnSpPr>
          <p:spPr bwMode="auto">
            <a:xfrm flipH="1" flipV="1">
              <a:off x="1578" y="2548"/>
              <a:ext cx="67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90" name="AutoShape 7"/>
            <p:cNvCxnSpPr>
              <a:cxnSpLocks noChangeShapeType="1"/>
              <a:stCxn id="19507" idx="0"/>
              <a:endCxn id="19515" idx="2"/>
            </p:cNvCxnSpPr>
            <p:nvPr/>
          </p:nvCxnSpPr>
          <p:spPr bwMode="auto">
            <a:xfrm flipV="1">
              <a:off x="611" y="3194"/>
              <a:ext cx="294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91" name="AutoShape 8"/>
            <p:cNvCxnSpPr>
              <a:cxnSpLocks noChangeShapeType="1"/>
              <a:stCxn id="19509" idx="0"/>
              <a:endCxn id="19516" idx="2"/>
            </p:cNvCxnSpPr>
            <p:nvPr/>
          </p:nvCxnSpPr>
          <p:spPr bwMode="auto">
            <a:xfrm flipV="1">
              <a:off x="1948" y="3194"/>
              <a:ext cx="30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92" name="AutoShape 9"/>
            <p:cNvCxnSpPr>
              <a:cxnSpLocks noChangeShapeType="1"/>
              <a:stCxn id="19515" idx="2"/>
              <a:endCxn id="19508" idx="0"/>
            </p:cNvCxnSpPr>
            <p:nvPr/>
          </p:nvCxnSpPr>
          <p:spPr bwMode="auto">
            <a:xfrm>
              <a:off x="905" y="3194"/>
              <a:ext cx="320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93" name="AutoShape 10"/>
            <p:cNvCxnSpPr>
              <a:cxnSpLocks noChangeShapeType="1"/>
              <a:stCxn id="19516" idx="2"/>
              <a:endCxn id="19510" idx="0"/>
            </p:cNvCxnSpPr>
            <p:nvPr/>
          </p:nvCxnSpPr>
          <p:spPr bwMode="auto">
            <a:xfrm>
              <a:off x="2250" y="3194"/>
              <a:ext cx="318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494" name="AutoShape 11"/>
            <p:cNvSpPr>
              <a:spLocks noChangeArrowheads="1"/>
            </p:cNvSpPr>
            <p:nvPr/>
          </p:nvSpPr>
          <p:spPr bwMode="auto">
            <a:xfrm>
              <a:off x="771" y="2279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1"/>
                </a:solidFill>
              </a:endParaRPr>
            </a:p>
          </p:txBody>
        </p:sp>
        <p:sp>
          <p:nvSpPr>
            <p:cNvPr id="19495" name="AutoShape 12"/>
            <p:cNvSpPr>
              <a:spLocks noChangeArrowheads="1"/>
            </p:cNvSpPr>
            <p:nvPr/>
          </p:nvSpPr>
          <p:spPr bwMode="auto">
            <a:xfrm>
              <a:off x="3555" y="2279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1"/>
                </a:solidFill>
              </a:endParaRPr>
            </a:p>
          </p:txBody>
        </p:sp>
        <p:grpSp>
          <p:nvGrpSpPr>
            <p:cNvPr id="19496" name="Group 13"/>
            <p:cNvGrpSpPr>
              <a:grpSpLocks/>
            </p:cNvGrpSpPr>
            <p:nvPr/>
          </p:nvGrpSpPr>
          <p:grpSpPr bwMode="auto">
            <a:xfrm>
              <a:off x="468" y="2925"/>
              <a:ext cx="5037" cy="269"/>
              <a:chOff x="468" y="3168"/>
              <a:chExt cx="5037" cy="269"/>
            </a:xfrm>
          </p:grpSpPr>
          <p:sp>
            <p:nvSpPr>
              <p:cNvPr id="19515" name="AutoShape 14"/>
              <p:cNvSpPr>
                <a:spLocks noChangeArrowheads="1"/>
              </p:cNvSpPr>
              <p:nvPr/>
            </p:nvSpPr>
            <p:spPr bwMode="auto">
              <a:xfrm>
                <a:off x="468" y="3168"/>
                <a:ext cx="874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9516" name="AutoShape 15"/>
              <p:cNvSpPr>
                <a:spLocks noChangeArrowheads="1"/>
              </p:cNvSpPr>
              <p:nvPr/>
            </p:nvSpPr>
            <p:spPr bwMode="auto">
              <a:xfrm>
                <a:off x="1779" y="3168"/>
                <a:ext cx="942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9517" name="AutoShape 16"/>
              <p:cNvSpPr>
                <a:spLocks noChangeArrowheads="1"/>
              </p:cNvSpPr>
              <p:nvPr/>
            </p:nvSpPr>
            <p:spPr bwMode="auto">
              <a:xfrm>
                <a:off x="3252" y="3168"/>
                <a:ext cx="874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9518" name="AutoShape 17"/>
              <p:cNvSpPr>
                <a:spLocks noChangeArrowheads="1"/>
              </p:cNvSpPr>
              <p:nvPr/>
            </p:nvSpPr>
            <p:spPr bwMode="auto">
              <a:xfrm>
                <a:off x="4563" y="3168"/>
                <a:ext cx="942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9497" name="Group 18"/>
            <p:cNvGrpSpPr>
              <a:grpSpLocks/>
            </p:cNvGrpSpPr>
            <p:nvPr/>
          </p:nvGrpSpPr>
          <p:grpSpPr bwMode="auto">
            <a:xfrm>
              <a:off x="384" y="3571"/>
              <a:ext cx="5184" cy="269"/>
              <a:chOff x="384" y="3571"/>
              <a:chExt cx="5184" cy="269"/>
            </a:xfrm>
          </p:grpSpPr>
          <p:sp>
            <p:nvSpPr>
              <p:cNvPr id="19507" name="AutoShape 19"/>
              <p:cNvSpPr>
                <a:spLocks noChangeArrowheads="1"/>
              </p:cNvSpPr>
              <p:nvPr/>
            </p:nvSpPr>
            <p:spPr bwMode="auto">
              <a:xfrm>
                <a:off x="384" y="3571"/>
                <a:ext cx="454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9508" name="AutoShape 20"/>
              <p:cNvSpPr>
                <a:spLocks noChangeArrowheads="1"/>
              </p:cNvSpPr>
              <p:nvPr/>
            </p:nvSpPr>
            <p:spPr bwMode="auto">
              <a:xfrm>
                <a:off x="1006" y="3571"/>
                <a:ext cx="437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9509" name="AutoShape 21"/>
              <p:cNvSpPr>
                <a:spLocks noChangeArrowheads="1"/>
              </p:cNvSpPr>
              <p:nvPr/>
            </p:nvSpPr>
            <p:spPr bwMode="auto">
              <a:xfrm>
                <a:off x="1725" y="3571"/>
                <a:ext cx="445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9510" name="AutoShape 22"/>
              <p:cNvSpPr>
                <a:spLocks noChangeArrowheads="1"/>
              </p:cNvSpPr>
              <p:nvPr/>
            </p:nvSpPr>
            <p:spPr bwMode="auto">
              <a:xfrm>
                <a:off x="2351" y="3571"/>
                <a:ext cx="433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9511" name="AutoShape 23"/>
              <p:cNvSpPr>
                <a:spLocks noChangeArrowheads="1"/>
              </p:cNvSpPr>
              <p:nvPr/>
            </p:nvSpPr>
            <p:spPr bwMode="auto">
              <a:xfrm>
                <a:off x="3168" y="3571"/>
                <a:ext cx="454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9512" name="AutoShape 24"/>
              <p:cNvSpPr>
                <a:spLocks noChangeArrowheads="1"/>
              </p:cNvSpPr>
              <p:nvPr/>
            </p:nvSpPr>
            <p:spPr bwMode="auto">
              <a:xfrm>
                <a:off x="3790" y="3571"/>
                <a:ext cx="437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9513" name="AutoShape 25"/>
              <p:cNvSpPr>
                <a:spLocks noChangeArrowheads="1"/>
              </p:cNvSpPr>
              <p:nvPr/>
            </p:nvSpPr>
            <p:spPr bwMode="auto">
              <a:xfrm>
                <a:off x="4509" y="3571"/>
                <a:ext cx="445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9514" name="AutoShape 26"/>
              <p:cNvSpPr>
                <a:spLocks noChangeArrowheads="1"/>
              </p:cNvSpPr>
              <p:nvPr/>
            </p:nvSpPr>
            <p:spPr bwMode="auto">
              <a:xfrm>
                <a:off x="5135" y="3571"/>
                <a:ext cx="433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</p:grpSp>
        <p:cxnSp>
          <p:nvCxnSpPr>
            <p:cNvPr id="19498" name="AutoShape 27"/>
            <p:cNvCxnSpPr>
              <a:cxnSpLocks noChangeShapeType="1"/>
              <a:stCxn id="19517" idx="0"/>
              <a:endCxn id="19495" idx="2"/>
            </p:cNvCxnSpPr>
            <p:nvPr/>
          </p:nvCxnSpPr>
          <p:spPr bwMode="auto">
            <a:xfrm flipV="1">
              <a:off x="3689" y="2548"/>
              <a:ext cx="673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99" name="AutoShape 28"/>
            <p:cNvCxnSpPr>
              <a:cxnSpLocks noChangeShapeType="1"/>
              <a:stCxn id="19518" idx="0"/>
              <a:endCxn id="19495" idx="2"/>
            </p:cNvCxnSpPr>
            <p:nvPr/>
          </p:nvCxnSpPr>
          <p:spPr bwMode="auto">
            <a:xfrm flipH="1" flipV="1">
              <a:off x="4362" y="2548"/>
              <a:ext cx="67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00" name="AutoShape 29"/>
            <p:cNvCxnSpPr>
              <a:cxnSpLocks noChangeShapeType="1"/>
              <a:stCxn id="19511" idx="0"/>
              <a:endCxn id="19517" idx="2"/>
            </p:cNvCxnSpPr>
            <p:nvPr/>
          </p:nvCxnSpPr>
          <p:spPr bwMode="auto">
            <a:xfrm flipV="1">
              <a:off x="3395" y="3194"/>
              <a:ext cx="294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01" name="AutoShape 30"/>
            <p:cNvCxnSpPr>
              <a:cxnSpLocks noChangeShapeType="1"/>
              <a:stCxn id="19513" idx="0"/>
              <a:endCxn id="19518" idx="2"/>
            </p:cNvCxnSpPr>
            <p:nvPr/>
          </p:nvCxnSpPr>
          <p:spPr bwMode="auto">
            <a:xfrm flipV="1">
              <a:off x="4732" y="3194"/>
              <a:ext cx="30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02" name="AutoShape 31"/>
            <p:cNvCxnSpPr>
              <a:cxnSpLocks noChangeShapeType="1"/>
              <a:stCxn id="19517" idx="2"/>
              <a:endCxn id="19512" idx="0"/>
            </p:cNvCxnSpPr>
            <p:nvPr/>
          </p:nvCxnSpPr>
          <p:spPr bwMode="auto">
            <a:xfrm>
              <a:off x="3689" y="3194"/>
              <a:ext cx="320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03" name="AutoShape 32"/>
            <p:cNvCxnSpPr>
              <a:cxnSpLocks noChangeShapeType="1"/>
              <a:stCxn id="19518" idx="2"/>
              <a:endCxn id="19514" idx="0"/>
            </p:cNvCxnSpPr>
            <p:nvPr/>
          </p:nvCxnSpPr>
          <p:spPr bwMode="auto">
            <a:xfrm>
              <a:off x="5034" y="3194"/>
              <a:ext cx="318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504" name="AutoShape 33"/>
            <p:cNvSpPr>
              <a:spLocks noChangeArrowheads="1"/>
            </p:cNvSpPr>
            <p:nvPr/>
          </p:nvSpPr>
          <p:spPr bwMode="auto">
            <a:xfrm>
              <a:off x="1440" y="1632"/>
              <a:ext cx="3072" cy="27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1"/>
                </a:solidFill>
              </a:endParaRPr>
            </a:p>
          </p:txBody>
        </p:sp>
        <p:cxnSp>
          <p:nvCxnSpPr>
            <p:cNvPr id="19505" name="AutoShape 34"/>
            <p:cNvCxnSpPr>
              <a:cxnSpLocks noChangeShapeType="1"/>
              <a:stCxn id="19494" idx="0"/>
              <a:endCxn id="19504" idx="2"/>
            </p:cNvCxnSpPr>
            <p:nvPr/>
          </p:nvCxnSpPr>
          <p:spPr bwMode="auto">
            <a:xfrm flipV="1">
              <a:off x="1578" y="1903"/>
              <a:ext cx="1398" cy="37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06" name="AutoShape 35"/>
            <p:cNvCxnSpPr>
              <a:cxnSpLocks noChangeShapeType="1"/>
              <a:stCxn id="19495" idx="0"/>
              <a:endCxn id="19504" idx="2"/>
            </p:cNvCxnSpPr>
            <p:nvPr/>
          </p:nvCxnSpPr>
          <p:spPr bwMode="auto">
            <a:xfrm flipH="1" flipV="1">
              <a:off x="2976" y="1903"/>
              <a:ext cx="1386" cy="37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179236" name="Group 36"/>
          <p:cNvGraphicFramePr>
            <a:graphicFrameLocks noGrp="1"/>
          </p:cNvGraphicFramePr>
          <p:nvPr/>
        </p:nvGraphicFramePr>
        <p:xfrm>
          <a:off x="914400" y="3181350"/>
          <a:ext cx="2057400" cy="2381251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depth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T’s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size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</a:rPr>
                        <a:t>/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en-US" altLang="en-US" sz="1800" b="1" i="1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en-US" sz="18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kumimoji="0" lang="en-US" altLang="en-US" sz="1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</a:rPr>
                        <a:t>/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en-US" sz="18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478" name="Object 68"/>
          <p:cNvGraphicFramePr>
            <a:graphicFrameLocks noChangeAspect="1"/>
          </p:cNvGraphicFramePr>
          <p:nvPr/>
        </p:nvGraphicFramePr>
        <p:xfrm>
          <a:off x="2895600" y="2209800"/>
          <a:ext cx="32004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2000" imgH="457200" progId="Equation.3">
                  <p:embed/>
                </p:oleObj>
              </mc:Choice>
              <mc:Fallback>
                <p:oleObj name="Equation" r:id="rId3" imgW="2032000" imgH="457200" progId="Equation.3">
                  <p:embed/>
                  <p:pic>
                    <p:nvPicPr>
                      <p:cNvPr id="19478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209800"/>
                        <a:ext cx="32004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69" name="Group 69"/>
          <p:cNvGraphicFramePr>
            <a:graphicFrameLocks noGrp="1"/>
          </p:cNvGraphicFramePr>
          <p:nvPr/>
        </p:nvGraphicFramePr>
        <p:xfrm>
          <a:off x="7772400" y="3048000"/>
          <a:ext cx="685800" cy="2438401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time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bn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bn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bn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485" name="Text Box 87"/>
          <p:cNvSpPr txBox="1">
            <a:spLocks noChangeArrowheads="1"/>
          </p:cNvSpPr>
          <p:nvPr/>
        </p:nvSpPr>
        <p:spPr bwMode="auto">
          <a:xfrm>
            <a:off x="5181600" y="5486400"/>
            <a:ext cx="3633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Total time = </a:t>
            </a:r>
            <a:r>
              <a:rPr lang="en-US" altLang="en-US" sz="2400" b="1" i="1">
                <a:latin typeface="Times New Roman" panose="02020603050405020304" pitchFamily="18" charset="0"/>
              </a:rPr>
              <a:t>bn</a:t>
            </a:r>
            <a:r>
              <a:rPr lang="en-US" altLang="en-US" sz="2400">
                <a:latin typeface="Times New Roman" panose="02020603050405020304" pitchFamily="18" charset="0"/>
              </a:rPr>
              <a:t> + </a:t>
            </a:r>
            <a:r>
              <a:rPr lang="en-US" altLang="en-US" sz="2400" b="1" i="1">
                <a:latin typeface="Times New Roman" panose="02020603050405020304" pitchFamily="18" charset="0"/>
              </a:rPr>
              <a:t>bn</a:t>
            </a:r>
            <a:r>
              <a:rPr lang="en-US" altLang="en-US" sz="2400">
                <a:latin typeface="Times New Roman" panose="02020603050405020304" pitchFamily="18" charset="0"/>
              </a:rPr>
              <a:t> log </a:t>
            </a:r>
            <a:r>
              <a:rPr lang="en-US" altLang="en-US" sz="2400" b="1" i="1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19486" name="Text Box 88"/>
          <p:cNvSpPr txBox="1">
            <a:spLocks noChangeArrowheads="1"/>
          </p:cNvSpPr>
          <p:nvPr/>
        </p:nvSpPr>
        <p:spPr bwMode="auto">
          <a:xfrm>
            <a:off x="5364848" y="5943600"/>
            <a:ext cx="33577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(last </a:t>
            </a:r>
            <a:r>
              <a:rPr lang="en-US" altLang="en-US" sz="1800"/>
              <a:t>level + </a:t>
            </a:r>
            <a:r>
              <a:rPr lang="en-US" altLang="en-US" sz="1800" dirty="0"/>
              <a:t>all previous levels)</a:t>
            </a:r>
          </a:p>
        </p:txBody>
      </p:sp>
      <p:pic>
        <p:nvPicPr>
          <p:cNvPr id="19487" name="Picture 89" descr="BD05515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488" y="195263"/>
            <a:ext cx="1306512" cy="140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4F372DC-E20B-4355-97B3-5E791B12432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/>
              <a:t>Master Method</a:t>
            </a:r>
          </a:p>
        </p:txBody>
      </p:sp>
      <p:sp>
        <p:nvSpPr>
          <p:cNvPr id="2048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Many divide-and-conquer recurrence equations have the form: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Master Theorem: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</p:txBody>
      </p:sp>
      <p:graphicFrame>
        <p:nvGraphicFramePr>
          <p:cNvPr id="20485" name="Object 4"/>
          <p:cNvGraphicFramePr>
            <a:graphicFrameLocks noChangeAspect="1"/>
          </p:cNvGraphicFramePr>
          <p:nvPr/>
        </p:nvGraphicFramePr>
        <p:xfrm>
          <a:off x="2176463" y="2209800"/>
          <a:ext cx="5138737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97100" imgH="457200" progId="Equation.3">
                  <p:embed/>
                </p:oleObj>
              </mc:Choice>
              <mc:Fallback>
                <p:oleObj name="Equation" r:id="rId3" imgW="2197100" imgH="457200" progId="Equation.3">
                  <p:embed/>
                  <p:pic>
                    <p:nvPicPr>
                      <p:cNvPr id="2048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6463" y="2209800"/>
                        <a:ext cx="5138737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6" name="Picture 5" descr="BD09997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52400"/>
            <a:ext cx="13573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487" name="Object 6"/>
          <p:cNvGraphicFramePr>
            <a:graphicFrameLocks noChangeAspect="1"/>
          </p:cNvGraphicFramePr>
          <p:nvPr/>
        </p:nvGraphicFramePr>
        <p:xfrm>
          <a:off x="1087438" y="3911600"/>
          <a:ext cx="7731125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68700" imgH="965200" progId="Equation.3">
                  <p:embed/>
                </p:oleObj>
              </mc:Choice>
              <mc:Fallback>
                <p:oleObj name="Equation" r:id="rId6" imgW="3568700" imgH="965200" progId="Equation.3">
                  <p:embed/>
                  <p:pic>
                    <p:nvPicPr>
                      <p:cNvPr id="2048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438" y="3911600"/>
                        <a:ext cx="7731125" cy="208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929793E-EF19-4417-9524-EA8FB297FB28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/>
              <a:t>Master Method, Example 1</a:t>
            </a:r>
          </a:p>
        </p:txBody>
      </p:sp>
      <p:sp>
        <p:nvSpPr>
          <p:cNvPr id="2150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form: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Master Theorem: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Example: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</p:txBody>
      </p:sp>
      <p:graphicFrame>
        <p:nvGraphicFramePr>
          <p:cNvPr id="21509" name="Object 4"/>
          <p:cNvGraphicFramePr>
            <a:graphicFrameLocks noChangeAspect="1"/>
          </p:cNvGraphicFramePr>
          <p:nvPr/>
        </p:nvGraphicFramePr>
        <p:xfrm>
          <a:off x="2709863" y="1524000"/>
          <a:ext cx="39195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97100" imgH="457200" progId="Equation.3">
                  <p:embed/>
                </p:oleObj>
              </mc:Choice>
              <mc:Fallback>
                <p:oleObj name="Equation" r:id="rId3" imgW="2197100" imgH="457200" progId="Equation.3">
                  <p:embed/>
                  <p:pic>
                    <p:nvPicPr>
                      <p:cNvPr id="2150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863" y="1524000"/>
                        <a:ext cx="391953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10" name="Picture 5" descr="BD09997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52400"/>
            <a:ext cx="13573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1511" name="Object 6"/>
          <p:cNvGraphicFramePr>
            <a:graphicFrameLocks noChangeAspect="1"/>
          </p:cNvGraphicFramePr>
          <p:nvPr/>
        </p:nvGraphicFramePr>
        <p:xfrm>
          <a:off x="1524000" y="2792413"/>
          <a:ext cx="6019800" cy="162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68700" imgH="965200" progId="Equation.3">
                  <p:embed/>
                </p:oleObj>
              </mc:Choice>
              <mc:Fallback>
                <p:oleObj name="Equation" r:id="rId6" imgW="3568700" imgH="965200" progId="Equation.3">
                  <p:embed/>
                  <p:pic>
                    <p:nvPicPr>
                      <p:cNvPr id="215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792413"/>
                        <a:ext cx="6019800" cy="162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7"/>
          <p:cNvGraphicFramePr>
            <a:graphicFrameLocks noChangeAspect="1"/>
          </p:cNvGraphicFramePr>
          <p:nvPr/>
        </p:nvGraphicFramePr>
        <p:xfrm>
          <a:off x="2514600" y="4648200"/>
          <a:ext cx="3429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18671" imgH="203112" progId="Equation.3">
                  <p:embed/>
                </p:oleObj>
              </mc:Choice>
              <mc:Fallback>
                <p:oleObj name="Equation" r:id="rId8" imgW="1218671" imgH="203112" progId="Equation.3">
                  <p:embed/>
                  <p:pic>
                    <p:nvPicPr>
                      <p:cNvPr id="2151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648200"/>
                        <a:ext cx="3429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04" name="Text Box 8"/>
          <p:cNvSpPr txBox="1">
            <a:spLocks noChangeArrowheads="1"/>
          </p:cNvSpPr>
          <p:nvPr/>
        </p:nvSpPr>
        <p:spPr bwMode="auto">
          <a:xfrm>
            <a:off x="2919811" y="5410200"/>
            <a:ext cx="300434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Solution: </a:t>
            </a:r>
            <a:r>
              <a:rPr lang="en-US" altLang="en-US" sz="2400" dirty="0" err="1"/>
              <a:t>log</a:t>
            </a:r>
            <a:r>
              <a:rPr lang="en-US" altLang="en-US" sz="2400" baseline="-25000" dirty="0" err="1"/>
              <a:t>b</a:t>
            </a:r>
            <a:r>
              <a:rPr lang="en-US" altLang="en-US" sz="2400" dirty="0" err="1"/>
              <a:t>a</a:t>
            </a:r>
            <a:r>
              <a:rPr lang="en-US" altLang="en-US" sz="2400" dirty="0"/>
              <a:t>=2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Case 1: n &lt; n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, true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T(n) is Ɵ(n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3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3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3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3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33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33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04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C698D40-46A0-451A-8B99-880A28198F5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/>
              <a:t>Master Method, Example 2</a:t>
            </a:r>
          </a:p>
        </p:txBody>
      </p:sp>
      <p:sp>
        <p:nvSpPr>
          <p:cNvPr id="2253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form: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Master Theorem: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Example: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</p:txBody>
      </p:sp>
      <p:graphicFrame>
        <p:nvGraphicFramePr>
          <p:cNvPr id="22533" name="Object 4"/>
          <p:cNvGraphicFramePr>
            <a:graphicFrameLocks noChangeAspect="1"/>
          </p:cNvGraphicFramePr>
          <p:nvPr/>
        </p:nvGraphicFramePr>
        <p:xfrm>
          <a:off x="2709863" y="1524000"/>
          <a:ext cx="39195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97100" imgH="457200" progId="Equation.3">
                  <p:embed/>
                </p:oleObj>
              </mc:Choice>
              <mc:Fallback>
                <p:oleObj name="Equation" r:id="rId3" imgW="2197100" imgH="457200" progId="Equation.3">
                  <p:embed/>
                  <p:pic>
                    <p:nvPicPr>
                      <p:cNvPr id="2253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863" y="1524000"/>
                        <a:ext cx="391953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534" name="Picture 5" descr="BD09997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52400"/>
            <a:ext cx="13573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2535" name="Object 6"/>
          <p:cNvGraphicFramePr>
            <a:graphicFrameLocks noChangeAspect="1"/>
          </p:cNvGraphicFramePr>
          <p:nvPr/>
        </p:nvGraphicFramePr>
        <p:xfrm>
          <a:off x="1524000" y="2792413"/>
          <a:ext cx="6019800" cy="162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68700" imgH="965200" progId="Equation.3">
                  <p:embed/>
                </p:oleObj>
              </mc:Choice>
              <mc:Fallback>
                <p:oleObj name="Equation" r:id="rId6" imgW="3568700" imgH="965200" progId="Equation.3">
                  <p:embed/>
                  <p:pic>
                    <p:nvPicPr>
                      <p:cNvPr id="2253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792413"/>
                        <a:ext cx="6019800" cy="162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7"/>
          <p:cNvGraphicFramePr>
            <a:graphicFrameLocks noChangeAspect="1"/>
          </p:cNvGraphicFramePr>
          <p:nvPr/>
        </p:nvGraphicFramePr>
        <p:xfrm>
          <a:off x="2068513" y="4762500"/>
          <a:ext cx="432276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36033" imgH="203112" progId="Equation.3">
                  <p:embed/>
                </p:oleObj>
              </mc:Choice>
              <mc:Fallback>
                <p:oleObj name="Equation" r:id="rId8" imgW="1536033" imgH="203112" progId="Equation.3">
                  <p:embed/>
                  <p:pic>
                    <p:nvPicPr>
                      <p:cNvPr id="2253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513" y="4762500"/>
                        <a:ext cx="432276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28" name="Text Box 8"/>
          <p:cNvSpPr txBox="1">
            <a:spLocks noChangeArrowheads="1"/>
          </p:cNvSpPr>
          <p:nvPr/>
        </p:nvSpPr>
        <p:spPr bwMode="auto">
          <a:xfrm>
            <a:off x="1788596" y="5410200"/>
            <a:ext cx="526836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Solution: </a:t>
            </a:r>
            <a:r>
              <a:rPr lang="en-US" altLang="en-US" sz="2400" dirty="0" err="1"/>
              <a:t>log</a:t>
            </a:r>
            <a:r>
              <a:rPr lang="en-US" altLang="en-US" sz="2400" baseline="-25000" dirty="0" err="1"/>
              <a:t>b</a:t>
            </a:r>
            <a:r>
              <a:rPr lang="en-US" altLang="en-US" sz="2400" dirty="0" err="1"/>
              <a:t>a</a:t>
            </a:r>
            <a:r>
              <a:rPr lang="en-US" altLang="en-US" sz="2400" dirty="0"/>
              <a:t>=1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Case 2: n log n = n</a:t>
            </a:r>
            <a:r>
              <a:rPr lang="en-US" altLang="en-US" sz="2400" baseline="30000" dirty="0"/>
              <a:t>1</a:t>
            </a:r>
            <a:r>
              <a:rPr lang="en-US" altLang="en-US" sz="2400" dirty="0"/>
              <a:t>log</a:t>
            </a:r>
            <a:r>
              <a:rPr lang="en-US" altLang="en-US" sz="2400" baseline="30000" dirty="0"/>
              <a:t>k</a:t>
            </a:r>
            <a:r>
              <a:rPr lang="en-US" altLang="en-US" sz="2400" dirty="0"/>
              <a:t>n, true if k=1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T(n) is Ɵ(n log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8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4E7E2A5-05B0-4D03-92AC-65B79250725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/>
              <a:t>Master Method, Example 3</a:t>
            </a:r>
          </a:p>
        </p:txBody>
      </p:sp>
      <p:sp>
        <p:nvSpPr>
          <p:cNvPr id="2355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form: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Master Theorem: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Example: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</p:txBody>
      </p:sp>
      <p:graphicFrame>
        <p:nvGraphicFramePr>
          <p:cNvPr id="23557" name="Object 4"/>
          <p:cNvGraphicFramePr>
            <a:graphicFrameLocks noChangeAspect="1"/>
          </p:cNvGraphicFramePr>
          <p:nvPr/>
        </p:nvGraphicFramePr>
        <p:xfrm>
          <a:off x="2709863" y="1524000"/>
          <a:ext cx="39195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97100" imgH="457200" progId="Equation.3">
                  <p:embed/>
                </p:oleObj>
              </mc:Choice>
              <mc:Fallback>
                <p:oleObj name="Equation" r:id="rId3" imgW="2197100" imgH="457200" progId="Equation.3">
                  <p:embed/>
                  <p:pic>
                    <p:nvPicPr>
                      <p:cNvPr id="2355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863" y="1524000"/>
                        <a:ext cx="391953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558" name="Picture 5" descr="BD09997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52400"/>
            <a:ext cx="13573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559" name="Object 6"/>
          <p:cNvGraphicFramePr>
            <a:graphicFrameLocks noChangeAspect="1"/>
          </p:cNvGraphicFramePr>
          <p:nvPr/>
        </p:nvGraphicFramePr>
        <p:xfrm>
          <a:off x="1524000" y="2792413"/>
          <a:ext cx="6019800" cy="162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68700" imgH="965200" progId="Equation.3">
                  <p:embed/>
                </p:oleObj>
              </mc:Choice>
              <mc:Fallback>
                <p:oleObj name="Equation" r:id="rId6" imgW="3568700" imgH="965200" progId="Equation.3">
                  <p:embed/>
                  <p:pic>
                    <p:nvPicPr>
                      <p:cNvPr id="2355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792413"/>
                        <a:ext cx="6019800" cy="162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7"/>
          <p:cNvGraphicFramePr>
            <a:graphicFrameLocks noChangeAspect="1"/>
          </p:cNvGraphicFramePr>
          <p:nvPr/>
        </p:nvGraphicFramePr>
        <p:xfrm>
          <a:off x="2193925" y="4762500"/>
          <a:ext cx="40719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47172" imgH="203112" progId="Equation.3">
                  <p:embed/>
                </p:oleObj>
              </mc:Choice>
              <mc:Fallback>
                <p:oleObj name="Equation" r:id="rId8" imgW="1447172" imgH="203112" progId="Equation.3">
                  <p:embed/>
                  <p:pic>
                    <p:nvPicPr>
                      <p:cNvPr id="2356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925" y="4762500"/>
                        <a:ext cx="407193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2" name="Text Box 8"/>
          <p:cNvSpPr txBox="1">
            <a:spLocks noChangeArrowheads="1"/>
          </p:cNvSpPr>
          <p:nvPr/>
        </p:nvSpPr>
        <p:spPr bwMode="auto">
          <a:xfrm>
            <a:off x="2558325" y="5410200"/>
            <a:ext cx="372890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Solution: </a:t>
            </a:r>
            <a:r>
              <a:rPr lang="en-US" altLang="en-US" sz="2400" dirty="0" err="1"/>
              <a:t>log</a:t>
            </a:r>
            <a:r>
              <a:rPr lang="en-US" altLang="en-US" sz="2400" baseline="-25000" dirty="0" err="1"/>
              <a:t>b</a:t>
            </a:r>
            <a:r>
              <a:rPr lang="en-US" altLang="en-US" sz="2400" dirty="0" err="1"/>
              <a:t>a</a:t>
            </a:r>
            <a:r>
              <a:rPr lang="en-US" altLang="en-US" sz="2400" dirty="0"/>
              <a:t>=0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Case 3: n log n &gt; n</a:t>
            </a:r>
            <a:r>
              <a:rPr lang="en-US" altLang="en-US" sz="2400" baseline="30000" dirty="0"/>
              <a:t>0</a:t>
            </a:r>
            <a:r>
              <a:rPr lang="en-US" altLang="en-US" sz="2400" dirty="0"/>
              <a:t> true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T(n) is Ɵ(n log</a:t>
            </a:r>
            <a:r>
              <a:rPr lang="en-US" altLang="en-US" sz="2400" baseline="30000" dirty="0"/>
              <a:t> </a:t>
            </a:r>
            <a:r>
              <a:rPr lang="en-US" altLang="en-US" sz="2400" dirty="0"/>
              <a:t>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53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53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53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53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52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1C16CA-F3BA-4B90-8C0E-1ABB5981C51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/>
              <a:t>Master Method, Example 4</a:t>
            </a:r>
          </a:p>
        </p:txBody>
      </p:sp>
      <p:sp>
        <p:nvSpPr>
          <p:cNvPr id="2458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form: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Master Theorem: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Example: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</p:txBody>
      </p:sp>
      <p:graphicFrame>
        <p:nvGraphicFramePr>
          <p:cNvPr id="24581" name="Object 4"/>
          <p:cNvGraphicFramePr>
            <a:graphicFrameLocks noChangeAspect="1"/>
          </p:cNvGraphicFramePr>
          <p:nvPr/>
        </p:nvGraphicFramePr>
        <p:xfrm>
          <a:off x="2709863" y="1524000"/>
          <a:ext cx="39195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97100" imgH="457200" progId="Equation.3">
                  <p:embed/>
                </p:oleObj>
              </mc:Choice>
              <mc:Fallback>
                <p:oleObj name="Equation" r:id="rId3" imgW="2197100" imgH="457200" progId="Equation.3">
                  <p:embed/>
                  <p:pic>
                    <p:nvPicPr>
                      <p:cNvPr id="2458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863" y="1524000"/>
                        <a:ext cx="391953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582" name="Picture 5" descr="BD09997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52400"/>
            <a:ext cx="13573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583" name="Object 6"/>
          <p:cNvGraphicFramePr>
            <a:graphicFrameLocks noChangeAspect="1"/>
          </p:cNvGraphicFramePr>
          <p:nvPr/>
        </p:nvGraphicFramePr>
        <p:xfrm>
          <a:off x="1524000" y="2792413"/>
          <a:ext cx="6019800" cy="162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68700" imgH="965200" progId="Equation.3">
                  <p:embed/>
                </p:oleObj>
              </mc:Choice>
              <mc:Fallback>
                <p:oleObj name="Equation" r:id="rId6" imgW="3568700" imgH="965200" progId="Equation.3">
                  <p:embed/>
                  <p:pic>
                    <p:nvPicPr>
                      <p:cNvPr id="2458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792413"/>
                        <a:ext cx="6019800" cy="162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7"/>
          <p:cNvGraphicFramePr>
            <a:graphicFrameLocks noChangeAspect="1"/>
          </p:cNvGraphicFramePr>
          <p:nvPr/>
        </p:nvGraphicFramePr>
        <p:xfrm>
          <a:off x="2443163" y="4727575"/>
          <a:ext cx="357187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70000" imgH="228600" progId="Equation.3">
                  <p:embed/>
                </p:oleObj>
              </mc:Choice>
              <mc:Fallback>
                <p:oleObj name="Equation" r:id="rId8" imgW="1270000" imgH="228600" progId="Equation.3">
                  <p:embed/>
                  <p:pic>
                    <p:nvPicPr>
                      <p:cNvPr id="2458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163" y="4727575"/>
                        <a:ext cx="357187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76" name="Text Box 8"/>
          <p:cNvSpPr txBox="1">
            <a:spLocks noChangeArrowheads="1"/>
          </p:cNvSpPr>
          <p:nvPr/>
        </p:nvSpPr>
        <p:spPr bwMode="auto">
          <a:xfrm>
            <a:off x="2883741" y="5410200"/>
            <a:ext cx="307648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Solution: </a:t>
            </a:r>
            <a:r>
              <a:rPr lang="en-US" altLang="en-US" sz="2400" dirty="0" err="1"/>
              <a:t>log</a:t>
            </a:r>
            <a:r>
              <a:rPr lang="en-US" altLang="en-US" sz="2400" baseline="-25000" dirty="0" err="1"/>
              <a:t>b</a:t>
            </a:r>
            <a:r>
              <a:rPr lang="en-US" altLang="en-US" sz="2400" dirty="0" err="1"/>
              <a:t>a</a:t>
            </a:r>
            <a:r>
              <a:rPr lang="en-US" altLang="en-US" sz="2400" dirty="0"/>
              <a:t>=3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Case 1: n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 &lt; n</a:t>
            </a:r>
            <a:r>
              <a:rPr lang="en-US" altLang="en-US" sz="2400" baseline="30000" dirty="0"/>
              <a:t>3</a:t>
            </a:r>
            <a:r>
              <a:rPr lang="en-US" altLang="en-US" sz="2400" dirty="0"/>
              <a:t>, true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T(n) is Ɵ(n</a:t>
            </a:r>
            <a:r>
              <a:rPr lang="en-US" altLang="en-US" sz="2400" baseline="30000" dirty="0"/>
              <a:t>3</a:t>
            </a:r>
            <a:r>
              <a:rPr lang="en-US" altLang="en-US" sz="240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6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6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63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63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63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63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6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5D6131-5984-428B-9CC8-6BB0E945D9F4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/>
              <a:t>Master Method, Example 5</a:t>
            </a:r>
          </a:p>
        </p:txBody>
      </p:sp>
      <p:sp>
        <p:nvSpPr>
          <p:cNvPr id="2560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form: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Master Theorem: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Example: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</p:txBody>
      </p:sp>
      <p:graphicFrame>
        <p:nvGraphicFramePr>
          <p:cNvPr id="25605" name="Object 4"/>
          <p:cNvGraphicFramePr>
            <a:graphicFrameLocks noChangeAspect="1"/>
          </p:cNvGraphicFramePr>
          <p:nvPr/>
        </p:nvGraphicFramePr>
        <p:xfrm>
          <a:off x="2709863" y="1524000"/>
          <a:ext cx="39195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97100" imgH="457200" progId="Equation.3">
                  <p:embed/>
                </p:oleObj>
              </mc:Choice>
              <mc:Fallback>
                <p:oleObj name="Equation" r:id="rId3" imgW="2197100" imgH="457200" progId="Equation.3">
                  <p:embed/>
                  <p:pic>
                    <p:nvPicPr>
                      <p:cNvPr id="2560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863" y="1524000"/>
                        <a:ext cx="391953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06" name="Picture 5" descr="BD09997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52400"/>
            <a:ext cx="13573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5607" name="Object 6"/>
          <p:cNvGraphicFramePr>
            <a:graphicFrameLocks noChangeAspect="1"/>
          </p:cNvGraphicFramePr>
          <p:nvPr/>
        </p:nvGraphicFramePr>
        <p:xfrm>
          <a:off x="1524000" y="2792413"/>
          <a:ext cx="6019800" cy="162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68700" imgH="965200" progId="Equation.3">
                  <p:embed/>
                </p:oleObj>
              </mc:Choice>
              <mc:Fallback>
                <p:oleObj name="Equation" r:id="rId6" imgW="3568700" imgH="965200" progId="Equation.3">
                  <p:embed/>
                  <p:pic>
                    <p:nvPicPr>
                      <p:cNvPr id="2560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792413"/>
                        <a:ext cx="6019800" cy="162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7"/>
          <p:cNvGraphicFramePr>
            <a:graphicFrameLocks noChangeAspect="1"/>
          </p:cNvGraphicFramePr>
          <p:nvPr/>
        </p:nvGraphicFramePr>
        <p:xfrm>
          <a:off x="2460625" y="4727575"/>
          <a:ext cx="35369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57300" imgH="228600" progId="Equation.3">
                  <p:embed/>
                </p:oleObj>
              </mc:Choice>
              <mc:Fallback>
                <p:oleObj name="Equation" r:id="rId8" imgW="1257300" imgH="228600" progId="Equation.3">
                  <p:embed/>
                  <p:pic>
                    <p:nvPicPr>
                      <p:cNvPr id="2560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625" y="4727575"/>
                        <a:ext cx="353695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00" name="Text Box 8"/>
          <p:cNvSpPr txBox="1">
            <a:spLocks noChangeArrowheads="1"/>
          </p:cNvSpPr>
          <p:nvPr/>
        </p:nvSpPr>
        <p:spPr bwMode="auto">
          <a:xfrm>
            <a:off x="2883740" y="5410200"/>
            <a:ext cx="307648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Solution: </a:t>
            </a:r>
            <a:r>
              <a:rPr lang="en-US" altLang="en-US" sz="2400" dirty="0" err="1"/>
              <a:t>log</a:t>
            </a:r>
            <a:r>
              <a:rPr lang="en-US" altLang="en-US" sz="2400" baseline="-25000" dirty="0" err="1"/>
              <a:t>b</a:t>
            </a:r>
            <a:r>
              <a:rPr lang="en-US" altLang="en-US" sz="2400" dirty="0" err="1"/>
              <a:t>a</a:t>
            </a:r>
            <a:r>
              <a:rPr lang="en-US" altLang="en-US" sz="2400" dirty="0"/>
              <a:t>=2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Case 3: n</a:t>
            </a:r>
            <a:r>
              <a:rPr lang="en-US" altLang="en-US" sz="2400" baseline="30000" dirty="0"/>
              <a:t>3</a:t>
            </a:r>
            <a:r>
              <a:rPr lang="en-US" altLang="en-US" sz="2400" dirty="0"/>
              <a:t> &gt; n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, true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T(n) is Ɵ(n</a:t>
            </a:r>
            <a:r>
              <a:rPr lang="en-US" altLang="en-US" sz="2400" baseline="30000" dirty="0"/>
              <a:t>3</a:t>
            </a:r>
            <a:r>
              <a:rPr lang="en-US" altLang="en-US" sz="240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7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7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74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74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74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74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00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0165B7F-9C45-4652-B9A0-7943D21864B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/>
              <a:t>Master Method, Example 6</a:t>
            </a:r>
          </a:p>
        </p:txBody>
      </p:sp>
      <p:sp>
        <p:nvSpPr>
          <p:cNvPr id="2662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form: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Master Theorem: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Example: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</p:txBody>
      </p:sp>
      <p:graphicFrame>
        <p:nvGraphicFramePr>
          <p:cNvPr id="26629" name="Object 4"/>
          <p:cNvGraphicFramePr>
            <a:graphicFrameLocks noChangeAspect="1"/>
          </p:cNvGraphicFramePr>
          <p:nvPr/>
        </p:nvGraphicFramePr>
        <p:xfrm>
          <a:off x="2709863" y="1524000"/>
          <a:ext cx="39195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97100" imgH="457200" progId="Equation.3">
                  <p:embed/>
                </p:oleObj>
              </mc:Choice>
              <mc:Fallback>
                <p:oleObj name="Equation" r:id="rId3" imgW="2197100" imgH="457200" progId="Equation.3">
                  <p:embed/>
                  <p:pic>
                    <p:nvPicPr>
                      <p:cNvPr id="2662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863" y="1524000"/>
                        <a:ext cx="391953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630" name="Picture 5" descr="BD09997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52400"/>
            <a:ext cx="13573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6631" name="Object 6"/>
          <p:cNvGraphicFramePr>
            <a:graphicFrameLocks noChangeAspect="1"/>
          </p:cNvGraphicFramePr>
          <p:nvPr/>
        </p:nvGraphicFramePr>
        <p:xfrm>
          <a:off x="1524000" y="2792413"/>
          <a:ext cx="6019800" cy="162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68700" imgH="965200" progId="Equation.3">
                  <p:embed/>
                </p:oleObj>
              </mc:Choice>
              <mc:Fallback>
                <p:oleObj name="Equation" r:id="rId6" imgW="3568700" imgH="965200" progId="Equation.3">
                  <p:embed/>
                  <p:pic>
                    <p:nvPicPr>
                      <p:cNvPr id="2663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792413"/>
                        <a:ext cx="6019800" cy="162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7"/>
          <p:cNvGraphicFramePr>
            <a:graphicFrameLocks noChangeAspect="1"/>
          </p:cNvGraphicFramePr>
          <p:nvPr/>
        </p:nvGraphicFramePr>
        <p:xfrm>
          <a:off x="2657475" y="4762500"/>
          <a:ext cx="31432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17115" imgH="203112" progId="Equation.3">
                  <p:embed/>
                </p:oleObj>
              </mc:Choice>
              <mc:Fallback>
                <p:oleObj name="Equation" r:id="rId8" imgW="1117115" imgH="203112" progId="Equation.3">
                  <p:embed/>
                  <p:pic>
                    <p:nvPicPr>
                      <p:cNvPr id="2663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475" y="4762500"/>
                        <a:ext cx="31432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24" name="Text Box 8"/>
          <p:cNvSpPr txBox="1">
            <a:spLocks noChangeArrowheads="1"/>
          </p:cNvSpPr>
          <p:nvPr/>
        </p:nvSpPr>
        <p:spPr bwMode="auto">
          <a:xfrm>
            <a:off x="2025045" y="5410200"/>
            <a:ext cx="479387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Solution: </a:t>
            </a:r>
            <a:r>
              <a:rPr lang="en-US" altLang="en-US" sz="2400" dirty="0" err="1"/>
              <a:t>log</a:t>
            </a:r>
            <a:r>
              <a:rPr lang="en-US" altLang="en-US" sz="2400" baseline="-25000" dirty="0" err="1"/>
              <a:t>b</a:t>
            </a:r>
            <a:r>
              <a:rPr lang="en-US" altLang="en-US" sz="2400" dirty="0" err="1"/>
              <a:t>a</a:t>
            </a:r>
            <a:r>
              <a:rPr lang="en-US" altLang="en-US" sz="2400" dirty="0"/>
              <a:t>=0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Case 2: 1 = n</a:t>
            </a:r>
            <a:r>
              <a:rPr lang="en-US" altLang="en-US" sz="2400" baseline="30000" dirty="0"/>
              <a:t>0</a:t>
            </a:r>
            <a:r>
              <a:rPr lang="en-US" altLang="en-US" sz="2400" dirty="0"/>
              <a:t>log</a:t>
            </a:r>
            <a:r>
              <a:rPr lang="en-US" altLang="en-US" sz="2400" baseline="30000" dirty="0"/>
              <a:t>k</a:t>
            </a:r>
            <a:r>
              <a:rPr lang="en-US" altLang="en-US" sz="2400" dirty="0"/>
              <a:t>n, true if k = 0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T(n) is Ɵ(log n)</a:t>
            </a:r>
          </a:p>
        </p:txBody>
      </p:sp>
      <p:sp>
        <p:nvSpPr>
          <p:cNvPr id="26634" name="Text Box 9"/>
          <p:cNvSpPr txBox="1">
            <a:spLocks noChangeArrowheads="1"/>
          </p:cNvSpPr>
          <p:nvPr/>
        </p:nvSpPr>
        <p:spPr bwMode="auto">
          <a:xfrm>
            <a:off x="6019800" y="4800600"/>
            <a:ext cx="2222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(binary search)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8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8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84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84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84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84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4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13D936D-92C0-44A2-95AE-E6FC028EF6E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/>
              <a:t>Master Method, Example 7</a:t>
            </a:r>
          </a:p>
        </p:txBody>
      </p:sp>
      <p:sp>
        <p:nvSpPr>
          <p:cNvPr id="2765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form: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Master Theorem: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Example: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</p:txBody>
      </p:sp>
      <p:graphicFrame>
        <p:nvGraphicFramePr>
          <p:cNvPr id="27653" name="Object 4"/>
          <p:cNvGraphicFramePr>
            <a:graphicFrameLocks noChangeAspect="1"/>
          </p:cNvGraphicFramePr>
          <p:nvPr/>
        </p:nvGraphicFramePr>
        <p:xfrm>
          <a:off x="2709863" y="1524000"/>
          <a:ext cx="39195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97100" imgH="457200" progId="Equation.3">
                  <p:embed/>
                </p:oleObj>
              </mc:Choice>
              <mc:Fallback>
                <p:oleObj name="Equation" r:id="rId3" imgW="2197100" imgH="457200" progId="Equation.3">
                  <p:embed/>
                  <p:pic>
                    <p:nvPicPr>
                      <p:cNvPr id="2765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863" y="1524000"/>
                        <a:ext cx="391953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654" name="Picture 5" descr="BD09997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52400"/>
            <a:ext cx="13573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7655" name="Object 6"/>
          <p:cNvGraphicFramePr>
            <a:graphicFrameLocks noChangeAspect="1"/>
          </p:cNvGraphicFramePr>
          <p:nvPr/>
        </p:nvGraphicFramePr>
        <p:xfrm>
          <a:off x="1524000" y="2792413"/>
          <a:ext cx="6019800" cy="162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68700" imgH="965200" progId="Equation.3">
                  <p:embed/>
                </p:oleObj>
              </mc:Choice>
              <mc:Fallback>
                <p:oleObj name="Equation" r:id="rId6" imgW="3568700" imgH="965200" progId="Equation.3">
                  <p:embed/>
                  <p:pic>
                    <p:nvPicPr>
                      <p:cNvPr id="2765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792413"/>
                        <a:ext cx="6019800" cy="162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7"/>
          <p:cNvGraphicFramePr>
            <a:graphicFrameLocks noChangeAspect="1"/>
          </p:cNvGraphicFramePr>
          <p:nvPr/>
        </p:nvGraphicFramePr>
        <p:xfrm>
          <a:off x="1828800" y="4838700"/>
          <a:ext cx="40354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35100" imgH="203200" progId="Equation.3">
                  <p:embed/>
                </p:oleObj>
              </mc:Choice>
              <mc:Fallback>
                <p:oleObj name="Equation" r:id="rId8" imgW="1435100" imgH="203200" progId="Equation.3">
                  <p:embed/>
                  <p:pic>
                    <p:nvPicPr>
                      <p:cNvPr id="2765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838700"/>
                        <a:ext cx="40354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448" name="Text Box 8"/>
          <p:cNvSpPr txBox="1">
            <a:spLocks noChangeArrowheads="1"/>
          </p:cNvSpPr>
          <p:nvPr/>
        </p:nvSpPr>
        <p:spPr bwMode="auto">
          <a:xfrm>
            <a:off x="2688175" y="5410200"/>
            <a:ext cx="346761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Solution: </a:t>
            </a:r>
            <a:r>
              <a:rPr lang="en-US" altLang="en-US" sz="2400" dirty="0" err="1"/>
              <a:t>log</a:t>
            </a:r>
            <a:r>
              <a:rPr lang="en-US" altLang="en-US" sz="2400" baseline="-25000" dirty="0" err="1"/>
              <a:t>b</a:t>
            </a:r>
            <a:r>
              <a:rPr lang="en-US" altLang="en-US" sz="2400" dirty="0" err="1"/>
              <a:t>a</a:t>
            </a:r>
            <a:r>
              <a:rPr lang="en-US" altLang="en-US" sz="2400" dirty="0"/>
              <a:t>=1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Case 1: log n &lt; n</a:t>
            </a:r>
            <a:r>
              <a:rPr lang="en-US" altLang="en-US" sz="2400" baseline="30000" dirty="0"/>
              <a:t>1</a:t>
            </a:r>
            <a:r>
              <a:rPr lang="en-US" altLang="en-US" sz="2400" dirty="0"/>
              <a:t>, true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T(n) is Ɵ(n)</a:t>
            </a:r>
          </a:p>
        </p:txBody>
      </p:sp>
      <p:sp>
        <p:nvSpPr>
          <p:cNvPr id="27658" name="Text Box 9"/>
          <p:cNvSpPr txBox="1">
            <a:spLocks noChangeArrowheads="1"/>
          </p:cNvSpPr>
          <p:nvPr/>
        </p:nvSpPr>
        <p:spPr bwMode="auto">
          <a:xfrm>
            <a:off x="6096000" y="4876800"/>
            <a:ext cx="2814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(heap construction)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9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9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94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94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94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94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8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13D936D-92C0-44A2-95AE-E6FC028EF6E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Master Method, Example 8</a:t>
            </a:r>
          </a:p>
        </p:txBody>
      </p:sp>
      <p:sp>
        <p:nvSpPr>
          <p:cNvPr id="2765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The form: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The Master Theorem: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Example: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lvl="1"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</p:txBody>
      </p:sp>
      <p:graphicFrame>
        <p:nvGraphicFramePr>
          <p:cNvPr id="27653" name="Object 4"/>
          <p:cNvGraphicFramePr>
            <a:graphicFrameLocks noChangeAspect="1"/>
          </p:cNvGraphicFramePr>
          <p:nvPr/>
        </p:nvGraphicFramePr>
        <p:xfrm>
          <a:off x="2709863" y="1524000"/>
          <a:ext cx="39195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97100" imgH="457200" progId="Equation.3">
                  <p:embed/>
                </p:oleObj>
              </mc:Choice>
              <mc:Fallback>
                <p:oleObj name="Equation" r:id="rId3" imgW="2197100" imgH="457200" progId="Equation.3">
                  <p:embed/>
                  <p:pic>
                    <p:nvPicPr>
                      <p:cNvPr id="2765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863" y="1524000"/>
                        <a:ext cx="391953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654" name="Picture 5" descr="BD09997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52400"/>
            <a:ext cx="13573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7655" name="Object 6"/>
          <p:cNvGraphicFramePr>
            <a:graphicFrameLocks noChangeAspect="1"/>
          </p:cNvGraphicFramePr>
          <p:nvPr/>
        </p:nvGraphicFramePr>
        <p:xfrm>
          <a:off x="1524000" y="2792413"/>
          <a:ext cx="6019800" cy="162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68700" imgH="965200" progId="Equation.3">
                  <p:embed/>
                </p:oleObj>
              </mc:Choice>
              <mc:Fallback>
                <p:oleObj name="Equation" r:id="rId6" imgW="3568700" imgH="965200" progId="Equation.3">
                  <p:embed/>
                  <p:pic>
                    <p:nvPicPr>
                      <p:cNvPr id="2765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792413"/>
                        <a:ext cx="6019800" cy="162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958129"/>
              </p:ext>
            </p:extLst>
          </p:nvPr>
        </p:nvGraphicFramePr>
        <p:xfrm>
          <a:off x="1776413" y="4838700"/>
          <a:ext cx="414178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73120" imgH="203040" progId="Equation.3">
                  <p:embed/>
                </p:oleObj>
              </mc:Choice>
              <mc:Fallback>
                <p:oleObj name="Equation" r:id="rId8" imgW="1473120" imgH="203040" progId="Equation.3">
                  <p:embed/>
                  <p:pic>
                    <p:nvPicPr>
                      <p:cNvPr id="2765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413" y="4838700"/>
                        <a:ext cx="4141787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448" name="Text Box 8"/>
          <p:cNvSpPr txBox="1">
            <a:spLocks noChangeArrowheads="1"/>
          </p:cNvSpPr>
          <p:nvPr/>
        </p:nvSpPr>
        <p:spPr bwMode="auto">
          <a:xfrm>
            <a:off x="838200" y="5410200"/>
            <a:ext cx="7467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Cannot be solved by Master Method because T(n) is not in the form of </a:t>
            </a:r>
            <a:r>
              <a:rPr lang="en-US" altLang="en-US" sz="2400" dirty="0" err="1"/>
              <a:t>aT</a:t>
            </a:r>
            <a:r>
              <a:rPr lang="en-US" altLang="en-US" sz="2400" dirty="0"/>
              <a:t>(n/b)+f(n).</a:t>
            </a:r>
          </a:p>
        </p:txBody>
      </p:sp>
    </p:spTree>
    <p:extLst>
      <p:ext uri="{BB962C8B-B14F-4D97-AF65-F5344CB8AC3E}">
        <p14:creationId xmlns:p14="http://schemas.microsoft.com/office/powerpoint/2010/main" val="4256610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9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9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8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1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45CEC9-3285-4D55-8C07-059D747EDB5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Quick-Sort</a:t>
            </a:r>
          </a:p>
        </p:txBody>
      </p:sp>
      <p:grpSp>
        <p:nvGrpSpPr>
          <p:cNvPr id="30724" name="Group 3"/>
          <p:cNvGrpSpPr>
            <a:grpSpLocks/>
          </p:cNvGrpSpPr>
          <p:nvPr/>
        </p:nvGrpSpPr>
        <p:grpSpPr bwMode="auto">
          <a:xfrm>
            <a:off x="3200400" y="3340100"/>
            <a:ext cx="4600575" cy="1933575"/>
            <a:chOff x="1176" y="2496"/>
            <a:chExt cx="3426" cy="1440"/>
          </a:xfrm>
        </p:grpSpPr>
        <p:sp>
          <p:nvSpPr>
            <p:cNvPr id="30725" name="AutoShape 4"/>
            <p:cNvSpPr>
              <a:spLocks noChangeArrowheads="1"/>
            </p:cNvSpPr>
            <p:nvPr/>
          </p:nvSpPr>
          <p:spPr bwMode="auto">
            <a:xfrm>
              <a:off x="1528" y="2496"/>
              <a:ext cx="26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7  4  9  </a:t>
              </a:r>
              <a:r>
                <a:rPr lang="en-US" altLang="en-US" sz="1800" u="sng">
                  <a:solidFill>
                    <a:srgbClr val="000000"/>
                  </a:solidFill>
                </a:rPr>
                <a:t>6</a:t>
              </a:r>
              <a:r>
                <a:rPr lang="en-US" altLang="en-US" sz="1800"/>
                <a:t>  2  </a:t>
              </a:r>
              <a:r>
                <a:rPr lang="en-US" altLang="en-US" sz="1800" b="1">
                  <a:solidFill>
                    <a:srgbClr val="000000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/>
                <a:t>  </a:t>
              </a:r>
              <a:r>
                <a:rPr lang="en-US" altLang="en-US" sz="1800">
                  <a:solidFill>
                    <a:schemeClr val="tx2"/>
                  </a:solidFill>
                </a:rPr>
                <a:t>2  4  </a:t>
              </a:r>
              <a:r>
                <a:rPr lang="en-US" altLang="en-US" sz="1800" u="sng">
                  <a:solidFill>
                    <a:srgbClr val="000000"/>
                  </a:solidFill>
                </a:rPr>
                <a:t>6</a:t>
              </a:r>
              <a:r>
                <a:rPr lang="en-US" altLang="en-US" sz="1800">
                  <a:solidFill>
                    <a:schemeClr val="tx2"/>
                  </a:solidFill>
                </a:rPr>
                <a:t>  7  9</a:t>
              </a:r>
            </a:p>
          </p:txBody>
        </p:sp>
        <p:sp>
          <p:nvSpPr>
            <p:cNvPr id="30726" name="AutoShape 5"/>
            <p:cNvSpPr>
              <a:spLocks noChangeArrowheads="1"/>
            </p:cNvSpPr>
            <p:nvPr/>
          </p:nvSpPr>
          <p:spPr bwMode="auto">
            <a:xfrm>
              <a:off x="1248" y="3072"/>
              <a:ext cx="134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u="sng">
                  <a:solidFill>
                    <a:srgbClr val="000000"/>
                  </a:solidFill>
                </a:rPr>
                <a:t>4</a:t>
              </a:r>
              <a:r>
                <a:rPr lang="en-US" altLang="en-US" sz="1800"/>
                <a:t>  2  </a:t>
              </a:r>
              <a:r>
                <a:rPr lang="en-US" altLang="en-US" sz="1800" b="1">
                  <a:solidFill>
                    <a:srgbClr val="000000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/>
                <a:t>  </a:t>
              </a:r>
              <a:r>
                <a:rPr lang="en-US" altLang="en-US" sz="1800">
                  <a:solidFill>
                    <a:schemeClr val="tx2"/>
                  </a:solidFill>
                </a:rPr>
                <a:t>2  </a:t>
              </a:r>
              <a:r>
                <a:rPr lang="en-US" altLang="en-US" sz="1800" u="sng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0727" name="AutoShape 6"/>
            <p:cNvSpPr>
              <a:spLocks noChangeArrowheads="1"/>
            </p:cNvSpPr>
            <p:nvPr/>
          </p:nvSpPr>
          <p:spPr bwMode="auto">
            <a:xfrm>
              <a:off x="3168" y="3072"/>
              <a:ext cx="134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u="sng">
                  <a:solidFill>
                    <a:srgbClr val="000000"/>
                  </a:solidFill>
                </a:rPr>
                <a:t>7</a:t>
              </a:r>
              <a:r>
                <a:rPr lang="en-US" altLang="en-US" sz="1800"/>
                <a:t>  9  </a:t>
              </a:r>
              <a:r>
                <a:rPr lang="en-US" altLang="en-US" sz="1800" b="1">
                  <a:solidFill>
                    <a:srgbClr val="000000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/>
                <a:t>  </a:t>
              </a:r>
              <a:r>
                <a:rPr lang="en-US" altLang="en-US" sz="1800" u="sng">
                  <a:solidFill>
                    <a:srgbClr val="000000"/>
                  </a:solidFill>
                </a:rPr>
                <a:t>7</a:t>
              </a:r>
              <a:r>
                <a:rPr lang="en-US" altLang="en-US" sz="1800">
                  <a:solidFill>
                    <a:schemeClr val="tx2"/>
                  </a:solidFill>
                </a:rPr>
                <a:t>  9</a:t>
              </a:r>
            </a:p>
          </p:txBody>
        </p:sp>
        <p:sp>
          <p:nvSpPr>
            <p:cNvPr id="30728" name="AutoShape 7"/>
            <p:cNvSpPr>
              <a:spLocks noChangeArrowheads="1"/>
            </p:cNvSpPr>
            <p:nvPr/>
          </p:nvSpPr>
          <p:spPr bwMode="auto">
            <a:xfrm>
              <a:off x="1176" y="3648"/>
              <a:ext cx="648" cy="288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2 </a:t>
              </a:r>
              <a:r>
                <a:rPr lang="en-US" altLang="en-US" sz="1800" b="1">
                  <a:solidFill>
                    <a:srgbClr val="000000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/>
                <a:t> </a:t>
              </a:r>
              <a:r>
                <a:rPr lang="en-US" altLang="en-US" sz="18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30729" name="AutoShape 8"/>
            <p:cNvSpPr>
              <a:spLocks noChangeArrowheads="1"/>
            </p:cNvSpPr>
            <p:nvPr/>
          </p:nvSpPr>
          <p:spPr bwMode="auto">
            <a:xfrm>
              <a:off x="2064" y="3648"/>
              <a:ext cx="624" cy="288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tx2"/>
                </a:solidFill>
              </a:endParaRPr>
            </a:p>
          </p:txBody>
        </p:sp>
        <p:sp>
          <p:nvSpPr>
            <p:cNvPr id="30730" name="AutoShape 9"/>
            <p:cNvSpPr>
              <a:spLocks noChangeArrowheads="1"/>
            </p:cNvSpPr>
            <p:nvPr/>
          </p:nvSpPr>
          <p:spPr bwMode="auto">
            <a:xfrm>
              <a:off x="3090" y="3648"/>
              <a:ext cx="636" cy="288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tx2"/>
                </a:solidFill>
              </a:endParaRPr>
            </a:p>
          </p:txBody>
        </p:sp>
        <p:sp>
          <p:nvSpPr>
            <p:cNvPr id="30731" name="AutoShape 10"/>
            <p:cNvSpPr>
              <a:spLocks noChangeArrowheads="1"/>
            </p:cNvSpPr>
            <p:nvPr/>
          </p:nvSpPr>
          <p:spPr bwMode="auto">
            <a:xfrm>
              <a:off x="3984" y="3648"/>
              <a:ext cx="618" cy="288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9 </a:t>
              </a:r>
              <a:r>
                <a:rPr lang="en-US" altLang="en-US" sz="1800" b="1">
                  <a:solidFill>
                    <a:srgbClr val="000000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/>
                <a:t> </a:t>
              </a:r>
              <a:r>
                <a:rPr lang="en-US" altLang="en-US" sz="1800">
                  <a:solidFill>
                    <a:schemeClr val="tx2"/>
                  </a:solidFill>
                </a:rPr>
                <a:t>9</a:t>
              </a:r>
            </a:p>
          </p:txBody>
        </p:sp>
        <p:cxnSp>
          <p:nvCxnSpPr>
            <p:cNvPr id="30732" name="AutoShape 11"/>
            <p:cNvCxnSpPr>
              <a:cxnSpLocks noChangeShapeType="1"/>
              <a:stCxn id="30726" idx="0"/>
              <a:endCxn id="30725" idx="2"/>
            </p:cNvCxnSpPr>
            <p:nvPr/>
          </p:nvCxnSpPr>
          <p:spPr bwMode="auto">
            <a:xfrm flipV="1">
              <a:off x="1920" y="2790"/>
              <a:ext cx="952" cy="27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733" name="AutoShape 12"/>
            <p:cNvCxnSpPr>
              <a:cxnSpLocks noChangeShapeType="1"/>
              <a:stCxn id="30727" idx="0"/>
              <a:endCxn id="30725" idx="2"/>
            </p:cNvCxnSpPr>
            <p:nvPr/>
          </p:nvCxnSpPr>
          <p:spPr bwMode="auto">
            <a:xfrm flipH="1" flipV="1">
              <a:off x="2872" y="2790"/>
              <a:ext cx="968" cy="27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734" name="AutoShape 13"/>
            <p:cNvCxnSpPr>
              <a:cxnSpLocks noChangeShapeType="1"/>
              <a:stCxn id="30728" idx="0"/>
              <a:endCxn id="30726" idx="2"/>
            </p:cNvCxnSpPr>
            <p:nvPr/>
          </p:nvCxnSpPr>
          <p:spPr bwMode="auto">
            <a:xfrm flipV="1">
              <a:off x="1500" y="3366"/>
              <a:ext cx="420" cy="27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735" name="AutoShape 14"/>
            <p:cNvCxnSpPr>
              <a:cxnSpLocks noChangeShapeType="1"/>
              <a:stCxn id="30730" idx="0"/>
              <a:endCxn id="30727" idx="2"/>
            </p:cNvCxnSpPr>
            <p:nvPr/>
          </p:nvCxnSpPr>
          <p:spPr bwMode="auto">
            <a:xfrm flipV="1">
              <a:off x="3408" y="3366"/>
              <a:ext cx="432" cy="27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736" name="AutoShape 15"/>
            <p:cNvCxnSpPr>
              <a:cxnSpLocks noChangeShapeType="1"/>
              <a:stCxn id="30726" idx="2"/>
              <a:endCxn id="30729" idx="0"/>
            </p:cNvCxnSpPr>
            <p:nvPr/>
          </p:nvCxnSpPr>
          <p:spPr bwMode="auto">
            <a:xfrm>
              <a:off x="1920" y="3366"/>
              <a:ext cx="456" cy="27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737" name="AutoShape 16"/>
            <p:cNvCxnSpPr>
              <a:cxnSpLocks noChangeShapeType="1"/>
              <a:stCxn id="30727" idx="2"/>
              <a:endCxn id="30731" idx="0"/>
            </p:cNvCxnSpPr>
            <p:nvPr/>
          </p:nvCxnSpPr>
          <p:spPr bwMode="auto">
            <a:xfrm>
              <a:off x="3840" y="3366"/>
              <a:ext cx="453" cy="27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335A44-E270-454F-9411-42592559B50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5816600" y="5670550"/>
            <a:ext cx="2286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Quick-Sort</a:t>
            </a:r>
          </a:p>
        </p:txBody>
      </p:sp>
      <p:sp>
        <p:nvSpPr>
          <p:cNvPr id="31749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676400"/>
            <a:ext cx="4629150" cy="4419600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solidFill>
                  <a:schemeClr val="tx2"/>
                </a:solidFill>
              </a:rPr>
              <a:t>Quick-sort</a:t>
            </a:r>
            <a:r>
              <a:rPr lang="en-US" altLang="en-US" sz="2400" dirty="0"/>
              <a:t> is a sorting algorithm based on the divide-and-conquer paradigm:</a:t>
            </a:r>
          </a:p>
          <a:p>
            <a:pPr lvl="1" eaLnBrk="1" hangingPunct="1"/>
            <a:r>
              <a:rPr lang="en-US" altLang="en-US" sz="2000" u="sng" dirty="0">
                <a:solidFill>
                  <a:schemeClr val="tx2"/>
                </a:solidFill>
              </a:rPr>
              <a:t>Divide</a:t>
            </a:r>
            <a:r>
              <a:rPr lang="en-US" altLang="en-US" sz="2000" dirty="0"/>
              <a:t>: pick a </a:t>
            </a:r>
            <a:r>
              <a:rPr lang="en-US" altLang="en-US" sz="2000" u="sng" dirty="0"/>
              <a:t>random</a:t>
            </a:r>
            <a:r>
              <a:rPr lang="en-US" altLang="en-US" sz="2000" dirty="0"/>
              <a:t> </a:t>
            </a:r>
            <a:r>
              <a:rPr lang="en-US" altLang="en-US" sz="2000" u="sng" dirty="0"/>
              <a:t>element </a:t>
            </a:r>
            <a:r>
              <a:rPr lang="en-US" altLang="en-US" sz="2000" b="1" i="1" u="sng" dirty="0">
                <a:latin typeface="Times New Roman" panose="02020603050405020304" pitchFamily="18" charset="0"/>
              </a:rPr>
              <a:t>x</a:t>
            </a:r>
            <a:r>
              <a:rPr lang="en-US" altLang="en-US" sz="2000" u="sng" dirty="0"/>
              <a:t> (called </a:t>
            </a:r>
            <a:r>
              <a:rPr lang="en-US" altLang="en-US" sz="2000" u="sng" dirty="0">
                <a:solidFill>
                  <a:schemeClr val="tx2"/>
                </a:solidFill>
              </a:rPr>
              <a:t>pivot</a:t>
            </a:r>
            <a:r>
              <a:rPr lang="en-US" altLang="en-US" sz="2000" u="sng" dirty="0"/>
              <a:t>)</a:t>
            </a:r>
            <a:r>
              <a:rPr lang="en-US" altLang="en-US" sz="2000" dirty="0"/>
              <a:t> and partition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dirty="0"/>
              <a:t> into </a:t>
            </a:r>
          </a:p>
          <a:p>
            <a:pPr lvl="2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L </a:t>
            </a:r>
            <a:r>
              <a:rPr lang="en-US" altLang="en-US" sz="1800" dirty="0"/>
              <a:t>elements less than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</a:t>
            </a:r>
          </a:p>
          <a:p>
            <a:pPr lvl="2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E </a:t>
            </a:r>
            <a:r>
              <a:rPr lang="en-US" altLang="en-US" sz="1800" dirty="0"/>
              <a:t>elements equal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</a:t>
            </a:r>
            <a:endParaRPr lang="en-US" altLang="en-US" sz="1800" dirty="0"/>
          </a:p>
          <a:p>
            <a:pPr lvl="2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G </a:t>
            </a:r>
            <a:r>
              <a:rPr lang="en-US" altLang="en-US" sz="1800" dirty="0"/>
              <a:t>elements greater than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</a:t>
            </a:r>
            <a:endParaRPr lang="en-US" altLang="en-US" sz="1800" dirty="0"/>
          </a:p>
          <a:p>
            <a:pPr lvl="1" eaLnBrk="1" hangingPunct="1"/>
            <a:r>
              <a:rPr lang="en-US" altLang="en-US" sz="2000" u="sng" dirty="0">
                <a:solidFill>
                  <a:schemeClr val="tx2"/>
                </a:solidFill>
              </a:rPr>
              <a:t>Recur</a:t>
            </a:r>
            <a:r>
              <a:rPr lang="en-US" altLang="en-US" sz="2000" dirty="0"/>
              <a:t>: recursively sort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L </a:t>
            </a:r>
            <a:r>
              <a:rPr lang="en-US" altLang="en-US" sz="2000" dirty="0"/>
              <a:t>and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G</a:t>
            </a:r>
            <a:endParaRPr lang="en-US" altLang="en-US" sz="2000" dirty="0"/>
          </a:p>
          <a:p>
            <a:pPr lvl="1" eaLnBrk="1" hangingPunct="1"/>
            <a:r>
              <a:rPr lang="en-US" altLang="en-US" sz="2000" u="sng" dirty="0">
                <a:solidFill>
                  <a:schemeClr val="tx2"/>
                </a:solidFill>
              </a:rPr>
              <a:t>Conquer</a:t>
            </a:r>
            <a:r>
              <a:rPr lang="en-US" altLang="en-US" sz="2000" dirty="0"/>
              <a:t>: join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L</a:t>
            </a:r>
            <a:r>
              <a:rPr lang="en-US" altLang="en-US" sz="2000" dirty="0"/>
              <a:t>,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E</a:t>
            </a:r>
            <a:r>
              <a:rPr lang="en-US" altLang="en-US" sz="2000" b="1" i="1" dirty="0"/>
              <a:t> </a:t>
            </a:r>
            <a:r>
              <a:rPr lang="en-US" altLang="en-US" sz="2000" dirty="0"/>
              <a:t>and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G</a:t>
            </a:r>
          </a:p>
          <a:p>
            <a:pPr lvl="1" eaLnBrk="1" hangingPunct="1"/>
            <a:r>
              <a:rPr lang="en-US" altLang="en-US" sz="2000" dirty="0"/>
              <a:t>Recall that </a:t>
            </a:r>
            <a:r>
              <a:rPr lang="en-US" altLang="en-US" sz="2000" u="sng" dirty="0"/>
              <a:t>Lec05a picks the last element as pivot</a:t>
            </a:r>
            <a:endParaRPr lang="en-US" altLang="en-US" sz="2000" b="1" i="1" u="sng" dirty="0">
              <a:latin typeface="Times New Roman" panose="02020603050405020304" pitchFamily="18" charset="0"/>
            </a:endParaRPr>
          </a:p>
        </p:txBody>
      </p:sp>
      <p:sp>
        <p:nvSpPr>
          <p:cNvPr id="31750" name="Rectangle 5"/>
          <p:cNvSpPr>
            <a:spLocks noChangeArrowheads="1"/>
          </p:cNvSpPr>
          <p:nvPr/>
        </p:nvSpPr>
        <p:spPr bwMode="auto">
          <a:xfrm>
            <a:off x="5410200" y="1635125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51" name="Rectangle 6"/>
          <p:cNvSpPr>
            <a:spLocks noChangeArrowheads="1"/>
          </p:cNvSpPr>
          <p:nvPr/>
        </p:nvSpPr>
        <p:spPr bwMode="auto">
          <a:xfrm>
            <a:off x="5816600" y="2238375"/>
            <a:ext cx="2286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52" name="Rectangle 7"/>
          <p:cNvSpPr>
            <a:spLocks noChangeArrowheads="1"/>
          </p:cNvSpPr>
          <p:nvPr/>
        </p:nvSpPr>
        <p:spPr bwMode="auto">
          <a:xfrm>
            <a:off x="6629400" y="2409825"/>
            <a:ext cx="228600" cy="2857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53" name="Rectangle 8"/>
          <p:cNvSpPr>
            <a:spLocks noChangeArrowheads="1"/>
          </p:cNvSpPr>
          <p:nvPr/>
        </p:nvSpPr>
        <p:spPr bwMode="auto">
          <a:xfrm>
            <a:off x="7035800" y="2066925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1754" name="Rectangle 9"/>
          <p:cNvSpPr>
            <a:spLocks noChangeArrowheads="1"/>
          </p:cNvSpPr>
          <p:nvPr/>
        </p:nvSpPr>
        <p:spPr bwMode="auto">
          <a:xfrm>
            <a:off x="7442200" y="1724025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55" name="Rectangle 10"/>
          <p:cNvSpPr>
            <a:spLocks noChangeArrowheads="1"/>
          </p:cNvSpPr>
          <p:nvPr/>
        </p:nvSpPr>
        <p:spPr bwMode="auto">
          <a:xfrm>
            <a:off x="7848600" y="2352675"/>
            <a:ext cx="2286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56" name="Rectangle 11"/>
          <p:cNvSpPr>
            <a:spLocks noChangeArrowheads="1"/>
          </p:cNvSpPr>
          <p:nvPr/>
        </p:nvSpPr>
        <p:spPr bwMode="auto">
          <a:xfrm>
            <a:off x="6223000" y="1895475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57" name="Rectangle 12"/>
          <p:cNvSpPr>
            <a:spLocks noChangeArrowheads="1"/>
          </p:cNvSpPr>
          <p:nvPr/>
        </p:nvSpPr>
        <p:spPr bwMode="auto">
          <a:xfrm>
            <a:off x="7543800" y="3095625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58" name="Rectangle 13"/>
          <p:cNvSpPr>
            <a:spLocks noChangeArrowheads="1"/>
          </p:cNvSpPr>
          <p:nvPr/>
        </p:nvSpPr>
        <p:spPr bwMode="auto">
          <a:xfrm>
            <a:off x="8382000" y="3184525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59" name="Rectangle 14"/>
          <p:cNvSpPr>
            <a:spLocks noChangeArrowheads="1"/>
          </p:cNvSpPr>
          <p:nvPr/>
        </p:nvSpPr>
        <p:spPr bwMode="auto">
          <a:xfrm>
            <a:off x="7962900" y="3355975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31760" name="Group 15"/>
          <p:cNvGrpSpPr>
            <a:grpSpLocks/>
          </p:cNvGrpSpPr>
          <p:nvPr/>
        </p:nvGrpSpPr>
        <p:grpSpPr bwMode="auto">
          <a:xfrm>
            <a:off x="5111750" y="3705225"/>
            <a:ext cx="1054100" cy="457200"/>
            <a:chOff x="3320" y="2304"/>
            <a:chExt cx="664" cy="384"/>
          </a:xfrm>
        </p:grpSpPr>
        <p:sp>
          <p:nvSpPr>
            <p:cNvPr id="31771" name="Rectangle 16"/>
            <p:cNvSpPr>
              <a:spLocks noChangeArrowheads="1"/>
            </p:cNvSpPr>
            <p:nvPr/>
          </p:nvSpPr>
          <p:spPr bwMode="auto">
            <a:xfrm>
              <a:off x="3320" y="2304"/>
              <a:ext cx="144" cy="38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72" name="Rectangle 17"/>
            <p:cNvSpPr>
              <a:spLocks noChangeArrowheads="1"/>
            </p:cNvSpPr>
            <p:nvPr/>
          </p:nvSpPr>
          <p:spPr bwMode="auto">
            <a:xfrm>
              <a:off x="3580" y="2448"/>
              <a:ext cx="144" cy="2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73" name="Rectangle 18"/>
            <p:cNvSpPr>
              <a:spLocks noChangeArrowheads="1"/>
            </p:cNvSpPr>
            <p:nvPr/>
          </p:nvSpPr>
          <p:spPr bwMode="auto">
            <a:xfrm>
              <a:off x="3840" y="2400"/>
              <a:ext cx="144" cy="28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</p:grpSp>
      <p:sp>
        <p:nvSpPr>
          <p:cNvPr id="31761" name="Rectangle 19"/>
          <p:cNvSpPr>
            <a:spLocks noChangeArrowheads="1"/>
          </p:cNvSpPr>
          <p:nvPr/>
        </p:nvSpPr>
        <p:spPr bwMode="auto">
          <a:xfrm>
            <a:off x="6743700" y="3533775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1762" name="AutoShape 20"/>
          <p:cNvSpPr>
            <a:spLocks/>
          </p:cNvSpPr>
          <p:nvPr/>
        </p:nvSpPr>
        <p:spPr bwMode="auto">
          <a:xfrm rot="-5400000">
            <a:off x="5486400" y="3686175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tIns="0" rIns="548640" bIns="0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31763" name="AutoShape 21"/>
          <p:cNvSpPr>
            <a:spLocks/>
          </p:cNvSpPr>
          <p:nvPr/>
        </p:nvSpPr>
        <p:spPr bwMode="auto">
          <a:xfrm rot="-5400000">
            <a:off x="7924800" y="3686175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tIns="0" rIns="548640" bIns="0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31764" name="AutoShape 22"/>
          <p:cNvSpPr>
            <a:spLocks/>
          </p:cNvSpPr>
          <p:nvPr/>
        </p:nvSpPr>
        <p:spPr bwMode="auto">
          <a:xfrm rot="-5400000">
            <a:off x="6705600" y="3990975"/>
            <a:ext cx="304800" cy="609600"/>
          </a:xfrm>
          <a:prstGeom prst="leftBrace">
            <a:avLst>
              <a:gd name="adj1" fmla="val 1666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tIns="0" rIns="548640" bIns="0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31765" name="Rectangle 23"/>
          <p:cNvSpPr>
            <a:spLocks noChangeArrowheads="1"/>
          </p:cNvSpPr>
          <p:nvPr/>
        </p:nvSpPr>
        <p:spPr bwMode="auto">
          <a:xfrm>
            <a:off x="7442200" y="5041900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66" name="Rectangle 24"/>
          <p:cNvSpPr>
            <a:spLocks noChangeArrowheads="1"/>
          </p:cNvSpPr>
          <p:nvPr/>
        </p:nvSpPr>
        <p:spPr bwMode="auto">
          <a:xfrm>
            <a:off x="7848600" y="4953000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67" name="Rectangle 25"/>
          <p:cNvSpPr>
            <a:spLocks noChangeArrowheads="1"/>
          </p:cNvSpPr>
          <p:nvPr/>
        </p:nvSpPr>
        <p:spPr bwMode="auto">
          <a:xfrm>
            <a:off x="6223000" y="5556250"/>
            <a:ext cx="2286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68" name="Rectangle 26"/>
          <p:cNvSpPr>
            <a:spLocks noChangeArrowheads="1"/>
          </p:cNvSpPr>
          <p:nvPr/>
        </p:nvSpPr>
        <p:spPr bwMode="auto">
          <a:xfrm>
            <a:off x="6629400" y="5384800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1769" name="Rectangle 27"/>
          <p:cNvSpPr>
            <a:spLocks noChangeArrowheads="1"/>
          </p:cNvSpPr>
          <p:nvPr/>
        </p:nvSpPr>
        <p:spPr bwMode="auto">
          <a:xfrm>
            <a:off x="5410200" y="5727700"/>
            <a:ext cx="228600" cy="2857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70" name="Rectangle 28"/>
          <p:cNvSpPr>
            <a:spLocks noChangeArrowheads="1"/>
          </p:cNvSpPr>
          <p:nvPr/>
        </p:nvSpPr>
        <p:spPr bwMode="auto">
          <a:xfrm>
            <a:off x="7035800" y="5213350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 dirty="0"/>
              <a:t>Algorithm </a:t>
            </a:r>
            <a:r>
              <a:rPr lang="en-US" altLang="en-US" dirty="0"/>
              <a:t>QuickSort</a:t>
            </a:r>
            <a:endParaRPr lang="en-MY" altLang="en-US" dirty="0"/>
          </a:p>
        </p:txBody>
      </p:sp>
      <p:sp>
        <p:nvSpPr>
          <p:cNvPr id="32771" name="Content Placeholder 6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838200" y="1905000"/>
            <a:ext cx="6858000" cy="4114800"/>
          </a:xfrm>
        </p:spPr>
        <p:txBody>
          <a:bodyPr/>
          <a:lstStyle/>
          <a:p>
            <a:pPr marL="0" indent="0">
              <a:buNone/>
            </a:pPr>
            <a:r>
              <a:rPr lang="en-MY" altLang="en-US" sz="2000" dirty="0">
                <a:latin typeface="Lucida Console" panose="020B0609040504020204" pitchFamily="49" charset="0"/>
              </a:rPr>
              <a:t>Algorithm QuickSort (S, left, right)</a:t>
            </a:r>
          </a:p>
          <a:p>
            <a:pPr marL="0" indent="0"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Input: Array S, left index, </a:t>
            </a:r>
            <a:r>
              <a:rPr lang="en-MY" altLang="en-US" sz="2000" dirty="0">
                <a:latin typeface="Lucida Console" panose="020B0609040504020204" pitchFamily="49" charset="0"/>
              </a:rPr>
              <a:t>right </a:t>
            </a:r>
            <a:r>
              <a:rPr lang="en-US" altLang="en-US" sz="2000" dirty="0">
                <a:latin typeface="Lucida Console" panose="020B0609040504020204" pitchFamily="49" charset="0"/>
              </a:rPr>
              <a:t>index.</a:t>
            </a:r>
          </a:p>
          <a:p>
            <a:pPr marL="0" indent="0"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Output: S is sorted.</a:t>
            </a:r>
          </a:p>
          <a:p>
            <a:pPr marL="0" indent="0">
              <a:buNone/>
            </a:pPr>
            <a:r>
              <a:rPr lang="en-MY" altLang="en-US" sz="2000" dirty="0">
                <a:latin typeface="Lucida Console" panose="020B0609040504020204" pitchFamily="49" charset="0"/>
              </a:rPr>
              <a:t>  if left &lt; right</a:t>
            </a:r>
          </a:p>
          <a:p>
            <a:pPr marL="0" indent="0">
              <a:buNone/>
            </a:pPr>
            <a:r>
              <a:rPr lang="en-MY" altLang="en-US" sz="2000" dirty="0">
                <a:latin typeface="Lucida Console" panose="020B0609040504020204" pitchFamily="49" charset="0"/>
              </a:rPr>
              <a:t>    // pivot index</a:t>
            </a:r>
          </a:p>
          <a:p>
            <a:pPr marL="0" indent="0">
              <a:buNone/>
            </a:pPr>
            <a:r>
              <a:rPr lang="en-MY" altLang="en-US" sz="2000" dirty="0">
                <a:latin typeface="Lucida Console" panose="020B0609040504020204" pitchFamily="49" charset="0"/>
              </a:rPr>
              <a:t>    pi = partition (S, left, right)</a:t>
            </a:r>
          </a:p>
          <a:p>
            <a:pPr marL="0" indent="0">
              <a:buNone/>
            </a:pPr>
            <a:r>
              <a:rPr lang="en-MY" altLang="en-US" sz="2000" dirty="0">
                <a:latin typeface="Lucida Console" panose="020B0609040504020204" pitchFamily="49" charset="0"/>
              </a:rPr>
              <a:t>    QuickSort (S, left, pi-1)   // L, E</a:t>
            </a:r>
          </a:p>
          <a:p>
            <a:pPr marL="0" indent="0">
              <a:buNone/>
            </a:pPr>
            <a:r>
              <a:rPr lang="en-MY" altLang="en-US" sz="2000" dirty="0">
                <a:latin typeface="Lucida Console" panose="020B0609040504020204" pitchFamily="49" charset="0"/>
              </a:rPr>
              <a:t>    QuickSort (S, pi+1, right)  // G</a:t>
            </a:r>
          </a:p>
        </p:txBody>
      </p:sp>
      <p:sp>
        <p:nvSpPr>
          <p:cNvPr id="327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B74AFD-7BF4-435A-AD45-3985380D611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83133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75B6B42-C0A7-4D7E-9403-E0A9DE8D961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Partition</a:t>
            </a:r>
          </a:p>
        </p:txBody>
      </p:sp>
      <p:sp>
        <p:nvSpPr>
          <p:cNvPr id="3379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595437"/>
            <a:ext cx="3124200" cy="2747963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The partition step of quick-sort takes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time.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C27003AB-05D4-1F96-371F-A021CB2AA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81000"/>
            <a:ext cx="4495800" cy="61247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defTabSz="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342900" algn="l" defTabSz="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628650" algn="l" defTabSz="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 defTabSz="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 defTabSz="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defTabSz="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defTabSz="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defTabSz="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defTabSz="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Algorithm partition(S)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Input: Array S.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Output: All elements &lt; pivot are placed before pivot, and all elements &gt; pivot are placed after pivot.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en-US" altLang="en-US" sz="1400" noProof="1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L, E, G = empty sequences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p = S.last() // pivot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while not S.isEmpty()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  e = S.removeFirst()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  if e &lt; p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    L.insertLast(e)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  else if e = p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    E.insertLast(e)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  else // e &gt; p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    G.insertLast(e)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en-US" altLang="en-US" sz="1400" noProof="1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while not L.isEmpty()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  S.insertLast(L.removeFirst())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pi = S.size() // pivot index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while not E.isEmpty()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  S.insertLast(E.removeFirst())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while not G.isEmpty()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  S.insertLast(G.removeFirst())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en-US" altLang="en-US" sz="1400" noProof="1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return pi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13D8BE-1145-47C0-BCE4-1CC2E923855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Quick-Sort Worst-case </a:t>
            </a:r>
          </a:p>
        </p:txBody>
      </p:sp>
      <p:sp>
        <p:nvSpPr>
          <p:cNvPr id="4403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33425" y="1600200"/>
            <a:ext cx="8029575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MY" altLang="en-US" dirty="0"/>
              <a:t>First element as pivot (7 partition calls):</a:t>
            </a:r>
            <a:endParaRPr lang="en-US" altLang="en-US" dirty="0"/>
          </a:p>
          <a:p>
            <a:pPr marL="57150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u="sng" dirty="0">
                <a:latin typeface="Consolas" panose="020B0609020204030204" pitchFamily="49" charset="0"/>
              </a:rPr>
              <a:t>1</a:t>
            </a:r>
            <a:r>
              <a:rPr lang="en-US" altLang="en-US" dirty="0">
                <a:latin typeface="Consolas" panose="020B0609020204030204" pitchFamily="49" charset="0"/>
              </a:rPr>
              <a:t>  2  3  4  5  6  7  8</a:t>
            </a:r>
          </a:p>
          <a:p>
            <a:pPr marL="57150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>
                <a:latin typeface="Consolas" panose="020B0609020204030204" pitchFamily="49" charset="0"/>
              </a:rPr>
              <a:t>1* </a:t>
            </a:r>
            <a:r>
              <a:rPr lang="en-US" altLang="en-US" u="sng" dirty="0">
                <a:latin typeface="Consolas" panose="020B0609020204030204" pitchFamily="49" charset="0"/>
              </a:rPr>
              <a:t>2</a:t>
            </a:r>
            <a:r>
              <a:rPr lang="en-US" altLang="en-US" dirty="0">
                <a:latin typeface="Consolas" panose="020B0609020204030204" pitchFamily="49" charset="0"/>
              </a:rPr>
              <a:t>  3  4  5  6  7  8</a:t>
            </a:r>
          </a:p>
          <a:p>
            <a:pPr marL="57150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>
                <a:latin typeface="Consolas" panose="020B0609020204030204" pitchFamily="49" charset="0"/>
              </a:rPr>
              <a:t>1* 2* </a:t>
            </a:r>
            <a:r>
              <a:rPr lang="en-US" altLang="en-US" u="sng" dirty="0">
                <a:latin typeface="Consolas" panose="020B0609020204030204" pitchFamily="49" charset="0"/>
              </a:rPr>
              <a:t>3</a:t>
            </a:r>
            <a:r>
              <a:rPr lang="en-US" altLang="en-US" dirty="0">
                <a:latin typeface="Consolas" panose="020B0609020204030204" pitchFamily="49" charset="0"/>
              </a:rPr>
              <a:t>  4  5  6  7  8</a:t>
            </a:r>
          </a:p>
          <a:p>
            <a:pPr marL="57150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>
                <a:latin typeface="Consolas" panose="020B0609020204030204" pitchFamily="49" charset="0"/>
              </a:rPr>
              <a:t>1* 2* 3* </a:t>
            </a:r>
            <a:r>
              <a:rPr lang="en-US" altLang="en-US" u="sng" dirty="0">
                <a:latin typeface="Consolas" panose="020B0609020204030204" pitchFamily="49" charset="0"/>
              </a:rPr>
              <a:t>4</a:t>
            </a:r>
            <a:r>
              <a:rPr lang="en-US" altLang="en-US" dirty="0">
                <a:latin typeface="Consolas" panose="020B0609020204030204" pitchFamily="49" charset="0"/>
              </a:rPr>
              <a:t>  5  6  7  8</a:t>
            </a:r>
          </a:p>
          <a:p>
            <a:pPr marL="57150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>
                <a:latin typeface="Consolas" panose="020B0609020204030204" pitchFamily="49" charset="0"/>
              </a:rPr>
              <a:t>1* 2* 3* 4* </a:t>
            </a:r>
            <a:r>
              <a:rPr lang="en-US" altLang="en-US" u="sng" dirty="0">
                <a:latin typeface="Consolas" panose="020B0609020204030204" pitchFamily="49" charset="0"/>
              </a:rPr>
              <a:t>5</a:t>
            </a:r>
            <a:r>
              <a:rPr lang="en-US" altLang="en-US" dirty="0">
                <a:latin typeface="Consolas" panose="020B0609020204030204" pitchFamily="49" charset="0"/>
              </a:rPr>
              <a:t>  6  7  8</a:t>
            </a:r>
          </a:p>
          <a:p>
            <a:pPr marL="57150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>
                <a:latin typeface="Consolas" panose="020B0609020204030204" pitchFamily="49" charset="0"/>
              </a:rPr>
              <a:t>1* 2* 3* 4* 5* </a:t>
            </a:r>
            <a:r>
              <a:rPr lang="en-US" altLang="en-US" u="sng" dirty="0">
                <a:latin typeface="Consolas" panose="020B0609020204030204" pitchFamily="49" charset="0"/>
              </a:rPr>
              <a:t>6</a:t>
            </a:r>
            <a:r>
              <a:rPr lang="en-US" altLang="en-US" dirty="0">
                <a:latin typeface="Consolas" panose="020B0609020204030204" pitchFamily="49" charset="0"/>
              </a:rPr>
              <a:t>  7  8</a:t>
            </a:r>
          </a:p>
          <a:p>
            <a:pPr marL="57150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>
                <a:latin typeface="Consolas" panose="020B0609020204030204" pitchFamily="49" charset="0"/>
              </a:rPr>
              <a:t>1* 2* 3* 4* 5* 6* </a:t>
            </a:r>
            <a:r>
              <a:rPr lang="en-US" altLang="en-US" u="sng" dirty="0">
                <a:latin typeface="Consolas" panose="020B0609020204030204" pitchFamily="49" charset="0"/>
              </a:rPr>
              <a:t>7</a:t>
            </a:r>
            <a:r>
              <a:rPr lang="en-US" altLang="en-US" dirty="0">
                <a:latin typeface="Consolas" panose="020B0609020204030204" pitchFamily="49" charset="0"/>
              </a:rPr>
              <a:t>  8</a:t>
            </a:r>
          </a:p>
          <a:p>
            <a:pPr marL="57150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>
                <a:latin typeface="Consolas" panose="020B0609020204030204" pitchFamily="49" charset="0"/>
              </a:rPr>
              <a:t>1* 2* 3* 4* 5* 6* 7* 8</a:t>
            </a:r>
            <a:endParaRPr lang="en-US" altLang="en-US" u="sng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07177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477C77-7C53-4025-B608-79D1C45B295D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Worst-case Running Time</a:t>
            </a:r>
          </a:p>
        </p:txBody>
      </p:sp>
      <p:sp>
        <p:nvSpPr>
          <p:cNvPr id="4301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8001000" cy="22860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The worst case for quick-sort occurs when the </a:t>
            </a:r>
            <a:r>
              <a:rPr lang="en-US" altLang="en-US" sz="2000" u="sng" dirty="0"/>
              <a:t>pivot is the unique minimum or maximum element (already sorted)</a:t>
            </a:r>
          </a:p>
          <a:p>
            <a:pPr eaLnBrk="1" hangingPunct="1"/>
            <a:r>
              <a:rPr lang="en-US" altLang="en-US" sz="2000" dirty="0"/>
              <a:t>One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L</a:t>
            </a:r>
            <a:r>
              <a:rPr lang="en-US" altLang="en-US" sz="2000" dirty="0"/>
              <a:t> and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G</a:t>
            </a:r>
            <a:r>
              <a:rPr lang="en-US" altLang="en-US" sz="2000" dirty="0"/>
              <a:t> has size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 </a:t>
            </a:r>
            <a:r>
              <a:rPr lang="en-US" altLang="en-US" sz="2000" dirty="0">
                <a:latin typeface="Symbol" panose="05050102010706020507" pitchFamily="18" charset="2"/>
              </a:rPr>
              <a:t>- </a:t>
            </a:r>
            <a:r>
              <a:rPr lang="en-US" altLang="en-US" sz="2000" dirty="0">
                <a:latin typeface="Times New Roman" panose="02020603050405020304" pitchFamily="18" charset="0"/>
              </a:rPr>
              <a:t>1 </a:t>
            </a:r>
            <a:r>
              <a:rPr lang="en-US" altLang="en-US" sz="2000" dirty="0"/>
              <a:t>and the other has size </a:t>
            </a:r>
            <a:r>
              <a:rPr lang="en-US" altLang="en-US" sz="2000" dirty="0">
                <a:latin typeface="Times New Roman" panose="02020603050405020304" pitchFamily="18" charset="0"/>
              </a:rPr>
              <a:t>0</a:t>
            </a:r>
          </a:p>
          <a:p>
            <a:pPr eaLnBrk="1" hangingPunct="1"/>
            <a:r>
              <a:rPr lang="en-US" altLang="en-US" sz="2000" dirty="0"/>
              <a:t>The running time is proportional to the sum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(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1) </a:t>
            </a:r>
            <a:r>
              <a:rPr lang="en-US" alt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+ 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… </a:t>
            </a:r>
            <a:r>
              <a:rPr lang="en-US" alt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2 </a:t>
            </a:r>
            <a:r>
              <a:rPr lang="en-US" alt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+ 1</a:t>
            </a:r>
            <a:endParaRPr lang="en-US" altLang="en-US" sz="2000" dirty="0"/>
          </a:p>
          <a:p>
            <a:pPr eaLnBrk="1" hangingPunct="1"/>
            <a:r>
              <a:rPr lang="en-US" altLang="en-US" sz="2000" dirty="0"/>
              <a:t>Thus, the </a:t>
            </a:r>
            <a:r>
              <a:rPr lang="en-US" altLang="en-US" sz="2000" u="sng" dirty="0"/>
              <a:t>worst-case</a:t>
            </a:r>
            <a:r>
              <a:rPr lang="en-US" altLang="en-US" sz="2000" dirty="0"/>
              <a:t> running time of quick-sort is </a:t>
            </a:r>
            <a:r>
              <a:rPr lang="en-US" altLang="en-US" sz="2000" b="1" i="1" u="sng" dirty="0">
                <a:latin typeface="Times New Roman" panose="02020603050405020304" pitchFamily="18" charset="0"/>
              </a:rPr>
              <a:t>O</a:t>
            </a:r>
            <a:r>
              <a:rPr lang="en-US" altLang="en-US" sz="2000" u="sng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u="sng" dirty="0">
                <a:latin typeface="Times New Roman" panose="02020603050405020304" pitchFamily="18" charset="0"/>
              </a:rPr>
              <a:t>n</a:t>
            </a:r>
            <a:r>
              <a:rPr lang="en-US" altLang="en-US" sz="2000" u="sng" baseline="30000" dirty="0">
                <a:latin typeface="Times New Roman" panose="02020603050405020304" pitchFamily="18" charset="0"/>
              </a:rPr>
              <a:t>2</a:t>
            </a:r>
            <a:r>
              <a:rPr lang="en-US" altLang="en-US" sz="2000" u="sng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43013" name="AutoShape 4"/>
          <p:cNvSpPr>
            <a:spLocks noChangeArrowheads="1"/>
          </p:cNvSpPr>
          <p:nvPr/>
        </p:nvSpPr>
        <p:spPr bwMode="auto">
          <a:xfrm>
            <a:off x="5992813" y="4791075"/>
            <a:ext cx="1304925" cy="2174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accent1"/>
              </a:solidFill>
            </a:endParaRPr>
          </a:p>
        </p:txBody>
      </p:sp>
      <p:sp>
        <p:nvSpPr>
          <p:cNvPr id="43014" name="AutoShape 5"/>
          <p:cNvSpPr>
            <a:spLocks noChangeArrowheads="1"/>
          </p:cNvSpPr>
          <p:nvPr/>
        </p:nvSpPr>
        <p:spPr bwMode="auto">
          <a:xfrm>
            <a:off x="7340600" y="5600700"/>
            <a:ext cx="762000" cy="2174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accent1"/>
              </a:solidFill>
            </a:endParaRPr>
          </a:p>
        </p:txBody>
      </p:sp>
      <p:sp>
        <p:nvSpPr>
          <p:cNvPr id="43018" name="AutoShape 9"/>
          <p:cNvSpPr>
            <a:spLocks noChangeArrowheads="1"/>
          </p:cNvSpPr>
          <p:nvPr/>
        </p:nvSpPr>
        <p:spPr bwMode="auto">
          <a:xfrm>
            <a:off x="7802563" y="6107113"/>
            <a:ext cx="350837" cy="21748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folHlink"/>
              </a:solidFill>
            </a:endParaRPr>
          </a:p>
        </p:txBody>
      </p:sp>
      <p:cxnSp>
        <p:nvCxnSpPr>
          <p:cNvPr id="43019" name="AutoShape 10"/>
          <p:cNvCxnSpPr>
            <a:cxnSpLocks noChangeShapeType="1"/>
            <a:endCxn id="43013" idx="2"/>
          </p:cNvCxnSpPr>
          <p:nvPr/>
        </p:nvCxnSpPr>
        <p:spPr bwMode="auto">
          <a:xfrm flipV="1">
            <a:off x="6119813" y="5008563"/>
            <a:ext cx="525462" cy="3190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0" name="AutoShape 11"/>
          <p:cNvCxnSpPr>
            <a:cxnSpLocks noChangeShapeType="1"/>
            <a:endCxn id="43013" idx="2"/>
          </p:cNvCxnSpPr>
          <p:nvPr/>
        </p:nvCxnSpPr>
        <p:spPr bwMode="auto">
          <a:xfrm flipH="1" flipV="1">
            <a:off x="6645275" y="5008563"/>
            <a:ext cx="593725" cy="27781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1" name="AutoShape 12"/>
          <p:cNvCxnSpPr>
            <a:cxnSpLocks noChangeShapeType="1"/>
            <a:endCxn id="43014" idx="2"/>
          </p:cNvCxnSpPr>
          <p:nvPr/>
        </p:nvCxnSpPr>
        <p:spPr bwMode="auto">
          <a:xfrm flipV="1">
            <a:off x="7477125" y="5818188"/>
            <a:ext cx="244475" cy="2889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2" name="AutoShape 13"/>
          <p:cNvCxnSpPr>
            <a:cxnSpLocks noChangeShapeType="1"/>
            <a:stCxn id="43014" idx="2"/>
            <a:endCxn id="43018" idx="0"/>
          </p:cNvCxnSpPr>
          <p:nvPr/>
        </p:nvCxnSpPr>
        <p:spPr bwMode="auto">
          <a:xfrm>
            <a:off x="7721600" y="5818188"/>
            <a:ext cx="257175" cy="2889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023" name="AutoShape 14"/>
          <p:cNvSpPr>
            <a:spLocks noChangeArrowheads="1"/>
          </p:cNvSpPr>
          <p:nvPr/>
        </p:nvSpPr>
        <p:spPr bwMode="auto">
          <a:xfrm>
            <a:off x="4283075" y="4267200"/>
            <a:ext cx="2482850" cy="2190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accent1"/>
              </a:solidFill>
            </a:endParaRPr>
          </a:p>
        </p:txBody>
      </p:sp>
      <p:cxnSp>
        <p:nvCxnSpPr>
          <p:cNvPr id="43024" name="AutoShape 15"/>
          <p:cNvCxnSpPr>
            <a:cxnSpLocks noChangeShapeType="1"/>
            <a:endCxn id="43023" idx="2"/>
          </p:cNvCxnSpPr>
          <p:nvPr/>
        </p:nvCxnSpPr>
        <p:spPr bwMode="auto">
          <a:xfrm flipV="1">
            <a:off x="4371975" y="4486275"/>
            <a:ext cx="1152525" cy="304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5" name="AutoShape 16"/>
          <p:cNvCxnSpPr>
            <a:cxnSpLocks noChangeShapeType="1"/>
            <a:stCxn id="43013" idx="0"/>
            <a:endCxn id="43023" idx="2"/>
          </p:cNvCxnSpPr>
          <p:nvPr/>
        </p:nvCxnSpPr>
        <p:spPr bwMode="auto">
          <a:xfrm flipH="1" flipV="1">
            <a:off x="5524500" y="4486275"/>
            <a:ext cx="1120775" cy="304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81265" name="Group 17"/>
          <p:cNvGraphicFramePr>
            <a:graphicFrameLocks noGrp="1"/>
          </p:cNvGraphicFramePr>
          <p:nvPr/>
        </p:nvGraphicFramePr>
        <p:xfrm>
          <a:off x="2438400" y="3810000"/>
          <a:ext cx="1371600" cy="2590802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depth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time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n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sym typeface="Symbol" panose="05050102010706020507" pitchFamily="18" charset="2"/>
                        </a:rPr>
                        <a:t>-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n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sym typeface="Symbol" panose="05050102010706020507" pitchFamily="18" charset="2"/>
                        </a:rPr>
                        <a:t>-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037" name="Text Box 42"/>
          <p:cNvSpPr txBox="1">
            <a:spLocks noChangeArrowheads="1"/>
          </p:cNvSpPr>
          <p:nvPr/>
        </p:nvSpPr>
        <p:spPr bwMode="auto">
          <a:xfrm rot="2305880">
            <a:off x="7250113" y="5138738"/>
            <a:ext cx="43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51317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13D8BE-1145-47C0-BCE4-1CC2E923855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MY" altLang="en-US" dirty="0"/>
              <a:t>Random Pivot</a:t>
            </a:r>
            <a:endParaRPr lang="en-US" altLang="en-US" dirty="0"/>
          </a:p>
        </p:txBody>
      </p:sp>
      <p:sp>
        <p:nvSpPr>
          <p:cNvPr id="4403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33425" y="1600200"/>
            <a:ext cx="8105775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MY" altLang="en-US" dirty="0"/>
              <a:t>Random pivot can reduce quick-sort worst case.</a:t>
            </a:r>
          </a:p>
          <a:p>
            <a:pPr eaLnBrk="1" hangingPunct="1">
              <a:lnSpc>
                <a:spcPct val="90000"/>
              </a:lnSpc>
            </a:pPr>
            <a:r>
              <a:rPr lang="en-MY" altLang="en-US" dirty="0"/>
              <a:t>Sample run (4 partition calls):</a:t>
            </a:r>
            <a:endParaRPr lang="en-US" altLang="en-US" dirty="0"/>
          </a:p>
          <a:p>
            <a:pPr marL="57150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>
                <a:latin typeface="Consolas" panose="020B0609020204030204" pitchFamily="49" charset="0"/>
              </a:rPr>
              <a:t>1  2  3  4  </a:t>
            </a:r>
            <a:r>
              <a:rPr lang="en-US" altLang="en-US" u="sng" dirty="0">
                <a:latin typeface="Consolas" panose="020B0609020204030204" pitchFamily="49" charset="0"/>
              </a:rPr>
              <a:t>5</a:t>
            </a:r>
            <a:r>
              <a:rPr lang="en-US" altLang="en-US" dirty="0">
                <a:latin typeface="Consolas" panose="020B0609020204030204" pitchFamily="49" charset="0"/>
              </a:rPr>
              <a:t>  6  7  8</a:t>
            </a:r>
          </a:p>
          <a:p>
            <a:pPr marL="57150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>
                <a:latin typeface="Consolas" panose="020B0609020204030204" pitchFamily="49" charset="0"/>
              </a:rPr>
              <a:t>1  </a:t>
            </a:r>
            <a:r>
              <a:rPr lang="en-US" altLang="en-US" u="sng" dirty="0">
                <a:latin typeface="Consolas" panose="020B0609020204030204" pitchFamily="49" charset="0"/>
              </a:rPr>
              <a:t>2</a:t>
            </a:r>
            <a:r>
              <a:rPr lang="en-US" altLang="en-US" dirty="0">
                <a:latin typeface="Consolas" panose="020B0609020204030204" pitchFamily="49" charset="0"/>
              </a:rPr>
              <a:t>  3  4  5* 6  7  8</a:t>
            </a:r>
          </a:p>
          <a:p>
            <a:pPr marL="57150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>
                <a:latin typeface="Consolas" panose="020B0609020204030204" pitchFamily="49" charset="0"/>
              </a:rPr>
              <a:t>1  2* </a:t>
            </a:r>
            <a:r>
              <a:rPr lang="en-US" altLang="en-US" u="sng" dirty="0">
                <a:latin typeface="Consolas" panose="020B0609020204030204" pitchFamily="49" charset="0"/>
              </a:rPr>
              <a:t>3</a:t>
            </a:r>
            <a:r>
              <a:rPr lang="en-US" altLang="en-US" dirty="0">
                <a:latin typeface="Consolas" panose="020B0609020204030204" pitchFamily="49" charset="0"/>
              </a:rPr>
              <a:t>  4  5* 6  7  8</a:t>
            </a:r>
          </a:p>
          <a:p>
            <a:pPr marL="57150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>
                <a:latin typeface="Consolas" panose="020B0609020204030204" pitchFamily="49" charset="0"/>
              </a:rPr>
              <a:t>1  2* 3* 4  5* 6  </a:t>
            </a:r>
            <a:r>
              <a:rPr lang="en-US" altLang="en-US" u="sng" dirty="0">
                <a:latin typeface="Consolas" panose="020B0609020204030204" pitchFamily="49" charset="0"/>
              </a:rPr>
              <a:t>7</a:t>
            </a:r>
            <a:r>
              <a:rPr lang="en-US" altLang="en-US" dirty="0">
                <a:latin typeface="Consolas" panose="020B0609020204030204" pitchFamily="49" charset="0"/>
              </a:rPr>
              <a:t>  8</a:t>
            </a:r>
          </a:p>
          <a:p>
            <a:pPr marL="57150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>
                <a:latin typeface="Consolas" panose="020B0609020204030204" pitchFamily="49" charset="0"/>
              </a:rPr>
              <a:t>1  2* 3* 4  5* 6  7* 8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4345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13D8BE-1145-47C0-BCE4-1CC2E923855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Expected Running Time</a:t>
            </a:r>
          </a:p>
        </p:txBody>
      </p:sp>
      <p:sp>
        <p:nvSpPr>
          <p:cNvPr id="4403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33425" y="1600200"/>
            <a:ext cx="8029575" cy="44958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Quick-sort performs the best when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L</a:t>
            </a:r>
            <a:r>
              <a:rPr lang="en-US" altLang="en-US" sz="2400" dirty="0"/>
              <a:t> and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G</a:t>
            </a:r>
            <a:r>
              <a:rPr lang="en-US" altLang="en-US" sz="2400" dirty="0"/>
              <a:t> are of equal size. In this case, a</a:t>
            </a:r>
            <a:r>
              <a:rPr lang="en-MY" altLang="en-US" sz="2400" dirty="0"/>
              <a:t> single quick-sort call involves </a:t>
            </a:r>
            <a:r>
              <a:rPr lang="en-MY" altLang="en-US" sz="2400" dirty="0" err="1"/>
              <a:t>bn</a:t>
            </a:r>
            <a:r>
              <a:rPr lang="en-MY" altLang="en-US" sz="2400" dirty="0"/>
              <a:t> work of partition plus two recursive calls on lists of size n/2, hence the recurrence relation is (same as merge-sort)</a:t>
            </a:r>
            <a:endParaRPr lang="en-US" altLang="en-US" sz="2400" dirty="0"/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sz="2400" dirty="0"/>
              <a:t>		T(n) = 2T(n/2) + </a:t>
            </a:r>
            <a:r>
              <a:rPr lang="en-US" altLang="en-US" sz="2400" dirty="0" err="1"/>
              <a:t>bn</a:t>
            </a:r>
            <a:endParaRPr lang="en-US" altLang="en-US" sz="2400" dirty="0"/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From the Master Theorem, the</a:t>
            </a:r>
            <a:r>
              <a:rPr lang="en-MY" altLang="en-US" sz="2400" dirty="0"/>
              <a:t> </a:t>
            </a:r>
            <a:r>
              <a:rPr lang="en-MY" altLang="en-US" sz="2400" u="sng" dirty="0"/>
              <a:t>best-case</a:t>
            </a:r>
            <a:r>
              <a:rPr lang="en-MY" altLang="en-US" sz="2400" dirty="0"/>
              <a:t> running time of quick-sort is </a:t>
            </a:r>
            <a:r>
              <a:rPr lang="en-MY" altLang="en-US" sz="2400" u="sng" dirty="0"/>
              <a:t>O(n log n)</a:t>
            </a:r>
            <a:r>
              <a:rPr lang="en-MY" altLang="en-US" sz="2400" dirty="0"/>
              <a:t>.</a:t>
            </a:r>
          </a:p>
          <a:p>
            <a:pPr eaLnBrk="1" hangingPunct="1">
              <a:spcBef>
                <a:spcPts val="600"/>
              </a:spcBef>
            </a:pPr>
            <a:r>
              <a:rPr lang="en-MY" altLang="en-US" sz="2400" dirty="0"/>
              <a:t>For average case, a </a:t>
            </a:r>
            <a:r>
              <a:rPr lang="en-MY" altLang="en-US" sz="2400" u="sng" dirty="0"/>
              <a:t>random pivot</a:t>
            </a:r>
            <a:r>
              <a:rPr lang="en-MY" altLang="en-US" sz="2400" dirty="0"/>
              <a:t> reduces the probability of worst case, </a:t>
            </a:r>
            <a:r>
              <a:rPr lang="en-US" altLang="en-US" sz="2400" dirty="0"/>
              <a:t>the expected running time is also</a:t>
            </a:r>
            <a:r>
              <a:rPr lang="en-MY" altLang="en-US" sz="2400" dirty="0"/>
              <a:t> </a:t>
            </a:r>
            <a:r>
              <a:rPr lang="en-MY" altLang="en-US" sz="2400" u="sng" dirty="0"/>
              <a:t>O(n log n)</a:t>
            </a:r>
            <a:r>
              <a:rPr lang="en-MY" altLang="en-US" sz="24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Aspect">
      <a:dk1>
        <a:sysClr val="windowText" lastClr="C0C0C0"/>
      </a:dk1>
      <a:lt1>
        <a:sysClr val="window" lastClr="000000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9536</TotalTime>
  <Words>1741</Words>
  <Application>Microsoft Office PowerPoint</Application>
  <PresentationFormat>On-screen Show (4:3)</PresentationFormat>
  <Paragraphs>337</Paragraphs>
  <Slides>24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Consolas</vt:lpstr>
      <vt:lpstr>Lucida Console</vt:lpstr>
      <vt:lpstr>Symbol</vt:lpstr>
      <vt:lpstr>Tahoma</vt:lpstr>
      <vt:lpstr>Times New Roman</vt:lpstr>
      <vt:lpstr>Wingdings</vt:lpstr>
      <vt:lpstr>Blueprint</vt:lpstr>
      <vt:lpstr>Equation</vt:lpstr>
      <vt:lpstr>Lecture 07 Divide &amp; Conquer Learning Outcome</vt:lpstr>
      <vt:lpstr>Divide-and-Conquer</vt:lpstr>
      <vt:lpstr>Merge-Sort Review</vt:lpstr>
      <vt:lpstr>Merge Review</vt:lpstr>
      <vt:lpstr>Recurrence Equation Analysis</vt:lpstr>
      <vt:lpstr>Iterative Substitution</vt:lpstr>
      <vt:lpstr>The Recursion Tree</vt:lpstr>
      <vt:lpstr>Master Method</vt:lpstr>
      <vt:lpstr>Master Method, Example 1</vt:lpstr>
      <vt:lpstr>Master Method, Example 2</vt:lpstr>
      <vt:lpstr>Master Method, Example 3</vt:lpstr>
      <vt:lpstr>Master Method, Example 4</vt:lpstr>
      <vt:lpstr>Master Method, Example 5</vt:lpstr>
      <vt:lpstr>Master Method, Example 6</vt:lpstr>
      <vt:lpstr>Master Method, Example 7</vt:lpstr>
      <vt:lpstr>Master Method, Example 8</vt:lpstr>
      <vt:lpstr>Quick-Sort</vt:lpstr>
      <vt:lpstr>Quick-Sort</vt:lpstr>
      <vt:lpstr>Algorithm QuickSort</vt:lpstr>
      <vt:lpstr>Partition</vt:lpstr>
      <vt:lpstr>Quick-Sort Worst-case </vt:lpstr>
      <vt:lpstr>Worst-case Running Time</vt:lpstr>
      <vt:lpstr>Random Pivot</vt:lpstr>
      <vt:lpstr>Expected Running Time</vt:lpstr>
    </vt:vector>
  </TitlesOfParts>
  <Company>Brown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08 Divide &amp; Conquer Learning Outcome</dc:title>
  <dc:creator>Roberto Tamassia</dc:creator>
  <cp:lastModifiedBy>Neoh Kee Lin</cp:lastModifiedBy>
  <cp:revision>1123</cp:revision>
  <cp:lastPrinted>2002-04-09T17:11:12Z</cp:lastPrinted>
  <dcterms:created xsi:type="dcterms:W3CDTF">2002-01-21T02:22:10Z</dcterms:created>
  <dcterms:modified xsi:type="dcterms:W3CDTF">2025-01-03T15:07:14Z</dcterms:modified>
</cp:coreProperties>
</file>