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43"/>
  </p:notesMasterIdLst>
  <p:handoutMasterIdLst>
    <p:handoutMasterId r:id="rId44"/>
  </p:handoutMasterIdLst>
  <p:sldIdLst>
    <p:sldId id="256" r:id="rId2"/>
    <p:sldId id="418" r:id="rId3"/>
    <p:sldId id="424" r:id="rId4"/>
    <p:sldId id="425" r:id="rId5"/>
    <p:sldId id="430" r:id="rId6"/>
    <p:sldId id="475" r:id="rId7"/>
    <p:sldId id="449" r:id="rId8"/>
    <p:sldId id="454" r:id="rId9"/>
    <p:sldId id="477" r:id="rId10"/>
    <p:sldId id="481" r:id="rId11"/>
    <p:sldId id="456" r:id="rId12"/>
    <p:sldId id="457" r:id="rId13"/>
    <p:sldId id="458" r:id="rId14"/>
    <p:sldId id="459" r:id="rId15"/>
    <p:sldId id="460" r:id="rId16"/>
    <p:sldId id="436" r:id="rId17"/>
    <p:sldId id="438" r:id="rId18"/>
    <p:sldId id="439" r:id="rId19"/>
    <p:sldId id="491" r:id="rId20"/>
    <p:sldId id="493" r:id="rId21"/>
    <p:sldId id="492" r:id="rId22"/>
    <p:sldId id="440" r:id="rId23"/>
    <p:sldId id="441" r:id="rId24"/>
    <p:sldId id="442" r:id="rId25"/>
    <p:sldId id="443" r:id="rId26"/>
    <p:sldId id="444" r:id="rId27"/>
    <p:sldId id="461" r:id="rId28"/>
    <p:sldId id="462" r:id="rId29"/>
    <p:sldId id="463" r:id="rId30"/>
    <p:sldId id="464" r:id="rId31"/>
    <p:sldId id="465" r:id="rId32"/>
    <p:sldId id="476" r:id="rId33"/>
    <p:sldId id="466" r:id="rId34"/>
    <p:sldId id="467" r:id="rId35"/>
    <p:sldId id="468" r:id="rId36"/>
    <p:sldId id="469" r:id="rId37"/>
    <p:sldId id="470" r:id="rId38"/>
    <p:sldId id="471" r:id="rId39"/>
    <p:sldId id="472" r:id="rId40"/>
    <p:sldId id="473" r:id="rId41"/>
    <p:sldId id="474" r:id="rId42"/>
  </p:sldIdLst>
  <p:sldSz cx="9144000" cy="6858000" type="screen4x3"/>
  <p:notesSz cx="7302500" cy="95885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674F6"/>
    <a:srgbClr val="6289F8"/>
    <a:srgbClr val="8097F8"/>
    <a:srgbClr val="2C61F6"/>
    <a:srgbClr val="F8F0D0"/>
    <a:srgbClr val="F2E4AA"/>
    <a:srgbClr val="000000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07" autoAdjust="0"/>
    <p:restoredTop sz="90929"/>
  </p:normalViewPr>
  <p:slideViewPr>
    <p:cSldViewPr snapToObjects="1">
      <p:cViewPr varScale="1">
        <p:scale>
          <a:sx n="82" d="100"/>
          <a:sy n="82" d="100"/>
        </p:scale>
        <p:origin x="989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4.xml"/><Relationship Id="rId2" Type="http://schemas.openxmlformats.org/officeDocument/2006/relationships/slide" Target="slides/slide3.xml"/><Relationship Id="rId1" Type="http://schemas.openxmlformats.org/officeDocument/2006/relationships/slide" Target="slides/slide2.xml"/><Relationship Id="rId4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oh Kee Lin" userId="9e68bd29-1eeb-4ae3-beb9-48fd59e465e5" providerId="ADAL" clId="{1A3DDF8E-24AA-42EF-8AAF-FD1CF576F4E8}"/>
    <pc:docChg chg="undo custSel addSld modSld">
      <pc:chgData name="Neoh Kee Lin" userId="9e68bd29-1eeb-4ae3-beb9-48fd59e465e5" providerId="ADAL" clId="{1A3DDF8E-24AA-42EF-8AAF-FD1CF576F4E8}" dt="2022-12-16T11:29:51.944" v="16"/>
      <pc:docMkLst>
        <pc:docMk/>
      </pc:docMkLst>
      <pc:sldChg chg="modSp mod">
        <pc:chgData name="Neoh Kee Lin" userId="9e68bd29-1eeb-4ae3-beb9-48fd59e465e5" providerId="ADAL" clId="{1A3DDF8E-24AA-42EF-8AAF-FD1CF576F4E8}" dt="2022-12-16T09:00:45.292" v="11" actId="20577"/>
        <pc:sldMkLst>
          <pc:docMk/>
          <pc:sldMk cId="0" sldId="440"/>
        </pc:sldMkLst>
      </pc:sldChg>
      <pc:sldChg chg="modSp mod">
        <pc:chgData name="Neoh Kee Lin" userId="9e68bd29-1eeb-4ae3-beb9-48fd59e465e5" providerId="ADAL" clId="{1A3DDF8E-24AA-42EF-8AAF-FD1CF576F4E8}" dt="2022-12-16T09:00:48.656" v="12"/>
        <pc:sldMkLst>
          <pc:docMk/>
          <pc:sldMk cId="0" sldId="441"/>
        </pc:sldMkLst>
      </pc:sldChg>
      <pc:sldChg chg="modSp mod">
        <pc:chgData name="Neoh Kee Lin" userId="9e68bd29-1eeb-4ae3-beb9-48fd59e465e5" providerId="ADAL" clId="{1A3DDF8E-24AA-42EF-8AAF-FD1CF576F4E8}" dt="2022-12-16T09:00:53.561" v="13"/>
        <pc:sldMkLst>
          <pc:docMk/>
          <pc:sldMk cId="0" sldId="442"/>
        </pc:sldMkLst>
      </pc:sldChg>
      <pc:sldChg chg="modSp mod">
        <pc:chgData name="Neoh Kee Lin" userId="9e68bd29-1eeb-4ae3-beb9-48fd59e465e5" providerId="ADAL" clId="{1A3DDF8E-24AA-42EF-8AAF-FD1CF576F4E8}" dt="2022-12-16T08:59:40.540" v="3" actId="20577"/>
        <pc:sldMkLst>
          <pc:docMk/>
          <pc:sldMk cId="0" sldId="456"/>
        </pc:sldMkLst>
      </pc:sldChg>
      <pc:sldChg chg="modSp mod">
        <pc:chgData name="Neoh Kee Lin" userId="9e68bd29-1eeb-4ae3-beb9-48fd59e465e5" providerId="ADAL" clId="{1A3DDF8E-24AA-42EF-8AAF-FD1CF576F4E8}" dt="2022-12-16T08:59:46.732" v="7" actId="20577"/>
        <pc:sldMkLst>
          <pc:docMk/>
          <pc:sldMk cId="0" sldId="457"/>
        </pc:sldMkLst>
      </pc:sldChg>
      <pc:sldChg chg="addSp delSp mod">
        <pc:chgData name="Neoh Kee Lin" userId="9e68bd29-1eeb-4ae3-beb9-48fd59e465e5" providerId="ADAL" clId="{1A3DDF8E-24AA-42EF-8AAF-FD1CF576F4E8}" dt="2022-12-16T11:29:48.724" v="15" actId="22"/>
        <pc:sldMkLst>
          <pc:docMk/>
          <pc:sldMk cId="0" sldId="465"/>
        </pc:sldMkLst>
      </pc:sldChg>
      <pc:sldChg chg="add">
        <pc:chgData name="Neoh Kee Lin" userId="9e68bd29-1eeb-4ae3-beb9-48fd59e465e5" providerId="ADAL" clId="{1A3DDF8E-24AA-42EF-8AAF-FD1CF576F4E8}" dt="2022-12-16T11:29:51.944" v="16"/>
        <pc:sldMkLst>
          <pc:docMk/>
          <pc:sldMk cId="400737845" sldId="476"/>
        </pc:sldMkLst>
      </pc:sldChg>
    </pc:docChg>
  </pc:docChgLst>
  <pc:docChgLst>
    <pc:chgData name="Neoh Kee Lin" userId="9e68bd29-1eeb-4ae3-beb9-48fd59e465e5" providerId="ADAL" clId="{871DED09-2BBD-4E58-8581-2AAADCEF9C63}"/>
    <pc:docChg chg="modSld">
      <pc:chgData name="Neoh Kee Lin" userId="9e68bd29-1eeb-4ae3-beb9-48fd59e465e5" providerId="ADAL" clId="{871DED09-2BBD-4E58-8581-2AAADCEF9C63}" dt="2025-01-03T15:02:23.997" v="75" actId="20577"/>
      <pc:docMkLst>
        <pc:docMk/>
      </pc:docMkLst>
      <pc:sldChg chg="modSp mod">
        <pc:chgData name="Neoh Kee Lin" userId="9e68bd29-1eeb-4ae3-beb9-48fd59e465e5" providerId="ADAL" clId="{871DED09-2BBD-4E58-8581-2AAADCEF9C63}" dt="2025-01-03T14:51:21.448" v="49" actId="14100"/>
        <pc:sldMkLst>
          <pc:docMk/>
          <pc:sldMk cId="0" sldId="439"/>
        </pc:sldMkLst>
        <pc:spChg chg="mod">
          <ac:chgData name="Neoh Kee Lin" userId="9e68bd29-1eeb-4ae3-beb9-48fd59e465e5" providerId="ADAL" clId="{871DED09-2BBD-4E58-8581-2AAADCEF9C63}" dt="2025-01-03T14:51:21.448" v="49" actId="14100"/>
          <ac:spMkLst>
            <pc:docMk/>
            <pc:sldMk cId="0" sldId="439"/>
            <ac:spMk id="40966" creationId="{00000000-0000-0000-0000-000000000000}"/>
          </ac:spMkLst>
        </pc:spChg>
        <pc:spChg chg="mod">
          <ac:chgData name="Neoh Kee Lin" userId="9e68bd29-1eeb-4ae3-beb9-48fd59e465e5" providerId="ADAL" clId="{871DED09-2BBD-4E58-8581-2AAADCEF9C63}" dt="2025-01-03T14:50:58.836" v="37" actId="20577"/>
          <ac:spMkLst>
            <pc:docMk/>
            <pc:sldMk cId="0" sldId="439"/>
            <ac:spMk id="40967" creationId="{00000000-0000-0000-0000-000000000000}"/>
          </ac:spMkLst>
        </pc:spChg>
      </pc:sldChg>
      <pc:sldChg chg="modSp mod">
        <pc:chgData name="Neoh Kee Lin" userId="9e68bd29-1eeb-4ae3-beb9-48fd59e465e5" providerId="ADAL" clId="{871DED09-2BBD-4E58-8581-2AAADCEF9C63}" dt="2025-01-03T14:51:36.404" v="54" actId="20577"/>
        <pc:sldMkLst>
          <pc:docMk/>
          <pc:sldMk cId="0" sldId="463"/>
        </pc:sldMkLst>
        <pc:spChg chg="mod">
          <ac:chgData name="Neoh Kee Lin" userId="9e68bd29-1eeb-4ae3-beb9-48fd59e465e5" providerId="ADAL" clId="{871DED09-2BBD-4E58-8581-2AAADCEF9C63}" dt="2025-01-03T14:51:36.404" v="54" actId="20577"/>
          <ac:spMkLst>
            <pc:docMk/>
            <pc:sldMk cId="0" sldId="463"/>
            <ac:spMk id="53253" creationId="{00000000-0000-0000-0000-000000000000}"/>
          </ac:spMkLst>
        </pc:spChg>
      </pc:sldChg>
      <pc:sldChg chg="modSp mod">
        <pc:chgData name="Neoh Kee Lin" userId="9e68bd29-1eeb-4ae3-beb9-48fd59e465e5" providerId="ADAL" clId="{871DED09-2BBD-4E58-8581-2AAADCEF9C63}" dt="2025-01-03T15:02:23.997" v="75" actId="20577"/>
        <pc:sldMkLst>
          <pc:docMk/>
          <pc:sldMk cId="0" sldId="464"/>
        </pc:sldMkLst>
        <pc:spChg chg="mod">
          <ac:chgData name="Neoh Kee Lin" userId="9e68bd29-1eeb-4ae3-beb9-48fd59e465e5" providerId="ADAL" clId="{871DED09-2BBD-4E58-8581-2AAADCEF9C63}" dt="2025-01-03T15:02:23.997" v="75" actId="20577"/>
          <ac:spMkLst>
            <pc:docMk/>
            <pc:sldMk cId="0" sldId="464"/>
            <ac:spMk id="54277" creationId="{00000000-0000-0000-0000-000000000000}"/>
          </ac:spMkLst>
        </pc:spChg>
        <pc:spChg chg="mod">
          <ac:chgData name="Neoh Kee Lin" userId="9e68bd29-1eeb-4ae3-beb9-48fd59e465e5" providerId="ADAL" clId="{871DED09-2BBD-4E58-8581-2AAADCEF9C63}" dt="2025-01-03T14:51:52.545" v="60"/>
          <ac:spMkLst>
            <pc:docMk/>
            <pc:sldMk cId="0" sldId="464"/>
            <ac:spMk id="54278" creationId="{00000000-0000-0000-0000-000000000000}"/>
          </ac:spMkLst>
        </pc:spChg>
      </pc:sldChg>
      <pc:sldChg chg="modSp mod">
        <pc:chgData name="Neoh Kee Lin" userId="9e68bd29-1eeb-4ae3-beb9-48fd59e465e5" providerId="ADAL" clId="{871DED09-2BBD-4E58-8581-2AAADCEF9C63}" dt="2025-01-03T14:49:58.712" v="17" actId="20577"/>
        <pc:sldMkLst>
          <pc:docMk/>
          <pc:sldMk cId="909063565" sldId="477"/>
        </pc:sldMkLst>
        <pc:spChg chg="mod">
          <ac:chgData name="Neoh Kee Lin" userId="9e68bd29-1eeb-4ae3-beb9-48fd59e465e5" providerId="ADAL" clId="{871DED09-2BBD-4E58-8581-2AAADCEF9C63}" dt="2025-01-03T14:49:58.712" v="17" actId="20577"/>
          <ac:spMkLst>
            <pc:docMk/>
            <pc:sldMk cId="909063565" sldId="477"/>
            <ac:spMk id="30726" creationId="{E2D8058F-4616-27E0-4A71-1DF6321674B1}"/>
          </ac:spMkLst>
        </pc:spChg>
        <pc:spChg chg="mod">
          <ac:chgData name="Neoh Kee Lin" userId="9e68bd29-1eeb-4ae3-beb9-48fd59e465e5" providerId="ADAL" clId="{871DED09-2BBD-4E58-8581-2AAADCEF9C63}" dt="2025-01-03T14:49:51.481" v="13" actId="20577"/>
          <ac:spMkLst>
            <pc:docMk/>
            <pc:sldMk cId="909063565" sldId="477"/>
            <ac:spMk id="30727" creationId="{43BC9B14-72EB-A564-7090-C86749BC5EDC}"/>
          </ac:spMkLst>
        </pc:spChg>
      </pc:sldChg>
    </pc:docChg>
  </pc:docChgLst>
  <pc:docChgLst>
    <pc:chgData name="Neoh Kee Lin" userId="9e68bd29-1eeb-4ae3-beb9-48fd59e465e5" providerId="ADAL" clId="{226E7431-0084-4873-8928-81FD86C43AE6}"/>
    <pc:docChg chg="undo custSel delSld modSld">
      <pc:chgData name="Neoh Kee Lin" userId="9e68bd29-1eeb-4ae3-beb9-48fd59e465e5" providerId="ADAL" clId="{226E7431-0084-4873-8928-81FD86C43AE6}" dt="2022-12-08T17:26:45.041" v="21" actId="6549"/>
      <pc:docMkLst>
        <pc:docMk/>
      </pc:docMkLst>
      <pc:sldChg chg="del">
        <pc:chgData name="Neoh Kee Lin" userId="9e68bd29-1eeb-4ae3-beb9-48fd59e465e5" providerId="ADAL" clId="{226E7431-0084-4873-8928-81FD86C43AE6}" dt="2022-12-08T17:23:52.647" v="12" actId="47"/>
        <pc:sldMkLst>
          <pc:docMk/>
          <pc:sldMk cId="0" sldId="445"/>
        </pc:sldMkLst>
      </pc:sldChg>
      <pc:sldChg chg="del">
        <pc:chgData name="Neoh Kee Lin" userId="9e68bd29-1eeb-4ae3-beb9-48fd59e465e5" providerId="ADAL" clId="{226E7431-0084-4873-8928-81FD86C43AE6}" dt="2022-12-08T17:23:54.058" v="13" actId="47"/>
        <pc:sldMkLst>
          <pc:docMk/>
          <pc:sldMk cId="0" sldId="446"/>
        </pc:sldMkLst>
      </pc:sldChg>
      <pc:sldChg chg="del">
        <pc:chgData name="Neoh Kee Lin" userId="9e68bd29-1eeb-4ae3-beb9-48fd59e465e5" providerId="ADAL" clId="{226E7431-0084-4873-8928-81FD86C43AE6}" dt="2022-12-08T17:23:56.846" v="14" actId="47"/>
        <pc:sldMkLst>
          <pc:docMk/>
          <pc:sldMk cId="0" sldId="447"/>
        </pc:sldMkLst>
      </pc:sldChg>
      <pc:sldChg chg="modSp mod">
        <pc:chgData name="Neoh Kee Lin" userId="9e68bd29-1eeb-4ae3-beb9-48fd59e465e5" providerId="ADAL" clId="{226E7431-0084-4873-8928-81FD86C43AE6}" dt="2022-12-08T17:26:45.041" v="21" actId="6549"/>
        <pc:sldMkLst>
          <pc:docMk/>
          <pc:sldMk cId="0" sldId="463"/>
        </pc:sldMkLst>
      </pc:sldChg>
      <pc:sldChg chg="modSp mod">
        <pc:chgData name="Neoh Kee Lin" userId="9e68bd29-1eeb-4ae3-beb9-48fd59e465e5" providerId="ADAL" clId="{226E7431-0084-4873-8928-81FD86C43AE6}" dt="2022-12-08T15:22:38.776" v="3" actId="404"/>
        <pc:sldMkLst>
          <pc:docMk/>
          <pc:sldMk cId="0" sldId="464"/>
        </pc:sldMkLst>
      </pc:sldChg>
      <pc:sldChg chg="del">
        <pc:chgData name="Neoh Kee Lin" userId="9e68bd29-1eeb-4ae3-beb9-48fd59e465e5" providerId="ADAL" clId="{226E7431-0084-4873-8928-81FD86C43AE6}" dt="2022-12-08T17:21:18.399" v="8" actId="47"/>
        <pc:sldMkLst>
          <pc:docMk/>
          <pc:sldMk cId="0" sldId="476"/>
        </pc:sldMkLst>
      </pc:sldChg>
      <pc:sldChg chg="del">
        <pc:chgData name="Neoh Kee Lin" userId="9e68bd29-1eeb-4ae3-beb9-48fd59e465e5" providerId="ADAL" clId="{226E7431-0084-4873-8928-81FD86C43AE6}" dt="2022-12-08T17:21:19.457" v="9" actId="47"/>
        <pc:sldMkLst>
          <pc:docMk/>
          <pc:sldMk cId="0" sldId="477"/>
        </pc:sldMkLst>
      </pc:sldChg>
      <pc:sldChg chg="del">
        <pc:chgData name="Neoh Kee Lin" userId="9e68bd29-1eeb-4ae3-beb9-48fd59e465e5" providerId="ADAL" clId="{226E7431-0084-4873-8928-81FD86C43AE6}" dt="2022-12-08T17:21:21.628" v="10" actId="47"/>
        <pc:sldMkLst>
          <pc:docMk/>
          <pc:sldMk cId="0" sldId="478"/>
        </pc:sldMkLst>
      </pc:sldChg>
      <pc:sldChg chg="del">
        <pc:chgData name="Neoh Kee Lin" userId="9e68bd29-1eeb-4ae3-beb9-48fd59e465e5" providerId="ADAL" clId="{226E7431-0084-4873-8928-81FD86C43AE6}" dt="2022-12-08T17:21:51.350" v="11" actId="47"/>
        <pc:sldMkLst>
          <pc:docMk/>
          <pc:sldMk cId="0" sldId="479"/>
        </pc:sldMkLst>
      </pc:sldChg>
    </pc:docChg>
  </pc:docChgLst>
  <pc:docChgLst>
    <pc:chgData name="Neoh Kee Lin" userId="9e68bd29-1eeb-4ae3-beb9-48fd59e465e5" providerId="ADAL" clId="{02067195-BE82-4E03-BBE2-0732E9C70188}"/>
    <pc:docChg chg="undo custSel addSld delSld modSld">
      <pc:chgData name="Neoh Kee Lin" userId="9e68bd29-1eeb-4ae3-beb9-48fd59e465e5" providerId="ADAL" clId="{02067195-BE82-4E03-BBE2-0732E9C70188}" dt="2025-01-03T14:48:10.023" v="1247" actId="6549"/>
      <pc:docMkLst>
        <pc:docMk/>
      </pc:docMkLst>
      <pc:sldChg chg="modSp mod">
        <pc:chgData name="Neoh Kee Lin" userId="9e68bd29-1eeb-4ae3-beb9-48fd59e465e5" providerId="ADAL" clId="{02067195-BE82-4E03-BBE2-0732E9C70188}" dt="2024-12-29T16:35:13.873" v="1229" actId="790"/>
        <pc:sldMkLst>
          <pc:docMk/>
          <pc:sldMk cId="0" sldId="439"/>
        </pc:sldMkLst>
        <pc:spChg chg="mod">
          <ac:chgData name="Neoh Kee Lin" userId="9e68bd29-1eeb-4ae3-beb9-48fd59e465e5" providerId="ADAL" clId="{02067195-BE82-4E03-BBE2-0732E9C70188}" dt="2024-12-29T16:35:08.471" v="1228" actId="790"/>
          <ac:spMkLst>
            <pc:docMk/>
            <pc:sldMk cId="0" sldId="439"/>
            <ac:spMk id="40966" creationId="{00000000-0000-0000-0000-000000000000}"/>
          </ac:spMkLst>
        </pc:spChg>
        <pc:spChg chg="mod">
          <ac:chgData name="Neoh Kee Lin" userId="9e68bd29-1eeb-4ae3-beb9-48fd59e465e5" providerId="ADAL" clId="{02067195-BE82-4E03-BBE2-0732E9C70188}" dt="2024-12-29T16:35:13.873" v="1229" actId="790"/>
          <ac:spMkLst>
            <pc:docMk/>
            <pc:sldMk cId="0" sldId="439"/>
            <ac:spMk id="40967" creationId="{00000000-0000-0000-0000-000000000000}"/>
          </ac:spMkLst>
        </pc:spChg>
      </pc:sldChg>
      <pc:sldChg chg="del">
        <pc:chgData name="Neoh Kee Lin" userId="9e68bd29-1eeb-4ae3-beb9-48fd59e465e5" providerId="ADAL" clId="{02067195-BE82-4E03-BBE2-0732E9C70188}" dt="2024-12-23T09:25:33.679" v="754" actId="47"/>
        <pc:sldMkLst>
          <pc:docMk/>
          <pc:sldMk cId="0" sldId="455"/>
        </pc:sldMkLst>
      </pc:sldChg>
      <pc:sldChg chg="modSp mod">
        <pc:chgData name="Neoh Kee Lin" userId="9e68bd29-1eeb-4ae3-beb9-48fd59e465e5" providerId="ADAL" clId="{02067195-BE82-4E03-BBE2-0732E9C70188}" dt="2025-01-03T14:48:10.023" v="1247" actId="6549"/>
        <pc:sldMkLst>
          <pc:docMk/>
          <pc:sldMk cId="0" sldId="463"/>
        </pc:sldMkLst>
        <pc:spChg chg="mod">
          <ac:chgData name="Neoh Kee Lin" userId="9e68bd29-1eeb-4ae3-beb9-48fd59e465e5" providerId="ADAL" clId="{02067195-BE82-4E03-BBE2-0732E9C70188}" dt="2025-01-03T14:48:10.023" v="1247" actId="6549"/>
          <ac:spMkLst>
            <pc:docMk/>
            <pc:sldMk cId="0" sldId="463"/>
            <ac:spMk id="53253" creationId="{00000000-0000-0000-0000-000000000000}"/>
          </ac:spMkLst>
        </pc:spChg>
      </pc:sldChg>
      <pc:sldChg chg="modSp mod">
        <pc:chgData name="Neoh Kee Lin" userId="9e68bd29-1eeb-4ae3-beb9-48fd59e465e5" providerId="ADAL" clId="{02067195-BE82-4E03-BBE2-0732E9C70188}" dt="2024-12-29T16:35:39.147" v="1231" actId="790"/>
        <pc:sldMkLst>
          <pc:docMk/>
          <pc:sldMk cId="0" sldId="464"/>
        </pc:sldMkLst>
        <pc:spChg chg="mod">
          <ac:chgData name="Neoh Kee Lin" userId="9e68bd29-1eeb-4ae3-beb9-48fd59e465e5" providerId="ADAL" clId="{02067195-BE82-4E03-BBE2-0732E9C70188}" dt="2024-12-29T16:35:34.209" v="1230" actId="790"/>
          <ac:spMkLst>
            <pc:docMk/>
            <pc:sldMk cId="0" sldId="464"/>
            <ac:spMk id="54277" creationId="{00000000-0000-0000-0000-000000000000}"/>
          </ac:spMkLst>
        </pc:spChg>
        <pc:spChg chg="mod">
          <ac:chgData name="Neoh Kee Lin" userId="9e68bd29-1eeb-4ae3-beb9-48fd59e465e5" providerId="ADAL" clId="{02067195-BE82-4E03-BBE2-0732E9C70188}" dt="2024-12-29T16:35:39.147" v="1231" actId="790"/>
          <ac:spMkLst>
            <pc:docMk/>
            <pc:sldMk cId="0" sldId="464"/>
            <ac:spMk id="54278" creationId="{00000000-0000-0000-0000-000000000000}"/>
          </ac:spMkLst>
        </pc:spChg>
      </pc:sldChg>
      <pc:sldChg chg="addSp delSp modSp add mod">
        <pc:chgData name="Neoh Kee Lin" userId="9e68bd29-1eeb-4ae3-beb9-48fd59e465e5" providerId="ADAL" clId="{02067195-BE82-4E03-BBE2-0732E9C70188}" dt="2024-12-29T16:33:34.853" v="1227" actId="790"/>
        <pc:sldMkLst>
          <pc:docMk/>
          <pc:sldMk cId="909063565" sldId="477"/>
        </pc:sldMkLst>
        <pc:spChg chg="mod">
          <ac:chgData name="Neoh Kee Lin" userId="9e68bd29-1eeb-4ae3-beb9-48fd59e465e5" providerId="ADAL" clId="{02067195-BE82-4E03-BBE2-0732E9C70188}" dt="2024-12-29T16:33:25.924" v="1226" actId="790"/>
          <ac:spMkLst>
            <pc:docMk/>
            <pc:sldMk cId="909063565" sldId="477"/>
            <ac:spMk id="30726" creationId="{E2D8058F-4616-27E0-4A71-1DF6321674B1}"/>
          </ac:spMkLst>
        </pc:spChg>
        <pc:spChg chg="mod">
          <ac:chgData name="Neoh Kee Lin" userId="9e68bd29-1eeb-4ae3-beb9-48fd59e465e5" providerId="ADAL" clId="{02067195-BE82-4E03-BBE2-0732E9C70188}" dt="2024-12-29T16:33:34.853" v="1227" actId="790"/>
          <ac:spMkLst>
            <pc:docMk/>
            <pc:sldMk cId="909063565" sldId="477"/>
            <ac:spMk id="30727" creationId="{43BC9B14-72EB-A564-7090-C86749BC5EDC}"/>
          </ac:spMkLst>
        </pc:spChg>
        <pc:picChg chg="add mod">
          <ac:chgData name="Neoh Kee Lin" userId="9e68bd29-1eeb-4ae3-beb9-48fd59e465e5" providerId="ADAL" clId="{02067195-BE82-4E03-BBE2-0732E9C70188}" dt="2024-12-23T09:24:37.945" v="736"/>
          <ac:picMkLst>
            <pc:docMk/>
            <pc:sldMk cId="909063565" sldId="477"/>
            <ac:picMk id="2" creationId="{B68EB7C8-275D-E025-7FC6-DD95467DCB55}"/>
          </ac:picMkLst>
        </pc:picChg>
      </pc:sldChg>
    </pc:docChg>
  </pc:docChgLst>
  <pc:docChgLst>
    <pc:chgData name="Neoh Kee Lin" userId="9e68bd29-1eeb-4ae3-beb9-48fd59e465e5" providerId="ADAL" clId="{25644A63-B7C0-4567-9315-FCEB5121FF0A}"/>
    <pc:docChg chg="modSld">
      <pc:chgData name="Neoh Kee Lin" userId="9e68bd29-1eeb-4ae3-beb9-48fd59e465e5" providerId="ADAL" clId="{25644A63-B7C0-4567-9315-FCEB5121FF0A}" dt="2024-11-28T07:19:38.860" v="1" actId="20577"/>
      <pc:docMkLst>
        <pc:docMk/>
      </pc:docMkLst>
      <pc:sldChg chg="modSp mod">
        <pc:chgData name="Neoh Kee Lin" userId="9e68bd29-1eeb-4ae3-beb9-48fd59e465e5" providerId="ADAL" clId="{25644A63-B7C0-4567-9315-FCEB5121FF0A}" dt="2024-11-28T07:19:38.860" v="1" actId="20577"/>
        <pc:sldMkLst>
          <pc:docMk/>
          <pc:sldMk cId="0" sldId="256"/>
        </pc:sldMkLst>
      </pc:sldChg>
    </pc:docChg>
  </pc:docChgLst>
  <pc:docChgLst>
    <pc:chgData name="Neoh Kee Lin" userId="9e68bd29-1eeb-4ae3-beb9-48fd59e465e5" providerId="ADAL" clId="{02FEA991-E705-4E47-9809-FC337A9EEE9B}"/>
    <pc:docChg chg="undo custSel addSld delSld modSld">
      <pc:chgData name="Neoh Kee Lin" userId="9e68bd29-1eeb-4ae3-beb9-48fd59e465e5" providerId="ADAL" clId="{02FEA991-E705-4E47-9809-FC337A9EEE9B}" dt="2025-03-17T04:39:32.816" v="557" actId="1035"/>
      <pc:docMkLst>
        <pc:docMk/>
      </pc:docMkLst>
      <pc:sldChg chg="modSp mod">
        <pc:chgData name="Neoh Kee Lin" userId="9e68bd29-1eeb-4ae3-beb9-48fd59e465e5" providerId="ADAL" clId="{02FEA991-E705-4E47-9809-FC337A9EEE9B}" dt="2025-03-17T04:31:22.380" v="319" actId="20577"/>
        <pc:sldMkLst>
          <pc:docMk/>
          <pc:sldMk cId="0" sldId="440"/>
        </pc:sldMkLst>
        <pc:spChg chg="mod">
          <ac:chgData name="Neoh Kee Lin" userId="9e68bd29-1eeb-4ae3-beb9-48fd59e465e5" providerId="ADAL" clId="{02FEA991-E705-4E47-9809-FC337A9EEE9B}" dt="2025-03-17T04:31:22.380" v="319" actId="20577"/>
          <ac:spMkLst>
            <pc:docMk/>
            <pc:sldMk cId="0" sldId="440"/>
            <ac:spMk id="41990" creationId="{00000000-0000-0000-0000-000000000000}"/>
          </ac:spMkLst>
        </pc:spChg>
      </pc:sldChg>
      <pc:sldChg chg="modSp mod">
        <pc:chgData name="Neoh Kee Lin" userId="9e68bd29-1eeb-4ae3-beb9-48fd59e465e5" providerId="ADAL" clId="{02FEA991-E705-4E47-9809-FC337A9EEE9B}" dt="2025-03-17T04:31:41.003" v="327" actId="6549"/>
        <pc:sldMkLst>
          <pc:docMk/>
          <pc:sldMk cId="0" sldId="441"/>
        </pc:sldMkLst>
        <pc:spChg chg="mod">
          <ac:chgData name="Neoh Kee Lin" userId="9e68bd29-1eeb-4ae3-beb9-48fd59e465e5" providerId="ADAL" clId="{02FEA991-E705-4E47-9809-FC337A9EEE9B}" dt="2025-03-17T04:31:41.003" v="327" actId="6549"/>
          <ac:spMkLst>
            <pc:docMk/>
            <pc:sldMk cId="0" sldId="441"/>
            <ac:spMk id="43012" creationId="{00000000-0000-0000-0000-000000000000}"/>
          </ac:spMkLst>
        </pc:spChg>
      </pc:sldChg>
      <pc:sldChg chg="modSp mod">
        <pc:chgData name="Neoh Kee Lin" userId="9e68bd29-1eeb-4ae3-beb9-48fd59e465e5" providerId="ADAL" clId="{02FEA991-E705-4E47-9809-FC337A9EEE9B}" dt="2025-03-17T04:31:49.303" v="328"/>
        <pc:sldMkLst>
          <pc:docMk/>
          <pc:sldMk cId="0" sldId="442"/>
        </pc:sldMkLst>
        <pc:spChg chg="mod">
          <ac:chgData name="Neoh Kee Lin" userId="9e68bd29-1eeb-4ae3-beb9-48fd59e465e5" providerId="ADAL" clId="{02FEA991-E705-4E47-9809-FC337A9EEE9B}" dt="2025-03-17T04:31:49.303" v="328"/>
          <ac:spMkLst>
            <pc:docMk/>
            <pc:sldMk cId="0" sldId="442"/>
            <ac:spMk id="44036" creationId="{00000000-0000-0000-0000-000000000000}"/>
          </ac:spMkLst>
        </pc:spChg>
      </pc:sldChg>
      <pc:sldChg chg="addSp modSp mod">
        <pc:chgData name="Neoh Kee Lin" userId="9e68bd29-1eeb-4ae3-beb9-48fd59e465e5" providerId="ADAL" clId="{02FEA991-E705-4E47-9809-FC337A9EEE9B}" dt="2025-03-17T04:26:01.796" v="201" actId="1038"/>
        <pc:sldMkLst>
          <pc:docMk/>
          <pc:sldMk cId="0" sldId="456"/>
        </pc:sldMkLst>
        <pc:spChg chg="add mod">
          <ac:chgData name="Neoh Kee Lin" userId="9e68bd29-1eeb-4ae3-beb9-48fd59e465e5" providerId="ADAL" clId="{02FEA991-E705-4E47-9809-FC337A9EEE9B}" dt="2025-03-17T04:26:01.796" v="201" actId="1038"/>
          <ac:spMkLst>
            <pc:docMk/>
            <pc:sldMk cId="0" sldId="456"/>
            <ac:spMk id="2" creationId="{A896E31A-F50B-E1AD-DDC7-D7887194DC95}"/>
          </ac:spMkLst>
        </pc:spChg>
        <pc:spChg chg="mod">
          <ac:chgData name="Neoh Kee Lin" userId="9e68bd29-1eeb-4ae3-beb9-48fd59e465e5" providerId="ADAL" clId="{02FEA991-E705-4E47-9809-FC337A9EEE9B}" dt="2025-03-17T04:18:40.150" v="29" actId="20577"/>
          <ac:spMkLst>
            <pc:docMk/>
            <pc:sldMk cId="0" sldId="456"/>
            <ac:spMk id="31748" creationId="{00000000-0000-0000-0000-000000000000}"/>
          </ac:spMkLst>
        </pc:spChg>
        <pc:cxnChg chg="add mod">
          <ac:chgData name="Neoh Kee Lin" userId="9e68bd29-1eeb-4ae3-beb9-48fd59e465e5" providerId="ADAL" clId="{02FEA991-E705-4E47-9809-FC337A9EEE9B}" dt="2025-03-17T04:26:01.796" v="201" actId="1038"/>
          <ac:cxnSpMkLst>
            <pc:docMk/>
            <pc:sldMk cId="0" sldId="456"/>
            <ac:cxnSpMk id="3" creationId="{82F3DFC6-C39B-CAB2-E52F-577A5C34EEC7}"/>
          </ac:cxnSpMkLst>
        </pc:cxnChg>
      </pc:sldChg>
      <pc:sldChg chg="modSp mod">
        <pc:chgData name="Neoh Kee Lin" userId="9e68bd29-1eeb-4ae3-beb9-48fd59e465e5" providerId="ADAL" clId="{02FEA991-E705-4E47-9809-FC337A9EEE9B}" dt="2025-03-17T04:18:52.146" v="31" actId="20577"/>
        <pc:sldMkLst>
          <pc:docMk/>
          <pc:sldMk cId="0" sldId="457"/>
        </pc:sldMkLst>
        <pc:spChg chg="mod">
          <ac:chgData name="Neoh Kee Lin" userId="9e68bd29-1eeb-4ae3-beb9-48fd59e465e5" providerId="ADAL" clId="{02FEA991-E705-4E47-9809-FC337A9EEE9B}" dt="2025-03-17T04:18:52.146" v="31" actId="20577"/>
          <ac:spMkLst>
            <pc:docMk/>
            <pc:sldMk cId="0" sldId="457"/>
            <ac:spMk id="32772" creationId="{00000000-0000-0000-0000-000000000000}"/>
          </ac:spMkLst>
        </pc:spChg>
      </pc:sldChg>
      <pc:sldChg chg="modSp mod">
        <pc:chgData name="Neoh Kee Lin" userId="9e68bd29-1eeb-4ae3-beb9-48fd59e465e5" providerId="ADAL" clId="{02FEA991-E705-4E47-9809-FC337A9EEE9B}" dt="2025-03-16T17:58:45.222" v="13" actId="14100"/>
        <pc:sldMkLst>
          <pc:docMk/>
          <pc:sldMk cId="0" sldId="475"/>
        </pc:sldMkLst>
        <pc:graphicFrameChg chg="mod modGraphic">
          <ac:chgData name="Neoh Kee Lin" userId="9e68bd29-1eeb-4ae3-beb9-48fd59e465e5" providerId="ADAL" clId="{02FEA991-E705-4E47-9809-FC337A9EEE9B}" dt="2025-03-16T17:58:45.222" v="13" actId="14100"/>
          <ac:graphicFrameMkLst>
            <pc:docMk/>
            <pc:sldMk cId="0" sldId="475"/>
            <ac:graphicFrameMk id="216215" creationId="{00000000-0000-0000-0000-000000000000}"/>
          </ac:graphicFrameMkLst>
        </pc:graphicFrameChg>
      </pc:sldChg>
      <pc:sldChg chg="addSp delSp modSp add del mod">
        <pc:chgData name="Neoh Kee Lin" userId="9e68bd29-1eeb-4ae3-beb9-48fd59e465e5" providerId="ADAL" clId="{02FEA991-E705-4E47-9809-FC337A9EEE9B}" dt="2025-03-17T04:30:52.109" v="295" actId="2696"/>
        <pc:sldMkLst>
          <pc:docMk/>
          <pc:sldMk cId="0" sldId="481"/>
        </pc:sldMkLst>
        <pc:spChg chg="add mod">
          <ac:chgData name="Neoh Kee Lin" userId="9e68bd29-1eeb-4ae3-beb9-48fd59e465e5" providerId="ADAL" clId="{02FEA991-E705-4E47-9809-FC337A9EEE9B}" dt="2025-03-17T04:23:12.605" v="127" actId="1037"/>
          <ac:spMkLst>
            <pc:docMk/>
            <pc:sldMk cId="0" sldId="481"/>
            <ac:spMk id="2" creationId="{A544A680-4F18-E526-54EE-D88B6510AB76}"/>
          </ac:spMkLst>
        </pc:spChg>
        <pc:spChg chg="add mod">
          <ac:chgData name="Neoh Kee Lin" userId="9e68bd29-1eeb-4ae3-beb9-48fd59e465e5" providerId="ADAL" clId="{02FEA991-E705-4E47-9809-FC337A9EEE9B}" dt="2025-03-17T04:23:42.051" v="128"/>
          <ac:spMkLst>
            <pc:docMk/>
            <pc:sldMk cId="0" sldId="481"/>
            <ac:spMk id="3" creationId="{8DC27B45-9BE9-3930-86E5-A584FB88BE92}"/>
          </ac:spMkLst>
        </pc:spChg>
        <pc:spChg chg="add mod">
          <ac:chgData name="Neoh Kee Lin" userId="9e68bd29-1eeb-4ae3-beb9-48fd59e465e5" providerId="ADAL" clId="{02FEA991-E705-4E47-9809-FC337A9EEE9B}" dt="2025-03-17T04:23:42.051" v="128"/>
          <ac:spMkLst>
            <pc:docMk/>
            <pc:sldMk cId="0" sldId="481"/>
            <ac:spMk id="4" creationId="{1B41CF05-0CD5-6CB2-8ADF-9D3B7FC04BCF}"/>
          </ac:spMkLst>
        </pc:spChg>
        <pc:spChg chg="add mod">
          <ac:chgData name="Neoh Kee Lin" userId="9e68bd29-1eeb-4ae3-beb9-48fd59e465e5" providerId="ADAL" clId="{02FEA991-E705-4E47-9809-FC337A9EEE9B}" dt="2025-03-17T04:23:42.051" v="128"/>
          <ac:spMkLst>
            <pc:docMk/>
            <pc:sldMk cId="0" sldId="481"/>
            <ac:spMk id="5" creationId="{DF94EFDE-1943-9EE7-C315-6876D448B154}"/>
          </ac:spMkLst>
        </pc:spChg>
        <pc:spChg chg="mod">
          <ac:chgData name="Neoh Kee Lin" userId="9e68bd29-1eeb-4ae3-beb9-48fd59e465e5" providerId="ADAL" clId="{02FEA991-E705-4E47-9809-FC337A9EEE9B}" dt="2025-03-17T04:24:02.394" v="132" actId="478"/>
          <ac:spMkLst>
            <pc:docMk/>
            <pc:sldMk cId="0" sldId="481"/>
            <ac:spMk id="7" creationId="{6485E642-2AE2-B8C6-586E-1D6270A1ECFF}"/>
          </ac:spMkLst>
        </pc:spChg>
        <pc:spChg chg="add del mod">
          <ac:chgData name="Neoh Kee Lin" userId="9e68bd29-1eeb-4ae3-beb9-48fd59e465e5" providerId="ADAL" clId="{02FEA991-E705-4E47-9809-FC337A9EEE9B}" dt="2025-03-17T04:24:02.394" v="132" actId="478"/>
          <ac:spMkLst>
            <pc:docMk/>
            <pc:sldMk cId="0" sldId="481"/>
            <ac:spMk id="8" creationId="{C940BDAE-5CC0-C29D-6715-34761956350D}"/>
          </ac:spMkLst>
        </pc:spChg>
        <pc:spChg chg="add del mod">
          <ac:chgData name="Neoh Kee Lin" userId="9e68bd29-1eeb-4ae3-beb9-48fd59e465e5" providerId="ADAL" clId="{02FEA991-E705-4E47-9809-FC337A9EEE9B}" dt="2025-03-17T04:24:02.394" v="132" actId="478"/>
          <ac:spMkLst>
            <pc:docMk/>
            <pc:sldMk cId="0" sldId="481"/>
            <ac:spMk id="9" creationId="{E9ED2A51-709E-8F7F-CBBD-7984A2F7284D}"/>
          </ac:spMkLst>
        </pc:spChg>
        <pc:spChg chg="add mod">
          <ac:chgData name="Neoh Kee Lin" userId="9e68bd29-1eeb-4ae3-beb9-48fd59e465e5" providerId="ADAL" clId="{02FEA991-E705-4E47-9809-FC337A9EEE9B}" dt="2025-03-17T04:25:01.465" v="145" actId="1035"/>
          <ac:spMkLst>
            <pc:docMk/>
            <pc:sldMk cId="0" sldId="481"/>
            <ac:spMk id="10" creationId="{6FE20B81-7009-3821-6634-73C850AA1BB7}"/>
          </ac:spMkLst>
        </pc:spChg>
        <pc:spChg chg="add mod">
          <ac:chgData name="Neoh Kee Lin" userId="9e68bd29-1eeb-4ae3-beb9-48fd59e465e5" providerId="ADAL" clId="{02FEA991-E705-4E47-9809-FC337A9EEE9B}" dt="2025-03-17T04:25:01.465" v="145" actId="1035"/>
          <ac:spMkLst>
            <pc:docMk/>
            <pc:sldMk cId="0" sldId="481"/>
            <ac:spMk id="11" creationId="{261F3263-DB2A-6503-EE58-60031E709ED4}"/>
          </ac:spMkLst>
        </pc:spChg>
        <pc:spChg chg="add mod">
          <ac:chgData name="Neoh Kee Lin" userId="9e68bd29-1eeb-4ae3-beb9-48fd59e465e5" providerId="ADAL" clId="{02FEA991-E705-4E47-9809-FC337A9EEE9B}" dt="2025-03-17T04:25:05.968" v="150" actId="1035"/>
          <ac:spMkLst>
            <pc:docMk/>
            <pc:sldMk cId="0" sldId="481"/>
            <ac:spMk id="12" creationId="{219B804A-FC11-2F2D-8363-0D626B46EC49}"/>
          </ac:spMkLst>
        </pc:spChg>
        <pc:spChg chg="mod">
          <ac:chgData name="Neoh Kee Lin" userId="9e68bd29-1eeb-4ae3-beb9-48fd59e465e5" providerId="ADAL" clId="{02FEA991-E705-4E47-9809-FC337A9EEE9B}" dt="2025-03-17T04:25:05.968" v="150" actId="1035"/>
          <ac:spMkLst>
            <pc:docMk/>
            <pc:sldMk cId="0" sldId="481"/>
            <ac:spMk id="14" creationId="{6CB08D4A-C0F4-1F86-FEE9-4A3E4950E25F}"/>
          </ac:spMkLst>
        </pc:spChg>
        <pc:spChg chg="del mod">
          <ac:chgData name="Neoh Kee Lin" userId="9e68bd29-1eeb-4ae3-beb9-48fd59e465e5" providerId="ADAL" clId="{02FEA991-E705-4E47-9809-FC337A9EEE9B}" dt="2025-03-17T04:24:33.920" v="135" actId="478"/>
          <ac:spMkLst>
            <pc:docMk/>
            <pc:sldMk cId="0" sldId="481"/>
            <ac:spMk id="15" creationId="{F60BF281-E329-E0DE-757D-16A8A2A6A9DA}"/>
          </ac:spMkLst>
        </pc:spChg>
        <pc:spChg chg="add del mod">
          <ac:chgData name="Neoh Kee Lin" userId="9e68bd29-1eeb-4ae3-beb9-48fd59e465e5" providerId="ADAL" clId="{02FEA991-E705-4E47-9809-FC337A9EEE9B}" dt="2025-03-17T04:25:05.968" v="150" actId="1035"/>
          <ac:spMkLst>
            <pc:docMk/>
            <pc:sldMk cId="0" sldId="481"/>
            <ac:spMk id="16" creationId="{B8F261E5-00D6-370A-AE20-86CF01464DD7}"/>
          </ac:spMkLst>
        </pc:spChg>
        <pc:spChg chg="mod">
          <ac:chgData name="Neoh Kee Lin" userId="9e68bd29-1eeb-4ae3-beb9-48fd59e465e5" providerId="ADAL" clId="{02FEA991-E705-4E47-9809-FC337A9EEE9B}" dt="2025-03-17T04:26:18.044" v="236" actId="1038"/>
          <ac:spMkLst>
            <pc:docMk/>
            <pc:sldMk cId="0" sldId="481"/>
            <ac:spMk id="18" creationId="{EB4DEA12-AF6B-EFC1-BE47-588E2DE880BA}"/>
          </ac:spMkLst>
        </pc:spChg>
        <pc:spChg chg="mod">
          <ac:chgData name="Neoh Kee Lin" userId="9e68bd29-1eeb-4ae3-beb9-48fd59e465e5" providerId="ADAL" clId="{02FEA991-E705-4E47-9809-FC337A9EEE9B}" dt="2025-03-17T04:26:18.044" v="236" actId="1038"/>
          <ac:spMkLst>
            <pc:docMk/>
            <pc:sldMk cId="0" sldId="481"/>
            <ac:spMk id="19" creationId="{6D8FEED6-0783-D239-3029-9AEADECD96F7}"/>
          </ac:spMkLst>
        </pc:spChg>
        <pc:spChg chg="mod">
          <ac:chgData name="Neoh Kee Lin" userId="9e68bd29-1eeb-4ae3-beb9-48fd59e465e5" providerId="ADAL" clId="{02FEA991-E705-4E47-9809-FC337A9EEE9B}" dt="2025-03-17T04:26:41.672" v="243" actId="113"/>
          <ac:spMkLst>
            <pc:docMk/>
            <pc:sldMk cId="0" sldId="481"/>
            <ac:spMk id="20" creationId="{D3881528-8790-3E0B-724D-2BA1E8216FDA}"/>
          </ac:spMkLst>
        </pc:spChg>
        <pc:spChg chg="mod">
          <ac:chgData name="Neoh Kee Lin" userId="9e68bd29-1eeb-4ae3-beb9-48fd59e465e5" providerId="ADAL" clId="{02FEA991-E705-4E47-9809-FC337A9EEE9B}" dt="2025-03-17T04:26:18.044" v="236" actId="1038"/>
          <ac:spMkLst>
            <pc:docMk/>
            <pc:sldMk cId="0" sldId="481"/>
            <ac:spMk id="21" creationId="{18CEE62D-16C4-CA93-DC82-4F7E8E801A93}"/>
          </ac:spMkLst>
        </pc:spChg>
        <pc:spChg chg="mod">
          <ac:chgData name="Neoh Kee Lin" userId="9e68bd29-1eeb-4ae3-beb9-48fd59e465e5" providerId="ADAL" clId="{02FEA991-E705-4E47-9809-FC337A9EEE9B}" dt="2025-03-17T04:26:18.044" v="236" actId="1038"/>
          <ac:spMkLst>
            <pc:docMk/>
            <pc:sldMk cId="0" sldId="481"/>
            <ac:spMk id="27" creationId="{ED222A3D-26F3-B16C-F891-95C85F9127D5}"/>
          </ac:spMkLst>
        </pc:spChg>
        <pc:spChg chg="add mod">
          <ac:chgData name="Neoh Kee Lin" userId="9e68bd29-1eeb-4ae3-beb9-48fd59e465e5" providerId="ADAL" clId="{02FEA991-E705-4E47-9809-FC337A9EEE9B}" dt="2025-03-17T04:30:33.712" v="294" actId="1038"/>
          <ac:spMkLst>
            <pc:docMk/>
            <pc:sldMk cId="0" sldId="481"/>
            <ac:spMk id="30" creationId="{45E7F888-270B-C4C4-2651-83B64CFC9F27}"/>
          </ac:spMkLst>
        </pc:spChg>
        <pc:spChg chg="mod">
          <ac:chgData name="Neoh Kee Lin" userId="9e68bd29-1eeb-4ae3-beb9-48fd59e465e5" providerId="ADAL" clId="{02FEA991-E705-4E47-9809-FC337A9EEE9B}" dt="2025-03-17T04:22:39.437" v="42" actId="1076"/>
          <ac:spMkLst>
            <pc:docMk/>
            <pc:sldMk cId="0" sldId="481"/>
            <ac:spMk id="33794" creationId="{00000000-0000-0000-0000-000000000000}"/>
          </ac:spMkLst>
        </pc:spChg>
        <pc:spChg chg="mod">
          <ac:chgData name="Neoh Kee Lin" userId="9e68bd29-1eeb-4ae3-beb9-48fd59e465e5" providerId="ADAL" clId="{02FEA991-E705-4E47-9809-FC337A9EEE9B}" dt="2025-03-17T04:27:39.030" v="259" actId="5793"/>
          <ac:spMkLst>
            <pc:docMk/>
            <pc:sldMk cId="0" sldId="481"/>
            <ac:spMk id="33796" creationId="{00000000-0000-0000-0000-000000000000}"/>
          </ac:spMkLst>
        </pc:spChg>
        <pc:spChg chg="mod">
          <ac:chgData name="Neoh Kee Lin" userId="9e68bd29-1eeb-4ae3-beb9-48fd59e465e5" providerId="ADAL" clId="{02FEA991-E705-4E47-9809-FC337A9EEE9B}" dt="2025-03-17T04:22:53.122" v="77" actId="1076"/>
          <ac:spMkLst>
            <pc:docMk/>
            <pc:sldMk cId="0" sldId="481"/>
            <ac:spMk id="33797" creationId="{00000000-0000-0000-0000-000000000000}"/>
          </ac:spMkLst>
        </pc:spChg>
        <pc:spChg chg="mod">
          <ac:chgData name="Neoh Kee Lin" userId="9e68bd29-1eeb-4ae3-beb9-48fd59e465e5" providerId="ADAL" clId="{02FEA991-E705-4E47-9809-FC337A9EEE9B}" dt="2025-03-17T04:25:24.780" v="153" actId="1076"/>
          <ac:spMkLst>
            <pc:docMk/>
            <pc:sldMk cId="0" sldId="481"/>
            <ac:spMk id="33798" creationId="{00000000-0000-0000-0000-000000000000}"/>
          </ac:spMkLst>
        </pc:spChg>
        <pc:spChg chg="del mod">
          <ac:chgData name="Neoh Kee Lin" userId="9e68bd29-1eeb-4ae3-beb9-48fd59e465e5" providerId="ADAL" clId="{02FEA991-E705-4E47-9809-FC337A9EEE9B}" dt="2025-03-17T04:23:03.573" v="79" actId="478"/>
          <ac:spMkLst>
            <pc:docMk/>
            <pc:sldMk cId="0" sldId="481"/>
            <ac:spMk id="33802" creationId="{00000000-0000-0000-0000-000000000000}"/>
          </ac:spMkLst>
        </pc:spChg>
        <pc:spChg chg="mod">
          <ac:chgData name="Neoh Kee Lin" userId="9e68bd29-1eeb-4ae3-beb9-48fd59e465e5" providerId="ADAL" clId="{02FEA991-E705-4E47-9809-FC337A9EEE9B}" dt="2025-03-17T04:22:23.180" v="38" actId="1076"/>
          <ac:spMkLst>
            <pc:docMk/>
            <pc:sldMk cId="0" sldId="481"/>
            <ac:spMk id="33813" creationId="{00000000-0000-0000-0000-000000000000}"/>
          </ac:spMkLst>
        </pc:spChg>
        <pc:spChg chg="mod">
          <ac:chgData name="Neoh Kee Lin" userId="9e68bd29-1eeb-4ae3-beb9-48fd59e465e5" providerId="ADAL" clId="{02FEA991-E705-4E47-9809-FC337A9EEE9B}" dt="2025-03-17T04:22:23.180" v="38" actId="1076"/>
          <ac:spMkLst>
            <pc:docMk/>
            <pc:sldMk cId="0" sldId="481"/>
            <ac:spMk id="33814" creationId="{00000000-0000-0000-0000-000000000000}"/>
          </ac:spMkLst>
        </pc:spChg>
        <pc:spChg chg="mod">
          <ac:chgData name="Neoh Kee Lin" userId="9e68bd29-1eeb-4ae3-beb9-48fd59e465e5" providerId="ADAL" clId="{02FEA991-E705-4E47-9809-FC337A9EEE9B}" dt="2025-03-17T04:22:23.180" v="38" actId="1076"/>
          <ac:spMkLst>
            <pc:docMk/>
            <pc:sldMk cId="0" sldId="481"/>
            <ac:spMk id="33815" creationId="{00000000-0000-0000-0000-000000000000}"/>
          </ac:spMkLst>
        </pc:spChg>
        <pc:spChg chg="mod">
          <ac:chgData name="Neoh Kee Lin" userId="9e68bd29-1eeb-4ae3-beb9-48fd59e465e5" providerId="ADAL" clId="{02FEA991-E705-4E47-9809-FC337A9EEE9B}" dt="2025-03-17T04:22:23.180" v="38" actId="1076"/>
          <ac:spMkLst>
            <pc:docMk/>
            <pc:sldMk cId="0" sldId="481"/>
            <ac:spMk id="33816" creationId="{00000000-0000-0000-0000-000000000000}"/>
          </ac:spMkLst>
        </pc:spChg>
        <pc:spChg chg="mod">
          <ac:chgData name="Neoh Kee Lin" userId="9e68bd29-1eeb-4ae3-beb9-48fd59e465e5" providerId="ADAL" clId="{02FEA991-E705-4E47-9809-FC337A9EEE9B}" dt="2025-03-17T04:24:56.481" v="139" actId="1076"/>
          <ac:spMkLst>
            <pc:docMk/>
            <pc:sldMk cId="0" sldId="481"/>
            <ac:spMk id="33820" creationId="{00000000-0000-0000-0000-000000000000}"/>
          </ac:spMkLst>
        </pc:spChg>
        <pc:spChg chg="mod">
          <ac:chgData name="Neoh Kee Lin" userId="9e68bd29-1eeb-4ae3-beb9-48fd59e465e5" providerId="ADAL" clId="{02FEA991-E705-4E47-9809-FC337A9EEE9B}" dt="2025-03-17T04:24:56.481" v="139" actId="1076"/>
          <ac:spMkLst>
            <pc:docMk/>
            <pc:sldMk cId="0" sldId="481"/>
            <ac:spMk id="33821" creationId="{00000000-0000-0000-0000-000000000000}"/>
          </ac:spMkLst>
        </pc:spChg>
        <pc:spChg chg="mod">
          <ac:chgData name="Neoh Kee Lin" userId="9e68bd29-1eeb-4ae3-beb9-48fd59e465e5" providerId="ADAL" clId="{02FEA991-E705-4E47-9809-FC337A9EEE9B}" dt="2025-03-17T04:22:46.731" v="76" actId="1038"/>
          <ac:spMkLst>
            <pc:docMk/>
            <pc:sldMk cId="0" sldId="481"/>
            <ac:spMk id="33823" creationId="{00000000-0000-0000-0000-000000000000}"/>
          </ac:spMkLst>
        </pc:spChg>
        <pc:spChg chg="mod">
          <ac:chgData name="Neoh Kee Lin" userId="9e68bd29-1eeb-4ae3-beb9-48fd59e465e5" providerId="ADAL" clId="{02FEA991-E705-4E47-9809-FC337A9EEE9B}" dt="2025-03-17T04:22:46.731" v="76" actId="1038"/>
          <ac:spMkLst>
            <pc:docMk/>
            <pc:sldMk cId="0" sldId="481"/>
            <ac:spMk id="33824" creationId="{00000000-0000-0000-0000-000000000000}"/>
          </ac:spMkLst>
        </pc:spChg>
        <pc:spChg chg="mod">
          <ac:chgData name="Neoh Kee Lin" userId="9e68bd29-1eeb-4ae3-beb9-48fd59e465e5" providerId="ADAL" clId="{02FEA991-E705-4E47-9809-FC337A9EEE9B}" dt="2025-03-17T04:22:46.731" v="76" actId="1038"/>
          <ac:spMkLst>
            <pc:docMk/>
            <pc:sldMk cId="0" sldId="481"/>
            <ac:spMk id="33825" creationId="{00000000-0000-0000-0000-000000000000}"/>
          </ac:spMkLst>
        </pc:spChg>
        <pc:grpChg chg="add del mod">
          <ac:chgData name="Neoh Kee Lin" userId="9e68bd29-1eeb-4ae3-beb9-48fd59e465e5" providerId="ADAL" clId="{02FEA991-E705-4E47-9809-FC337A9EEE9B}" dt="2025-03-17T04:24:02.394" v="132" actId="478"/>
          <ac:grpSpMkLst>
            <pc:docMk/>
            <pc:sldMk cId="0" sldId="481"/>
            <ac:grpSpMk id="6" creationId="{8EAF4767-DB7D-5A9C-8815-5424FE29E12C}"/>
          </ac:grpSpMkLst>
        </pc:grpChg>
        <pc:grpChg chg="add del mod">
          <ac:chgData name="Neoh Kee Lin" userId="9e68bd29-1eeb-4ae3-beb9-48fd59e465e5" providerId="ADAL" clId="{02FEA991-E705-4E47-9809-FC337A9EEE9B}" dt="2025-03-17T04:25:05.968" v="150" actId="1035"/>
          <ac:grpSpMkLst>
            <pc:docMk/>
            <pc:sldMk cId="0" sldId="481"/>
            <ac:grpSpMk id="13" creationId="{CFB16F31-601A-AF96-6FE2-9FC1959A46A2}"/>
          </ac:grpSpMkLst>
        </pc:grpChg>
        <pc:grpChg chg="add mod">
          <ac:chgData name="Neoh Kee Lin" userId="9e68bd29-1eeb-4ae3-beb9-48fd59e465e5" providerId="ADAL" clId="{02FEA991-E705-4E47-9809-FC337A9EEE9B}" dt="2025-03-17T04:26:18.044" v="236" actId="1038"/>
          <ac:grpSpMkLst>
            <pc:docMk/>
            <pc:sldMk cId="0" sldId="481"/>
            <ac:grpSpMk id="17" creationId="{37322E6E-1496-9D32-E9EC-B88ECFE33561}"/>
          </ac:grpSpMkLst>
        </pc:grpChg>
        <pc:grpChg chg="mod">
          <ac:chgData name="Neoh Kee Lin" userId="9e68bd29-1eeb-4ae3-beb9-48fd59e465e5" providerId="ADAL" clId="{02FEA991-E705-4E47-9809-FC337A9EEE9B}" dt="2025-03-17T04:22:46.731" v="76" actId="1038"/>
          <ac:grpSpMkLst>
            <pc:docMk/>
            <pc:sldMk cId="0" sldId="481"/>
            <ac:grpSpMk id="33799" creationId="{00000000-0000-0000-0000-000000000000}"/>
          </ac:grpSpMkLst>
        </pc:grpChg>
        <pc:grpChg chg="mod">
          <ac:chgData name="Neoh Kee Lin" userId="9e68bd29-1eeb-4ae3-beb9-48fd59e465e5" providerId="ADAL" clId="{02FEA991-E705-4E47-9809-FC337A9EEE9B}" dt="2025-03-17T04:24:56.481" v="139" actId="1076"/>
          <ac:grpSpMkLst>
            <pc:docMk/>
            <pc:sldMk cId="0" sldId="481"/>
            <ac:grpSpMk id="33800" creationId="{00000000-0000-0000-0000-000000000000}"/>
          </ac:grpSpMkLst>
        </pc:grpChg>
        <pc:grpChg chg="mod">
          <ac:chgData name="Neoh Kee Lin" userId="9e68bd29-1eeb-4ae3-beb9-48fd59e465e5" providerId="ADAL" clId="{02FEA991-E705-4E47-9809-FC337A9EEE9B}" dt="2025-03-17T04:22:23.180" v="38" actId="1076"/>
          <ac:grpSpMkLst>
            <pc:docMk/>
            <pc:sldMk cId="0" sldId="481"/>
            <ac:grpSpMk id="33801" creationId="{00000000-0000-0000-0000-000000000000}"/>
          </ac:grpSpMkLst>
        </pc:grpChg>
        <pc:cxnChg chg="mod">
          <ac:chgData name="Neoh Kee Lin" userId="9e68bd29-1eeb-4ae3-beb9-48fd59e465e5" providerId="ADAL" clId="{02FEA991-E705-4E47-9809-FC337A9EEE9B}" dt="2025-03-17T04:26:54.966" v="250" actId="692"/>
          <ac:cxnSpMkLst>
            <pc:docMk/>
            <pc:sldMk cId="0" sldId="481"/>
            <ac:cxnSpMk id="22" creationId="{6B547B15-FCEF-1BA1-FA8C-7AAAABEF236E}"/>
          </ac:cxnSpMkLst>
        </pc:cxnChg>
        <pc:cxnChg chg="mod">
          <ac:chgData name="Neoh Kee Lin" userId="9e68bd29-1eeb-4ae3-beb9-48fd59e465e5" providerId="ADAL" clId="{02FEA991-E705-4E47-9809-FC337A9EEE9B}" dt="2025-03-17T04:26:18.044" v="236" actId="1038"/>
          <ac:cxnSpMkLst>
            <pc:docMk/>
            <pc:sldMk cId="0" sldId="481"/>
            <ac:cxnSpMk id="25" creationId="{7B9388DA-F3D3-5150-62D4-F349A21753C3}"/>
          </ac:cxnSpMkLst>
        </pc:cxnChg>
        <pc:cxnChg chg="mod">
          <ac:chgData name="Neoh Kee Lin" userId="9e68bd29-1eeb-4ae3-beb9-48fd59e465e5" providerId="ADAL" clId="{02FEA991-E705-4E47-9809-FC337A9EEE9B}" dt="2025-03-17T04:26:18.044" v="236" actId="1038"/>
          <ac:cxnSpMkLst>
            <pc:docMk/>
            <pc:sldMk cId="0" sldId="481"/>
            <ac:cxnSpMk id="26" creationId="{8808E882-562D-199E-A494-612021F36DC4}"/>
          </ac:cxnSpMkLst>
        </pc:cxnChg>
        <pc:cxnChg chg="mod">
          <ac:chgData name="Neoh Kee Lin" userId="9e68bd29-1eeb-4ae3-beb9-48fd59e465e5" providerId="ADAL" clId="{02FEA991-E705-4E47-9809-FC337A9EEE9B}" dt="2025-03-17T04:26:18.044" v="236" actId="1038"/>
          <ac:cxnSpMkLst>
            <pc:docMk/>
            <pc:sldMk cId="0" sldId="481"/>
            <ac:cxnSpMk id="29" creationId="{E451AAEE-172E-1CED-24F3-52E0DC2E4787}"/>
          </ac:cxnSpMkLst>
        </pc:cxnChg>
        <pc:cxnChg chg="add mod">
          <ac:chgData name="Neoh Kee Lin" userId="9e68bd29-1eeb-4ae3-beb9-48fd59e465e5" providerId="ADAL" clId="{02FEA991-E705-4E47-9809-FC337A9EEE9B}" dt="2025-03-17T04:30:33.712" v="294" actId="1038"/>
          <ac:cxnSpMkLst>
            <pc:docMk/>
            <pc:sldMk cId="0" sldId="481"/>
            <ac:cxnSpMk id="31" creationId="{563C178B-81D2-F841-B44E-FB315084C883}"/>
          </ac:cxnSpMkLst>
        </pc:cxnChg>
        <pc:cxnChg chg="mod">
          <ac:chgData name="Neoh Kee Lin" userId="9e68bd29-1eeb-4ae3-beb9-48fd59e465e5" providerId="ADAL" clId="{02FEA991-E705-4E47-9809-FC337A9EEE9B}" dt="2025-03-17T04:22:23.180" v="38" actId="1076"/>
          <ac:cxnSpMkLst>
            <pc:docMk/>
            <pc:sldMk cId="0" sldId="481"/>
            <ac:cxnSpMk id="33817" creationId="{00000000-0000-0000-0000-000000000000}"/>
          </ac:cxnSpMkLst>
        </pc:cxnChg>
        <pc:cxnChg chg="mod">
          <ac:chgData name="Neoh Kee Lin" userId="9e68bd29-1eeb-4ae3-beb9-48fd59e465e5" providerId="ADAL" clId="{02FEA991-E705-4E47-9809-FC337A9EEE9B}" dt="2025-03-17T04:22:23.180" v="38" actId="1076"/>
          <ac:cxnSpMkLst>
            <pc:docMk/>
            <pc:sldMk cId="0" sldId="481"/>
            <ac:cxnSpMk id="33818" creationId="{00000000-0000-0000-0000-000000000000}"/>
          </ac:cxnSpMkLst>
        </pc:cxnChg>
        <pc:cxnChg chg="mod">
          <ac:chgData name="Neoh Kee Lin" userId="9e68bd29-1eeb-4ae3-beb9-48fd59e465e5" providerId="ADAL" clId="{02FEA991-E705-4E47-9809-FC337A9EEE9B}" dt="2025-03-17T04:22:23.180" v="38" actId="1076"/>
          <ac:cxnSpMkLst>
            <pc:docMk/>
            <pc:sldMk cId="0" sldId="481"/>
            <ac:cxnSpMk id="33819" creationId="{00000000-0000-0000-0000-000000000000}"/>
          </ac:cxnSpMkLst>
        </pc:cxnChg>
        <pc:cxnChg chg="mod">
          <ac:chgData name="Neoh Kee Lin" userId="9e68bd29-1eeb-4ae3-beb9-48fd59e465e5" providerId="ADAL" clId="{02FEA991-E705-4E47-9809-FC337A9EEE9B}" dt="2025-03-17T04:24:56.481" v="139" actId="1076"/>
          <ac:cxnSpMkLst>
            <pc:docMk/>
            <pc:sldMk cId="0" sldId="481"/>
            <ac:cxnSpMk id="33822" creationId="{00000000-0000-0000-0000-000000000000}"/>
          </ac:cxnSpMkLst>
        </pc:cxnChg>
        <pc:cxnChg chg="mod">
          <ac:chgData name="Neoh Kee Lin" userId="9e68bd29-1eeb-4ae3-beb9-48fd59e465e5" providerId="ADAL" clId="{02FEA991-E705-4E47-9809-FC337A9EEE9B}" dt="2025-03-17T04:22:46.731" v="76" actId="1038"/>
          <ac:cxnSpMkLst>
            <pc:docMk/>
            <pc:sldMk cId="0" sldId="481"/>
            <ac:cxnSpMk id="33826" creationId="{00000000-0000-0000-0000-000000000000}"/>
          </ac:cxnSpMkLst>
        </pc:cxnChg>
      </pc:sldChg>
      <pc:sldChg chg="add">
        <pc:chgData name="Neoh Kee Lin" userId="9e68bd29-1eeb-4ae3-beb9-48fd59e465e5" providerId="ADAL" clId="{02FEA991-E705-4E47-9809-FC337A9EEE9B}" dt="2025-03-17T04:30:56.354" v="296"/>
        <pc:sldMkLst>
          <pc:docMk/>
          <pc:sldMk cId="81154617" sldId="481"/>
        </pc:sldMkLst>
      </pc:sldChg>
      <pc:sldChg chg="modSp add mod">
        <pc:chgData name="Neoh Kee Lin" userId="9e68bd29-1eeb-4ae3-beb9-48fd59e465e5" providerId="ADAL" clId="{02FEA991-E705-4E47-9809-FC337A9EEE9B}" dt="2025-03-17T04:32:31.729" v="337" actId="20577"/>
        <pc:sldMkLst>
          <pc:docMk/>
          <pc:sldMk cId="1306759380" sldId="491"/>
        </pc:sldMkLst>
        <pc:spChg chg="mod">
          <ac:chgData name="Neoh Kee Lin" userId="9e68bd29-1eeb-4ae3-beb9-48fd59e465e5" providerId="ADAL" clId="{02FEA991-E705-4E47-9809-FC337A9EEE9B}" dt="2025-03-17T04:32:31.729" v="337" actId="20577"/>
          <ac:spMkLst>
            <pc:docMk/>
            <pc:sldMk cId="1306759380" sldId="491"/>
            <ac:spMk id="45060" creationId="{4EA0F370-3B1F-FE28-BAE9-4990D3A07799}"/>
          </ac:spMkLst>
        </pc:spChg>
      </pc:sldChg>
      <pc:sldChg chg="addSp delSp modSp add mod">
        <pc:chgData name="Neoh Kee Lin" userId="9e68bd29-1eeb-4ae3-beb9-48fd59e465e5" providerId="ADAL" clId="{02FEA991-E705-4E47-9809-FC337A9EEE9B}" dt="2025-03-17T04:39:32.816" v="557" actId="1035"/>
        <pc:sldMkLst>
          <pc:docMk/>
          <pc:sldMk cId="3807112236" sldId="492"/>
        </pc:sldMkLst>
        <pc:spChg chg="add mod">
          <ac:chgData name="Neoh Kee Lin" userId="9e68bd29-1eeb-4ae3-beb9-48fd59e465e5" providerId="ADAL" clId="{02FEA991-E705-4E47-9809-FC337A9EEE9B}" dt="2025-03-17T04:39:32.816" v="557" actId="1035"/>
          <ac:spMkLst>
            <pc:docMk/>
            <pc:sldMk cId="3807112236" sldId="492"/>
            <ac:spMk id="2" creationId="{AD050B40-D47D-6EFE-ED4D-B1DD84897AE8}"/>
          </ac:spMkLst>
        </pc:spChg>
        <pc:spChg chg="add mod">
          <ac:chgData name="Neoh Kee Lin" userId="9e68bd29-1eeb-4ae3-beb9-48fd59e465e5" providerId="ADAL" clId="{02FEA991-E705-4E47-9809-FC337A9EEE9B}" dt="2025-03-17T04:39:32.816" v="557" actId="1035"/>
          <ac:spMkLst>
            <pc:docMk/>
            <pc:sldMk cId="3807112236" sldId="492"/>
            <ac:spMk id="3" creationId="{05484064-5692-B061-5991-18549CE41CA4}"/>
          </ac:spMkLst>
        </pc:spChg>
        <pc:spChg chg="add mod">
          <ac:chgData name="Neoh Kee Lin" userId="9e68bd29-1eeb-4ae3-beb9-48fd59e465e5" providerId="ADAL" clId="{02FEA991-E705-4E47-9809-FC337A9EEE9B}" dt="2025-03-17T04:39:32.816" v="557" actId="1035"/>
          <ac:spMkLst>
            <pc:docMk/>
            <pc:sldMk cId="3807112236" sldId="492"/>
            <ac:spMk id="4" creationId="{6E1D350D-4D00-09B5-7FD2-6646E30E91F8}"/>
          </ac:spMkLst>
        </pc:spChg>
        <pc:spChg chg="add mod">
          <ac:chgData name="Neoh Kee Lin" userId="9e68bd29-1eeb-4ae3-beb9-48fd59e465e5" providerId="ADAL" clId="{02FEA991-E705-4E47-9809-FC337A9EEE9B}" dt="2025-03-17T04:39:32.816" v="557" actId="1035"/>
          <ac:spMkLst>
            <pc:docMk/>
            <pc:sldMk cId="3807112236" sldId="492"/>
            <ac:spMk id="5" creationId="{131E80C3-14E6-899A-07C7-813AFFDA0186}"/>
          </ac:spMkLst>
        </pc:spChg>
        <pc:spChg chg="add mod">
          <ac:chgData name="Neoh Kee Lin" userId="9e68bd29-1eeb-4ae3-beb9-48fd59e465e5" providerId="ADAL" clId="{02FEA991-E705-4E47-9809-FC337A9EEE9B}" dt="2025-03-17T04:39:32.816" v="557" actId="1035"/>
          <ac:spMkLst>
            <pc:docMk/>
            <pc:sldMk cId="3807112236" sldId="492"/>
            <ac:spMk id="11" creationId="{7B9F5522-C1A6-FCA1-3275-E6F167AB972A}"/>
          </ac:spMkLst>
        </pc:spChg>
        <pc:spChg chg="add mod">
          <ac:chgData name="Neoh Kee Lin" userId="9e68bd29-1eeb-4ae3-beb9-48fd59e465e5" providerId="ADAL" clId="{02FEA991-E705-4E47-9809-FC337A9EEE9B}" dt="2025-03-17T04:39:32.816" v="557" actId="1035"/>
          <ac:spMkLst>
            <pc:docMk/>
            <pc:sldMk cId="3807112236" sldId="492"/>
            <ac:spMk id="15" creationId="{3221CA92-F4B0-4207-F0B4-3D969830491F}"/>
          </ac:spMkLst>
        </pc:spChg>
        <pc:spChg chg="mod">
          <ac:chgData name="Neoh Kee Lin" userId="9e68bd29-1eeb-4ae3-beb9-48fd59e465e5" providerId="ADAL" clId="{02FEA991-E705-4E47-9809-FC337A9EEE9B}" dt="2025-03-17T04:35:07.074" v="346" actId="20577"/>
          <ac:spMkLst>
            <pc:docMk/>
            <pc:sldMk cId="3807112236" sldId="492"/>
            <ac:spMk id="45060" creationId="{B1F29098-65E7-6F7B-7656-2541A61C6CCC}"/>
          </ac:spMkLst>
        </pc:spChg>
        <pc:spChg chg="del">
          <ac:chgData name="Neoh Kee Lin" userId="9e68bd29-1eeb-4ae3-beb9-48fd59e465e5" providerId="ADAL" clId="{02FEA991-E705-4E47-9809-FC337A9EEE9B}" dt="2025-03-17T04:39:14.322" v="531" actId="478"/>
          <ac:spMkLst>
            <pc:docMk/>
            <pc:sldMk cId="3807112236" sldId="492"/>
            <ac:spMk id="45062" creationId="{57EF952D-6AE2-545A-183A-81B1FCEA6204}"/>
          </ac:spMkLst>
        </pc:spChg>
        <pc:spChg chg="del">
          <ac:chgData name="Neoh Kee Lin" userId="9e68bd29-1eeb-4ae3-beb9-48fd59e465e5" providerId="ADAL" clId="{02FEA991-E705-4E47-9809-FC337A9EEE9B}" dt="2025-03-17T04:39:18.702" v="532" actId="478"/>
          <ac:spMkLst>
            <pc:docMk/>
            <pc:sldMk cId="3807112236" sldId="492"/>
            <ac:spMk id="45063" creationId="{2E9C1AB5-0027-847C-BBB9-B0379C9ADC29}"/>
          </ac:spMkLst>
        </pc:spChg>
        <pc:spChg chg="del">
          <ac:chgData name="Neoh Kee Lin" userId="9e68bd29-1eeb-4ae3-beb9-48fd59e465e5" providerId="ADAL" clId="{02FEA991-E705-4E47-9809-FC337A9EEE9B}" dt="2025-03-17T04:39:18.702" v="532" actId="478"/>
          <ac:spMkLst>
            <pc:docMk/>
            <pc:sldMk cId="3807112236" sldId="492"/>
            <ac:spMk id="45065" creationId="{2F7D0B23-2589-7419-AE17-4012E68BD168}"/>
          </ac:spMkLst>
        </pc:spChg>
        <pc:spChg chg="del">
          <ac:chgData name="Neoh Kee Lin" userId="9e68bd29-1eeb-4ae3-beb9-48fd59e465e5" providerId="ADAL" clId="{02FEA991-E705-4E47-9809-FC337A9EEE9B}" dt="2025-03-17T04:39:18.702" v="532" actId="478"/>
          <ac:spMkLst>
            <pc:docMk/>
            <pc:sldMk cId="3807112236" sldId="492"/>
            <ac:spMk id="45066" creationId="{C47265AE-6CF4-C9FA-E363-01AD308C8ECC}"/>
          </ac:spMkLst>
        </pc:spChg>
        <pc:spChg chg="del">
          <ac:chgData name="Neoh Kee Lin" userId="9e68bd29-1eeb-4ae3-beb9-48fd59e465e5" providerId="ADAL" clId="{02FEA991-E705-4E47-9809-FC337A9EEE9B}" dt="2025-03-17T04:39:18.702" v="532" actId="478"/>
          <ac:spMkLst>
            <pc:docMk/>
            <pc:sldMk cId="3807112236" sldId="492"/>
            <ac:spMk id="45067" creationId="{4E51344E-5366-E167-0418-CA5E9CCC0844}"/>
          </ac:spMkLst>
        </pc:spChg>
        <pc:spChg chg="del">
          <ac:chgData name="Neoh Kee Lin" userId="9e68bd29-1eeb-4ae3-beb9-48fd59e465e5" providerId="ADAL" clId="{02FEA991-E705-4E47-9809-FC337A9EEE9B}" dt="2025-03-17T04:39:18.702" v="532" actId="478"/>
          <ac:spMkLst>
            <pc:docMk/>
            <pc:sldMk cId="3807112236" sldId="492"/>
            <ac:spMk id="45068" creationId="{7C5B44FF-FC76-5F2D-BA62-EF8BCF9B882E}"/>
          </ac:spMkLst>
        </pc:spChg>
        <pc:spChg chg="del">
          <ac:chgData name="Neoh Kee Lin" userId="9e68bd29-1eeb-4ae3-beb9-48fd59e465e5" providerId="ADAL" clId="{02FEA991-E705-4E47-9809-FC337A9EEE9B}" dt="2025-03-17T04:39:18.702" v="532" actId="478"/>
          <ac:spMkLst>
            <pc:docMk/>
            <pc:sldMk cId="3807112236" sldId="492"/>
            <ac:spMk id="45071" creationId="{ACF81666-FA6C-5D04-3BE5-2CF7E83BE59F}"/>
          </ac:spMkLst>
        </pc:spChg>
        <pc:spChg chg="del">
          <ac:chgData name="Neoh Kee Lin" userId="9e68bd29-1eeb-4ae3-beb9-48fd59e465e5" providerId="ADAL" clId="{02FEA991-E705-4E47-9809-FC337A9EEE9B}" dt="2025-03-17T04:39:18.702" v="532" actId="478"/>
          <ac:spMkLst>
            <pc:docMk/>
            <pc:sldMk cId="3807112236" sldId="492"/>
            <ac:spMk id="45073" creationId="{B7C7EA4E-AC52-947F-1C01-47E3D951A9C5}"/>
          </ac:spMkLst>
        </pc:spChg>
        <pc:grpChg chg="del">
          <ac:chgData name="Neoh Kee Lin" userId="9e68bd29-1eeb-4ae3-beb9-48fd59e465e5" providerId="ADAL" clId="{02FEA991-E705-4E47-9809-FC337A9EEE9B}" dt="2025-03-17T04:39:18.702" v="532" actId="478"/>
          <ac:grpSpMkLst>
            <pc:docMk/>
            <pc:sldMk cId="3807112236" sldId="492"/>
            <ac:grpSpMk id="45064" creationId="{A4F1A09C-1486-0074-48DE-ED0970612828}"/>
          </ac:grpSpMkLst>
        </pc:grpChg>
        <pc:cxnChg chg="add mod">
          <ac:chgData name="Neoh Kee Lin" userId="9e68bd29-1eeb-4ae3-beb9-48fd59e465e5" providerId="ADAL" clId="{02FEA991-E705-4E47-9809-FC337A9EEE9B}" dt="2025-03-17T04:39:32.816" v="557" actId="1035"/>
          <ac:cxnSpMkLst>
            <pc:docMk/>
            <pc:sldMk cId="3807112236" sldId="492"/>
            <ac:cxnSpMk id="7" creationId="{F2BD854D-4BA4-1582-0AE5-79E74DAFC3EC}"/>
          </ac:cxnSpMkLst>
        </pc:cxnChg>
        <pc:cxnChg chg="add mod">
          <ac:chgData name="Neoh Kee Lin" userId="9e68bd29-1eeb-4ae3-beb9-48fd59e465e5" providerId="ADAL" clId="{02FEA991-E705-4E47-9809-FC337A9EEE9B}" dt="2025-03-17T04:39:32.816" v="557" actId="1035"/>
          <ac:cxnSpMkLst>
            <pc:docMk/>
            <pc:sldMk cId="3807112236" sldId="492"/>
            <ac:cxnSpMk id="8" creationId="{A6D5AF21-65A6-5519-4AF3-E9A49FB714EC}"/>
          </ac:cxnSpMkLst>
        </pc:cxnChg>
        <pc:cxnChg chg="add mod">
          <ac:chgData name="Neoh Kee Lin" userId="9e68bd29-1eeb-4ae3-beb9-48fd59e465e5" providerId="ADAL" clId="{02FEA991-E705-4E47-9809-FC337A9EEE9B}" dt="2025-03-17T04:39:32.816" v="557" actId="1035"/>
          <ac:cxnSpMkLst>
            <pc:docMk/>
            <pc:sldMk cId="3807112236" sldId="492"/>
            <ac:cxnSpMk id="13" creationId="{2351339E-9CF2-D7A4-3534-D25882C1C6B0}"/>
          </ac:cxnSpMkLst>
        </pc:cxnChg>
        <pc:cxnChg chg="add mod">
          <ac:chgData name="Neoh Kee Lin" userId="9e68bd29-1eeb-4ae3-beb9-48fd59e465e5" providerId="ADAL" clId="{02FEA991-E705-4E47-9809-FC337A9EEE9B}" dt="2025-03-17T04:39:32.816" v="557" actId="1035"/>
          <ac:cxnSpMkLst>
            <pc:docMk/>
            <pc:sldMk cId="3807112236" sldId="492"/>
            <ac:cxnSpMk id="16" creationId="{D494A8C5-3FAE-F66B-4E1D-C061514D24EA}"/>
          </ac:cxnSpMkLst>
        </pc:cxnChg>
        <pc:cxnChg chg="del">
          <ac:chgData name="Neoh Kee Lin" userId="9e68bd29-1eeb-4ae3-beb9-48fd59e465e5" providerId="ADAL" clId="{02FEA991-E705-4E47-9809-FC337A9EEE9B}" dt="2025-03-17T04:39:18.702" v="532" actId="478"/>
          <ac:cxnSpMkLst>
            <pc:docMk/>
            <pc:sldMk cId="3807112236" sldId="492"/>
            <ac:cxnSpMk id="45070" creationId="{9CE8B153-6F19-5E7F-1D81-375FDB819A62}"/>
          </ac:cxnSpMkLst>
        </pc:cxnChg>
        <pc:cxnChg chg="del">
          <ac:chgData name="Neoh Kee Lin" userId="9e68bd29-1eeb-4ae3-beb9-48fd59e465e5" providerId="ADAL" clId="{02FEA991-E705-4E47-9809-FC337A9EEE9B}" dt="2025-03-17T04:39:18.702" v="532" actId="478"/>
          <ac:cxnSpMkLst>
            <pc:docMk/>
            <pc:sldMk cId="3807112236" sldId="492"/>
            <ac:cxnSpMk id="45072" creationId="{6CD0C22A-1F80-287A-7716-5FA9C6338920}"/>
          </ac:cxnSpMkLst>
        </pc:cxnChg>
      </pc:sldChg>
      <pc:sldChg chg="addSp delSp modSp add mod">
        <pc:chgData name="Neoh Kee Lin" userId="9e68bd29-1eeb-4ae3-beb9-48fd59e465e5" providerId="ADAL" clId="{02FEA991-E705-4E47-9809-FC337A9EEE9B}" dt="2025-03-17T04:39:00.184" v="530" actId="1038"/>
        <pc:sldMkLst>
          <pc:docMk/>
          <pc:sldMk cId="2080681955" sldId="493"/>
        </pc:sldMkLst>
        <pc:spChg chg="mod">
          <ac:chgData name="Neoh Kee Lin" userId="9e68bd29-1eeb-4ae3-beb9-48fd59e465e5" providerId="ADAL" clId="{02FEA991-E705-4E47-9809-FC337A9EEE9B}" dt="2025-03-17T04:38:45.975" v="525" actId="1036"/>
          <ac:spMkLst>
            <pc:docMk/>
            <pc:sldMk cId="2080681955" sldId="493"/>
            <ac:spMk id="2" creationId="{2876EFB8-EBE3-DA5D-3531-F82D3047F6DA}"/>
          </ac:spMkLst>
        </pc:spChg>
        <pc:spChg chg="del mod">
          <ac:chgData name="Neoh Kee Lin" userId="9e68bd29-1eeb-4ae3-beb9-48fd59e465e5" providerId="ADAL" clId="{02FEA991-E705-4E47-9809-FC337A9EEE9B}" dt="2025-03-17T04:35:54.052" v="358" actId="478"/>
          <ac:spMkLst>
            <pc:docMk/>
            <pc:sldMk cId="2080681955" sldId="493"/>
            <ac:spMk id="3" creationId="{ACAF5D30-6497-C3E0-03F0-9F787CFAE6C9}"/>
          </ac:spMkLst>
        </pc:spChg>
        <pc:spChg chg="del">
          <ac:chgData name="Neoh Kee Lin" userId="9e68bd29-1eeb-4ae3-beb9-48fd59e465e5" providerId="ADAL" clId="{02FEA991-E705-4E47-9809-FC337A9EEE9B}" dt="2025-03-17T04:35:51.848" v="357" actId="478"/>
          <ac:spMkLst>
            <pc:docMk/>
            <pc:sldMk cId="2080681955" sldId="493"/>
            <ac:spMk id="4" creationId="{D92AA654-D858-C2E1-EA2B-928A38BB5937}"/>
          </ac:spMkLst>
        </pc:spChg>
        <pc:spChg chg="add mod">
          <ac:chgData name="Neoh Kee Lin" userId="9e68bd29-1eeb-4ae3-beb9-48fd59e465e5" providerId="ADAL" clId="{02FEA991-E705-4E47-9809-FC337A9EEE9B}" dt="2025-03-17T04:39:00.184" v="530" actId="1038"/>
          <ac:spMkLst>
            <pc:docMk/>
            <pc:sldMk cId="2080681955" sldId="493"/>
            <ac:spMk id="5" creationId="{EF29A4A8-97BA-C83F-9455-8A4BE165AA29}"/>
          </ac:spMkLst>
        </pc:spChg>
        <pc:spChg chg="mod">
          <ac:chgData name="Neoh Kee Lin" userId="9e68bd29-1eeb-4ae3-beb9-48fd59e465e5" providerId="ADAL" clId="{02FEA991-E705-4E47-9809-FC337A9EEE9B}" dt="2025-03-17T04:38:26.267" v="501" actId="1038"/>
          <ac:spMkLst>
            <pc:docMk/>
            <pc:sldMk cId="2080681955" sldId="493"/>
            <ac:spMk id="9" creationId="{8EEE0CD6-CEE0-4937-BAB1-8E64A75C7234}"/>
          </ac:spMkLst>
        </pc:spChg>
        <pc:spChg chg="mod">
          <ac:chgData name="Neoh Kee Lin" userId="9e68bd29-1eeb-4ae3-beb9-48fd59e465e5" providerId="ADAL" clId="{02FEA991-E705-4E47-9809-FC337A9EEE9B}" dt="2025-03-17T04:38:26.267" v="501" actId="1038"/>
          <ac:spMkLst>
            <pc:docMk/>
            <pc:sldMk cId="2080681955" sldId="493"/>
            <ac:spMk id="10" creationId="{78CA63BF-3554-98E5-6935-BC3D487FB1CB}"/>
          </ac:spMkLst>
        </pc:spChg>
        <pc:spChg chg="mod">
          <ac:chgData name="Neoh Kee Lin" userId="9e68bd29-1eeb-4ae3-beb9-48fd59e465e5" providerId="ADAL" clId="{02FEA991-E705-4E47-9809-FC337A9EEE9B}" dt="2025-03-17T04:38:26.267" v="501" actId="1038"/>
          <ac:spMkLst>
            <pc:docMk/>
            <pc:sldMk cId="2080681955" sldId="493"/>
            <ac:spMk id="11" creationId="{48AF7B7A-D823-DB13-3A69-D4CA5AD8F240}"/>
          </ac:spMkLst>
        </pc:spChg>
        <pc:spChg chg="mod">
          <ac:chgData name="Neoh Kee Lin" userId="9e68bd29-1eeb-4ae3-beb9-48fd59e465e5" providerId="ADAL" clId="{02FEA991-E705-4E47-9809-FC337A9EEE9B}" dt="2025-03-17T04:38:26.267" v="501" actId="1038"/>
          <ac:spMkLst>
            <pc:docMk/>
            <pc:sldMk cId="2080681955" sldId="493"/>
            <ac:spMk id="12" creationId="{430B1413-F8F6-5562-1807-C682E5D5A1DC}"/>
          </ac:spMkLst>
        </pc:spChg>
        <pc:spChg chg="mod">
          <ac:chgData name="Neoh Kee Lin" userId="9e68bd29-1eeb-4ae3-beb9-48fd59e465e5" providerId="ADAL" clId="{02FEA991-E705-4E47-9809-FC337A9EEE9B}" dt="2025-03-17T04:38:26.267" v="501" actId="1038"/>
          <ac:spMkLst>
            <pc:docMk/>
            <pc:sldMk cId="2080681955" sldId="493"/>
            <ac:spMk id="16" creationId="{4B2C376A-A6B8-CC4C-6452-B5D1CA64B9E4}"/>
          </ac:spMkLst>
        </pc:spChg>
        <pc:spChg chg="add mod">
          <ac:chgData name="Neoh Kee Lin" userId="9e68bd29-1eeb-4ae3-beb9-48fd59e465e5" providerId="ADAL" clId="{02FEA991-E705-4E47-9809-FC337A9EEE9B}" dt="2025-03-17T04:38:26.267" v="501" actId="1038"/>
          <ac:spMkLst>
            <pc:docMk/>
            <pc:sldMk cId="2080681955" sldId="493"/>
            <ac:spMk id="19" creationId="{4861AD68-4159-F903-5B30-104F6DC71412}"/>
          </ac:spMkLst>
        </pc:spChg>
        <pc:spChg chg="add mod">
          <ac:chgData name="Neoh Kee Lin" userId="9e68bd29-1eeb-4ae3-beb9-48fd59e465e5" providerId="ADAL" clId="{02FEA991-E705-4E47-9809-FC337A9EEE9B}" dt="2025-03-17T04:38:26.267" v="501" actId="1038"/>
          <ac:spMkLst>
            <pc:docMk/>
            <pc:sldMk cId="2080681955" sldId="493"/>
            <ac:spMk id="20" creationId="{317D80A6-B676-1A30-45D8-6747CA635798}"/>
          </ac:spMkLst>
        </pc:spChg>
        <pc:spChg chg="add mod">
          <ac:chgData name="Neoh Kee Lin" userId="9e68bd29-1eeb-4ae3-beb9-48fd59e465e5" providerId="ADAL" clId="{02FEA991-E705-4E47-9809-FC337A9EEE9B}" dt="2025-03-17T04:38:26.267" v="501" actId="1038"/>
          <ac:spMkLst>
            <pc:docMk/>
            <pc:sldMk cId="2080681955" sldId="493"/>
            <ac:spMk id="21" creationId="{B5C1DF97-B015-D53F-F81E-CF5A279452E6}"/>
          </ac:spMkLst>
        </pc:spChg>
        <pc:spChg chg="add mod">
          <ac:chgData name="Neoh Kee Lin" userId="9e68bd29-1eeb-4ae3-beb9-48fd59e465e5" providerId="ADAL" clId="{02FEA991-E705-4E47-9809-FC337A9EEE9B}" dt="2025-03-17T04:38:26.267" v="501" actId="1038"/>
          <ac:spMkLst>
            <pc:docMk/>
            <pc:sldMk cId="2080681955" sldId="493"/>
            <ac:spMk id="24" creationId="{F42A0266-3F1E-FCCC-3002-D77206C71D45}"/>
          </ac:spMkLst>
        </pc:spChg>
        <pc:spChg chg="add mod">
          <ac:chgData name="Neoh Kee Lin" userId="9e68bd29-1eeb-4ae3-beb9-48fd59e465e5" providerId="ADAL" clId="{02FEA991-E705-4E47-9809-FC337A9EEE9B}" dt="2025-03-17T04:38:26.267" v="501" actId="1038"/>
          <ac:spMkLst>
            <pc:docMk/>
            <pc:sldMk cId="2080681955" sldId="493"/>
            <ac:spMk id="26" creationId="{BC9FC5AC-3314-C3B9-8DD2-CF839BE853BA}"/>
          </ac:spMkLst>
        </pc:spChg>
        <pc:spChg chg="mod">
          <ac:chgData name="Neoh Kee Lin" userId="9e68bd29-1eeb-4ae3-beb9-48fd59e465e5" providerId="ADAL" clId="{02FEA991-E705-4E47-9809-FC337A9EEE9B}" dt="2025-03-17T04:37:01.709" v="389" actId="1076"/>
          <ac:spMkLst>
            <pc:docMk/>
            <pc:sldMk cId="2080681955" sldId="493"/>
            <ac:spMk id="41986" creationId="{FE84B7CD-0745-CDB3-B3FE-A222455A1D87}"/>
          </ac:spMkLst>
        </pc:spChg>
        <pc:spChg chg="del">
          <ac:chgData name="Neoh Kee Lin" userId="9e68bd29-1eeb-4ae3-beb9-48fd59e465e5" providerId="ADAL" clId="{02FEA991-E705-4E47-9809-FC337A9EEE9B}" dt="2025-03-17T04:36:31.831" v="374" actId="478"/>
          <ac:spMkLst>
            <pc:docMk/>
            <pc:sldMk cId="2080681955" sldId="493"/>
            <ac:spMk id="41988" creationId="{86EA590C-1E52-31FA-BB96-6518749CA190}"/>
          </ac:spMkLst>
        </pc:spChg>
        <pc:spChg chg="del">
          <ac:chgData name="Neoh Kee Lin" userId="9e68bd29-1eeb-4ae3-beb9-48fd59e465e5" providerId="ADAL" clId="{02FEA991-E705-4E47-9809-FC337A9EEE9B}" dt="2025-03-17T04:36:25.120" v="371" actId="478"/>
          <ac:spMkLst>
            <pc:docMk/>
            <pc:sldMk cId="2080681955" sldId="493"/>
            <ac:spMk id="41989" creationId="{B11D9F4E-05A3-0D31-068C-EC5E6AF9CB58}"/>
          </ac:spMkLst>
        </pc:spChg>
        <pc:spChg chg="mod">
          <ac:chgData name="Neoh Kee Lin" userId="9e68bd29-1eeb-4ae3-beb9-48fd59e465e5" providerId="ADAL" clId="{02FEA991-E705-4E47-9809-FC337A9EEE9B}" dt="2025-03-17T04:35:28.705" v="353" actId="20577"/>
          <ac:spMkLst>
            <pc:docMk/>
            <pc:sldMk cId="2080681955" sldId="493"/>
            <ac:spMk id="41990" creationId="{E6AAB59F-EC6B-A282-8102-A4D286E11B4A}"/>
          </ac:spMkLst>
        </pc:spChg>
        <pc:spChg chg="mod">
          <ac:chgData name="Neoh Kee Lin" userId="9e68bd29-1eeb-4ae3-beb9-48fd59e465e5" providerId="ADAL" clId="{02FEA991-E705-4E47-9809-FC337A9EEE9B}" dt="2025-03-17T04:38:54.859" v="527" actId="1036"/>
          <ac:spMkLst>
            <pc:docMk/>
            <pc:sldMk cId="2080681955" sldId="493"/>
            <ac:spMk id="41991" creationId="{E3A650F7-4F78-B449-D221-BBF4BE5C08C9}"/>
          </ac:spMkLst>
        </pc:spChg>
        <pc:spChg chg="mod">
          <ac:chgData name="Neoh Kee Lin" userId="9e68bd29-1eeb-4ae3-beb9-48fd59e465e5" providerId="ADAL" clId="{02FEA991-E705-4E47-9809-FC337A9EEE9B}" dt="2025-03-17T04:38:54.859" v="527" actId="1036"/>
          <ac:spMkLst>
            <pc:docMk/>
            <pc:sldMk cId="2080681955" sldId="493"/>
            <ac:spMk id="41992" creationId="{8CA699D6-8515-3ECB-D077-1C754713509C}"/>
          </ac:spMkLst>
        </pc:spChg>
        <pc:spChg chg="mod">
          <ac:chgData name="Neoh Kee Lin" userId="9e68bd29-1eeb-4ae3-beb9-48fd59e465e5" providerId="ADAL" clId="{02FEA991-E705-4E47-9809-FC337A9EEE9B}" dt="2025-03-17T04:38:54.859" v="527" actId="1036"/>
          <ac:spMkLst>
            <pc:docMk/>
            <pc:sldMk cId="2080681955" sldId="493"/>
            <ac:spMk id="41993" creationId="{2545F36D-05FA-CB3E-707F-EC6FF74F3DBC}"/>
          </ac:spMkLst>
        </pc:spChg>
        <pc:spChg chg="mod">
          <ac:chgData name="Neoh Kee Lin" userId="9e68bd29-1eeb-4ae3-beb9-48fd59e465e5" providerId="ADAL" clId="{02FEA991-E705-4E47-9809-FC337A9EEE9B}" dt="2025-03-17T04:38:54.859" v="527" actId="1036"/>
          <ac:spMkLst>
            <pc:docMk/>
            <pc:sldMk cId="2080681955" sldId="493"/>
            <ac:spMk id="41994" creationId="{E0A7D7FA-A14B-43E2-01FD-7879127B9899}"/>
          </ac:spMkLst>
        </pc:spChg>
        <pc:spChg chg="mod">
          <ac:chgData name="Neoh Kee Lin" userId="9e68bd29-1eeb-4ae3-beb9-48fd59e465e5" providerId="ADAL" clId="{02FEA991-E705-4E47-9809-FC337A9EEE9B}" dt="2025-03-17T04:38:54.859" v="527" actId="1036"/>
          <ac:spMkLst>
            <pc:docMk/>
            <pc:sldMk cId="2080681955" sldId="493"/>
            <ac:spMk id="42000" creationId="{C777BAE3-D184-C8D7-33A2-69E2C3E5E38B}"/>
          </ac:spMkLst>
        </pc:spChg>
        <pc:spChg chg="mod">
          <ac:chgData name="Neoh Kee Lin" userId="9e68bd29-1eeb-4ae3-beb9-48fd59e465e5" providerId="ADAL" clId="{02FEA991-E705-4E47-9809-FC337A9EEE9B}" dt="2025-03-17T04:38:45.975" v="525" actId="1036"/>
          <ac:spMkLst>
            <pc:docMk/>
            <pc:sldMk cId="2080681955" sldId="493"/>
            <ac:spMk id="42003" creationId="{5A1E52D7-802A-3D7E-4B98-C57BA28BDA4E}"/>
          </ac:spMkLst>
        </pc:spChg>
        <pc:spChg chg="del">
          <ac:chgData name="Neoh Kee Lin" userId="9e68bd29-1eeb-4ae3-beb9-48fd59e465e5" providerId="ADAL" clId="{02FEA991-E705-4E47-9809-FC337A9EEE9B}" dt="2025-03-17T04:35:46.159" v="355" actId="478"/>
          <ac:spMkLst>
            <pc:docMk/>
            <pc:sldMk cId="2080681955" sldId="493"/>
            <ac:spMk id="42004" creationId="{14250376-670A-4CEB-5BD9-D7CB0FCD6B46}"/>
          </ac:spMkLst>
        </pc:spChg>
        <pc:spChg chg="mod">
          <ac:chgData name="Neoh Kee Lin" userId="9e68bd29-1eeb-4ae3-beb9-48fd59e465e5" providerId="ADAL" clId="{02FEA991-E705-4E47-9809-FC337A9EEE9B}" dt="2025-03-17T04:38:45.975" v="525" actId="1036"/>
          <ac:spMkLst>
            <pc:docMk/>
            <pc:sldMk cId="2080681955" sldId="493"/>
            <ac:spMk id="42005" creationId="{043AF75F-EF7C-B6E6-876D-4B80688504FC}"/>
          </ac:spMkLst>
        </pc:spChg>
        <pc:spChg chg="mod">
          <ac:chgData name="Neoh Kee Lin" userId="9e68bd29-1eeb-4ae3-beb9-48fd59e465e5" providerId="ADAL" clId="{02FEA991-E705-4E47-9809-FC337A9EEE9B}" dt="2025-03-17T04:38:45.975" v="525" actId="1036"/>
          <ac:spMkLst>
            <pc:docMk/>
            <pc:sldMk cId="2080681955" sldId="493"/>
            <ac:spMk id="42006" creationId="{7EFADF28-0061-D034-C72C-A80CB147B8A4}"/>
          </ac:spMkLst>
        </pc:spChg>
        <pc:spChg chg="del">
          <ac:chgData name="Neoh Kee Lin" userId="9e68bd29-1eeb-4ae3-beb9-48fd59e465e5" providerId="ADAL" clId="{02FEA991-E705-4E47-9809-FC337A9EEE9B}" dt="2025-03-17T04:35:41.708" v="354" actId="478"/>
          <ac:spMkLst>
            <pc:docMk/>
            <pc:sldMk cId="2080681955" sldId="493"/>
            <ac:spMk id="42007" creationId="{7D7E55E7-4E03-1489-5983-30BF2A094FF8}"/>
          </ac:spMkLst>
        </pc:spChg>
        <pc:spChg chg="del">
          <ac:chgData name="Neoh Kee Lin" userId="9e68bd29-1eeb-4ae3-beb9-48fd59e465e5" providerId="ADAL" clId="{02FEA991-E705-4E47-9809-FC337A9EEE9B}" dt="2025-03-17T04:35:41.708" v="354" actId="478"/>
          <ac:spMkLst>
            <pc:docMk/>
            <pc:sldMk cId="2080681955" sldId="493"/>
            <ac:spMk id="42008" creationId="{A8486B4B-4CEF-BE2B-EFD8-D76511B685FC}"/>
          </ac:spMkLst>
        </pc:spChg>
        <pc:spChg chg="del">
          <ac:chgData name="Neoh Kee Lin" userId="9e68bd29-1eeb-4ae3-beb9-48fd59e465e5" providerId="ADAL" clId="{02FEA991-E705-4E47-9809-FC337A9EEE9B}" dt="2025-03-17T04:35:48.865" v="356" actId="478"/>
          <ac:spMkLst>
            <pc:docMk/>
            <pc:sldMk cId="2080681955" sldId="493"/>
            <ac:spMk id="42009" creationId="{339268BF-7493-F49B-502A-F706D9C49555}"/>
          </ac:spMkLst>
        </pc:spChg>
        <pc:spChg chg="del">
          <ac:chgData name="Neoh Kee Lin" userId="9e68bd29-1eeb-4ae3-beb9-48fd59e465e5" providerId="ADAL" clId="{02FEA991-E705-4E47-9809-FC337A9EEE9B}" dt="2025-03-17T04:36:20.467" v="370" actId="478"/>
          <ac:spMkLst>
            <pc:docMk/>
            <pc:sldMk cId="2080681955" sldId="493"/>
            <ac:spMk id="42011" creationId="{589D001E-5CB1-1D9C-3117-E46AF38C0019}"/>
          </ac:spMkLst>
        </pc:spChg>
        <pc:spChg chg="del">
          <ac:chgData name="Neoh Kee Lin" userId="9e68bd29-1eeb-4ae3-beb9-48fd59e465e5" providerId="ADAL" clId="{02FEA991-E705-4E47-9809-FC337A9EEE9B}" dt="2025-03-17T04:36:20.467" v="370" actId="478"/>
          <ac:spMkLst>
            <pc:docMk/>
            <pc:sldMk cId="2080681955" sldId="493"/>
            <ac:spMk id="42012" creationId="{728AE8AF-BE4A-72D9-C03F-B71BF422F37B}"/>
          </ac:spMkLst>
        </pc:spChg>
        <pc:spChg chg="del">
          <ac:chgData name="Neoh Kee Lin" userId="9e68bd29-1eeb-4ae3-beb9-48fd59e465e5" providerId="ADAL" clId="{02FEA991-E705-4E47-9809-FC337A9EEE9B}" dt="2025-03-17T04:36:28.006" v="372" actId="478"/>
          <ac:spMkLst>
            <pc:docMk/>
            <pc:sldMk cId="2080681955" sldId="493"/>
            <ac:spMk id="42013" creationId="{ECA85A17-5087-E5FE-67A8-1B7272B6F050}"/>
          </ac:spMkLst>
        </pc:spChg>
        <pc:spChg chg="del">
          <ac:chgData name="Neoh Kee Lin" userId="9e68bd29-1eeb-4ae3-beb9-48fd59e465e5" providerId="ADAL" clId="{02FEA991-E705-4E47-9809-FC337A9EEE9B}" dt="2025-03-17T04:36:30.406" v="373" actId="478"/>
          <ac:spMkLst>
            <pc:docMk/>
            <pc:sldMk cId="2080681955" sldId="493"/>
            <ac:spMk id="42014" creationId="{DDF1F4ED-A6E8-7BB5-2D48-FEA8742D9749}"/>
          </ac:spMkLst>
        </pc:spChg>
        <pc:spChg chg="mod">
          <ac:chgData name="Neoh Kee Lin" userId="9e68bd29-1eeb-4ae3-beb9-48fd59e465e5" providerId="ADAL" clId="{02FEA991-E705-4E47-9809-FC337A9EEE9B}" dt="2025-03-17T04:38:54.859" v="527" actId="1036"/>
          <ac:spMkLst>
            <pc:docMk/>
            <pc:sldMk cId="2080681955" sldId="493"/>
            <ac:spMk id="42016" creationId="{B2C1FD6E-076D-604D-CB91-619E8E869A30}"/>
          </ac:spMkLst>
        </pc:spChg>
        <pc:spChg chg="del">
          <ac:chgData name="Neoh Kee Lin" userId="9e68bd29-1eeb-4ae3-beb9-48fd59e465e5" providerId="ADAL" clId="{02FEA991-E705-4E47-9809-FC337A9EEE9B}" dt="2025-03-17T04:36:20.467" v="370" actId="478"/>
          <ac:spMkLst>
            <pc:docMk/>
            <pc:sldMk cId="2080681955" sldId="493"/>
            <ac:spMk id="42020" creationId="{9459C2FA-89DB-6E7A-5580-ED6F258B5B19}"/>
          </ac:spMkLst>
        </pc:spChg>
        <pc:spChg chg="del">
          <ac:chgData name="Neoh Kee Lin" userId="9e68bd29-1eeb-4ae3-beb9-48fd59e465e5" providerId="ADAL" clId="{02FEA991-E705-4E47-9809-FC337A9EEE9B}" dt="2025-03-17T04:36:20.467" v="370" actId="478"/>
          <ac:spMkLst>
            <pc:docMk/>
            <pc:sldMk cId="2080681955" sldId="493"/>
            <ac:spMk id="42021" creationId="{B8D86917-4AE1-E12D-F04B-FE77ECF11339}"/>
          </ac:spMkLst>
        </pc:spChg>
        <pc:spChg chg="del">
          <ac:chgData name="Neoh Kee Lin" userId="9e68bd29-1eeb-4ae3-beb9-48fd59e465e5" providerId="ADAL" clId="{02FEA991-E705-4E47-9809-FC337A9EEE9B}" dt="2025-03-17T04:36:20.467" v="370" actId="478"/>
          <ac:spMkLst>
            <pc:docMk/>
            <pc:sldMk cId="2080681955" sldId="493"/>
            <ac:spMk id="42023" creationId="{565CDCCB-B05F-FDFB-124D-D251BEC79D7C}"/>
          </ac:spMkLst>
        </pc:spChg>
        <pc:spChg chg="del">
          <ac:chgData name="Neoh Kee Lin" userId="9e68bd29-1eeb-4ae3-beb9-48fd59e465e5" providerId="ADAL" clId="{02FEA991-E705-4E47-9809-FC337A9EEE9B}" dt="2025-03-17T04:36:20.467" v="370" actId="478"/>
          <ac:spMkLst>
            <pc:docMk/>
            <pc:sldMk cId="2080681955" sldId="493"/>
            <ac:spMk id="42024" creationId="{0A730A6A-81E7-6A24-9B02-9A3BC06557A6}"/>
          </ac:spMkLst>
        </pc:spChg>
        <pc:spChg chg="del">
          <ac:chgData name="Neoh Kee Lin" userId="9e68bd29-1eeb-4ae3-beb9-48fd59e465e5" providerId="ADAL" clId="{02FEA991-E705-4E47-9809-FC337A9EEE9B}" dt="2025-03-17T04:36:20.467" v="370" actId="478"/>
          <ac:spMkLst>
            <pc:docMk/>
            <pc:sldMk cId="2080681955" sldId="493"/>
            <ac:spMk id="42030" creationId="{FA61C600-2AB9-8B6A-87B0-1321E7A360D5}"/>
          </ac:spMkLst>
        </pc:spChg>
        <pc:spChg chg="del">
          <ac:chgData name="Neoh Kee Lin" userId="9e68bd29-1eeb-4ae3-beb9-48fd59e465e5" providerId="ADAL" clId="{02FEA991-E705-4E47-9809-FC337A9EEE9B}" dt="2025-03-17T04:36:20.467" v="370" actId="478"/>
          <ac:spMkLst>
            <pc:docMk/>
            <pc:sldMk cId="2080681955" sldId="493"/>
            <ac:spMk id="42033" creationId="{D6AD5814-2204-1179-8A20-CADE66A5980F}"/>
          </ac:spMkLst>
        </pc:spChg>
        <pc:spChg chg="del">
          <ac:chgData name="Neoh Kee Lin" userId="9e68bd29-1eeb-4ae3-beb9-48fd59e465e5" providerId="ADAL" clId="{02FEA991-E705-4E47-9809-FC337A9EEE9B}" dt="2025-03-17T04:36:20.467" v="370" actId="478"/>
          <ac:spMkLst>
            <pc:docMk/>
            <pc:sldMk cId="2080681955" sldId="493"/>
            <ac:spMk id="42034" creationId="{A681542E-5DBF-6D2A-37CD-4FCD87928311}"/>
          </ac:spMkLst>
        </pc:spChg>
        <pc:spChg chg="del">
          <ac:chgData name="Neoh Kee Lin" userId="9e68bd29-1eeb-4ae3-beb9-48fd59e465e5" providerId="ADAL" clId="{02FEA991-E705-4E47-9809-FC337A9EEE9B}" dt="2025-03-17T04:36:20.467" v="370" actId="478"/>
          <ac:spMkLst>
            <pc:docMk/>
            <pc:sldMk cId="2080681955" sldId="493"/>
            <ac:spMk id="42036" creationId="{199D53FA-59B1-FC65-7ECB-A55D30C5B68C}"/>
          </ac:spMkLst>
        </pc:spChg>
        <pc:grpChg chg="del mod">
          <ac:chgData name="Neoh Kee Lin" userId="9e68bd29-1eeb-4ae3-beb9-48fd59e465e5" providerId="ADAL" clId="{02FEA991-E705-4E47-9809-FC337A9EEE9B}" dt="2025-03-17T04:35:54.052" v="358" actId="478"/>
          <ac:grpSpMkLst>
            <pc:docMk/>
            <pc:sldMk cId="2080681955" sldId="493"/>
            <ac:grpSpMk id="42010" creationId="{A23ABC86-ACF4-047B-D394-9A6BA0D1EC7C}"/>
          </ac:grpSpMkLst>
        </pc:grpChg>
        <pc:cxnChg chg="add mod">
          <ac:chgData name="Neoh Kee Lin" userId="9e68bd29-1eeb-4ae3-beb9-48fd59e465e5" providerId="ADAL" clId="{02FEA991-E705-4E47-9809-FC337A9EEE9B}" dt="2025-03-17T04:39:00.184" v="530" actId="1038"/>
          <ac:cxnSpMkLst>
            <pc:docMk/>
            <pc:sldMk cId="2080681955" sldId="493"/>
            <ac:cxnSpMk id="6" creationId="{F4BBC2AF-BA38-1A6B-2201-453FD79A9D67}"/>
          </ac:cxnSpMkLst>
        </pc:cxnChg>
        <pc:cxnChg chg="mod">
          <ac:chgData name="Neoh Kee Lin" userId="9e68bd29-1eeb-4ae3-beb9-48fd59e465e5" providerId="ADAL" clId="{02FEA991-E705-4E47-9809-FC337A9EEE9B}" dt="2025-03-17T04:38:54.859" v="527" actId="1036"/>
          <ac:cxnSpMkLst>
            <pc:docMk/>
            <pc:sldMk cId="2080681955" sldId="493"/>
            <ac:cxnSpMk id="41995" creationId="{D3EAF94B-42BF-137C-DA49-14902A99AD61}"/>
          </ac:cxnSpMkLst>
        </pc:cxnChg>
        <pc:cxnChg chg="mod">
          <ac:chgData name="Neoh Kee Lin" userId="9e68bd29-1eeb-4ae3-beb9-48fd59e465e5" providerId="ADAL" clId="{02FEA991-E705-4E47-9809-FC337A9EEE9B}" dt="2025-03-17T04:37:08.132" v="419" actId="1038"/>
          <ac:cxnSpMkLst>
            <pc:docMk/>
            <pc:sldMk cId="2080681955" sldId="493"/>
            <ac:cxnSpMk id="41997" creationId="{B58A93FD-90EC-5789-3E68-B77612C65833}"/>
          </ac:cxnSpMkLst>
        </pc:cxnChg>
        <pc:cxnChg chg="mod">
          <ac:chgData name="Neoh Kee Lin" userId="9e68bd29-1eeb-4ae3-beb9-48fd59e465e5" providerId="ADAL" clId="{02FEA991-E705-4E47-9809-FC337A9EEE9B}" dt="2025-03-17T04:38:54.859" v="527" actId="1036"/>
          <ac:cxnSpMkLst>
            <pc:docMk/>
            <pc:sldMk cId="2080681955" sldId="493"/>
            <ac:cxnSpMk id="41998" creationId="{8076EC23-BBA3-6A9D-D3C3-EE63967FB7A1}"/>
          </ac:cxnSpMkLst>
        </pc:cxnChg>
        <pc:cxnChg chg="mod">
          <ac:chgData name="Neoh Kee Lin" userId="9e68bd29-1eeb-4ae3-beb9-48fd59e465e5" providerId="ADAL" clId="{02FEA991-E705-4E47-9809-FC337A9EEE9B}" dt="2025-03-17T04:38:54.859" v="527" actId="1036"/>
          <ac:cxnSpMkLst>
            <pc:docMk/>
            <pc:sldMk cId="2080681955" sldId="493"/>
            <ac:cxnSpMk id="42015" creationId="{B801EE05-2FFA-8033-70EC-A56CE6B30202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l" defTabSz="965200" eaLnBrk="1" hangingPunct="1">
              <a:defRPr sz="1300"/>
            </a:lvl1pPr>
          </a:lstStyle>
          <a:p>
            <a:pPr>
              <a:defRPr/>
            </a:pPr>
            <a:r>
              <a:rPr lang="en-US"/>
              <a:t>Graphs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fld id="{A3EB288B-74EA-4BFA-9D39-660F0F708CA8}" type="datetime8">
              <a:rPr lang="en-US" altLang="en-US"/>
              <a:pPr>
                <a:defRPr/>
              </a:pPr>
              <a:t>3/17/2025 12:18 PM</a:t>
            </a:fld>
            <a:endParaRPr lang="en-US" altLang="en-US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fld id="{40050373-FAB6-4734-A10A-C3A4A3A7E54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65728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l" defTabSz="965200" eaLnBrk="1" hangingPunct="1">
              <a:defRPr sz="1300"/>
            </a:lvl1pPr>
          </a:lstStyle>
          <a:p>
            <a:pPr>
              <a:defRPr/>
            </a:pPr>
            <a:r>
              <a:rPr lang="en-US"/>
              <a:t>Graphs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fld id="{A52C7861-4990-473C-8F43-13BC3BCDA440}" type="datetime8">
              <a:rPr lang="en-US" altLang="en-US"/>
              <a:pPr>
                <a:defRPr/>
              </a:pPr>
              <a:t>3/17/2025 12:12 PM</a:t>
            </a:fld>
            <a:endParaRPr lang="en-US" alt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5713" y="720725"/>
            <a:ext cx="4792662" cy="3594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3138" y="4554538"/>
            <a:ext cx="5356225" cy="431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fld id="{FF4C6012-DA1A-4941-9A85-70514359BB6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5134449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300">
                <a:latin typeface="Tahoma" panose="020B0604030504040204" pitchFamily="34" charset="0"/>
              </a:rPr>
              <a:t>Graphs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4207576-9150-40D9-833D-4440D64089AE}" type="datetime8">
              <a:rPr lang="en-US" altLang="en-US" sz="1300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3/17/2025 12:12 PM</a:t>
            </a:fld>
            <a:endParaRPr lang="en-US" altLang="en-US" sz="1300">
              <a:latin typeface="Tahoma" panose="020B0604030504040204" pitchFamily="34" charset="0"/>
            </a:endParaRPr>
          </a:p>
        </p:txBody>
      </p:sp>
      <p:sp>
        <p:nvSpPr>
          <p:cNvPr id="1843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96B4DA7-7A53-441B-8C62-56D9B5F8C760}" type="slidenum">
              <a:rPr lang="en-US" altLang="en-US" sz="1300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US" altLang="en-US" sz="1300">
              <a:latin typeface="Tahoma" panose="020B0604030504040204" pitchFamily="34" charset="0"/>
            </a:endParaRPr>
          </a:p>
        </p:txBody>
      </p:sp>
      <p:sp>
        <p:nvSpPr>
          <p:cNvPr id="184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2978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300">
                <a:latin typeface="Tahoma" panose="020B0604030504040204" pitchFamily="34" charset="0"/>
              </a:rPr>
              <a:t>Graphs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6DF6973-69C1-495D-A115-EE65CCE84133}" type="datetime8">
              <a:rPr lang="en-US" altLang="en-US" sz="1300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3/17/2025 12:12 PM</a:t>
            </a:fld>
            <a:endParaRPr lang="en-US" altLang="en-US" sz="1300">
              <a:latin typeface="Tahoma" panose="020B0604030504040204" pitchFamily="34" charset="0"/>
            </a:endParaRPr>
          </a:p>
        </p:txBody>
      </p:sp>
      <p:sp>
        <p:nvSpPr>
          <p:cNvPr id="389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8A46B4C-9B75-4A85-9358-1D93851B373E}" type="slidenum">
              <a:rPr lang="en-US" altLang="en-US" sz="1300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16</a:t>
            </a:fld>
            <a:endParaRPr lang="en-US" altLang="en-US" sz="1300">
              <a:latin typeface="Tahoma" panose="020B0604030504040204" pitchFamily="34" charset="0"/>
            </a:endParaRPr>
          </a:p>
        </p:txBody>
      </p:sp>
      <p:sp>
        <p:nvSpPr>
          <p:cNvPr id="389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6180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lang="en-US" altLang="en-US"/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6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187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188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1D4AFB-BFE0-40A0-9843-43540F02F1DB}" type="datetime8">
              <a:rPr lang="en-US" altLang="en-US"/>
              <a:pPr>
                <a:defRPr/>
              </a:pPr>
              <a:t>3/17/2025 12:12 PM</a:t>
            </a:fld>
            <a:endParaRPr lang="en-US" altLang="en-US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Graphs</a:t>
            </a:r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7C03AB-60BF-4894-9F10-565E0661F9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3398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D9CE3B-A929-4C04-9857-7F074A1D53D5}" type="datetime8">
              <a:rPr lang="en-US" altLang="en-US"/>
              <a:pPr>
                <a:defRPr/>
              </a:pPr>
              <a:t>3/17/2025 12:12 PM</a:t>
            </a:fld>
            <a:endParaRPr lang="en-US" alt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Graphs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215D04-A581-44A6-B791-E56B97C077E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3154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410B19-EFFD-458E-A22A-61F8B95DE6EB}" type="datetime8">
              <a:rPr lang="en-US" altLang="en-US"/>
              <a:pPr>
                <a:defRPr/>
              </a:pPr>
              <a:t>3/17/2025 12:12 PM</a:t>
            </a:fld>
            <a:endParaRPr lang="en-US" alt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Graphs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6B80AF-F2CE-44C0-8493-9EC4D403F88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7588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6BBFB1-8B59-4F39-980D-C03005E39631}" type="datetime8">
              <a:rPr lang="en-US" altLang="en-US"/>
              <a:pPr>
                <a:defRPr/>
              </a:pPr>
              <a:t>3/17/2025 12:12 PM</a:t>
            </a:fld>
            <a:endParaRPr lang="en-US" altLang="en-US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Graphs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EF64D8-D503-4F63-9E2C-CFAEAE04758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081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E65A03-6D98-4A1A-A556-926111E02613}" type="datetime8">
              <a:rPr lang="en-US" altLang="en-US"/>
              <a:pPr>
                <a:defRPr/>
              </a:pPr>
              <a:t>3/17/2025 12:12 PM</a:t>
            </a:fld>
            <a:endParaRPr lang="en-US" altLang="en-US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Graphs</a:t>
            </a:r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463E9-904E-402A-A4E3-AB23CD7E59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7180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946B35-04B4-478E-8D61-F1BA172E417A}" type="datetime8">
              <a:rPr lang="en-US" altLang="en-US"/>
              <a:pPr>
                <a:defRPr/>
              </a:pPr>
              <a:t>3/17/2025 12:12 PM</a:t>
            </a:fld>
            <a:endParaRPr lang="en-US" altLang="en-US"/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Graphs</a:t>
            </a:r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0A08F2-01E3-43D9-AB0A-2057BE8B388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2381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D7DFCC-C406-451B-A8CD-084AEF1F0D6B}" type="datetime8">
              <a:rPr lang="en-US" altLang="en-US"/>
              <a:pPr>
                <a:defRPr/>
              </a:pPr>
              <a:t>3/17/2025 12:12 PM</a:t>
            </a:fld>
            <a:endParaRPr lang="en-US" altLang="en-US"/>
          </a:p>
        </p:txBody>
      </p:sp>
      <p:sp>
        <p:nvSpPr>
          <p:cNvPr id="3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Graphs</a:t>
            </a:r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E0162E-C3A5-40EA-94BD-AE91E340B3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4915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AA36C8-945C-468C-A64F-3849A84164C1}" type="datetime8">
              <a:rPr lang="en-US" altLang="en-US"/>
              <a:pPr>
                <a:defRPr/>
              </a:pPr>
              <a:t>3/17/2025 12:12 PM</a:t>
            </a:fld>
            <a:endParaRPr lang="en-US" altLang="en-US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Graphs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E0CF8A-6DF5-470C-A3A2-63D776296A5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2084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459594-87B0-4D6B-B669-5C352079E98C}" type="datetime8">
              <a:rPr lang="en-US" altLang="en-US"/>
              <a:pPr>
                <a:defRPr/>
              </a:pPr>
              <a:t>3/17/2025 12:12 PM</a:t>
            </a:fld>
            <a:endParaRPr lang="en-US" altLang="en-US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Graphs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C586D9-1C02-43A7-8DA5-5414470A55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2684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1AFA93-74A3-4627-9CF3-6E056273A3A3}" type="datetime8">
              <a:rPr lang="en-US" altLang="en-US"/>
              <a:pPr>
                <a:defRPr/>
              </a:pPr>
              <a:t>3/17/2025 12:12 PM</a:t>
            </a:fld>
            <a:endParaRPr lang="en-US" alt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Graphs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5D00D9-5306-4618-8B7A-C22686778FF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5998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4045C2-AD63-41D1-B685-1A508AD34463}" type="datetime8">
              <a:rPr lang="en-US" altLang="en-US"/>
              <a:pPr>
                <a:defRPr/>
              </a:pPr>
              <a:t>3/17/2025 12:12 PM</a:t>
            </a:fld>
            <a:endParaRPr lang="en-US" alt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Graphs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1C4D5-2113-46A9-96E2-5B274AB64CC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69461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838200" y="1905000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EE8595-179A-4CDD-AF7D-4ADAA2213909}" type="datetime8">
              <a:rPr lang="en-US" altLang="en-US"/>
              <a:pPr>
                <a:defRPr/>
              </a:pPr>
              <a:t>3/17/2025 12:12 PM</a:t>
            </a:fld>
            <a:endParaRPr lang="en-US" alt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Graphs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36B149-4439-484E-BF39-960FFDD6C7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1776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411C96-B5D5-4AC6-B7FE-4F2071BF7AE9}" type="datetime8">
              <a:rPr lang="en-US" altLang="en-US"/>
              <a:pPr>
                <a:defRPr/>
              </a:pPr>
              <a:t>3/17/2025 12:12 PM</a:t>
            </a:fld>
            <a:endParaRPr lang="en-US" altLang="en-US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Lec08 Shortest Paths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B98F51-9591-42FD-8D02-55BF3698E3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3912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4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5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6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7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8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9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90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91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40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3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033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4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35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60"/>
              <p:cNvSpPr>
                <a:spLocks noChangeShapeType="1"/>
              </p:cNvSpPr>
              <p:nvPr/>
            </p:nvSpPr>
            <p:spPr bwMode="ltGray">
              <a:xfrm flipH="1">
                <a:off x="96" y="1037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7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8" name="Arc 62"/>
              <p:cNvSpPr>
                <a:spLocks/>
              </p:cNvSpPr>
              <p:nvPr/>
            </p:nvSpPr>
            <p:spPr bwMode="ltGray">
              <a:xfrm flipH="1">
                <a:off x="217" y="916"/>
                <a:ext cx="239" cy="239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027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61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fld id="{D142EDB3-A876-4FE6-81A8-E2DBED3D9059}" type="datetime8">
              <a:rPr lang="en-US" altLang="en-US"/>
              <a:pPr>
                <a:defRPr/>
              </a:pPr>
              <a:t>3/17/2025 12:12 PM</a:t>
            </a:fld>
            <a:endParaRPr lang="en-US" altLang="en-US"/>
          </a:p>
        </p:txBody>
      </p:sp>
      <p:sp>
        <p:nvSpPr>
          <p:cNvPr id="4162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r>
              <a:rPr lang="en-US"/>
              <a:t>Graphs</a:t>
            </a:r>
          </a:p>
        </p:txBody>
      </p:sp>
      <p:sp>
        <p:nvSpPr>
          <p:cNvPr id="4163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2D1A4A0D-4EC5-448D-8FB3-4160DAA2F3B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6" r:id="rId1"/>
    <p:sldLayoutId id="2147484017" r:id="rId2"/>
    <p:sldLayoutId id="2147484018" r:id="rId3"/>
    <p:sldLayoutId id="2147484019" r:id="rId4"/>
    <p:sldLayoutId id="2147484020" r:id="rId5"/>
    <p:sldLayoutId id="2147484021" r:id="rId6"/>
    <p:sldLayoutId id="2147484022" r:id="rId7"/>
    <p:sldLayoutId id="2147484023" r:id="rId8"/>
    <p:sldLayoutId id="2147484024" r:id="rId9"/>
    <p:sldLayoutId id="2147484025" r:id="rId10"/>
    <p:sldLayoutId id="2147484026" r:id="rId11"/>
    <p:sldLayoutId id="2147484027" r:id="rId12"/>
    <p:sldLayoutId id="2147484028" r:id="rId13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0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Graphs</a:t>
            </a:r>
          </a:p>
        </p:txBody>
      </p:sp>
      <p:sp>
        <p:nvSpPr>
          <p:cNvPr id="17411" name="Rectangle 71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FC502A6-C7B2-494A-A2BA-D08CC4E0E62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400"/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676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Lecture 08b Graph Algorithms</a:t>
            </a:r>
          </a:p>
        </p:txBody>
      </p:sp>
      <p:sp>
        <p:nvSpPr>
          <p:cNvPr id="17413" name="Oval 567"/>
          <p:cNvSpPr>
            <a:spLocks noChangeArrowheads="1"/>
          </p:cNvSpPr>
          <p:nvPr/>
        </p:nvSpPr>
        <p:spPr bwMode="auto">
          <a:xfrm>
            <a:off x="6835775" y="3276600"/>
            <a:ext cx="936625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ORD</a:t>
            </a:r>
          </a:p>
        </p:txBody>
      </p:sp>
      <p:sp>
        <p:nvSpPr>
          <p:cNvPr id="17414" name="Oval 568"/>
          <p:cNvSpPr>
            <a:spLocks noChangeArrowheads="1"/>
          </p:cNvSpPr>
          <p:nvPr/>
        </p:nvSpPr>
        <p:spPr bwMode="auto">
          <a:xfrm>
            <a:off x="6546850" y="4791075"/>
            <a:ext cx="936625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DFW</a:t>
            </a:r>
          </a:p>
        </p:txBody>
      </p:sp>
      <p:sp>
        <p:nvSpPr>
          <p:cNvPr id="17415" name="Oval 569"/>
          <p:cNvSpPr>
            <a:spLocks noChangeArrowheads="1"/>
          </p:cNvSpPr>
          <p:nvPr/>
        </p:nvSpPr>
        <p:spPr bwMode="auto">
          <a:xfrm>
            <a:off x="4625975" y="3505200"/>
            <a:ext cx="936625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SFO</a:t>
            </a:r>
          </a:p>
        </p:txBody>
      </p:sp>
      <p:sp>
        <p:nvSpPr>
          <p:cNvPr id="17416" name="Oval 570"/>
          <p:cNvSpPr>
            <a:spLocks noChangeArrowheads="1"/>
          </p:cNvSpPr>
          <p:nvPr/>
        </p:nvSpPr>
        <p:spPr bwMode="auto">
          <a:xfrm>
            <a:off x="4778375" y="4648200"/>
            <a:ext cx="936625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LAX</a:t>
            </a:r>
          </a:p>
        </p:txBody>
      </p:sp>
      <p:cxnSp>
        <p:nvCxnSpPr>
          <p:cNvPr id="17417" name="AutoShape 571"/>
          <p:cNvCxnSpPr>
            <a:cxnSpLocks noChangeShapeType="1"/>
            <a:stCxn id="17415" idx="6"/>
            <a:endCxn id="17413" idx="2"/>
          </p:cNvCxnSpPr>
          <p:nvPr/>
        </p:nvCxnSpPr>
        <p:spPr bwMode="auto">
          <a:xfrm flipV="1">
            <a:off x="5572125" y="3505200"/>
            <a:ext cx="125412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418" name="AutoShape 572"/>
          <p:cNvCxnSpPr>
            <a:cxnSpLocks noChangeShapeType="1"/>
            <a:stCxn id="17414" idx="0"/>
            <a:endCxn id="17413" idx="4"/>
          </p:cNvCxnSpPr>
          <p:nvPr/>
        </p:nvCxnSpPr>
        <p:spPr bwMode="auto">
          <a:xfrm flipV="1">
            <a:off x="7015163" y="3743325"/>
            <a:ext cx="288925" cy="10382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419" name="AutoShape 573"/>
          <p:cNvCxnSpPr>
            <a:cxnSpLocks noChangeShapeType="1"/>
            <a:stCxn id="17415" idx="4"/>
            <a:endCxn id="17416" idx="0"/>
          </p:cNvCxnSpPr>
          <p:nvPr/>
        </p:nvCxnSpPr>
        <p:spPr bwMode="auto">
          <a:xfrm>
            <a:off x="5094288" y="3971925"/>
            <a:ext cx="152400" cy="666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420" name="AutoShape 574"/>
          <p:cNvCxnSpPr>
            <a:cxnSpLocks noChangeShapeType="1"/>
            <a:stCxn id="17416" idx="6"/>
            <a:endCxn id="17414" idx="2"/>
          </p:cNvCxnSpPr>
          <p:nvPr/>
        </p:nvCxnSpPr>
        <p:spPr bwMode="auto">
          <a:xfrm>
            <a:off x="5724525" y="4876800"/>
            <a:ext cx="812800" cy="1428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421" name="AutoShape 575"/>
          <p:cNvCxnSpPr>
            <a:cxnSpLocks noChangeShapeType="1"/>
            <a:stCxn id="17416" idx="7"/>
            <a:endCxn id="17413" idx="3"/>
          </p:cNvCxnSpPr>
          <p:nvPr/>
        </p:nvCxnSpPr>
        <p:spPr bwMode="auto">
          <a:xfrm flipV="1">
            <a:off x="5578475" y="3676650"/>
            <a:ext cx="1393825" cy="10287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422" name="Text Box 576"/>
          <p:cNvSpPr txBox="1">
            <a:spLocks noChangeArrowheads="1"/>
          </p:cNvSpPr>
          <p:nvPr/>
        </p:nvSpPr>
        <p:spPr bwMode="auto">
          <a:xfrm rot="-4662247">
            <a:off x="6795294" y="3834606"/>
            <a:ext cx="5984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802</a:t>
            </a:r>
          </a:p>
        </p:txBody>
      </p:sp>
      <p:sp>
        <p:nvSpPr>
          <p:cNvPr id="17423" name="Text Box 577"/>
          <p:cNvSpPr txBox="1">
            <a:spLocks noChangeArrowheads="1"/>
          </p:cNvSpPr>
          <p:nvPr/>
        </p:nvSpPr>
        <p:spPr bwMode="auto">
          <a:xfrm rot="-2136302">
            <a:off x="5657850" y="4013200"/>
            <a:ext cx="736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1743</a:t>
            </a:r>
          </a:p>
        </p:txBody>
      </p:sp>
      <p:sp>
        <p:nvSpPr>
          <p:cNvPr id="17424" name="Text Box 578"/>
          <p:cNvSpPr txBox="1">
            <a:spLocks noChangeArrowheads="1"/>
          </p:cNvSpPr>
          <p:nvPr/>
        </p:nvSpPr>
        <p:spPr bwMode="auto">
          <a:xfrm rot="-689345">
            <a:off x="5768975" y="3276600"/>
            <a:ext cx="736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1843</a:t>
            </a:r>
          </a:p>
        </p:txBody>
      </p:sp>
      <p:sp>
        <p:nvSpPr>
          <p:cNvPr id="17425" name="Text Box 579"/>
          <p:cNvSpPr txBox="1">
            <a:spLocks noChangeArrowheads="1"/>
          </p:cNvSpPr>
          <p:nvPr/>
        </p:nvSpPr>
        <p:spPr bwMode="auto">
          <a:xfrm rot="695916">
            <a:off x="5810250" y="4603750"/>
            <a:ext cx="736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1233</a:t>
            </a:r>
          </a:p>
        </p:txBody>
      </p:sp>
      <p:sp>
        <p:nvSpPr>
          <p:cNvPr id="17426" name="Text Box 580"/>
          <p:cNvSpPr txBox="1">
            <a:spLocks noChangeArrowheads="1"/>
          </p:cNvSpPr>
          <p:nvPr/>
        </p:nvSpPr>
        <p:spPr bwMode="auto">
          <a:xfrm rot="4665015">
            <a:off x="5029994" y="4140994"/>
            <a:ext cx="5984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337</a:t>
            </a:r>
          </a:p>
        </p:txBody>
      </p:sp>
      <p:sp>
        <p:nvSpPr>
          <p:cNvPr id="17427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381000" y="3019425"/>
            <a:ext cx="4038600" cy="3135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Learning Outcome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2400"/>
              <a:t>Depth-first search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2400"/>
              <a:t>Breadth-First Search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2400"/>
              <a:t>Topological Sorting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Graphs</a:t>
            </a:r>
          </a:p>
        </p:txBody>
      </p:sp>
      <p:sp>
        <p:nvSpPr>
          <p:cNvPr id="19459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603ED1C-F8BC-4B7C-822F-7069A42A714B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/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Graph</a:t>
            </a:r>
          </a:p>
        </p:txBody>
      </p:sp>
      <p:sp>
        <p:nvSpPr>
          <p:cNvPr id="1946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704850" y="1600200"/>
            <a:ext cx="8145463" cy="2514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A graph is a pair 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V, E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, where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/>
              <a:t> is a set of nodes, called </a:t>
            </a:r>
            <a:r>
              <a:rPr lang="en-US" altLang="en-US" sz="1800">
                <a:solidFill>
                  <a:schemeClr val="tx2"/>
                </a:solidFill>
              </a:rPr>
              <a:t>vertices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  <a:r>
              <a:rPr lang="en-US" altLang="en-US" sz="1800"/>
              <a:t> is a collection of pairs of vertices, called </a:t>
            </a:r>
            <a:r>
              <a:rPr lang="en-US" altLang="en-US" sz="1800">
                <a:solidFill>
                  <a:schemeClr val="tx2"/>
                </a:solidFill>
              </a:rPr>
              <a:t>edges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Vertices and edges are positions and store elements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Example: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 vertex represents an airport and stores the three-letter airport code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An edge represents a flight route between two airports and stores the mileage of the route</a:t>
            </a:r>
          </a:p>
        </p:txBody>
      </p:sp>
      <p:sp>
        <p:nvSpPr>
          <p:cNvPr id="19462" name="Oval 12"/>
          <p:cNvSpPr>
            <a:spLocks noChangeArrowheads="1"/>
          </p:cNvSpPr>
          <p:nvPr/>
        </p:nvSpPr>
        <p:spPr bwMode="auto">
          <a:xfrm>
            <a:off x="4800600" y="4114800"/>
            <a:ext cx="936625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ORD</a:t>
            </a:r>
          </a:p>
        </p:txBody>
      </p:sp>
      <p:sp>
        <p:nvSpPr>
          <p:cNvPr id="19463" name="Oval 99"/>
          <p:cNvSpPr>
            <a:spLocks noChangeArrowheads="1"/>
          </p:cNvSpPr>
          <p:nvPr/>
        </p:nvSpPr>
        <p:spPr bwMode="auto">
          <a:xfrm>
            <a:off x="7315200" y="3959225"/>
            <a:ext cx="936625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PVD</a:t>
            </a:r>
          </a:p>
        </p:txBody>
      </p:sp>
      <p:sp>
        <p:nvSpPr>
          <p:cNvPr id="19464" name="Oval 100"/>
          <p:cNvSpPr>
            <a:spLocks noChangeArrowheads="1"/>
          </p:cNvSpPr>
          <p:nvPr/>
        </p:nvSpPr>
        <p:spPr bwMode="auto">
          <a:xfrm>
            <a:off x="7064375" y="5867400"/>
            <a:ext cx="936625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MIA</a:t>
            </a:r>
          </a:p>
        </p:txBody>
      </p:sp>
      <p:sp>
        <p:nvSpPr>
          <p:cNvPr id="19465" name="Oval 101"/>
          <p:cNvSpPr>
            <a:spLocks noChangeArrowheads="1"/>
          </p:cNvSpPr>
          <p:nvPr/>
        </p:nvSpPr>
        <p:spPr bwMode="auto">
          <a:xfrm>
            <a:off x="4511675" y="5629275"/>
            <a:ext cx="936625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DFW</a:t>
            </a:r>
          </a:p>
        </p:txBody>
      </p:sp>
      <p:sp>
        <p:nvSpPr>
          <p:cNvPr id="19466" name="Oval 102"/>
          <p:cNvSpPr>
            <a:spLocks noChangeArrowheads="1"/>
          </p:cNvSpPr>
          <p:nvPr/>
        </p:nvSpPr>
        <p:spPr bwMode="auto">
          <a:xfrm>
            <a:off x="2590800" y="4343400"/>
            <a:ext cx="936625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SFO</a:t>
            </a:r>
          </a:p>
        </p:txBody>
      </p:sp>
      <p:sp>
        <p:nvSpPr>
          <p:cNvPr id="19467" name="Oval 103"/>
          <p:cNvSpPr>
            <a:spLocks noChangeArrowheads="1"/>
          </p:cNvSpPr>
          <p:nvPr/>
        </p:nvSpPr>
        <p:spPr bwMode="auto">
          <a:xfrm>
            <a:off x="2743200" y="5486400"/>
            <a:ext cx="936625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LAX</a:t>
            </a:r>
          </a:p>
        </p:txBody>
      </p:sp>
      <p:sp>
        <p:nvSpPr>
          <p:cNvPr id="19468" name="Oval 104"/>
          <p:cNvSpPr>
            <a:spLocks noChangeArrowheads="1"/>
          </p:cNvSpPr>
          <p:nvPr/>
        </p:nvSpPr>
        <p:spPr bwMode="auto">
          <a:xfrm>
            <a:off x="6378575" y="4724400"/>
            <a:ext cx="936625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LGA</a:t>
            </a:r>
          </a:p>
        </p:txBody>
      </p:sp>
      <p:sp>
        <p:nvSpPr>
          <p:cNvPr id="19469" name="Oval 105"/>
          <p:cNvSpPr>
            <a:spLocks noChangeArrowheads="1"/>
          </p:cNvSpPr>
          <p:nvPr/>
        </p:nvSpPr>
        <p:spPr bwMode="auto">
          <a:xfrm>
            <a:off x="762000" y="5257800"/>
            <a:ext cx="936625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HNL</a:t>
            </a:r>
          </a:p>
        </p:txBody>
      </p:sp>
      <p:cxnSp>
        <p:nvCxnSpPr>
          <p:cNvPr id="19470" name="AutoShape 106"/>
          <p:cNvCxnSpPr>
            <a:cxnSpLocks noChangeShapeType="1"/>
            <a:stCxn id="19466" idx="6"/>
            <a:endCxn id="19462" idx="2"/>
          </p:cNvCxnSpPr>
          <p:nvPr/>
        </p:nvCxnSpPr>
        <p:spPr bwMode="auto">
          <a:xfrm flipV="1">
            <a:off x="3536950" y="4343400"/>
            <a:ext cx="125412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71" name="AutoShape 107"/>
          <p:cNvCxnSpPr>
            <a:cxnSpLocks noChangeShapeType="1"/>
            <a:stCxn id="19465" idx="0"/>
            <a:endCxn id="19462" idx="4"/>
          </p:cNvCxnSpPr>
          <p:nvPr/>
        </p:nvCxnSpPr>
        <p:spPr bwMode="auto">
          <a:xfrm flipV="1">
            <a:off x="4979988" y="4581525"/>
            <a:ext cx="288925" cy="10382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72" name="AutoShape 108"/>
          <p:cNvCxnSpPr>
            <a:cxnSpLocks noChangeShapeType="1"/>
            <a:stCxn id="19465" idx="7"/>
            <a:endCxn id="19468" idx="3"/>
          </p:cNvCxnSpPr>
          <p:nvPr/>
        </p:nvCxnSpPr>
        <p:spPr bwMode="auto">
          <a:xfrm flipV="1">
            <a:off x="5311775" y="5124450"/>
            <a:ext cx="1203325" cy="5619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73" name="AutoShape 109"/>
          <p:cNvCxnSpPr>
            <a:cxnSpLocks noChangeShapeType="1"/>
            <a:stCxn id="19468" idx="0"/>
            <a:endCxn id="19463" idx="3"/>
          </p:cNvCxnSpPr>
          <p:nvPr/>
        </p:nvCxnSpPr>
        <p:spPr bwMode="auto">
          <a:xfrm flipV="1">
            <a:off x="6846888" y="4359275"/>
            <a:ext cx="604837" cy="355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74" name="AutoShape 110"/>
          <p:cNvCxnSpPr>
            <a:cxnSpLocks noChangeShapeType="1"/>
            <a:stCxn id="19462" idx="6"/>
            <a:endCxn id="19463" idx="2"/>
          </p:cNvCxnSpPr>
          <p:nvPr/>
        </p:nvCxnSpPr>
        <p:spPr bwMode="auto">
          <a:xfrm flipV="1">
            <a:off x="5746750" y="4187825"/>
            <a:ext cx="1558925" cy="1555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75" name="AutoShape 111"/>
          <p:cNvCxnSpPr>
            <a:cxnSpLocks noChangeShapeType="1"/>
            <a:stCxn id="19469" idx="6"/>
            <a:endCxn id="19467" idx="2"/>
          </p:cNvCxnSpPr>
          <p:nvPr/>
        </p:nvCxnSpPr>
        <p:spPr bwMode="auto">
          <a:xfrm>
            <a:off x="1708150" y="5486400"/>
            <a:ext cx="102552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76" name="AutoShape 112"/>
          <p:cNvCxnSpPr>
            <a:cxnSpLocks noChangeShapeType="1"/>
            <a:stCxn id="19466" idx="4"/>
            <a:endCxn id="19467" idx="0"/>
          </p:cNvCxnSpPr>
          <p:nvPr/>
        </p:nvCxnSpPr>
        <p:spPr bwMode="auto">
          <a:xfrm>
            <a:off x="3059113" y="4810125"/>
            <a:ext cx="152400" cy="666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77" name="AutoShape 113"/>
          <p:cNvCxnSpPr>
            <a:cxnSpLocks noChangeShapeType="1"/>
            <a:stCxn id="19468" idx="4"/>
            <a:endCxn id="19464" idx="0"/>
          </p:cNvCxnSpPr>
          <p:nvPr/>
        </p:nvCxnSpPr>
        <p:spPr bwMode="auto">
          <a:xfrm>
            <a:off x="6846888" y="5191125"/>
            <a:ext cx="685800" cy="666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78" name="AutoShape 114"/>
          <p:cNvCxnSpPr>
            <a:cxnSpLocks noChangeShapeType="1"/>
            <a:endCxn id="19465" idx="6"/>
          </p:cNvCxnSpPr>
          <p:nvPr/>
        </p:nvCxnSpPr>
        <p:spPr bwMode="auto">
          <a:xfrm flipH="1" flipV="1">
            <a:off x="5457825" y="5857875"/>
            <a:ext cx="1597025" cy="2381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79" name="AutoShape 115"/>
          <p:cNvCxnSpPr>
            <a:cxnSpLocks noChangeShapeType="1"/>
            <a:stCxn id="19467" idx="6"/>
            <a:endCxn id="19465" idx="2"/>
          </p:cNvCxnSpPr>
          <p:nvPr/>
        </p:nvCxnSpPr>
        <p:spPr bwMode="auto">
          <a:xfrm>
            <a:off x="3689350" y="5715000"/>
            <a:ext cx="812800" cy="1428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80" name="AutoShape 116"/>
          <p:cNvCxnSpPr>
            <a:cxnSpLocks noChangeShapeType="1"/>
            <a:stCxn id="19467" idx="7"/>
            <a:endCxn id="19462" idx="3"/>
          </p:cNvCxnSpPr>
          <p:nvPr/>
        </p:nvCxnSpPr>
        <p:spPr bwMode="auto">
          <a:xfrm flipV="1">
            <a:off x="3543300" y="4514850"/>
            <a:ext cx="1393825" cy="10287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481" name="Text Box 118"/>
          <p:cNvSpPr txBox="1">
            <a:spLocks noChangeArrowheads="1"/>
          </p:cNvSpPr>
          <p:nvPr/>
        </p:nvSpPr>
        <p:spPr bwMode="auto">
          <a:xfrm rot="-347285">
            <a:off x="6081713" y="3940175"/>
            <a:ext cx="5984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849</a:t>
            </a:r>
          </a:p>
        </p:txBody>
      </p:sp>
      <p:sp>
        <p:nvSpPr>
          <p:cNvPr id="19482" name="Text Box 119"/>
          <p:cNvSpPr txBox="1">
            <a:spLocks noChangeArrowheads="1"/>
          </p:cNvSpPr>
          <p:nvPr/>
        </p:nvSpPr>
        <p:spPr bwMode="auto">
          <a:xfrm rot="-4662247">
            <a:off x="4760119" y="4672806"/>
            <a:ext cx="5984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802</a:t>
            </a:r>
          </a:p>
        </p:txBody>
      </p:sp>
      <p:sp>
        <p:nvSpPr>
          <p:cNvPr id="19483" name="Text Box 120"/>
          <p:cNvSpPr txBox="1">
            <a:spLocks noChangeArrowheads="1"/>
          </p:cNvSpPr>
          <p:nvPr/>
        </p:nvSpPr>
        <p:spPr bwMode="auto">
          <a:xfrm rot="-1544869">
            <a:off x="5435600" y="5089525"/>
            <a:ext cx="736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1387</a:t>
            </a:r>
          </a:p>
        </p:txBody>
      </p:sp>
      <p:sp>
        <p:nvSpPr>
          <p:cNvPr id="19484" name="Text Box 121"/>
          <p:cNvSpPr txBox="1">
            <a:spLocks noChangeArrowheads="1"/>
          </p:cNvSpPr>
          <p:nvPr/>
        </p:nvSpPr>
        <p:spPr bwMode="auto">
          <a:xfrm rot="-2136302">
            <a:off x="3622675" y="4851400"/>
            <a:ext cx="736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1743</a:t>
            </a:r>
          </a:p>
        </p:txBody>
      </p:sp>
      <p:sp>
        <p:nvSpPr>
          <p:cNvPr id="19485" name="Text Box 122"/>
          <p:cNvSpPr txBox="1">
            <a:spLocks noChangeArrowheads="1"/>
          </p:cNvSpPr>
          <p:nvPr/>
        </p:nvSpPr>
        <p:spPr bwMode="auto">
          <a:xfrm rot="-689345">
            <a:off x="3733800" y="4114800"/>
            <a:ext cx="736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1843</a:t>
            </a:r>
          </a:p>
        </p:txBody>
      </p:sp>
      <p:sp>
        <p:nvSpPr>
          <p:cNvPr id="19486" name="Text Box 123"/>
          <p:cNvSpPr txBox="1">
            <a:spLocks noChangeArrowheads="1"/>
          </p:cNvSpPr>
          <p:nvPr/>
        </p:nvSpPr>
        <p:spPr bwMode="auto">
          <a:xfrm rot="2626382">
            <a:off x="7031038" y="5318125"/>
            <a:ext cx="736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1099</a:t>
            </a:r>
          </a:p>
        </p:txBody>
      </p:sp>
      <p:sp>
        <p:nvSpPr>
          <p:cNvPr id="19487" name="Text Box 124"/>
          <p:cNvSpPr txBox="1">
            <a:spLocks noChangeArrowheads="1"/>
          </p:cNvSpPr>
          <p:nvPr/>
        </p:nvSpPr>
        <p:spPr bwMode="auto">
          <a:xfrm rot="565849">
            <a:off x="5975350" y="5622925"/>
            <a:ext cx="736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1120</a:t>
            </a:r>
          </a:p>
        </p:txBody>
      </p:sp>
      <p:sp>
        <p:nvSpPr>
          <p:cNvPr id="19488" name="Text Box 125"/>
          <p:cNvSpPr txBox="1">
            <a:spLocks noChangeArrowheads="1"/>
          </p:cNvSpPr>
          <p:nvPr/>
        </p:nvSpPr>
        <p:spPr bwMode="auto">
          <a:xfrm rot="695916">
            <a:off x="3775075" y="5441950"/>
            <a:ext cx="736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1233</a:t>
            </a:r>
          </a:p>
        </p:txBody>
      </p:sp>
      <p:sp>
        <p:nvSpPr>
          <p:cNvPr id="19489" name="Text Box 126"/>
          <p:cNvSpPr txBox="1">
            <a:spLocks noChangeArrowheads="1"/>
          </p:cNvSpPr>
          <p:nvPr/>
        </p:nvSpPr>
        <p:spPr bwMode="auto">
          <a:xfrm rot="4665015">
            <a:off x="2994819" y="4979194"/>
            <a:ext cx="5984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337</a:t>
            </a:r>
          </a:p>
        </p:txBody>
      </p:sp>
      <p:sp>
        <p:nvSpPr>
          <p:cNvPr id="19490" name="Text Box 127"/>
          <p:cNvSpPr txBox="1">
            <a:spLocks noChangeArrowheads="1"/>
          </p:cNvSpPr>
          <p:nvPr/>
        </p:nvSpPr>
        <p:spPr bwMode="auto">
          <a:xfrm rot="832501">
            <a:off x="1927225" y="5257800"/>
            <a:ext cx="736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2555</a:t>
            </a:r>
          </a:p>
        </p:txBody>
      </p:sp>
      <p:sp>
        <p:nvSpPr>
          <p:cNvPr id="19491" name="Text Box 128"/>
          <p:cNvSpPr txBox="1">
            <a:spLocks noChangeArrowheads="1"/>
          </p:cNvSpPr>
          <p:nvPr/>
        </p:nvSpPr>
        <p:spPr bwMode="auto">
          <a:xfrm rot="-1891667">
            <a:off x="6783388" y="4251325"/>
            <a:ext cx="5984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142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Graphs</a:t>
            </a:r>
          </a:p>
        </p:txBody>
      </p:sp>
      <p:sp>
        <p:nvSpPr>
          <p:cNvPr id="2048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98F675D-CBC3-4CE8-9186-B9C6E44188C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400"/>
          </a:p>
        </p:txBody>
      </p:sp>
      <p:graphicFrame>
        <p:nvGraphicFramePr>
          <p:cNvPr id="20484" name="Object 2052"/>
          <p:cNvGraphicFramePr>
            <a:graphicFrameLocks noChangeAspect="1"/>
          </p:cNvGraphicFramePr>
          <p:nvPr/>
        </p:nvGraphicFramePr>
        <p:xfrm>
          <a:off x="609600" y="1314450"/>
          <a:ext cx="8077200" cy="508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0087200" imgH="7006320" progId="Visio.Drawing.6">
                  <p:embed/>
                </p:oleObj>
              </mc:Choice>
              <mc:Fallback>
                <p:oleObj name="VISIO" r:id="rId3" imgW="10087200" imgH="7006320" progId="Visio.Drawing.6">
                  <p:embed/>
                  <p:pic>
                    <p:nvPicPr>
                      <p:cNvPr id="20484" name="Object 20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314450"/>
                        <a:ext cx="8077200" cy="5086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5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Applications</a:t>
            </a:r>
          </a:p>
        </p:txBody>
      </p:sp>
      <p:sp>
        <p:nvSpPr>
          <p:cNvPr id="20486" name="Rectangle 2051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4114800" cy="4724400"/>
          </a:xfrm>
        </p:spPr>
        <p:txBody>
          <a:bodyPr/>
          <a:lstStyle/>
          <a:p>
            <a:pPr eaLnBrk="1" hangingPunct="1"/>
            <a:r>
              <a:rPr lang="en-US" altLang="en-US" sz="2400"/>
              <a:t>Electronic circuits</a:t>
            </a:r>
          </a:p>
          <a:p>
            <a:pPr lvl="1" eaLnBrk="1" hangingPunct="1"/>
            <a:r>
              <a:rPr lang="en-US" altLang="en-US" sz="2000"/>
              <a:t>Printed circuit board</a:t>
            </a:r>
          </a:p>
          <a:p>
            <a:pPr lvl="1" eaLnBrk="1" hangingPunct="1"/>
            <a:r>
              <a:rPr lang="en-US" altLang="en-US" sz="2000"/>
              <a:t>Integrated circuit</a:t>
            </a:r>
          </a:p>
          <a:p>
            <a:pPr eaLnBrk="1" hangingPunct="1"/>
            <a:r>
              <a:rPr lang="en-US" altLang="en-US" sz="2400"/>
              <a:t>Transportation networks</a:t>
            </a:r>
          </a:p>
          <a:p>
            <a:pPr lvl="1" eaLnBrk="1" hangingPunct="1"/>
            <a:r>
              <a:rPr lang="en-US" altLang="en-US" sz="2000"/>
              <a:t>Highway network</a:t>
            </a:r>
          </a:p>
          <a:p>
            <a:pPr lvl="1" eaLnBrk="1" hangingPunct="1"/>
            <a:r>
              <a:rPr lang="en-US" altLang="en-US" sz="2000"/>
              <a:t>Flight network</a:t>
            </a:r>
          </a:p>
          <a:p>
            <a:pPr eaLnBrk="1" hangingPunct="1"/>
            <a:r>
              <a:rPr lang="en-US" altLang="en-US" sz="2400"/>
              <a:t>Computer networks</a:t>
            </a:r>
          </a:p>
          <a:p>
            <a:pPr lvl="1" eaLnBrk="1" hangingPunct="1"/>
            <a:r>
              <a:rPr lang="en-US" altLang="en-US" sz="2000"/>
              <a:t>Local area network</a:t>
            </a:r>
          </a:p>
          <a:p>
            <a:pPr lvl="1" eaLnBrk="1" hangingPunct="1"/>
            <a:r>
              <a:rPr lang="en-US" altLang="en-US" sz="2000"/>
              <a:t>Internet</a:t>
            </a:r>
          </a:p>
          <a:p>
            <a:pPr lvl="1" eaLnBrk="1" hangingPunct="1"/>
            <a:r>
              <a:rPr lang="en-US" altLang="en-US" sz="2000"/>
              <a:t>Web</a:t>
            </a:r>
          </a:p>
          <a:p>
            <a:pPr eaLnBrk="1" hangingPunct="1"/>
            <a:r>
              <a:rPr lang="en-US" altLang="en-US" sz="2400"/>
              <a:t>Databases</a:t>
            </a:r>
          </a:p>
          <a:p>
            <a:pPr lvl="1" eaLnBrk="1" hangingPunct="1"/>
            <a:r>
              <a:rPr lang="en-US" altLang="en-US" sz="2000"/>
              <a:t>Entity-relationship diagram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Graphs</a:t>
            </a:r>
          </a:p>
        </p:txBody>
      </p:sp>
      <p:sp>
        <p:nvSpPr>
          <p:cNvPr id="2150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5F64C18-88E9-4D4C-A2E4-D4A9D808743C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/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Terminology</a:t>
            </a:r>
          </a:p>
        </p:txBody>
      </p:sp>
      <p:sp>
        <p:nvSpPr>
          <p:cNvPr id="2150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676400"/>
            <a:ext cx="4048125" cy="4495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End vertices (or endpoints) of an edge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U and V are the endpoints of a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Edges incident on a vertex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a, d, and b are incident on V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Adjacent vertices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U and V are adjacent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Degree of a vertex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X has degree 5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Parallel edges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h and i are parallel edges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Self-loop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j is a self-loop</a:t>
            </a:r>
          </a:p>
        </p:txBody>
      </p:sp>
      <p:grpSp>
        <p:nvGrpSpPr>
          <p:cNvPr id="21510" name="Group 32"/>
          <p:cNvGrpSpPr>
            <a:grpSpLocks/>
          </p:cNvGrpSpPr>
          <p:nvPr/>
        </p:nvGrpSpPr>
        <p:grpSpPr bwMode="auto">
          <a:xfrm>
            <a:off x="4576763" y="2208213"/>
            <a:ext cx="4197350" cy="3200400"/>
            <a:chOff x="2808" y="1104"/>
            <a:chExt cx="2644" cy="2016"/>
          </a:xfrm>
        </p:grpSpPr>
        <p:sp>
          <p:nvSpPr>
            <p:cNvPr id="21511" name="Oval 4"/>
            <p:cNvSpPr>
              <a:spLocks noChangeArrowheads="1"/>
            </p:cNvSpPr>
            <p:nvPr/>
          </p:nvSpPr>
          <p:spPr bwMode="auto">
            <a:xfrm>
              <a:off x="3960" y="1680"/>
              <a:ext cx="288" cy="28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X</a:t>
              </a:r>
            </a:p>
          </p:txBody>
        </p:sp>
        <p:sp>
          <p:nvSpPr>
            <p:cNvPr id="21512" name="Oval 5"/>
            <p:cNvSpPr>
              <a:spLocks noChangeArrowheads="1"/>
            </p:cNvSpPr>
            <p:nvPr/>
          </p:nvSpPr>
          <p:spPr bwMode="auto">
            <a:xfrm>
              <a:off x="2808" y="1680"/>
              <a:ext cx="288" cy="28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U</a:t>
              </a:r>
            </a:p>
          </p:txBody>
        </p:sp>
        <p:sp>
          <p:nvSpPr>
            <p:cNvPr id="21513" name="Oval 6"/>
            <p:cNvSpPr>
              <a:spLocks noChangeArrowheads="1"/>
            </p:cNvSpPr>
            <p:nvPr/>
          </p:nvSpPr>
          <p:spPr bwMode="auto">
            <a:xfrm>
              <a:off x="3384" y="1104"/>
              <a:ext cx="288" cy="28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V</a:t>
              </a:r>
            </a:p>
          </p:txBody>
        </p:sp>
        <p:sp>
          <p:nvSpPr>
            <p:cNvPr id="21514" name="Oval 7"/>
            <p:cNvSpPr>
              <a:spLocks noChangeArrowheads="1"/>
            </p:cNvSpPr>
            <p:nvPr/>
          </p:nvSpPr>
          <p:spPr bwMode="auto">
            <a:xfrm>
              <a:off x="3384" y="2256"/>
              <a:ext cx="288" cy="28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W</a:t>
              </a:r>
            </a:p>
          </p:txBody>
        </p:sp>
        <p:sp>
          <p:nvSpPr>
            <p:cNvPr id="21515" name="Oval 8"/>
            <p:cNvSpPr>
              <a:spLocks noChangeArrowheads="1"/>
            </p:cNvSpPr>
            <p:nvPr/>
          </p:nvSpPr>
          <p:spPr bwMode="auto">
            <a:xfrm>
              <a:off x="4728" y="1680"/>
              <a:ext cx="288" cy="28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Z</a:t>
              </a:r>
            </a:p>
          </p:txBody>
        </p:sp>
        <p:cxnSp>
          <p:nvCxnSpPr>
            <p:cNvPr id="21516" name="AutoShape 9"/>
            <p:cNvCxnSpPr>
              <a:cxnSpLocks noChangeShapeType="1"/>
              <a:stCxn id="21513" idx="3"/>
              <a:endCxn id="21512" idx="7"/>
            </p:cNvCxnSpPr>
            <p:nvPr/>
          </p:nvCxnSpPr>
          <p:spPr bwMode="auto">
            <a:xfrm flipH="1">
              <a:off x="3054" y="1356"/>
              <a:ext cx="372" cy="36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517" name="AutoShape 10"/>
            <p:cNvCxnSpPr>
              <a:cxnSpLocks noChangeShapeType="1"/>
              <a:stCxn id="21514" idx="1"/>
              <a:endCxn id="21512" idx="5"/>
            </p:cNvCxnSpPr>
            <p:nvPr/>
          </p:nvCxnSpPr>
          <p:spPr bwMode="auto">
            <a:xfrm flipH="1" flipV="1">
              <a:off x="3054" y="1932"/>
              <a:ext cx="372" cy="36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518" name="AutoShape 11"/>
            <p:cNvCxnSpPr>
              <a:cxnSpLocks noChangeShapeType="1"/>
              <a:stCxn id="21514" idx="7"/>
              <a:endCxn id="21511" idx="3"/>
            </p:cNvCxnSpPr>
            <p:nvPr/>
          </p:nvCxnSpPr>
          <p:spPr bwMode="auto">
            <a:xfrm flipV="1">
              <a:off x="3630" y="1932"/>
              <a:ext cx="372" cy="36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519" name="AutoShape 13"/>
            <p:cNvCxnSpPr>
              <a:cxnSpLocks noChangeShapeType="1"/>
              <a:stCxn id="21513" idx="5"/>
              <a:endCxn id="21511" idx="1"/>
            </p:cNvCxnSpPr>
            <p:nvPr/>
          </p:nvCxnSpPr>
          <p:spPr bwMode="auto">
            <a:xfrm>
              <a:off x="3630" y="1356"/>
              <a:ext cx="372" cy="36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520" name="AutoShape 14"/>
            <p:cNvCxnSpPr>
              <a:cxnSpLocks noChangeShapeType="1"/>
              <a:stCxn id="21513" idx="4"/>
              <a:endCxn id="21514" idx="0"/>
            </p:cNvCxnSpPr>
            <p:nvPr/>
          </p:nvCxnSpPr>
          <p:spPr bwMode="auto">
            <a:xfrm>
              <a:off x="3528" y="1398"/>
              <a:ext cx="0" cy="85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1521" name="Oval 15"/>
            <p:cNvSpPr>
              <a:spLocks noChangeArrowheads="1"/>
            </p:cNvSpPr>
            <p:nvPr/>
          </p:nvSpPr>
          <p:spPr bwMode="auto">
            <a:xfrm>
              <a:off x="3966" y="2832"/>
              <a:ext cx="288" cy="28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Y</a:t>
              </a:r>
            </a:p>
          </p:txBody>
        </p:sp>
        <p:cxnSp>
          <p:nvCxnSpPr>
            <p:cNvPr id="21522" name="AutoShape 16"/>
            <p:cNvCxnSpPr>
              <a:cxnSpLocks noChangeShapeType="1"/>
              <a:stCxn id="21514" idx="5"/>
              <a:endCxn id="21521" idx="1"/>
            </p:cNvCxnSpPr>
            <p:nvPr/>
          </p:nvCxnSpPr>
          <p:spPr bwMode="auto">
            <a:xfrm>
              <a:off x="3630" y="2508"/>
              <a:ext cx="378" cy="36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523" name="AutoShape 17"/>
            <p:cNvCxnSpPr>
              <a:cxnSpLocks noChangeShapeType="1"/>
              <a:stCxn id="21511" idx="4"/>
              <a:endCxn id="21521" idx="0"/>
            </p:cNvCxnSpPr>
            <p:nvPr/>
          </p:nvCxnSpPr>
          <p:spPr bwMode="auto">
            <a:xfrm>
              <a:off x="4104" y="1974"/>
              <a:ext cx="6" cy="85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1524" name="Text Box 18"/>
            <p:cNvSpPr txBox="1">
              <a:spLocks noChangeArrowheads="1"/>
            </p:cNvSpPr>
            <p:nvPr/>
          </p:nvSpPr>
          <p:spPr bwMode="auto">
            <a:xfrm>
              <a:off x="3054" y="1254"/>
              <a:ext cx="2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a</a:t>
              </a:r>
            </a:p>
          </p:txBody>
        </p:sp>
        <p:sp>
          <p:nvSpPr>
            <p:cNvPr id="21525" name="Text Box 19"/>
            <p:cNvSpPr txBox="1">
              <a:spLocks noChangeArrowheads="1"/>
            </p:cNvSpPr>
            <p:nvPr/>
          </p:nvSpPr>
          <p:spPr bwMode="auto">
            <a:xfrm>
              <a:off x="3046" y="1974"/>
              <a:ext cx="20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c</a:t>
              </a:r>
            </a:p>
          </p:txBody>
        </p:sp>
        <p:sp>
          <p:nvSpPr>
            <p:cNvPr id="21526" name="Text Box 20"/>
            <p:cNvSpPr txBox="1">
              <a:spLocks noChangeArrowheads="1"/>
            </p:cNvSpPr>
            <p:nvPr/>
          </p:nvSpPr>
          <p:spPr bwMode="auto">
            <a:xfrm>
              <a:off x="3786" y="1254"/>
              <a:ext cx="22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b</a:t>
              </a:r>
            </a:p>
          </p:txBody>
        </p:sp>
        <p:sp>
          <p:nvSpPr>
            <p:cNvPr id="21527" name="Text Box 21"/>
            <p:cNvSpPr txBox="1">
              <a:spLocks noChangeArrowheads="1"/>
            </p:cNvSpPr>
            <p:nvPr/>
          </p:nvSpPr>
          <p:spPr bwMode="auto">
            <a:xfrm>
              <a:off x="3789" y="2004"/>
              <a:ext cx="2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e</a:t>
              </a:r>
            </a:p>
          </p:txBody>
        </p:sp>
        <p:sp>
          <p:nvSpPr>
            <p:cNvPr id="21528" name="Text Box 22"/>
            <p:cNvSpPr txBox="1">
              <a:spLocks noChangeArrowheads="1"/>
            </p:cNvSpPr>
            <p:nvPr/>
          </p:nvSpPr>
          <p:spPr bwMode="auto">
            <a:xfrm>
              <a:off x="3504" y="1680"/>
              <a:ext cx="22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d</a:t>
              </a:r>
            </a:p>
          </p:txBody>
        </p:sp>
        <p:sp>
          <p:nvSpPr>
            <p:cNvPr id="21529" name="Text Box 23"/>
            <p:cNvSpPr txBox="1">
              <a:spLocks noChangeArrowheads="1"/>
            </p:cNvSpPr>
            <p:nvPr/>
          </p:nvSpPr>
          <p:spPr bwMode="auto">
            <a:xfrm>
              <a:off x="3676" y="2646"/>
              <a:ext cx="1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f</a:t>
              </a:r>
            </a:p>
          </p:txBody>
        </p:sp>
        <p:sp>
          <p:nvSpPr>
            <p:cNvPr id="21530" name="Text Box 24"/>
            <p:cNvSpPr txBox="1">
              <a:spLocks noChangeArrowheads="1"/>
            </p:cNvSpPr>
            <p:nvPr/>
          </p:nvSpPr>
          <p:spPr bwMode="auto">
            <a:xfrm>
              <a:off x="4080" y="2292"/>
              <a:ext cx="22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g</a:t>
              </a:r>
            </a:p>
          </p:txBody>
        </p:sp>
        <p:sp>
          <p:nvSpPr>
            <p:cNvPr id="21531" name="Text Box 25"/>
            <p:cNvSpPr txBox="1">
              <a:spLocks noChangeArrowheads="1"/>
            </p:cNvSpPr>
            <p:nvPr/>
          </p:nvSpPr>
          <p:spPr bwMode="auto">
            <a:xfrm>
              <a:off x="4398" y="1392"/>
              <a:ext cx="22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h</a:t>
              </a:r>
            </a:p>
          </p:txBody>
        </p:sp>
        <p:sp>
          <p:nvSpPr>
            <p:cNvPr id="21532" name="Text Box 26"/>
            <p:cNvSpPr txBox="1">
              <a:spLocks noChangeArrowheads="1"/>
            </p:cNvSpPr>
            <p:nvPr/>
          </p:nvSpPr>
          <p:spPr bwMode="auto">
            <a:xfrm>
              <a:off x="4429" y="2016"/>
              <a:ext cx="1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i</a:t>
              </a:r>
            </a:p>
          </p:txBody>
        </p:sp>
        <p:sp>
          <p:nvSpPr>
            <p:cNvPr id="21533" name="Text Box 27"/>
            <p:cNvSpPr txBox="1">
              <a:spLocks noChangeArrowheads="1"/>
            </p:cNvSpPr>
            <p:nvPr/>
          </p:nvSpPr>
          <p:spPr bwMode="auto">
            <a:xfrm>
              <a:off x="5282" y="1392"/>
              <a:ext cx="17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j</a:t>
              </a:r>
            </a:p>
          </p:txBody>
        </p:sp>
        <p:cxnSp>
          <p:nvCxnSpPr>
            <p:cNvPr id="21534" name="AutoShape 29"/>
            <p:cNvCxnSpPr>
              <a:cxnSpLocks noChangeShapeType="1"/>
              <a:stCxn id="21511" idx="5"/>
              <a:endCxn id="21515" idx="3"/>
            </p:cNvCxnSpPr>
            <p:nvPr/>
          </p:nvCxnSpPr>
          <p:spPr bwMode="auto">
            <a:xfrm rot="16200000" flipH="1">
              <a:off x="4487" y="1651"/>
              <a:ext cx="1" cy="564"/>
            </a:xfrm>
            <a:prstGeom prst="curvedConnector3">
              <a:avLst>
                <a:gd name="adj1" fmla="val 7699995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535" name="AutoShape 30"/>
            <p:cNvCxnSpPr>
              <a:cxnSpLocks noChangeShapeType="1"/>
              <a:stCxn id="21511" idx="7"/>
              <a:endCxn id="21515" idx="1"/>
            </p:cNvCxnSpPr>
            <p:nvPr/>
          </p:nvCxnSpPr>
          <p:spPr bwMode="auto">
            <a:xfrm rot="5400000" flipV="1">
              <a:off x="4487" y="1435"/>
              <a:ext cx="1" cy="564"/>
            </a:xfrm>
            <a:prstGeom prst="curvedConnector3">
              <a:avLst>
                <a:gd name="adj1" fmla="val -6100005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536" name="AutoShape 31"/>
            <p:cNvCxnSpPr>
              <a:cxnSpLocks noChangeShapeType="1"/>
              <a:stCxn id="21515" idx="5"/>
              <a:endCxn id="21515" idx="7"/>
            </p:cNvCxnSpPr>
            <p:nvPr/>
          </p:nvCxnSpPr>
          <p:spPr bwMode="auto">
            <a:xfrm rot="5400000" flipH="1" flipV="1">
              <a:off x="4867" y="1823"/>
              <a:ext cx="216" cy="1"/>
            </a:xfrm>
            <a:prstGeom prst="curvedConnector5">
              <a:avLst>
                <a:gd name="adj1" fmla="val -44444"/>
                <a:gd name="adj2" fmla="val 40099995"/>
                <a:gd name="adj3" fmla="val 146759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Graphs</a:t>
            </a:r>
          </a:p>
        </p:txBody>
      </p:sp>
      <p:sp>
        <p:nvSpPr>
          <p:cNvPr id="22531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82E203A-4DEA-420F-89C2-0B72C736846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/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Properties</a:t>
            </a:r>
          </a:p>
        </p:txBody>
      </p:sp>
      <p:sp>
        <p:nvSpPr>
          <p:cNvPr id="2253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5029200" y="1600200"/>
            <a:ext cx="3733800" cy="1600200"/>
          </a:xfrm>
        </p:spPr>
        <p:txBody>
          <a:bodyPr/>
          <a:lstStyle/>
          <a:p>
            <a:pPr marL="114300" indent="-114300" eaLnBrk="1" hangingPunct="1">
              <a:buFont typeface="Wingdings" panose="05000000000000000000" pitchFamily="2" charset="2"/>
              <a:buNone/>
            </a:pPr>
            <a:r>
              <a:rPr lang="en-US" altLang="en-US" sz="2400"/>
              <a:t>Notation</a:t>
            </a:r>
          </a:p>
          <a:p>
            <a:pPr marL="1371600" lvl="1" indent="-914400" eaLnBrk="1" hangingPunct="1">
              <a:buFont typeface="Wingdings" panose="05000000000000000000" pitchFamily="2" charset="2"/>
              <a:buNone/>
            </a:pPr>
            <a:r>
              <a:rPr lang="en-US" altLang="en-US" sz="2000" b="1" i="1">
                <a:latin typeface="Times New Roman" panose="02020603050405020304" pitchFamily="18" charset="0"/>
              </a:rPr>
              <a:t>   n	</a:t>
            </a:r>
            <a:r>
              <a:rPr lang="en-US" altLang="en-US" sz="2000"/>
              <a:t>number of vertices</a:t>
            </a:r>
          </a:p>
          <a:p>
            <a:pPr marL="1371600" lvl="1" indent="-914400" eaLnBrk="1" hangingPunct="1">
              <a:buFont typeface="Wingdings" panose="05000000000000000000" pitchFamily="2" charset="2"/>
              <a:buNone/>
            </a:pPr>
            <a:r>
              <a:rPr lang="en-US" altLang="en-US" sz="2000" b="1" i="1">
                <a:latin typeface="Times New Roman" panose="02020603050405020304" pitchFamily="18" charset="0"/>
              </a:rPr>
              <a:t>   m	</a:t>
            </a:r>
            <a:r>
              <a:rPr lang="en-US" altLang="en-US" sz="2000"/>
              <a:t>number of edges</a:t>
            </a:r>
          </a:p>
          <a:p>
            <a:pPr marL="1371600" lvl="1" indent="-914400" eaLnBrk="1" hangingPunct="1">
              <a:buFont typeface="Wingdings" panose="05000000000000000000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deg(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 b="1" i="1">
                <a:latin typeface="Times New Roman" panose="02020603050405020304" pitchFamily="18" charset="0"/>
              </a:rPr>
              <a:t>	</a:t>
            </a:r>
            <a:r>
              <a:rPr lang="en-US" altLang="en-US" sz="2000"/>
              <a:t>degree of vertex 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endParaRPr lang="en-US" altLang="en-US" sz="2000"/>
          </a:p>
        </p:txBody>
      </p:sp>
      <p:sp>
        <p:nvSpPr>
          <p:cNvPr id="22534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2"/>
          </p:nvPr>
        </p:nvSpPr>
        <p:spPr>
          <a:xfrm>
            <a:off x="609600" y="1600200"/>
            <a:ext cx="36576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chemeClr val="tx2"/>
                </a:solidFill>
              </a:rPr>
              <a:t>Property 1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b="1">
                <a:latin typeface="Symbol" panose="05050102010706020507" pitchFamily="18" charset="2"/>
              </a:rPr>
              <a:t>S</a:t>
            </a:r>
            <a:r>
              <a:rPr lang="en-US" altLang="en-US" sz="2000" b="1" i="1" baseline="-25000">
                <a:latin typeface="Times New Roman" panose="02020603050405020304" pitchFamily="18" charset="0"/>
              </a:rPr>
              <a:t>v </a:t>
            </a:r>
            <a:r>
              <a:rPr lang="en-US" altLang="en-US" sz="2000">
                <a:latin typeface="Times New Roman" panose="02020603050405020304" pitchFamily="18" charset="0"/>
              </a:rPr>
              <a:t>deg(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 b="1" i="1"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latin typeface="Symbol" panose="05050102010706020507" pitchFamily="18" charset="2"/>
              </a:rPr>
              <a:t>= </a:t>
            </a:r>
            <a:r>
              <a:rPr lang="en-US" altLang="en-US" sz="2000">
                <a:latin typeface="Times New Roman" panose="02020603050405020304" pitchFamily="18" charset="0"/>
              </a:rPr>
              <a:t>2</a:t>
            </a:r>
            <a:r>
              <a:rPr lang="en-US" altLang="en-US" sz="2000" b="1" i="1">
                <a:latin typeface="Times New Roman" panose="02020603050405020304" pitchFamily="18" charset="0"/>
              </a:rPr>
              <a:t>m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000000"/>
                </a:solidFill>
              </a:rPr>
              <a:t>Proof:</a:t>
            </a:r>
            <a:r>
              <a:rPr lang="en-US" altLang="en-US" sz="2000"/>
              <a:t> each edge is counted twice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chemeClr val="tx2"/>
                </a:solidFill>
              </a:rPr>
              <a:t>Property 2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In an undirected graph with no self-loops and no multiple edges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 	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b="1" i="1">
                <a:latin typeface="Times New Roman" panose="02020603050405020304" pitchFamily="18" charset="0"/>
              </a:rPr>
              <a:t>m </a:t>
            </a:r>
            <a:r>
              <a:rPr lang="en-US" altLang="en-US" sz="2000" b="1">
                <a:latin typeface="Symbol" panose="05050102010706020507" pitchFamily="18" charset="2"/>
                <a:sym typeface="Symbol" panose="05050102010706020507" pitchFamily="18" charset="2"/>
              </a:rPr>
              <a:t> </a:t>
            </a:r>
            <a:r>
              <a:rPr lang="en-US" altLang="en-US" sz="2000" b="1" i="1">
                <a:latin typeface="Times New Roman" panose="02020603050405020304" pitchFamily="18" charset="0"/>
              </a:rPr>
              <a:t>n 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n </a:t>
            </a:r>
            <a:r>
              <a:rPr lang="en-US" altLang="en-US" sz="2000" b="1">
                <a:latin typeface="Symbol" panose="05050102010706020507" pitchFamily="18" charset="2"/>
              </a:rPr>
              <a:t>-</a:t>
            </a:r>
            <a:r>
              <a:rPr lang="en-US" altLang="en-US" sz="2000" b="1" i="1"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latin typeface="Times New Roman" panose="02020603050405020304" pitchFamily="18" charset="0"/>
              </a:rPr>
              <a:t>1)</a:t>
            </a:r>
            <a:r>
              <a:rPr lang="en-US" altLang="en-US" sz="2000" b="1">
                <a:latin typeface="Symbol" panose="05050102010706020507" pitchFamily="18" charset="2"/>
              </a:rPr>
              <a:t>/</a:t>
            </a:r>
            <a:r>
              <a:rPr lang="en-US" altLang="en-US" sz="2000">
                <a:latin typeface="Times New Roman" panose="02020603050405020304" pitchFamily="18" charset="0"/>
              </a:rPr>
              <a:t>2</a:t>
            </a:r>
            <a:endParaRPr lang="en-US" altLang="en-US" sz="2000" baseline="3000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000000"/>
                </a:solidFill>
              </a:rPr>
              <a:t>Proof:</a:t>
            </a:r>
            <a:r>
              <a:rPr lang="en-US" altLang="en-US" sz="2000"/>
              <a:t> each vertex has degree at most 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n </a:t>
            </a:r>
            <a:r>
              <a:rPr lang="en-US" altLang="en-US" sz="2000" b="1">
                <a:latin typeface="Symbol" panose="05050102010706020507" pitchFamily="18" charset="2"/>
              </a:rPr>
              <a:t>-</a:t>
            </a:r>
            <a:r>
              <a:rPr lang="en-US" altLang="en-US" sz="2000" b="1" i="1"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latin typeface="Times New Roman" panose="02020603050405020304" pitchFamily="18" charset="0"/>
              </a:rPr>
              <a:t>1)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0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chemeClr val="tx2"/>
                </a:solidFill>
              </a:rPr>
              <a:t>What is the bound for a directed graph?</a:t>
            </a:r>
          </a:p>
        </p:txBody>
      </p:sp>
      <p:sp>
        <p:nvSpPr>
          <p:cNvPr id="22535" name="Oval 5"/>
          <p:cNvSpPr>
            <a:spLocks noChangeArrowheads="1"/>
          </p:cNvSpPr>
          <p:nvPr/>
        </p:nvSpPr>
        <p:spPr bwMode="auto">
          <a:xfrm>
            <a:off x="4267200" y="4454525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2536" name="Oval 6"/>
          <p:cNvSpPr>
            <a:spLocks noChangeArrowheads="1"/>
          </p:cNvSpPr>
          <p:nvPr/>
        </p:nvSpPr>
        <p:spPr bwMode="auto">
          <a:xfrm>
            <a:off x="5181600" y="3540125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2537" name="Oval 7"/>
          <p:cNvSpPr>
            <a:spLocks noChangeArrowheads="1"/>
          </p:cNvSpPr>
          <p:nvPr/>
        </p:nvSpPr>
        <p:spPr bwMode="auto">
          <a:xfrm>
            <a:off x="5181600" y="5445125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2538" name="Oval 8"/>
          <p:cNvSpPr>
            <a:spLocks noChangeArrowheads="1"/>
          </p:cNvSpPr>
          <p:nvPr/>
        </p:nvSpPr>
        <p:spPr bwMode="auto">
          <a:xfrm>
            <a:off x="6096000" y="4454525"/>
            <a:ext cx="304800" cy="304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cxnSp>
        <p:nvCxnSpPr>
          <p:cNvPr id="22539" name="AutoShape 9"/>
          <p:cNvCxnSpPr>
            <a:cxnSpLocks noChangeShapeType="1"/>
            <a:stCxn id="22536" idx="5"/>
            <a:endCxn id="22538" idx="1"/>
          </p:cNvCxnSpPr>
          <p:nvPr/>
        </p:nvCxnSpPr>
        <p:spPr bwMode="auto">
          <a:xfrm>
            <a:off x="5441950" y="3810000"/>
            <a:ext cx="698500" cy="6794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40" name="AutoShape 10"/>
          <p:cNvCxnSpPr>
            <a:cxnSpLocks noChangeShapeType="1"/>
            <a:stCxn id="22536" idx="3"/>
            <a:endCxn id="22535" idx="7"/>
          </p:cNvCxnSpPr>
          <p:nvPr/>
        </p:nvCxnSpPr>
        <p:spPr bwMode="auto">
          <a:xfrm flipH="1">
            <a:off x="4527550" y="3810000"/>
            <a:ext cx="698500" cy="6794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41" name="AutoShape 11"/>
          <p:cNvCxnSpPr>
            <a:cxnSpLocks noChangeShapeType="1"/>
            <a:stCxn id="22537" idx="1"/>
            <a:endCxn id="22535" idx="5"/>
          </p:cNvCxnSpPr>
          <p:nvPr/>
        </p:nvCxnSpPr>
        <p:spPr bwMode="auto">
          <a:xfrm flipH="1" flipV="1">
            <a:off x="4527550" y="4724400"/>
            <a:ext cx="698500" cy="755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42" name="AutoShape 12"/>
          <p:cNvCxnSpPr>
            <a:cxnSpLocks noChangeShapeType="1"/>
            <a:stCxn id="22538" idx="3"/>
            <a:endCxn id="22537" idx="7"/>
          </p:cNvCxnSpPr>
          <p:nvPr/>
        </p:nvCxnSpPr>
        <p:spPr bwMode="auto">
          <a:xfrm flipH="1">
            <a:off x="5441950" y="4724400"/>
            <a:ext cx="698500" cy="755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43" name="AutoShape 13"/>
          <p:cNvCxnSpPr>
            <a:cxnSpLocks noChangeShapeType="1"/>
            <a:stCxn id="22538" idx="2"/>
            <a:endCxn id="22535" idx="6"/>
          </p:cNvCxnSpPr>
          <p:nvPr/>
        </p:nvCxnSpPr>
        <p:spPr bwMode="auto">
          <a:xfrm flipH="1">
            <a:off x="4581525" y="4606925"/>
            <a:ext cx="15049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44" name="AutoShape 14"/>
          <p:cNvCxnSpPr>
            <a:cxnSpLocks noChangeShapeType="1"/>
            <a:stCxn id="22537" idx="0"/>
            <a:endCxn id="22536" idx="4"/>
          </p:cNvCxnSpPr>
          <p:nvPr/>
        </p:nvCxnSpPr>
        <p:spPr bwMode="auto">
          <a:xfrm flipV="1">
            <a:off x="5334000" y="3854450"/>
            <a:ext cx="0" cy="1581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545" name="Rectangle 15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6477000" y="3429000"/>
            <a:ext cx="228600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/>
              <a:t>Example</a:t>
            </a:r>
          </a:p>
          <a:p>
            <a:pPr lvl="1" eaLnBrk="1" hangingPunct="1"/>
            <a:r>
              <a:rPr lang="en-US" altLang="en-US" sz="2400" b="1" i="1">
                <a:latin typeface="Times New Roman" panose="02020603050405020304" pitchFamily="18" charset="0"/>
              </a:rPr>
              <a:t>n </a:t>
            </a:r>
            <a:r>
              <a:rPr lang="en-US" altLang="en-US" sz="2400" b="1">
                <a:latin typeface="Symbol" panose="05050102010706020507" pitchFamily="18" charset="2"/>
                <a:sym typeface="Symbol" panose="05050102010706020507" pitchFamily="18" charset="2"/>
              </a:rPr>
              <a:t>= </a:t>
            </a:r>
            <a:r>
              <a:rPr lang="en-US" altLang="en-US" sz="2400">
                <a:latin typeface="Times New Roman" panose="02020603050405020304" pitchFamily="18" charset="0"/>
              </a:rPr>
              <a:t>4</a:t>
            </a:r>
          </a:p>
          <a:p>
            <a:pPr lvl="1" eaLnBrk="1" hangingPunct="1"/>
            <a:r>
              <a:rPr lang="en-US" altLang="en-US" sz="2400" b="1" i="1">
                <a:latin typeface="Times New Roman" panose="02020603050405020304" pitchFamily="18" charset="0"/>
              </a:rPr>
              <a:t>m </a:t>
            </a:r>
            <a:r>
              <a:rPr lang="en-US" altLang="en-US" sz="2400" b="1">
                <a:latin typeface="Symbol" panose="05050102010706020507" pitchFamily="18" charset="2"/>
                <a:sym typeface="Symbol" panose="05050102010706020507" pitchFamily="18" charset="2"/>
              </a:rPr>
              <a:t>= </a:t>
            </a:r>
            <a:r>
              <a:rPr lang="en-US" altLang="en-US" sz="2400">
                <a:latin typeface="Times New Roman" panose="02020603050405020304" pitchFamily="18" charset="0"/>
              </a:rPr>
              <a:t>6</a:t>
            </a:r>
          </a:p>
          <a:p>
            <a:pPr lvl="1" eaLnBrk="1" hangingPunct="1"/>
            <a:r>
              <a:rPr lang="en-US" altLang="en-US" sz="2400">
                <a:latin typeface="Times New Roman" panose="02020603050405020304" pitchFamily="18" charset="0"/>
              </a:rPr>
              <a:t>deg(</a:t>
            </a:r>
            <a:r>
              <a:rPr lang="en-US" altLang="en-US" sz="2400" b="1" i="1">
                <a:latin typeface="Times New Roman" panose="02020603050405020304" pitchFamily="18" charset="0"/>
              </a:rPr>
              <a:t>v</a:t>
            </a:r>
            <a:r>
              <a:rPr lang="en-US" altLang="en-US" sz="2400">
                <a:latin typeface="Times New Roman" panose="02020603050405020304" pitchFamily="18" charset="0"/>
              </a:rPr>
              <a:t>)</a:t>
            </a:r>
            <a:r>
              <a:rPr lang="en-US" altLang="en-US" sz="2400" b="1" i="1">
                <a:latin typeface="Times New Roman" panose="02020603050405020304" pitchFamily="18" charset="0"/>
              </a:rPr>
              <a:t> </a:t>
            </a:r>
            <a:r>
              <a:rPr lang="en-US" altLang="en-US" sz="2400">
                <a:latin typeface="Symbol" panose="05050102010706020507" pitchFamily="18" charset="2"/>
              </a:rPr>
              <a:t>= </a:t>
            </a:r>
            <a:r>
              <a:rPr lang="en-US" altLang="en-US" sz="2400">
                <a:latin typeface="Times New Roman" panose="02020603050405020304" pitchFamily="18" charset="0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Graphs</a:t>
            </a:r>
          </a:p>
        </p:txBody>
      </p:sp>
      <p:sp>
        <p:nvSpPr>
          <p:cNvPr id="235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ACCC775-4179-4401-A505-CA56905551FE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/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Asymptotic Performance</a:t>
            </a:r>
          </a:p>
        </p:txBody>
      </p:sp>
      <p:graphicFrame>
        <p:nvGraphicFramePr>
          <p:cNvPr id="216215" name="Group 151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1521986421"/>
              </p:ext>
            </p:extLst>
          </p:nvPr>
        </p:nvGraphicFramePr>
        <p:xfrm>
          <a:off x="838200" y="1600200"/>
          <a:ext cx="7239000" cy="4572071"/>
        </p:xfrm>
        <a:graphic>
          <a:graphicData uri="http://schemas.openxmlformats.org/drawingml/2006/table">
            <a:tbl>
              <a:tblPr/>
              <a:tblGrid>
                <a:gridCol w="2817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33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8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5322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Blip>
                          <a:blip r:embed="rId2"/>
                        </a:buBlip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n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vertices, 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m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edges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Blip>
                          <a:blip r:embed="rId2"/>
                        </a:buBlip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no parallel edges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Blip>
                          <a:blip r:embed="rId2"/>
                        </a:buBlip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no self-loops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Blip>
                          <a:blip r:embed="rId2"/>
                        </a:buBlip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Bounds are “big-Oh”</a:t>
                      </a:r>
                    </a:p>
                  </a:txBody>
                  <a:tcPr marT="45689" marB="4568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Adjacency</a:t>
                      </a:r>
                      <a:b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</a:b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List</a:t>
                      </a:r>
                    </a:p>
                  </a:txBody>
                  <a:tcPr marT="45689" marB="4568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Adjacency Matrix</a:t>
                      </a:r>
                    </a:p>
                  </a:txBody>
                  <a:tcPr marT="45689" marB="4568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91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Space</a:t>
                      </a:r>
                    </a:p>
                  </a:txBody>
                  <a:tcPr marT="45689" marB="4568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 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</a:rPr>
                        <a:t>+</a:t>
                      </a:r>
                      <a:r>
                        <a:rPr kumimoji="0" lang="en-US" alt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m</a:t>
                      </a:r>
                    </a:p>
                  </a:txBody>
                  <a:tcPr marT="45689" marB="4568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</a:t>
                      </a:r>
                      <a:r>
                        <a:rPr kumimoji="0" lang="en-US" altLang="en-US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T="45689" marB="4568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13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</a:rPr>
                        <a:t>incidentEdges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)</a:t>
                      </a:r>
                    </a:p>
                  </a:txBody>
                  <a:tcPr marT="45689" marB="4568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deg(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</a:p>
                  </a:txBody>
                  <a:tcPr marT="45689" marB="4568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</a:t>
                      </a:r>
                    </a:p>
                  </a:txBody>
                  <a:tcPr marT="45689" marB="4568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13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</a:rPr>
                        <a:t>areAdjacent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v, w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)</a:t>
                      </a:r>
                    </a:p>
                  </a:txBody>
                  <a:tcPr marT="45689" marB="4568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min(deg(</a:t>
                      </a:r>
                      <a:r>
                        <a:rPr kumimoji="0" lang="en-US" alt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), deg(</a:t>
                      </a:r>
                      <a:r>
                        <a:rPr kumimoji="0" lang="en-US" alt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w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))</a:t>
                      </a:r>
                    </a:p>
                  </a:txBody>
                  <a:tcPr marT="45689" marB="4568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T="45689" marB="4568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13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</a:rPr>
                        <a:t>insertVertex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o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)</a:t>
                      </a:r>
                    </a:p>
                  </a:txBody>
                  <a:tcPr marT="45689" marB="4568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T="45689" marB="4568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</a:t>
                      </a:r>
                      <a:r>
                        <a:rPr kumimoji="0" lang="en-US" altLang="en-US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T="45689" marB="4568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021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</a:rPr>
                        <a:t>insertEdge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v, w, o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)</a:t>
                      </a:r>
                    </a:p>
                  </a:txBody>
                  <a:tcPr marT="45689" marB="4568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T="45689" marB="4568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T="45689" marB="4568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13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</a:rPr>
                        <a:t>removeVertex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)</a:t>
                      </a:r>
                    </a:p>
                  </a:txBody>
                  <a:tcPr marT="45689" marB="4568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 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</a:rPr>
                        <a:t>+</a:t>
                      </a:r>
                      <a:r>
                        <a:rPr kumimoji="0" lang="en-US" alt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m</a:t>
                      </a:r>
                    </a:p>
                  </a:txBody>
                  <a:tcPr marT="45689" marB="4568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</a:t>
                      </a:r>
                      <a:r>
                        <a:rPr kumimoji="0" lang="en-US" altLang="en-US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689" marB="4568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13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anose="020B0604030504040204" pitchFamily="34" charset="0"/>
                        </a:rPr>
                        <a:t>removeEdge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(</a:t>
                      </a:r>
                      <a:r>
                        <a:rPr kumimoji="0" lang="en-US" alt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v, w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)</a:t>
                      </a:r>
                    </a:p>
                  </a:txBody>
                  <a:tcPr marT="45689" marB="4568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max(deg(</a:t>
                      </a:r>
                      <a:r>
                        <a:rPr kumimoji="0" lang="en-US" alt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), deg(</a:t>
                      </a:r>
                      <a:r>
                        <a:rPr kumimoji="0" lang="en-US" alt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w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))</a:t>
                      </a:r>
                    </a:p>
                  </a:txBody>
                  <a:tcPr marT="45689" marB="4568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T="45689" marB="4568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Graphs</a:t>
            </a:r>
          </a:p>
        </p:txBody>
      </p:sp>
      <p:sp>
        <p:nvSpPr>
          <p:cNvPr id="2457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9EA1433-6076-40DB-8D60-D3C0BBCB7BDF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400"/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Depth-First Search:</a:t>
            </a:r>
          </a:p>
        </p:txBody>
      </p:sp>
      <p:sp>
        <p:nvSpPr>
          <p:cNvPr id="2458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7772400" cy="4648200"/>
          </a:xfrm>
        </p:spPr>
        <p:txBody>
          <a:bodyPr/>
          <a:lstStyle/>
          <a:p>
            <a:pPr eaLnBrk="1" hangingPunct="1"/>
            <a:r>
              <a:rPr lang="en-US" altLang="en-US" sz="2400"/>
              <a:t>Depth-first search (6.3.1)</a:t>
            </a:r>
          </a:p>
          <a:p>
            <a:pPr lvl="1" eaLnBrk="1" hangingPunct="1"/>
            <a:r>
              <a:rPr lang="en-US" altLang="en-US" sz="2000"/>
              <a:t>Algorithm</a:t>
            </a:r>
          </a:p>
          <a:p>
            <a:pPr lvl="1" eaLnBrk="1" hangingPunct="1"/>
            <a:r>
              <a:rPr lang="en-US" altLang="en-US" sz="2000"/>
              <a:t>Example</a:t>
            </a:r>
          </a:p>
          <a:p>
            <a:pPr lvl="1" eaLnBrk="1" hangingPunct="1"/>
            <a:r>
              <a:rPr lang="en-US" altLang="en-US" sz="2000"/>
              <a:t>Properties</a:t>
            </a:r>
          </a:p>
          <a:p>
            <a:pPr lvl="1" eaLnBrk="1" hangingPunct="1"/>
            <a:r>
              <a:rPr lang="en-US" altLang="en-US" sz="2000"/>
              <a:t>Analysis</a:t>
            </a:r>
          </a:p>
        </p:txBody>
      </p:sp>
      <p:pic>
        <p:nvPicPr>
          <p:cNvPr id="24582" name="Picture 4" descr="j023501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304800"/>
            <a:ext cx="22098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583" name="Group 5"/>
          <p:cNvGrpSpPr>
            <a:grpSpLocks/>
          </p:cNvGrpSpPr>
          <p:nvPr/>
        </p:nvGrpSpPr>
        <p:grpSpPr bwMode="auto">
          <a:xfrm>
            <a:off x="4772025" y="3322638"/>
            <a:ext cx="3081338" cy="1830387"/>
            <a:chOff x="593" y="2600"/>
            <a:chExt cx="1941" cy="1153"/>
          </a:xfrm>
        </p:grpSpPr>
        <p:sp>
          <p:nvSpPr>
            <p:cNvPr id="24584" name="Oval 6"/>
            <p:cNvSpPr>
              <a:spLocks noChangeAspect="1" noChangeArrowheads="1"/>
            </p:cNvSpPr>
            <p:nvPr/>
          </p:nvSpPr>
          <p:spPr bwMode="auto">
            <a:xfrm>
              <a:off x="1515" y="3061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D</a:t>
              </a:r>
            </a:p>
          </p:txBody>
        </p:sp>
        <p:sp>
          <p:nvSpPr>
            <p:cNvPr id="24585" name="Oval 7"/>
            <p:cNvSpPr>
              <a:spLocks noChangeAspect="1" noChangeArrowheads="1"/>
            </p:cNvSpPr>
            <p:nvPr/>
          </p:nvSpPr>
          <p:spPr bwMode="auto">
            <a:xfrm>
              <a:off x="593" y="3061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B</a:t>
              </a:r>
            </a:p>
          </p:txBody>
        </p:sp>
        <p:sp>
          <p:nvSpPr>
            <p:cNvPr id="24586" name="Oval 8"/>
            <p:cNvSpPr>
              <a:spLocks noChangeAspect="1" noChangeArrowheads="1"/>
            </p:cNvSpPr>
            <p:nvPr/>
          </p:nvSpPr>
          <p:spPr bwMode="auto">
            <a:xfrm>
              <a:off x="1054" y="2600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A</a:t>
              </a:r>
            </a:p>
          </p:txBody>
        </p:sp>
        <p:sp>
          <p:nvSpPr>
            <p:cNvPr id="24587" name="Oval 9"/>
            <p:cNvSpPr>
              <a:spLocks noChangeAspect="1" noChangeArrowheads="1"/>
            </p:cNvSpPr>
            <p:nvPr/>
          </p:nvSpPr>
          <p:spPr bwMode="auto">
            <a:xfrm>
              <a:off x="1054" y="3522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C</a:t>
              </a:r>
            </a:p>
          </p:txBody>
        </p:sp>
        <p:cxnSp>
          <p:nvCxnSpPr>
            <p:cNvPr id="24588" name="AutoShape 10"/>
            <p:cNvCxnSpPr>
              <a:cxnSpLocks noChangeAspect="1" noChangeShapeType="1"/>
              <a:stCxn id="24586" idx="3"/>
              <a:endCxn id="24585" idx="7"/>
            </p:cNvCxnSpPr>
            <p:nvPr/>
          </p:nvCxnSpPr>
          <p:spPr bwMode="auto">
            <a:xfrm flipH="1">
              <a:off x="790" y="2809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589" name="AutoShape 11"/>
            <p:cNvCxnSpPr>
              <a:cxnSpLocks noChangeAspect="1" noChangeShapeType="1"/>
              <a:stCxn id="24587" idx="1"/>
              <a:endCxn id="24585" idx="5"/>
            </p:cNvCxnSpPr>
            <p:nvPr/>
          </p:nvCxnSpPr>
          <p:spPr bwMode="auto">
            <a:xfrm flipH="1" flipV="1">
              <a:off x="790" y="3270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590" name="AutoShape 12"/>
            <p:cNvCxnSpPr>
              <a:cxnSpLocks noChangeAspect="1" noChangeShapeType="1"/>
              <a:stCxn id="24587" idx="7"/>
              <a:endCxn id="24584" idx="3"/>
            </p:cNvCxnSpPr>
            <p:nvPr/>
          </p:nvCxnSpPr>
          <p:spPr bwMode="auto">
            <a:xfrm flipV="1">
              <a:off x="1251" y="3270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591" name="AutoShape 13"/>
            <p:cNvCxnSpPr>
              <a:cxnSpLocks noChangeAspect="1" noChangeShapeType="1"/>
              <a:stCxn id="24586" idx="5"/>
              <a:endCxn id="24584" idx="1"/>
            </p:cNvCxnSpPr>
            <p:nvPr/>
          </p:nvCxnSpPr>
          <p:spPr bwMode="auto">
            <a:xfrm>
              <a:off x="1251" y="2809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592" name="AutoShape 14"/>
            <p:cNvCxnSpPr>
              <a:cxnSpLocks noChangeAspect="1" noChangeShapeType="1"/>
              <a:stCxn id="24586" idx="4"/>
              <a:endCxn id="24587" idx="0"/>
            </p:cNvCxnSpPr>
            <p:nvPr/>
          </p:nvCxnSpPr>
          <p:spPr bwMode="auto">
            <a:xfrm>
              <a:off x="1169" y="2842"/>
              <a:ext cx="0" cy="667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4593" name="Oval 15"/>
            <p:cNvSpPr>
              <a:spLocks noChangeAspect="1" noChangeArrowheads="1"/>
            </p:cNvSpPr>
            <p:nvPr/>
          </p:nvSpPr>
          <p:spPr bwMode="auto">
            <a:xfrm>
              <a:off x="2303" y="3061"/>
              <a:ext cx="231" cy="23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E</a:t>
              </a:r>
            </a:p>
          </p:txBody>
        </p:sp>
        <p:cxnSp>
          <p:nvCxnSpPr>
            <p:cNvPr id="24594" name="AutoShape 16"/>
            <p:cNvCxnSpPr>
              <a:cxnSpLocks noChangeAspect="1" noChangeShapeType="1"/>
              <a:stCxn id="24587" idx="6"/>
              <a:endCxn id="24593" idx="3"/>
            </p:cNvCxnSpPr>
            <p:nvPr/>
          </p:nvCxnSpPr>
          <p:spPr bwMode="auto">
            <a:xfrm flipV="1">
              <a:off x="1296" y="3264"/>
              <a:ext cx="1040" cy="3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595" name="AutoShape 17"/>
            <p:cNvCxnSpPr>
              <a:cxnSpLocks noChangeAspect="1" noChangeShapeType="1"/>
              <a:stCxn id="24593" idx="1"/>
              <a:endCxn id="24586" idx="6"/>
            </p:cNvCxnSpPr>
            <p:nvPr/>
          </p:nvCxnSpPr>
          <p:spPr bwMode="auto">
            <a:xfrm flipH="1" flipV="1">
              <a:off x="1296" y="2715"/>
              <a:ext cx="1040" cy="37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Graphs</a:t>
            </a:r>
          </a:p>
        </p:txBody>
      </p:sp>
      <p:sp>
        <p:nvSpPr>
          <p:cNvPr id="29699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A2136DC-9A8B-4CD7-B581-1EB872ACABBE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400"/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Depth-First Search</a:t>
            </a:r>
          </a:p>
        </p:txBody>
      </p:sp>
      <p:sp>
        <p:nvSpPr>
          <p:cNvPr id="2970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676400"/>
            <a:ext cx="38100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Depth-first search (DFS) is a general technique for traversing a graph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A DFS traversal of a graph G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Visits all the vertices and edges of 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Determines whether G is connected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Computes the connected components of 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Computes a spanning forest of G</a:t>
            </a:r>
          </a:p>
        </p:txBody>
      </p:sp>
      <p:sp>
        <p:nvSpPr>
          <p:cNvPr id="29702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2"/>
          </p:nvPr>
        </p:nvSpPr>
        <p:spPr>
          <a:xfrm>
            <a:off x="4800600" y="1676400"/>
            <a:ext cx="38100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DFS on a graph with </a:t>
            </a:r>
            <a:r>
              <a:rPr lang="en-US" altLang="en-US" sz="2400" b="1" i="1">
                <a:latin typeface="Times New Roman" panose="02020603050405020304" pitchFamily="18" charset="0"/>
              </a:rPr>
              <a:t>n</a:t>
            </a:r>
            <a:r>
              <a:rPr lang="en-US" altLang="en-US" sz="2400"/>
              <a:t> vertices and </a:t>
            </a:r>
            <a:r>
              <a:rPr lang="en-US" altLang="en-US" sz="2400" b="1" i="1">
                <a:latin typeface="Times New Roman" panose="02020603050405020304" pitchFamily="18" charset="0"/>
              </a:rPr>
              <a:t>m</a:t>
            </a:r>
            <a:r>
              <a:rPr lang="en-US" altLang="en-US" sz="2400"/>
              <a:t> edges takes </a:t>
            </a:r>
            <a:r>
              <a:rPr lang="en-US" altLang="en-US" sz="2400" b="1" i="1">
                <a:latin typeface="Times New Roman" panose="02020603050405020304" pitchFamily="18" charset="0"/>
              </a:rPr>
              <a:t>O</a:t>
            </a:r>
            <a:r>
              <a:rPr lang="en-US" altLang="en-US" sz="2400">
                <a:latin typeface="Times New Roman" panose="02020603050405020304" pitchFamily="18" charset="0"/>
              </a:rPr>
              <a:t>(</a:t>
            </a:r>
            <a:r>
              <a:rPr lang="en-US" altLang="en-US" sz="2400" b="1" i="1">
                <a:latin typeface="Times New Roman" panose="02020603050405020304" pitchFamily="18" charset="0"/>
              </a:rPr>
              <a:t>n</a:t>
            </a:r>
            <a:r>
              <a:rPr lang="en-US" altLang="en-US" sz="2400">
                <a:latin typeface="Symbol" panose="05050102010706020507" pitchFamily="18" charset="2"/>
              </a:rPr>
              <a:t> + </a:t>
            </a:r>
            <a:r>
              <a:rPr lang="en-US" altLang="en-US" sz="2400" b="1" i="1">
                <a:latin typeface="Times New Roman" panose="02020603050405020304" pitchFamily="18" charset="0"/>
              </a:rPr>
              <a:t>m</a:t>
            </a:r>
            <a:r>
              <a:rPr lang="en-US" altLang="en-US" sz="2400">
                <a:latin typeface="Times New Roman" panose="02020603050405020304" pitchFamily="18" charset="0"/>
              </a:rPr>
              <a:t> )</a:t>
            </a:r>
            <a:r>
              <a:rPr lang="en-US" altLang="en-US" sz="2400"/>
              <a:t> time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DFS can be further extended to solve other graph problems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Find and report a path between two given vertices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Find a cycle in the graph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Depth-first search is to graphs what Euler tour is to binary trees</a:t>
            </a:r>
          </a:p>
        </p:txBody>
      </p:sp>
      <p:pic>
        <p:nvPicPr>
          <p:cNvPr id="29703" name="Picture 5" descr="j023546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182563"/>
            <a:ext cx="1876425" cy="1493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0EF23-BD2C-9C2A-A9C9-3D86D07E3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Footer Placeholder 4">
            <a:extLst>
              <a:ext uri="{FF2B5EF4-FFF2-40B4-BE49-F238E27FC236}">
                <a16:creationId xmlns:a16="http://schemas.microsoft.com/office/drawing/2014/main" id="{D4B4ABC5-E4CD-AA6B-814C-071D812B5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Graphs</a:t>
            </a:r>
          </a:p>
        </p:txBody>
      </p:sp>
      <p:sp>
        <p:nvSpPr>
          <p:cNvPr id="30723" name="Slide Number Placeholder 5">
            <a:extLst>
              <a:ext uri="{FF2B5EF4-FFF2-40B4-BE49-F238E27FC236}">
                <a16:creationId xmlns:a16="http://schemas.microsoft.com/office/drawing/2014/main" id="{AA64DDD8-783D-33EC-05B9-A9D4BCBDA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4225EB6-76CB-4441-B5AC-496660F1D590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/>
          </a:p>
        </p:txBody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id="{D925EE6C-AEFD-A281-F4CF-4791A93FC0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DFS Algorithm</a:t>
            </a:r>
          </a:p>
        </p:txBody>
      </p:sp>
      <p:sp>
        <p:nvSpPr>
          <p:cNvPr id="30725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097B37F-C414-3E7A-6FAF-6DF0C123B1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3886200" cy="990600"/>
          </a:xfrm>
        </p:spPr>
        <p:txBody>
          <a:bodyPr/>
          <a:lstStyle/>
          <a:p>
            <a:pPr eaLnBrk="1" hangingPunct="1"/>
            <a:r>
              <a:rPr lang="en-US" altLang="en-US" sz="1800"/>
              <a:t>The algorithm uses a mechanism for setting and getting “labels” of vertices and edges</a:t>
            </a:r>
          </a:p>
        </p:txBody>
      </p:sp>
      <p:sp>
        <p:nvSpPr>
          <p:cNvPr id="30726" name="Text Box 4">
            <a:extLst>
              <a:ext uri="{FF2B5EF4-FFF2-40B4-BE49-F238E27FC236}">
                <a16:creationId xmlns:a16="http://schemas.microsoft.com/office/drawing/2014/main" id="{E2D8058F-4616-27E0-4A71-1DF6321674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2209800"/>
            <a:ext cx="4419600" cy="400725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2286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228600" defTabSz="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Algorithm</a:t>
            </a:r>
            <a:r>
              <a:rPr lang="en-US" altLang="en-US" sz="1600" noProof="1">
                <a:latin typeface="Consolas" panose="020B0609020204030204" pitchFamily="49" charset="0"/>
              </a:rPr>
              <a:t> </a:t>
            </a:r>
            <a:r>
              <a:rPr lang="en-US" altLang="en-US" sz="1600" noProof="1">
                <a:solidFill>
                  <a:schemeClr val="tx2"/>
                </a:solidFill>
                <a:latin typeface="Consolas" panose="020B0609020204030204" pitchFamily="49" charset="0"/>
              </a:rPr>
              <a:t>DFS(G, v)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tx2"/>
                </a:solidFill>
                <a:latin typeface="Consolas" panose="020B0609020204030204" pitchFamily="49" charset="0"/>
              </a:rPr>
              <a:t>  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Input:</a:t>
            </a:r>
            <a:r>
              <a:rPr lang="en-US" altLang="en-US" sz="1600" noProof="1">
                <a:latin typeface="Consolas" panose="020B0609020204030204" pitchFamily="49" charset="0"/>
              </a:rPr>
              <a:t>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graph G and a start vertex v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Output:</a:t>
            </a:r>
            <a:r>
              <a:rPr lang="en-US" altLang="en-US" sz="1600" noProof="1">
                <a:latin typeface="Consolas" panose="020B0609020204030204" pitchFamily="49" charset="0"/>
              </a:rPr>
              <a:t>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labeling of the edges of G </a:t>
            </a:r>
            <a:b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</a:b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		in the connected component of v </a:t>
            </a:r>
            <a:b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</a:b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		as discovery edges and back edges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600" noProof="1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v.label = VISITED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for each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e in G.incidentEdges(v)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   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if</a:t>
            </a:r>
            <a:r>
              <a:rPr lang="en-US" altLang="en-US" sz="1600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e.label =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=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UNEXPLORED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  w =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opposite(v,e)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  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if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w.label =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=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UNEXPLORED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    e.label = DISCOVERY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    	DFS(G, w)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  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else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e.label = BACK</a:t>
            </a:r>
          </a:p>
        </p:txBody>
      </p:sp>
      <p:sp>
        <p:nvSpPr>
          <p:cNvPr id="30727" name="Text Box 5">
            <a:extLst>
              <a:ext uri="{FF2B5EF4-FFF2-40B4-BE49-F238E27FC236}">
                <a16:creationId xmlns:a16="http://schemas.microsoft.com/office/drawing/2014/main" id="{43BC9B14-72EB-A564-7090-C86749BC5E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399" y="2973086"/>
            <a:ext cx="4343401" cy="324396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3429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228600" defTabSz="3429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3429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3429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3429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Algorithm</a:t>
            </a:r>
            <a:r>
              <a:rPr lang="en-US" altLang="en-US" sz="1600" noProof="1">
                <a:latin typeface="Consolas" panose="020B0609020204030204" pitchFamily="49" charset="0"/>
              </a:rPr>
              <a:t> </a:t>
            </a:r>
            <a:r>
              <a:rPr lang="en-US" altLang="en-US" sz="1600" noProof="1">
                <a:solidFill>
                  <a:schemeClr val="tx2"/>
                </a:solidFill>
                <a:latin typeface="Consolas" panose="020B0609020204030204" pitchFamily="49" charset="0"/>
              </a:rPr>
              <a:t>DFS(G)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  Input:</a:t>
            </a:r>
            <a:r>
              <a:rPr lang="en-US" altLang="en-US" sz="1600" noProof="1">
                <a:latin typeface="Consolas" panose="020B0609020204030204" pitchFamily="49" charset="0"/>
              </a:rPr>
              <a:t>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graph G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Output:</a:t>
            </a:r>
            <a:r>
              <a:rPr lang="en-US" altLang="en-US" sz="1600" noProof="1">
                <a:latin typeface="Consolas" panose="020B0609020204030204" pitchFamily="49" charset="0"/>
              </a:rPr>
              <a:t>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labeling of the edges of G </a:t>
            </a:r>
            <a:b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</a:b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	as discovery edges and back edges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600" noProof="1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for each</a:t>
            </a:r>
            <a:r>
              <a:rPr lang="en-US" altLang="en-US" sz="1600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u in G.vertices()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u.label = UNEXPLORED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for each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e in G.edges()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e.label = UNEXPLORED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for each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v in G.vertices()</a:t>
            </a:r>
            <a:endParaRPr lang="en-US" altLang="en-US" sz="1600" noProof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    if</a:t>
            </a:r>
            <a:r>
              <a:rPr lang="en-US" altLang="en-US" sz="1600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v.label =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=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UNEXPLORED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  DFS(G, v)</a:t>
            </a:r>
          </a:p>
        </p:txBody>
      </p:sp>
      <p:pic>
        <p:nvPicPr>
          <p:cNvPr id="2" name="Picture 6" descr="j0235463">
            <a:extLst>
              <a:ext uri="{FF2B5EF4-FFF2-40B4-BE49-F238E27FC236}">
                <a16:creationId xmlns:a16="http://schemas.microsoft.com/office/drawing/2014/main" id="{B68EB7C8-275D-E025-7FC6-DD95467DCB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182563"/>
            <a:ext cx="1876425" cy="1493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09063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Graphs</a:t>
            </a:r>
          </a:p>
        </p:txBody>
      </p:sp>
      <p:sp>
        <p:nvSpPr>
          <p:cNvPr id="3379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02EA3D8-E8DC-4400-8FE7-29BF663051BF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400"/>
          </a:p>
        </p:txBody>
      </p:sp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DFS – Simple Steps</a:t>
            </a:r>
          </a:p>
        </p:txBody>
      </p:sp>
      <p:sp>
        <p:nvSpPr>
          <p:cNvPr id="33797" name="AutoShape 56"/>
          <p:cNvSpPr>
            <a:spLocks noChangeArrowheads="1"/>
          </p:cNvSpPr>
          <p:nvPr/>
        </p:nvSpPr>
        <p:spPr bwMode="auto">
          <a:xfrm rot="8100000" flipH="1" flipV="1">
            <a:off x="4691148" y="3528495"/>
            <a:ext cx="1243013" cy="333375"/>
          </a:xfrm>
          <a:prstGeom prst="rightArrow">
            <a:avLst>
              <a:gd name="adj1" fmla="val 50000"/>
              <a:gd name="adj2" fmla="val 93214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3798" name="AutoShape 57"/>
          <p:cNvSpPr>
            <a:spLocks noChangeArrowheads="1"/>
          </p:cNvSpPr>
          <p:nvPr/>
        </p:nvSpPr>
        <p:spPr bwMode="auto">
          <a:xfrm>
            <a:off x="2330202" y="5372960"/>
            <a:ext cx="457200" cy="333375"/>
          </a:xfrm>
          <a:prstGeom prst="rightArrow">
            <a:avLst>
              <a:gd name="adj1" fmla="val 50000"/>
              <a:gd name="adj2" fmla="val 34286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grpSp>
        <p:nvGrpSpPr>
          <p:cNvPr id="33799" name="Group 16"/>
          <p:cNvGrpSpPr>
            <a:grpSpLocks/>
          </p:cNvGrpSpPr>
          <p:nvPr/>
        </p:nvGrpSpPr>
        <p:grpSpPr bwMode="auto">
          <a:xfrm>
            <a:off x="3380456" y="4570413"/>
            <a:ext cx="1098550" cy="1830387"/>
            <a:chOff x="862" y="2601"/>
            <a:chExt cx="692" cy="1153"/>
          </a:xfrm>
        </p:grpSpPr>
        <p:sp>
          <p:nvSpPr>
            <p:cNvPr id="33823" name="Oval 18"/>
            <p:cNvSpPr>
              <a:spLocks noChangeAspect="1" noChangeArrowheads="1"/>
            </p:cNvSpPr>
            <p:nvPr/>
          </p:nvSpPr>
          <p:spPr bwMode="auto">
            <a:xfrm>
              <a:off x="862" y="3062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B</a:t>
              </a:r>
            </a:p>
          </p:txBody>
        </p:sp>
        <p:sp>
          <p:nvSpPr>
            <p:cNvPr id="33824" name="Oval 19"/>
            <p:cNvSpPr>
              <a:spLocks noChangeAspect="1" noChangeArrowheads="1"/>
            </p:cNvSpPr>
            <p:nvPr/>
          </p:nvSpPr>
          <p:spPr bwMode="auto">
            <a:xfrm>
              <a:off x="1323" y="2601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A</a:t>
              </a:r>
            </a:p>
          </p:txBody>
        </p:sp>
        <p:sp>
          <p:nvSpPr>
            <p:cNvPr id="33825" name="Oval 20"/>
            <p:cNvSpPr>
              <a:spLocks noChangeAspect="1" noChangeArrowheads="1"/>
            </p:cNvSpPr>
            <p:nvPr/>
          </p:nvSpPr>
          <p:spPr bwMode="auto">
            <a:xfrm>
              <a:off x="1323" y="3523"/>
              <a:ext cx="231" cy="23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dirty="0"/>
                <a:t>C</a:t>
              </a:r>
            </a:p>
          </p:txBody>
        </p:sp>
        <p:cxnSp>
          <p:nvCxnSpPr>
            <p:cNvPr id="33826" name="AutoShape 21"/>
            <p:cNvCxnSpPr>
              <a:cxnSpLocks noChangeAspect="1" noChangeShapeType="1"/>
              <a:stCxn id="33824" idx="3"/>
              <a:endCxn id="33823" idx="7"/>
            </p:cNvCxnSpPr>
            <p:nvPr/>
          </p:nvCxnSpPr>
          <p:spPr bwMode="auto">
            <a:xfrm flipH="1">
              <a:off x="1059" y="2810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827" name="AutoShape 22"/>
            <p:cNvCxnSpPr>
              <a:cxnSpLocks noChangeAspect="1" noChangeShapeType="1"/>
              <a:stCxn id="33825" idx="1"/>
              <a:endCxn id="33823" idx="5"/>
            </p:cNvCxnSpPr>
            <p:nvPr/>
          </p:nvCxnSpPr>
          <p:spPr bwMode="auto">
            <a:xfrm flipH="1" flipV="1">
              <a:off x="1059" y="3271"/>
              <a:ext cx="297" cy="279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3800" name="Group 3"/>
          <p:cNvGrpSpPr>
            <a:grpSpLocks/>
          </p:cNvGrpSpPr>
          <p:nvPr/>
        </p:nvGrpSpPr>
        <p:grpSpPr bwMode="auto">
          <a:xfrm>
            <a:off x="812551" y="5158517"/>
            <a:ext cx="1098550" cy="1098550"/>
            <a:chOff x="816" y="2592"/>
            <a:chExt cx="692" cy="692"/>
          </a:xfrm>
        </p:grpSpPr>
        <p:sp>
          <p:nvSpPr>
            <p:cNvPr id="33820" name="Oval 5"/>
            <p:cNvSpPr>
              <a:spLocks noChangeAspect="1" noChangeArrowheads="1"/>
            </p:cNvSpPr>
            <p:nvPr/>
          </p:nvSpPr>
          <p:spPr bwMode="auto">
            <a:xfrm>
              <a:off x="816" y="3053"/>
              <a:ext cx="231" cy="23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dirty="0"/>
                <a:t>B</a:t>
              </a:r>
            </a:p>
          </p:txBody>
        </p:sp>
        <p:sp>
          <p:nvSpPr>
            <p:cNvPr id="33821" name="Oval 6"/>
            <p:cNvSpPr>
              <a:spLocks noChangeAspect="1" noChangeArrowheads="1"/>
            </p:cNvSpPr>
            <p:nvPr/>
          </p:nvSpPr>
          <p:spPr bwMode="auto">
            <a:xfrm>
              <a:off x="1277" y="2592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dirty="0"/>
                <a:t>A</a:t>
              </a:r>
            </a:p>
          </p:txBody>
        </p:sp>
        <p:cxnSp>
          <p:nvCxnSpPr>
            <p:cNvPr id="33822" name="AutoShape 8"/>
            <p:cNvCxnSpPr>
              <a:cxnSpLocks noChangeAspect="1" noChangeShapeType="1"/>
              <a:stCxn id="33821" idx="3"/>
              <a:endCxn id="33820" idx="7"/>
            </p:cNvCxnSpPr>
            <p:nvPr/>
          </p:nvCxnSpPr>
          <p:spPr bwMode="auto">
            <a:xfrm flipH="1">
              <a:off x="1013" y="2801"/>
              <a:ext cx="297" cy="279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3801" name="Group 3"/>
          <p:cNvGrpSpPr>
            <a:grpSpLocks/>
          </p:cNvGrpSpPr>
          <p:nvPr/>
        </p:nvGrpSpPr>
        <p:grpSpPr bwMode="auto">
          <a:xfrm>
            <a:off x="6192352" y="1738312"/>
            <a:ext cx="1830387" cy="1830387"/>
            <a:chOff x="689" y="1181"/>
            <a:chExt cx="1153" cy="1153"/>
          </a:xfrm>
        </p:grpSpPr>
        <p:sp>
          <p:nvSpPr>
            <p:cNvPr id="33813" name="Oval 4"/>
            <p:cNvSpPr>
              <a:spLocks noChangeAspect="1" noChangeArrowheads="1"/>
            </p:cNvSpPr>
            <p:nvPr/>
          </p:nvSpPr>
          <p:spPr bwMode="auto">
            <a:xfrm>
              <a:off x="1611" y="1642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dirty="0"/>
                <a:t>D</a:t>
              </a:r>
            </a:p>
          </p:txBody>
        </p:sp>
        <p:sp>
          <p:nvSpPr>
            <p:cNvPr id="33814" name="Oval 5"/>
            <p:cNvSpPr>
              <a:spLocks noChangeAspect="1" noChangeArrowheads="1"/>
            </p:cNvSpPr>
            <p:nvPr/>
          </p:nvSpPr>
          <p:spPr bwMode="auto">
            <a:xfrm>
              <a:off x="689" y="1642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B</a:t>
              </a:r>
            </a:p>
          </p:txBody>
        </p:sp>
        <p:sp>
          <p:nvSpPr>
            <p:cNvPr id="33815" name="Oval 6"/>
            <p:cNvSpPr>
              <a:spLocks noChangeAspect="1" noChangeArrowheads="1"/>
            </p:cNvSpPr>
            <p:nvPr/>
          </p:nvSpPr>
          <p:spPr bwMode="auto">
            <a:xfrm>
              <a:off x="1150" y="1181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A</a:t>
              </a:r>
            </a:p>
          </p:txBody>
        </p:sp>
        <p:sp>
          <p:nvSpPr>
            <p:cNvPr id="33816" name="Oval 7"/>
            <p:cNvSpPr>
              <a:spLocks noChangeAspect="1" noChangeArrowheads="1"/>
            </p:cNvSpPr>
            <p:nvPr/>
          </p:nvSpPr>
          <p:spPr bwMode="auto">
            <a:xfrm>
              <a:off x="1150" y="2103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C</a:t>
              </a:r>
            </a:p>
          </p:txBody>
        </p:sp>
        <p:cxnSp>
          <p:nvCxnSpPr>
            <p:cNvPr id="33817" name="AutoShape 8"/>
            <p:cNvCxnSpPr>
              <a:cxnSpLocks noChangeAspect="1" noChangeShapeType="1"/>
              <a:stCxn id="33815" idx="3"/>
              <a:endCxn id="33814" idx="7"/>
            </p:cNvCxnSpPr>
            <p:nvPr/>
          </p:nvCxnSpPr>
          <p:spPr bwMode="auto">
            <a:xfrm flipH="1">
              <a:off x="886" y="1390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818" name="AutoShape 9"/>
            <p:cNvCxnSpPr>
              <a:cxnSpLocks noChangeAspect="1" noChangeShapeType="1"/>
              <a:stCxn id="33816" idx="1"/>
              <a:endCxn id="33814" idx="5"/>
            </p:cNvCxnSpPr>
            <p:nvPr/>
          </p:nvCxnSpPr>
          <p:spPr bwMode="auto">
            <a:xfrm flipH="1" flipV="1">
              <a:off x="886" y="1851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819" name="AutoShape 10"/>
            <p:cNvCxnSpPr>
              <a:cxnSpLocks noChangeAspect="1" noChangeShapeType="1"/>
              <a:stCxn id="33816" idx="7"/>
              <a:endCxn id="33813" idx="3"/>
            </p:cNvCxnSpPr>
            <p:nvPr/>
          </p:nvCxnSpPr>
          <p:spPr bwMode="auto">
            <a:xfrm flipV="1">
              <a:off x="1347" y="1851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3803" name="Group 29"/>
          <p:cNvGrpSpPr>
            <a:grpSpLocks/>
          </p:cNvGrpSpPr>
          <p:nvPr/>
        </p:nvGrpSpPr>
        <p:grpSpPr bwMode="auto">
          <a:xfrm>
            <a:off x="5529263" y="4494213"/>
            <a:ext cx="3081337" cy="1830387"/>
            <a:chOff x="3377" y="1085"/>
            <a:chExt cx="1941" cy="1153"/>
          </a:xfrm>
        </p:grpSpPr>
        <p:sp>
          <p:nvSpPr>
            <p:cNvPr id="33804" name="Oval 30"/>
            <p:cNvSpPr>
              <a:spLocks noChangeAspect="1" noChangeArrowheads="1"/>
            </p:cNvSpPr>
            <p:nvPr/>
          </p:nvSpPr>
          <p:spPr bwMode="auto">
            <a:xfrm>
              <a:off x="4299" y="1546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D</a:t>
              </a:r>
            </a:p>
          </p:txBody>
        </p:sp>
        <p:sp>
          <p:nvSpPr>
            <p:cNvPr id="33805" name="Oval 31"/>
            <p:cNvSpPr>
              <a:spLocks noChangeAspect="1" noChangeArrowheads="1"/>
            </p:cNvSpPr>
            <p:nvPr/>
          </p:nvSpPr>
          <p:spPr bwMode="auto">
            <a:xfrm>
              <a:off x="3377" y="1546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B</a:t>
              </a:r>
            </a:p>
          </p:txBody>
        </p:sp>
        <p:sp>
          <p:nvSpPr>
            <p:cNvPr id="33806" name="Oval 32"/>
            <p:cNvSpPr>
              <a:spLocks noChangeAspect="1" noChangeArrowheads="1"/>
            </p:cNvSpPr>
            <p:nvPr/>
          </p:nvSpPr>
          <p:spPr bwMode="auto">
            <a:xfrm>
              <a:off x="3838" y="1085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A</a:t>
              </a:r>
            </a:p>
          </p:txBody>
        </p:sp>
        <p:sp>
          <p:nvSpPr>
            <p:cNvPr id="33807" name="Oval 33"/>
            <p:cNvSpPr>
              <a:spLocks noChangeAspect="1" noChangeArrowheads="1"/>
            </p:cNvSpPr>
            <p:nvPr/>
          </p:nvSpPr>
          <p:spPr bwMode="auto">
            <a:xfrm>
              <a:off x="3838" y="2007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C</a:t>
              </a:r>
            </a:p>
          </p:txBody>
        </p:sp>
        <p:cxnSp>
          <p:nvCxnSpPr>
            <p:cNvPr id="33808" name="AutoShape 34"/>
            <p:cNvCxnSpPr>
              <a:cxnSpLocks noChangeAspect="1" noChangeShapeType="1"/>
              <a:stCxn id="33806" idx="3"/>
              <a:endCxn id="33805" idx="7"/>
            </p:cNvCxnSpPr>
            <p:nvPr/>
          </p:nvCxnSpPr>
          <p:spPr bwMode="auto">
            <a:xfrm flipH="1">
              <a:off x="3574" y="1294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809" name="AutoShape 35"/>
            <p:cNvCxnSpPr>
              <a:cxnSpLocks noChangeAspect="1" noChangeShapeType="1"/>
              <a:stCxn id="33807" idx="1"/>
              <a:endCxn id="33805" idx="5"/>
            </p:cNvCxnSpPr>
            <p:nvPr/>
          </p:nvCxnSpPr>
          <p:spPr bwMode="auto">
            <a:xfrm flipH="1" flipV="1">
              <a:off x="3574" y="1755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810" name="AutoShape 36"/>
            <p:cNvCxnSpPr>
              <a:cxnSpLocks noChangeAspect="1" noChangeShapeType="1"/>
              <a:stCxn id="33807" idx="7"/>
              <a:endCxn id="33804" idx="3"/>
            </p:cNvCxnSpPr>
            <p:nvPr/>
          </p:nvCxnSpPr>
          <p:spPr bwMode="auto">
            <a:xfrm flipV="1">
              <a:off x="4035" y="1755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811" name="Oval 39"/>
            <p:cNvSpPr>
              <a:spLocks noChangeAspect="1" noChangeArrowheads="1"/>
            </p:cNvSpPr>
            <p:nvPr/>
          </p:nvSpPr>
          <p:spPr bwMode="auto">
            <a:xfrm>
              <a:off x="5087" y="1546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E</a:t>
              </a:r>
            </a:p>
          </p:txBody>
        </p:sp>
        <p:cxnSp>
          <p:nvCxnSpPr>
            <p:cNvPr id="33812" name="AutoShape 40"/>
            <p:cNvCxnSpPr>
              <a:cxnSpLocks noChangeAspect="1" noChangeShapeType="1"/>
              <a:stCxn id="33807" idx="6"/>
              <a:endCxn id="33811" idx="3"/>
            </p:cNvCxnSpPr>
            <p:nvPr/>
          </p:nvCxnSpPr>
          <p:spPr bwMode="auto">
            <a:xfrm flipV="1">
              <a:off x="4080" y="1755"/>
              <a:ext cx="1040" cy="367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" name="AutoShape 57">
            <a:extLst>
              <a:ext uri="{FF2B5EF4-FFF2-40B4-BE49-F238E27FC236}">
                <a16:creationId xmlns:a16="http://schemas.microsoft.com/office/drawing/2014/main" id="{A544A680-4F18-E526-54EE-D88B6510AB7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872288" y="3795713"/>
            <a:ext cx="457200" cy="333375"/>
          </a:xfrm>
          <a:prstGeom prst="rightArrow">
            <a:avLst>
              <a:gd name="adj1" fmla="val 50000"/>
              <a:gd name="adj2" fmla="val 34286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0" name="Oval 44">
            <a:extLst>
              <a:ext uri="{FF2B5EF4-FFF2-40B4-BE49-F238E27FC236}">
                <a16:creationId xmlns:a16="http://schemas.microsoft.com/office/drawing/2014/main" id="{6FE20B81-7009-3821-6634-73C850AA1BB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1713" y="1722437"/>
            <a:ext cx="366712" cy="366713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A</a:t>
            </a:r>
          </a:p>
        </p:txBody>
      </p:sp>
      <p:sp>
        <p:nvSpPr>
          <p:cNvPr id="11" name="Text Box 45">
            <a:extLst>
              <a:ext uri="{FF2B5EF4-FFF2-40B4-BE49-F238E27FC236}">
                <a16:creationId xmlns:a16="http://schemas.microsoft.com/office/drawing/2014/main" id="{261F3263-DB2A-6503-EE58-60031E709E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925" y="1676400"/>
            <a:ext cx="19732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chemeClr val="tx2"/>
                </a:solidFill>
              </a:rPr>
              <a:t>visited vertex</a:t>
            </a:r>
          </a:p>
        </p:txBody>
      </p:sp>
      <p:sp>
        <p:nvSpPr>
          <p:cNvPr id="12" name="Text Box 42">
            <a:extLst>
              <a:ext uri="{FF2B5EF4-FFF2-40B4-BE49-F238E27FC236}">
                <a16:creationId xmlns:a16="http://schemas.microsoft.com/office/drawing/2014/main" id="{219B804A-FC11-2F2D-8363-0D626B46E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925" y="2209800"/>
            <a:ext cx="2192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chemeClr val="tx2"/>
                </a:solidFill>
              </a:rPr>
              <a:t>discovery edge</a:t>
            </a:r>
          </a:p>
        </p:txBody>
      </p:sp>
      <p:grpSp>
        <p:nvGrpSpPr>
          <p:cNvPr id="13" name="Group 49">
            <a:extLst>
              <a:ext uri="{FF2B5EF4-FFF2-40B4-BE49-F238E27FC236}">
                <a16:creationId xmlns:a16="http://schemas.microsoft.com/office/drawing/2014/main" id="{CFB16F31-601A-AF96-6FE2-9FC1959A46A2}"/>
              </a:ext>
            </a:extLst>
          </p:cNvPr>
          <p:cNvGrpSpPr>
            <a:grpSpLocks/>
          </p:cNvGrpSpPr>
          <p:nvPr/>
        </p:nvGrpSpPr>
        <p:grpSpPr bwMode="auto">
          <a:xfrm>
            <a:off x="760283" y="2457523"/>
            <a:ext cx="877888" cy="268"/>
            <a:chOff x="432" y="1691"/>
            <a:chExt cx="937" cy="268"/>
          </a:xfrm>
        </p:grpSpPr>
        <p:sp>
          <p:nvSpPr>
            <p:cNvPr id="14" name="Line 50">
              <a:extLst>
                <a:ext uri="{FF2B5EF4-FFF2-40B4-BE49-F238E27FC236}">
                  <a16:creationId xmlns:a16="http://schemas.microsoft.com/office/drawing/2014/main" id="{6CB08D4A-C0F4-1F86-FEE9-4A3E4950E2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1959"/>
              <a:ext cx="937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Line 52">
              <a:extLst>
                <a:ext uri="{FF2B5EF4-FFF2-40B4-BE49-F238E27FC236}">
                  <a16:creationId xmlns:a16="http://schemas.microsoft.com/office/drawing/2014/main" id="{B8F261E5-00D6-370A-AE20-86CF01464D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1691"/>
              <a:ext cx="9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7" name="Group 3">
            <a:extLst>
              <a:ext uri="{FF2B5EF4-FFF2-40B4-BE49-F238E27FC236}">
                <a16:creationId xmlns:a16="http://schemas.microsoft.com/office/drawing/2014/main" id="{37322E6E-1496-9D32-E9EC-B88ECFE33561}"/>
              </a:ext>
            </a:extLst>
          </p:cNvPr>
          <p:cNvGrpSpPr>
            <a:grpSpLocks/>
          </p:cNvGrpSpPr>
          <p:nvPr/>
        </p:nvGrpSpPr>
        <p:grpSpPr bwMode="auto">
          <a:xfrm>
            <a:off x="652462" y="2895600"/>
            <a:ext cx="3081338" cy="1830387"/>
            <a:chOff x="816" y="2592"/>
            <a:chExt cx="1941" cy="1153"/>
          </a:xfrm>
        </p:grpSpPr>
        <p:sp>
          <p:nvSpPr>
            <p:cNvPr id="18" name="Oval 4">
              <a:extLst>
                <a:ext uri="{FF2B5EF4-FFF2-40B4-BE49-F238E27FC236}">
                  <a16:creationId xmlns:a16="http://schemas.microsoft.com/office/drawing/2014/main" id="{EB4DEA12-AF6B-EFC1-BE47-588E2DE880B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738" y="3053"/>
              <a:ext cx="231" cy="23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D</a:t>
              </a:r>
            </a:p>
          </p:txBody>
        </p:sp>
        <p:sp>
          <p:nvSpPr>
            <p:cNvPr id="19" name="Oval 5">
              <a:extLst>
                <a:ext uri="{FF2B5EF4-FFF2-40B4-BE49-F238E27FC236}">
                  <a16:creationId xmlns:a16="http://schemas.microsoft.com/office/drawing/2014/main" id="{6D8FEED6-0783-D239-3029-9AEADECD96F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16" y="3053"/>
              <a:ext cx="231" cy="23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B</a:t>
              </a:r>
            </a:p>
          </p:txBody>
        </p:sp>
        <p:sp>
          <p:nvSpPr>
            <p:cNvPr id="20" name="Oval 6">
              <a:extLst>
                <a:ext uri="{FF2B5EF4-FFF2-40B4-BE49-F238E27FC236}">
                  <a16:creationId xmlns:a16="http://schemas.microsoft.com/office/drawing/2014/main" id="{D3881528-8790-3E0B-724D-2BA1E8216FD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77" y="2592"/>
              <a:ext cx="231" cy="231"/>
            </a:xfrm>
            <a:prstGeom prst="ellips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A</a:t>
              </a:r>
            </a:p>
          </p:txBody>
        </p:sp>
        <p:sp>
          <p:nvSpPr>
            <p:cNvPr id="21" name="Oval 7">
              <a:extLst>
                <a:ext uri="{FF2B5EF4-FFF2-40B4-BE49-F238E27FC236}">
                  <a16:creationId xmlns:a16="http://schemas.microsoft.com/office/drawing/2014/main" id="{18CEE62D-16C4-CA93-DC82-4F7E8E801A9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77" y="3514"/>
              <a:ext cx="231" cy="23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C</a:t>
              </a:r>
            </a:p>
          </p:txBody>
        </p:sp>
        <p:cxnSp>
          <p:nvCxnSpPr>
            <p:cNvPr id="22" name="AutoShape 8">
              <a:extLst>
                <a:ext uri="{FF2B5EF4-FFF2-40B4-BE49-F238E27FC236}">
                  <a16:creationId xmlns:a16="http://schemas.microsoft.com/office/drawing/2014/main" id="{6B547B15-FCEF-1BA1-FA8C-7AAAABEF236E}"/>
                </a:ext>
              </a:extLst>
            </p:cNvPr>
            <p:cNvCxnSpPr>
              <a:cxnSpLocks noChangeAspect="1" noChangeShapeType="1"/>
              <a:stCxn id="20" idx="3"/>
              <a:endCxn id="19" idx="7"/>
            </p:cNvCxnSpPr>
            <p:nvPr/>
          </p:nvCxnSpPr>
          <p:spPr bwMode="auto">
            <a:xfrm flipH="1">
              <a:off x="1013" y="2801"/>
              <a:ext cx="297" cy="279"/>
            </a:xfrm>
            <a:prstGeom prst="straightConnector1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" name="AutoShape 9">
              <a:extLst>
                <a:ext uri="{FF2B5EF4-FFF2-40B4-BE49-F238E27FC236}">
                  <a16:creationId xmlns:a16="http://schemas.microsoft.com/office/drawing/2014/main" id="{D97A46EC-45FE-EB22-75A6-5653F33D50CE}"/>
                </a:ext>
              </a:extLst>
            </p:cNvPr>
            <p:cNvCxnSpPr>
              <a:cxnSpLocks noChangeAspect="1" noChangeShapeType="1"/>
              <a:stCxn id="21" idx="1"/>
              <a:endCxn id="19" idx="5"/>
            </p:cNvCxnSpPr>
            <p:nvPr/>
          </p:nvCxnSpPr>
          <p:spPr bwMode="auto">
            <a:xfrm flipH="1" flipV="1">
              <a:off x="1012" y="3254"/>
              <a:ext cx="299" cy="28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AutoShape 10">
              <a:extLst>
                <a:ext uri="{FF2B5EF4-FFF2-40B4-BE49-F238E27FC236}">
                  <a16:creationId xmlns:a16="http://schemas.microsoft.com/office/drawing/2014/main" id="{D6264308-5D3A-1B83-050C-2AB979BE7B86}"/>
                </a:ext>
              </a:extLst>
            </p:cNvPr>
            <p:cNvCxnSpPr>
              <a:cxnSpLocks noChangeAspect="1" noChangeShapeType="1"/>
              <a:stCxn id="21" idx="7"/>
              <a:endCxn id="18" idx="3"/>
            </p:cNvCxnSpPr>
            <p:nvPr/>
          </p:nvCxnSpPr>
          <p:spPr bwMode="auto">
            <a:xfrm flipV="1">
              <a:off x="1473" y="3254"/>
              <a:ext cx="299" cy="28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" name="AutoShape 11">
              <a:extLst>
                <a:ext uri="{FF2B5EF4-FFF2-40B4-BE49-F238E27FC236}">
                  <a16:creationId xmlns:a16="http://schemas.microsoft.com/office/drawing/2014/main" id="{7B9388DA-F3D3-5150-62D4-F349A21753C3}"/>
                </a:ext>
              </a:extLst>
            </p:cNvPr>
            <p:cNvCxnSpPr>
              <a:cxnSpLocks noChangeAspect="1" noChangeShapeType="1"/>
              <a:stCxn id="20" idx="5"/>
              <a:endCxn id="18" idx="1"/>
            </p:cNvCxnSpPr>
            <p:nvPr/>
          </p:nvCxnSpPr>
          <p:spPr bwMode="auto">
            <a:xfrm>
              <a:off x="1474" y="2801"/>
              <a:ext cx="297" cy="2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" name="AutoShape 12">
              <a:extLst>
                <a:ext uri="{FF2B5EF4-FFF2-40B4-BE49-F238E27FC236}">
                  <a16:creationId xmlns:a16="http://schemas.microsoft.com/office/drawing/2014/main" id="{8808E882-562D-199E-A494-612021F36DC4}"/>
                </a:ext>
              </a:extLst>
            </p:cNvPr>
            <p:cNvCxnSpPr>
              <a:cxnSpLocks noChangeAspect="1" noChangeShapeType="1"/>
              <a:stCxn id="20" idx="4"/>
              <a:endCxn id="21" idx="0"/>
            </p:cNvCxnSpPr>
            <p:nvPr/>
          </p:nvCxnSpPr>
          <p:spPr bwMode="auto">
            <a:xfrm>
              <a:off x="1392" y="2834"/>
              <a:ext cx="0" cy="67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" name="Oval 13">
              <a:extLst>
                <a:ext uri="{FF2B5EF4-FFF2-40B4-BE49-F238E27FC236}">
                  <a16:creationId xmlns:a16="http://schemas.microsoft.com/office/drawing/2014/main" id="{ED222A3D-26F3-B16C-F891-95C85F9127D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26" y="3053"/>
              <a:ext cx="231" cy="23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E</a:t>
              </a:r>
            </a:p>
          </p:txBody>
        </p:sp>
        <p:cxnSp>
          <p:nvCxnSpPr>
            <p:cNvPr id="28" name="AutoShape 14">
              <a:extLst>
                <a:ext uri="{FF2B5EF4-FFF2-40B4-BE49-F238E27FC236}">
                  <a16:creationId xmlns:a16="http://schemas.microsoft.com/office/drawing/2014/main" id="{AA6EA6D4-5AE8-8430-1263-80192C9F44BA}"/>
                </a:ext>
              </a:extLst>
            </p:cNvPr>
            <p:cNvCxnSpPr>
              <a:cxnSpLocks noChangeAspect="1" noChangeShapeType="1"/>
              <a:stCxn id="21" idx="6"/>
              <a:endCxn id="27" idx="3"/>
            </p:cNvCxnSpPr>
            <p:nvPr/>
          </p:nvCxnSpPr>
          <p:spPr bwMode="auto">
            <a:xfrm flipV="1">
              <a:off x="1513" y="3256"/>
              <a:ext cx="1046" cy="37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AutoShape 15">
              <a:extLst>
                <a:ext uri="{FF2B5EF4-FFF2-40B4-BE49-F238E27FC236}">
                  <a16:creationId xmlns:a16="http://schemas.microsoft.com/office/drawing/2014/main" id="{E451AAEE-172E-1CED-24F3-52E0DC2E4787}"/>
                </a:ext>
              </a:extLst>
            </p:cNvPr>
            <p:cNvCxnSpPr>
              <a:cxnSpLocks noChangeAspect="1" noChangeShapeType="1"/>
              <a:stCxn id="27" idx="1"/>
              <a:endCxn id="20" idx="6"/>
            </p:cNvCxnSpPr>
            <p:nvPr/>
          </p:nvCxnSpPr>
          <p:spPr bwMode="auto">
            <a:xfrm flipH="1" flipV="1">
              <a:off x="1519" y="2707"/>
              <a:ext cx="1040" cy="37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" name="Text Box 28">
            <a:extLst>
              <a:ext uri="{FF2B5EF4-FFF2-40B4-BE49-F238E27FC236}">
                <a16:creationId xmlns:a16="http://schemas.microsoft.com/office/drawing/2014/main" id="{45E7F888-270B-C4C4-2651-83B64CFC9F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83" y="2667000"/>
            <a:ext cx="62068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</a:rPr>
              <a:t>Start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63C178B-81D2-F841-B44E-FB315084C883}"/>
              </a:ext>
            </a:extLst>
          </p:cNvPr>
          <p:cNvCxnSpPr>
            <a:stCxn id="30" idx="3"/>
          </p:cNvCxnSpPr>
          <p:nvPr/>
        </p:nvCxnSpPr>
        <p:spPr bwMode="auto">
          <a:xfrm>
            <a:off x="1056466" y="2851666"/>
            <a:ext cx="238934" cy="146567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lg" len="lg"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81154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Graphs</a:t>
            </a:r>
          </a:p>
        </p:txBody>
      </p:sp>
      <p:sp>
        <p:nvSpPr>
          <p:cNvPr id="3174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5550455-7E3A-4F61-95B3-078CA9A7F3BA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400"/>
          </a:p>
        </p:txBody>
      </p:sp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DFS - Detailed Steps</a:t>
            </a:r>
          </a:p>
        </p:txBody>
      </p:sp>
      <p:grpSp>
        <p:nvGrpSpPr>
          <p:cNvPr id="31749" name="Group 3"/>
          <p:cNvGrpSpPr>
            <a:grpSpLocks/>
          </p:cNvGrpSpPr>
          <p:nvPr/>
        </p:nvGrpSpPr>
        <p:grpSpPr bwMode="auto">
          <a:xfrm>
            <a:off x="1143000" y="4265613"/>
            <a:ext cx="3081338" cy="1830387"/>
            <a:chOff x="816" y="2592"/>
            <a:chExt cx="1941" cy="1153"/>
          </a:xfrm>
        </p:grpSpPr>
        <p:sp>
          <p:nvSpPr>
            <p:cNvPr id="31789" name="Oval 4"/>
            <p:cNvSpPr>
              <a:spLocks noChangeAspect="1" noChangeArrowheads="1"/>
            </p:cNvSpPr>
            <p:nvPr/>
          </p:nvSpPr>
          <p:spPr bwMode="auto">
            <a:xfrm>
              <a:off x="1738" y="3053"/>
              <a:ext cx="231" cy="23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D</a:t>
              </a:r>
            </a:p>
          </p:txBody>
        </p:sp>
        <p:sp>
          <p:nvSpPr>
            <p:cNvPr id="31790" name="Oval 5"/>
            <p:cNvSpPr>
              <a:spLocks noChangeAspect="1" noChangeArrowheads="1"/>
            </p:cNvSpPr>
            <p:nvPr/>
          </p:nvSpPr>
          <p:spPr bwMode="auto">
            <a:xfrm>
              <a:off x="816" y="3053"/>
              <a:ext cx="231" cy="23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B</a:t>
              </a:r>
            </a:p>
          </p:txBody>
        </p:sp>
        <p:sp>
          <p:nvSpPr>
            <p:cNvPr id="31791" name="Oval 6"/>
            <p:cNvSpPr>
              <a:spLocks noChangeAspect="1" noChangeArrowheads="1"/>
            </p:cNvSpPr>
            <p:nvPr/>
          </p:nvSpPr>
          <p:spPr bwMode="auto">
            <a:xfrm>
              <a:off x="1277" y="2592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A</a:t>
              </a:r>
            </a:p>
          </p:txBody>
        </p:sp>
        <p:sp>
          <p:nvSpPr>
            <p:cNvPr id="31792" name="Oval 7"/>
            <p:cNvSpPr>
              <a:spLocks noChangeAspect="1" noChangeArrowheads="1"/>
            </p:cNvSpPr>
            <p:nvPr/>
          </p:nvSpPr>
          <p:spPr bwMode="auto">
            <a:xfrm>
              <a:off x="1277" y="3514"/>
              <a:ext cx="231" cy="23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C</a:t>
              </a:r>
            </a:p>
          </p:txBody>
        </p:sp>
        <p:cxnSp>
          <p:nvCxnSpPr>
            <p:cNvPr id="31793" name="AutoShape 8"/>
            <p:cNvCxnSpPr>
              <a:cxnSpLocks noChangeAspect="1" noChangeShapeType="1"/>
              <a:stCxn id="31791" idx="3"/>
              <a:endCxn id="31790" idx="7"/>
            </p:cNvCxnSpPr>
            <p:nvPr/>
          </p:nvCxnSpPr>
          <p:spPr bwMode="auto">
            <a:xfrm flipH="1">
              <a:off x="1013" y="2801"/>
              <a:ext cx="297" cy="279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1794" name="AutoShape 9"/>
            <p:cNvCxnSpPr>
              <a:cxnSpLocks noChangeAspect="1" noChangeShapeType="1"/>
              <a:stCxn id="31792" idx="1"/>
              <a:endCxn id="31790" idx="5"/>
            </p:cNvCxnSpPr>
            <p:nvPr/>
          </p:nvCxnSpPr>
          <p:spPr bwMode="auto">
            <a:xfrm flipH="1" flipV="1">
              <a:off x="1012" y="3254"/>
              <a:ext cx="299" cy="28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1795" name="AutoShape 10"/>
            <p:cNvCxnSpPr>
              <a:cxnSpLocks noChangeAspect="1" noChangeShapeType="1"/>
              <a:stCxn id="31792" idx="7"/>
              <a:endCxn id="31789" idx="3"/>
            </p:cNvCxnSpPr>
            <p:nvPr/>
          </p:nvCxnSpPr>
          <p:spPr bwMode="auto">
            <a:xfrm flipV="1">
              <a:off x="1473" y="3254"/>
              <a:ext cx="299" cy="28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1796" name="AutoShape 11"/>
            <p:cNvCxnSpPr>
              <a:cxnSpLocks noChangeAspect="1" noChangeShapeType="1"/>
              <a:stCxn id="31791" idx="5"/>
              <a:endCxn id="31789" idx="1"/>
            </p:cNvCxnSpPr>
            <p:nvPr/>
          </p:nvCxnSpPr>
          <p:spPr bwMode="auto">
            <a:xfrm>
              <a:off x="1474" y="2801"/>
              <a:ext cx="297" cy="2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1797" name="AutoShape 12"/>
            <p:cNvCxnSpPr>
              <a:cxnSpLocks noChangeAspect="1" noChangeShapeType="1"/>
              <a:stCxn id="31791" idx="4"/>
              <a:endCxn id="31792" idx="0"/>
            </p:cNvCxnSpPr>
            <p:nvPr/>
          </p:nvCxnSpPr>
          <p:spPr bwMode="auto">
            <a:xfrm>
              <a:off x="1392" y="2834"/>
              <a:ext cx="0" cy="67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798" name="Oval 13"/>
            <p:cNvSpPr>
              <a:spLocks noChangeAspect="1" noChangeArrowheads="1"/>
            </p:cNvSpPr>
            <p:nvPr/>
          </p:nvSpPr>
          <p:spPr bwMode="auto">
            <a:xfrm>
              <a:off x="2526" y="3053"/>
              <a:ext cx="231" cy="23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E</a:t>
              </a:r>
            </a:p>
          </p:txBody>
        </p:sp>
        <p:cxnSp>
          <p:nvCxnSpPr>
            <p:cNvPr id="31799" name="AutoShape 14"/>
            <p:cNvCxnSpPr>
              <a:cxnSpLocks noChangeAspect="1" noChangeShapeType="1"/>
              <a:stCxn id="31792" idx="6"/>
              <a:endCxn id="31798" idx="3"/>
            </p:cNvCxnSpPr>
            <p:nvPr/>
          </p:nvCxnSpPr>
          <p:spPr bwMode="auto">
            <a:xfrm flipV="1">
              <a:off x="1513" y="3256"/>
              <a:ext cx="1046" cy="37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1800" name="AutoShape 15"/>
            <p:cNvCxnSpPr>
              <a:cxnSpLocks noChangeAspect="1" noChangeShapeType="1"/>
              <a:stCxn id="31798" idx="1"/>
              <a:endCxn id="31791" idx="6"/>
            </p:cNvCxnSpPr>
            <p:nvPr/>
          </p:nvCxnSpPr>
          <p:spPr bwMode="auto">
            <a:xfrm flipH="1" flipV="1">
              <a:off x="1519" y="2707"/>
              <a:ext cx="1040" cy="37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1750" name="Group 16"/>
          <p:cNvGrpSpPr>
            <a:grpSpLocks/>
          </p:cNvGrpSpPr>
          <p:nvPr/>
        </p:nvGrpSpPr>
        <p:grpSpPr bwMode="auto">
          <a:xfrm>
            <a:off x="5448300" y="1600200"/>
            <a:ext cx="3081338" cy="1830388"/>
            <a:chOff x="862" y="2601"/>
            <a:chExt cx="1941" cy="1153"/>
          </a:xfrm>
        </p:grpSpPr>
        <p:sp>
          <p:nvSpPr>
            <p:cNvPr id="31777" name="Oval 17"/>
            <p:cNvSpPr>
              <a:spLocks noChangeAspect="1" noChangeArrowheads="1"/>
            </p:cNvSpPr>
            <p:nvPr/>
          </p:nvSpPr>
          <p:spPr bwMode="auto">
            <a:xfrm>
              <a:off x="1784" y="3062"/>
              <a:ext cx="231" cy="23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D</a:t>
              </a:r>
            </a:p>
          </p:txBody>
        </p:sp>
        <p:sp>
          <p:nvSpPr>
            <p:cNvPr id="31778" name="Oval 18"/>
            <p:cNvSpPr>
              <a:spLocks noChangeAspect="1" noChangeArrowheads="1"/>
            </p:cNvSpPr>
            <p:nvPr/>
          </p:nvSpPr>
          <p:spPr bwMode="auto">
            <a:xfrm>
              <a:off x="862" y="3062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B</a:t>
              </a:r>
            </a:p>
          </p:txBody>
        </p:sp>
        <p:sp>
          <p:nvSpPr>
            <p:cNvPr id="31779" name="Oval 19"/>
            <p:cNvSpPr>
              <a:spLocks noChangeAspect="1" noChangeArrowheads="1"/>
            </p:cNvSpPr>
            <p:nvPr/>
          </p:nvSpPr>
          <p:spPr bwMode="auto">
            <a:xfrm>
              <a:off x="1323" y="2601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A</a:t>
              </a:r>
            </a:p>
          </p:txBody>
        </p:sp>
        <p:sp>
          <p:nvSpPr>
            <p:cNvPr id="31780" name="Oval 20"/>
            <p:cNvSpPr>
              <a:spLocks noChangeAspect="1" noChangeArrowheads="1"/>
            </p:cNvSpPr>
            <p:nvPr/>
          </p:nvSpPr>
          <p:spPr bwMode="auto">
            <a:xfrm>
              <a:off x="1323" y="3523"/>
              <a:ext cx="231" cy="23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C</a:t>
              </a:r>
            </a:p>
          </p:txBody>
        </p:sp>
        <p:cxnSp>
          <p:nvCxnSpPr>
            <p:cNvPr id="31781" name="AutoShape 21"/>
            <p:cNvCxnSpPr>
              <a:cxnSpLocks noChangeAspect="1" noChangeShapeType="1"/>
              <a:stCxn id="31779" idx="3"/>
              <a:endCxn id="31778" idx="7"/>
            </p:cNvCxnSpPr>
            <p:nvPr/>
          </p:nvCxnSpPr>
          <p:spPr bwMode="auto">
            <a:xfrm flipH="1">
              <a:off x="1059" y="2810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1782" name="AutoShape 22"/>
            <p:cNvCxnSpPr>
              <a:cxnSpLocks noChangeAspect="1" noChangeShapeType="1"/>
              <a:stCxn id="31780" idx="1"/>
              <a:endCxn id="31778" idx="5"/>
            </p:cNvCxnSpPr>
            <p:nvPr/>
          </p:nvCxnSpPr>
          <p:spPr bwMode="auto">
            <a:xfrm flipH="1" flipV="1">
              <a:off x="1059" y="3271"/>
              <a:ext cx="297" cy="279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1783" name="AutoShape 23"/>
            <p:cNvCxnSpPr>
              <a:cxnSpLocks noChangeAspect="1" noChangeShapeType="1"/>
              <a:stCxn id="31780" idx="7"/>
              <a:endCxn id="31777" idx="3"/>
            </p:cNvCxnSpPr>
            <p:nvPr/>
          </p:nvCxnSpPr>
          <p:spPr bwMode="auto">
            <a:xfrm flipV="1">
              <a:off x="1520" y="3265"/>
              <a:ext cx="297" cy="28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1784" name="AutoShape 24"/>
            <p:cNvCxnSpPr>
              <a:cxnSpLocks noChangeAspect="1" noChangeShapeType="1"/>
              <a:stCxn id="31779" idx="5"/>
              <a:endCxn id="31777" idx="1"/>
            </p:cNvCxnSpPr>
            <p:nvPr/>
          </p:nvCxnSpPr>
          <p:spPr bwMode="auto">
            <a:xfrm>
              <a:off x="1520" y="2810"/>
              <a:ext cx="297" cy="2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1785" name="AutoShape 25"/>
            <p:cNvCxnSpPr>
              <a:cxnSpLocks noChangeAspect="1" noChangeShapeType="1"/>
              <a:stCxn id="31779" idx="4"/>
              <a:endCxn id="31780" idx="0"/>
            </p:cNvCxnSpPr>
            <p:nvPr/>
          </p:nvCxnSpPr>
          <p:spPr bwMode="auto">
            <a:xfrm>
              <a:off x="1438" y="2843"/>
              <a:ext cx="0" cy="67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786" name="Oval 26"/>
            <p:cNvSpPr>
              <a:spLocks noChangeAspect="1" noChangeArrowheads="1"/>
            </p:cNvSpPr>
            <p:nvPr/>
          </p:nvSpPr>
          <p:spPr bwMode="auto">
            <a:xfrm>
              <a:off x="2572" y="3062"/>
              <a:ext cx="231" cy="23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E</a:t>
              </a:r>
            </a:p>
          </p:txBody>
        </p:sp>
        <p:cxnSp>
          <p:nvCxnSpPr>
            <p:cNvPr id="31787" name="AutoShape 27"/>
            <p:cNvCxnSpPr>
              <a:cxnSpLocks noChangeAspect="1" noChangeShapeType="1"/>
              <a:stCxn id="31780" idx="6"/>
              <a:endCxn id="31786" idx="3"/>
            </p:cNvCxnSpPr>
            <p:nvPr/>
          </p:nvCxnSpPr>
          <p:spPr bwMode="auto">
            <a:xfrm flipV="1">
              <a:off x="1559" y="3265"/>
              <a:ext cx="1046" cy="37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1788" name="AutoShape 28"/>
            <p:cNvCxnSpPr>
              <a:cxnSpLocks noChangeAspect="1" noChangeShapeType="1"/>
              <a:stCxn id="31786" idx="1"/>
              <a:endCxn id="31779" idx="6"/>
            </p:cNvCxnSpPr>
            <p:nvPr/>
          </p:nvCxnSpPr>
          <p:spPr bwMode="auto">
            <a:xfrm flipH="1" flipV="1">
              <a:off x="1565" y="2716"/>
              <a:ext cx="1040" cy="37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1751" name="Group 29"/>
          <p:cNvGrpSpPr>
            <a:grpSpLocks/>
          </p:cNvGrpSpPr>
          <p:nvPr/>
        </p:nvGrpSpPr>
        <p:grpSpPr bwMode="auto">
          <a:xfrm>
            <a:off x="5448300" y="4267200"/>
            <a:ext cx="3081338" cy="1830388"/>
            <a:chOff x="3398" y="1075"/>
            <a:chExt cx="1941" cy="1153"/>
          </a:xfrm>
        </p:grpSpPr>
        <p:sp>
          <p:nvSpPr>
            <p:cNvPr id="31765" name="Oval 30"/>
            <p:cNvSpPr>
              <a:spLocks noChangeAspect="1" noChangeArrowheads="1"/>
            </p:cNvSpPr>
            <p:nvPr/>
          </p:nvSpPr>
          <p:spPr bwMode="auto">
            <a:xfrm>
              <a:off x="4320" y="1536"/>
              <a:ext cx="231" cy="23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D</a:t>
              </a:r>
            </a:p>
          </p:txBody>
        </p:sp>
        <p:sp>
          <p:nvSpPr>
            <p:cNvPr id="31766" name="Oval 31"/>
            <p:cNvSpPr>
              <a:spLocks noChangeAspect="1" noChangeArrowheads="1"/>
            </p:cNvSpPr>
            <p:nvPr/>
          </p:nvSpPr>
          <p:spPr bwMode="auto">
            <a:xfrm>
              <a:off x="3398" y="1536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B</a:t>
              </a:r>
            </a:p>
          </p:txBody>
        </p:sp>
        <p:sp>
          <p:nvSpPr>
            <p:cNvPr id="31767" name="Oval 32"/>
            <p:cNvSpPr>
              <a:spLocks noChangeAspect="1" noChangeArrowheads="1"/>
            </p:cNvSpPr>
            <p:nvPr/>
          </p:nvSpPr>
          <p:spPr bwMode="auto">
            <a:xfrm>
              <a:off x="3859" y="1075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A</a:t>
              </a:r>
            </a:p>
          </p:txBody>
        </p:sp>
        <p:sp>
          <p:nvSpPr>
            <p:cNvPr id="31768" name="Oval 33"/>
            <p:cNvSpPr>
              <a:spLocks noChangeAspect="1" noChangeArrowheads="1"/>
            </p:cNvSpPr>
            <p:nvPr/>
          </p:nvSpPr>
          <p:spPr bwMode="auto">
            <a:xfrm>
              <a:off x="3859" y="1997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C</a:t>
              </a:r>
            </a:p>
          </p:txBody>
        </p:sp>
        <p:cxnSp>
          <p:nvCxnSpPr>
            <p:cNvPr id="31769" name="AutoShape 34"/>
            <p:cNvCxnSpPr>
              <a:cxnSpLocks noChangeAspect="1" noChangeShapeType="1"/>
              <a:stCxn id="31767" idx="3"/>
              <a:endCxn id="31766" idx="7"/>
            </p:cNvCxnSpPr>
            <p:nvPr/>
          </p:nvCxnSpPr>
          <p:spPr bwMode="auto">
            <a:xfrm flipH="1">
              <a:off x="3595" y="1284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1770" name="AutoShape 35"/>
            <p:cNvCxnSpPr>
              <a:cxnSpLocks noChangeAspect="1" noChangeShapeType="1"/>
              <a:stCxn id="31768" idx="1"/>
              <a:endCxn id="31766" idx="5"/>
            </p:cNvCxnSpPr>
            <p:nvPr/>
          </p:nvCxnSpPr>
          <p:spPr bwMode="auto">
            <a:xfrm flipH="1" flipV="1">
              <a:off x="3595" y="1745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1771" name="AutoShape 36"/>
            <p:cNvCxnSpPr>
              <a:cxnSpLocks noChangeAspect="1" noChangeShapeType="1"/>
              <a:stCxn id="31768" idx="7"/>
              <a:endCxn id="31765" idx="3"/>
            </p:cNvCxnSpPr>
            <p:nvPr/>
          </p:nvCxnSpPr>
          <p:spPr bwMode="auto">
            <a:xfrm flipV="1">
              <a:off x="4056" y="1739"/>
              <a:ext cx="297" cy="2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1772" name="AutoShape 37"/>
            <p:cNvCxnSpPr>
              <a:cxnSpLocks noChangeAspect="1" noChangeShapeType="1"/>
              <a:stCxn id="31767" idx="5"/>
              <a:endCxn id="31765" idx="1"/>
            </p:cNvCxnSpPr>
            <p:nvPr/>
          </p:nvCxnSpPr>
          <p:spPr bwMode="auto">
            <a:xfrm>
              <a:off x="4056" y="1284"/>
              <a:ext cx="297" cy="2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1773" name="AutoShape 38"/>
            <p:cNvCxnSpPr>
              <a:cxnSpLocks noChangeAspect="1" noChangeShapeType="1"/>
              <a:stCxn id="31767" idx="4"/>
              <a:endCxn id="31768" idx="0"/>
            </p:cNvCxnSpPr>
            <p:nvPr/>
          </p:nvCxnSpPr>
          <p:spPr bwMode="auto">
            <a:xfrm>
              <a:off x="3974" y="1317"/>
              <a:ext cx="0" cy="667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 type="triangl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774" name="Oval 39"/>
            <p:cNvSpPr>
              <a:spLocks noChangeAspect="1" noChangeArrowheads="1"/>
            </p:cNvSpPr>
            <p:nvPr/>
          </p:nvSpPr>
          <p:spPr bwMode="auto">
            <a:xfrm>
              <a:off x="5108" y="1536"/>
              <a:ext cx="231" cy="23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E</a:t>
              </a:r>
            </a:p>
          </p:txBody>
        </p:sp>
        <p:cxnSp>
          <p:nvCxnSpPr>
            <p:cNvPr id="31775" name="AutoShape 40"/>
            <p:cNvCxnSpPr>
              <a:cxnSpLocks noChangeAspect="1" noChangeShapeType="1"/>
              <a:stCxn id="31768" idx="6"/>
              <a:endCxn id="31774" idx="3"/>
            </p:cNvCxnSpPr>
            <p:nvPr/>
          </p:nvCxnSpPr>
          <p:spPr bwMode="auto">
            <a:xfrm flipV="1">
              <a:off x="4101" y="1739"/>
              <a:ext cx="1040" cy="37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1776" name="AutoShape 41"/>
            <p:cNvCxnSpPr>
              <a:cxnSpLocks noChangeAspect="1" noChangeShapeType="1"/>
              <a:stCxn id="31774" idx="1"/>
              <a:endCxn id="31767" idx="6"/>
            </p:cNvCxnSpPr>
            <p:nvPr/>
          </p:nvCxnSpPr>
          <p:spPr bwMode="auto">
            <a:xfrm flipH="1" flipV="1">
              <a:off x="4101" y="1190"/>
              <a:ext cx="1040" cy="37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1752" name="Text Box 42"/>
          <p:cNvSpPr txBox="1">
            <a:spLocks noChangeArrowheads="1"/>
          </p:cNvSpPr>
          <p:nvPr/>
        </p:nvSpPr>
        <p:spPr bwMode="auto">
          <a:xfrm>
            <a:off x="1812925" y="2925763"/>
            <a:ext cx="2192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chemeClr val="tx2"/>
                </a:solidFill>
              </a:rPr>
              <a:t>discovery edge</a:t>
            </a:r>
          </a:p>
        </p:txBody>
      </p:sp>
      <p:sp>
        <p:nvSpPr>
          <p:cNvPr id="31753" name="Text Box 43"/>
          <p:cNvSpPr txBox="1">
            <a:spLocks noChangeArrowheads="1"/>
          </p:cNvSpPr>
          <p:nvPr/>
        </p:nvSpPr>
        <p:spPr bwMode="auto">
          <a:xfrm>
            <a:off x="1812925" y="3352800"/>
            <a:ext cx="1558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chemeClr val="accent2"/>
                </a:solidFill>
              </a:rPr>
              <a:t>back edge</a:t>
            </a:r>
          </a:p>
        </p:txBody>
      </p:sp>
      <p:sp>
        <p:nvSpPr>
          <p:cNvPr id="31754" name="Oval 44"/>
          <p:cNvSpPr>
            <a:spLocks noChangeAspect="1" noChangeArrowheads="1"/>
          </p:cNvSpPr>
          <p:nvPr/>
        </p:nvSpPr>
        <p:spPr bwMode="auto">
          <a:xfrm>
            <a:off x="1001713" y="2117725"/>
            <a:ext cx="366712" cy="366713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A</a:t>
            </a:r>
          </a:p>
        </p:txBody>
      </p:sp>
      <p:sp>
        <p:nvSpPr>
          <p:cNvPr id="31755" name="Text Box 45"/>
          <p:cNvSpPr txBox="1">
            <a:spLocks noChangeArrowheads="1"/>
          </p:cNvSpPr>
          <p:nvPr/>
        </p:nvSpPr>
        <p:spPr bwMode="auto">
          <a:xfrm>
            <a:off x="1812925" y="2071688"/>
            <a:ext cx="19732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chemeClr val="tx2"/>
                </a:solidFill>
              </a:rPr>
              <a:t>visited vertex</a:t>
            </a:r>
          </a:p>
        </p:txBody>
      </p:sp>
      <p:sp>
        <p:nvSpPr>
          <p:cNvPr id="31756" name="Oval 46"/>
          <p:cNvSpPr>
            <a:spLocks noChangeAspect="1" noChangeArrowheads="1"/>
          </p:cNvSpPr>
          <p:nvPr/>
        </p:nvSpPr>
        <p:spPr bwMode="auto">
          <a:xfrm>
            <a:off x="1001713" y="1689100"/>
            <a:ext cx="366712" cy="36671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</a:t>
            </a:r>
          </a:p>
        </p:txBody>
      </p:sp>
      <p:sp>
        <p:nvSpPr>
          <p:cNvPr id="31757" name="Text Box 47"/>
          <p:cNvSpPr txBox="1">
            <a:spLocks noChangeArrowheads="1"/>
          </p:cNvSpPr>
          <p:nvPr/>
        </p:nvSpPr>
        <p:spPr bwMode="auto">
          <a:xfrm>
            <a:off x="1812925" y="1644650"/>
            <a:ext cx="2606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unexplored vertex</a:t>
            </a:r>
          </a:p>
        </p:txBody>
      </p:sp>
      <p:sp>
        <p:nvSpPr>
          <p:cNvPr id="31758" name="Text Box 48"/>
          <p:cNvSpPr txBox="1">
            <a:spLocks noChangeArrowheads="1"/>
          </p:cNvSpPr>
          <p:nvPr/>
        </p:nvSpPr>
        <p:spPr bwMode="auto">
          <a:xfrm>
            <a:off x="1812925" y="2498725"/>
            <a:ext cx="2428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unexplored edge</a:t>
            </a:r>
          </a:p>
        </p:txBody>
      </p:sp>
      <p:grpSp>
        <p:nvGrpSpPr>
          <p:cNvPr id="31759" name="Group 49"/>
          <p:cNvGrpSpPr>
            <a:grpSpLocks/>
          </p:cNvGrpSpPr>
          <p:nvPr/>
        </p:nvGrpSpPr>
        <p:grpSpPr bwMode="auto">
          <a:xfrm>
            <a:off x="746125" y="2728913"/>
            <a:ext cx="877888" cy="852487"/>
            <a:chOff x="432" y="1691"/>
            <a:chExt cx="937" cy="537"/>
          </a:xfrm>
        </p:grpSpPr>
        <p:sp>
          <p:nvSpPr>
            <p:cNvPr id="31762" name="Line 50"/>
            <p:cNvSpPr>
              <a:spLocks noChangeShapeType="1"/>
            </p:cNvSpPr>
            <p:nvPr/>
          </p:nvSpPr>
          <p:spPr bwMode="auto">
            <a:xfrm>
              <a:off x="432" y="1959"/>
              <a:ext cx="937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63" name="Line 51"/>
            <p:cNvSpPr>
              <a:spLocks noChangeShapeType="1"/>
            </p:cNvSpPr>
            <p:nvPr/>
          </p:nvSpPr>
          <p:spPr bwMode="auto">
            <a:xfrm>
              <a:off x="432" y="2228"/>
              <a:ext cx="93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64" name="Line 52"/>
            <p:cNvSpPr>
              <a:spLocks noChangeShapeType="1"/>
            </p:cNvSpPr>
            <p:nvPr/>
          </p:nvSpPr>
          <p:spPr bwMode="auto">
            <a:xfrm>
              <a:off x="432" y="1691"/>
              <a:ext cx="9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1760" name="AutoShape 53"/>
          <p:cNvSpPr>
            <a:spLocks noChangeArrowheads="1"/>
          </p:cNvSpPr>
          <p:nvPr/>
        </p:nvSpPr>
        <p:spPr bwMode="auto">
          <a:xfrm rot="5400000">
            <a:off x="6759576" y="3643312"/>
            <a:ext cx="457200" cy="333375"/>
          </a:xfrm>
          <a:prstGeom prst="rightArrow">
            <a:avLst>
              <a:gd name="adj1" fmla="val 50000"/>
              <a:gd name="adj2" fmla="val 34286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1761" name="AutoShape 54"/>
          <p:cNvSpPr>
            <a:spLocks noChangeArrowheads="1"/>
          </p:cNvSpPr>
          <p:nvPr/>
        </p:nvSpPr>
        <p:spPr bwMode="auto">
          <a:xfrm rot="8100000" flipH="1" flipV="1">
            <a:off x="4205288" y="3629025"/>
            <a:ext cx="1243012" cy="333375"/>
          </a:xfrm>
          <a:prstGeom prst="rightArrow">
            <a:avLst>
              <a:gd name="adj1" fmla="val 50000"/>
              <a:gd name="adj2" fmla="val 93214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" name="Text Box 28">
            <a:extLst>
              <a:ext uri="{FF2B5EF4-FFF2-40B4-BE49-F238E27FC236}">
                <a16:creationId xmlns:a16="http://schemas.microsoft.com/office/drawing/2014/main" id="{A896E31A-F50B-E1AD-DDC7-D7887194DC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983" y="3974068"/>
            <a:ext cx="62068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</a:rPr>
              <a:t>Start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2F3DFC6-C39B-CAB2-E52F-577A5C34EEC7}"/>
              </a:ext>
            </a:extLst>
          </p:cNvPr>
          <p:cNvCxnSpPr>
            <a:stCxn id="2" idx="3"/>
          </p:cNvCxnSpPr>
          <p:nvPr/>
        </p:nvCxnSpPr>
        <p:spPr bwMode="auto">
          <a:xfrm>
            <a:off x="1513666" y="4158734"/>
            <a:ext cx="238934" cy="146567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lg" len="lg"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Graphs</a:t>
            </a:r>
          </a:p>
        </p:txBody>
      </p:sp>
      <p:sp>
        <p:nvSpPr>
          <p:cNvPr id="3277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6949A11-3D49-4E90-941A-2C36E23321C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400"/>
          </a:p>
        </p:txBody>
      </p:sp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DFS - Detailed Steps (cont.)</a:t>
            </a:r>
          </a:p>
        </p:txBody>
      </p:sp>
      <p:grpSp>
        <p:nvGrpSpPr>
          <p:cNvPr id="32773" name="Group 3"/>
          <p:cNvGrpSpPr>
            <a:grpSpLocks/>
          </p:cNvGrpSpPr>
          <p:nvPr/>
        </p:nvGrpSpPr>
        <p:grpSpPr bwMode="auto">
          <a:xfrm>
            <a:off x="892175" y="4341813"/>
            <a:ext cx="3081338" cy="1830387"/>
            <a:chOff x="689" y="1181"/>
            <a:chExt cx="1941" cy="1153"/>
          </a:xfrm>
        </p:grpSpPr>
        <p:sp>
          <p:nvSpPr>
            <p:cNvPr id="32816" name="Oval 4"/>
            <p:cNvSpPr>
              <a:spLocks noChangeAspect="1" noChangeArrowheads="1"/>
            </p:cNvSpPr>
            <p:nvPr/>
          </p:nvSpPr>
          <p:spPr bwMode="auto">
            <a:xfrm>
              <a:off x="1611" y="1642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D</a:t>
              </a:r>
            </a:p>
          </p:txBody>
        </p:sp>
        <p:sp>
          <p:nvSpPr>
            <p:cNvPr id="32817" name="Oval 5"/>
            <p:cNvSpPr>
              <a:spLocks noChangeAspect="1" noChangeArrowheads="1"/>
            </p:cNvSpPr>
            <p:nvPr/>
          </p:nvSpPr>
          <p:spPr bwMode="auto">
            <a:xfrm>
              <a:off x="689" y="1642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B</a:t>
              </a:r>
            </a:p>
          </p:txBody>
        </p:sp>
        <p:sp>
          <p:nvSpPr>
            <p:cNvPr id="32818" name="Oval 6"/>
            <p:cNvSpPr>
              <a:spLocks noChangeAspect="1" noChangeArrowheads="1"/>
            </p:cNvSpPr>
            <p:nvPr/>
          </p:nvSpPr>
          <p:spPr bwMode="auto">
            <a:xfrm>
              <a:off x="1150" y="1181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A</a:t>
              </a:r>
            </a:p>
          </p:txBody>
        </p:sp>
        <p:sp>
          <p:nvSpPr>
            <p:cNvPr id="32819" name="Oval 7"/>
            <p:cNvSpPr>
              <a:spLocks noChangeAspect="1" noChangeArrowheads="1"/>
            </p:cNvSpPr>
            <p:nvPr/>
          </p:nvSpPr>
          <p:spPr bwMode="auto">
            <a:xfrm>
              <a:off x="1150" y="2103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C</a:t>
              </a:r>
            </a:p>
          </p:txBody>
        </p:sp>
        <p:cxnSp>
          <p:nvCxnSpPr>
            <p:cNvPr id="32820" name="AutoShape 8"/>
            <p:cNvCxnSpPr>
              <a:cxnSpLocks noChangeAspect="1" noChangeShapeType="1"/>
              <a:stCxn id="32818" idx="3"/>
              <a:endCxn id="32817" idx="7"/>
            </p:cNvCxnSpPr>
            <p:nvPr/>
          </p:nvCxnSpPr>
          <p:spPr bwMode="auto">
            <a:xfrm flipH="1">
              <a:off x="886" y="1390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821" name="AutoShape 9"/>
            <p:cNvCxnSpPr>
              <a:cxnSpLocks noChangeAspect="1" noChangeShapeType="1"/>
              <a:stCxn id="32819" idx="1"/>
              <a:endCxn id="32817" idx="5"/>
            </p:cNvCxnSpPr>
            <p:nvPr/>
          </p:nvCxnSpPr>
          <p:spPr bwMode="auto">
            <a:xfrm flipH="1" flipV="1">
              <a:off x="886" y="1851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822" name="AutoShape 10"/>
            <p:cNvCxnSpPr>
              <a:cxnSpLocks noChangeAspect="1" noChangeShapeType="1"/>
              <a:stCxn id="32819" idx="7"/>
              <a:endCxn id="32816" idx="3"/>
            </p:cNvCxnSpPr>
            <p:nvPr/>
          </p:nvCxnSpPr>
          <p:spPr bwMode="auto">
            <a:xfrm flipV="1">
              <a:off x="1347" y="1851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823" name="AutoShape 11"/>
            <p:cNvCxnSpPr>
              <a:cxnSpLocks noChangeAspect="1" noChangeShapeType="1"/>
              <a:stCxn id="32818" idx="5"/>
              <a:endCxn id="32816" idx="1"/>
            </p:cNvCxnSpPr>
            <p:nvPr/>
          </p:nvCxnSpPr>
          <p:spPr bwMode="auto">
            <a:xfrm>
              <a:off x="1347" y="1390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 type="triangl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824" name="AutoShape 12"/>
            <p:cNvCxnSpPr>
              <a:cxnSpLocks noChangeAspect="1" noChangeShapeType="1"/>
              <a:stCxn id="32818" idx="4"/>
              <a:endCxn id="32819" idx="0"/>
            </p:cNvCxnSpPr>
            <p:nvPr/>
          </p:nvCxnSpPr>
          <p:spPr bwMode="auto">
            <a:xfrm>
              <a:off x="1265" y="1423"/>
              <a:ext cx="0" cy="667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 type="triangl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825" name="Oval 13"/>
            <p:cNvSpPr>
              <a:spLocks noChangeAspect="1" noChangeArrowheads="1"/>
            </p:cNvSpPr>
            <p:nvPr/>
          </p:nvSpPr>
          <p:spPr bwMode="auto">
            <a:xfrm>
              <a:off x="2399" y="1642"/>
              <a:ext cx="231" cy="23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E</a:t>
              </a:r>
            </a:p>
          </p:txBody>
        </p:sp>
        <p:cxnSp>
          <p:nvCxnSpPr>
            <p:cNvPr id="32826" name="AutoShape 14"/>
            <p:cNvCxnSpPr>
              <a:cxnSpLocks noChangeAspect="1" noChangeShapeType="1"/>
              <a:stCxn id="32819" idx="6"/>
              <a:endCxn id="32825" idx="3"/>
            </p:cNvCxnSpPr>
            <p:nvPr/>
          </p:nvCxnSpPr>
          <p:spPr bwMode="auto">
            <a:xfrm flipV="1">
              <a:off x="1392" y="1845"/>
              <a:ext cx="1040" cy="37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827" name="AutoShape 15"/>
            <p:cNvCxnSpPr>
              <a:cxnSpLocks noChangeAspect="1" noChangeShapeType="1"/>
              <a:stCxn id="32825" idx="1"/>
              <a:endCxn id="32818" idx="6"/>
            </p:cNvCxnSpPr>
            <p:nvPr/>
          </p:nvCxnSpPr>
          <p:spPr bwMode="auto">
            <a:xfrm flipH="1" flipV="1">
              <a:off x="1392" y="1296"/>
              <a:ext cx="1040" cy="37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2774" name="Group 16"/>
          <p:cNvGrpSpPr>
            <a:grpSpLocks/>
          </p:cNvGrpSpPr>
          <p:nvPr/>
        </p:nvGrpSpPr>
        <p:grpSpPr bwMode="auto">
          <a:xfrm>
            <a:off x="5529263" y="1676400"/>
            <a:ext cx="3081337" cy="1830388"/>
            <a:chOff x="593" y="2600"/>
            <a:chExt cx="1941" cy="1153"/>
          </a:xfrm>
        </p:grpSpPr>
        <p:sp>
          <p:nvSpPr>
            <p:cNvPr id="32804" name="Oval 17"/>
            <p:cNvSpPr>
              <a:spLocks noChangeAspect="1" noChangeArrowheads="1"/>
            </p:cNvSpPr>
            <p:nvPr/>
          </p:nvSpPr>
          <p:spPr bwMode="auto">
            <a:xfrm>
              <a:off x="1515" y="3061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D</a:t>
              </a:r>
            </a:p>
          </p:txBody>
        </p:sp>
        <p:sp>
          <p:nvSpPr>
            <p:cNvPr id="32805" name="Oval 18"/>
            <p:cNvSpPr>
              <a:spLocks noChangeAspect="1" noChangeArrowheads="1"/>
            </p:cNvSpPr>
            <p:nvPr/>
          </p:nvSpPr>
          <p:spPr bwMode="auto">
            <a:xfrm>
              <a:off x="593" y="3061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B</a:t>
              </a:r>
            </a:p>
          </p:txBody>
        </p:sp>
        <p:sp>
          <p:nvSpPr>
            <p:cNvPr id="32806" name="Oval 19"/>
            <p:cNvSpPr>
              <a:spLocks noChangeAspect="1" noChangeArrowheads="1"/>
            </p:cNvSpPr>
            <p:nvPr/>
          </p:nvSpPr>
          <p:spPr bwMode="auto">
            <a:xfrm>
              <a:off x="1054" y="2600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A</a:t>
              </a:r>
            </a:p>
          </p:txBody>
        </p:sp>
        <p:sp>
          <p:nvSpPr>
            <p:cNvPr id="32807" name="Oval 20"/>
            <p:cNvSpPr>
              <a:spLocks noChangeAspect="1" noChangeArrowheads="1"/>
            </p:cNvSpPr>
            <p:nvPr/>
          </p:nvSpPr>
          <p:spPr bwMode="auto">
            <a:xfrm>
              <a:off x="1054" y="3522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C</a:t>
              </a:r>
            </a:p>
          </p:txBody>
        </p:sp>
        <p:cxnSp>
          <p:nvCxnSpPr>
            <p:cNvPr id="32808" name="AutoShape 21"/>
            <p:cNvCxnSpPr>
              <a:cxnSpLocks noChangeAspect="1" noChangeShapeType="1"/>
              <a:stCxn id="32806" idx="3"/>
              <a:endCxn id="32805" idx="7"/>
            </p:cNvCxnSpPr>
            <p:nvPr/>
          </p:nvCxnSpPr>
          <p:spPr bwMode="auto">
            <a:xfrm flipH="1">
              <a:off x="790" y="2809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809" name="AutoShape 22"/>
            <p:cNvCxnSpPr>
              <a:cxnSpLocks noChangeAspect="1" noChangeShapeType="1"/>
              <a:stCxn id="32807" idx="1"/>
              <a:endCxn id="32805" idx="5"/>
            </p:cNvCxnSpPr>
            <p:nvPr/>
          </p:nvCxnSpPr>
          <p:spPr bwMode="auto">
            <a:xfrm flipH="1" flipV="1">
              <a:off x="790" y="3270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810" name="AutoShape 23"/>
            <p:cNvCxnSpPr>
              <a:cxnSpLocks noChangeAspect="1" noChangeShapeType="1"/>
              <a:stCxn id="32807" idx="7"/>
              <a:endCxn id="32804" idx="3"/>
            </p:cNvCxnSpPr>
            <p:nvPr/>
          </p:nvCxnSpPr>
          <p:spPr bwMode="auto">
            <a:xfrm flipV="1">
              <a:off x="1251" y="3270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811" name="AutoShape 24"/>
            <p:cNvCxnSpPr>
              <a:cxnSpLocks noChangeAspect="1" noChangeShapeType="1"/>
              <a:stCxn id="32806" idx="5"/>
              <a:endCxn id="32804" idx="1"/>
            </p:cNvCxnSpPr>
            <p:nvPr/>
          </p:nvCxnSpPr>
          <p:spPr bwMode="auto">
            <a:xfrm>
              <a:off x="1251" y="2809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 type="triangl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812" name="AutoShape 25"/>
            <p:cNvCxnSpPr>
              <a:cxnSpLocks noChangeAspect="1" noChangeShapeType="1"/>
              <a:stCxn id="32806" idx="4"/>
              <a:endCxn id="32807" idx="0"/>
            </p:cNvCxnSpPr>
            <p:nvPr/>
          </p:nvCxnSpPr>
          <p:spPr bwMode="auto">
            <a:xfrm>
              <a:off x="1169" y="2842"/>
              <a:ext cx="0" cy="667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 type="triangl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813" name="Oval 26"/>
            <p:cNvSpPr>
              <a:spLocks noChangeAspect="1" noChangeArrowheads="1"/>
            </p:cNvSpPr>
            <p:nvPr/>
          </p:nvSpPr>
          <p:spPr bwMode="auto">
            <a:xfrm>
              <a:off x="2303" y="3061"/>
              <a:ext cx="231" cy="23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E</a:t>
              </a:r>
            </a:p>
          </p:txBody>
        </p:sp>
        <p:cxnSp>
          <p:nvCxnSpPr>
            <p:cNvPr id="32814" name="AutoShape 27"/>
            <p:cNvCxnSpPr>
              <a:cxnSpLocks noChangeAspect="1" noChangeShapeType="1"/>
              <a:stCxn id="32807" idx="6"/>
              <a:endCxn id="32813" idx="3"/>
            </p:cNvCxnSpPr>
            <p:nvPr/>
          </p:nvCxnSpPr>
          <p:spPr bwMode="auto">
            <a:xfrm flipV="1">
              <a:off x="1296" y="3264"/>
              <a:ext cx="1040" cy="3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815" name="AutoShape 28"/>
            <p:cNvCxnSpPr>
              <a:cxnSpLocks noChangeAspect="1" noChangeShapeType="1"/>
              <a:stCxn id="32813" idx="1"/>
              <a:endCxn id="32806" idx="6"/>
            </p:cNvCxnSpPr>
            <p:nvPr/>
          </p:nvCxnSpPr>
          <p:spPr bwMode="auto">
            <a:xfrm flipH="1" flipV="1">
              <a:off x="1296" y="2715"/>
              <a:ext cx="1040" cy="37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2775" name="Group 29"/>
          <p:cNvGrpSpPr>
            <a:grpSpLocks/>
          </p:cNvGrpSpPr>
          <p:nvPr/>
        </p:nvGrpSpPr>
        <p:grpSpPr bwMode="auto">
          <a:xfrm>
            <a:off x="5529263" y="4341813"/>
            <a:ext cx="3081337" cy="1830387"/>
            <a:chOff x="3377" y="1085"/>
            <a:chExt cx="1941" cy="1153"/>
          </a:xfrm>
        </p:grpSpPr>
        <p:sp>
          <p:nvSpPr>
            <p:cNvPr id="32792" name="Oval 30"/>
            <p:cNvSpPr>
              <a:spLocks noChangeAspect="1" noChangeArrowheads="1"/>
            </p:cNvSpPr>
            <p:nvPr/>
          </p:nvSpPr>
          <p:spPr bwMode="auto">
            <a:xfrm>
              <a:off x="4299" y="1546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D</a:t>
              </a:r>
            </a:p>
          </p:txBody>
        </p:sp>
        <p:sp>
          <p:nvSpPr>
            <p:cNvPr id="32793" name="Oval 31"/>
            <p:cNvSpPr>
              <a:spLocks noChangeAspect="1" noChangeArrowheads="1"/>
            </p:cNvSpPr>
            <p:nvPr/>
          </p:nvSpPr>
          <p:spPr bwMode="auto">
            <a:xfrm>
              <a:off x="3377" y="1546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B</a:t>
              </a:r>
            </a:p>
          </p:txBody>
        </p:sp>
        <p:sp>
          <p:nvSpPr>
            <p:cNvPr id="32794" name="Oval 32"/>
            <p:cNvSpPr>
              <a:spLocks noChangeAspect="1" noChangeArrowheads="1"/>
            </p:cNvSpPr>
            <p:nvPr/>
          </p:nvSpPr>
          <p:spPr bwMode="auto">
            <a:xfrm>
              <a:off x="3838" y="1085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A</a:t>
              </a:r>
            </a:p>
          </p:txBody>
        </p:sp>
        <p:sp>
          <p:nvSpPr>
            <p:cNvPr id="32795" name="Oval 33"/>
            <p:cNvSpPr>
              <a:spLocks noChangeAspect="1" noChangeArrowheads="1"/>
            </p:cNvSpPr>
            <p:nvPr/>
          </p:nvSpPr>
          <p:spPr bwMode="auto">
            <a:xfrm>
              <a:off x="3838" y="2007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C</a:t>
              </a:r>
            </a:p>
          </p:txBody>
        </p:sp>
        <p:cxnSp>
          <p:nvCxnSpPr>
            <p:cNvPr id="32796" name="AutoShape 34"/>
            <p:cNvCxnSpPr>
              <a:cxnSpLocks noChangeAspect="1" noChangeShapeType="1"/>
              <a:stCxn id="32794" idx="3"/>
              <a:endCxn id="32793" idx="7"/>
            </p:cNvCxnSpPr>
            <p:nvPr/>
          </p:nvCxnSpPr>
          <p:spPr bwMode="auto">
            <a:xfrm flipH="1">
              <a:off x="3574" y="1294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797" name="AutoShape 35"/>
            <p:cNvCxnSpPr>
              <a:cxnSpLocks noChangeAspect="1" noChangeShapeType="1"/>
              <a:stCxn id="32795" idx="1"/>
              <a:endCxn id="32793" idx="5"/>
            </p:cNvCxnSpPr>
            <p:nvPr/>
          </p:nvCxnSpPr>
          <p:spPr bwMode="auto">
            <a:xfrm flipH="1" flipV="1">
              <a:off x="3574" y="1755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798" name="AutoShape 36"/>
            <p:cNvCxnSpPr>
              <a:cxnSpLocks noChangeAspect="1" noChangeShapeType="1"/>
              <a:stCxn id="32795" idx="7"/>
              <a:endCxn id="32792" idx="3"/>
            </p:cNvCxnSpPr>
            <p:nvPr/>
          </p:nvCxnSpPr>
          <p:spPr bwMode="auto">
            <a:xfrm flipV="1">
              <a:off x="4035" y="1755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799" name="AutoShape 37"/>
            <p:cNvCxnSpPr>
              <a:cxnSpLocks noChangeAspect="1" noChangeShapeType="1"/>
              <a:stCxn id="32794" idx="5"/>
              <a:endCxn id="32792" idx="1"/>
            </p:cNvCxnSpPr>
            <p:nvPr/>
          </p:nvCxnSpPr>
          <p:spPr bwMode="auto">
            <a:xfrm>
              <a:off x="4035" y="1294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 type="triangl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800" name="AutoShape 38"/>
            <p:cNvCxnSpPr>
              <a:cxnSpLocks noChangeAspect="1" noChangeShapeType="1"/>
              <a:stCxn id="32794" idx="4"/>
              <a:endCxn id="32795" idx="0"/>
            </p:cNvCxnSpPr>
            <p:nvPr/>
          </p:nvCxnSpPr>
          <p:spPr bwMode="auto">
            <a:xfrm>
              <a:off x="3953" y="1327"/>
              <a:ext cx="0" cy="667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 type="triangl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801" name="Oval 39"/>
            <p:cNvSpPr>
              <a:spLocks noChangeAspect="1" noChangeArrowheads="1"/>
            </p:cNvSpPr>
            <p:nvPr/>
          </p:nvSpPr>
          <p:spPr bwMode="auto">
            <a:xfrm>
              <a:off x="5087" y="1546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E</a:t>
              </a:r>
            </a:p>
          </p:txBody>
        </p:sp>
        <p:cxnSp>
          <p:nvCxnSpPr>
            <p:cNvPr id="32802" name="AutoShape 40"/>
            <p:cNvCxnSpPr>
              <a:cxnSpLocks noChangeAspect="1" noChangeShapeType="1"/>
              <a:stCxn id="32795" idx="6"/>
              <a:endCxn id="32801" idx="3"/>
            </p:cNvCxnSpPr>
            <p:nvPr/>
          </p:nvCxnSpPr>
          <p:spPr bwMode="auto">
            <a:xfrm flipV="1">
              <a:off x="4080" y="1755"/>
              <a:ext cx="1040" cy="367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803" name="AutoShape 41"/>
            <p:cNvCxnSpPr>
              <a:cxnSpLocks noChangeAspect="1" noChangeShapeType="1"/>
              <a:stCxn id="32801" idx="1"/>
              <a:endCxn id="32794" idx="6"/>
            </p:cNvCxnSpPr>
            <p:nvPr/>
          </p:nvCxnSpPr>
          <p:spPr bwMode="auto">
            <a:xfrm flipH="1" flipV="1">
              <a:off x="4080" y="1200"/>
              <a:ext cx="1040" cy="367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2776" name="Group 42"/>
          <p:cNvGrpSpPr>
            <a:grpSpLocks/>
          </p:cNvGrpSpPr>
          <p:nvPr/>
        </p:nvGrpSpPr>
        <p:grpSpPr bwMode="auto">
          <a:xfrm>
            <a:off x="890588" y="1676400"/>
            <a:ext cx="3081337" cy="1830388"/>
            <a:chOff x="499" y="1056"/>
            <a:chExt cx="1941" cy="1153"/>
          </a:xfrm>
        </p:grpSpPr>
        <p:sp>
          <p:nvSpPr>
            <p:cNvPr id="32780" name="Oval 43"/>
            <p:cNvSpPr>
              <a:spLocks noChangeAspect="1" noChangeArrowheads="1"/>
            </p:cNvSpPr>
            <p:nvPr/>
          </p:nvSpPr>
          <p:spPr bwMode="auto">
            <a:xfrm>
              <a:off x="1421" y="1517"/>
              <a:ext cx="231" cy="23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D</a:t>
              </a:r>
            </a:p>
          </p:txBody>
        </p:sp>
        <p:sp>
          <p:nvSpPr>
            <p:cNvPr id="32781" name="Oval 44"/>
            <p:cNvSpPr>
              <a:spLocks noChangeAspect="1" noChangeArrowheads="1"/>
            </p:cNvSpPr>
            <p:nvPr/>
          </p:nvSpPr>
          <p:spPr bwMode="auto">
            <a:xfrm>
              <a:off x="499" y="1517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B</a:t>
              </a:r>
            </a:p>
          </p:txBody>
        </p:sp>
        <p:sp>
          <p:nvSpPr>
            <p:cNvPr id="32782" name="Oval 45"/>
            <p:cNvSpPr>
              <a:spLocks noChangeAspect="1" noChangeArrowheads="1"/>
            </p:cNvSpPr>
            <p:nvPr/>
          </p:nvSpPr>
          <p:spPr bwMode="auto">
            <a:xfrm>
              <a:off x="960" y="1056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A</a:t>
              </a:r>
            </a:p>
          </p:txBody>
        </p:sp>
        <p:sp>
          <p:nvSpPr>
            <p:cNvPr id="32783" name="Oval 46"/>
            <p:cNvSpPr>
              <a:spLocks noChangeAspect="1" noChangeArrowheads="1"/>
            </p:cNvSpPr>
            <p:nvPr/>
          </p:nvSpPr>
          <p:spPr bwMode="auto">
            <a:xfrm>
              <a:off x="960" y="1978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C</a:t>
              </a:r>
            </a:p>
          </p:txBody>
        </p:sp>
        <p:cxnSp>
          <p:nvCxnSpPr>
            <p:cNvPr id="32784" name="AutoShape 47"/>
            <p:cNvCxnSpPr>
              <a:cxnSpLocks noChangeAspect="1" noChangeShapeType="1"/>
              <a:stCxn id="32782" idx="3"/>
              <a:endCxn id="32781" idx="7"/>
            </p:cNvCxnSpPr>
            <p:nvPr/>
          </p:nvCxnSpPr>
          <p:spPr bwMode="auto">
            <a:xfrm flipH="1">
              <a:off x="696" y="1265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785" name="AutoShape 48"/>
            <p:cNvCxnSpPr>
              <a:cxnSpLocks noChangeAspect="1" noChangeShapeType="1"/>
              <a:stCxn id="32783" idx="1"/>
              <a:endCxn id="32781" idx="5"/>
            </p:cNvCxnSpPr>
            <p:nvPr/>
          </p:nvCxnSpPr>
          <p:spPr bwMode="auto">
            <a:xfrm flipH="1" flipV="1">
              <a:off x="696" y="1726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786" name="AutoShape 49"/>
            <p:cNvCxnSpPr>
              <a:cxnSpLocks noChangeAspect="1" noChangeShapeType="1"/>
              <a:stCxn id="32783" idx="7"/>
              <a:endCxn id="32780" idx="3"/>
            </p:cNvCxnSpPr>
            <p:nvPr/>
          </p:nvCxnSpPr>
          <p:spPr bwMode="auto">
            <a:xfrm flipV="1">
              <a:off x="1157" y="1720"/>
              <a:ext cx="297" cy="279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787" name="AutoShape 50"/>
            <p:cNvCxnSpPr>
              <a:cxnSpLocks noChangeAspect="1" noChangeShapeType="1"/>
              <a:stCxn id="32782" idx="5"/>
              <a:endCxn id="32780" idx="1"/>
            </p:cNvCxnSpPr>
            <p:nvPr/>
          </p:nvCxnSpPr>
          <p:spPr bwMode="auto">
            <a:xfrm>
              <a:off x="1157" y="1265"/>
              <a:ext cx="297" cy="2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788" name="AutoShape 51"/>
            <p:cNvCxnSpPr>
              <a:cxnSpLocks noChangeAspect="1" noChangeShapeType="1"/>
              <a:stCxn id="32782" idx="4"/>
              <a:endCxn id="32783" idx="0"/>
            </p:cNvCxnSpPr>
            <p:nvPr/>
          </p:nvCxnSpPr>
          <p:spPr bwMode="auto">
            <a:xfrm>
              <a:off x="1075" y="1298"/>
              <a:ext cx="0" cy="667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 type="triangl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89" name="Oval 52"/>
            <p:cNvSpPr>
              <a:spLocks noChangeAspect="1" noChangeArrowheads="1"/>
            </p:cNvSpPr>
            <p:nvPr/>
          </p:nvSpPr>
          <p:spPr bwMode="auto">
            <a:xfrm>
              <a:off x="2209" y="1517"/>
              <a:ext cx="231" cy="23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E</a:t>
              </a:r>
            </a:p>
          </p:txBody>
        </p:sp>
        <p:cxnSp>
          <p:nvCxnSpPr>
            <p:cNvPr id="32790" name="AutoShape 53"/>
            <p:cNvCxnSpPr>
              <a:cxnSpLocks noChangeAspect="1" noChangeShapeType="1"/>
              <a:stCxn id="32783" idx="6"/>
              <a:endCxn id="32789" idx="3"/>
            </p:cNvCxnSpPr>
            <p:nvPr/>
          </p:nvCxnSpPr>
          <p:spPr bwMode="auto">
            <a:xfrm flipV="1">
              <a:off x="1202" y="1720"/>
              <a:ext cx="1040" cy="37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791" name="AutoShape 54"/>
            <p:cNvCxnSpPr>
              <a:cxnSpLocks noChangeAspect="1" noChangeShapeType="1"/>
              <a:stCxn id="32789" idx="1"/>
              <a:endCxn id="32782" idx="6"/>
            </p:cNvCxnSpPr>
            <p:nvPr/>
          </p:nvCxnSpPr>
          <p:spPr bwMode="auto">
            <a:xfrm flipH="1" flipV="1">
              <a:off x="1202" y="1171"/>
              <a:ext cx="1040" cy="37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2777" name="AutoShape 55"/>
          <p:cNvSpPr>
            <a:spLocks noChangeArrowheads="1"/>
          </p:cNvSpPr>
          <p:nvPr/>
        </p:nvSpPr>
        <p:spPr bwMode="auto">
          <a:xfrm rot="5400000">
            <a:off x="6840538" y="3757612"/>
            <a:ext cx="457200" cy="333375"/>
          </a:xfrm>
          <a:prstGeom prst="rightArrow">
            <a:avLst>
              <a:gd name="adj1" fmla="val 50000"/>
              <a:gd name="adj2" fmla="val 34286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2778" name="AutoShape 56"/>
          <p:cNvSpPr>
            <a:spLocks noChangeArrowheads="1"/>
          </p:cNvSpPr>
          <p:nvPr/>
        </p:nvSpPr>
        <p:spPr bwMode="auto">
          <a:xfrm rot="8100000" flipH="1" flipV="1">
            <a:off x="4167188" y="3733800"/>
            <a:ext cx="1243012" cy="333375"/>
          </a:xfrm>
          <a:prstGeom prst="rightArrow">
            <a:avLst>
              <a:gd name="adj1" fmla="val 50000"/>
              <a:gd name="adj2" fmla="val 93214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2779" name="AutoShape 57"/>
          <p:cNvSpPr>
            <a:spLocks noChangeArrowheads="1"/>
          </p:cNvSpPr>
          <p:nvPr/>
        </p:nvSpPr>
        <p:spPr bwMode="auto">
          <a:xfrm rot="5400000">
            <a:off x="2203451" y="3757612"/>
            <a:ext cx="457200" cy="333375"/>
          </a:xfrm>
          <a:prstGeom prst="rightArrow">
            <a:avLst>
              <a:gd name="adj1" fmla="val 50000"/>
              <a:gd name="adj2" fmla="val 34286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Graphs</a:t>
            </a:r>
          </a:p>
        </p:txBody>
      </p:sp>
      <p:sp>
        <p:nvSpPr>
          <p:cNvPr id="3481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39B5236-E923-4B8D-9C1D-F676D58E5BDA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400"/>
          </a:p>
        </p:txBody>
      </p:sp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DFS and Maze Traversal </a:t>
            </a:r>
          </a:p>
        </p:txBody>
      </p:sp>
      <p:sp>
        <p:nvSpPr>
          <p:cNvPr id="3482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676400"/>
            <a:ext cx="35052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The DFS algorithm is similar to a classic strategy for exploring a maze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We mark each intersection, corner and dead end (vertex) visited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We mark each corridor (edge ) traversed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We keep track of the path back to the entrance (start vertex) by means of a rope (recursion stack)</a:t>
            </a:r>
          </a:p>
        </p:txBody>
      </p:sp>
      <p:sp>
        <p:nvSpPr>
          <p:cNvPr id="34822" name="Rectangle 4"/>
          <p:cNvSpPr>
            <a:spLocks noChangeArrowheads="1"/>
          </p:cNvSpPr>
          <p:nvPr/>
        </p:nvSpPr>
        <p:spPr bwMode="auto">
          <a:xfrm>
            <a:off x="4505325" y="2282825"/>
            <a:ext cx="4181475" cy="3584575"/>
          </a:xfrm>
          <a:prstGeom prst="rect">
            <a:avLst/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4823" name="Line 5"/>
          <p:cNvSpPr>
            <a:spLocks noChangeShapeType="1"/>
          </p:cNvSpPr>
          <p:nvPr/>
        </p:nvSpPr>
        <p:spPr bwMode="auto">
          <a:xfrm>
            <a:off x="4505325" y="2262188"/>
            <a:ext cx="0" cy="35845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4" name="Line 6"/>
          <p:cNvSpPr>
            <a:spLocks noChangeShapeType="1"/>
          </p:cNvSpPr>
          <p:nvPr/>
        </p:nvSpPr>
        <p:spPr bwMode="auto">
          <a:xfrm>
            <a:off x="8686800" y="2262188"/>
            <a:ext cx="0" cy="35845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5" name="Line 7"/>
          <p:cNvSpPr>
            <a:spLocks noChangeShapeType="1"/>
          </p:cNvSpPr>
          <p:nvPr/>
        </p:nvSpPr>
        <p:spPr bwMode="auto">
          <a:xfrm flipV="1">
            <a:off x="5102225" y="2262188"/>
            <a:ext cx="35845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6" name="Line 8"/>
          <p:cNvSpPr>
            <a:spLocks noChangeShapeType="1"/>
          </p:cNvSpPr>
          <p:nvPr/>
        </p:nvSpPr>
        <p:spPr bwMode="auto">
          <a:xfrm flipV="1">
            <a:off x="4505325" y="5846763"/>
            <a:ext cx="35845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7" name="Line 9"/>
          <p:cNvSpPr>
            <a:spLocks noChangeShapeType="1"/>
          </p:cNvSpPr>
          <p:nvPr/>
        </p:nvSpPr>
        <p:spPr bwMode="auto">
          <a:xfrm>
            <a:off x="5102225" y="2859088"/>
            <a:ext cx="0" cy="598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8" name="Line 10"/>
          <p:cNvSpPr>
            <a:spLocks noChangeShapeType="1"/>
          </p:cNvSpPr>
          <p:nvPr/>
        </p:nvSpPr>
        <p:spPr bwMode="auto">
          <a:xfrm>
            <a:off x="6297613" y="3457575"/>
            <a:ext cx="0" cy="5969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9" name="Line 11"/>
          <p:cNvSpPr>
            <a:spLocks noChangeShapeType="1"/>
          </p:cNvSpPr>
          <p:nvPr/>
        </p:nvSpPr>
        <p:spPr bwMode="auto">
          <a:xfrm>
            <a:off x="5700713" y="3457575"/>
            <a:ext cx="0" cy="5969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30" name="Line 12"/>
          <p:cNvSpPr>
            <a:spLocks noChangeShapeType="1"/>
          </p:cNvSpPr>
          <p:nvPr/>
        </p:nvSpPr>
        <p:spPr bwMode="auto">
          <a:xfrm flipH="1">
            <a:off x="5102225" y="4054475"/>
            <a:ext cx="5984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31" name="Line 13"/>
          <p:cNvSpPr>
            <a:spLocks noChangeShapeType="1"/>
          </p:cNvSpPr>
          <p:nvPr/>
        </p:nvSpPr>
        <p:spPr bwMode="auto">
          <a:xfrm flipH="1">
            <a:off x="7491413" y="2859088"/>
            <a:ext cx="5984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32" name="Line 14"/>
          <p:cNvSpPr>
            <a:spLocks noChangeShapeType="1"/>
          </p:cNvSpPr>
          <p:nvPr/>
        </p:nvSpPr>
        <p:spPr bwMode="auto">
          <a:xfrm>
            <a:off x="6297613" y="4651375"/>
            <a:ext cx="0" cy="11953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33" name="Line 15"/>
          <p:cNvSpPr>
            <a:spLocks noChangeShapeType="1"/>
          </p:cNvSpPr>
          <p:nvPr/>
        </p:nvSpPr>
        <p:spPr bwMode="auto">
          <a:xfrm>
            <a:off x="6894513" y="2262188"/>
            <a:ext cx="0" cy="17732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34" name="Line 16"/>
          <p:cNvSpPr>
            <a:spLocks noChangeShapeType="1"/>
          </p:cNvSpPr>
          <p:nvPr/>
        </p:nvSpPr>
        <p:spPr bwMode="auto">
          <a:xfrm>
            <a:off x="7491413" y="3475038"/>
            <a:ext cx="0" cy="23717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35" name="Line 17"/>
          <p:cNvSpPr>
            <a:spLocks noChangeShapeType="1"/>
          </p:cNvSpPr>
          <p:nvPr/>
        </p:nvSpPr>
        <p:spPr bwMode="auto">
          <a:xfrm flipH="1">
            <a:off x="8089900" y="4670425"/>
            <a:ext cx="596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36" name="Line 18"/>
          <p:cNvSpPr>
            <a:spLocks noChangeShapeType="1"/>
          </p:cNvSpPr>
          <p:nvPr/>
        </p:nvSpPr>
        <p:spPr bwMode="auto">
          <a:xfrm>
            <a:off x="8089900" y="4651375"/>
            <a:ext cx="0" cy="598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37" name="Line 19"/>
          <p:cNvSpPr>
            <a:spLocks noChangeShapeType="1"/>
          </p:cNvSpPr>
          <p:nvPr/>
        </p:nvSpPr>
        <p:spPr bwMode="auto">
          <a:xfrm flipH="1">
            <a:off x="6297613" y="4035425"/>
            <a:ext cx="596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38" name="Line 20"/>
          <p:cNvSpPr>
            <a:spLocks noChangeShapeType="1"/>
          </p:cNvSpPr>
          <p:nvPr/>
        </p:nvSpPr>
        <p:spPr bwMode="auto">
          <a:xfrm flipH="1">
            <a:off x="5111750" y="2868613"/>
            <a:ext cx="596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39" name="Line 21"/>
          <p:cNvSpPr>
            <a:spLocks noChangeShapeType="1"/>
          </p:cNvSpPr>
          <p:nvPr/>
        </p:nvSpPr>
        <p:spPr bwMode="auto">
          <a:xfrm>
            <a:off x="6894513" y="4651375"/>
            <a:ext cx="0" cy="598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40" name="Line 22"/>
          <p:cNvSpPr>
            <a:spLocks noChangeShapeType="1"/>
          </p:cNvSpPr>
          <p:nvPr/>
        </p:nvSpPr>
        <p:spPr bwMode="auto">
          <a:xfrm flipH="1">
            <a:off x="6894513" y="4651375"/>
            <a:ext cx="596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41" name="Line 23"/>
          <p:cNvSpPr>
            <a:spLocks noChangeShapeType="1"/>
          </p:cNvSpPr>
          <p:nvPr/>
        </p:nvSpPr>
        <p:spPr bwMode="auto">
          <a:xfrm>
            <a:off x="5700713" y="4073525"/>
            <a:ext cx="0" cy="11763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42" name="Line 24"/>
          <p:cNvSpPr>
            <a:spLocks noChangeShapeType="1"/>
          </p:cNvSpPr>
          <p:nvPr/>
        </p:nvSpPr>
        <p:spPr bwMode="auto">
          <a:xfrm flipH="1">
            <a:off x="4524375" y="4670425"/>
            <a:ext cx="596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43" name="Line 25"/>
          <p:cNvSpPr>
            <a:spLocks noChangeShapeType="1"/>
          </p:cNvSpPr>
          <p:nvPr/>
        </p:nvSpPr>
        <p:spPr bwMode="auto">
          <a:xfrm>
            <a:off x="5121275" y="4670425"/>
            <a:ext cx="0" cy="5794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44" name="Line 26"/>
          <p:cNvSpPr>
            <a:spLocks noChangeShapeType="1"/>
          </p:cNvSpPr>
          <p:nvPr/>
        </p:nvSpPr>
        <p:spPr bwMode="auto">
          <a:xfrm>
            <a:off x="6297613" y="2262188"/>
            <a:ext cx="0" cy="5969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45" name="Line 27"/>
          <p:cNvSpPr>
            <a:spLocks noChangeShapeType="1"/>
          </p:cNvSpPr>
          <p:nvPr/>
        </p:nvSpPr>
        <p:spPr bwMode="auto">
          <a:xfrm flipH="1" flipV="1">
            <a:off x="4953000" y="2560638"/>
            <a:ext cx="1046163" cy="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46" name="Line 28"/>
          <p:cNvSpPr>
            <a:spLocks noChangeShapeType="1"/>
          </p:cNvSpPr>
          <p:nvPr/>
        </p:nvSpPr>
        <p:spPr bwMode="auto">
          <a:xfrm flipH="1">
            <a:off x="4848225" y="2187575"/>
            <a:ext cx="0" cy="156845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47" name="Line 29"/>
          <p:cNvSpPr>
            <a:spLocks noChangeShapeType="1"/>
          </p:cNvSpPr>
          <p:nvPr/>
        </p:nvSpPr>
        <p:spPr bwMode="auto">
          <a:xfrm rot="16200000" flipH="1">
            <a:off x="5124450" y="3479800"/>
            <a:ext cx="0" cy="55245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48" name="Line 30"/>
          <p:cNvSpPr>
            <a:spLocks noChangeShapeType="1"/>
          </p:cNvSpPr>
          <p:nvPr/>
        </p:nvSpPr>
        <p:spPr bwMode="auto">
          <a:xfrm rot="5400000" flipH="1" flipV="1">
            <a:off x="5092700" y="3438525"/>
            <a:ext cx="61595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49" name="Line 31"/>
          <p:cNvSpPr>
            <a:spLocks noChangeShapeType="1"/>
          </p:cNvSpPr>
          <p:nvPr/>
        </p:nvSpPr>
        <p:spPr bwMode="auto">
          <a:xfrm rot="5400000" flipH="1" flipV="1">
            <a:off x="5714207" y="2845594"/>
            <a:ext cx="569912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50" name="Line 32"/>
          <p:cNvSpPr>
            <a:spLocks noChangeShapeType="1"/>
          </p:cNvSpPr>
          <p:nvPr/>
        </p:nvSpPr>
        <p:spPr bwMode="auto">
          <a:xfrm rot="16200000" flipH="1">
            <a:off x="5699919" y="2831306"/>
            <a:ext cx="0" cy="598488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51" name="Line 33"/>
          <p:cNvSpPr>
            <a:spLocks noChangeShapeType="1"/>
          </p:cNvSpPr>
          <p:nvPr/>
        </p:nvSpPr>
        <p:spPr bwMode="auto">
          <a:xfrm rot="16200000" flipH="1">
            <a:off x="6292057" y="2855118"/>
            <a:ext cx="0" cy="550863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52" name="Line 34"/>
          <p:cNvSpPr>
            <a:spLocks noChangeShapeType="1"/>
          </p:cNvSpPr>
          <p:nvPr/>
        </p:nvSpPr>
        <p:spPr bwMode="auto">
          <a:xfrm rot="5400000" flipH="1" flipV="1">
            <a:off x="6298407" y="2848769"/>
            <a:ext cx="569912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53" name="Line 35"/>
          <p:cNvSpPr>
            <a:spLocks noChangeShapeType="1"/>
          </p:cNvSpPr>
          <p:nvPr/>
        </p:nvSpPr>
        <p:spPr bwMode="auto">
          <a:xfrm rot="5400000" flipH="1" flipV="1">
            <a:off x="6273800" y="3438525"/>
            <a:ext cx="61595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54" name="Line 36"/>
          <p:cNvSpPr>
            <a:spLocks noChangeShapeType="1"/>
          </p:cNvSpPr>
          <p:nvPr/>
        </p:nvSpPr>
        <p:spPr bwMode="auto">
          <a:xfrm rot="5400000" flipH="1" flipV="1">
            <a:off x="5354638" y="3775075"/>
            <a:ext cx="128905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55" name="Line 37"/>
          <p:cNvSpPr>
            <a:spLocks noChangeShapeType="1"/>
          </p:cNvSpPr>
          <p:nvPr/>
        </p:nvSpPr>
        <p:spPr bwMode="auto">
          <a:xfrm>
            <a:off x="8089900" y="2859088"/>
            <a:ext cx="0" cy="11763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34856" name="Picture 38" descr="j015698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152400"/>
            <a:ext cx="1754188" cy="177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Graphs</a:t>
            </a:r>
          </a:p>
        </p:txBody>
      </p:sp>
      <p:sp>
        <p:nvSpPr>
          <p:cNvPr id="35843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32229D4-C7D4-4A5E-8AD8-F50FF97DFB5B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400"/>
          </a:p>
        </p:txBody>
      </p:sp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Properties of DFS</a:t>
            </a:r>
          </a:p>
        </p:txBody>
      </p:sp>
      <p:sp>
        <p:nvSpPr>
          <p:cNvPr id="3584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38100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chemeClr val="tx2"/>
                </a:solidFill>
              </a:rPr>
              <a:t>Property 1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	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DFS</a:t>
            </a:r>
            <a:r>
              <a:rPr lang="en-US" altLang="en-US" sz="2400" dirty="0">
                <a:latin typeface="Times New Roman" panose="02020603050405020304" pitchFamily="18" charset="0"/>
              </a:rPr>
              <a:t>(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G, v</a:t>
            </a:r>
            <a:r>
              <a:rPr lang="en-US" altLang="en-US" sz="2400" dirty="0">
                <a:latin typeface="Times New Roman" panose="02020603050405020304" pitchFamily="18" charset="0"/>
              </a:rPr>
              <a:t>) </a:t>
            </a:r>
            <a:r>
              <a:rPr lang="en-US" altLang="en-US" sz="2400" dirty="0"/>
              <a:t>visits all the vertices and edges in the connected component of 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v</a:t>
            </a:r>
            <a:endParaRPr lang="en-US" altLang="en-US" sz="24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chemeClr val="tx2"/>
                </a:solidFill>
              </a:rPr>
              <a:t>Property 2</a:t>
            </a:r>
            <a:endParaRPr lang="en-US" altLang="en-US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	The discovery edges labeled by 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DFS</a:t>
            </a:r>
            <a:r>
              <a:rPr lang="en-US" altLang="en-US" sz="2400" dirty="0">
                <a:latin typeface="Times New Roman" panose="02020603050405020304" pitchFamily="18" charset="0"/>
              </a:rPr>
              <a:t>(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G, v</a:t>
            </a:r>
            <a:r>
              <a:rPr lang="en-US" altLang="en-US" sz="2400" dirty="0">
                <a:latin typeface="Times New Roman" panose="02020603050405020304" pitchFamily="18" charset="0"/>
              </a:rPr>
              <a:t>) </a:t>
            </a:r>
            <a:r>
              <a:rPr lang="en-US" altLang="en-US" sz="2400" dirty="0"/>
              <a:t>form a spanning tree of the connected component of 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v</a:t>
            </a:r>
            <a:endParaRPr lang="en-US" altLang="en-US" sz="2400" dirty="0"/>
          </a:p>
        </p:txBody>
      </p:sp>
      <p:grpSp>
        <p:nvGrpSpPr>
          <p:cNvPr id="35846" name="Group 4"/>
          <p:cNvGrpSpPr>
            <a:grpSpLocks/>
          </p:cNvGrpSpPr>
          <p:nvPr/>
        </p:nvGrpSpPr>
        <p:grpSpPr bwMode="auto">
          <a:xfrm>
            <a:off x="4648200" y="2743200"/>
            <a:ext cx="4043363" cy="2401888"/>
            <a:chOff x="3377" y="1085"/>
            <a:chExt cx="1941" cy="1153"/>
          </a:xfrm>
        </p:grpSpPr>
        <p:sp>
          <p:nvSpPr>
            <p:cNvPr id="35847" name="Oval 5"/>
            <p:cNvSpPr>
              <a:spLocks noChangeAspect="1" noChangeArrowheads="1"/>
            </p:cNvSpPr>
            <p:nvPr/>
          </p:nvSpPr>
          <p:spPr bwMode="auto">
            <a:xfrm>
              <a:off x="4299" y="1546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D</a:t>
              </a:r>
            </a:p>
          </p:txBody>
        </p:sp>
        <p:sp>
          <p:nvSpPr>
            <p:cNvPr id="35848" name="Oval 6"/>
            <p:cNvSpPr>
              <a:spLocks noChangeAspect="1" noChangeArrowheads="1"/>
            </p:cNvSpPr>
            <p:nvPr/>
          </p:nvSpPr>
          <p:spPr bwMode="auto">
            <a:xfrm>
              <a:off x="3377" y="1546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B</a:t>
              </a:r>
            </a:p>
          </p:txBody>
        </p:sp>
        <p:sp>
          <p:nvSpPr>
            <p:cNvPr id="35849" name="Oval 7"/>
            <p:cNvSpPr>
              <a:spLocks noChangeAspect="1" noChangeArrowheads="1"/>
            </p:cNvSpPr>
            <p:nvPr/>
          </p:nvSpPr>
          <p:spPr bwMode="auto">
            <a:xfrm>
              <a:off x="3838" y="1085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A</a:t>
              </a:r>
            </a:p>
          </p:txBody>
        </p:sp>
        <p:sp>
          <p:nvSpPr>
            <p:cNvPr id="35850" name="Oval 8"/>
            <p:cNvSpPr>
              <a:spLocks noChangeAspect="1" noChangeArrowheads="1"/>
            </p:cNvSpPr>
            <p:nvPr/>
          </p:nvSpPr>
          <p:spPr bwMode="auto">
            <a:xfrm>
              <a:off x="3838" y="2007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C</a:t>
              </a:r>
            </a:p>
          </p:txBody>
        </p:sp>
        <p:cxnSp>
          <p:nvCxnSpPr>
            <p:cNvPr id="35851" name="AutoShape 9"/>
            <p:cNvCxnSpPr>
              <a:cxnSpLocks noChangeAspect="1" noChangeShapeType="1"/>
              <a:stCxn id="35849" idx="3"/>
              <a:endCxn id="35848" idx="7"/>
            </p:cNvCxnSpPr>
            <p:nvPr/>
          </p:nvCxnSpPr>
          <p:spPr bwMode="auto">
            <a:xfrm flipH="1">
              <a:off x="3574" y="1294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5852" name="AutoShape 10"/>
            <p:cNvCxnSpPr>
              <a:cxnSpLocks noChangeAspect="1" noChangeShapeType="1"/>
              <a:stCxn id="35850" idx="1"/>
              <a:endCxn id="35848" idx="5"/>
            </p:cNvCxnSpPr>
            <p:nvPr/>
          </p:nvCxnSpPr>
          <p:spPr bwMode="auto">
            <a:xfrm flipH="1" flipV="1">
              <a:off x="3574" y="1755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5853" name="AutoShape 11"/>
            <p:cNvCxnSpPr>
              <a:cxnSpLocks noChangeAspect="1" noChangeShapeType="1"/>
              <a:stCxn id="35850" idx="7"/>
              <a:endCxn id="35847" idx="3"/>
            </p:cNvCxnSpPr>
            <p:nvPr/>
          </p:nvCxnSpPr>
          <p:spPr bwMode="auto">
            <a:xfrm flipV="1">
              <a:off x="4035" y="1755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5854" name="AutoShape 12"/>
            <p:cNvCxnSpPr>
              <a:cxnSpLocks noChangeAspect="1" noChangeShapeType="1"/>
              <a:stCxn id="35849" idx="5"/>
              <a:endCxn id="35847" idx="1"/>
            </p:cNvCxnSpPr>
            <p:nvPr/>
          </p:nvCxnSpPr>
          <p:spPr bwMode="auto">
            <a:xfrm>
              <a:off x="4035" y="1294"/>
              <a:ext cx="297" cy="273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5855" name="AutoShape 13"/>
            <p:cNvCxnSpPr>
              <a:cxnSpLocks noChangeAspect="1" noChangeShapeType="1"/>
              <a:stCxn id="35849" idx="4"/>
              <a:endCxn id="35850" idx="0"/>
            </p:cNvCxnSpPr>
            <p:nvPr/>
          </p:nvCxnSpPr>
          <p:spPr bwMode="auto">
            <a:xfrm>
              <a:off x="3953" y="1327"/>
              <a:ext cx="0" cy="667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856" name="Oval 14"/>
            <p:cNvSpPr>
              <a:spLocks noChangeAspect="1" noChangeArrowheads="1"/>
            </p:cNvSpPr>
            <p:nvPr/>
          </p:nvSpPr>
          <p:spPr bwMode="auto">
            <a:xfrm>
              <a:off x="5087" y="1546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E</a:t>
              </a:r>
            </a:p>
          </p:txBody>
        </p:sp>
        <p:cxnSp>
          <p:nvCxnSpPr>
            <p:cNvPr id="35857" name="AutoShape 15"/>
            <p:cNvCxnSpPr>
              <a:cxnSpLocks noChangeAspect="1" noChangeShapeType="1"/>
              <a:stCxn id="35850" idx="6"/>
              <a:endCxn id="35856" idx="3"/>
            </p:cNvCxnSpPr>
            <p:nvPr/>
          </p:nvCxnSpPr>
          <p:spPr bwMode="auto">
            <a:xfrm flipV="1">
              <a:off x="4080" y="1755"/>
              <a:ext cx="1040" cy="367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5858" name="AutoShape 16"/>
            <p:cNvCxnSpPr>
              <a:cxnSpLocks noChangeAspect="1" noChangeShapeType="1"/>
              <a:stCxn id="35856" idx="1"/>
              <a:endCxn id="35849" idx="6"/>
            </p:cNvCxnSpPr>
            <p:nvPr/>
          </p:nvCxnSpPr>
          <p:spPr bwMode="auto">
            <a:xfrm flipH="1" flipV="1">
              <a:off x="4080" y="1200"/>
              <a:ext cx="1040" cy="367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Graphs</a:t>
            </a:r>
          </a:p>
        </p:txBody>
      </p:sp>
      <p:sp>
        <p:nvSpPr>
          <p:cNvPr id="36867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8254C52-8571-4851-A227-2C8FB46C66B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400"/>
          </a:p>
        </p:txBody>
      </p:sp>
      <p:sp>
        <p:nvSpPr>
          <p:cNvPr id="3686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/>
              <a:t>Analysis of DFS</a:t>
            </a:r>
          </a:p>
        </p:txBody>
      </p:sp>
      <p:sp>
        <p:nvSpPr>
          <p:cNvPr id="3686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1676400"/>
            <a:ext cx="7848600" cy="4343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Setting/getting a vertex/edge label takes 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2400" dirty="0">
                <a:latin typeface="Times New Roman" panose="02020603050405020304" pitchFamily="18" charset="0"/>
              </a:rPr>
              <a:t>(1)</a:t>
            </a:r>
            <a:r>
              <a:rPr lang="en-US" altLang="en-US" sz="2400" dirty="0"/>
              <a:t> time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Each vertex is labeled twice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once as UNEXPLORED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once as </a:t>
            </a:r>
            <a:r>
              <a:rPr lang="en-US" altLang="en-US" sz="2000" dirty="0">
                <a:solidFill>
                  <a:schemeClr val="tx2"/>
                </a:solidFill>
              </a:rPr>
              <a:t>VISITED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Each edge is labeled twice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once as UNEXPLORED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once as </a:t>
            </a:r>
            <a:r>
              <a:rPr lang="en-US" altLang="en-US" sz="2000" dirty="0">
                <a:solidFill>
                  <a:schemeClr val="tx2"/>
                </a:solidFill>
              </a:rPr>
              <a:t>DISCOVERY</a:t>
            </a:r>
            <a:r>
              <a:rPr lang="en-US" altLang="en-US" sz="2000" dirty="0"/>
              <a:t> or </a:t>
            </a:r>
            <a:r>
              <a:rPr lang="en-US" altLang="en-US" sz="2000" dirty="0">
                <a:solidFill>
                  <a:schemeClr val="accent2"/>
                </a:solidFill>
              </a:rPr>
              <a:t>BACK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Method </a:t>
            </a:r>
            <a:r>
              <a:rPr lang="en-US" altLang="en-US" sz="2400" dirty="0" err="1"/>
              <a:t>incidentEdges</a:t>
            </a:r>
            <a:r>
              <a:rPr lang="en-US" altLang="en-US" sz="2400" dirty="0"/>
              <a:t> is called once for each vertex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DFS runs in 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2400" dirty="0">
                <a:latin typeface="Times New Roman" panose="02020603050405020304" pitchFamily="18" charset="0"/>
              </a:rPr>
              <a:t>(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n </a:t>
            </a:r>
            <a:r>
              <a:rPr lang="en-US" altLang="en-US" sz="2400" dirty="0">
                <a:latin typeface="Symbol" panose="05050102010706020507" pitchFamily="18" charset="2"/>
              </a:rPr>
              <a:t>+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 m</a:t>
            </a:r>
            <a:r>
              <a:rPr lang="en-US" altLang="en-US" sz="2400" dirty="0">
                <a:latin typeface="Times New Roman" panose="02020603050405020304" pitchFamily="18" charset="0"/>
              </a:rPr>
              <a:t>)</a:t>
            </a:r>
            <a:r>
              <a:rPr lang="en-US" altLang="en-US" sz="2400" dirty="0"/>
              <a:t> time provided the graph is represented by the </a:t>
            </a:r>
            <a:r>
              <a:rPr lang="en-US" altLang="en-US" sz="2400" u="sng" dirty="0"/>
              <a:t>adjacency list</a:t>
            </a:r>
            <a:r>
              <a:rPr lang="en-US" altLang="en-US" sz="2400" dirty="0"/>
              <a:t> structure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Recall that </a:t>
            </a:r>
            <a:r>
              <a:rPr lang="en-US" altLang="en-US" sz="2800" b="1" dirty="0" err="1">
                <a:latin typeface="Symbol" panose="05050102010706020507" pitchFamily="18" charset="2"/>
              </a:rPr>
              <a:t>S</a:t>
            </a:r>
            <a:r>
              <a:rPr lang="en-US" altLang="en-US" sz="2000" b="1" i="1" baseline="-25000" dirty="0" err="1">
                <a:latin typeface="Times New Roman" panose="02020603050405020304" pitchFamily="18" charset="0"/>
              </a:rPr>
              <a:t>v</a:t>
            </a:r>
            <a:r>
              <a:rPr lang="en-US" altLang="en-US" sz="2000" b="1" i="1" baseline="-250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</a:rPr>
              <a:t>deg(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v</a:t>
            </a:r>
            <a:r>
              <a:rPr lang="en-US" altLang="en-US" sz="2000" dirty="0">
                <a:latin typeface="Times New Roman" panose="02020603050405020304" pitchFamily="18" charset="0"/>
              </a:rPr>
              <a:t>)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Symbol" panose="05050102010706020507" pitchFamily="18" charset="2"/>
              </a:rPr>
              <a:t>= </a:t>
            </a:r>
            <a:r>
              <a:rPr lang="en-US" altLang="en-US" sz="2000" dirty="0">
                <a:latin typeface="Times New Roman" panose="02020603050405020304" pitchFamily="18" charset="0"/>
              </a:rPr>
              <a:t>2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m</a:t>
            </a:r>
          </a:p>
        </p:txBody>
      </p:sp>
      <p:pic>
        <p:nvPicPr>
          <p:cNvPr id="36870" name="Picture 4" descr="j027396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179388"/>
            <a:ext cx="1420813" cy="1420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0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Graphs</a:t>
            </a:r>
          </a:p>
        </p:txBody>
      </p:sp>
      <p:sp>
        <p:nvSpPr>
          <p:cNvPr id="37891" name="Rectangle 71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D26869B-D12B-4DB4-BD9C-48CD7459719B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400"/>
          </a:p>
        </p:txBody>
      </p:sp>
      <p:sp>
        <p:nvSpPr>
          <p:cNvPr id="3789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676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Breadth-First Search</a:t>
            </a:r>
          </a:p>
        </p:txBody>
      </p:sp>
      <p:grpSp>
        <p:nvGrpSpPr>
          <p:cNvPr id="37893" name="Group 3"/>
          <p:cNvGrpSpPr>
            <a:grpSpLocks/>
          </p:cNvGrpSpPr>
          <p:nvPr/>
        </p:nvGrpSpPr>
        <p:grpSpPr bwMode="auto">
          <a:xfrm>
            <a:off x="4071938" y="3203575"/>
            <a:ext cx="3649662" cy="2130425"/>
            <a:chOff x="3072" y="950"/>
            <a:chExt cx="2299" cy="1342"/>
          </a:xfrm>
        </p:grpSpPr>
        <p:sp>
          <p:nvSpPr>
            <p:cNvPr id="37894" name="AutoShape 4"/>
            <p:cNvSpPr>
              <a:spLocks noChangeArrowheads="1"/>
            </p:cNvSpPr>
            <p:nvPr/>
          </p:nvSpPr>
          <p:spPr bwMode="auto">
            <a:xfrm>
              <a:off x="3763" y="1984"/>
              <a:ext cx="521" cy="30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37895" name="AutoShape 5"/>
            <p:cNvSpPr>
              <a:spLocks noChangeArrowheads="1"/>
            </p:cNvSpPr>
            <p:nvPr/>
          </p:nvSpPr>
          <p:spPr bwMode="auto">
            <a:xfrm>
              <a:off x="3388" y="1525"/>
              <a:ext cx="1983" cy="30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37896" name="AutoShape 6"/>
            <p:cNvSpPr>
              <a:spLocks noChangeArrowheads="1"/>
            </p:cNvSpPr>
            <p:nvPr/>
          </p:nvSpPr>
          <p:spPr bwMode="auto">
            <a:xfrm>
              <a:off x="3769" y="1064"/>
              <a:ext cx="521" cy="30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37897" name="Oval 7"/>
            <p:cNvSpPr>
              <a:spLocks noChangeAspect="1" noChangeArrowheads="1"/>
            </p:cNvSpPr>
            <p:nvPr/>
          </p:nvSpPr>
          <p:spPr bwMode="auto">
            <a:xfrm>
              <a:off x="4297" y="1564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C</a:t>
              </a:r>
            </a:p>
          </p:txBody>
        </p:sp>
        <p:sp>
          <p:nvSpPr>
            <p:cNvPr id="37898" name="Oval 8"/>
            <p:cNvSpPr>
              <a:spLocks noChangeAspect="1" noChangeArrowheads="1"/>
            </p:cNvSpPr>
            <p:nvPr/>
          </p:nvSpPr>
          <p:spPr bwMode="auto">
            <a:xfrm>
              <a:off x="3528" y="1564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B</a:t>
              </a:r>
            </a:p>
          </p:txBody>
        </p:sp>
        <p:sp>
          <p:nvSpPr>
            <p:cNvPr id="37899" name="Oval 9"/>
            <p:cNvSpPr>
              <a:spLocks noChangeAspect="1" noChangeArrowheads="1"/>
            </p:cNvSpPr>
            <p:nvPr/>
          </p:nvSpPr>
          <p:spPr bwMode="auto">
            <a:xfrm>
              <a:off x="3924" y="1103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A</a:t>
              </a:r>
            </a:p>
          </p:txBody>
        </p:sp>
        <p:sp>
          <p:nvSpPr>
            <p:cNvPr id="37900" name="Oval 10"/>
            <p:cNvSpPr>
              <a:spLocks noChangeAspect="1" noChangeArrowheads="1"/>
            </p:cNvSpPr>
            <p:nvPr/>
          </p:nvSpPr>
          <p:spPr bwMode="auto">
            <a:xfrm>
              <a:off x="3912" y="2025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E</a:t>
              </a:r>
            </a:p>
          </p:txBody>
        </p:sp>
        <p:cxnSp>
          <p:nvCxnSpPr>
            <p:cNvPr id="37901" name="AutoShape 11"/>
            <p:cNvCxnSpPr>
              <a:cxnSpLocks noChangeAspect="1" noChangeShapeType="1"/>
              <a:stCxn id="37899" idx="3"/>
              <a:endCxn id="37898" idx="7"/>
            </p:cNvCxnSpPr>
            <p:nvPr/>
          </p:nvCxnSpPr>
          <p:spPr bwMode="auto">
            <a:xfrm flipH="1">
              <a:off x="3725" y="1312"/>
              <a:ext cx="232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7902" name="AutoShape 12"/>
            <p:cNvCxnSpPr>
              <a:cxnSpLocks noChangeAspect="1" noChangeShapeType="1"/>
              <a:stCxn id="37900" idx="1"/>
              <a:endCxn id="37898" idx="5"/>
            </p:cNvCxnSpPr>
            <p:nvPr/>
          </p:nvCxnSpPr>
          <p:spPr bwMode="auto">
            <a:xfrm flipH="1" flipV="1">
              <a:off x="3725" y="1773"/>
              <a:ext cx="220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7903" name="AutoShape 13"/>
            <p:cNvCxnSpPr>
              <a:cxnSpLocks noChangeAspect="1" noChangeShapeType="1"/>
              <a:stCxn id="37900" idx="7"/>
              <a:endCxn id="37897" idx="3"/>
            </p:cNvCxnSpPr>
            <p:nvPr/>
          </p:nvCxnSpPr>
          <p:spPr bwMode="auto">
            <a:xfrm flipV="1">
              <a:off x="4109" y="1773"/>
              <a:ext cx="221" cy="27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7904" name="AutoShape 14"/>
            <p:cNvCxnSpPr>
              <a:cxnSpLocks noChangeAspect="1" noChangeShapeType="1"/>
              <a:stCxn id="37899" idx="5"/>
              <a:endCxn id="37897" idx="1"/>
            </p:cNvCxnSpPr>
            <p:nvPr/>
          </p:nvCxnSpPr>
          <p:spPr bwMode="auto">
            <a:xfrm>
              <a:off x="4121" y="1312"/>
              <a:ext cx="209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7905" name="AutoShape 15"/>
            <p:cNvCxnSpPr>
              <a:cxnSpLocks noChangeAspect="1" noChangeShapeType="1"/>
              <a:stCxn id="37898" idx="6"/>
              <a:endCxn id="37897" idx="2"/>
            </p:cNvCxnSpPr>
            <p:nvPr/>
          </p:nvCxnSpPr>
          <p:spPr bwMode="auto">
            <a:xfrm>
              <a:off x="3770" y="1679"/>
              <a:ext cx="514" cy="0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906" name="Oval 16"/>
            <p:cNvSpPr>
              <a:spLocks noChangeAspect="1" noChangeArrowheads="1"/>
            </p:cNvSpPr>
            <p:nvPr/>
          </p:nvSpPr>
          <p:spPr bwMode="auto">
            <a:xfrm>
              <a:off x="5067" y="1564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D</a:t>
              </a:r>
            </a:p>
          </p:txBody>
        </p:sp>
        <p:cxnSp>
          <p:nvCxnSpPr>
            <p:cNvPr id="37907" name="AutoShape 17"/>
            <p:cNvCxnSpPr>
              <a:cxnSpLocks noChangeAspect="1" noChangeShapeType="1"/>
              <a:stCxn id="37912" idx="7"/>
              <a:endCxn id="37906" idx="3"/>
            </p:cNvCxnSpPr>
            <p:nvPr/>
          </p:nvCxnSpPr>
          <p:spPr bwMode="auto">
            <a:xfrm flipV="1">
              <a:off x="4879" y="1773"/>
              <a:ext cx="221" cy="2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7908" name="AutoShape 18"/>
            <p:cNvCxnSpPr>
              <a:cxnSpLocks noChangeAspect="1" noChangeShapeType="1"/>
              <a:stCxn id="37906" idx="1"/>
              <a:endCxn id="37899" idx="6"/>
            </p:cNvCxnSpPr>
            <p:nvPr/>
          </p:nvCxnSpPr>
          <p:spPr bwMode="auto">
            <a:xfrm flipH="1" flipV="1">
              <a:off x="4166" y="1218"/>
              <a:ext cx="934" cy="367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909" name="Text Box 19"/>
            <p:cNvSpPr txBox="1">
              <a:spLocks noChangeArrowheads="1"/>
            </p:cNvSpPr>
            <p:nvPr/>
          </p:nvSpPr>
          <p:spPr bwMode="auto">
            <a:xfrm>
              <a:off x="3456" y="950"/>
              <a:ext cx="29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en-US" sz="2000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7910" name="Text Box 20"/>
            <p:cNvSpPr txBox="1">
              <a:spLocks noChangeArrowheads="1"/>
            </p:cNvSpPr>
            <p:nvPr/>
          </p:nvSpPr>
          <p:spPr bwMode="auto">
            <a:xfrm>
              <a:off x="3072" y="1406"/>
              <a:ext cx="29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en-US" sz="2000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37911" name="AutoShape 21"/>
            <p:cNvCxnSpPr>
              <a:cxnSpLocks noChangeAspect="1" noChangeShapeType="1"/>
              <a:stCxn id="37897" idx="6"/>
              <a:endCxn id="37906" idx="2"/>
            </p:cNvCxnSpPr>
            <p:nvPr/>
          </p:nvCxnSpPr>
          <p:spPr bwMode="auto">
            <a:xfrm>
              <a:off x="4539" y="1679"/>
              <a:ext cx="515" cy="0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912" name="Oval 22"/>
            <p:cNvSpPr>
              <a:spLocks noChangeAspect="1" noChangeArrowheads="1"/>
            </p:cNvSpPr>
            <p:nvPr/>
          </p:nvSpPr>
          <p:spPr bwMode="auto">
            <a:xfrm>
              <a:off x="4682" y="2025"/>
              <a:ext cx="231" cy="23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F</a:t>
              </a:r>
            </a:p>
          </p:txBody>
        </p:sp>
        <p:cxnSp>
          <p:nvCxnSpPr>
            <p:cNvPr id="37913" name="AutoShape 23"/>
            <p:cNvCxnSpPr>
              <a:cxnSpLocks noChangeAspect="1" noChangeShapeType="1"/>
              <a:stCxn id="37897" idx="5"/>
              <a:endCxn id="37912" idx="1"/>
            </p:cNvCxnSpPr>
            <p:nvPr/>
          </p:nvCxnSpPr>
          <p:spPr bwMode="auto">
            <a:xfrm>
              <a:off x="4494" y="1773"/>
              <a:ext cx="221" cy="2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914" name="Text Box 24"/>
            <p:cNvSpPr txBox="1">
              <a:spLocks noChangeArrowheads="1"/>
            </p:cNvSpPr>
            <p:nvPr/>
          </p:nvSpPr>
          <p:spPr bwMode="auto">
            <a:xfrm>
              <a:off x="3444" y="1856"/>
              <a:ext cx="29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en-US" sz="2000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Graphs</a:t>
            </a:r>
          </a:p>
        </p:txBody>
      </p:sp>
      <p:sp>
        <p:nvSpPr>
          <p:cNvPr id="39939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85BFE9B-5802-4487-AF90-4F0F4DEB053B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400"/>
          </a:p>
        </p:txBody>
      </p:sp>
      <p:sp>
        <p:nvSpPr>
          <p:cNvPr id="399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Breadth-First Search</a:t>
            </a:r>
          </a:p>
        </p:txBody>
      </p:sp>
      <p:sp>
        <p:nvSpPr>
          <p:cNvPr id="3994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676400"/>
            <a:ext cx="38100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Breadth-first search (BFS) is a general technique for traversing a graph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A BFS traversal of a graph G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Visits all the vertices and edges of 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Determines whether G is connected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Computes the connected components of 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Computes a spanning forest of G</a:t>
            </a:r>
          </a:p>
        </p:txBody>
      </p:sp>
      <p:sp>
        <p:nvSpPr>
          <p:cNvPr id="39942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2"/>
          </p:nvPr>
        </p:nvSpPr>
        <p:spPr>
          <a:xfrm>
            <a:off x="4800600" y="1676400"/>
            <a:ext cx="3810000" cy="46482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BFS on a graph with 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400" dirty="0"/>
              <a:t> vertices and 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m</a:t>
            </a:r>
            <a:r>
              <a:rPr lang="en-US" altLang="en-US" sz="2400" dirty="0"/>
              <a:t> edges takes 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2400" dirty="0">
                <a:latin typeface="Times New Roman" panose="02020603050405020304" pitchFamily="18" charset="0"/>
              </a:rPr>
              <a:t>(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400" dirty="0">
                <a:latin typeface="Symbol" panose="05050102010706020507" pitchFamily="18" charset="2"/>
              </a:rPr>
              <a:t> + 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m</a:t>
            </a:r>
            <a:r>
              <a:rPr lang="en-US" altLang="en-US" sz="2400" dirty="0">
                <a:latin typeface="Times New Roman" panose="02020603050405020304" pitchFamily="18" charset="0"/>
              </a:rPr>
              <a:t> )</a:t>
            </a:r>
            <a:r>
              <a:rPr lang="en-US" altLang="en-US" sz="2400" dirty="0"/>
              <a:t> time</a:t>
            </a:r>
          </a:p>
          <a:p>
            <a:pPr eaLnBrk="1" hangingPunct="1"/>
            <a:r>
              <a:rPr lang="en-US" altLang="en-US" sz="2400" dirty="0"/>
              <a:t>BFS can be further extended to solve other graph problems</a:t>
            </a:r>
          </a:p>
          <a:p>
            <a:pPr lvl="1" eaLnBrk="1" hangingPunct="1"/>
            <a:r>
              <a:rPr lang="en-US" altLang="en-US" sz="2000" dirty="0"/>
              <a:t>Find and report a path with the minimum number of edges between two given vertices </a:t>
            </a:r>
          </a:p>
          <a:p>
            <a:pPr lvl="1" eaLnBrk="1" hangingPunct="1"/>
            <a:r>
              <a:rPr lang="en-US" altLang="en-US" sz="2000" dirty="0"/>
              <a:t>Find a simple cycle, if there is one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Graphs</a:t>
            </a:r>
          </a:p>
        </p:txBody>
      </p:sp>
      <p:sp>
        <p:nvSpPr>
          <p:cNvPr id="4096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C532FB0-E106-4885-B3E2-45293B39D15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400"/>
          </a:p>
        </p:txBody>
      </p:sp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BFS Algorithm</a:t>
            </a:r>
          </a:p>
        </p:txBody>
      </p:sp>
      <p:sp>
        <p:nvSpPr>
          <p:cNvPr id="4096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3429000" cy="114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1800"/>
              <a:t>The algorithm uses a mechanism for setting and getting “labels” of vertices and edges</a:t>
            </a:r>
          </a:p>
        </p:txBody>
      </p:sp>
      <p:sp>
        <p:nvSpPr>
          <p:cNvPr id="40966" name="Text Box 4"/>
          <p:cNvSpPr txBox="1">
            <a:spLocks noChangeArrowheads="1"/>
          </p:cNvSpPr>
          <p:nvPr/>
        </p:nvSpPr>
        <p:spPr bwMode="auto">
          <a:xfrm>
            <a:off x="4419600" y="1524000"/>
            <a:ext cx="4419600" cy="430271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2286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228600" defTabSz="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Algorithm</a:t>
            </a:r>
            <a:r>
              <a:rPr lang="en-US" altLang="en-US" sz="1600" noProof="1">
                <a:latin typeface="Consolas" panose="020B0609020204030204" pitchFamily="49" charset="0"/>
              </a:rPr>
              <a:t> </a:t>
            </a:r>
            <a:r>
              <a:rPr lang="en-US" altLang="en-US" sz="1600" noProof="1">
                <a:solidFill>
                  <a:schemeClr val="tx2"/>
                </a:solidFill>
                <a:latin typeface="Consolas" panose="020B0609020204030204" pitchFamily="49" charset="0"/>
              </a:rPr>
              <a:t>BFS(G, s)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tx2"/>
                </a:solidFill>
                <a:latin typeface="Consolas" panose="020B0609020204030204" pitchFamily="49" charset="0"/>
              </a:rPr>
              <a:t>	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L</a:t>
            </a:r>
            <a:r>
              <a:rPr lang="en-US" altLang="en-US" sz="1600" baseline="-25000" noProof="1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=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new empty sequence</a:t>
            </a: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L</a:t>
            </a:r>
            <a:r>
              <a:rPr lang="en-US" altLang="en-US" sz="1600" baseline="-25000" noProof="1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.insertLast(s)</a:t>
            </a: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s.label = VISITED</a:t>
            </a: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i =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</a:t>
            </a: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while not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L</a:t>
            </a:r>
            <a:r>
              <a:rPr lang="en-US" altLang="en-US" sz="1600" baseline="-25000" noProof="1">
                <a:solidFill>
                  <a:schemeClr val="accent2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.isEmpty()</a:t>
            </a: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L</a:t>
            </a:r>
            <a:r>
              <a:rPr lang="en-US" altLang="en-US" sz="1600" baseline="-25000" noProof="1">
                <a:solidFill>
                  <a:schemeClr val="accent2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600" baseline="-250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+</a:t>
            </a:r>
            <a:r>
              <a:rPr lang="en-US" altLang="en-US" sz="1600" baseline="-25000" noProof="1">
                <a:solidFill>
                  <a:schemeClr val="accent2"/>
                </a:solidFill>
                <a:latin typeface="Consolas" panose="020B0609020204030204" pitchFamily="49" charset="0"/>
              </a:rPr>
              <a:t>1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=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new empty sequence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  for each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v in L</a:t>
            </a:r>
            <a:r>
              <a:rPr lang="en-US" altLang="en-US" sz="1600" baseline="-25000" noProof="1">
                <a:solidFill>
                  <a:schemeClr val="accent2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.elements() </a:t>
            </a:r>
            <a:b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</a:b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for each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e in G.incidentEdges(v)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</a:t>
            </a: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      if</a:t>
            </a:r>
            <a:r>
              <a:rPr lang="en-US" altLang="en-US" sz="1600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e.label =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=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UNEXPLORED</a:t>
            </a: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    w =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opposite(v,e)</a:t>
            </a: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        if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w.label 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=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UNEXPLORED</a:t>
            </a: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      e.label = DISCOVERY</a:t>
            </a: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      w.label = VISITED</a:t>
            </a: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      L</a:t>
            </a:r>
            <a:r>
              <a:rPr lang="en-US" altLang="en-US" sz="1600" baseline="-25000" noProof="1">
                <a:solidFill>
                  <a:schemeClr val="accent2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600" baseline="-250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+</a:t>
            </a:r>
            <a:r>
              <a:rPr lang="en-US" altLang="en-US" sz="1600" baseline="-25000" noProof="1">
                <a:solidFill>
                  <a:schemeClr val="accent2"/>
                </a:solidFill>
                <a:latin typeface="Consolas" panose="020B0609020204030204" pitchFamily="49" charset="0"/>
              </a:rPr>
              <a:t>1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.insertLast(w)</a:t>
            </a: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    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else</a:t>
            </a: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e.label = CROSS</a:t>
            </a: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i =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i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+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40967" name="Text Box 5"/>
          <p:cNvSpPr txBox="1">
            <a:spLocks noChangeArrowheads="1"/>
          </p:cNvSpPr>
          <p:nvPr/>
        </p:nvSpPr>
        <p:spPr bwMode="auto">
          <a:xfrm>
            <a:off x="152400" y="2738438"/>
            <a:ext cx="4038600" cy="351480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3429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228600" defTabSz="3429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3429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3429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3429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Algorithm</a:t>
            </a:r>
            <a:r>
              <a:rPr lang="en-US" altLang="en-US" sz="1600" noProof="1">
                <a:latin typeface="Consolas" panose="020B0609020204030204" pitchFamily="49" charset="0"/>
              </a:rPr>
              <a:t> </a:t>
            </a:r>
            <a:r>
              <a:rPr lang="en-US" altLang="en-US" sz="1600" noProof="1">
                <a:solidFill>
                  <a:schemeClr val="tx2"/>
                </a:solidFill>
                <a:latin typeface="Consolas" panose="020B0609020204030204" pitchFamily="49" charset="0"/>
              </a:rPr>
              <a:t>BFS(G)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  Input:</a:t>
            </a:r>
            <a:r>
              <a:rPr lang="en-US" altLang="en-US" sz="1600" noProof="1">
                <a:latin typeface="Consolas" panose="020B0609020204030204" pitchFamily="49" charset="0"/>
              </a:rPr>
              <a:t>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graph G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  Output:</a:t>
            </a:r>
            <a:r>
              <a:rPr lang="en-US" altLang="en-US" sz="1600" noProof="1">
                <a:latin typeface="Consolas" panose="020B0609020204030204" pitchFamily="49" charset="0"/>
              </a:rPr>
              <a:t>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labeling of the edges </a:t>
            </a:r>
            <a:b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</a:b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and partition of the vertices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of G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600" noProof="1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for each</a:t>
            </a:r>
            <a:r>
              <a:rPr lang="en-US" altLang="en-US" sz="1600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u in G.vertices()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u.label = UNEXPLORED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for each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e in G.edges()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e.label = UNEXPLORED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for each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v in G.vertices()</a:t>
            </a:r>
            <a:endParaRPr lang="en-US" altLang="en-US" sz="1600" noProof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    if</a:t>
            </a:r>
            <a:r>
              <a:rPr lang="en-US" altLang="en-US" sz="1600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v.label =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=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UNEXPLORED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  BFS(G, v)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D92B7-E18E-AD22-6AD3-B64B840F3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Footer Placeholder 3">
            <a:extLst>
              <a:ext uri="{FF2B5EF4-FFF2-40B4-BE49-F238E27FC236}">
                <a16:creationId xmlns:a16="http://schemas.microsoft.com/office/drawing/2014/main" id="{005A643A-A58B-72E9-5751-04E201760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Graphs</a:t>
            </a:r>
          </a:p>
        </p:txBody>
      </p:sp>
      <p:sp>
        <p:nvSpPr>
          <p:cNvPr id="45059" name="Slide Number Placeholder 4">
            <a:extLst>
              <a:ext uri="{FF2B5EF4-FFF2-40B4-BE49-F238E27FC236}">
                <a16:creationId xmlns:a16="http://schemas.microsoft.com/office/drawing/2014/main" id="{183399AE-EC8C-8846-7445-89870F307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153EA36-A8A1-4222-A346-14AF6DBD093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400"/>
          </a:p>
        </p:txBody>
      </p:sp>
      <p:sp>
        <p:nvSpPr>
          <p:cNvPr id="45060" name="Rectangle 2">
            <a:extLst>
              <a:ext uri="{FF2B5EF4-FFF2-40B4-BE49-F238E27FC236}">
                <a16:creationId xmlns:a16="http://schemas.microsoft.com/office/drawing/2014/main" id="{4EA0F370-3B1F-FE28-BAE9-4990D3A077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BFS – Simple Steps</a:t>
            </a:r>
          </a:p>
        </p:txBody>
      </p:sp>
      <p:sp>
        <p:nvSpPr>
          <p:cNvPr id="45061" name="AutoShape 3">
            <a:extLst>
              <a:ext uri="{FF2B5EF4-FFF2-40B4-BE49-F238E27FC236}">
                <a16:creationId xmlns:a16="http://schemas.microsoft.com/office/drawing/2014/main" id="{BFA3C2A8-6AB9-42E0-37CF-990CF26243D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710363" y="3871912"/>
            <a:ext cx="457200" cy="333375"/>
          </a:xfrm>
          <a:prstGeom prst="rightArrow">
            <a:avLst>
              <a:gd name="adj1" fmla="val 50000"/>
              <a:gd name="adj2" fmla="val 34286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5062" name="AutoShape 4">
            <a:extLst>
              <a:ext uri="{FF2B5EF4-FFF2-40B4-BE49-F238E27FC236}">
                <a16:creationId xmlns:a16="http://schemas.microsoft.com/office/drawing/2014/main" id="{C0845164-3DCE-7424-F8E5-5F86C5B105E8}"/>
              </a:ext>
            </a:extLst>
          </p:cNvPr>
          <p:cNvSpPr>
            <a:spLocks noChangeArrowheads="1"/>
          </p:cNvSpPr>
          <p:nvPr/>
        </p:nvSpPr>
        <p:spPr bwMode="auto">
          <a:xfrm rot="8100000" flipH="1" flipV="1">
            <a:off x="3825875" y="3963988"/>
            <a:ext cx="1897063" cy="333375"/>
          </a:xfrm>
          <a:prstGeom prst="rightArrow">
            <a:avLst>
              <a:gd name="adj1" fmla="val 50000"/>
              <a:gd name="adj2" fmla="val 93261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5063" name="AutoShape 5">
            <a:extLst>
              <a:ext uri="{FF2B5EF4-FFF2-40B4-BE49-F238E27FC236}">
                <a16:creationId xmlns:a16="http://schemas.microsoft.com/office/drawing/2014/main" id="{B4192C1F-6EF2-2609-8355-0DAA0F09A3D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966913" y="3948112"/>
            <a:ext cx="457200" cy="333375"/>
          </a:xfrm>
          <a:prstGeom prst="rightArrow">
            <a:avLst>
              <a:gd name="adj1" fmla="val 50000"/>
              <a:gd name="adj2" fmla="val 34286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grpSp>
        <p:nvGrpSpPr>
          <p:cNvPr id="45064" name="Group 26">
            <a:extLst>
              <a:ext uri="{FF2B5EF4-FFF2-40B4-BE49-F238E27FC236}">
                <a16:creationId xmlns:a16="http://schemas.microsoft.com/office/drawing/2014/main" id="{69B64C1F-9C3A-B22C-6484-23164C4E5555}"/>
              </a:ext>
            </a:extLst>
          </p:cNvPr>
          <p:cNvGrpSpPr>
            <a:grpSpLocks/>
          </p:cNvGrpSpPr>
          <p:nvPr/>
        </p:nvGrpSpPr>
        <p:grpSpPr bwMode="auto">
          <a:xfrm>
            <a:off x="1381125" y="4495800"/>
            <a:ext cx="2809875" cy="1830388"/>
            <a:chOff x="894" y="2769"/>
            <a:chExt cx="1770" cy="1153"/>
          </a:xfrm>
        </p:grpSpPr>
        <p:sp>
          <p:nvSpPr>
            <p:cNvPr id="45105" name="Oval 30">
              <a:extLst>
                <a:ext uri="{FF2B5EF4-FFF2-40B4-BE49-F238E27FC236}">
                  <a16:creationId xmlns:a16="http://schemas.microsoft.com/office/drawing/2014/main" id="{05FEBA90-D870-CD4A-B155-1A3F24951A3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63" y="3230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C</a:t>
              </a:r>
            </a:p>
          </p:txBody>
        </p:sp>
        <p:sp>
          <p:nvSpPr>
            <p:cNvPr id="45106" name="Oval 31">
              <a:extLst>
                <a:ext uri="{FF2B5EF4-FFF2-40B4-BE49-F238E27FC236}">
                  <a16:creationId xmlns:a16="http://schemas.microsoft.com/office/drawing/2014/main" id="{BFACA110-2577-C52E-351F-2793725910F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94" y="3230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B</a:t>
              </a:r>
            </a:p>
          </p:txBody>
        </p:sp>
        <p:sp>
          <p:nvSpPr>
            <p:cNvPr id="45107" name="Oval 32">
              <a:extLst>
                <a:ext uri="{FF2B5EF4-FFF2-40B4-BE49-F238E27FC236}">
                  <a16:creationId xmlns:a16="http://schemas.microsoft.com/office/drawing/2014/main" id="{2ECC4B78-2B99-D60D-E1C2-933282A7E09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90" y="2769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A</a:t>
              </a:r>
            </a:p>
          </p:txBody>
        </p:sp>
        <p:sp>
          <p:nvSpPr>
            <p:cNvPr id="45108" name="Oval 33">
              <a:extLst>
                <a:ext uri="{FF2B5EF4-FFF2-40B4-BE49-F238E27FC236}">
                  <a16:creationId xmlns:a16="http://schemas.microsoft.com/office/drawing/2014/main" id="{9E14B38A-65E5-BCC8-85DB-2F2ECD1A702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78" y="3691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E</a:t>
              </a:r>
            </a:p>
          </p:txBody>
        </p:sp>
        <p:cxnSp>
          <p:nvCxnSpPr>
            <p:cNvPr id="45109" name="AutoShape 34">
              <a:extLst>
                <a:ext uri="{FF2B5EF4-FFF2-40B4-BE49-F238E27FC236}">
                  <a16:creationId xmlns:a16="http://schemas.microsoft.com/office/drawing/2014/main" id="{BC91E30B-EFFE-3780-C77A-54C483E6D8DD}"/>
                </a:ext>
              </a:extLst>
            </p:cNvPr>
            <p:cNvCxnSpPr>
              <a:cxnSpLocks noChangeAspect="1" noChangeShapeType="1"/>
              <a:stCxn id="45107" idx="3"/>
              <a:endCxn id="45106" idx="7"/>
            </p:cNvCxnSpPr>
            <p:nvPr/>
          </p:nvCxnSpPr>
          <p:spPr bwMode="auto">
            <a:xfrm flipH="1">
              <a:off x="1091" y="2978"/>
              <a:ext cx="232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5110" name="AutoShape 35">
              <a:extLst>
                <a:ext uri="{FF2B5EF4-FFF2-40B4-BE49-F238E27FC236}">
                  <a16:creationId xmlns:a16="http://schemas.microsoft.com/office/drawing/2014/main" id="{D573F632-EF5E-6084-F090-FF41BB820278}"/>
                </a:ext>
              </a:extLst>
            </p:cNvPr>
            <p:cNvCxnSpPr>
              <a:cxnSpLocks noChangeAspect="1" noChangeShapeType="1"/>
              <a:stCxn id="45108" idx="1"/>
              <a:endCxn id="45106" idx="5"/>
            </p:cNvCxnSpPr>
            <p:nvPr/>
          </p:nvCxnSpPr>
          <p:spPr bwMode="auto">
            <a:xfrm flipH="1" flipV="1">
              <a:off x="1091" y="3439"/>
              <a:ext cx="220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5111" name="AutoShape 37">
              <a:extLst>
                <a:ext uri="{FF2B5EF4-FFF2-40B4-BE49-F238E27FC236}">
                  <a16:creationId xmlns:a16="http://schemas.microsoft.com/office/drawing/2014/main" id="{80864CC5-4CEB-B37D-5681-626FE4A5BA59}"/>
                </a:ext>
              </a:extLst>
            </p:cNvPr>
            <p:cNvCxnSpPr>
              <a:cxnSpLocks noChangeAspect="1" noChangeShapeType="1"/>
              <a:stCxn id="45107" idx="5"/>
              <a:endCxn id="45105" idx="1"/>
            </p:cNvCxnSpPr>
            <p:nvPr/>
          </p:nvCxnSpPr>
          <p:spPr bwMode="auto">
            <a:xfrm>
              <a:off x="1487" y="2978"/>
              <a:ext cx="209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5113" name="Oval 39">
              <a:extLst>
                <a:ext uri="{FF2B5EF4-FFF2-40B4-BE49-F238E27FC236}">
                  <a16:creationId xmlns:a16="http://schemas.microsoft.com/office/drawing/2014/main" id="{83D8D3C1-AC35-6A4D-7780-BC6E99B4848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33" y="3230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D</a:t>
              </a:r>
            </a:p>
          </p:txBody>
        </p:sp>
        <p:cxnSp>
          <p:nvCxnSpPr>
            <p:cNvPr id="45114" name="AutoShape 41">
              <a:extLst>
                <a:ext uri="{FF2B5EF4-FFF2-40B4-BE49-F238E27FC236}">
                  <a16:creationId xmlns:a16="http://schemas.microsoft.com/office/drawing/2014/main" id="{114C9017-EE8A-F3EF-7F75-FDF27C1D9378}"/>
                </a:ext>
              </a:extLst>
            </p:cNvPr>
            <p:cNvCxnSpPr>
              <a:cxnSpLocks noChangeAspect="1" noChangeShapeType="1"/>
              <a:stCxn id="45113" idx="1"/>
              <a:endCxn id="45107" idx="6"/>
            </p:cNvCxnSpPr>
            <p:nvPr/>
          </p:nvCxnSpPr>
          <p:spPr bwMode="auto">
            <a:xfrm flipH="1" flipV="1">
              <a:off x="1532" y="2884"/>
              <a:ext cx="934" cy="367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5065" name="Oval 7">
            <a:extLst>
              <a:ext uri="{FF2B5EF4-FFF2-40B4-BE49-F238E27FC236}">
                <a16:creationId xmlns:a16="http://schemas.microsoft.com/office/drawing/2014/main" id="{5EE29607-3B69-D786-E9EE-3EBE1A3ABC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62150" y="1600200"/>
            <a:ext cx="366713" cy="366713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</a:t>
            </a:r>
          </a:p>
        </p:txBody>
      </p:sp>
      <p:sp>
        <p:nvSpPr>
          <p:cNvPr id="45066" name="Oval 57">
            <a:extLst>
              <a:ext uri="{FF2B5EF4-FFF2-40B4-BE49-F238E27FC236}">
                <a16:creationId xmlns:a16="http://schemas.microsoft.com/office/drawing/2014/main" id="{49570879-FEE8-3063-C32C-884D5AC9682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01913" y="3519488"/>
            <a:ext cx="366712" cy="366712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45067" name="Oval 58">
            <a:extLst>
              <a:ext uri="{FF2B5EF4-FFF2-40B4-BE49-F238E27FC236}">
                <a16:creationId xmlns:a16="http://schemas.microsoft.com/office/drawing/2014/main" id="{6CCBB34A-AD5E-11FF-C74C-0367AFEC83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81125" y="3519488"/>
            <a:ext cx="366713" cy="366712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B</a:t>
            </a:r>
          </a:p>
        </p:txBody>
      </p:sp>
      <p:sp>
        <p:nvSpPr>
          <p:cNvPr id="45068" name="Oval 59">
            <a:extLst>
              <a:ext uri="{FF2B5EF4-FFF2-40B4-BE49-F238E27FC236}">
                <a16:creationId xmlns:a16="http://schemas.microsoft.com/office/drawing/2014/main" id="{288C1FE8-6846-94A6-E2E1-67012B5731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09775" y="2787650"/>
            <a:ext cx="366713" cy="366713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A</a:t>
            </a:r>
          </a:p>
        </p:txBody>
      </p:sp>
      <p:cxnSp>
        <p:nvCxnSpPr>
          <p:cNvPr id="45069" name="AutoShape 61">
            <a:extLst>
              <a:ext uri="{FF2B5EF4-FFF2-40B4-BE49-F238E27FC236}">
                <a16:creationId xmlns:a16="http://schemas.microsoft.com/office/drawing/2014/main" id="{171B2463-D64E-C7B5-B784-8035AEE16B4E}"/>
              </a:ext>
            </a:extLst>
          </p:cNvPr>
          <p:cNvCxnSpPr>
            <a:cxnSpLocks noChangeAspect="1" noChangeShapeType="1"/>
            <a:stCxn id="45068" idx="3"/>
            <a:endCxn id="45067" idx="7"/>
          </p:cNvCxnSpPr>
          <p:nvPr/>
        </p:nvCxnSpPr>
        <p:spPr bwMode="auto">
          <a:xfrm flipH="1">
            <a:off x="1693863" y="3119438"/>
            <a:ext cx="368300" cy="433387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070" name="AutoShape 64">
            <a:extLst>
              <a:ext uri="{FF2B5EF4-FFF2-40B4-BE49-F238E27FC236}">
                <a16:creationId xmlns:a16="http://schemas.microsoft.com/office/drawing/2014/main" id="{B1B5865E-31C2-34F2-22F1-5852E496D3AE}"/>
              </a:ext>
            </a:extLst>
          </p:cNvPr>
          <p:cNvCxnSpPr>
            <a:cxnSpLocks noChangeAspect="1" noChangeShapeType="1"/>
            <a:stCxn id="45068" idx="5"/>
            <a:endCxn id="45066" idx="1"/>
          </p:cNvCxnSpPr>
          <p:nvPr/>
        </p:nvCxnSpPr>
        <p:spPr bwMode="auto">
          <a:xfrm>
            <a:off x="2322513" y="3119438"/>
            <a:ext cx="331787" cy="433387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071" name="Oval 66">
            <a:extLst>
              <a:ext uri="{FF2B5EF4-FFF2-40B4-BE49-F238E27FC236}">
                <a16:creationId xmlns:a16="http://schemas.microsoft.com/office/drawing/2014/main" id="{5062E234-2E3D-0D61-488C-92EA4AFDAC1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24288" y="3519488"/>
            <a:ext cx="366712" cy="366712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</a:t>
            </a:r>
          </a:p>
        </p:txBody>
      </p:sp>
      <p:cxnSp>
        <p:nvCxnSpPr>
          <p:cNvPr id="45072" name="AutoShape 68">
            <a:extLst>
              <a:ext uri="{FF2B5EF4-FFF2-40B4-BE49-F238E27FC236}">
                <a16:creationId xmlns:a16="http://schemas.microsoft.com/office/drawing/2014/main" id="{96E477D8-F89D-2A75-A5F5-2C81022EDDB1}"/>
              </a:ext>
            </a:extLst>
          </p:cNvPr>
          <p:cNvCxnSpPr>
            <a:cxnSpLocks noChangeAspect="1" noChangeShapeType="1"/>
            <a:stCxn id="45071" idx="1"/>
            <a:endCxn id="45068" idx="6"/>
          </p:cNvCxnSpPr>
          <p:nvPr/>
        </p:nvCxnSpPr>
        <p:spPr bwMode="auto">
          <a:xfrm flipH="1" flipV="1">
            <a:off x="2393950" y="2970213"/>
            <a:ext cx="1482725" cy="582612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073" name="AutoShape 5">
            <a:extLst>
              <a:ext uri="{FF2B5EF4-FFF2-40B4-BE49-F238E27FC236}">
                <a16:creationId xmlns:a16="http://schemas.microsoft.com/office/drawing/2014/main" id="{280057E8-F7D1-648F-4564-A77C87EB9E1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919288" y="2195512"/>
            <a:ext cx="457200" cy="333375"/>
          </a:xfrm>
          <a:prstGeom prst="rightArrow">
            <a:avLst>
              <a:gd name="adj1" fmla="val 50000"/>
              <a:gd name="adj2" fmla="val 34286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grpSp>
        <p:nvGrpSpPr>
          <p:cNvPr id="45074" name="Group 27">
            <a:extLst>
              <a:ext uri="{FF2B5EF4-FFF2-40B4-BE49-F238E27FC236}">
                <a16:creationId xmlns:a16="http://schemas.microsoft.com/office/drawing/2014/main" id="{52C9CE52-7018-790F-7380-DAFCB059F488}"/>
              </a:ext>
            </a:extLst>
          </p:cNvPr>
          <p:cNvGrpSpPr>
            <a:grpSpLocks/>
          </p:cNvGrpSpPr>
          <p:nvPr/>
        </p:nvGrpSpPr>
        <p:grpSpPr bwMode="auto">
          <a:xfrm>
            <a:off x="5600700" y="1770063"/>
            <a:ext cx="2809875" cy="1830387"/>
            <a:chOff x="840" y="2769"/>
            <a:chExt cx="1770" cy="1153"/>
          </a:xfrm>
        </p:grpSpPr>
        <p:sp>
          <p:nvSpPr>
            <p:cNvPr id="45091" name="Oval 31">
              <a:extLst>
                <a:ext uri="{FF2B5EF4-FFF2-40B4-BE49-F238E27FC236}">
                  <a16:creationId xmlns:a16="http://schemas.microsoft.com/office/drawing/2014/main" id="{6DF05CC8-C30E-A807-09CC-7F8BCDE03DA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09" y="3230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C</a:t>
              </a:r>
            </a:p>
          </p:txBody>
        </p:sp>
        <p:sp>
          <p:nvSpPr>
            <p:cNvPr id="45092" name="Oval 32">
              <a:extLst>
                <a:ext uri="{FF2B5EF4-FFF2-40B4-BE49-F238E27FC236}">
                  <a16:creationId xmlns:a16="http://schemas.microsoft.com/office/drawing/2014/main" id="{1867BE2B-F318-2AD6-DBBF-1F9F70D45AE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40" y="3230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B</a:t>
              </a:r>
            </a:p>
          </p:txBody>
        </p:sp>
        <p:sp>
          <p:nvSpPr>
            <p:cNvPr id="45093" name="Oval 33">
              <a:extLst>
                <a:ext uri="{FF2B5EF4-FFF2-40B4-BE49-F238E27FC236}">
                  <a16:creationId xmlns:a16="http://schemas.microsoft.com/office/drawing/2014/main" id="{116AA420-6ED9-7CDF-6847-9AD8D923082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36" y="2769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A</a:t>
              </a:r>
            </a:p>
          </p:txBody>
        </p:sp>
        <p:sp>
          <p:nvSpPr>
            <p:cNvPr id="45094" name="Oval 34">
              <a:extLst>
                <a:ext uri="{FF2B5EF4-FFF2-40B4-BE49-F238E27FC236}">
                  <a16:creationId xmlns:a16="http://schemas.microsoft.com/office/drawing/2014/main" id="{35AEF8DE-8C6E-301A-F9F0-D370197BB99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24" y="3691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E</a:t>
              </a:r>
            </a:p>
          </p:txBody>
        </p:sp>
        <p:cxnSp>
          <p:nvCxnSpPr>
            <p:cNvPr id="45095" name="AutoShape 35">
              <a:extLst>
                <a:ext uri="{FF2B5EF4-FFF2-40B4-BE49-F238E27FC236}">
                  <a16:creationId xmlns:a16="http://schemas.microsoft.com/office/drawing/2014/main" id="{3CA21C9D-184F-71DE-EA23-0FC76D2D78A4}"/>
                </a:ext>
              </a:extLst>
            </p:cNvPr>
            <p:cNvCxnSpPr>
              <a:cxnSpLocks noChangeAspect="1" noChangeShapeType="1"/>
              <a:stCxn id="45093" idx="3"/>
              <a:endCxn id="45092" idx="7"/>
            </p:cNvCxnSpPr>
            <p:nvPr/>
          </p:nvCxnSpPr>
          <p:spPr bwMode="auto">
            <a:xfrm flipH="1">
              <a:off x="1037" y="2978"/>
              <a:ext cx="232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5096" name="AutoShape 36">
              <a:extLst>
                <a:ext uri="{FF2B5EF4-FFF2-40B4-BE49-F238E27FC236}">
                  <a16:creationId xmlns:a16="http://schemas.microsoft.com/office/drawing/2014/main" id="{1FB92188-D7E8-7CC6-14ED-39AE9F508305}"/>
                </a:ext>
              </a:extLst>
            </p:cNvPr>
            <p:cNvCxnSpPr>
              <a:cxnSpLocks noChangeAspect="1" noChangeShapeType="1"/>
              <a:stCxn id="45094" idx="1"/>
              <a:endCxn id="45092" idx="5"/>
            </p:cNvCxnSpPr>
            <p:nvPr/>
          </p:nvCxnSpPr>
          <p:spPr bwMode="auto">
            <a:xfrm flipH="1" flipV="1">
              <a:off x="1037" y="3439"/>
              <a:ext cx="220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5098" name="AutoShape 38">
              <a:extLst>
                <a:ext uri="{FF2B5EF4-FFF2-40B4-BE49-F238E27FC236}">
                  <a16:creationId xmlns:a16="http://schemas.microsoft.com/office/drawing/2014/main" id="{00B194A3-56C7-CEB8-37B3-C0E49C25431E}"/>
                </a:ext>
              </a:extLst>
            </p:cNvPr>
            <p:cNvCxnSpPr>
              <a:cxnSpLocks noChangeAspect="1" noChangeShapeType="1"/>
              <a:stCxn id="45093" idx="5"/>
              <a:endCxn id="45091" idx="1"/>
            </p:cNvCxnSpPr>
            <p:nvPr/>
          </p:nvCxnSpPr>
          <p:spPr bwMode="auto">
            <a:xfrm>
              <a:off x="1433" y="2978"/>
              <a:ext cx="209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5100" name="Oval 40">
              <a:extLst>
                <a:ext uri="{FF2B5EF4-FFF2-40B4-BE49-F238E27FC236}">
                  <a16:creationId xmlns:a16="http://schemas.microsoft.com/office/drawing/2014/main" id="{8ED57A7D-110E-9B4C-CA77-F345B2DB1CF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79" y="3230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D</a:t>
              </a:r>
            </a:p>
          </p:txBody>
        </p:sp>
        <p:cxnSp>
          <p:nvCxnSpPr>
            <p:cNvPr id="45101" name="AutoShape 42">
              <a:extLst>
                <a:ext uri="{FF2B5EF4-FFF2-40B4-BE49-F238E27FC236}">
                  <a16:creationId xmlns:a16="http://schemas.microsoft.com/office/drawing/2014/main" id="{B55DEC3B-1DDC-EEE9-BFCF-5230A9115EEE}"/>
                </a:ext>
              </a:extLst>
            </p:cNvPr>
            <p:cNvCxnSpPr>
              <a:cxnSpLocks noChangeAspect="1" noChangeShapeType="1"/>
              <a:stCxn id="45100" idx="1"/>
              <a:endCxn id="45093" idx="6"/>
            </p:cNvCxnSpPr>
            <p:nvPr/>
          </p:nvCxnSpPr>
          <p:spPr bwMode="auto">
            <a:xfrm flipH="1" flipV="1">
              <a:off x="1478" y="2884"/>
              <a:ext cx="934" cy="367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5103" name="Oval 46">
              <a:extLst>
                <a:ext uri="{FF2B5EF4-FFF2-40B4-BE49-F238E27FC236}">
                  <a16:creationId xmlns:a16="http://schemas.microsoft.com/office/drawing/2014/main" id="{A8AEADF8-FFDB-A381-E05D-186F43D74F8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94" y="3691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F</a:t>
              </a:r>
            </a:p>
          </p:txBody>
        </p:sp>
        <p:cxnSp>
          <p:nvCxnSpPr>
            <p:cNvPr id="45104" name="AutoShape 47">
              <a:extLst>
                <a:ext uri="{FF2B5EF4-FFF2-40B4-BE49-F238E27FC236}">
                  <a16:creationId xmlns:a16="http://schemas.microsoft.com/office/drawing/2014/main" id="{4645770A-895A-9F82-6A70-DB82085FA268}"/>
                </a:ext>
              </a:extLst>
            </p:cNvPr>
            <p:cNvCxnSpPr>
              <a:cxnSpLocks noChangeAspect="1" noChangeShapeType="1"/>
              <a:stCxn id="45091" idx="5"/>
              <a:endCxn id="45103" idx="1"/>
            </p:cNvCxnSpPr>
            <p:nvPr/>
          </p:nvCxnSpPr>
          <p:spPr bwMode="auto">
            <a:xfrm>
              <a:off x="1806" y="3439"/>
              <a:ext cx="221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5075" name="Group 27">
            <a:extLst>
              <a:ext uri="{FF2B5EF4-FFF2-40B4-BE49-F238E27FC236}">
                <a16:creationId xmlns:a16="http://schemas.microsoft.com/office/drawing/2014/main" id="{F471A0C1-8E3D-B660-DEE3-169235B42FB7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4343400"/>
            <a:ext cx="2809875" cy="1830388"/>
            <a:chOff x="840" y="2769"/>
            <a:chExt cx="1770" cy="1153"/>
          </a:xfrm>
        </p:grpSpPr>
        <p:sp>
          <p:nvSpPr>
            <p:cNvPr id="45077" name="Oval 31">
              <a:extLst>
                <a:ext uri="{FF2B5EF4-FFF2-40B4-BE49-F238E27FC236}">
                  <a16:creationId xmlns:a16="http://schemas.microsoft.com/office/drawing/2014/main" id="{EEEAB4FB-4777-50A3-D62C-156D3B69264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09" y="3230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 type="non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C</a:t>
              </a:r>
            </a:p>
          </p:txBody>
        </p:sp>
        <p:sp>
          <p:nvSpPr>
            <p:cNvPr id="45078" name="Oval 32">
              <a:extLst>
                <a:ext uri="{FF2B5EF4-FFF2-40B4-BE49-F238E27FC236}">
                  <a16:creationId xmlns:a16="http://schemas.microsoft.com/office/drawing/2014/main" id="{9E2CD5CF-E5C0-4A44-3C8A-4ECAB83988E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40" y="3230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 type="non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B</a:t>
              </a:r>
            </a:p>
          </p:txBody>
        </p:sp>
        <p:sp>
          <p:nvSpPr>
            <p:cNvPr id="45079" name="Oval 33">
              <a:extLst>
                <a:ext uri="{FF2B5EF4-FFF2-40B4-BE49-F238E27FC236}">
                  <a16:creationId xmlns:a16="http://schemas.microsoft.com/office/drawing/2014/main" id="{745750B3-5951-115D-AEFE-51D019526A9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36" y="2769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 type="non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A</a:t>
              </a:r>
            </a:p>
          </p:txBody>
        </p:sp>
        <p:sp>
          <p:nvSpPr>
            <p:cNvPr id="45080" name="Oval 34">
              <a:extLst>
                <a:ext uri="{FF2B5EF4-FFF2-40B4-BE49-F238E27FC236}">
                  <a16:creationId xmlns:a16="http://schemas.microsoft.com/office/drawing/2014/main" id="{56C65CEE-FE8A-7F87-D590-F8A6EE54559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24" y="3691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 type="non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E</a:t>
              </a:r>
            </a:p>
          </p:txBody>
        </p:sp>
        <p:cxnSp>
          <p:nvCxnSpPr>
            <p:cNvPr id="45081" name="AutoShape 35">
              <a:extLst>
                <a:ext uri="{FF2B5EF4-FFF2-40B4-BE49-F238E27FC236}">
                  <a16:creationId xmlns:a16="http://schemas.microsoft.com/office/drawing/2014/main" id="{63802BEC-1C3D-CDEA-A58E-1BE2F06777FD}"/>
                </a:ext>
              </a:extLst>
            </p:cNvPr>
            <p:cNvCxnSpPr>
              <a:cxnSpLocks noChangeAspect="1" noChangeShapeType="1"/>
              <a:stCxn id="45079" idx="3"/>
              <a:endCxn id="45078" idx="7"/>
            </p:cNvCxnSpPr>
            <p:nvPr/>
          </p:nvCxnSpPr>
          <p:spPr bwMode="auto">
            <a:xfrm flipH="1">
              <a:off x="1037" y="2978"/>
              <a:ext cx="232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5082" name="AutoShape 36">
              <a:extLst>
                <a:ext uri="{FF2B5EF4-FFF2-40B4-BE49-F238E27FC236}">
                  <a16:creationId xmlns:a16="http://schemas.microsoft.com/office/drawing/2014/main" id="{8472BC15-829B-6FBB-2DFF-AE0D9F99A1BC}"/>
                </a:ext>
              </a:extLst>
            </p:cNvPr>
            <p:cNvCxnSpPr>
              <a:cxnSpLocks noChangeAspect="1" noChangeShapeType="1"/>
              <a:stCxn id="45080" idx="1"/>
              <a:endCxn id="45078" idx="5"/>
            </p:cNvCxnSpPr>
            <p:nvPr/>
          </p:nvCxnSpPr>
          <p:spPr bwMode="auto">
            <a:xfrm flipH="1" flipV="1">
              <a:off x="1037" y="3439"/>
              <a:ext cx="220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5084" name="AutoShape 38">
              <a:extLst>
                <a:ext uri="{FF2B5EF4-FFF2-40B4-BE49-F238E27FC236}">
                  <a16:creationId xmlns:a16="http://schemas.microsoft.com/office/drawing/2014/main" id="{DFA0903A-F0EB-3709-2A69-62A96D7DE5AF}"/>
                </a:ext>
              </a:extLst>
            </p:cNvPr>
            <p:cNvCxnSpPr>
              <a:cxnSpLocks noChangeAspect="1" noChangeShapeType="1"/>
              <a:stCxn id="45079" idx="5"/>
              <a:endCxn id="45077" idx="1"/>
            </p:cNvCxnSpPr>
            <p:nvPr/>
          </p:nvCxnSpPr>
          <p:spPr bwMode="auto">
            <a:xfrm>
              <a:off x="1433" y="2978"/>
              <a:ext cx="209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5086" name="Oval 40">
              <a:extLst>
                <a:ext uri="{FF2B5EF4-FFF2-40B4-BE49-F238E27FC236}">
                  <a16:creationId xmlns:a16="http://schemas.microsoft.com/office/drawing/2014/main" id="{63E71A4A-1BB8-FA3B-0D5D-DE86E430BB3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79" y="3230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 type="non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D</a:t>
              </a:r>
            </a:p>
          </p:txBody>
        </p:sp>
        <p:cxnSp>
          <p:nvCxnSpPr>
            <p:cNvPr id="45087" name="AutoShape 42">
              <a:extLst>
                <a:ext uri="{FF2B5EF4-FFF2-40B4-BE49-F238E27FC236}">
                  <a16:creationId xmlns:a16="http://schemas.microsoft.com/office/drawing/2014/main" id="{6687498A-C4A0-AF57-5CC6-B8A5CD80DBC7}"/>
                </a:ext>
              </a:extLst>
            </p:cNvPr>
            <p:cNvCxnSpPr>
              <a:cxnSpLocks noChangeAspect="1" noChangeShapeType="1"/>
              <a:stCxn id="45086" idx="1"/>
              <a:endCxn id="45079" idx="6"/>
            </p:cNvCxnSpPr>
            <p:nvPr/>
          </p:nvCxnSpPr>
          <p:spPr bwMode="auto">
            <a:xfrm flipH="1" flipV="1">
              <a:off x="1478" y="2884"/>
              <a:ext cx="934" cy="367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5089" name="Oval 46">
              <a:extLst>
                <a:ext uri="{FF2B5EF4-FFF2-40B4-BE49-F238E27FC236}">
                  <a16:creationId xmlns:a16="http://schemas.microsoft.com/office/drawing/2014/main" id="{03464688-4539-9A54-8293-1E7DE012F24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94" y="3691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 type="non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F</a:t>
              </a:r>
            </a:p>
          </p:txBody>
        </p:sp>
        <p:cxnSp>
          <p:nvCxnSpPr>
            <p:cNvPr id="45090" name="AutoShape 47">
              <a:extLst>
                <a:ext uri="{FF2B5EF4-FFF2-40B4-BE49-F238E27FC236}">
                  <a16:creationId xmlns:a16="http://schemas.microsoft.com/office/drawing/2014/main" id="{3B50EE87-1955-E96C-3B6D-AFB2E7204BE2}"/>
                </a:ext>
              </a:extLst>
            </p:cNvPr>
            <p:cNvCxnSpPr>
              <a:cxnSpLocks noChangeAspect="1" noChangeShapeType="1"/>
              <a:stCxn id="45077" idx="5"/>
              <a:endCxn id="45089" idx="1"/>
            </p:cNvCxnSpPr>
            <p:nvPr/>
          </p:nvCxnSpPr>
          <p:spPr bwMode="auto">
            <a:xfrm>
              <a:off x="1806" y="3439"/>
              <a:ext cx="221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3067593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33994-B07B-7710-3529-FC383A928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Footer Placeholder 4">
            <a:extLst>
              <a:ext uri="{FF2B5EF4-FFF2-40B4-BE49-F238E27FC236}">
                <a16:creationId xmlns:a16="http://schemas.microsoft.com/office/drawing/2014/main" id="{FE84B7CD-0745-CDB3-B3FE-A222455A1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Graphs</a:t>
            </a:r>
          </a:p>
        </p:txBody>
      </p:sp>
      <p:sp>
        <p:nvSpPr>
          <p:cNvPr id="41987" name="Slide Number Placeholder 5">
            <a:extLst>
              <a:ext uri="{FF2B5EF4-FFF2-40B4-BE49-F238E27FC236}">
                <a16:creationId xmlns:a16="http://schemas.microsoft.com/office/drawing/2014/main" id="{12D1E50C-6F55-90FE-9B41-8952CB1A4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80AC52F-B7FD-4A73-98E4-00BB3AFCE61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400"/>
          </a:p>
        </p:txBody>
      </p:sp>
      <p:sp>
        <p:nvSpPr>
          <p:cNvPr id="41990" name="Rectangle 4">
            <a:extLst>
              <a:ext uri="{FF2B5EF4-FFF2-40B4-BE49-F238E27FC236}">
                <a16:creationId xmlns:a16="http://schemas.microsoft.com/office/drawing/2014/main" id="{E6AAB59F-EC6B-A282-8102-A4D286E11B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BFS – Simple Steps</a:t>
            </a:r>
          </a:p>
        </p:txBody>
      </p:sp>
      <p:sp>
        <p:nvSpPr>
          <p:cNvPr id="41991" name="Oval 5">
            <a:extLst>
              <a:ext uri="{FF2B5EF4-FFF2-40B4-BE49-F238E27FC236}">
                <a16:creationId xmlns:a16="http://schemas.microsoft.com/office/drawing/2014/main" id="{E3A650F7-4F78-B449-D221-BBF4BE5C08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20913" y="4464050"/>
            <a:ext cx="366712" cy="36671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41992" name="Oval 6">
            <a:extLst>
              <a:ext uri="{FF2B5EF4-FFF2-40B4-BE49-F238E27FC236}">
                <a16:creationId xmlns:a16="http://schemas.microsoft.com/office/drawing/2014/main" id="{8CA699D6-8515-3ECB-D077-1C75471350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0125" y="4464050"/>
            <a:ext cx="366713" cy="366713"/>
          </a:xfrm>
          <a:prstGeom prst="ellips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B</a:t>
            </a:r>
          </a:p>
        </p:txBody>
      </p:sp>
      <p:sp>
        <p:nvSpPr>
          <p:cNvPr id="41993" name="Oval 7">
            <a:extLst>
              <a:ext uri="{FF2B5EF4-FFF2-40B4-BE49-F238E27FC236}">
                <a16:creationId xmlns:a16="http://schemas.microsoft.com/office/drawing/2014/main" id="{2545F36D-05FA-CB3E-707F-EC6FF74F3D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28775" y="3732213"/>
            <a:ext cx="366713" cy="366712"/>
          </a:xfrm>
          <a:prstGeom prst="ellips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A</a:t>
            </a:r>
          </a:p>
        </p:txBody>
      </p:sp>
      <p:sp>
        <p:nvSpPr>
          <p:cNvPr id="41994" name="Oval 8">
            <a:extLst>
              <a:ext uri="{FF2B5EF4-FFF2-40B4-BE49-F238E27FC236}">
                <a16:creationId xmlns:a16="http://schemas.microsoft.com/office/drawing/2014/main" id="{E0A7D7FA-A14B-43E2-01FD-7879127B989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09725" y="5195888"/>
            <a:ext cx="366713" cy="36671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</a:t>
            </a:r>
          </a:p>
        </p:txBody>
      </p:sp>
      <p:cxnSp>
        <p:nvCxnSpPr>
          <p:cNvPr id="41995" name="AutoShape 9">
            <a:extLst>
              <a:ext uri="{FF2B5EF4-FFF2-40B4-BE49-F238E27FC236}">
                <a16:creationId xmlns:a16="http://schemas.microsoft.com/office/drawing/2014/main" id="{D3EAF94B-42BF-137C-DA49-14902A99AD61}"/>
              </a:ext>
            </a:extLst>
          </p:cNvPr>
          <p:cNvCxnSpPr>
            <a:cxnSpLocks noChangeAspect="1" noChangeShapeType="1"/>
            <a:stCxn id="41993" idx="3"/>
            <a:endCxn id="41992" idx="7"/>
          </p:cNvCxnSpPr>
          <p:nvPr/>
        </p:nvCxnSpPr>
        <p:spPr bwMode="auto">
          <a:xfrm flipH="1">
            <a:off x="1312863" y="4064000"/>
            <a:ext cx="368300" cy="433388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996" name="AutoShape 10">
            <a:extLst>
              <a:ext uri="{FF2B5EF4-FFF2-40B4-BE49-F238E27FC236}">
                <a16:creationId xmlns:a16="http://schemas.microsoft.com/office/drawing/2014/main" id="{E1B17DB7-FCFF-6052-FDE5-AD866A4C2FB9}"/>
              </a:ext>
            </a:extLst>
          </p:cNvPr>
          <p:cNvCxnSpPr>
            <a:cxnSpLocks noChangeAspect="1" noChangeShapeType="1"/>
            <a:stCxn id="41994" idx="1"/>
            <a:endCxn id="41992" idx="5"/>
          </p:cNvCxnSpPr>
          <p:nvPr/>
        </p:nvCxnSpPr>
        <p:spPr bwMode="auto">
          <a:xfrm flipH="1" flipV="1">
            <a:off x="1312863" y="4795838"/>
            <a:ext cx="349250" cy="4429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997" name="AutoShape 11">
            <a:extLst>
              <a:ext uri="{FF2B5EF4-FFF2-40B4-BE49-F238E27FC236}">
                <a16:creationId xmlns:a16="http://schemas.microsoft.com/office/drawing/2014/main" id="{B58A93FD-90EC-5789-3E68-B77612C65833}"/>
              </a:ext>
            </a:extLst>
          </p:cNvPr>
          <p:cNvCxnSpPr>
            <a:cxnSpLocks noChangeAspect="1" noChangeShapeType="1"/>
            <a:stCxn id="41994" idx="7"/>
            <a:endCxn id="41991" idx="3"/>
          </p:cNvCxnSpPr>
          <p:nvPr/>
        </p:nvCxnSpPr>
        <p:spPr bwMode="auto">
          <a:xfrm flipV="1">
            <a:off x="1922463" y="4786313"/>
            <a:ext cx="350837" cy="4524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998" name="AutoShape 12">
            <a:extLst>
              <a:ext uri="{FF2B5EF4-FFF2-40B4-BE49-F238E27FC236}">
                <a16:creationId xmlns:a16="http://schemas.microsoft.com/office/drawing/2014/main" id="{8076EC23-BBA3-6A9D-D3C3-EE63967FB7A1}"/>
              </a:ext>
            </a:extLst>
          </p:cNvPr>
          <p:cNvCxnSpPr>
            <a:cxnSpLocks noChangeAspect="1" noChangeShapeType="1"/>
            <a:stCxn id="41993" idx="5"/>
            <a:endCxn id="41991" idx="1"/>
          </p:cNvCxnSpPr>
          <p:nvPr/>
        </p:nvCxnSpPr>
        <p:spPr bwMode="auto">
          <a:xfrm>
            <a:off x="1941513" y="4064000"/>
            <a:ext cx="331787" cy="4429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999" name="AutoShape 13">
            <a:extLst>
              <a:ext uri="{FF2B5EF4-FFF2-40B4-BE49-F238E27FC236}">
                <a16:creationId xmlns:a16="http://schemas.microsoft.com/office/drawing/2014/main" id="{EEF467D2-9021-E391-0B0D-345E90833E52}"/>
              </a:ext>
            </a:extLst>
          </p:cNvPr>
          <p:cNvCxnSpPr>
            <a:cxnSpLocks noChangeAspect="1" noChangeShapeType="1"/>
            <a:stCxn id="41992" idx="6"/>
            <a:endCxn id="41991" idx="2"/>
          </p:cNvCxnSpPr>
          <p:nvPr/>
        </p:nvCxnSpPr>
        <p:spPr bwMode="auto">
          <a:xfrm>
            <a:off x="1384300" y="4646613"/>
            <a:ext cx="8255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000" name="Oval 14">
            <a:extLst>
              <a:ext uri="{FF2B5EF4-FFF2-40B4-BE49-F238E27FC236}">
                <a16:creationId xmlns:a16="http://schemas.microsoft.com/office/drawing/2014/main" id="{C777BAE3-D184-C8D7-33A2-69E2C3E5E3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43288" y="4464050"/>
            <a:ext cx="366712" cy="36671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</a:t>
            </a:r>
          </a:p>
        </p:txBody>
      </p:sp>
      <p:cxnSp>
        <p:nvCxnSpPr>
          <p:cNvPr id="42001" name="AutoShape 15">
            <a:extLst>
              <a:ext uri="{FF2B5EF4-FFF2-40B4-BE49-F238E27FC236}">
                <a16:creationId xmlns:a16="http://schemas.microsoft.com/office/drawing/2014/main" id="{99A6B860-A764-8B2F-CBE9-505145F4DF31}"/>
              </a:ext>
            </a:extLst>
          </p:cNvPr>
          <p:cNvCxnSpPr>
            <a:cxnSpLocks noChangeAspect="1" noChangeShapeType="1"/>
            <a:stCxn id="42016" idx="7"/>
            <a:endCxn id="42000" idx="3"/>
          </p:cNvCxnSpPr>
          <p:nvPr/>
        </p:nvCxnSpPr>
        <p:spPr bwMode="auto">
          <a:xfrm flipV="1">
            <a:off x="3144838" y="4786313"/>
            <a:ext cx="350837" cy="4524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02" name="AutoShape 16">
            <a:extLst>
              <a:ext uri="{FF2B5EF4-FFF2-40B4-BE49-F238E27FC236}">
                <a16:creationId xmlns:a16="http://schemas.microsoft.com/office/drawing/2014/main" id="{28E6FE57-1A9F-6512-2BD7-D49AA44FAD36}"/>
              </a:ext>
            </a:extLst>
          </p:cNvPr>
          <p:cNvCxnSpPr>
            <a:cxnSpLocks noChangeAspect="1" noChangeShapeType="1"/>
            <a:stCxn id="42000" idx="1"/>
            <a:endCxn id="41993" idx="6"/>
          </p:cNvCxnSpPr>
          <p:nvPr/>
        </p:nvCxnSpPr>
        <p:spPr bwMode="auto">
          <a:xfrm flipH="1" flipV="1">
            <a:off x="2012950" y="3914775"/>
            <a:ext cx="1482725" cy="5921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003" name="Text Box 17">
            <a:extLst>
              <a:ext uri="{FF2B5EF4-FFF2-40B4-BE49-F238E27FC236}">
                <a16:creationId xmlns:a16="http://schemas.microsoft.com/office/drawing/2014/main" id="{5A1E52D7-802A-3D7E-4B98-C57BA28BDA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925" y="2362200"/>
            <a:ext cx="2192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chemeClr val="tx2"/>
                </a:solidFill>
              </a:rPr>
              <a:t>discovery edge</a:t>
            </a:r>
          </a:p>
        </p:txBody>
      </p:sp>
      <p:sp>
        <p:nvSpPr>
          <p:cNvPr id="42005" name="Oval 19">
            <a:extLst>
              <a:ext uri="{FF2B5EF4-FFF2-40B4-BE49-F238E27FC236}">
                <a16:creationId xmlns:a16="http://schemas.microsoft.com/office/drawing/2014/main" id="{043AF75F-EF7C-B6E6-876D-4B80688504F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1713" y="1889125"/>
            <a:ext cx="366712" cy="366713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</a:t>
            </a:r>
          </a:p>
        </p:txBody>
      </p:sp>
      <p:sp>
        <p:nvSpPr>
          <p:cNvPr id="42006" name="Text Box 20">
            <a:extLst>
              <a:ext uri="{FF2B5EF4-FFF2-40B4-BE49-F238E27FC236}">
                <a16:creationId xmlns:a16="http://schemas.microsoft.com/office/drawing/2014/main" id="{7EFADF28-0061-D034-C72C-A80CB147B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925" y="1843088"/>
            <a:ext cx="19732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chemeClr val="tx2"/>
                </a:solidFill>
              </a:rPr>
              <a:t>visited vertex</a:t>
            </a:r>
          </a:p>
        </p:txBody>
      </p:sp>
      <p:sp>
        <p:nvSpPr>
          <p:cNvPr id="2" name="Line 25">
            <a:extLst>
              <a:ext uri="{FF2B5EF4-FFF2-40B4-BE49-F238E27FC236}">
                <a16:creationId xmlns:a16="http://schemas.microsoft.com/office/drawing/2014/main" id="{2876EFB8-EBE3-DA5D-3531-F82D3047F6DA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325" y="2674570"/>
            <a:ext cx="877888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42015" name="AutoShape 32">
            <a:extLst>
              <a:ext uri="{FF2B5EF4-FFF2-40B4-BE49-F238E27FC236}">
                <a16:creationId xmlns:a16="http://schemas.microsoft.com/office/drawing/2014/main" id="{B801EE05-2FFA-8033-70EC-A56CE6B30202}"/>
              </a:ext>
            </a:extLst>
          </p:cNvPr>
          <p:cNvCxnSpPr>
            <a:cxnSpLocks noChangeAspect="1" noChangeShapeType="1"/>
            <a:stCxn id="41991" idx="6"/>
            <a:endCxn id="42000" idx="2"/>
          </p:cNvCxnSpPr>
          <p:nvPr/>
        </p:nvCxnSpPr>
        <p:spPr bwMode="auto">
          <a:xfrm>
            <a:off x="2595563" y="4646613"/>
            <a:ext cx="8366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016" name="Oval 33">
            <a:extLst>
              <a:ext uri="{FF2B5EF4-FFF2-40B4-BE49-F238E27FC236}">
                <a16:creationId xmlns:a16="http://schemas.microsoft.com/office/drawing/2014/main" id="{B2C1FD6E-076D-604D-CB91-619E8E869A3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32100" y="5195888"/>
            <a:ext cx="366713" cy="36671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</a:t>
            </a:r>
          </a:p>
        </p:txBody>
      </p:sp>
      <p:cxnSp>
        <p:nvCxnSpPr>
          <p:cNvPr id="42017" name="AutoShape 34">
            <a:extLst>
              <a:ext uri="{FF2B5EF4-FFF2-40B4-BE49-F238E27FC236}">
                <a16:creationId xmlns:a16="http://schemas.microsoft.com/office/drawing/2014/main" id="{AA26BBE4-BE36-29DF-9863-488FA2D8FDDE}"/>
              </a:ext>
            </a:extLst>
          </p:cNvPr>
          <p:cNvCxnSpPr>
            <a:cxnSpLocks noChangeAspect="1" noChangeShapeType="1"/>
            <a:stCxn id="41991" idx="5"/>
            <a:endCxn id="42016" idx="1"/>
          </p:cNvCxnSpPr>
          <p:nvPr/>
        </p:nvCxnSpPr>
        <p:spPr bwMode="auto">
          <a:xfrm>
            <a:off x="2533650" y="4786313"/>
            <a:ext cx="350838" cy="4524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Text Box 28">
            <a:extLst>
              <a:ext uri="{FF2B5EF4-FFF2-40B4-BE49-F238E27FC236}">
                <a16:creationId xmlns:a16="http://schemas.microsoft.com/office/drawing/2014/main" id="{EF29A4A8-97BA-C83F-9455-8A4BE165A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383" y="3352800"/>
            <a:ext cx="62068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</a:rPr>
              <a:t>Start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4BBC2AF-BA38-1A6B-2201-453FD79A9D67}"/>
              </a:ext>
            </a:extLst>
          </p:cNvPr>
          <p:cNvCxnSpPr>
            <a:stCxn id="5" idx="3"/>
          </p:cNvCxnSpPr>
          <p:nvPr/>
        </p:nvCxnSpPr>
        <p:spPr bwMode="auto">
          <a:xfrm>
            <a:off x="1285066" y="3537466"/>
            <a:ext cx="238934" cy="146567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lg" len="lg"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AutoShape 5">
            <a:extLst>
              <a:ext uri="{FF2B5EF4-FFF2-40B4-BE49-F238E27FC236}">
                <a16:creationId xmlns:a16="http://schemas.microsoft.com/office/drawing/2014/main" id="{A5254C6A-2E2B-323D-7B92-3A67F5D19A3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776913" y="3948112"/>
            <a:ext cx="457200" cy="333375"/>
          </a:xfrm>
          <a:prstGeom prst="rightArrow">
            <a:avLst>
              <a:gd name="adj1" fmla="val 50000"/>
              <a:gd name="adj2" fmla="val 34286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grpSp>
        <p:nvGrpSpPr>
          <p:cNvPr id="8" name="Group 26">
            <a:extLst>
              <a:ext uri="{FF2B5EF4-FFF2-40B4-BE49-F238E27FC236}">
                <a16:creationId xmlns:a16="http://schemas.microsoft.com/office/drawing/2014/main" id="{8FE43E13-423F-9988-263A-350D9B8E518E}"/>
              </a:ext>
            </a:extLst>
          </p:cNvPr>
          <p:cNvGrpSpPr>
            <a:grpSpLocks/>
          </p:cNvGrpSpPr>
          <p:nvPr/>
        </p:nvGrpSpPr>
        <p:grpSpPr bwMode="auto">
          <a:xfrm>
            <a:off x="5191125" y="4495800"/>
            <a:ext cx="2809875" cy="1830388"/>
            <a:chOff x="894" y="2769"/>
            <a:chExt cx="1770" cy="1153"/>
          </a:xfrm>
        </p:grpSpPr>
        <p:sp>
          <p:nvSpPr>
            <p:cNvPr id="9" name="Oval 30">
              <a:extLst>
                <a:ext uri="{FF2B5EF4-FFF2-40B4-BE49-F238E27FC236}">
                  <a16:creationId xmlns:a16="http://schemas.microsoft.com/office/drawing/2014/main" id="{8EEE0CD6-CEE0-4937-BAB1-8E64A75C723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63" y="3230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C</a:t>
              </a:r>
            </a:p>
          </p:txBody>
        </p:sp>
        <p:sp>
          <p:nvSpPr>
            <p:cNvPr id="10" name="Oval 31">
              <a:extLst>
                <a:ext uri="{FF2B5EF4-FFF2-40B4-BE49-F238E27FC236}">
                  <a16:creationId xmlns:a16="http://schemas.microsoft.com/office/drawing/2014/main" id="{78CA63BF-3554-98E5-6935-BC3D487FB1C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94" y="3230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B</a:t>
              </a:r>
            </a:p>
          </p:txBody>
        </p:sp>
        <p:sp>
          <p:nvSpPr>
            <p:cNvPr id="11" name="Oval 32">
              <a:extLst>
                <a:ext uri="{FF2B5EF4-FFF2-40B4-BE49-F238E27FC236}">
                  <a16:creationId xmlns:a16="http://schemas.microsoft.com/office/drawing/2014/main" id="{48AF7B7A-D823-DB13-3A69-D4CA5AD8F24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90" y="2769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A</a:t>
              </a:r>
            </a:p>
          </p:txBody>
        </p:sp>
        <p:sp>
          <p:nvSpPr>
            <p:cNvPr id="12" name="Oval 33">
              <a:extLst>
                <a:ext uri="{FF2B5EF4-FFF2-40B4-BE49-F238E27FC236}">
                  <a16:creationId xmlns:a16="http://schemas.microsoft.com/office/drawing/2014/main" id="{430B1413-F8F6-5562-1807-C682E5D5A1D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78" y="3691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E</a:t>
              </a:r>
            </a:p>
          </p:txBody>
        </p:sp>
        <p:cxnSp>
          <p:nvCxnSpPr>
            <p:cNvPr id="13" name="AutoShape 34">
              <a:extLst>
                <a:ext uri="{FF2B5EF4-FFF2-40B4-BE49-F238E27FC236}">
                  <a16:creationId xmlns:a16="http://schemas.microsoft.com/office/drawing/2014/main" id="{E59E9EE5-D3FE-939E-6C95-F3C961DF7DFD}"/>
                </a:ext>
              </a:extLst>
            </p:cNvPr>
            <p:cNvCxnSpPr>
              <a:cxnSpLocks noChangeAspect="1" noChangeShapeType="1"/>
              <a:stCxn id="11" idx="3"/>
              <a:endCxn id="10" idx="7"/>
            </p:cNvCxnSpPr>
            <p:nvPr/>
          </p:nvCxnSpPr>
          <p:spPr bwMode="auto">
            <a:xfrm flipH="1">
              <a:off x="1091" y="2978"/>
              <a:ext cx="232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AutoShape 35">
              <a:extLst>
                <a:ext uri="{FF2B5EF4-FFF2-40B4-BE49-F238E27FC236}">
                  <a16:creationId xmlns:a16="http://schemas.microsoft.com/office/drawing/2014/main" id="{5514E421-C322-24B1-C252-DD141E4FBB71}"/>
                </a:ext>
              </a:extLst>
            </p:cNvPr>
            <p:cNvCxnSpPr>
              <a:cxnSpLocks noChangeAspect="1" noChangeShapeType="1"/>
              <a:stCxn id="12" idx="1"/>
              <a:endCxn id="10" idx="5"/>
            </p:cNvCxnSpPr>
            <p:nvPr/>
          </p:nvCxnSpPr>
          <p:spPr bwMode="auto">
            <a:xfrm flipH="1" flipV="1">
              <a:off x="1091" y="3439"/>
              <a:ext cx="220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AutoShape 37">
              <a:extLst>
                <a:ext uri="{FF2B5EF4-FFF2-40B4-BE49-F238E27FC236}">
                  <a16:creationId xmlns:a16="http://schemas.microsoft.com/office/drawing/2014/main" id="{C4F7214B-6E41-EA53-2194-50A0FD28F7CE}"/>
                </a:ext>
              </a:extLst>
            </p:cNvPr>
            <p:cNvCxnSpPr>
              <a:cxnSpLocks noChangeAspect="1" noChangeShapeType="1"/>
              <a:stCxn id="11" idx="5"/>
              <a:endCxn id="9" idx="1"/>
            </p:cNvCxnSpPr>
            <p:nvPr/>
          </p:nvCxnSpPr>
          <p:spPr bwMode="auto">
            <a:xfrm>
              <a:off x="1487" y="2978"/>
              <a:ext cx="209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" name="Oval 39">
              <a:extLst>
                <a:ext uri="{FF2B5EF4-FFF2-40B4-BE49-F238E27FC236}">
                  <a16:creationId xmlns:a16="http://schemas.microsoft.com/office/drawing/2014/main" id="{4B2C376A-A6B8-CC4C-6452-B5D1CA64B9E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33" y="3230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D</a:t>
              </a:r>
            </a:p>
          </p:txBody>
        </p:sp>
        <p:cxnSp>
          <p:nvCxnSpPr>
            <p:cNvPr id="17" name="AutoShape 41">
              <a:extLst>
                <a:ext uri="{FF2B5EF4-FFF2-40B4-BE49-F238E27FC236}">
                  <a16:creationId xmlns:a16="http://schemas.microsoft.com/office/drawing/2014/main" id="{3A099D1B-98DF-9EFB-19E7-38E67040FAF9}"/>
                </a:ext>
              </a:extLst>
            </p:cNvPr>
            <p:cNvCxnSpPr>
              <a:cxnSpLocks noChangeAspect="1" noChangeShapeType="1"/>
              <a:stCxn id="16" idx="1"/>
              <a:endCxn id="11" idx="6"/>
            </p:cNvCxnSpPr>
            <p:nvPr/>
          </p:nvCxnSpPr>
          <p:spPr bwMode="auto">
            <a:xfrm flipH="1" flipV="1">
              <a:off x="1532" y="2884"/>
              <a:ext cx="934" cy="367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8" name="Oval 7">
            <a:extLst>
              <a:ext uri="{FF2B5EF4-FFF2-40B4-BE49-F238E27FC236}">
                <a16:creationId xmlns:a16="http://schemas.microsoft.com/office/drawing/2014/main" id="{6438F177-4DFE-0580-CA94-AEE0A4F3FB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72150" y="1600200"/>
            <a:ext cx="366713" cy="366713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</a:t>
            </a:r>
          </a:p>
        </p:txBody>
      </p:sp>
      <p:sp>
        <p:nvSpPr>
          <p:cNvPr id="19" name="Oval 57">
            <a:extLst>
              <a:ext uri="{FF2B5EF4-FFF2-40B4-BE49-F238E27FC236}">
                <a16:creationId xmlns:a16="http://schemas.microsoft.com/office/drawing/2014/main" id="{4861AD68-4159-F903-5B30-104F6DC714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11913" y="3519488"/>
            <a:ext cx="366712" cy="366712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20" name="Oval 58">
            <a:extLst>
              <a:ext uri="{FF2B5EF4-FFF2-40B4-BE49-F238E27FC236}">
                <a16:creationId xmlns:a16="http://schemas.microsoft.com/office/drawing/2014/main" id="{317D80A6-B676-1A30-45D8-6747CA6357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91125" y="3519488"/>
            <a:ext cx="366713" cy="366712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B</a:t>
            </a:r>
          </a:p>
        </p:txBody>
      </p:sp>
      <p:sp>
        <p:nvSpPr>
          <p:cNvPr id="21" name="Oval 59">
            <a:extLst>
              <a:ext uri="{FF2B5EF4-FFF2-40B4-BE49-F238E27FC236}">
                <a16:creationId xmlns:a16="http://schemas.microsoft.com/office/drawing/2014/main" id="{B5C1DF97-B015-D53F-F81E-CF5A279452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19775" y="2787650"/>
            <a:ext cx="366713" cy="366713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A</a:t>
            </a:r>
          </a:p>
        </p:txBody>
      </p:sp>
      <p:cxnSp>
        <p:nvCxnSpPr>
          <p:cNvPr id="22" name="AutoShape 61">
            <a:extLst>
              <a:ext uri="{FF2B5EF4-FFF2-40B4-BE49-F238E27FC236}">
                <a16:creationId xmlns:a16="http://schemas.microsoft.com/office/drawing/2014/main" id="{6CA65F00-EC32-194D-19CE-B2588766C770}"/>
              </a:ext>
            </a:extLst>
          </p:cNvPr>
          <p:cNvCxnSpPr>
            <a:cxnSpLocks noChangeAspect="1" noChangeShapeType="1"/>
            <a:stCxn id="21" idx="3"/>
            <a:endCxn id="20" idx="7"/>
          </p:cNvCxnSpPr>
          <p:nvPr/>
        </p:nvCxnSpPr>
        <p:spPr bwMode="auto">
          <a:xfrm flipH="1">
            <a:off x="5503863" y="3119438"/>
            <a:ext cx="368300" cy="433387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" name="AutoShape 64">
            <a:extLst>
              <a:ext uri="{FF2B5EF4-FFF2-40B4-BE49-F238E27FC236}">
                <a16:creationId xmlns:a16="http://schemas.microsoft.com/office/drawing/2014/main" id="{2CCB5517-5E2F-1DD0-EDDE-32ECCACBFAA5}"/>
              </a:ext>
            </a:extLst>
          </p:cNvPr>
          <p:cNvCxnSpPr>
            <a:cxnSpLocks noChangeAspect="1" noChangeShapeType="1"/>
            <a:stCxn id="21" idx="5"/>
            <a:endCxn id="19" idx="1"/>
          </p:cNvCxnSpPr>
          <p:nvPr/>
        </p:nvCxnSpPr>
        <p:spPr bwMode="auto">
          <a:xfrm>
            <a:off x="6132513" y="3119438"/>
            <a:ext cx="331787" cy="433387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66">
            <a:extLst>
              <a:ext uri="{FF2B5EF4-FFF2-40B4-BE49-F238E27FC236}">
                <a16:creationId xmlns:a16="http://schemas.microsoft.com/office/drawing/2014/main" id="{F42A0266-3F1E-FCCC-3002-D77206C71D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34288" y="3519488"/>
            <a:ext cx="366712" cy="366712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</a:t>
            </a:r>
          </a:p>
        </p:txBody>
      </p:sp>
      <p:cxnSp>
        <p:nvCxnSpPr>
          <p:cNvPr id="25" name="AutoShape 68">
            <a:extLst>
              <a:ext uri="{FF2B5EF4-FFF2-40B4-BE49-F238E27FC236}">
                <a16:creationId xmlns:a16="http://schemas.microsoft.com/office/drawing/2014/main" id="{7D27C962-C92C-D1EB-0441-5450867586BF}"/>
              </a:ext>
            </a:extLst>
          </p:cNvPr>
          <p:cNvCxnSpPr>
            <a:cxnSpLocks noChangeAspect="1" noChangeShapeType="1"/>
            <a:stCxn id="24" idx="1"/>
            <a:endCxn id="21" idx="6"/>
          </p:cNvCxnSpPr>
          <p:nvPr/>
        </p:nvCxnSpPr>
        <p:spPr bwMode="auto">
          <a:xfrm flipH="1" flipV="1">
            <a:off x="6203950" y="2970213"/>
            <a:ext cx="1482725" cy="582612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AutoShape 5">
            <a:extLst>
              <a:ext uri="{FF2B5EF4-FFF2-40B4-BE49-F238E27FC236}">
                <a16:creationId xmlns:a16="http://schemas.microsoft.com/office/drawing/2014/main" id="{BC9FC5AC-3314-C3B9-8DD2-CF839BE853B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729288" y="2195512"/>
            <a:ext cx="457200" cy="333375"/>
          </a:xfrm>
          <a:prstGeom prst="rightArrow">
            <a:avLst>
              <a:gd name="adj1" fmla="val 50000"/>
              <a:gd name="adj2" fmla="val 34286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20806819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54391-8519-9763-6583-13D79BDDA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Footer Placeholder 3">
            <a:extLst>
              <a:ext uri="{FF2B5EF4-FFF2-40B4-BE49-F238E27FC236}">
                <a16:creationId xmlns:a16="http://schemas.microsoft.com/office/drawing/2014/main" id="{53196397-5EFE-2CE7-48B2-F2785D7B9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Graphs</a:t>
            </a:r>
          </a:p>
        </p:txBody>
      </p:sp>
      <p:sp>
        <p:nvSpPr>
          <p:cNvPr id="45059" name="Slide Number Placeholder 4">
            <a:extLst>
              <a:ext uri="{FF2B5EF4-FFF2-40B4-BE49-F238E27FC236}">
                <a16:creationId xmlns:a16="http://schemas.microsoft.com/office/drawing/2014/main" id="{7A58597F-B2B0-801C-66E3-EB835B4D0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153EA36-A8A1-4222-A346-14AF6DBD093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400"/>
          </a:p>
        </p:txBody>
      </p:sp>
      <p:sp>
        <p:nvSpPr>
          <p:cNvPr id="45060" name="Rectangle 2">
            <a:extLst>
              <a:ext uri="{FF2B5EF4-FFF2-40B4-BE49-F238E27FC236}">
                <a16:creationId xmlns:a16="http://schemas.microsoft.com/office/drawing/2014/main" id="{B1F29098-65E7-6F7B-7656-2541A61C6C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BFS – Simple Steps (cont.)</a:t>
            </a:r>
          </a:p>
        </p:txBody>
      </p:sp>
      <p:sp>
        <p:nvSpPr>
          <p:cNvPr id="45061" name="AutoShape 3">
            <a:extLst>
              <a:ext uri="{FF2B5EF4-FFF2-40B4-BE49-F238E27FC236}">
                <a16:creationId xmlns:a16="http://schemas.microsoft.com/office/drawing/2014/main" id="{361E6696-D098-3BE3-0457-D96EE71643B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710363" y="3871912"/>
            <a:ext cx="457200" cy="333375"/>
          </a:xfrm>
          <a:prstGeom prst="rightArrow">
            <a:avLst>
              <a:gd name="adj1" fmla="val 50000"/>
              <a:gd name="adj2" fmla="val 34286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grpSp>
        <p:nvGrpSpPr>
          <p:cNvPr id="45074" name="Group 27">
            <a:extLst>
              <a:ext uri="{FF2B5EF4-FFF2-40B4-BE49-F238E27FC236}">
                <a16:creationId xmlns:a16="http://schemas.microsoft.com/office/drawing/2014/main" id="{41EA16D3-089D-73B4-5FAA-82F0A1DFDA04}"/>
              </a:ext>
            </a:extLst>
          </p:cNvPr>
          <p:cNvGrpSpPr>
            <a:grpSpLocks/>
          </p:cNvGrpSpPr>
          <p:nvPr/>
        </p:nvGrpSpPr>
        <p:grpSpPr bwMode="auto">
          <a:xfrm>
            <a:off x="5600700" y="1770063"/>
            <a:ext cx="2809875" cy="1830387"/>
            <a:chOff x="840" y="2769"/>
            <a:chExt cx="1770" cy="1153"/>
          </a:xfrm>
        </p:grpSpPr>
        <p:sp>
          <p:nvSpPr>
            <p:cNvPr id="45091" name="Oval 31">
              <a:extLst>
                <a:ext uri="{FF2B5EF4-FFF2-40B4-BE49-F238E27FC236}">
                  <a16:creationId xmlns:a16="http://schemas.microsoft.com/office/drawing/2014/main" id="{D5A59E79-76A8-3BEB-85A4-1590B50A274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09" y="3230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C</a:t>
              </a:r>
            </a:p>
          </p:txBody>
        </p:sp>
        <p:sp>
          <p:nvSpPr>
            <p:cNvPr id="45092" name="Oval 32">
              <a:extLst>
                <a:ext uri="{FF2B5EF4-FFF2-40B4-BE49-F238E27FC236}">
                  <a16:creationId xmlns:a16="http://schemas.microsoft.com/office/drawing/2014/main" id="{D28C26FA-9E31-9DDA-5F76-EBEA54476EF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40" y="3230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B</a:t>
              </a:r>
            </a:p>
          </p:txBody>
        </p:sp>
        <p:sp>
          <p:nvSpPr>
            <p:cNvPr id="45093" name="Oval 33">
              <a:extLst>
                <a:ext uri="{FF2B5EF4-FFF2-40B4-BE49-F238E27FC236}">
                  <a16:creationId xmlns:a16="http://schemas.microsoft.com/office/drawing/2014/main" id="{A12823EE-5334-DCFF-B1CF-35A1BA6E81D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36" y="2769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A</a:t>
              </a:r>
            </a:p>
          </p:txBody>
        </p:sp>
        <p:sp>
          <p:nvSpPr>
            <p:cNvPr id="45094" name="Oval 34">
              <a:extLst>
                <a:ext uri="{FF2B5EF4-FFF2-40B4-BE49-F238E27FC236}">
                  <a16:creationId xmlns:a16="http://schemas.microsoft.com/office/drawing/2014/main" id="{D13297AB-B4E6-07D9-5FDF-A47F97D6DA5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24" y="3691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E</a:t>
              </a:r>
            </a:p>
          </p:txBody>
        </p:sp>
        <p:cxnSp>
          <p:nvCxnSpPr>
            <p:cNvPr id="45095" name="AutoShape 35">
              <a:extLst>
                <a:ext uri="{FF2B5EF4-FFF2-40B4-BE49-F238E27FC236}">
                  <a16:creationId xmlns:a16="http://schemas.microsoft.com/office/drawing/2014/main" id="{3C36B3FC-4F77-7BBE-88F7-37782DB7DB9E}"/>
                </a:ext>
              </a:extLst>
            </p:cNvPr>
            <p:cNvCxnSpPr>
              <a:cxnSpLocks noChangeAspect="1" noChangeShapeType="1"/>
              <a:stCxn id="45093" idx="3"/>
              <a:endCxn id="45092" idx="7"/>
            </p:cNvCxnSpPr>
            <p:nvPr/>
          </p:nvCxnSpPr>
          <p:spPr bwMode="auto">
            <a:xfrm flipH="1">
              <a:off x="1037" y="2978"/>
              <a:ext cx="232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5096" name="AutoShape 36">
              <a:extLst>
                <a:ext uri="{FF2B5EF4-FFF2-40B4-BE49-F238E27FC236}">
                  <a16:creationId xmlns:a16="http://schemas.microsoft.com/office/drawing/2014/main" id="{3873EB91-37D9-3A5E-09A2-F9EF0C6A599F}"/>
                </a:ext>
              </a:extLst>
            </p:cNvPr>
            <p:cNvCxnSpPr>
              <a:cxnSpLocks noChangeAspect="1" noChangeShapeType="1"/>
              <a:stCxn id="45094" idx="1"/>
              <a:endCxn id="45092" idx="5"/>
            </p:cNvCxnSpPr>
            <p:nvPr/>
          </p:nvCxnSpPr>
          <p:spPr bwMode="auto">
            <a:xfrm flipH="1" flipV="1">
              <a:off x="1037" y="3439"/>
              <a:ext cx="220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5098" name="AutoShape 38">
              <a:extLst>
                <a:ext uri="{FF2B5EF4-FFF2-40B4-BE49-F238E27FC236}">
                  <a16:creationId xmlns:a16="http://schemas.microsoft.com/office/drawing/2014/main" id="{305FDFE4-F192-5F35-52C2-39A709DA56AD}"/>
                </a:ext>
              </a:extLst>
            </p:cNvPr>
            <p:cNvCxnSpPr>
              <a:cxnSpLocks noChangeAspect="1" noChangeShapeType="1"/>
              <a:stCxn id="45093" idx="5"/>
              <a:endCxn id="45091" idx="1"/>
            </p:cNvCxnSpPr>
            <p:nvPr/>
          </p:nvCxnSpPr>
          <p:spPr bwMode="auto">
            <a:xfrm>
              <a:off x="1433" y="2978"/>
              <a:ext cx="209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5100" name="Oval 40">
              <a:extLst>
                <a:ext uri="{FF2B5EF4-FFF2-40B4-BE49-F238E27FC236}">
                  <a16:creationId xmlns:a16="http://schemas.microsoft.com/office/drawing/2014/main" id="{CE1EA154-99C9-7A32-A52E-1621D02E72D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79" y="3230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D</a:t>
              </a:r>
            </a:p>
          </p:txBody>
        </p:sp>
        <p:cxnSp>
          <p:nvCxnSpPr>
            <p:cNvPr id="45101" name="AutoShape 42">
              <a:extLst>
                <a:ext uri="{FF2B5EF4-FFF2-40B4-BE49-F238E27FC236}">
                  <a16:creationId xmlns:a16="http://schemas.microsoft.com/office/drawing/2014/main" id="{9A0BDB6C-3FCC-A7F3-ADE3-580FC588D188}"/>
                </a:ext>
              </a:extLst>
            </p:cNvPr>
            <p:cNvCxnSpPr>
              <a:cxnSpLocks noChangeAspect="1" noChangeShapeType="1"/>
              <a:stCxn id="45100" idx="1"/>
              <a:endCxn id="45093" idx="6"/>
            </p:cNvCxnSpPr>
            <p:nvPr/>
          </p:nvCxnSpPr>
          <p:spPr bwMode="auto">
            <a:xfrm flipH="1" flipV="1">
              <a:off x="1478" y="2884"/>
              <a:ext cx="934" cy="367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5103" name="Oval 46">
              <a:extLst>
                <a:ext uri="{FF2B5EF4-FFF2-40B4-BE49-F238E27FC236}">
                  <a16:creationId xmlns:a16="http://schemas.microsoft.com/office/drawing/2014/main" id="{F4383702-B2AF-5A99-2421-F2D7CAFF03A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94" y="3691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F</a:t>
              </a:r>
            </a:p>
          </p:txBody>
        </p:sp>
        <p:cxnSp>
          <p:nvCxnSpPr>
            <p:cNvPr id="45104" name="AutoShape 47">
              <a:extLst>
                <a:ext uri="{FF2B5EF4-FFF2-40B4-BE49-F238E27FC236}">
                  <a16:creationId xmlns:a16="http://schemas.microsoft.com/office/drawing/2014/main" id="{4E54EA31-C046-4268-2D25-21BED89963A3}"/>
                </a:ext>
              </a:extLst>
            </p:cNvPr>
            <p:cNvCxnSpPr>
              <a:cxnSpLocks noChangeAspect="1" noChangeShapeType="1"/>
              <a:stCxn id="45091" idx="5"/>
              <a:endCxn id="45103" idx="1"/>
            </p:cNvCxnSpPr>
            <p:nvPr/>
          </p:nvCxnSpPr>
          <p:spPr bwMode="auto">
            <a:xfrm>
              <a:off x="1806" y="3439"/>
              <a:ext cx="221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5075" name="Group 27">
            <a:extLst>
              <a:ext uri="{FF2B5EF4-FFF2-40B4-BE49-F238E27FC236}">
                <a16:creationId xmlns:a16="http://schemas.microsoft.com/office/drawing/2014/main" id="{058B847B-CF7F-BFE5-7076-F1AD393845A2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4343400"/>
            <a:ext cx="2809875" cy="1830388"/>
            <a:chOff x="840" y="2769"/>
            <a:chExt cx="1770" cy="1153"/>
          </a:xfrm>
        </p:grpSpPr>
        <p:sp>
          <p:nvSpPr>
            <p:cNvPr id="45077" name="Oval 31">
              <a:extLst>
                <a:ext uri="{FF2B5EF4-FFF2-40B4-BE49-F238E27FC236}">
                  <a16:creationId xmlns:a16="http://schemas.microsoft.com/office/drawing/2014/main" id="{F9DF7F0C-4D1D-35B6-B922-698F7216AF8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09" y="3230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 type="non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C</a:t>
              </a:r>
            </a:p>
          </p:txBody>
        </p:sp>
        <p:sp>
          <p:nvSpPr>
            <p:cNvPr id="45078" name="Oval 32">
              <a:extLst>
                <a:ext uri="{FF2B5EF4-FFF2-40B4-BE49-F238E27FC236}">
                  <a16:creationId xmlns:a16="http://schemas.microsoft.com/office/drawing/2014/main" id="{9A12C152-02E9-7C74-0E4F-E8C34C761BC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40" y="3230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 type="non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B</a:t>
              </a:r>
            </a:p>
          </p:txBody>
        </p:sp>
        <p:sp>
          <p:nvSpPr>
            <p:cNvPr id="45079" name="Oval 33">
              <a:extLst>
                <a:ext uri="{FF2B5EF4-FFF2-40B4-BE49-F238E27FC236}">
                  <a16:creationId xmlns:a16="http://schemas.microsoft.com/office/drawing/2014/main" id="{60E59C5C-7F7D-72AB-B355-EE21929B2F7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36" y="2769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 type="non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A</a:t>
              </a:r>
            </a:p>
          </p:txBody>
        </p:sp>
        <p:sp>
          <p:nvSpPr>
            <p:cNvPr id="45080" name="Oval 34">
              <a:extLst>
                <a:ext uri="{FF2B5EF4-FFF2-40B4-BE49-F238E27FC236}">
                  <a16:creationId xmlns:a16="http://schemas.microsoft.com/office/drawing/2014/main" id="{45C50E52-2C24-EDED-94E4-D045587F7D2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24" y="3691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 type="non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E</a:t>
              </a:r>
            </a:p>
          </p:txBody>
        </p:sp>
        <p:cxnSp>
          <p:nvCxnSpPr>
            <p:cNvPr id="45081" name="AutoShape 35">
              <a:extLst>
                <a:ext uri="{FF2B5EF4-FFF2-40B4-BE49-F238E27FC236}">
                  <a16:creationId xmlns:a16="http://schemas.microsoft.com/office/drawing/2014/main" id="{AC5F82C9-BA49-6291-424B-1C93E76AF82E}"/>
                </a:ext>
              </a:extLst>
            </p:cNvPr>
            <p:cNvCxnSpPr>
              <a:cxnSpLocks noChangeAspect="1" noChangeShapeType="1"/>
              <a:stCxn id="45079" idx="3"/>
              <a:endCxn id="45078" idx="7"/>
            </p:cNvCxnSpPr>
            <p:nvPr/>
          </p:nvCxnSpPr>
          <p:spPr bwMode="auto">
            <a:xfrm flipH="1">
              <a:off x="1037" y="2978"/>
              <a:ext cx="232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5082" name="AutoShape 36">
              <a:extLst>
                <a:ext uri="{FF2B5EF4-FFF2-40B4-BE49-F238E27FC236}">
                  <a16:creationId xmlns:a16="http://schemas.microsoft.com/office/drawing/2014/main" id="{1FBAC902-43B1-1926-971B-A396990C9A2E}"/>
                </a:ext>
              </a:extLst>
            </p:cNvPr>
            <p:cNvCxnSpPr>
              <a:cxnSpLocks noChangeAspect="1" noChangeShapeType="1"/>
              <a:stCxn id="45080" idx="1"/>
              <a:endCxn id="45078" idx="5"/>
            </p:cNvCxnSpPr>
            <p:nvPr/>
          </p:nvCxnSpPr>
          <p:spPr bwMode="auto">
            <a:xfrm flipH="1" flipV="1">
              <a:off x="1037" y="3439"/>
              <a:ext cx="220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5084" name="AutoShape 38">
              <a:extLst>
                <a:ext uri="{FF2B5EF4-FFF2-40B4-BE49-F238E27FC236}">
                  <a16:creationId xmlns:a16="http://schemas.microsoft.com/office/drawing/2014/main" id="{1B130BFE-2428-D54A-5BCF-30D552C1F573}"/>
                </a:ext>
              </a:extLst>
            </p:cNvPr>
            <p:cNvCxnSpPr>
              <a:cxnSpLocks noChangeAspect="1" noChangeShapeType="1"/>
              <a:stCxn id="45079" idx="5"/>
              <a:endCxn id="45077" idx="1"/>
            </p:cNvCxnSpPr>
            <p:nvPr/>
          </p:nvCxnSpPr>
          <p:spPr bwMode="auto">
            <a:xfrm>
              <a:off x="1433" y="2978"/>
              <a:ext cx="209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5086" name="Oval 40">
              <a:extLst>
                <a:ext uri="{FF2B5EF4-FFF2-40B4-BE49-F238E27FC236}">
                  <a16:creationId xmlns:a16="http://schemas.microsoft.com/office/drawing/2014/main" id="{24B40C55-F172-2552-488D-8E24908ADB0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79" y="3230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 type="non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D</a:t>
              </a:r>
            </a:p>
          </p:txBody>
        </p:sp>
        <p:cxnSp>
          <p:nvCxnSpPr>
            <p:cNvPr id="45087" name="AutoShape 42">
              <a:extLst>
                <a:ext uri="{FF2B5EF4-FFF2-40B4-BE49-F238E27FC236}">
                  <a16:creationId xmlns:a16="http://schemas.microsoft.com/office/drawing/2014/main" id="{98314AE4-8D26-A540-4455-6F022105245E}"/>
                </a:ext>
              </a:extLst>
            </p:cNvPr>
            <p:cNvCxnSpPr>
              <a:cxnSpLocks noChangeAspect="1" noChangeShapeType="1"/>
              <a:stCxn id="45086" idx="1"/>
              <a:endCxn id="45079" idx="6"/>
            </p:cNvCxnSpPr>
            <p:nvPr/>
          </p:nvCxnSpPr>
          <p:spPr bwMode="auto">
            <a:xfrm flipH="1" flipV="1">
              <a:off x="1478" y="2884"/>
              <a:ext cx="934" cy="367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5089" name="Oval 46">
              <a:extLst>
                <a:ext uri="{FF2B5EF4-FFF2-40B4-BE49-F238E27FC236}">
                  <a16:creationId xmlns:a16="http://schemas.microsoft.com/office/drawing/2014/main" id="{6360E216-78C4-4DE7-D895-47C7B45050F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94" y="3691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 type="non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F</a:t>
              </a:r>
            </a:p>
          </p:txBody>
        </p:sp>
        <p:cxnSp>
          <p:nvCxnSpPr>
            <p:cNvPr id="45090" name="AutoShape 47">
              <a:extLst>
                <a:ext uri="{FF2B5EF4-FFF2-40B4-BE49-F238E27FC236}">
                  <a16:creationId xmlns:a16="http://schemas.microsoft.com/office/drawing/2014/main" id="{EB05B7C2-C798-8AAD-7AAC-DE8AE783628B}"/>
                </a:ext>
              </a:extLst>
            </p:cNvPr>
            <p:cNvCxnSpPr>
              <a:cxnSpLocks noChangeAspect="1" noChangeShapeType="1"/>
              <a:stCxn id="45077" idx="5"/>
              <a:endCxn id="45089" idx="1"/>
            </p:cNvCxnSpPr>
            <p:nvPr/>
          </p:nvCxnSpPr>
          <p:spPr bwMode="auto">
            <a:xfrm>
              <a:off x="1806" y="3439"/>
              <a:ext cx="221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" name="Oval 5">
            <a:extLst>
              <a:ext uri="{FF2B5EF4-FFF2-40B4-BE49-F238E27FC236}">
                <a16:creationId xmlns:a16="http://schemas.microsoft.com/office/drawing/2014/main" id="{AD050B40-D47D-6EFE-ED4D-B1DD84897A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20913" y="4464050"/>
            <a:ext cx="366712" cy="36671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3" name="Oval 6">
            <a:extLst>
              <a:ext uri="{FF2B5EF4-FFF2-40B4-BE49-F238E27FC236}">
                <a16:creationId xmlns:a16="http://schemas.microsoft.com/office/drawing/2014/main" id="{05484064-5692-B061-5991-18549CE41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0125" y="4464050"/>
            <a:ext cx="366713" cy="366713"/>
          </a:xfrm>
          <a:prstGeom prst="ellips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B</a:t>
            </a:r>
          </a:p>
        </p:txBody>
      </p:sp>
      <p:sp>
        <p:nvSpPr>
          <p:cNvPr id="4" name="Oval 7">
            <a:extLst>
              <a:ext uri="{FF2B5EF4-FFF2-40B4-BE49-F238E27FC236}">
                <a16:creationId xmlns:a16="http://schemas.microsoft.com/office/drawing/2014/main" id="{6E1D350D-4D00-09B5-7FD2-6646E30E91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28775" y="3732213"/>
            <a:ext cx="366713" cy="366712"/>
          </a:xfrm>
          <a:prstGeom prst="ellips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A</a:t>
            </a:r>
          </a:p>
        </p:txBody>
      </p:sp>
      <p:sp>
        <p:nvSpPr>
          <p:cNvPr id="5" name="Oval 8">
            <a:extLst>
              <a:ext uri="{FF2B5EF4-FFF2-40B4-BE49-F238E27FC236}">
                <a16:creationId xmlns:a16="http://schemas.microsoft.com/office/drawing/2014/main" id="{131E80C3-14E6-899A-07C7-813AFFDA01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09725" y="5195888"/>
            <a:ext cx="366713" cy="36671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</a:t>
            </a:r>
          </a:p>
        </p:txBody>
      </p:sp>
      <p:cxnSp>
        <p:nvCxnSpPr>
          <p:cNvPr id="6" name="AutoShape 9">
            <a:extLst>
              <a:ext uri="{FF2B5EF4-FFF2-40B4-BE49-F238E27FC236}">
                <a16:creationId xmlns:a16="http://schemas.microsoft.com/office/drawing/2014/main" id="{8DBB2EB4-3A20-725C-F021-E1AC7A421869}"/>
              </a:ext>
            </a:extLst>
          </p:cNvPr>
          <p:cNvCxnSpPr>
            <a:cxnSpLocks noChangeAspect="1" noChangeShapeType="1"/>
            <a:stCxn id="4" idx="3"/>
            <a:endCxn id="3" idx="7"/>
          </p:cNvCxnSpPr>
          <p:nvPr/>
        </p:nvCxnSpPr>
        <p:spPr bwMode="auto">
          <a:xfrm flipH="1">
            <a:off x="1312863" y="4064000"/>
            <a:ext cx="368300" cy="433388"/>
          </a:xfrm>
          <a:prstGeom prst="straightConnector1">
            <a:avLst/>
          </a:prstGeom>
          <a:noFill/>
          <a:ln w="19050">
            <a:solidFill>
              <a:schemeClr val="tx2"/>
            </a:solidFill>
            <a:round/>
            <a:headEnd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" name="AutoShape 10">
            <a:extLst>
              <a:ext uri="{FF2B5EF4-FFF2-40B4-BE49-F238E27FC236}">
                <a16:creationId xmlns:a16="http://schemas.microsoft.com/office/drawing/2014/main" id="{F2BD854D-4BA4-1582-0AE5-79E74DAFC3EC}"/>
              </a:ext>
            </a:extLst>
          </p:cNvPr>
          <p:cNvCxnSpPr>
            <a:cxnSpLocks noChangeAspect="1" noChangeShapeType="1"/>
            <a:stCxn id="5" idx="1"/>
            <a:endCxn id="3" idx="5"/>
          </p:cNvCxnSpPr>
          <p:nvPr/>
        </p:nvCxnSpPr>
        <p:spPr bwMode="auto">
          <a:xfrm flipH="1" flipV="1">
            <a:off x="1312863" y="4795838"/>
            <a:ext cx="349250" cy="4429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AutoShape 11">
            <a:extLst>
              <a:ext uri="{FF2B5EF4-FFF2-40B4-BE49-F238E27FC236}">
                <a16:creationId xmlns:a16="http://schemas.microsoft.com/office/drawing/2014/main" id="{A6D5AF21-65A6-5519-4AF3-E9A49FB714EC}"/>
              </a:ext>
            </a:extLst>
          </p:cNvPr>
          <p:cNvCxnSpPr>
            <a:cxnSpLocks noChangeAspect="1" noChangeShapeType="1"/>
            <a:stCxn id="5" idx="7"/>
            <a:endCxn id="2" idx="3"/>
          </p:cNvCxnSpPr>
          <p:nvPr/>
        </p:nvCxnSpPr>
        <p:spPr bwMode="auto">
          <a:xfrm flipV="1">
            <a:off x="1922463" y="4786313"/>
            <a:ext cx="350837" cy="4524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AutoShape 12">
            <a:extLst>
              <a:ext uri="{FF2B5EF4-FFF2-40B4-BE49-F238E27FC236}">
                <a16:creationId xmlns:a16="http://schemas.microsoft.com/office/drawing/2014/main" id="{62479891-BB05-67B5-CFF1-F6E73BF3D04B}"/>
              </a:ext>
            </a:extLst>
          </p:cNvPr>
          <p:cNvCxnSpPr>
            <a:cxnSpLocks noChangeAspect="1" noChangeShapeType="1"/>
            <a:stCxn id="4" idx="5"/>
            <a:endCxn id="2" idx="1"/>
          </p:cNvCxnSpPr>
          <p:nvPr/>
        </p:nvCxnSpPr>
        <p:spPr bwMode="auto">
          <a:xfrm>
            <a:off x="1941513" y="4064000"/>
            <a:ext cx="331787" cy="4429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AutoShape 13">
            <a:extLst>
              <a:ext uri="{FF2B5EF4-FFF2-40B4-BE49-F238E27FC236}">
                <a16:creationId xmlns:a16="http://schemas.microsoft.com/office/drawing/2014/main" id="{19F57210-FF44-EFB6-F358-D6DF0FBC0B52}"/>
              </a:ext>
            </a:extLst>
          </p:cNvPr>
          <p:cNvCxnSpPr>
            <a:cxnSpLocks noChangeAspect="1" noChangeShapeType="1"/>
            <a:stCxn id="3" idx="6"/>
            <a:endCxn id="2" idx="2"/>
          </p:cNvCxnSpPr>
          <p:nvPr/>
        </p:nvCxnSpPr>
        <p:spPr bwMode="auto">
          <a:xfrm>
            <a:off x="1384300" y="4646613"/>
            <a:ext cx="8255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Oval 14">
            <a:extLst>
              <a:ext uri="{FF2B5EF4-FFF2-40B4-BE49-F238E27FC236}">
                <a16:creationId xmlns:a16="http://schemas.microsoft.com/office/drawing/2014/main" id="{7B9F5522-C1A6-FCA1-3275-E6F167AB97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43288" y="4464050"/>
            <a:ext cx="366712" cy="36671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</a:t>
            </a:r>
          </a:p>
        </p:txBody>
      </p:sp>
      <p:cxnSp>
        <p:nvCxnSpPr>
          <p:cNvPr id="12" name="AutoShape 15">
            <a:extLst>
              <a:ext uri="{FF2B5EF4-FFF2-40B4-BE49-F238E27FC236}">
                <a16:creationId xmlns:a16="http://schemas.microsoft.com/office/drawing/2014/main" id="{6B55773C-59ED-1724-C2A2-A980396EDD81}"/>
              </a:ext>
            </a:extLst>
          </p:cNvPr>
          <p:cNvCxnSpPr>
            <a:cxnSpLocks noChangeAspect="1" noChangeShapeType="1"/>
            <a:stCxn id="15" idx="7"/>
            <a:endCxn id="11" idx="3"/>
          </p:cNvCxnSpPr>
          <p:nvPr/>
        </p:nvCxnSpPr>
        <p:spPr bwMode="auto">
          <a:xfrm flipV="1">
            <a:off x="3144838" y="4786313"/>
            <a:ext cx="350837" cy="4524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AutoShape 16">
            <a:extLst>
              <a:ext uri="{FF2B5EF4-FFF2-40B4-BE49-F238E27FC236}">
                <a16:creationId xmlns:a16="http://schemas.microsoft.com/office/drawing/2014/main" id="{2351339E-9CF2-D7A4-3534-D25882C1C6B0}"/>
              </a:ext>
            </a:extLst>
          </p:cNvPr>
          <p:cNvCxnSpPr>
            <a:cxnSpLocks noChangeAspect="1" noChangeShapeType="1"/>
            <a:stCxn id="11" idx="1"/>
            <a:endCxn id="4" idx="6"/>
          </p:cNvCxnSpPr>
          <p:nvPr/>
        </p:nvCxnSpPr>
        <p:spPr bwMode="auto">
          <a:xfrm flipH="1" flipV="1">
            <a:off x="2012950" y="3914775"/>
            <a:ext cx="1482725" cy="5921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AutoShape 32">
            <a:extLst>
              <a:ext uri="{FF2B5EF4-FFF2-40B4-BE49-F238E27FC236}">
                <a16:creationId xmlns:a16="http://schemas.microsoft.com/office/drawing/2014/main" id="{C63F8F92-4053-BD5B-A1AF-2451009DE8B7}"/>
              </a:ext>
            </a:extLst>
          </p:cNvPr>
          <p:cNvCxnSpPr>
            <a:cxnSpLocks noChangeAspect="1" noChangeShapeType="1"/>
            <a:stCxn id="2" idx="6"/>
            <a:endCxn id="11" idx="2"/>
          </p:cNvCxnSpPr>
          <p:nvPr/>
        </p:nvCxnSpPr>
        <p:spPr bwMode="auto">
          <a:xfrm>
            <a:off x="2595563" y="4646613"/>
            <a:ext cx="8366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Oval 33">
            <a:extLst>
              <a:ext uri="{FF2B5EF4-FFF2-40B4-BE49-F238E27FC236}">
                <a16:creationId xmlns:a16="http://schemas.microsoft.com/office/drawing/2014/main" id="{3221CA92-F4B0-4207-F0B4-3D969830491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32100" y="5195888"/>
            <a:ext cx="366713" cy="36671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</a:t>
            </a:r>
          </a:p>
        </p:txBody>
      </p:sp>
      <p:cxnSp>
        <p:nvCxnSpPr>
          <p:cNvPr id="16" name="AutoShape 34">
            <a:extLst>
              <a:ext uri="{FF2B5EF4-FFF2-40B4-BE49-F238E27FC236}">
                <a16:creationId xmlns:a16="http://schemas.microsoft.com/office/drawing/2014/main" id="{D494A8C5-3FAE-F66B-4E1D-C061514D24EA}"/>
              </a:ext>
            </a:extLst>
          </p:cNvPr>
          <p:cNvCxnSpPr>
            <a:cxnSpLocks noChangeAspect="1" noChangeShapeType="1"/>
            <a:stCxn id="2" idx="5"/>
            <a:endCxn id="15" idx="1"/>
          </p:cNvCxnSpPr>
          <p:nvPr/>
        </p:nvCxnSpPr>
        <p:spPr bwMode="auto">
          <a:xfrm>
            <a:off x="2533650" y="4786313"/>
            <a:ext cx="350838" cy="4524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8071122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Graphs</a:t>
            </a:r>
          </a:p>
        </p:txBody>
      </p:sp>
      <p:sp>
        <p:nvSpPr>
          <p:cNvPr id="4198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80AC52F-B7FD-4A73-98E4-00BB3AFCE61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400"/>
          </a:p>
        </p:txBody>
      </p:sp>
      <p:sp>
        <p:nvSpPr>
          <p:cNvPr id="41988" name="AutoShape 2"/>
          <p:cNvSpPr>
            <a:spLocks noChangeArrowheads="1"/>
          </p:cNvSpPr>
          <p:nvPr/>
        </p:nvSpPr>
        <p:spPr bwMode="auto">
          <a:xfrm>
            <a:off x="1111250" y="4935538"/>
            <a:ext cx="827088" cy="48895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12700">
            <a:solidFill>
              <a:schemeClr val="tx2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1989" name="AutoShape 3"/>
          <p:cNvSpPr>
            <a:spLocks noChangeArrowheads="1"/>
          </p:cNvSpPr>
          <p:nvPr/>
        </p:nvSpPr>
        <p:spPr bwMode="auto">
          <a:xfrm>
            <a:off x="1716088" y="4203700"/>
            <a:ext cx="827087" cy="48895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12700">
            <a:solidFill>
              <a:schemeClr val="tx2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199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BFS – Detailed Steps</a:t>
            </a:r>
          </a:p>
        </p:txBody>
      </p:sp>
      <p:sp>
        <p:nvSpPr>
          <p:cNvPr id="41991" name="Oval 5"/>
          <p:cNvSpPr>
            <a:spLocks noChangeAspect="1" noChangeArrowheads="1"/>
          </p:cNvSpPr>
          <p:nvPr/>
        </p:nvSpPr>
        <p:spPr bwMode="auto">
          <a:xfrm>
            <a:off x="2554288" y="4997450"/>
            <a:ext cx="366712" cy="36671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41992" name="Oval 6"/>
          <p:cNvSpPr>
            <a:spLocks noChangeAspect="1" noChangeArrowheads="1"/>
          </p:cNvSpPr>
          <p:nvPr/>
        </p:nvSpPr>
        <p:spPr bwMode="auto">
          <a:xfrm>
            <a:off x="1333500" y="4997450"/>
            <a:ext cx="366713" cy="366713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B</a:t>
            </a:r>
          </a:p>
        </p:txBody>
      </p:sp>
      <p:sp>
        <p:nvSpPr>
          <p:cNvPr id="41993" name="Oval 7"/>
          <p:cNvSpPr>
            <a:spLocks noChangeAspect="1" noChangeArrowheads="1"/>
          </p:cNvSpPr>
          <p:nvPr/>
        </p:nvSpPr>
        <p:spPr bwMode="auto">
          <a:xfrm>
            <a:off x="1962150" y="4265613"/>
            <a:ext cx="366713" cy="366712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</a:t>
            </a:r>
          </a:p>
        </p:txBody>
      </p:sp>
      <p:sp>
        <p:nvSpPr>
          <p:cNvPr id="41994" name="Oval 8"/>
          <p:cNvSpPr>
            <a:spLocks noChangeAspect="1" noChangeArrowheads="1"/>
          </p:cNvSpPr>
          <p:nvPr/>
        </p:nvSpPr>
        <p:spPr bwMode="auto">
          <a:xfrm>
            <a:off x="1943100" y="5729288"/>
            <a:ext cx="366713" cy="36671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</a:t>
            </a:r>
          </a:p>
        </p:txBody>
      </p:sp>
      <p:cxnSp>
        <p:nvCxnSpPr>
          <p:cNvPr id="41995" name="AutoShape 9"/>
          <p:cNvCxnSpPr>
            <a:cxnSpLocks noChangeAspect="1" noChangeShapeType="1"/>
            <a:stCxn id="41993" idx="3"/>
            <a:endCxn id="41992" idx="7"/>
          </p:cNvCxnSpPr>
          <p:nvPr/>
        </p:nvCxnSpPr>
        <p:spPr bwMode="auto">
          <a:xfrm flipH="1">
            <a:off x="1646238" y="4597400"/>
            <a:ext cx="368300" cy="433388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996" name="AutoShape 10"/>
          <p:cNvCxnSpPr>
            <a:cxnSpLocks noChangeAspect="1" noChangeShapeType="1"/>
            <a:stCxn id="41994" idx="1"/>
            <a:endCxn id="41992" idx="5"/>
          </p:cNvCxnSpPr>
          <p:nvPr/>
        </p:nvCxnSpPr>
        <p:spPr bwMode="auto">
          <a:xfrm flipH="1" flipV="1">
            <a:off x="1646238" y="5329238"/>
            <a:ext cx="349250" cy="4429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997" name="AutoShape 11"/>
          <p:cNvCxnSpPr>
            <a:cxnSpLocks noChangeAspect="1" noChangeShapeType="1"/>
            <a:stCxn id="41994" idx="7"/>
            <a:endCxn id="41991" idx="3"/>
          </p:cNvCxnSpPr>
          <p:nvPr/>
        </p:nvCxnSpPr>
        <p:spPr bwMode="auto">
          <a:xfrm flipV="1">
            <a:off x="2255838" y="5319713"/>
            <a:ext cx="350837" cy="4524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998" name="AutoShape 12"/>
          <p:cNvCxnSpPr>
            <a:cxnSpLocks noChangeAspect="1" noChangeShapeType="1"/>
            <a:stCxn id="41993" idx="5"/>
            <a:endCxn id="41991" idx="1"/>
          </p:cNvCxnSpPr>
          <p:nvPr/>
        </p:nvCxnSpPr>
        <p:spPr bwMode="auto">
          <a:xfrm>
            <a:off x="2274888" y="4597400"/>
            <a:ext cx="331787" cy="4429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999" name="AutoShape 13"/>
          <p:cNvCxnSpPr>
            <a:cxnSpLocks noChangeAspect="1" noChangeShapeType="1"/>
            <a:stCxn id="41992" idx="6"/>
            <a:endCxn id="41991" idx="2"/>
          </p:cNvCxnSpPr>
          <p:nvPr/>
        </p:nvCxnSpPr>
        <p:spPr bwMode="auto">
          <a:xfrm>
            <a:off x="1717675" y="5180013"/>
            <a:ext cx="8255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000" name="Oval 14"/>
          <p:cNvSpPr>
            <a:spLocks noChangeAspect="1" noChangeArrowheads="1"/>
          </p:cNvSpPr>
          <p:nvPr/>
        </p:nvSpPr>
        <p:spPr bwMode="auto">
          <a:xfrm>
            <a:off x="3776663" y="4997450"/>
            <a:ext cx="366712" cy="36671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</a:t>
            </a:r>
          </a:p>
        </p:txBody>
      </p:sp>
      <p:cxnSp>
        <p:nvCxnSpPr>
          <p:cNvPr id="42001" name="AutoShape 15"/>
          <p:cNvCxnSpPr>
            <a:cxnSpLocks noChangeAspect="1" noChangeShapeType="1"/>
            <a:stCxn id="42016" idx="7"/>
            <a:endCxn id="42000" idx="3"/>
          </p:cNvCxnSpPr>
          <p:nvPr/>
        </p:nvCxnSpPr>
        <p:spPr bwMode="auto">
          <a:xfrm flipV="1">
            <a:off x="3478213" y="5319713"/>
            <a:ext cx="350837" cy="4524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02" name="AutoShape 16"/>
          <p:cNvCxnSpPr>
            <a:cxnSpLocks noChangeAspect="1" noChangeShapeType="1"/>
            <a:stCxn id="42000" idx="1"/>
            <a:endCxn id="41993" idx="6"/>
          </p:cNvCxnSpPr>
          <p:nvPr/>
        </p:nvCxnSpPr>
        <p:spPr bwMode="auto">
          <a:xfrm flipH="1" flipV="1">
            <a:off x="2346325" y="4448175"/>
            <a:ext cx="1482725" cy="5921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003" name="Text Box 17"/>
          <p:cNvSpPr txBox="1">
            <a:spLocks noChangeArrowheads="1"/>
          </p:cNvSpPr>
          <p:nvPr/>
        </p:nvSpPr>
        <p:spPr bwMode="auto">
          <a:xfrm>
            <a:off x="1812925" y="2925763"/>
            <a:ext cx="2192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chemeClr val="tx2"/>
                </a:solidFill>
              </a:rPr>
              <a:t>discovery edge</a:t>
            </a:r>
          </a:p>
        </p:txBody>
      </p:sp>
      <p:sp>
        <p:nvSpPr>
          <p:cNvPr id="42004" name="Text Box 18"/>
          <p:cNvSpPr txBox="1">
            <a:spLocks noChangeArrowheads="1"/>
          </p:cNvSpPr>
          <p:nvPr/>
        </p:nvSpPr>
        <p:spPr bwMode="auto">
          <a:xfrm>
            <a:off x="1779588" y="3352800"/>
            <a:ext cx="162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chemeClr val="accent2"/>
                </a:solidFill>
              </a:rPr>
              <a:t>cross edge</a:t>
            </a:r>
          </a:p>
        </p:txBody>
      </p:sp>
      <p:sp>
        <p:nvSpPr>
          <p:cNvPr id="42005" name="Oval 19"/>
          <p:cNvSpPr>
            <a:spLocks noChangeAspect="1" noChangeArrowheads="1"/>
          </p:cNvSpPr>
          <p:nvPr/>
        </p:nvSpPr>
        <p:spPr bwMode="auto">
          <a:xfrm>
            <a:off x="1001713" y="2117725"/>
            <a:ext cx="366712" cy="366713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</a:t>
            </a:r>
          </a:p>
        </p:txBody>
      </p:sp>
      <p:sp>
        <p:nvSpPr>
          <p:cNvPr id="42006" name="Text Box 20"/>
          <p:cNvSpPr txBox="1">
            <a:spLocks noChangeArrowheads="1"/>
          </p:cNvSpPr>
          <p:nvPr/>
        </p:nvSpPr>
        <p:spPr bwMode="auto">
          <a:xfrm>
            <a:off x="1812925" y="2071688"/>
            <a:ext cx="19732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chemeClr val="tx2"/>
                </a:solidFill>
              </a:rPr>
              <a:t>visited vertex</a:t>
            </a:r>
          </a:p>
        </p:txBody>
      </p:sp>
      <p:sp>
        <p:nvSpPr>
          <p:cNvPr id="42007" name="Oval 21"/>
          <p:cNvSpPr>
            <a:spLocks noChangeAspect="1" noChangeArrowheads="1"/>
          </p:cNvSpPr>
          <p:nvPr/>
        </p:nvSpPr>
        <p:spPr bwMode="auto">
          <a:xfrm>
            <a:off x="1001713" y="1689100"/>
            <a:ext cx="366712" cy="36671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</a:t>
            </a:r>
          </a:p>
        </p:txBody>
      </p:sp>
      <p:sp>
        <p:nvSpPr>
          <p:cNvPr id="42008" name="Text Box 22"/>
          <p:cNvSpPr txBox="1">
            <a:spLocks noChangeArrowheads="1"/>
          </p:cNvSpPr>
          <p:nvPr/>
        </p:nvSpPr>
        <p:spPr bwMode="auto">
          <a:xfrm>
            <a:off x="1812925" y="1644650"/>
            <a:ext cx="2606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unexplored vertex</a:t>
            </a:r>
          </a:p>
        </p:txBody>
      </p:sp>
      <p:sp>
        <p:nvSpPr>
          <p:cNvPr id="42009" name="Text Box 23"/>
          <p:cNvSpPr txBox="1">
            <a:spLocks noChangeArrowheads="1"/>
          </p:cNvSpPr>
          <p:nvPr/>
        </p:nvSpPr>
        <p:spPr bwMode="auto">
          <a:xfrm>
            <a:off x="1812925" y="2498725"/>
            <a:ext cx="2428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unexplored edge</a:t>
            </a:r>
          </a:p>
        </p:txBody>
      </p:sp>
      <p:grpSp>
        <p:nvGrpSpPr>
          <p:cNvPr id="42010" name="Group 24"/>
          <p:cNvGrpSpPr>
            <a:grpSpLocks/>
          </p:cNvGrpSpPr>
          <p:nvPr/>
        </p:nvGrpSpPr>
        <p:grpSpPr bwMode="auto">
          <a:xfrm>
            <a:off x="746125" y="2728913"/>
            <a:ext cx="877888" cy="852487"/>
            <a:chOff x="432" y="1691"/>
            <a:chExt cx="937" cy="537"/>
          </a:xfrm>
        </p:grpSpPr>
        <p:sp>
          <p:nvSpPr>
            <p:cNvPr id="2" name="Line 25"/>
            <p:cNvSpPr>
              <a:spLocks noChangeShapeType="1"/>
            </p:cNvSpPr>
            <p:nvPr/>
          </p:nvSpPr>
          <p:spPr bwMode="auto">
            <a:xfrm>
              <a:off x="432" y="1959"/>
              <a:ext cx="937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" name="Line 26"/>
            <p:cNvSpPr>
              <a:spLocks noChangeShapeType="1"/>
            </p:cNvSpPr>
            <p:nvPr/>
          </p:nvSpPr>
          <p:spPr bwMode="auto">
            <a:xfrm>
              <a:off x="432" y="2228"/>
              <a:ext cx="93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" name="Line 27"/>
            <p:cNvSpPr>
              <a:spLocks noChangeShapeType="1"/>
            </p:cNvSpPr>
            <p:nvPr/>
          </p:nvSpPr>
          <p:spPr bwMode="auto">
            <a:xfrm>
              <a:off x="432" y="1691"/>
              <a:ext cx="9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2011" name="AutoShape 28"/>
          <p:cNvSpPr>
            <a:spLocks noChangeArrowheads="1"/>
          </p:cNvSpPr>
          <p:nvPr/>
        </p:nvSpPr>
        <p:spPr bwMode="auto">
          <a:xfrm rot="5400000">
            <a:off x="6759576" y="3643312"/>
            <a:ext cx="457200" cy="333375"/>
          </a:xfrm>
          <a:prstGeom prst="rightArrow">
            <a:avLst>
              <a:gd name="adj1" fmla="val 50000"/>
              <a:gd name="adj2" fmla="val 34286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2012" name="AutoShape 29"/>
          <p:cNvSpPr>
            <a:spLocks noChangeArrowheads="1"/>
          </p:cNvSpPr>
          <p:nvPr/>
        </p:nvSpPr>
        <p:spPr bwMode="auto">
          <a:xfrm rot="8100000" flipH="1" flipV="1">
            <a:off x="4205288" y="3629025"/>
            <a:ext cx="1243012" cy="333375"/>
          </a:xfrm>
          <a:prstGeom prst="rightArrow">
            <a:avLst>
              <a:gd name="adj1" fmla="val 50000"/>
              <a:gd name="adj2" fmla="val 93214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2013" name="Text Box 30"/>
          <p:cNvSpPr txBox="1">
            <a:spLocks noChangeArrowheads="1"/>
          </p:cNvSpPr>
          <p:nvPr/>
        </p:nvSpPr>
        <p:spPr bwMode="auto">
          <a:xfrm>
            <a:off x="1219200" y="4022725"/>
            <a:ext cx="466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L</a:t>
            </a:r>
            <a:r>
              <a:rPr lang="en-US" altLang="en-US" sz="2000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2014" name="Text Box 31"/>
          <p:cNvSpPr txBox="1">
            <a:spLocks noChangeArrowheads="1"/>
          </p:cNvSpPr>
          <p:nvPr/>
        </p:nvSpPr>
        <p:spPr bwMode="auto">
          <a:xfrm>
            <a:off x="609600" y="4746625"/>
            <a:ext cx="466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L</a:t>
            </a:r>
            <a:r>
              <a:rPr lang="en-US" altLang="en-US" sz="2000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</a:p>
        </p:txBody>
      </p:sp>
      <p:cxnSp>
        <p:nvCxnSpPr>
          <p:cNvPr id="42015" name="AutoShape 32"/>
          <p:cNvCxnSpPr>
            <a:cxnSpLocks noChangeAspect="1" noChangeShapeType="1"/>
            <a:stCxn id="41991" idx="6"/>
            <a:endCxn id="42000" idx="2"/>
          </p:cNvCxnSpPr>
          <p:nvPr/>
        </p:nvCxnSpPr>
        <p:spPr bwMode="auto">
          <a:xfrm>
            <a:off x="2928938" y="5180013"/>
            <a:ext cx="8366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016" name="Oval 33"/>
          <p:cNvSpPr>
            <a:spLocks noChangeAspect="1" noChangeArrowheads="1"/>
          </p:cNvSpPr>
          <p:nvPr/>
        </p:nvSpPr>
        <p:spPr bwMode="auto">
          <a:xfrm>
            <a:off x="3165475" y="5729288"/>
            <a:ext cx="366713" cy="36671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</a:t>
            </a:r>
          </a:p>
        </p:txBody>
      </p:sp>
      <p:cxnSp>
        <p:nvCxnSpPr>
          <p:cNvPr id="42017" name="AutoShape 34"/>
          <p:cNvCxnSpPr>
            <a:cxnSpLocks noChangeAspect="1" noChangeShapeType="1"/>
            <a:stCxn id="41991" idx="5"/>
            <a:endCxn id="42016" idx="1"/>
          </p:cNvCxnSpPr>
          <p:nvPr/>
        </p:nvCxnSpPr>
        <p:spPr bwMode="auto">
          <a:xfrm>
            <a:off x="2867025" y="5319713"/>
            <a:ext cx="350838" cy="4524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2018" name="Group 35"/>
          <p:cNvGrpSpPr>
            <a:grpSpLocks/>
          </p:cNvGrpSpPr>
          <p:nvPr/>
        </p:nvGrpSpPr>
        <p:grpSpPr bwMode="auto">
          <a:xfrm>
            <a:off x="5191125" y="1289050"/>
            <a:ext cx="3533775" cy="2073275"/>
            <a:chOff x="3264" y="812"/>
            <a:chExt cx="2226" cy="1306"/>
          </a:xfrm>
          <a:noFill/>
        </p:grpSpPr>
        <p:sp>
          <p:nvSpPr>
            <p:cNvPr id="42038" name="AutoShape 36"/>
            <p:cNvSpPr>
              <a:spLocks noChangeArrowheads="1"/>
            </p:cNvSpPr>
            <p:nvPr/>
          </p:nvSpPr>
          <p:spPr bwMode="auto">
            <a:xfrm>
              <a:off x="3580" y="1387"/>
              <a:ext cx="1294" cy="308"/>
            </a:xfrm>
            <a:prstGeom prst="roundRect">
              <a:avLst>
                <a:gd name="adj" fmla="val 16667"/>
              </a:avLst>
            </a:prstGeom>
            <a:grpFill/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en-US" altLang="en-US" sz="2400"/>
            </a:p>
          </p:txBody>
        </p:sp>
        <p:sp>
          <p:nvSpPr>
            <p:cNvPr id="42039" name="AutoShape 37"/>
            <p:cNvSpPr>
              <a:spLocks noChangeArrowheads="1"/>
            </p:cNvSpPr>
            <p:nvPr/>
          </p:nvSpPr>
          <p:spPr bwMode="auto">
            <a:xfrm>
              <a:off x="3961" y="926"/>
              <a:ext cx="521" cy="308"/>
            </a:xfrm>
            <a:prstGeom prst="roundRect">
              <a:avLst>
                <a:gd name="adj" fmla="val 16667"/>
              </a:avLst>
            </a:prstGeom>
            <a:grpFill/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en-US" altLang="en-US" sz="2400"/>
            </a:p>
          </p:txBody>
        </p:sp>
        <p:sp>
          <p:nvSpPr>
            <p:cNvPr id="42040" name="Oval 38"/>
            <p:cNvSpPr>
              <a:spLocks noChangeAspect="1" noChangeArrowheads="1"/>
            </p:cNvSpPr>
            <p:nvPr/>
          </p:nvSpPr>
          <p:spPr bwMode="auto">
            <a:xfrm>
              <a:off x="4489" y="1426"/>
              <a:ext cx="231" cy="231"/>
            </a:xfrm>
            <a:prstGeom prst="ellipse">
              <a:avLst/>
            </a:prstGeom>
            <a:grp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en-US" sz="1800"/>
                <a:t>C</a:t>
              </a:r>
            </a:p>
          </p:txBody>
        </p:sp>
        <p:sp>
          <p:nvSpPr>
            <p:cNvPr id="42041" name="Oval 39"/>
            <p:cNvSpPr>
              <a:spLocks noChangeAspect="1" noChangeArrowheads="1"/>
            </p:cNvSpPr>
            <p:nvPr/>
          </p:nvSpPr>
          <p:spPr bwMode="auto">
            <a:xfrm>
              <a:off x="3720" y="1426"/>
              <a:ext cx="231" cy="231"/>
            </a:xfrm>
            <a:prstGeom prst="ellipse">
              <a:avLst/>
            </a:prstGeom>
            <a:grp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en-US" sz="1800"/>
                <a:t>B</a:t>
              </a:r>
            </a:p>
          </p:txBody>
        </p:sp>
        <p:sp>
          <p:nvSpPr>
            <p:cNvPr id="42042" name="Oval 40"/>
            <p:cNvSpPr>
              <a:spLocks noChangeAspect="1" noChangeArrowheads="1"/>
            </p:cNvSpPr>
            <p:nvPr/>
          </p:nvSpPr>
          <p:spPr bwMode="auto">
            <a:xfrm>
              <a:off x="4116" y="965"/>
              <a:ext cx="231" cy="231"/>
            </a:xfrm>
            <a:prstGeom prst="ellipse">
              <a:avLst/>
            </a:prstGeom>
            <a:grp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en-US" sz="1800" dirty="0"/>
                <a:t>A</a:t>
              </a:r>
            </a:p>
          </p:txBody>
        </p:sp>
        <p:sp>
          <p:nvSpPr>
            <p:cNvPr id="42043" name="Oval 41"/>
            <p:cNvSpPr>
              <a:spLocks noChangeAspect="1" noChangeArrowheads="1"/>
            </p:cNvSpPr>
            <p:nvPr/>
          </p:nvSpPr>
          <p:spPr bwMode="auto">
            <a:xfrm>
              <a:off x="4104" y="1887"/>
              <a:ext cx="231" cy="231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en-US" sz="1800"/>
                <a:t>E</a:t>
              </a:r>
            </a:p>
          </p:txBody>
        </p:sp>
        <p:cxnSp>
          <p:nvCxnSpPr>
            <p:cNvPr id="42044" name="AutoShape 42"/>
            <p:cNvCxnSpPr>
              <a:cxnSpLocks noChangeAspect="1" noChangeShapeType="1"/>
              <a:stCxn id="42042" idx="3"/>
              <a:endCxn id="42041" idx="7"/>
            </p:cNvCxnSpPr>
            <p:nvPr/>
          </p:nvCxnSpPr>
          <p:spPr bwMode="auto">
            <a:xfrm flipH="1">
              <a:off x="3917" y="1174"/>
              <a:ext cx="232" cy="273"/>
            </a:xfrm>
            <a:prstGeom prst="straightConnector1">
              <a:avLst/>
            </a:prstGeom>
            <a:grp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45" name="AutoShape 43"/>
            <p:cNvCxnSpPr>
              <a:cxnSpLocks noChangeAspect="1" noChangeShapeType="1"/>
              <a:stCxn id="42043" idx="1"/>
              <a:endCxn id="42041" idx="5"/>
            </p:cNvCxnSpPr>
            <p:nvPr/>
          </p:nvCxnSpPr>
          <p:spPr bwMode="auto">
            <a:xfrm flipH="1" flipV="1">
              <a:off x="3917" y="1635"/>
              <a:ext cx="220" cy="279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46" name="AutoShape 44"/>
            <p:cNvCxnSpPr>
              <a:cxnSpLocks noChangeAspect="1" noChangeShapeType="1"/>
              <a:stCxn id="42043" idx="7"/>
              <a:endCxn id="42040" idx="3"/>
            </p:cNvCxnSpPr>
            <p:nvPr/>
          </p:nvCxnSpPr>
          <p:spPr bwMode="auto">
            <a:xfrm flipV="1">
              <a:off x="4301" y="1635"/>
              <a:ext cx="221" cy="279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47" name="AutoShape 45"/>
            <p:cNvCxnSpPr>
              <a:cxnSpLocks noChangeAspect="1" noChangeShapeType="1"/>
              <a:stCxn id="42042" idx="5"/>
              <a:endCxn id="42040" idx="1"/>
            </p:cNvCxnSpPr>
            <p:nvPr/>
          </p:nvCxnSpPr>
          <p:spPr bwMode="auto">
            <a:xfrm>
              <a:off x="4313" y="1174"/>
              <a:ext cx="209" cy="273"/>
            </a:xfrm>
            <a:prstGeom prst="straightConnector1">
              <a:avLst/>
            </a:prstGeom>
            <a:grp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48" name="AutoShape 46"/>
            <p:cNvCxnSpPr>
              <a:cxnSpLocks noChangeAspect="1" noChangeShapeType="1"/>
              <a:stCxn id="42041" idx="6"/>
              <a:endCxn id="42040" idx="2"/>
            </p:cNvCxnSpPr>
            <p:nvPr/>
          </p:nvCxnSpPr>
          <p:spPr bwMode="auto">
            <a:xfrm>
              <a:off x="3962" y="1541"/>
              <a:ext cx="514" cy="0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49" name="Oval 47"/>
            <p:cNvSpPr>
              <a:spLocks noChangeAspect="1" noChangeArrowheads="1"/>
            </p:cNvSpPr>
            <p:nvPr/>
          </p:nvSpPr>
          <p:spPr bwMode="auto">
            <a:xfrm>
              <a:off x="5259" y="1426"/>
              <a:ext cx="231" cy="231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en-US" sz="1800"/>
                <a:t>D</a:t>
              </a:r>
            </a:p>
          </p:txBody>
        </p:sp>
        <p:cxnSp>
          <p:nvCxnSpPr>
            <p:cNvPr id="42050" name="AutoShape 48"/>
            <p:cNvCxnSpPr>
              <a:cxnSpLocks noChangeAspect="1" noChangeShapeType="1"/>
              <a:stCxn id="42055" idx="7"/>
              <a:endCxn id="42049" idx="3"/>
            </p:cNvCxnSpPr>
            <p:nvPr/>
          </p:nvCxnSpPr>
          <p:spPr bwMode="auto">
            <a:xfrm flipV="1">
              <a:off x="5071" y="1629"/>
              <a:ext cx="221" cy="285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51" name="AutoShape 49"/>
            <p:cNvCxnSpPr>
              <a:cxnSpLocks noChangeAspect="1" noChangeShapeType="1"/>
              <a:stCxn id="42049" idx="1"/>
              <a:endCxn id="42042" idx="6"/>
            </p:cNvCxnSpPr>
            <p:nvPr/>
          </p:nvCxnSpPr>
          <p:spPr bwMode="auto">
            <a:xfrm flipH="1" flipV="1">
              <a:off x="4358" y="1080"/>
              <a:ext cx="934" cy="373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52" name="Text Box 50"/>
            <p:cNvSpPr txBox="1">
              <a:spLocks noChangeArrowheads="1"/>
            </p:cNvSpPr>
            <p:nvPr/>
          </p:nvSpPr>
          <p:spPr bwMode="auto">
            <a:xfrm>
              <a:off x="3648" y="812"/>
              <a:ext cx="294" cy="250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en-US" sz="2000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2053" name="Text Box 51"/>
            <p:cNvSpPr txBox="1">
              <a:spLocks noChangeArrowheads="1"/>
            </p:cNvSpPr>
            <p:nvPr/>
          </p:nvSpPr>
          <p:spPr bwMode="auto">
            <a:xfrm>
              <a:off x="3264" y="1268"/>
              <a:ext cx="294" cy="250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en-US" sz="2000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42054" name="AutoShape 52"/>
            <p:cNvCxnSpPr>
              <a:cxnSpLocks noChangeAspect="1" noChangeShapeType="1"/>
              <a:stCxn id="42040" idx="6"/>
              <a:endCxn id="42049" idx="2"/>
            </p:cNvCxnSpPr>
            <p:nvPr/>
          </p:nvCxnSpPr>
          <p:spPr bwMode="auto">
            <a:xfrm>
              <a:off x="4731" y="1541"/>
              <a:ext cx="521" cy="0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55" name="Oval 53"/>
            <p:cNvSpPr>
              <a:spLocks noChangeAspect="1" noChangeArrowheads="1"/>
            </p:cNvSpPr>
            <p:nvPr/>
          </p:nvSpPr>
          <p:spPr bwMode="auto">
            <a:xfrm>
              <a:off x="4874" y="1887"/>
              <a:ext cx="231" cy="231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en-US" sz="1800"/>
                <a:t>F</a:t>
              </a:r>
            </a:p>
          </p:txBody>
        </p:sp>
        <p:cxnSp>
          <p:nvCxnSpPr>
            <p:cNvPr id="42056" name="AutoShape 54"/>
            <p:cNvCxnSpPr>
              <a:cxnSpLocks noChangeAspect="1" noChangeShapeType="1"/>
              <a:stCxn id="42040" idx="5"/>
              <a:endCxn id="42055" idx="1"/>
            </p:cNvCxnSpPr>
            <p:nvPr/>
          </p:nvCxnSpPr>
          <p:spPr bwMode="auto">
            <a:xfrm>
              <a:off x="4686" y="1635"/>
              <a:ext cx="221" cy="279"/>
            </a:xfrm>
            <a:prstGeom prst="straightConnector1">
              <a:avLst/>
            </a:prstGeom>
            <a:grp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2019" name="AutoShape 55"/>
          <p:cNvSpPr>
            <a:spLocks noChangeArrowheads="1"/>
          </p:cNvSpPr>
          <p:nvPr/>
        </p:nvSpPr>
        <p:spPr bwMode="auto">
          <a:xfrm>
            <a:off x="5691188" y="4935538"/>
            <a:ext cx="3148012" cy="48895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12700">
            <a:solidFill>
              <a:schemeClr val="tx2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2020" name="AutoShape 56"/>
          <p:cNvSpPr>
            <a:spLocks noChangeArrowheads="1"/>
          </p:cNvSpPr>
          <p:nvPr/>
        </p:nvSpPr>
        <p:spPr bwMode="auto">
          <a:xfrm>
            <a:off x="6296025" y="4203700"/>
            <a:ext cx="827088" cy="48895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12700">
            <a:solidFill>
              <a:schemeClr val="tx2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2021" name="Oval 57"/>
          <p:cNvSpPr>
            <a:spLocks noChangeAspect="1" noChangeArrowheads="1"/>
          </p:cNvSpPr>
          <p:nvPr/>
        </p:nvSpPr>
        <p:spPr bwMode="auto">
          <a:xfrm>
            <a:off x="7134225" y="4997450"/>
            <a:ext cx="366713" cy="366713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42022" name="Oval 58"/>
          <p:cNvSpPr>
            <a:spLocks noChangeAspect="1" noChangeArrowheads="1"/>
          </p:cNvSpPr>
          <p:nvPr/>
        </p:nvSpPr>
        <p:spPr bwMode="auto">
          <a:xfrm>
            <a:off x="5913438" y="4997450"/>
            <a:ext cx="366712" cy="366713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B</a:t>
            </a:r>
          </a:p>
        </p:txBody>
      </p:sp>
      <p:sp>
        <p:nvSpPr>
          <p:cNvPr id="42023" name="Oval 59"/>
          <p:cNvSpPr>
            <a:spLocks noChangeAspect="1" noChangeArrowheads="1"/>
          </p:cNvSpPr>
          <p:nvPr/>
        </p:nvSpPr>
        <p:spPr bwMode="auto">
          <a:xfrm>
            <a:off x="6542088" y="4265613"/>
            <a:ext cx="366712" cy="366712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</a:t>
            </a:r>
          </a:p>
        </p:txBody>
      </p:sp>
      <p:sp>
        <p:nvSpPr>
          <p:cNvPr id="42024" name="Oval 60"/>
          <p:cNvSpPr>
            <a:spLocks noChangeAspect="1" noChangeArrowheads="1"/>
          </p:cNvSpPr>
          <p:nvPr/>
        </p:nvSpPr>
        <p:spPr bwMode="auto">
          <a:xfrm>
            <a:off x="6523038" y="5729288"/>
            <a:ext cx="366712" cy="36671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</a:t>
            </a:r>
          </a:p>
        </p:txBody>
      </p:sp>
      <p:cxnSp>
        <p:nvCxnSpPr>
          <p:cNvPr id="42025" name="AutoShape 61"/>
          <p:cNvCxnSpPr>
            <a:cxnSpLocks noChangeAspect="1" noChangeShapeType="1"/>
            <a:stCxn id="42023" idx="3"/>
            <a:endCxn id="42022" idx="7"/>
          </p:cNvCxnSpPr>
          <p:nvPr/>
        </p:nvCxnSpPr>
        <p:spPr bwMode="auto">
          <a:xfrm flipH="1">
            <a:off x="6226175" y="4597400"/>
            <a:ext cx="368300" cy="433388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26" name="AutoShape 62"/>
          <p:cNvCxnSpPr>
            <a:cxnSpLocks noChangeAspect="1" noChangeShapeType="1"/>
            <a:stCxn id="42024" idx="1"/>
            <a:endCxn id="42022" idx="5"/>
          </p:cNvCxnSpPr>
          <p:nvPr/>
        </p:nvCxnSpPr>
        <p:spPr bwMode="auto">
          <a:xfrm flipH="1" flipV="1">
            <a:off x="6226175" y="5329238"/>
            <a:ext cx="349250" cy="4429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27" name="AutoShape 63"/>
          <p:cNvCxnSpPr>
            <a:cxnSpLocks noChangeAspect="1" noChangeShapeType="1"/>
            <a:stCxn id="42024" idx="7"/>
            <a:endCxn id="42021" idx="3"/>
          </p:cNvCxnSpPr>
          <p:nvPr/>
        </p:nvCxnSpPr>
        <p:spPr bwMode="auto">
          <a:xfrm flipV="1">
            <a:off x="6835775" y="5329238"/>
            <a:ext cx="350838" cy="4429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28" name="AutoShape 64"/>
          <p:cNvCxnSpPr>
            <a:cxnSpLocks noChangeAspect="1" noChangeShapeType="1"/>
            <a:stCxn id="42023" idx="5"/>
            <a:endCxn id="42021" idx="1"/>
          </p:cNvCxnSpPr>
          <p:nvPr/>
        </p:nvCxnSpPr>
        <p:spPr bwMode="auto">
          <a:xfrm>
            <a:off x="6854825" y="4597400"/>
            <a:ext cx="331788" cy="433388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29" name="AutoShape 65"/>
          <p:cNvCxnSpPr>
            <a:cxnSpLocks noChangeAspect="1" noChangeShapeType="1"/>
            <a:stCxn id="42022" idx="6"/>
            <a:endCxn id="42021" idx="2"/>
          </p:cNvCxnSpPr>
          <p:nvPr/>
        </p:nvCxnSpPr>
        <p:spPr bwMode="auto">
          <a:xfrm>
            <a:off x="6297613" y="5180013"/>
            <a:ext cx="8159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030" name="Oval 66"/>
          <p:cNvSpPr>
            <a:spLocks noChangeAspect="1" noChangeArrowheads="1"/>
          </p:cNvSpPr>
          <p:nvPr/>
        </p:nvSpPr>
        <p:spPr bwMode="auto">
          <a:xfrm>
            <a:off x="8356600" y="4997450"/>
            <a:ext cx="366713" cy="366713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</a:t>
            </a:r>
          </a:p>
        </p:txBody>
      </p:sp>
      <p:cxnSp>
        <p:nvCxnSpPr>
          <p:cNvPr id="42031" name="AutoShape 67"/>
          <p:cNvCxnSpPr>
            <a:cxnSpLocks noChangeAspect="1" noChangeShapeType="1"/>
            <a:stCxn id="42036" idx="7"/>
            <a:endCxn id="42030" idx="3"/>
          </p:cNvCxnSpPr>
          <p:nvPr/>
        </p:nvCxnSpPr>
        <p:spPr bwMode="auto">
          <a:xfrm flipV="1">
            <a:off x="8058150" y="5329238"/>
            <a:ext cx="350838" cy="4429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32" name="AutoShape 68"/>
          <p:cNvCxnSpPr>
            <a:cxnSpLocks noChangeAspect="1" noChangeShapeType="1"/>
            <a:stCxn id="42030" idx="1"/>
            <a:endCxn id="42023" idx="6"/>
          </p:cNvCxnSpPr>
          <p:nvPr/>
        </p:nvCxnSpPr>
        <p:spPr bwMode="auto">
          <a:xfrm flipH="1" flipV="1">
            <a:off x="6926263" y="4448175"/>
            <a:ext cx="1482725" cy="582613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033" name="Text Box 69"/>
          <p:cNvSpPr txBox="1">
            <a:spLocks noChangeArrowheads="1"/>
          </p:cNvSpPr>
          <p:nvPr/>
        </p:nvSpPr>
        <p:spPr bwMode="auto">
          <a:xfrm>
            <a:off x="5799138" y="4022725"/>
            <a:ext cx="466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L</a:t>
            </a:r>
            <a:r>
              <a:rPr lang="en-US" altLang="en-US" sz="2000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2034" name="Text Box 70"/>
          <p:cNvSpPr txBox="1">
            <a:spLocks noChangeArrowheads="1"/>
          </p:cNvSpPr>
          <p:nvPr/>
        </p:nvSpPr>
        <p:spPr bwMode="auto">
          <a:xfrm>
            <a:off x="5189538" y="4746625"/>
            <a:ext cx="466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L</a:t>
            </a:r>
            <a:r>
              <a:rPr lang="en-US" altLang="en-US" sz="2000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</a:p>
        </p:txBody>
      </p:sp>
      <p:cxnSp>
        <p:nvCxnSpPr>
          <p:cNvPr id="42035" name="AutoShape 71"/>
          <p:cNvCxnSpPr>
            <a:cxnSpLocks noChangeAspect="1" noChangeShapeType="1"/>
            <a:stCxn id="42021" idx="6"/>
            <a:endCxn id="42030" idx="2"/>
          </p:cNvCxnSpPr>
          <p:nvPr/>
        </p:nvCxnSpPr>
        <p:spPr bwMode="auto">
          <a:xfrm>
            <a:off x="7518400" y="5180013"/>
            <a:ext cx="8175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036" name="Oval 72"/>
          <p:cNvSpPr>
            <a:spLocks noChangeAspect="1" noChangeArrowheads="1"/>
          </p:cNvSpPr>
          <p:nvPr/>
        </p:nvSpPr>
        <p:spPr bwMode="auto">
          <a:xfrm>
            <a:off x="7745413" y="5729288"/>
            <a:ext cx="366712" cy="36671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</a:t>
            </a:r>
          </a:p>
        </p:txBody>
      </p:sp>
      <p:cxnSp>
        <p:nvCxnSpPr>
          <p:cNvPr id="42037" name="AutoShape 73"/>
          <p:cNvCxnSpPr>
            <a:cxnSpLocks noChangeAspect="1" noChangeShapeType="1"/>
            <a:stCxn id="42021" idx="5"/>
            <a:endCxn id="42036" idx="1"/>
          </p:cNvCxnSpPr>
          <p:nvPr/>
        </p:nvCxnSpPr>
        <p:spPr bwMode="auto">
          <a:xfrm>
            <a:off x="7446963" y="5329238"/>
            <a:ext cx="350837" cy="4429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Graphs</a:t>
            </a:r>
          </a:p>
        </p:txBody>
      </p:sp>
      <p:sp>
        <p:nvSpPr>
          <p:cNvPr id="4301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75C7925-5E2B-4922-9671-50A45882922E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400"/>
          </a:p>
        </p:txBody>
      </p:sp>
      <p:sp>
        <p:nvSpPr>
          <p:cNvPr id="430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BFS – Detailed Steps (cont.)</a:t>
            </a:r>
          </a:p>
        </p:txBody>
      </p:sp>
      <p:sp>
        <p:nvSpPr>
          <p:cNvPr id="43013" name="AutoShape 3"/>
          <p:cNvSpPr>
            <a:spLocks noChangeArrowheads="1"/>
          </p:cNvSpPr>
          <p:nvPr/>
        </p:nvSpPr>
        <p:spPr bwMode="auto">
          <a:xfrm rot="5400000">
            <a:off x="6710363" y="3757612"/>
            <a:ext cx="457200" cy="333375"/>
          </a:xfrm>
          <a:prstGeom prst="rightArrow">
            <a:avLst>
              <a:gd name="adj1" fmla="val 50000"/>
              <a:gd name="adj2" fmla="val 34286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3014" name="AutoShape 4"/>
          <p:cNvSpPr>
            <a:spLocks noChangeArrowheads="1"/>
          </p:cNvSpPr>
          <p:nvPr/>
        </p:nvSpPr>
        <p:spPr bwMode="auto">
          <a:xfrm rot="8100000" flipH="1" flipV="1">
            <a:off x="4167188" y="3733800"/>
            <a:ext cx="1243012" cy="333375"/>
          </a:xfrm>
          <a:prstGeom prst="rightArrow">
            <a:avLst>
              <a:gd name="adj1" fmla="val 50000"/>
              <a:gd name="adj2" fmla="val 93214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3015" name="AutoShape 5"/>
          <p:cNvSpPr>
            <a:spLocks noChangeArrowheads="1"/>
          </p:cNvSpPr>
          <p:nvPr/>
        </p:nvSpPr>
        <p:spPr bwMode="auto">
          <a:xfrm rot="5400000">
            <a:off x="2290763" y="3757612"/>
            <a:ext cx="457200" cy="333375"/>
          </a:xfrm>
          <a:prstGeom prst="rightArrow">
            <a:avLst>
              <a:gd name="adj1" fmla="val 50000"/>
              <a:gd name="adj2" fmla="val 34286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grpSp>
        <p:nvGrpSpPr>
          <p:cNvPr id="43016" name="Group 6"/>
          <p:cNvGrpSpPr>
            <a:grpSpLocks/>
          </p:cNvGrpSpPr>
          <p:nvPr/>
        </p:nvGrpSpPr>
        <p:grpSpPr bwMode="auto">
          <a:xfrm>
            <a:off x="695325" y="1508125"/>
            <a:ext cx="3649663" cy="2073275"/>
            <a:chOff x="384" y="950"/>
            <a:chExt cx="2299" cy="1306"/>
          </a:xfrm>
        </p:grpSpPr>
        <p:sp>
          <p:nvSpPr>
            <p:cNvPr id="43083" name="AutoShape 7"/>
            <p:cNvSpPr>
              <a:spLocks noChangeArrowheads="1"/>
            </p:cNvSpPr>
            <p:nvPr/>
          </p:nvSpPr>
          <p:spPr bwMode="auto">
            <a:xfrm>
              <a:off x="700" y="1525"/>
              <a:ext cx="1983" cy="30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43084" name="AutoShape 8"/>
            <p:cNvSpPr>
              <a:spLocks noChangeArrowheads="1"/>
            </p:cNvSpPr>
            <p:nvPr/>
          </p:nvSpPr>
          <p:spPr bwMode="auto">
            <a:xfrm>
              <a:off x="1081" y="1064"/>
              <a:ext cx="521" cy="30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43085" name="Oval 9"/>
            <p:cNvSpPr>
              <a:spLocks noChangeAspect="1" noChangeArrowheads="1"/>
            </p:cNvSpPr>
            <p:nvPr/>
          </p:nvSpPr>
          <p:spPr bwMode="auto">
            <a:xfrm>
              <a:off x="1609" y="1564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C</a:t>
              </a:r>
            </a:p>
          </p:txBody>
        </p:sp>
        <p:sp>
          <p:nvSpPr>
            <p:cNvPr id="43086" name="Oval 10"/>
            <p:cNvSpPr>
              <a:spLocks noChangeAspect="1" noChangeArrowheads="1"/>
            </p:cNvSpPr>
            <p:nvPr/>
          </p:nvSpPr>
          <p:spPr bwMode="auto">
            <a:xfrm>
              <a:off x="840" y="1564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B</a:t>
              </a:r>
            </a:p>
          </p:txBody>
        </p:sp>
        <p:sp>
          <p:nvSpPr>
            <p:cNvPr id="43087" name="Oval 11"/>
            <p:cNvSpPr>
              <a:spLocks noChangeAspect="1" noChangeArrowheads="1"/>
            </p:cNvSpPr>
            <p:nvPr/>
          </p:nvSpPr>
          <p:spPr bwMode="auto">
            <a:xfrm>
              <a:off x="1236" y="1103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A</a:t>
              </a:r>
            </a:p>
          </p:txBody>
        </p:sp>
        <p:sp>
          <p:nvSpPr>
            <p:cNvPr id="43088" name="Oval 12"/>
            <p:cNvSpPr>
              <a:spLocks noChangeAspect="1" noChangeArrowheads="1"/>
            </p:cNvSpPr>
            <p:nvPr/>
          </p:nvSpPr>
          <p:spPr bwMode="auto">
            <a:xfrm>
              <a:off x="1224" y="2025"/>
              <a:ext cx="231" cy="23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E</a:t>
              </a:r>
            </a:p>
          </p:txBody>
        </p:sp>
        <p:cxnSp>
          <p:nvCxnSpPr>
            <p:cNvPr id="43089" name="AutoShape 13"/>
            <p:cNvCxnSpPr>
              <a:cxnSpLocks noChangeAspect="1" noChangeShapeType="1"/>
              <a:stCxn id="43087" idx="3"/>
              <a:endCxn id="43086" idx="7"/>
            </p:cNvCxnSpPr>
            <p:nvPr/>
          </p:nvCxnSpPr>
          <p:spPr bwMode="auto">
            <a:xfrm flipH="1">
              <a:off x="1037" y="1312"/>
              <a:ext cx="232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090" name="AutoShape 14"/>
            <p:cNvCxnSpPr>
              <a:cxnSpLocks noChangeAspect="1" noChangeShapeType="1"/>
              <a:stCxn id="43088" idx="1"/>
              <a:endCxn id="43086" idx="5"/>
            </p:cNvCxnSpPr>
            <p:nvPr/>
          </p:nvCxnSpPr>
          <p:spPr bwMode="auto">
            <a:xfrm flipH="1" flipV="1">
              <a:off x="1037" y="1773"/>
              <a:ext cx="220" cy="2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091" name="AutoShape 15"/>
            <p:cNvCxnSpPr>
              <a:cxnSpLocks noChangeAspect="1" noChangeShapeType="1"/>
              <a:stCxn id="43088" idx="7"/>
              <a:endCxn id="43085" idx="3"/>
            </p:cNvCxnSpPr>
            <p:nvPr/>
          </p:nvCxnSpPr>
          <p:spPr bwMode="auto">
            <a:xfrm flipV="1">
              <a:off x="1421" y="1773"/>
              <a:ext cx="221" cy="2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092" name="AutoShape 16"/>
            <p:cNvCxnSpPr>
              <a:cxnSpLocks noChangeAspect="1" noChangeShapeType="1"/>
              <a:stCxn id="43087" idx="5"/>
              <a:endCxn id="43085" idx="1"/>
            </p:cNvCxnSpPr>
            <p:nvPr/>
          </p:nvCxnSpPr>
          <p:spPr bwMode="auto">
            <a:xfrm>
              <a:off x="1433" y="1312"/>
              <a:ext cx="209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093" name="AutoShape 17"/>
            <p:cNvCxnSpPr>
              <a:cxnSpLocks noChangeAspect="1" noChangeShapeType="1"/>
              <a:stCxn id="43086" idx="6"/>
              <a:endCxn id="43085" idx="2"/>
            </p:cNvCxnSpPr>
            <p:nvPr/>
          </p:nvCxnSpPr>
          <p:spPr bwMode="auto">
            <a:xfrm>
              <a:off x="1082" y="1679"/>
              <a:ext cx="514" cy="0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3094" name="Oval 18"/>
            <p:cNvSpPr>
              <a:spLocks noChangeAspect="1" noChangeArrowheads="1"/>
            </p:cNvSpPr>
            <p:nvPr/>
          </p:nvSpPr>
          <p:spPr bwMode="auto">
            <a:xfrm>
              <a:off x="2379" y="1564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D</a:t>
              </a:r>
            </a:p>
          </p:txBody>
        </p:sp>
        <p:cxnSp>
          <p:nvCxnSpPr>
            <p:cNvPr id="43095" name="AutoShape 19"/>
            <p:cNvCxnSpPr>
              <a:cxnSpLocks noChangeAspect="1" noChangeShapeType="1"/>
              <a:stCxn id="43100" idx="7"/>
              <a:endCxn id="43094" idx="3"/>
            </p:cNvCxnSpPr>
            <p:nvPr/>
          </p:nvCxnSpPr>
          <p:spPr bwMode="auto">
            <a:xfrm flipV="1">
              <a:off x="2191" y="1773"/>
              <a:ext cx="221" cy="2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096" name="AutoShape 20"/>
            <p:cNvCxnSpPr>
              <a:cxnSpLocks noChangeAspect="1" noChangeShapeType="1"/>
              <a:stCxn id="43094" idx="1"/>
              <a:endCxn id="43087" idx="6"/>
            </p:cNvCxnSpPr>
            <p:nvPr/>
          </p:nvCxnSpPr>
          <p:spPr bwMode="auto">
            <a:xfrm flipH="1" flipV="1">
              <a:off x="1478" y="1218"/>
              <a:ext cx="934" cy="367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3097" name="Text Box 21"/>
            <p:cNvSpPr txBox="1">
              <a:spLocks noChangeArrowheads="1"/>
            </p:cNvSpPr>
            <p:nvPr/>
          </p:nvSpPr>
          <p:spPr bwMode="auto">
            <a:xfrm>
              <a:off x="768" y="950"/>
              <a:ext cx="29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en-US" sz="2000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3098" name="Text Box 22"/>
            <p:cNvSpPr txBox="1">
              <a:spLocks noChangeArrowheads="1"/>
            </p:cNvSpPr>
            <p:nvPr/>
          </p:nvSpPr>
          <p:spPr bwMode="auto">
            <a:xfrm>
              <a:off x="384" y="1406"/>
              <a:ext cx="29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en-US" sz="2000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43099" name="AutoShape 23"/>
            <p:cNvCxnSpPr>
              <a:cxnSpLocks noChangeAspect="1" noChangeShapeType="1"/>
              <a:stCxn id="43085" idx="6"/>
              <a:endCxn id="43094" idx="2"/>
            </p:cNvCxnSpPr>
            <p:nvPr/>
          </p:nvCxnSpPr>
          <p:spPr bwMode="auto">
            <a:xfrm>
              <a:off x="1851" y="1679"/>
              <a:ext cx="515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3100" name="Oval 24"/>
            <p:cNvSpPr>
              <a:spLocks noChangeAspect="1" noChangeArrowheads="1"/>
            </p:cNvSpPr>
            <p:nvPr/>
          </p:nvSpPr>
          <p:spPr bwMode="auto">
            <a:xfrm>
              <a:off x="1994" y="2025"/>
              <a:ext cx="231" cy="23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F</a:t>
              </a:r>
            </a:p>
          </p:txBody>
        </p:sp>
        <p:cxnSp>
          <p:nvCxnSpPr>
            <p:cNvPr id="43101" name="AutoShape 25"/>
            <p:cNvCxnSpPr>
              <a:cxnSpLocks noChangeAspect="1" noChangeShapeType="1"/>
              <a:stCxn id="43085" idx="5"/>
              <a:endCxn id="43100" idx="1"/>
            </p:cNvCxnSpPr>
            <p:nvPr/>
          </p:nvCxnSpPr>
          <p:spPr bwMode="auto">
            <a:xfrm>
              <a:off x="1806" y="1773"/>
              <a:ext cx="221" cy="2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3017" name="Group 26"/>
          <p:cNvGrpSpPr>
            <a:grpSpLocks/>
          </p:cNvGrpSpPr>
          <p:nvPr/>
        </p:nvGrpSpPr>
        <p:grpSpPr bwMode="auto">
          <a:xfrm>
            <a:off x="695325" y="4151313"/>
            <a:ext cx="3649663" cy="2130425"/>
            <a:chOff x="438" y="2616"/>
            <a:chExt cx="2299" cy="1342"/>
          </a:xfrm>
        </p:grpSpPr>
        <p:sp>
          <p:nvSpPr>
            <p:cNvPr id="43062" name="AutoShape 27"/>
            <p:cNvSpPr>
              <a:spLocks noChangeArrowheads="1"/>
            </p:cNvSpPr>
            <p:nvPr/>
          </p:nvSpPr>
          <p:spPr bwMode="auto">
            <a:xfrm>
              <a:off x="1129" y="3650"/>
              <a:ext cx="521" cy="30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43063" name="AutoShape 28"/>
            <p:cNvSpPr>
              <a:spLocks noChangeArrowheads="1"/>
            </p:cNvSpPr>
            <p:nvPr/>
          </p:nvSpPr>
          <p:spPr bwMode="auto">
            <a:xfrm>
              <a:off x="754" y="3191"/>
              <a:ext cx="1983" cy="30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43064" name="AutoShape 29"/>
            <p:cNvSpPr>
              <a:spLocks noChangeArrowheads="1"/>
            </p:cNvSpPr>
            <p:nvPr/>
          </p:nvSpPr>
          <p:spPr bwMode="auto">
            <a:xfrm>
              <a:off x="1135" y="2730"/>
              <a:ext cx="521" cy="30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43065" name="Oval 30"/>
            <p:cNvSpPr>
              <a:spLocks noChangeAspect="1" noChangeArrowheads="1"/>
            </p:cNvSpPr>
            <p:nvPr/>
          </p:nvSpPr>
          <p:spPr bwMode="auto">
            <a:xfrm>
              <a:off x="1663" y="3230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C</a:t>
              </a:r>
            </a:p>
          </p:txBody>
        </p:sp>
        <p:sp>
          <p:nvSpPr>
            <p:cNvPr id="43066" name="Oval 31"/>
            <p:cNvSpPr>
              <a:spLocks noChangeAspect="1" noChangeArrowheads="1"/>
            </p:cNvSpPr>
            <p:nvPr/>
          </p:nvSpPr>
          <p:spPr bwMode="auto">
            <a:xfrm>
              <a:off x="894" y="3230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B</a:t>
              </a:r>
            </a:p>
          </p:txBody>
        </p:sp>
        <p:sp>
          <p:nvSpPr>
            <p:cNvPr id="43067" name="Oval 32"/>
            <p:cNvSpPr>
              <a:spLocks noChangeAspect="1" noChangeArrowheads="1"/>
            </p:cNvSpPr>
            <p:nvPr/>
          </p:nvSpPr>
          <p:spPr bwMode="auto">
            <a:xfrm>
              <a:off x="1290" y="2769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A</a:t>
              </a:r>
            </a:p>
          </p:txBody>
        </p:sp>
        <p:sp>
          <p:nvSpPr>
            <p:cNvPr id="43068" name="Oval 33"/>
            <p:cNvSpPr>
              <a:spLocks noChangeAspect="1" noChangeArrowheads="1"/>
            </p:cNvSpPr>
            <p:nvPr/>
          </p:nvSpPr>
          <p:spPr bwMode="auto">
            <a:xfrm>
              <a:off x="1278" y="3691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E</a:t>
              </a:r>
            </a:p>
          </p:txBody>
        </p:sp>
        <p:cxnSp>
          <p:nvCxnSpPr>
            <p:cNvPr id="43069" name="AutoShape 34"/>
            <p:cNvCxnSpPr>
              <a:cxnSpLocks noChangeAspect="1" noChangeShapeType="1"/>
              <a:stCxn id="43067" idx="3"/>
              <a:endCxn id="43066" idx="7"/>
            </p:cNvCxnSpPr>
            <p:nvPr/>
          </p:nvCxnSpPr>
          <p:spPr bwMode="auto">
            <a:xfrm flipH="1">
              <a:off x="1091" y="2978"/>
              <a:ext cx="232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070" name="AutoShape 35"/>
            <p:cNvCxnSpPr>
              <a:cxnSpLocks noChangeAspect="1" noChangeShapeType="1"/>
              <a:stCxn id="43068" idx="1"/>
              <a:endCxn id="43066" idx="5"/>
            </p:cNvCxnSpPr>
            <p:nvPr/>
          </p:nvCxnSpPr>
          <p:spPr bwMode="auto">
            <a:xfrm flipH="1" flipV="1">
              <a:off x="1091" y="3439"/>
              <a:ext cx="220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071" name="AutoShape 36"/>
            <p:cNvCxnSpPr>
              <a:cxnSpLocks noChangeAspect="1" noChangeShapeType="1"/>
              <a:stCxn id="43068" idx="7"/>
              <a:endCxn id="43065" idx="3"/>
            </p:cNvCxnSpPr>
            <p:nvPr/>
          </p:nvCxnSpPr>
          <p:spPr bwMode="auto">
            <a:xfrm flipV="1">
              <a:off x="1475" y="3439"/>
              <a:ext cx="221" cy="27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072" name="AutoShape 37"/>
            <p:cNvCxnSpPr>
              <a:cxnSpLocks noChangeAspect="1" noChangeShapeType="1"/>
              <a:stCxn id="43067" idx="5"/>
              <a:endCxn id="43065" idx="1"/>
            </p:cNvCxnSpPr>
            <p:nvPr/>
          </p:nvCxnSpPr>
          <p:spPr bwMode="auto">
            <a:xfrm>
              <a:off x="1487" y="2978"/>
              <a:ext cx="209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073" name="AutoShape 38"/>
            <p:cNvCxnSpPr>
              <a:cxnSpLocks noChangeAspect="1" noChangeShapeType="1"/>
              <a:stCxn id="43066" idx="6"/>
              <a:endCxn id="43065" idx="2"/>
            </p:cNvCxnSpPr>
            <p:nvPr/>
          </p:nvCxnSpPr>
          <p:spPr bwMode="auto">
            <a:xfrm>
              <a:off x="1136" y="3345"/>
              <a:ext cx="514" cy="0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3074" name="Oval 39"/>
            <p:cNvSpPr>
              <a:spLocks noChangeAspect="1" noChangeArrowheads="1"/>
            </p:cNvSpPr>
            <p:nvPr/>
          </p:nvSpPr>
          <p:spPr bwMode="auto">
            <a:xfrm>
              <a:off x="2433" y="3230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D</a:t>
              </a:r>
            </a:p>
          </p:txBody>
        </p:sp>
        <p:cxnSp>
          <p:nvCxnSpPr>
            <p:cNvPr id="43075" name="AutoShape 40"/>
            <p:cNvCxnSpPr>
              <a:cxnSpLocks noChangeAspect="1" noChangeShapeType="1"/>
              <a:stCxn id="43080" idx="7"/>
              <a:endCxn id="43074" idx="3"/>
            </p:cNvCxnSpPr>
            <p:nvPr/>
          </p:nvCxnSpPr>
          <p:spPr bwMode="auto">
            <a:xfrm flipV="1">
              <a:off x="2245" y="3439"/>
              <a:ext cx="221" cy="2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076" name="AutoShape 41"/>
            <p:cNvCxnSpPr>
              <a:cxnSpLocks noChangeAspect="1" noChangeShapeType="1"/>
              <a:stCxn id="43074" idx="1"/>
              <a:endCxn id="43067" idx="6"/>
            </p:cNvCxnSpPr>
            <p:nvPr/>
          </p:nvCxnSpPr>
          <p:spPr bwMode="auto">
            <a:xfrm flipH="1" flipV="1">
              <a:off x="1532" y="2884"/>
              <a:ext cx="934" cy="367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3077" name="Text Box 42"/>
            <p:cNvSpPr txBox="1">
              <a:spLocks noChangeArrowheads="1"/>
            </p:cNvSpPr>
            <p:nvPr/>
          </p:nvSpPr>
          <p:spPr bwMode="auto">
            <a:xfrm>
              <a:off x="822" y="2616"/>
              <a:ext cx="29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en-US" sz="2000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3078" name="Text Box 43"/>
            <p:cNvSpPr txBox="1">
              <a:spLocks noChangeArrowheads="1"/>
            </p:cNvSpPr>
            <p:nvPr/>
          </p:nvSpPr>
          <p:spPr bwMode="auto">
            <a:xfrm>
              <a:off x="438" y="3072"/>
              <a:ext cx="29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en-US" sz="2000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43079" name="AutoShape 44"/>
            <p:cNvCxnSpPr>
              <a:cxnSpLocks noChangeAspect="1" noChangeShapeType="1"/>
              <a:stCxn id="43065" idx="6"/>
              <a:endCxn id="43074" idx="2"/>
            </p:cNvCxnSpPr>
            <p:nvPr/>
          </p:nvCxnSpPr>
          <p:spPr bwMode="auto">
            <a:xfrm>
              <a:off x="1905" y="3345"/>
              <a:ext cx="515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3080" name="Oval 45"/>
            <p:cNvSpPr>
              <a:spLocks noChangeAspect="1" noChangeArrowheads="1"/>
            </p:cNvSpPr>
            <p:nvPr/>
          </p:nvSpPr>
          <p:spPr bwMode="auto">
            <a:xfrm>
              <a:off x="2048" y="3691"/>
              <a:ext cx="231" cy="23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F</a:t>
              </a:r>
            </a:p>
          </p:txBody>
        </p:sp>
        <p:cxnSp>
          <p:nvCxnSpPr>
            <p:cNvPr id="43081" name="AutoShape 46"/>
            <p:cNvCxnSpPr>
              <a:cxnSpLocks noChangeAspect="1" noChangeShapeType="1"/>
              <a:stCxn id="43065" idx="5"/>
              <a:endCxn id="43080" idx="1"/>
            </p:cNvCxnSpPr>
            <p:nvPr/>
          </p:nvCxnSpPr>
          <p:spPr bwMode="auto">
            <a:xfrm>
              <a:off x="1860" y="3439"/>
              <a:ext cx="221" cy="2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3082" name="Text Box 47"/>
            <p:cNvSpPr txBox="1">
              <a:spLocks noChangeArrowheads="1"/>
            </p:cNvSpPr>
            <p:nvPr/>
          </p:nvSpPr>
          <p:spPr bwMode="auto">
            <a:xfrm>
              <a:off x="810" y="3522"/>
              <a:ext cx="29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en-US" sz="2000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43018" name="Group 48"/>
          <p:cNvGrpSpPr>
            <a:grpSpLocks/>
          </p:cNvGrpSpPr>
          <p:nvPr/>
        </p:nvGrpSpPr>
        <p:grpSpPr bwMode="auto">
          <a:xfrm>
            <a:off x="5113338" y="1508125"/>
            <a:ext cx="3649662" cy="2130425"/>
            <a:chOff x="3072" y="950"/>
            <a:chExt cx="2299" cy="1342"/>
          </a:xfrm>
        </p:grpSpPr>
        <p:sp>
          <p:nvSpPr>
            <p:cNvPr id="43041" name="AutoShape 49"/>
            <p:cNvSpPr>
              <a:spLocks noChangeArrowheads="1"/>
            </p:cNvSpPr>
            <p:nvPr/>
          </p:nvSpPr>
          <p:spPr bwMode="auto">
            <a:xfrm>
              <a:off x="3763" y="1984"/>
              <a:ext cx="521" cy="30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43042" name="AutoShape 50"/>
            <p:cNvSpPr>
              <a:spLocks noChangeArrowheads="1"/>
            </p:cNvSpPr>
            <p:nvPr/>
          </p:nvSpPr>
          <p:spPr bwMode="auto">
            <a:xfrm>
              <a:off x="3388" y="1525"/>
              <a:ext cx="1983" cy="30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43043" name="AutoShape 51"/>
            <p:cNvSpPr>
              <a:spLocks noChangeArrowheads="1"/>
            </p:cNvSpPr>
            <p:nvPr/>
          </p:nvSpPr>
          <p:spPr bwMode="auto">
            <a:xfrm>
              <a:off x="3769" y="1064"/>
              <a:ext cx="521" cy="30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43044" name="Oval 52"/>
            <p:cNvSpPr>
              <a:spLocks noChangeAspect="1" noChangeArrowheads="1"/>
            </p:cNvSpPr>
            <p:nvPr/>
          </p:nvSpPr>
          <p:spPr bwMode="auto">
            <a:xfrm>
              <a:off x="4297" y="1564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C</a:t>
              </a:r>
            </a:p>
          </p:txBody>
        </p:sp>
        <p:sp>
          <p:nvSpPr>
            <p:cNvPr id="43045" name="Oval 53"/>
            <p:cNvSpPr>
              <a:spLocks noChangeAspect="1" noChangeArrowheads="1"/>
            </p:cNvSpPr>
            <p:nvPr/>
          </p:nvSpPr>
          <p:spPr bwMode="auto">
            <a:xfrm>
              <a:off x="3528" y="1564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B</a:t>
              </a:r>
            </a:p>
          </p:txBody>
        </p:sp>
        <p:sp>
          <p:nvSpPr>
            <p:cNvPr id="43046" name="Oval 54"/>
            <p:cNvSpPr>
              <a:spLocks noChangeAspect="1" noChangeArrowheads="1"/>
            </p:cNvSpPr>
            <p:nvPr/>
          </p:nvSpPr>
          <p:spPr bwMode="auto">
            <a:xfrm>
              <a:off x="3924" y="1103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A</a:t>
              </a:r>
            </a:p>
          </p:txBody>
        </p:sp>
        <p:sp>
          <p:nvSpPr>
            <p:cNvPr id="43047" name="Oval 55"/>
            <p:cNvSpPr>
              <a:spLocks noChangeAspect="1" noChangeArrowheads="1"/>
            </p:cNvSpPr>
            <p:nvPr/>
          </p:nvSpPr>
          <p:spPr bwMode="auto">
            <a:xfrm>
              <a:off x="3912" y="2025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E</a:t>
              </a:r>
            </a:p>
          </p:txBody>
        </p:sp>
        <p:cxnSp>
          <p:nvCxnSpPr>
            <p:cNvPr id="43048" name="AutoShape 56"/>
            <p:cNvCxnSpPr>
              <a:cxnSpLocks noChangeAspect="1" noChangeShapeType="1"/>
              <a:stCxn id="43046" idx="3"/>
              <a:endCxn id="43045" idx="7"/>
            </p:cNvCxnSpPr>
            <p:nvPr/>
          </p:nvCxnSpPr>
          <p:spPr bwMode="auto">
            <a:xfrm flipH="1">
              <a:off x="3725" y="1312"/>
              <a:ext cx="232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049" name="AutoShape 57"/>
            <p:cNvCxnSpPr>
              <a:cxnSpLocks noChangeAspect="1" noChangeShapeType="1"/>
              <a:stCxn id="43047" idx="1"/>
              <a:endCxn id="43045" idx="5"/>
            </p:cNvCxnSpPr>
            <p:nvPr/>
          </p:nvCxnSpPr>
          <p:spPr bwMode="auto">
            <a:xfrm flipH="1" flipV="1">
              <a:off x="3725" y="1773"/>
              <a:ext cx="220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050" name="AutoShape 58"/>
            <p:cNvCxnSpPr>
              <a:cxnSpLocks noChangeAspect="1" noChangeShapeType="1"/>
              <a:stCxn id="43047" idx="7"/>
              <a:endCxn id="43044" idx="3"/>
            </p:cNvCxnSpPr>
            <p:nvPr/>
          </p:nvCxnSpPr>
          <p:spPr bwMode="auto">
            <a:xfrm flipV="1">
              <a:off x="4109" y="1773"/>
              <a:ext cx="221" cy="27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051" name="AutoShape 59"/>
            <p:cNvCxnSpPr>
              <a:cxnSpLocks noChangeAspect="1" noChangeShapeType="1"/>
              <a:stCxn id="43046" idx="5"/>
              <a:endCxn id="43044" idx="1"/>
            </p:cNvCxnSpPr>
            <p:nvPr/>
          </p:nvCxnSpPr>
          <p:spPr bwMode="auto">
            <a:xfrm>
              <a:off x="4121" y="1312"/>
              <a:ext cx="209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052" name="AutoShape 60"/>
            <p:cNvCxnSpPr>
              <a:cxnSpLocks noChangeAspect="1" noChangeShapeType="1"/>
              <a:stCxn id="43045" idx="6"/>
              <a:endCxn id="43044" idx="2"/>
            </p:cNvCxnSpPr>
            <p:nvPr/>
          </p:nvCxnSpPr>
          <p:spPr bwMode="auto">
            <a:xfrm>
              <a:off x="3770" y="1679"/>
              <a:ext cx="514" cy="0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3053" name="Oval 61"/>
            <p:cNvSpPr>
              <a:spLocks noChangeAspect="1" noChangeArrowheads="1"/>
            </p:cNvSpPr>
            <p:nvPr/>
          </p:nvSpPr>
          <p:spPr bwMode="auto">
            <a:xfrm>
              <a:off x="5067" y="1564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D</a:t>
              </a:r>
            </a:p>
          </p:txBody>
        </p:sp>
        <p:cxnSp>
          <p:nvCxnSpPr>
            <p:cNvPr id="43054" name="AutoShape 62"/>
            <p:cNvCxnSpPr>
              <a:cxnSpLocks noChangeAspect="1" noChangeShapeType="1"/>
              <a:stCxn id="43059" idx="7"/>
              <a:endCxn id="43053" idx="3"/>
            </p:cNvCxnSpPr>
            <p:nvPr/>
          </p:nvCxnSpPr>
          <p:spPr bwMode="auto">
            <a:xfrm flipV="1">
              <a:off x="4879" y="1773"/>
              <a:ext cx="221" cy="2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055" name="AutoShape 63"/>
            <p:cNvCxnSpPr>
              <a:cxnSpLocks noChangeAspect="1" noChangeShapeType="1"/>
              <a:stCxn id="43053" idx="1"/>
              <a:endCxn id="43046" idx="6"/>
            </p:cNvCxnSpPr>
            <p:nvPr/>
          </p:nvCxnSpPr>
          <p:spPr bwMode="auto">
            <a:xfrm flipH="1" flipV="1">
              <a:off x="4166" y="1218"/>
              <a:ext cx="934" cy="367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3056" name="Text Box 64"/>
            <p:cNvSpPr txBox="1">
              <a:spLocks noChangeArrowheads="1"/>
            </p:cNvSpPr>
            <p:nvPr/>
          </p:nvSpPr>
          <p:spPr bwMode="auto">
            <a:xfrm>
              <a:off x="3456" y="950"/>
              <a:ext cx="29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en-US" sz="2000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3057" name="Text Box 65"/>
            <p:cNvSpPr txBox="1">
              <a:spLocks noChangeArrowheads="1"/>
            </p:cNvSpPr>
            <p:nvPr/>
          </p:nvSpPr>
          <p:spPr bwMode="auto">
            <a:xfrm>
              <a:off x="3072" y="1406"/>
              <a:ext cx="29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en-US" sz="2000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43058" name="AutoShape 66"/>
            <p:cNvCxnSpPr>
              <a:cxnSpLocks noChangeAspect="1" noChangeShapeType="1"/>
              <a:stCxn id="43044" idx="6"/>
              <a:endCxn id="43053" idx="2"/>
            </p:cNvCxnSpPr>
            <p:nvPr/>
          </p:nvCxnSpPr>
          <p:spPr bwMode="auto">
            <a:xfrm>
              <a:off x="4539" y="1679"/>
              <a:ext cx="515" cy="0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3059" name="Oval 67"/>
            <p:cNvSpPr>
              <a:spLocks noChangeAspect="1" noChangeArrowheads="1"/>
            </p:cNvSpPr>
            <p:nvPr/>
          </p:nvSpPr>
          <p:spPr bwMode="auto">
            <a:xfrm>
              <a:off x="4682" y="2025"/>
              <a:ext cx="231" cy="23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F</a:t>
              </a:r>
            </a:p>
          </p:txBody>
        </p:sp>
        <p:cxnSp>
          <p:nvCxnSpPr>
            <p:cNvPr id="43060" name="AutoShape 68"/>
            <p:cNvCxnSpPr>
              <a:cxnSpLocks noChangeAspect="1" noChangeShapeType="1"/>
              <a:stCxn id="43044" idx="5"/>
              <a:endCxn id="43059" idx="1"/>
            </p:cNvCxnSpPr>
            <p:nvPr/>
          </p:nvCxnSpPr>
          <p:spPr bwMode="auto">
            <a:xfrm>
              <a:off x="4494" y="1773"/>
              <a:ext cx="221" cy="2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3061" name="Text Box 69"/>
            <p:cNvSpPr txBox="1">
              <a:spLocks noChangeArrowheads="1"/>
            </p:cNvSpPr>
            <p:nvPr/>
          </p:nvSpPr>
          <p:spPr bwMode="auto">
            <a:xfrm>
              <a:off x="3444" y="1856"/>
              <a:ext cx="29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en-US" sz="2000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43019" name="Group 70"/>
          <p:cNvGrpSpPr>
            <a:grpSpLocks/>
          </p:cNvGrpSpPr>
          <p:nvPr/>
        </p:nvGrpSpPr>
        <p:grpSpPr bwMode="auto">
          <a:xfrm>
            <a:off x="5113338" y="4151313"/>
            <a:ext cx="3649662" cy="2130425"/>
            <a:chOff x="3221" y="2615"/>
            <a:chExt cx="2299" cy="1342"/>
          </a:xfrm>
        </p:grpSpPr>
        <p:sp>
          <p:nvSpPr>
            <p:cNvPr id="43020" name="AutoShape 71"/>
            <p:cNvSpPr>
              <a:spLocks noChangeArrowheads="1"/>
            </p:cNvSpPr>
            <p:nvPr/>
          </p:nvSpPr>
          <p:spPr bwMode="auto">
            <a:xfrm>
              <a:off x="3912" y="3649"/>
              <a:ext cx="521" cy="30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43021" name="AutoShape 72"/>
            <p:cNvSpPr>
              <a:spLocks noChangeArrowheads="1"/>
            </p:cNvSpPr>
            <p:nvPr/>
          </p:nvSpPr>
          <p:spPr bwMode="auto">
            <a:xfrm>
              <a:off x="3537" y="3190"/>
              <a:ext cx="1983" cy="30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43022" name="AutoShape 73"/>
            <p:cNvSpPr>
              <a:spLocks noChangeArrowheads="1"/>
            </p:cNvSpPr>
            <p:nvPr/>
          </p:nvSpPr>
          <p:spPr bwMode="auto">
            <a:xfrm>
              <a:off x="3918" y="2729"/>
              <a:ext cx="521" cy="30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43023" name="Oval 74"/>
            <p:cNvSpPr>
              <a:spLocks noChangeAspect="1" noChangeArrowheads="1"/>
            </p:cNvSpPr>
            <p:nvPr/>
          </p:nvSpPr>
          <p:spPr bwMode="auto">
            <a:xfrm>
              <a:off x="4446" y="3229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C</a:t>
              </a:r>
            </a:p>
          </p:txBody>
        </p:sp>
        <p:sp>
          <p:nvSpPr>
            <p:cNvPr id="43024" name="Oval 75"/>
            <p:cNvSpPr>
              <a:spLocks noChangeAspect="1" noChangeArrowheads="1"/>
            </p:cNvSpPr>
            <p:nvPr/>
          </p:nvSpPr>
          <p:spPr bwMode="auto">
            <a:xfrm>
              <a:off x="3677" y="3229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B</a:t>
              </a:r>
            </a:p>
          </p:txBody>
        </p:sp>
        <p:sp>
          <p:nvSpPr>
            <p:cNvPr id="43025" name="Oval 76"/>
            <p:cNvSpPr>
              <a:spLocks noChangeAspect="1" noChangeArrowheads="1"/>
            </p:cNvSpPr>
            <p:nvPr/>
          </p:nvSpPr>
          <p:spPr bwMode="auto">
            <a:xfrm>
              <a:off x="4073" y="2768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A</a:t>
              </a:r>
            </a:p>
          </p:txBody>
        </p:sp>
        <p:sp>
          <p:nvSpPr>
            <p:cNvPr id="43026" name="Oval 77"/>
            <p:cNvSpPr>
              <a:spLocks noChangeAspect="1" noChangeArrowheads="1"/>
            </p:cNvSpPr>
            <p:nvPr/>
          </p:nvSpPr>
          <p:spPr bwMode="auto">
            <a:xfrm>
              <a:off x="4061" y="3690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E</a:t>
              </a:r>
            </a:p>
          </p:txBody>
        </p:sp>
        <p:cxnSp>
          <p:nvCxnSpPr>
            <p:cNvPr id="43027" name="AutoShape 78"/>
            <p:cNvCxnSpPr>
              <a:cxnSpLocks noChangeAspect="1" noChangeShapeType="1"/>
              <a:stCxn id="43025" idx="3"/>
              <a:endCxn id="43024" idx="7"/>
            </p:cNvCxnSpPr>
            <p:nvPr/>
          </p:nvCxnSpPr>
          <p:spPr bwMode="auto">
            <a:xfrm flipH="1">
              <a:off x="3874" y="2977"/>
              <a:ext cx="232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028" name="AutoShape 79"/>
            <p:cNvCxnSpPr>
              <a:cxnSpLocks noChangeAspect="1" noChangeShapeType="1"/>
              <a:stCxn id="43026" idx="1"/>
              <a:endCxn id="43024" idx="5"/>
            </p:cNvCxnSpPr>
            <p:nvPr/>
          </p:nvCxnSpPr>
          <p:spPr bwMode="auto">
            <a:xfrm flipH="1" flipV="1">
              <a:off x="3874" y="3438"/>
              <a:ext cx="220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029" name="AutoShape 80"/>
            <p:cNvCxnSpPr>
              <a:cxnSpLocks noChangeAspect="1" noChangeShapeType="1"/>
              <a:stCxn id="43026" idx="7"/>
              <a:endCxn id="43023" idx="3"/>
            </p:cNvCxnSpPr>
            <p:nvPr/>
          </p:nvCxnSpPr>
          <p:spPr bwMode="auto">
            <a:xfrm flipV="1">
              <a:off x="4258" y="3438"/>
              <a:ext cx="221" cy="273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030" name="AutoShape 81"/>
            <p:cNvCxnSpPr>
              <a:cxnSpLocks noChangeAspect="1" noChangeShapeType="1"/>
              <a:stCxn id="43025" idx="5"/>
              <a:endCxn id="43023" idx="1"/>
            </p:cNvCxnSpPr>
            <p:nvPr/>
          </p:nvCxnSpPr>
          <p:spPr bwMode="auto">
            <a:xfrm>
              <a:off x="4270" y="2977"/>
              <a:ext cx="209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031" name="AutoShape 82"/>
            <p:cNvCxnSpPr>
              <a:cxnSpLocks noChangeAspect="1" noChangeShapeType="1"/>
              <a:stCxn id="43024" idx="6"/>
              <a:endCxn id="43023" idx="2"/>
            </p:cNvCxnSpPr>
            <p:nvPr/>
          </p:nvCxnSpPr>
          <p:spPr bwMode="auto">
            <a:xfrm>
              <a:off x="3919" y="3344"/>
              <a:ext cx="514" cy="0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3032" name="Oval 83"/>
            <p:cNvSpPr>
              <a:spLocks noChangeAspect="1" noChangeArrowheads="1"/>
            </p:cNvSpPr>
            <p:nvPr/>
          </p:nvSpPr>
          <p:spPr bwMode="auto">
            <a:xfrm>
              <a:off x="5216" y="3229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D</a:t>
              </a:r>
            </a:p>
          </p:txBody>
        </p:sp>
        <p:cxnSp>
          <p:nvCxnSpPr>
            <p:cNvPr id="43033" name="AutoShape 84"/>
            <p:cNvCxnSpPr>
              <a:cxnSpLocks noChangeAspect="1" noChangeShapeType="1"/>
              <a:stCxn id="43038" idx="7"/>
              <a:endCxn id="43032" idx="3"/>
            </p:cNvCxnSpPr>
            <p:nvPr/>
          </p:nvCxnSpPr>
          <p:spPr bwMode="auto">
            <a:xfrm flipV="1">
              <a:off x="5028" y="3438"/>
              <a:ext cx="221" cy="2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034" name="AutoShape 85"/>
            <p:cNvCxnSpPr>
              <a:cxnSpLocks noChangeAspect="1" noChangeShapeType="1"/>
              <a:stCxn id="43032" idx="1"/>
              <a:endCxn id="43025" idx="6"/>
            </p:cNvCxnSpPr>
            <p:nvPr/>
          </p:nvCxnSpPr>
          <p:spPr bwMode="auto">
            <a:xfrm flipH="1" flipV="1">
              <a:off x="4315" y="2883"/>
              <a:ext cx="934" cy="367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3035" name="Text Box 86"/>
            <p:cNvSpPr txBox="1">
              <a:spLocks noChangeArrowheads="1"/>
            </p:cNvSpPr>
            <p:nvPr/>
          </p:nvSpPr>
          <p:spPr bwMode="auto">
            <a:xfrm>
              <a:off x="3605" y="2615"/>
              <a:ext cx="29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en-US" sz="2000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3036" name="Text Box 87"/>
            <p:cNvSpPr txBox="1">
              <a:spLocks noChangeArrowheads="1"/>
            </p:cNvSpPr>
            <p:nvPr/>
          </p:nvSpPr>
          <p:spPr bwMode="auto">
            <a:xfrm>
              <a:off x="3221" y="3071"/>
              <a:ext cx="29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en-US" sz="2000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43037" name="AutoShape 88"/>
            <p:cNvCxnSpPr>
              <a:cxnSpLocks noChangeAspect="1" noChangeShapeType="1"/>
              <a:stCxn id="43023" idx="6"/>
              <a:endCxn id="43032" idx="2"/>
            </p:cNvCxnSpPr>
            <p:nvPr/>
          </p:nvCxnSpPr>
          <p:spPr bwMode="auto">
            <a:xfrm>
              <a:off x="4688" y="3344"/>
              <a:ext cx="515" cy="0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3038" name="Oval 89"/>
            <p:cNvSpPr>
              <a:spLocks noChangeAspect="1" noChangeArrowheads="1"/>
            </p:cNvSpPr>
            <p:nvPr/>
          </p:nvSpPr>
          <p:spPr bwMode="auto">
            <a:xfrm>
              <a:off x="4831" y="3690"/>
              <a:ext cx="231" cy="23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F</a:t>
              </a:r>
            </a:p>
          </p:txBody>
        </p:sp>
        <p:cxnSp>
          <p:nvCxnSpPr>
            <p:cNvPr id="43039" name="AutoShape 90"/>
            <p:cNvCxnSpPr>
              <a:cxnSpLocks noChangeAspect="1" noChangeShapeType="1"/>
              <a:stCxn id="43023" idx="5"/>
              <a:endCxn id="43038" idx="1"/>
            </p:cNvCxnSpPr>
            <p:nvPr/>
          </p:nvCxnSpPr>
          <p:spPr bwMode="auto">
            <a:xfrm>
              <a:off x="4643" y="3438"/>
              <a:ext cx="221" cy="2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3040" name="Text Box 91"/>
            <p:cNvSpPr txBox="1">
              <a:spLocks noChangeArrowheads="1"/>
            </p:cNvSpPr>
            <p:nvPr/>
          </p:nvSpPr>
          <p:spPr bwMode="auto">
            <a:xfrm>
              <a:off x="3593" y="3521"/>
              <a:ext cx="29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en-US" sz="2000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Graphs</a:t>
            </a:r>
          </a:p>
        </p:txBody>
      </p:sp>
      <p:sp>
        <p:nvSpPr>
          <p:cNvPr id="4403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95F51CC-B12E-4E11-BB77-76CB28D2C2A1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400"/>
          </a:p>
        </p:txBody>
      </p:sp>
      <p:sp>
        <p:nvSpPr>
          <p:cNvPr id="440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BFS – Detailed Steps (cont.)</a:t>
            </a:r>
          </a:p>
        </p:txBody>
      </p:sp>
      <p:grpSp>
        <p:nvGrpSpPr>
          <p:cNvPr id="44037" name="Group 3"/>
          <p:cNvGrpSpPr>
            <a:grpSpLocks/>
          </p:cNvGrpSpPr>
          <p:nvPr/>
        </p:nvGrpSpPr>
        <p:grpSpPr bwMode="auto">
          <a:xfrm>
            <a:off x="609600" y="1450975"/>
            <a:ext cx="3649663" cy="2130425"/>
            <a:chOff x="3221" y="2615"/>
            <a:chExt cx="2299" cy="1342"/>
          </a:xfrm>
        </p:grpSpPr>
        <p:sp>
          <p:nvSpPr>
            <p:cNvPr id="44083" name="AutoShape 4"/>
            <p:cNvSpPr>
              <a:spLocks noChangeArrowheads="1"/>
            </p:cNvSpPr>
            <p:nvPr/>
          </p:nvSpPr>
          <p:spPr bwMode="auto">
            <a:xfrm>
              <a:off x="3912" y="3649"/>
              <a:ext cx="521" cy="30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44084" name="AutoShape 5"/>
            <p:cNvSpPr>
              <a:spLocks noChangeArrowheads="1"/>
            </p:cNvSpPr>
            <p:nvPr/>
          </p:nvSpPr>
          <p:spPr bwMode="auto">
            <a:xfrm>
              <a:off x="3537" y="3190"/>
              <a:ext cx="1983" cy="30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44085" name="AutoShape 6"/>
            <p:cNvSpPr>
              <a:spLocks noChangeArrowheads="1"/>
            </p:cNvSpPr>
            <p:nvPr/>
          </p:nvSpPr>
          <p:spPr bwMode="auto">
            <a:xfrm>
              <a:off x="3918" y="2729"/>
              <a:ext cx="521" cy="30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44086" name="Oval 7"/>
            <p:cNvSpPr>
              <a:spLocks noChangeAspect="1" noChangeArrowheads="1"/>
            </p:cNvSpPr>
            <p:nvPr/>
          </p:nvSpPr>
          <p:spPr bwMode="auto">
            <a:xfrm>
              <a:off x="4446" y="3229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C</a:t>
              </a:r>
            </a:p>
          </p:txBody>
        </p:sp>
        <p:sp>
          <p:nvSpPr>
            <p:cNvPr id="44087" name="Oval 8"/>
            <p:cNvSpPr>
              <a:spLocks noChangeAspect="1" noChangeArrowheads="1"/>
            </p:cNvSpPr>
            <p:nvPr/>
          </p:nvSpPr>
          <p:spPr bwMode="auto">
            <a:xfrm>
              <a:off x="3677" y="3229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B</a:t>
              </a:r>
            </a:p>
          </p:txBody>
        </p:sp>
        <p:sp>
          <p:nvSpPr>
            <p:cNvPr id="44088" name="Oval 9"/>
            <p:cNvSpPr>
              <a:spLocks noChangeAspect="1" noChangeArrowheads="1"/>
            </p:cNvSpPr>
            <p:nvPr/>
          </p:nvSpPr>
          <p:spPr bwMode="auto">
            <a:xfrm>
              <a:off x="4073" y="2768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A</a:t>
              </a:r>
            </a:p>
          </p:txBody>
        </p:sp>
        <p:sp>
          <p:nvSpPr>
            <p:cNvPr id="44089" name="Oval 10"/>
            <p:cNvSpPr>
              <a:spLocks noChangeAspect="1" noChangeArrowheads="1"/>
            </p:cNvSpPr>
            <p:nvPr/>
          </p:nvSpPr>
          <p:spPr bwMode="auto">
            <a:xfrm>
              <a:off x="4061" y="3690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E</a:t>
              </a:r>
            </a:p>
          </p:txBody>
        </p:sp>
        <p:cxnSp>
          <p:nvCxnSpPr>
            <p:cNvPr id="44090" name="AutoShape 11"/>
            <p:cNvCxnSpPr>
              <a:cxnSpLocks noChangeAspect="1" noChangeShapeType="1"/>
              <a:stCxn id="44088" idx="3"/>
              <a:endCxn id="44087" idx="7"/>
            </p:cNvCxnSpPr>
            <p:nvPr/>
          </p:nvCxnSpPr>
          <p:spPr bwMode="auto">
            <a:xfrm flipH="1">
              <a:off x="3874" y="2977"/>
              <a:ext cx="232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091" name="AutoShape 12"/>
            <p:cNvCxnSpPr>
              <a:cxnSpLocks noChangeAspect="1" noChangeShapeType="1"/>
              <a:stCxn id="44089" idx="1"/>
              <a:endCxn id="44087" idx="5"/>
            </p:cNvCxnSpPr>
            <p:nvPr/>
          </p:nvCxnSpPr>
          <p:spPr bwMode="auto">
            <a:xfrm flipH="1" flipV="1">
              <a:off x="3874" y="3438"/>
              <a:ext cx="220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092" name="AutoShape 13"/>
            <p:cNvCxnSpPr>
              <a:cxnSpLocks noChangeAspect="1" noChangeShapeType="1"/>
              <a:stCxn id="44089" idx="7"/>
              <a:endCxn id="44086" idx="3"/>
            </p:cNvCxnSpPr>
            <p:nvPr/>
          </p:nvCxnSpPr>
          <p:spPr bwMode="auto">
            <a:xfrm flipV="1">
              <a:off x="4258" y="3438"/>
              <a:ext cx="221" cy="273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093" name="AutoShape 14"/>
            <p:cNvCxnSpPr>
              <a:cxnSpLocks noChangeAspect="1" noChangeShapeType="1"/>
              <a:stCxn id="44088" idx="5"/>
              <a:endCxn id="44086" idx="1"/>
            </p:cNvCxnSpPr>
            <p:nvPr/>
          </p:nvCxnSpPr>
          <p:spPr bwMode="auto">
            <a:xfrm>
              <a:off x="4270" y="2977"/>
              <a:ext cx="209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094" name="AutoShape 15"/>
            <p:cNvCxnSpPr>
              <a:cxnSpLocks noChangeAspect="1" noChangeShapeType="1"/>
              <a:stCxn id="44087" idx="6"/>
              <a:endCxn id="44086" idx="2"/>
            </p:cNvCxnSpPr>
            <p:nvPr/>
          </p:nvCxnSpPr>
          <p:spPr bwMode="auto">
            <a:xfrm>
              <a:off x="3919" y="3344"/>
              <a:ext cx="514" cy="0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4095" name="Oval 16"/>
            <p:cNvSpPr>
              <a:spLocks noChangeAspect="1" noChangeArrowheads="1"/>
            </p:cNvSpPr>
            <p:nvPr/>
          </p:nvSpPr>
          <p:spPr bwMode="auto">
            <a:xfrm>
              <a:off x="5216" y="3229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D</a:t>
              </a:r>
            </a:p>
          </p:txBody>
        </p:sp>
        <p:cxnSp>
          <p:nvCxnSpPr>
            <p:cNvPr id="44096" name="AutoShape 17"/>
            <p:cNvCxnSpPr>
              <a:cxnSpLocks noChangeAspect="1" noChangeShapeType="1"/>
              <a:stCxn id="44101" idx="7"/>
              <a:endCxn id="44095" idx="3"/>
            </p:cNvCxnSpPr>
            <p:nvPr/>
          </p:nvCxnSpPr>
          <p:spPr bwMode="auto">
            <a:xfrm flipV="1">
              <a:off x="5028" y="3438"/>
              <a:ext cx="221" cy="2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097" name="AutoShape 18"/>
            <p:cNvCxnSpPr>
              <a:cxnSpLocks noChangeAspect="1" noChangeShapeType="1"/>
              <a:stCxn id="44095" idx="1"/>
              <a:endCxn id="44088" idx="6"/>
            </p:cNvCxnSpPr>
            <p:nvPr/>
          </p:nvCxnSpPr>
          <p:spPr bwMode="auto">
            <a:xfrm flipH="1" flipV="1">
              <a:off x="4315" y="2883"/>
              <a:ext cx="934" cy="367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4098" name="Text Box 19"/>
            <p:cNvSpPr txBox="1">
              <a:spLocks noChangeArrowheads="1"/>
            </p:cNvSpPr>
            <p:nvPr/>
          </p:nvSpPr>
          <p:spPr bwMode="auto">
            <a:xfrm>
              <a:off x="3605" y="2615"/>
              <a:ext cx="29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en-US" sz="2000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4099" name="Text Box 20"/>
            <p:cNvSpPr txBox="1">
              <a:spLocks noChangeArrowheads="1"/>
            </p:cNvSpPr>
            <p:nvPr/>
          </p:nvSpPr>
          <p:spPr bwMode="auto">
            <a:xfrm>
              <a:off x="3221" y="3071"/>
              <a:ext cx="29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en-US" sz="2000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44100" name="AutoShape 21"/>
            <p:cNvCxnSpPr>
              <a:cxnSpLocks noChangeAspect="1" noChangeShapeType="1"/>
              <a:stCxn id="44086" idx="6"/>
              <a:endCxn id="44095" idx="2"/>
            </p:cNvCxnSpPr>
            <p:nvPr/>
          </p:nvCxnSpPr>
          <p:spPr bwMode="auto">
            <a:xfrm>
              <a:off x="4688" y="3344"/>
              <a:ext cx="515" cy="0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4101" name="Oval 22"/>
            <p:cNvSpPr>
              <a:spLocks noChangeAspect="1" noChangeArrowheads="1"/>
            </p:cNvSpPr>
            <p:nvPr/>
          </p:nvSpPr>
          <p:spPr bwMode="auto">
            <a:xfrm>
              <a:off x="4831" y="3690"/>
              <a:ext cx="231" cy="23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F</a:t>
              </a:r>
            </a:p>
          </p:txBody>
        </p:sp>
        <p:cxnSp>
          <p:nvCxnSpPr>
            <p:cNvPr id="44102" name="AutoShape 23"/>
            <p:cNvCxnSpPr>
              <a:cxnSpLocks noChangeAspect="1" noChangeShapeType="1"/>
              <a:stCxn id="44086" idx="5"/>
              <a:endCxn id="44101" idx="1"/>
            </p:cNvCxnSpPr>
            <p:nvPr/>
          </p:nvCxnSpPr>
          <p:spPr bwMode="auto">
            <a:xfrm>
              <a:off x="4643" y="3438"/>
              <a:ext cx="221" cy="2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4103" name="Text Box 24"/>
            <p:cNvSpPr txBox="1">
              <a:spLocks noChangeArrowheads="1"/>
            </p:cNvSpPr>
            <p:nvPr/>
          </p:nvSpPr>
          <p:spPr bwMode="auto">
            <a:xfrm>
              <a:off x="3593" y="3521"/>
              <a:ext cx="29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en-US" sz="2000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</p:grpSp>
      <p:sp>
        <p:nvSpPr>
          <p:cNvPr id="44038" name="AutoShape 25"/>
          <p:cNvSpPr>
            <a:spLocks noChangeArrowheads="1"/>
          </p:cNvSpPr>
          <p:nvPr/>
        </p:nvSpPr>
        <p:spPr bwMode="auto">
          <a:xfrm rot="8100000" flipH="1" flipV="1">
            <a:off x="4167188" y="3733800"/>
            <a:ext cx="1243012" cy="333375"/>
          </a:xfrm>
          <a:prstGeom prst="rightArrow">
            <a:avLst>
              <a:gd name="adj1" fmla="val 50000"/>
              <a:gd name="adj2" fmla="val 93214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4039" name="AutoShape 26"/>
          <p:cNvSpPr>
            <a:spLocks noChangeArrowheads="1"/>
          </p:cNvSpPr>
          <p:nvPr/>
        </p:nvSpPr>
        <p:spPr bwMode="auto">
          <a:xfrm rot="5400000">
            <a:off x="2206626" y="3757612"/>
            <a:ext cx="457200" cy="333375"/>
          </a:xfrm>
          <a:prstGeom prst="rightArrow">
            <a:avLst>
              <a:gd name="adj1" fmla="val 50000"/>
              <a:gd name="adj2" fmla="val 34286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grpSp>
        <p:nvGrpSpPr>
          <p:cNvPr id="44040" name="Group 27"/>
          <p:cNvGrpSpPr>
            <a:grpSpLocks/>
          </p:cNvGrpSpPr>
          <p:nvPr/>
        </p:nvGrpSpPr>
        <p:grpSpPr bwMode="auto">
          <a:xfrm>
            <a:off x="609600" y="4152900"/>
            <a:ext cx="3649663" cy="2130425"/>
            <a:chOff x="384" y="2616"/>
            <a:chExt cx="2299" cy="1342"/>
          </a:xfrm>
        </p:grpSpPr>
        <p:sp>
          <p:nvSpPr>
            <p:cNvPr id="44062" name="AutoShape 28"/>
            <p:cNvSpPr>
              <a:spLocks noChangeArrowheads="1"/>
            </p:cNvSpPr>
            <p:nvPr/>
          </p:nvSpPr>
          <p:spPr bwMode="auto">
            <a:xfrm>
              <a:off x="1075" y="3650"/>
              <a:ext cx="1291" cy="30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44063" name="AutoShape 29"/>
            <p:cNvSpPr>
              <a:spLocks noChangeArrowheads="1"/>
            </p:cNvSpPr>
            <p:nvPr/>
          </p:nvSpPr>
          <p:spPr bwMode="auto">
            <a:xfrm>
              <a:off x="700" y="3191"/>
              <a:ext cx="1983" cy="30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44064" name="AutoShape 30"/>
            <p:cNvSpPr>
              <a:spLocks noChangeArrowheads="1"/>
            </p:cNvSpPr>
            <p:nvPr/>
          </p:nvSpPr>
          <p:spPr bwMode="auto">
            <a:xfrm>
              <a:off x="1081" y="2730"/>
              <a:ext cx="521" cy="30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44065" name="Oval 31"/>
            <p:cNvSpPr>
              <a:spLocks noChangeAspect="1" noChangeArrowheads="1"/>
            </p:cNvSpPr>
            <p:nvPr/>
          </p:nvSpPr>
          <p:spPr bwMode="auto">
            <a:xfrm>
              <a:off x="1609" y="3230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C</a:t>
              </a:r>
            </a:p>
          </p:txBody>
        </p:sp>
        <p:sp>
          <p:nvSpPr>
            <p:cNvPr id="44066" name="Oval 32"/>
            <p:cNvSpPr>
              <a:spLocks noChangeAspect="1" noChangeArrowheads="1"/>
            </p:cNvSpPr>
            <p:nvPr/>
          </p:nvSpPr>
          <p:spPr bwMode="auto">
            <a:xfrm>
              <a:off x="840" y="3230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B</a:t>
              </a:r>
            </a:p>
          </p:txBody>
        </p:sp>
        <p:sp>
          <p:nvSpPr>
            <p:cNvPr id="44067" name="Oval 33"/>
            <p:cNvSpPr>
              <a:spLocks noChangeAspect="1" noChangeArrowheads="1"/>
            </p:cNvSpPr>
            <p:nvPr/>
          </p:nvSpPr>
          <p:spPr bwMode="auto">
            <a:xfrm>
              <a:off x="1236" y="2769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A</a:t>
              </a:r>
            </a:p>
          </p:txBody>
        </p:sp>
        <p:sp>
          <p:nvSpPr>
            <p:cNvPr id="44068" name="Oval 34"/>
            <p:cNvSpPr>
              <a:spLocks noChangeAspect="1" noChangeArrowheads="1"/>
            </p:cNvSpPr>
            <p:nvPr/>
          </p:nvSpPr>
          <p:spPr bwMode="auto">
            <a:xfrm>
              <a:off x="1224" y="3691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E</a:t>
              </a:r>
            </a:p>
          </p:txBody>
        </p:sp>
        <p:cxnSp>
          <p:nvCxnSpPr>
            <p:cNvPr id="44069" name="AutoShape 35"/>
            <p:cNvCxnSpPr>
              <a:cxnSpLocks noChangeAspect="1" noChangeShapeType="1"/>
              <a:stCxn id="44067" idx="3"/>
              <a:endCxn id="44066" idx="7"/>
            </p:cNvCxnSpPr>
            <p:nvPr/>
          </p:nvCxnSpPr>
          <p:spPr bwMode="auto">
            <a:xfrm flipH="1">
              <a:off x="1037" y="2978"/>
              <a:ext cx="232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070" name="AutoShape 36"/>
            <p:cNvCxnSpPr>
              <a:cxnSpLocks noChangeAspect="1" noChangeShapeType="1"/>
              <a:stCxn id="44068" idx="1"/>
              <a:endCxn id="44066" idx="5"/>
            </p:cNvCxnSpPr>
            <p:nvPr/>
          </p:nvCxnSpPr>
          <p:spPr bwMode="auto">
            <a:xfrm flipH="1" flipV="1">
              <a:off x="1037" y="3439"/>
              <a:ext cx="220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071" name="AutoShape 37"/>
            <p:cNvCxnSpPr>
              <a:cxnSpLocks noChangeAspect="1" noChangeShapeType="1"/>
              <a:stCxn id="44068" idx="7"/>
              <a:endCxn id="44065" idx="3"/>
            </p:cNvCxnSpPr>
            <p:nvPr/>
          </p:nvCxnSpPr>
          <p:spPr bwMode="auto">
            <a:xfrm flipV="1">
              <a:off x="1421" y="3439"/>
              <a:ext cx="221" cy="273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072" name="AutoShape 38"/>
            <p:cNvCxnSpPr>
              <a:cxnSpLocks noChangeAspect="1" noChangeShapeType="1"/>
              <a:stCxn id="44067" idx="5"/>
              <a:endCxn id="44065" idx="1"/>
            </p:cNvCxnSpPr>
            <p:nvPr/>
          </p:nvCxnSpPr>
          <p:spPr bwMode="auto">
            <a:xfrm>
              <a:off x="1433" y="2978"/>
              <a:ext cx="209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073" name="AutoShape 39"/>
            <p:cNvCxnSpPr>
              <a:cxnSpLocks noChangeAspect="1" noChangeShapeType="1"/>
              <a:stCxn id="44066" idx="6"/>
              <a:endCxn id="44065" idx="2"/>
            </p:cNvCxnSpPr>
            <p:nvPr/>
          </p:nvCxnSpPr>
          <p:spPr bwMode="auto">
            <a:xfrm>
              <a:off x="1082" y="3345"/>
              <a:ext cx="514" cy="0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4074" name="Oval 40"/>
            <p:cNvSpPr>
              <a:spLocks noChangeAspect="1" noChangeArrowheads="1"/>
            </p:cNvSpPr>
            <p:nvPr/>
          </p:nvSpPr>
          <p:spPr bwMode="auto">
            <a:xfrm>
              <a:off x="2379" y="3230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D</a:t>
              </a:r>
            </a:p>
          </p:txBody>
        </p:sp>
        <p:cxnSp>
          <p:nvCxnSpPr>
            <p:cNvPr id="44075" name="AutoShape 41"/>
            <p:cNvCxnSpPr>
              <a:cxnSpLocks noChangeAspect="1" noChangeShapeType="1"/>
              <a:stCxn id="44080" idx="7"/>
              <a:endCxn id="44074" idx="3"/>
            </p:cNvCxnSpPr>
            <p:nvPr/>
          </p:nvCxnSpPr>
          <p:spPr bwMode="auto">
            <a:xfrm flipV="1">
              <a:off x="2191" y="3439"/>
              <a:ext cx="221" cy="27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076" name="AutoShape 42"/>
            <p:cNvCxnSpPr>
              <a:cxnSpLocks noChangeAspect="1" noChangeShapeType="1"/>
              <a:stCxn id="44074" idx="1"/>
              <a:endCxn id="44067" idx="6"/>
            </p:cNvCxnSpPr>
            <p:nvPr/>
          </p:nvCxnSpPr>
          <p:spPr bwMode="auto">
            <a:xfrm flipH="1" flipV="1">
              <a:off x="1478" y="2884"/>
              <a:ext cx="934" cy="367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4077" name="Text Box 43"/>
            <p:cNvSpPr txBox="1">
              <a:spLocks noChangeArrowheads="1"/>
            </p:cNvSpPr>
            <p:nvPr/>
          </p:nvSpPr>
          <p:spPr bwMode="auto">
            <a:xfrm>
              <a:off x="768" y="2616"/>
              <a:ext cx="29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en-US" sz="2000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4078" name="Text Box 44"/>
            <p:cNvSpPr txBox="1">
              <a:spLocks noChangeArrowheads="1"/>
            </p:cNvSpPr>
            <p:nvPr/>
          </p:nvSpPr>
          <p:spPr bwMode="auto">
            <a:xfrm>
              <a:off x="384" y="3072"/>
              <a:ext cx="29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en-US" sz="2000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44079" name="AutoShape 45"/>
            <p:cNvCxnSpPr>
              <a:cxnSpLocks noChangeAspect="1" noChangeShapeType="1"/>
              <a:stCxn id="44065" idx="6"/>
              <a:endCxn id="44074" idx="2"/>
            </p:cNvCxnSpPr>
            <p:nvPr/>
          </p:nvCxnSpPr>
          <p:spPr bwMode="auto">
            <a:xfrm>
              <a:off x="1851" y="3345"/>
              <a:ext cx="515" cy="0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4080" name="Oval 46"/>
            <p:cNvSpPr>
              <a:spLocks noChangeAspect="1" noChangeArrowheads="1"/>
            </p:cNvSpPr>
            <p:nvPr/>
          </p:nvSpPr>
          <p:spPr bwMode="auto">
            <a:xfrm>
              <a:off x="1994" y="3691"/>
              <a:ext cx="231" cy="23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F</a:t>
              </a:r>
            </a:p>
          </p:txBody>
        </p:sp>
        <p:cxnSp>
          <p:nvCxnSpPr>
            <p:cNvPr id="44081" name="AutoShape 47"/>
            <p:cNvCxnSpPr>
              <a:cxnSpLocks noChangeAspect="1" noChangeShapeType="1"/>
              <a:stCxn id="44065" idx="5"/>
              <a:endCxn id="44080" idx="1"/>
            </p:cNvCxnSpPr>
            <p:nvPr/>
          </p:nvCxnSpPr>
          <p:spPr bwMode="auto">
            <a:xfrm>
              <a:off x="1806" y="3439"/>
              <a:ext cx="221" cy="27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4082" name="Text Box 48"/>
            <p:cNvSpPr txBox="1">
              <a:spLocks noChangeArrowheads="1"/>
            </p:cNvSpPr>
            <p:nvPr/>
          </p:nvSpPr>
          <p:spPr bwMode="auto">
            <a:xfrm>
              <a:off x="756" y="3522"/>
              <a:ext cx="29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en-US" sz="2000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</p:grpSp>
      <p:sp>
        <p:nvSpPr>
          <p:cNvPr id="44041" name="AutoShape 49"/>
          <p:cNvSpPr>
            <a:spLocks noChangeArrowheads="1"/>
          </p:cNvSpPr>
          <p:nvPr/>
        </p:nvSpPr>
        <p:spPr bwMode="auto">
          <a:xfrm>
            <a:off x="6043613" y="3092450"/>
            <a:ext cx="2049462" cy="48895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12700">
            <a:solidFill>
              <a:schemeClr val="tx2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4042" name="AutoShape 50"/>
          <p:cNvSpPr>
            <a:spLocks noChangeArrowheads="1"/>
          </p:cNvSpPr>
          <p:nvPr/>
        </p:nvSpPr>
        <p:spPr bwMode="auto">
          <a:xfrm>
            <a:off x="5448300" y="2363788"/>
            <a:ext cx="3148013" cy="48895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12700">
            <a:solidFill>
              <a:schemeClr val="tx2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4043" name="AutoShape 51"/>
          <p:cNvSpPr>
            <a:spLocks noChangeArrowheads="1"/>
          </p:cNvSpPr>
          <p:nvPr/>
        </p:nvSpPr>
        <p:spPr bwMode="auto">
          <a:xfrm>
            <a:off x="6053138" y="1631950"/>
            <a:ext cx="827087" cy="48895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12700">
            <a:solidFill>
              <a:schemeClr val="tx2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4044" name="Oval 52"/>
          <p:cNvSpPr>
            <a:spLocks noChangeAspect="1" noChangeArrowheads="1"/>
          </p:cNvSpPr>
          <p:nvPr/>
        </p:nvSpPr>
        <p:spPr bwMode="auto">
          <a:xfrm>
            <a:off x="6891338" y="2425700"/>
            <a:ext cx="366712" cy="366713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44045" name="Oval 53"/>
          <p:cNvSpPr>
            <a:spLocks noChangeAspect="1" noChangeArrowheads="1"/>
          </p:cNvSpPr>
          <p:nvPr/>
        </p:nvSpPr>
        <p:spPr bwMode="auto">
          <a:xfrm>
            <a:off x="5670550" y="2425700"/>
            <a:ext cx="366713" cy="366713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B</a:t>
            </a:r>
          </a:p>
        </p:txBody>
      </p:sp>
      <p:sp>
        <p:nvSpPr>
          <p:cNvPr id="44046" name="Oval 54"/>
          <p:cNvSpPr>
            <a:spLocks noChangeAspect="1" noChangeArrowheads="1"/>
          </p:cNvSpPr>
          <p:nvPr/>
        </p:nvSpPr>
        <p:spPr bwMode="auto">
          <a:xfrm>
            <a:off x="6299200" y="1693863"/>
            <a:ext cx="366713" cy="366712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</a:t>
            </a:r>
          </a:p>
        </p:txBody>
      </p:sp>
      <p:sp>
        <p:nvSpPr>
          <p:cNvPr id="44047" name="Oval 55"/>
          <p:cNvSpPr>
            <a:spLocks noChangeAspect="1" noChangeArrowheads="1"/>
          </p:cNvSpPr>
          <p:nvPr/>
        </p:nvSpPr>
        <p:spPr bwMode="auto">
          <a:xfrm>
            <a:off x="6280150" y="3157538"/>
            <a:ext cx="366713" cy="366712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</a:t>
            </a:r>
          </a:p>
        </p:txBody>
      </p:sp>
      <p:cxnSp>
        <p:nvCxnSpPr>
          <p:cNvPr id="44048" name="AutoShape 56"/>
          <p:cNvCxnSpPr>
            <a:cxnSpLocks noChangeAspect="1" noChangeShapeType="1"/>
            <a:stCxn id="44046" idx="3"/>
            <a:endCxn id="44045" idx="7"/>
          </p:cNvCxnSpPr>
          <p:nvPr/>
        </p:nvCxnSpPr>
        <p:spPr bwMode="auto">
          <a:xfrm flipH="1">
            <a:off x="5983288" y="2025650"/>
            <a:ext cx="368300" cy="433388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49" name="AutoShape 57"/>
          <p:cNvCxnSpPr>
            <a:cxnSpLocks noChangeAspect="1" noChangeShapeType="1"/>
            <a:stCxn id="44047" idx="1"/>
            <a:endCxn id="44045" idx="5"/>
          </p:cNvCxnSpPr>
          <p:nvPr/>
        </p:nvCxnSpPr>
        <p:spPr bwMode="auto">
          <a:xfrm flipH="1" flipV="1">
            <a:off x="5983288" y="2757488"/>
            <a:ext cx="349250" cy="433387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50" name="AutoShape 58"/>
          <p:cNvCxnSpPr>
            <a:cxnSpLocks noChangeAspect="1" noChangeShapeType="1"/>
            <a:stCxn id="44047" idx="7"/>
            <a:endCxn id="44044" idx="3"/>
          </p:cNvCxnSpPr>
          <p:nvPr/>
        </p:nvCxnSpPr>
        <p:spPr bwMode="auto">
          <a:xfrm flipV="1">
            <a:off x="6592888" y="2757488"/>
            <a:ext cx="350837" cy="433387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prstDash val="dash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51" name="AutoShape 59"/>
          <p:cNvCxnSpPr>
            <a:cxnSpLocks noChangeAspect="1" noChangeShapeType="1"/>
            <a:stCxn id="44046" idx="5"/>
            <a:endCxn id="44044" idx="1"/>
          </p:cNvCxnSpPr>
          <p:nvPr/>
        </p:nvCxnSpPr>
        <p:spPr bwMode="auto">
          <a:xfrm>
            <a:off x="6611938" y="2025650"/>
            <a:ext cx="331787" cy="433388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52" name="AutoShape 60"/>
          <p:cNvCxnSpPr>
            <a:cxnSpLocks noChangeAspect="1" noChangeShapeType="1"/>
            <a:stCxn id="44045" idx="6"/>
            <a:endCxn id="44044" idx="2"/>
          </p:cNvCxnSpPr>
          <p:nvPr/>
        </p:nvCxnSpPr>
        <p:spPr bwMode="auto">
          <a:xfrm>
            <a:off x="6054725" y="2608263"/>
            <a:ext cx="815975" cy="0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053" name="Oval 61"/>
          <p:cNvSpPr>
            <a:spLocks noChangeAspect="1" noChangeArrowheads="1"/>
          </p:cNvSpPr>
          <p:nvPr/>
        </p:nvSpPr>
        <p:spPr bwMode="auto">
          <a:xfrm>
            <a:off x="8113713" y="2425700"/>
            <a:ext cx="366712" cy="366713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</a:t>
            </a:r>
          </a:p>
        </p:txBody>
      </p:sp>
      <p:cxnSp>
        <p:nvCxnSpPr>
          <p:cNvPr id="44054" name="AutoShape 62"/>
          <p:cNvCxnSpPr>
            <a:cxnSpLocks noChangeAspect="1" noChangeShapeType="1"/>
            <a:stCxn id="44059" idx="7"/>
            <a:endCxn id="44053" idx="3"/>
          </p:cNvCxnSpPr>
          <p:nvPr/>
        </p:nvCxnSpPr>
        <p:spPr bwMode="auto">
          <a:xfrm flipV="1">
            <a:off x="7815263" y="2757488"/>
            <a:ext cx="350837" cy="433387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prstDash val="dash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55" name="AutoShape 63"/>
          <p:cNvCxnSpPr>
            <a:cxnSpLocks noChangeAspect="1" noChangeShapeType="1"/>
            <a:stCxn id="44053" idx="1"/>
            <a:endCxn id="44046" idx="6"/>
          </p:cNvCxnSpPr>
          <p:nvPr/>
        </p:nvCxnSpPr>
        <p:spPr bwMode="auto">
          <a:xfrm flipH="1" flipV="1">
            <a:off x="6683375" y="1876425"/>
            <a:ext cx="1482725" cy="582613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056" name="Text Box 64"/>
          <p:cNvSpPr txBox="1">
            <a:spLocks noChangeArrowheads="1"/>
          </p:cNvSpPr>
          <p:nvPr/>
        </p:nvSpPr>
        <p:spPr bwMode="auto">
          <a:xfrm>
            <a:off x="5556250" y="1450975"/>
            <a:ext cx="466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L</a:t>
            </a:r>
            <a:r>
              <a:rPr lang="en-US" altLang="en-US" sz="2000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4057" name="Text Box 65"/>
          <p:cNvSpPr txBox="1">
            <a:spLocks noChangeArrowheads="1"/>
          </p:cNvSpPr>
          <p:nvPr/>
        </p:nvSpPr>
        <p:spPr bwMode="auto">
          <a:xfrm>
            <a:off x="4946650" y="2174875"/>
            <a:ext cx="466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L</a:t>
            </a:r>
            <a:r>
              <a:rPr lang="en-US" altLang="en-US" sz="2000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</a:p>
        </p:txBody>
      </p:sp>
      <p:cxnSp>
        <p:nvCxnSpPr>
          <p:cNvPr id="44058" name="AutoShape 66"/>
          <p:cNvCxnSpPr>
            <a:cxnSpLocks noChangeAspect="1" noChangeShapeType="1"/>
            <a:stCxn id="44044" idx="6"/>
            <a:endCxn id="44053" idx="2"/>
          </p:cNvCxnSpPr>
          <p:nvPr/>
        </p:nvCxnSpPr>
        <p:spPr bwMode="auto">
          <a:xfrm>
            <a:off x="7275513" y="2608263"/>
            <a:ext cx="817562" cy="0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059" name="Oval 67"/>
          <p:cNvSpPr>
            <a:spLocks noChangeAspect="1" noChangeArrowheads="1"/>
          </p:cNvSpPr>
          <p:nvPr/>
        </p:nvSpPr>
        <p:spPr bwMode="auto">
          <a:xfrm>
            <a:off x="7502525" y="3157538"/>
            <a:ext cx="366713" cy="366712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</a:t>
            </a:r>
          </a:p>
        </p:txBody>
      </p:sp>
      <p:cxnSp>
        <p:nvCxnSpPr>
          <p:cNvPr id="44060" name="AutoShape 68"/>
          <p:cNvCxnSpPr>
            <a:cxnSpLocks noChangeAspect="1" noChangeShapeType="1"/>
            <a:stCxn id="44044" idx="5"/>
            <a:endCxn id="44059" idx="1"/>
          </p:cNvCxnSpPr>
          <p:nvPr/>
        </p:nvCxnSpPr>
        <p:spPr bwMode="auto">
          <a:xfrm>
            <a:off x="7204075" y="2757488"/>
            <a:ext cx="350838" cy="433387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061" name="Text Box 69"/>
          <p:cNvSpPr txBox="1">
            <a:spLocks noChangeArrowheads="1"/>
          </p:cNvSpPr>
          <p:nvPr/>
        </p:nvSpPr>
        <p:spPr bwMode="auto">
          <a:xfrm>
            <a:off x="5537200" y="2889250"/>
            <a:ext cx="466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L</a:t>
            </a:r>
            <a:r>
              <a:rPr lang="en-US" altLang="en-US" sz="2000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Graphs</a:t>
            </a:r>
          </a:p>
        </p:txBody>
      </p:sp>
      <p:sp>
        <p:nvSpPr>
          <p:cNvPr id="46083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4488025-EC2D-48EE-A4BB-F93B4D102593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400"/>
          </a:p>
        </p:txBody>
      </p:sp>
      <p:sp>
        <p:nvSpPr>
          <p:cNvPr id="460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Properties</a:t>
            </a:r>
          </a:p>
        </p:txBody>
      </p:sp>
      <p:sp>
        <p:nvSpPr>
          <p:cNvPr id="4608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600200"/>
            <a:ext cx="4575175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chemeClr val="tx2"/>
                </a:solidFill>
              </a:rPr>
              <a:t>Notation</a:t>
            </a:r>
          </a:p>
          <a:p>
            <a:pPr lvl="1" eaLnBrk="1" hangingPunct="1">
              <a:lnSpc>
                <a:spcPct val="90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US" altLang="en-US" sz="2000" b="1" i="1" dirty="0" err="1">
                <a:latin typeface="Times New Roman" panose="02020603050405020304" pitchFamily="18" charset="0"/>
              </a:rPr>
              <a:t>G</a:t>
            </a:r>
            <a:r>
              <a:rPr lang="en-US" altLang="en-US" sz="2000" b="1" i="1" baseline="-25000" dirty="0" err="1">
                <a:latin typeface="Times New Roman" panose="02020603050405020304" pitchFamily="18" charset="0"/>
              </a:rPr>
              <a:t>s</a:t>
            </a:r>
            <a:r>
              <a:rPr lang="en-US" altLang="en-US" sz="2000" dirty="0"/>
              <a:t>: connected component of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s</a:t>
            </a: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chemeClr val="tx2"/>
                </a:solidFill>
              </a:rPr>
              <a:t>Property 1</a:t>
            </a: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US" altLang="en-US" sz="2000" dirty="0"/>
              <a:t>	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BFS</a:t>
            </a:r>
            <a:r>
              <a:rPr lang="en-US" altLang="en-US" sz="2000" dirty="0">
                <a:latin typeface="Times New Roman" panose="02020603050405020304" pitchFamily="18" charset="0"/>
              </a:rPr>
              <a:t>(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G, s</a:t>
            </a:r>
            <a:r>
              <a:rPr lang="en-US" altLang="en-US" sz="2000" dirty="0">
                <a:latin typeface="Times New Roman" panose="02020603050405020304" pitchFamily="18" charset="0"/>
              </a:rPr>
              <a:t>) </a:t>
            </a:r>
            <a:r>
              <a:rPr lang="en-US" altLang="en-US" sz="2000" dirty="0"/>
              <a:t>visits all the vertices and edges of </a:t>
            </a:r>
            <a:r>
              <a:rPr lang="en-US" altLang="en-US" sz="2000" b="1" i="1" dirty="0" err="1">
                <a:latin typeface="Times New Roman" panose="02020603050405020304" pitchFamily="18" charset="0"/>
              </a:rPr>
              <a:t>G</a:t>
            </a:r>
            <a:r>
              <a:rPr lang="en-US" altLang="en-US" sz="2000" b="1" i="1" baseline="-25000" dirty="0" err="1">
                <a:latin typeface="Times New Roman" panose="02020603050405020304" pitchFamily="18" charset="0"/>
              </a:rPr>
              <a:t>s</a:t>
            </a:r>
            <a:r>
              <a:rPr lang="en-US" altLang="en-US" sz="2000" dirty="0"/>
              <a:t> </a:t>
            </a: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chemeClr val="tx2"/>
                </a:solidFill>
              </a:rPr>
              <a:t>Property 2</a:t>
            </a:r>
            <a:endParaRPr lang="en-US" altLang="en-US" sz="2400" dirty="0"/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US" altLang="en-US" sz="2000" dirty="0"/>
              <a:t>	The discovery edges labeled by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BFS</a:t>
            </a:r>
            <a:r>
              <a:rPr lang="en-US" altLang="en-US" sz="2000" dirty="0">
                <a:latin typeface="Times New Roman" panose="02020603050405020304" pitchFamily="18" charset="0"/>
              </a:rPr>
              <a:t>(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G, s</a:t>
            </a:r>
            <a:r>
              <a:rPr lang="en-US" altLang="en-US" sz="2000" dirty="0">
                <a:latin typeface="Times New Roman" panose="02020603050405020304" pitchFamily="18" charset="0"/>
              </a:rPr>
              <a:t>) </a:t>
            </a:r>
            <a:r>
              <a:rPr lang="en-US" altLang="en-US" sz="2000" dirty="0"/>
              <a:t>form a spanning tree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T</a:t>
            </a:r>
            <a:r>
              <a:rPr lang="en-US" altLang="en-US" sz="2000" b="1" i="1" baseline="-25000" dirty="0">
                <a:latin typeface="Times New Roman" panose="02020603050405020304" pitchFamily="18" charset="0"/>
              </a:rPr>
              <a:t>s</a:t>
            </a:r>
            <a:r>
              <a:rPr lang="en-US" altLang="en-US" sz="2000" dirty="0"/>
              <a:t> of </a:t>
            </a:r>
            <a:r>
              <a:rPr lang="en-US" altLang="en-US" sz="2000" b="1" i="1" dirty="0" err="1">
                <a:latin typeface="Times New Roman" panose="02020603050405020304" pitchFamily="18" charset="0"/>
              </a:rPr>
              <a:t>G</a:t>
            </a:r>
            <a:r>
              <a:rPr lang="en-US" altLang="en-US" sz="2000" b="1" i="1" baseline="-25000" dirty="0" err="1">
                <a:latin typeface="Times New Roman" panose="02020603050405020304" pitchFamily="18" charset="0"/>
              </a:rPr>
              <a:t>s</a:t>
            </a:r>
            <a:endParaRPr lang="en-US" altLang="en-US" sz="2000" b="1" i="1" baseline="-250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chemeClr val="tx2"/>
                </a:solidFill>
              </a:rPr>
              <a:t>Property 3</a:t>
            </a:r>
            <a:endParaRPr lang="en-US" altLang="en-US" sz="2400" dirty="0"/>
          </a:p>
          <a:p>
            <a:pPr eaLnBrk="1" hangingPunct="1">
              <a:lnSpc>
                <a:spcPct val="90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US" altLang="en-US" sz="2000" dirty="0"/>
              <a:t>	For each vertex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v</a:t>
            </a:r>
            <a:r>
              <a:rPr lang="en-US" altLang="en-US" sz="2000" dirty="0"/>
              <a:t> in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L</a:t>
            </a:r>
            <a:r>
              <a:rPr lang="en-US" altLang="en-US" sz="2000" b="1" i="1" baseline="-25000" dirty="0">
                <a:latin typeface="Times New Roman" panose="02020603050405020304" pitchFamily="18" charset="0"/>
              </a:rPr>
              <a:t>i</a:t>
            </a:r>
          </a:p>
          <a:p>
            <a:pPr lvl="1" eaLnBrk="1" hangingPunct="1">
              <a:lnSpc>
                <a:spcPct val="90000"/>
              </a:lnSpc>
              <a:spcBef>
                <a:spcPct val="15000"/>
              </a:spcBef>
            </a:pPr>
            <a:r>
              <a:rPr lang="en-US" altLang="en-US" sz="1800" dirty="0"/>
              <a:t>The path of 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T</a:t>
            </a:r>
            <a:r>
              <a:rPr lang="en-US" altLang="en-US" sz="1800" b="1" i="1" baseline="-25000" dirty="0">
                <a:latin typeface="Times New Roman" panose="02020603050405020304" pitchFamily="18" charset="0"/>
              </a:rPr>
              <a:t>s</a:t>
            </a:r>
            <a:r>
              <a:rPr lang="en-US" altLang="en-US" sz="1800" dirty="0"/>
              <a:t> from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s </a:t>
            </a:r>
            <a:r>
              <a:rPr lang="en-US" altLang="en-US" sz="1800" dirty="0"/>
              <a:t>to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v </a:t>
            </a:r>
            <a:r>
              <a:rPr lang="en-US" altLang="en-US" sz="1800" dirty="0"/>
              <a:t>has </a:t>
            </a:r>
            <a:r>
              <a:rPr lang="en-US" altLang="en-US" sz="1800" b="1" i="1" dirty="0" err="1">
                <a:latin typeface="Times New Roman" panose="02020603050405020304" pitchFamily="18" charset="0"/>
              </a:rPr>
              <a:t>i</a:t>
            </a:r>
            <a:r>
              <a:rPr lang="en-US" altLang="en-US" sz="1800" dirty="0"/>
              <a:t> edges </a:t>
            </a:r>
          </a:p>
          <a:p>
            <a:pPr lvl="1" eaLnBrk="1" hangingPunct="1">
              <a:lnSpc>
                <a:spcPct val="90000"/>
              </a:lnSpc>
              <a:spcBef>
                <a:spcPct val="15000"/>
              </a:spcBef>
            </a:pPr>
            <a:r>
              <a:rPr lang="en-US" altLang="en-US" sz="1800" dirty="0"/>
              <a:t>Every path from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s </a:t>
            </a:r>
            <a:r>
              <a:rPr lang="en-US" altLang="en-US" sz="1800" dirty="0"/>
              <a:t>to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v </a:t>
            </a:r>
            <a:r>
              <a:rPr lang="en-US" altLang="en-US" sz="1800" dirty="0"/>
              <a:t>in </a:t>
            </a:r>
            <a:r>
              <a:rPr lang="en-US" altLang="en-US" sz="1800" b="1" i="1" dirty="0" err="1">
                <a:latin typeface="Times New Roman" panose="02020603050405020304" pitchFamily="18" charset="0"/>
              </a:rPr>
              <a:t>G</a:t>
            </a:r>
            <a:r>
              <a:rPr lang="en-US" altLang="en-US" sz="1800" b="1" i="1" baseline="-25000" dirty="0" err="1">
                <a:latin typeface="Times New Roman" panose="02020603050405020304" pitchFamily="18" charset="0"/>
              </a:rPr>
              <a:t>s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1800" dirty="0"/>
              <a:t>has at least </a:t>
            </a:r>
            <a:r>
              <a:rPr lang="en-US" altLang="en-US" sz="1800" b="1" i="1" dirty="0" err="1">
                <a:latin typeface="Times New Roman" panose="02020603050405020304" pitchFamily="18" charset="0"/>
              </a:rPr>
              <a:t>i</a:t>
            </a:r>
            <a:r>
              <a:rPr lang="en-US" altLang="en-US" sz="1800" dirty="0"/>
              <a:t> edges</a:t>
            </a:r>
          </a:p>
        </p:txBody>
      </p:sp>
      <p:sp>
        <p:nvSpPr>
          <p:cNvPr id="46086" name="AutoShape 4"/>
          <p:cNvSpPr>
            <a:spLocks noChangeArrowheads="1"/>
          </p:cNvSpPr>
          <p:nvPr/>
        </p:nvSpPr>
        <p:spPr bwMode="auto">
          <a:xfrm>
            <a:off x="6043613" y="5683250"/>
            <a:ext cx="2049462" cy="48895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12700">
            <a:solidFill>
              <a:schemeClr val="tx2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6087" name="AutoShape 5"/>
          <p:cNvSpPr>
            <a:spLocks noChangeArrowheads="1"/>
          </p:cNvSpPr>
          <p:nvPr/>
        </p:nvSpPr>
        <p:spPr bwMode="auto">
          <a:xfrm>
            <a:off x="5448300" y="4954588"/>
            <a:ext cx="3148013" cy="48895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12700">
            <a:solidFill>
              <a:schemeClr val="tx2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6088" name="AutoShape 6"/>
          <p:cNvSpPr>
            <a:spLocks noChangeArrowheads="1"/>
          </p:cNvSpPr>
          <p:nvPr/>
        </p:nvSpPr>
        <p:spPr bwMode="auto">
          <a:xfrm>
            <a:off x="6053138" y="4222750"/>
            <a:ext cx="827087" cy="48895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12700">
            <a:solidFill>
              <a:schemeClr val="tx2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6089" name="Oval 7"/>
          <p:cNvSpPr>
            <a:spLocks noChangeAspect="1" noChangeArrowheads="1"/>
          </p:cNvSpPr>
          <p:nvPr/>
        </p:nvSpPr>
        <p:spPr bwMode="auto">
          <a:xfrm>
            <a:off x="6891338" y="5016500"/>
            <a:ext cx="366712" cy="366713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46090" name="Oval 8"/>
          <p:cNvSpPr>
            <a:spLocks noChangeAspect="1" noChangeArrowheads="1"/>
          </p:cNvSpPr>
          <p:nvPr/>
        </p:nvSpPr>
        <p:spPr bwMode="auto">
          <a:xfrm>
            <a:off x="5670550" y="5016500"/>
            <a:ext cx="366713" cy="366713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B</a:t>
            </a:r>
          </a:p>
        </p:txBody>
      </p:sp>
      <p:sp>
        <p:nvSpPr>
          <p:cNvPr id="46091" name="Oval 9"/>
          <p:cNvSpPr>
            <a:spLocks noChangeAspect="1" noChangeArrowheads="1"/>
          </p:cNvSpPr>
          <p:nvPr/>
        </p:nvSpPr>
        <p:spPr bwMode="auto">
          <a:xfrm>
            <a:off x="6299200" y="4284663"/>
            <a:ext cx="366713" cy="366712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</a:t>
            </a:r>
          </a:p>
        </p:txBody>
      </p:sp>
      <p:sp>
        <p:nvSpPr>
          <p:cNvPr id="46092" name="Oval 10"/>
          <p:cNvSpPr>
            <a:spLocks noChangeAspect="1" noChangeArrowheads="1"/>
          </p:cNvSpPr>
          <p:nvPr/>
        </p:nvSpPr>
        <p:spPr bwMode="auto">
          <a:xfrm>
            <a:off x="6280150" y="5748338"/>
            <a:ext cx="366713" cy="366712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</a:t>
            </a:r>
          </a:p>
        </p:txBody>
      </p:sp>
      <p:cxnSp>
        <p:nvCxnSpPr>
          <p:cNvPr id="46093" name="AutoShape 11"/>
          <p:cNvCxnSpPr>
            <a:cxnSpLocks noChangeAspect="1" noChangeShapeType="1"/>
            <a:stCxn id="46091" idx="3"/>
            <a:endCxn id="46090" idx="7"/>
          </p:cNvCxnSpPr>
          <p:nvPr/>
        </p:nvCxnSpPr>
        <p:spPr bwMode="auto">
          <a:xfrm flipH="1">
            <a:off x="5983288" y="4616450"/>
            <a:ext cx="368300" cy="433388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094" name="AutoShape 12"/>
          <p:cNvCxnSpPr>
            <a:cxnSpLocks noChangeAspect="1" noChangeShapeType="1"/>
            <a:stCxn id="46092" idx="1"/>
            <a:endCxn id="46090" idx="5"/>
          </p:cNvCxnSpPr>
          <p:nvPr/>
        </p:nvCxnSpPr>
        <p:spPr bwMode="auto">
          <a:xfrm flipH="1" flipV="1">
            <a:off x="5983288" y="5348288"/>
            <a:ext cx="349250" cy="433387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095" name="AutoShape 13"/>
          <p:cNvCxnSpPr>
            <a:cxnSpLocks noChangeAspect="1" noChangeShapeType="1"/>
            <a:stCxn id="46092" idx="7"/>
            <a:endCxn id="46089" idx="3"/>
          </p:cNvCxnSpPr>
          <p:nvPr/>
        </p:nvCxnSpPr>
        <p:spPr bwMode="auto">
          <a:xfrm flipV="1">
            <a:off x="6592888" y="5348288"/>
            <a:ext cx="350837" cy="433387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prstDash val="dash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096" name="AutoShape 14"/>
          <p:cNvCxnSpPr>
            <a:cxnSpLocks noChangeAspect="1" noChangeShapeType="1"/>
            <a:stCxn id="46091" idx="5"/>
            <a:endCxn id="46089" idx="1"/>
          </p:cNvCxnSpPr>
          <p:nvPr/>
        </p:nvCxnSpPr>
        <p:spPr bwMode="auto">
          <a:xfrm>
            <a:off x="6611938" y="4616450"/>
            <a:ext cx="331787" cy="433388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097" name="AutoShape 15"/>
          <p:cNvCxnSpPr>
            <a:cxnSpLocks noChangeAspect="1" noChangeShapeType="1"/>
            <a:stCxn id="46090" idx="6"/>
            <a:endCxn id="46089" idx="2"/>
          </p:cNvCxnSpPr>
          <p:nvPr/>
        </p:nvCxnSpPr>
        <p:spPr bwMode="auto">
          <a:xfrm>
            <a:off x="6054725" y="5199063"/>
            <a:ext cx="815975" cy="0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098" name="Oval 16"/>
          <p:cNvSpPr>
            <a:spLocks noChangeAspect="1" noChangeArrowheads="1"/>
          </p:cNvSpPr>
          <p:nvPr/>
        </p:nvSpPr>
        <p:spPr bwMode="auto">
          <a:xfrm>
            <a:off x="8113713" y="5016500"/>
            <a:ext cx="366712" cy="366713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</a:t>
            </a:r>
          </a:p>
        </p:txBody>
      </p:sp>
      <p:cxnSp>
        <p:nvCxnSpPr>
          <p:cNvPr id="46099" name="AutoShape 17"/>
          <p:cNvCxnSpPr>
            <a:cxnSpLocks noChangeAspect="1" noChangeShapeType="1"/>
            <a:stCxn id="46104" idx="7"/>
            <a:endCxn id="46098" idx="3"/>
          </p:cNvCxnSpPr>
          <p:nvPr/>
        </p:nvCxnSpPr>
        <p:spPr bwMode="auto">
          <a:xfrm flipV="1">
            <a:off x="7815263" y="5348288"/>
            <a:ext cx="350837" cy="433387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prstDash val="dash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00" name="AutoShape 18"/>
          <p:cNvCxnSpPr>
            <a:cxnSpLocks noChangeAspect="1" noChangeShapeType="1"/>
            <a:stCxn id="46098" idx="1"/>
            <a:endCxn id="46091" idx="6"/>
          </p:cNvCxnSpPr>
          <p:nvPr/>
        </p:nvCxnSpPr>
        <p:spPr bwMode="auto">
          <a:xfrm flipH="1" flipV="1">
            <a:off x="6683375" y="4467225"/>
            <a:ext cx="1482725" cy="582613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101" name="Text Box 19"/>
          <p:cNvSpPr txBox="1">
            <a:spLocks noChangeArrowheads="1"/>
          </p:cNvSpPr>
          <p:nvPr/>
        </p:nvSpPr>
        <p:spPr bwMode="auto">
          <a:xfrm>
            <a:off x="5556250" y="4041775"/>
            <a:ext cx="466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L</a:t>
            </a:r>
            <a:r>
              <a:rPr lang="en-US" altLang="en-US" sz="2000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6102" name="Text Box 20"/>
          <p:cNvSpPr txBox="1">
            <a:spLocks noChangeArrowheads="1"/>
          </p:cNvSpPr>
          <p:nvPr/>
        </p:nvSpPr>
        <p:spPr bwMode="auto">
          <a:xfrm>
            <a:off x="4946650" y="4765675"/>
            <a:ext cx="466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L</a:t>
            </a:r>
            <a:r>
              <a:rPr lang="en-US" altLang="en-US" sz="2000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</a:p>
        </p:txBody>
      </p:sp>
      <p:cxnSp>
        <p:nvCxnSpPr>
          <p:cNvPr id="46103" name="AutoShape 21"/>
          <p:cNvCxnSpPr>
            <a:cxnSpLocks noChangeAspect="1" noChangeShapeType="1"/>
            <a:stCxn id="46089" idx="6"/>
            <a:endCxn id="46098" idx="2"/>
          </p:cNvCxnSpPr>
          <p:nvPr/>
        </p:nvCxnSpPr>
        <p:spPr bwMode="auto">
          <a:xfrm>
            <a:off x="7275513" y="5199063"/>
            <a:ext cx="817562" cy="0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104" name="Oval 22"/>
          <p:cNvSpPr>
            <a:spLocks noChangeAspect="1" noChangeArrowheads="1"/>
          </p:cNvSpPr>
          <p:nvPr/>
        </p:nvSpPr>
        <p:spPr bwMode="auto">
          <a:xfrm>
            <a:off x="7502525" y="5748338"/>
            <a:ext cx="366713" cy="366712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</a:t>
            </a:r>
          </a:p>
        </p:txBody>
      </p:sp>
      <p:cxnSp>
        <p:nvCxnSpPr>
          <p:cNvPr id="46105" name="AutoShape 23"/>
          <p:cNvCxnSpPr>
            <a:cxnSpLocks noChangeAspect="1" noChangeShapeType="1"/>
            <a:stCxn id="46089" idx="5"/>
            <a:endCxn id="46104" idx="1"/>
          </p:cNvCxnSpPr>
          <p:nvPr/>
        </p:nvCxnSpPr>
        <p:spPr bwMode="auto">
          <a:xfrm>
            <a:off x="7204075" y="5348288"/>
            <a:ext cx="350838" cy="433387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106" name="Text Box 24"/>
          <p:cNvSpPr txBox="1">
            <a:spLocks noChangeArrowheads="1"/>
          </p:cNvSpPr>
          <p:nvPr/>
        </p:nvSpPr>
        <p:spPr bwMode="auto">
          <a:xfrm>
            <a:off x="5537200" y="5480050"/>
            <a:ext cx="466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L</a:t>
            </a:r>
            <a:r>
              <a:rPr lang="en-US" altLang="en-US" sz="2000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6107" name="Oval 25"/>
          <p:cNvSpPr>
            <a:spLocks noChangeAspect="1" noChangeArrowheads="1"/>
          </p:cNvSpPr>
          <p:nvPr/>
        </p:nvSpPr>
        <p:spPr bwMode="auto">
          <a:xfrm>
            <a:off x="6869113" y="2406650"/>
            <a:ext cx="366712" cy="36671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46108" name="Oval 26"/>
          <p:cNvSpPr>
            <a:spLocks noChangeAspect="1" noChangeArrowheads="1"/>
          </p:cNvSpPr>
          <p:nvPr/>
        </p:nvSpPr>
        <p:spPr bwMode="auto">
          <a:xfrm>
            <a:off x="5648325" y="2406650"/>
            <a:ext cx="366713" cy="36671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B</a:t>
            </a:r>
          </a:p>
        </p:txBody>
      </p:sp>
      <p:sp>
        <p:nvSpPr>
          <p:cNvPr id="46109" name="Oval 27"/>
          <p:cNvSpPr>
            <a:spLocks noChangeAspect="1" noChangeArrowheads="1"/>
          </p:cNvSpPr>
          <p:nvPr/>
        </p:nvSpPr>
        <p:spPr bwMode="auto">
          <a:xfrm>
            <a:off x="6276975" y="1674813"/>
            <a:ext cx="366713" cy="36671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</a:t>
            </a:r>
          </a:p>
        </p:txBody>
      </p:sp>
      <p:sp>
        <p:nvSpPr>
          <p:cNvPr id="46110" name="Oval 28"/>
          <p:cNvSpPr>
            <a:spLocks noChangeAspect="1" noChangeArrowheads="1"/>
          </p:cNvSpPr>
          <p:nvPr/>
        </p:nvSpPr>
        <p:spPr bwMode="auto">
          <a:xfrm>
            <a:off x="6257925" y="3138488"/>
            <a:ext cx="366713" cy="36671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</a:t>
            </a:r>
          </a:p>
        </p:txBody>
      </p:sp>
      <p:cxnSp>
        <p:nvCxnSpPr>
          <p:cNvPr id="46111" name="AutoShape 29"/>
          <p:cNvCxnSpPr>
            <a:cxnSpLocks noChangeAspect="1" noChangeShapeType="1"/>
            <a:stCxn id="46109" idx="3"/>
            <a:endCxn id="46108" idx="7"/>
          </p:cNvCxnSpPr>
          <p:nvPr/>
        </p:nvCxnSpPr>
        <p:spPr bwMode="auto">
          <a:xfrm flipH="1">
            <a:off x="5961063" y="1997075"/>
            <a:ext cx="368300" cy="452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12" name="AutoShape 30"/>
          <p:cNvCxnSpPr>
            <a:cxnSpLocks noChangeAspect="1" noChangeShapeType="1"/>
            <a:stCxn id="46110" idx="1"/>
            <a:endCxn id="46108" idx="5"/>
          </p:cNvCxnSpPr>
          <p:nvPr/>
        </p:nvCxnSpPr>
        <p:spPr bwMode="auto">
          <a:xfrm flipH="1" flipV="1">
            <a:off x="5961063" y="2728913"/>
            <a:ext cx="349250" cy="4524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13" name="AutoShape 31"/>
          <p:cNvCxnSpPr>
            <a:cxnSpLocks noChangeAspect="1" noChangeShapeType="1"/>
            <a:stCxn id="46110" idx="7"/>
            <a:endCxn id="46107" idx="3"/>
          </p:cNvCxnSpPr>
          <p:nvPr/>
        </p:nvCxnSpPr>
        <p:spPr bwMode="auto">
          <a:xfrm flipV="1">
            <a:off x="6570663" y="2728913"/>
            <a:ext cx="350837" cy="4524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14" name="AutoShape 32"/>
          <p:cNvCxnSpPr>
            <a:cxnSpLocks noChangeAspect="1" noChangeShapeType="1"/>
            <a:stCxn id="46109" idx="5"/>
            <a:endCxn id="46107" idx="1"/>
          </p:cNvCxnSpPr>
          <p:nvPr/>
        </p:nvCxnSpPr>
        <p:spPr bwMode="auto">
          <a:xfrm>
            <a:off x="6589713" y="1997075"/>
            <a:ext cx="331787" cy="452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15" name="AutoShape 33"/>
          <p:cNvCxnSpPr>
            <a:cxnSpLocks noChangeAspect="1" noChangeShapeType="1"/>
            <a:stCxn id="46108" idx="6"/>
            <a:endCxn id="46107" idx="2"/>
          </p:cNvCxnSpPr>
          <p:nvPr/>
        </p:nvCxnSpPr>
        <p:spPr bwMode="auto">
          <a:xfrm>
            <a:off x="6022975" y="2589213"/>
            <a:ext cx="8350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116" name="Oval 34"/>
          <p:cNvSpPr>
            <a:spLocks noChangeAspect="1" noChangeArrowheads="1"/>
          </p:cNvSpPr>
          <p:nvPr/>
        </p:nvSpPr>
        <p:spPr bwMode="auto">
          <a:xfrm>
            <a:off x="8091488" y="2406650"/>
            <a:ext cx="366712" cy="36671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</a:t>
            </a:r>
          </a:p>
        </p:txBody>
      </p:sp>
      <p:cxnSp>
        <p:nvCxnSpPr>
          <p:cNvPr id="46117" name="AutoShape 35"/>
          <p:cNvCxnSpPr>
            <a:cxnSpLocks noChangeAspect="1" noChangeShapeType="1"/>
            <a:stCxn id="46120" idx="7"/>
            <a:endCxn id="46116" idx="3"/>
          </p:cNvCxnSpPr>
          <p:nvPr/>
        </p:nvCxnSpPr>
        <p:spPr bwMode="auto">
          <a:xfrm flipV="1">
            <a:off x="7793038" y="2728913"/>
            <a:ext cx="350837" cy="4524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18" name="AutoShape 36"/>
          <p:cNvCxnSpPr>
            <a:cxnSpLocks noChangeAspect="1" noChangeShapeType="1"/>
            <a:stCxn id="46116" idx="1"/>
            <a:endCxn id="46109" idx="6"/>
          </p:cNvCxnSpPr>
          <p:nvPr/>
        </p:nvCxnSpPr>
        <p:spPr bwMode="auto">
          <a:xfrm flipH="1" flipV="1">
            <a:off x="6651625" y="1857375"/>
            <a:ext cx="1492250" cy="5921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19" name="AutoShape 37"/>
          <p:cNvCxnSpPr>
            <a:cxnSpLocks noChangeAspect="1" noChangeShapeType="1"/>
            <a:stCxn id="46107" idx="6"/>
            <a:endCxn id="46116" idx="2"/>
          </p:cNvCxnSpPr>
          <p:nvPr/>
        </p:nvCxnSpPr>
        <p:spPr bwMode="auto">
          <a:xfrm>
            <a:off x="7243763" y="2589213"/>
            <a:ext cx="8366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120" name="Oval 38"/>
          <p:cNvSpPr>
            <a:spLocks noChangeAspect="1" noChangeArrowheads="1"/>
          </p:cNvSpPr>
          <p:nvPr/>
        </p:nvSpPr>
        <p:spPr bwMode="auto">
          <a:xfrm>
            <a:off x="7480300" y="3138488"/>
            <a:ext cx="366713" cy="36671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</a:t>
            </a:r>
          </a:p>
        </p:txBody>
      </p:sp>
      <p:cxnSp>
        <p:nvCxnSpPr>
          <p:cNvPr id="46121" name="AutoShape 39"/>
          <p:cNvCxnSpPr>
            <a:cxnSpLocks noChangeAspect="1" noChangeShapeType="1"/>
            <a:stCxn id="46107" idx="5"/>
            <a:endCxn id="46120" idx="1"/>
          </p:cNvCxnSpPr>
          <p:nvPr/>
        </p:nvCxnSpPr>
        <p:spPr bwMode="auto">
          <a:xfrm>
            <a:off x="7181850" y="2728913"/>
            <a:ext cx="350838" cy="4524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Graphs</a:t>
            </a:r>
          </a:p>
        </p:txBody>
      </p:sp>
      <p:sp>
        <p:nvSpPr>
          <p:cNvPr id="47107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53B9697-8818-41FD-9743-0B1359A5145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400"/>
          </a:p>
        </p:txBody>
      </p:sp>
      <p:sp>
        <p:nvSpPr>
          <p:cNvPr id="4710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/>
              <a:t>Analysis</a:t>
            </a:r>
          </a:p>
        </p:txBody>
      </p:sp>
      <p:sp>
        <p:nvSpPr>
          <p:cNvPr id="4710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1676400"/>
            <a:ext cx="7848600" cy="4343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Setting/getting a vertex/edge label takes 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2400" dirty="0">
                <a:latin typeface="Times New Roman" panose="02020603050405020304" pitchFamily="18" charset="0"/>
              </a:rPr>
              <a:t>(1)</a:t>
            </a:r>
            <a:r>
              <a:rPr lang="en-US" altLang="en-US" sz="2400" dirty="0"/>
              <a:t> time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Each vertex is labeled twice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once as UNEXPLORED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once as </a:t>
            </a:r>
            <a:r>
              <a:rPr lang="en-US" altLang="en-US" sz="2000" dirty="0">
                <a:solidFill>
                  <a:schemeClr val="tx2"/>
                </a:solidFill>
              </a:rPr>
              <a:t>VISITED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Each edge is labeled twice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once as UNEXPLORED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once as </a:t>
            </a:r>
            <a:r>
              <a:rPr lang="en-US" altLang="en-US" sz="2000" dirty="0">
                <a:solidFill>
                  <a:schemeClr val="tx2"/>
                </a:solidFill>
              </a:rPr>
              <a:t>DISCOVERY</a:t>
            </a:r>
            <a:r>
              <a:rPr lang="en-US" altLang="en-US" sz="2000" dirty="0"/>
              <a:t> or </a:t>
            </a:r>
            <a:r>
              <a:rPr lang="en-US" altLang="en-US" sz="2000" dirty="0">
                <a:solidFill>
                  <a:schemeClr val="accent2"/>
                </a:solidFill>
              </a:rPr>
              <a:t>CROSS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Each vertex is inserted once into a sequence 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L</a:t>
            </a:r>
            <a:r>
              <a:rPr lang="en-US" altLang="en-US" sz="2400" b="1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en-US" sz="2400" dirty="0"/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Method </a:t>
            </a:r>
            <a:r>
              <a:rPr lang="en-US" altLang="en-US" sz="2400" dirty="0" err="1"/>
              <a:t>incidentEdges</a:t>
            </a:r>
            <a:r>
              <a:rPr lang="en-US" altLang="en-US" sz="2400" dirty="0"/>
              <a:t> is called once for each vertex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BFS runs in 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2400" dirty="0">
                <a:latin typeface="Times New Roman" panose="02020603050405020304" pitchFamily="18" charset="0"/>
              </a:rPr>
              <a:t>(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n </a:t>
            </a:r>
            <a:r>
              <a:rPr lang="en-US" altLang="en-US" sz="2400" dirty="0">
                <a:latin typeface="Symbol" panose="05050102010706020507" pitchFamily="18" charset="2"/>
              </a:rPr>
              <a:t>+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 m</a:t>
            </a:r>
            <a:r>
              <a:rPr lang="en-US" altLang="en-US" sz="2400" dirty="0">
                <a:latin typeface="Times New Roman" panose="02020603050405020304" pitchFamily="18" charset="0"/>
              </a:rPr>
              <a:t>)</a:t>
            </a:r>
            <a:r>
              <a:rPr lang="en-US" altLang="en-US" sz="2400" dirty="0"/>
              <a:t> time provided the graph is represented by the adjacency list structure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Recall that </a:t>
            </a:r>
            <a:r>
              <a:rPr lang="en-US" altLang="en-US" sz="2800" b="1" dirty="0" err="1">
                <a:latin typeface="Symbol" panose="05050102010706020507" pitchFamily="18" charset="2"/>
              </a:rPr>
              <a:t>S</a:t>
            </a:r>
            <a:r>
              <a:rPr lang="en-US" altLang="en-US" sz="2000" b="1" i="1" baseline="-25000" dirty="0" err="1">
                <a:latin typeface="Times New Roman" panose="02020603050405020304" pitchFamily="18" charset="0"/>
              </a:rPr>
              <a:t>v</a:t>
            </a:r>
            <a:r>
              <a:rPr lang="en-US" altLang="en-US" sz="2000" b="1" i="1" baseline="-250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</a:rPr>
              <a:t>deg(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v</a:t>
            </a:r>
            <a:r>
              <a:rPr lang="en-US" altLang="en-US" sz="2000" dirty="0">
                <a:latin typeface="Times New Roman" panose="02020603050405020304" pitchFamily="18" charset="0"/>
              </a:rPr>
              <a:t>)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Symbol" panose="05050102010706020507" pitchFamily="18" charset="2"/>
              </a:rPr>
              <a:t>= </a:t>
            </a:r>
            <a:r>
              <a:rPr lang="en-US" altLang="en-US" sz="2000" dirty="0">
                <a:latin typeface="Times New Roman" panose="02020603050405020304" pitchFamily="18" charset="0"/>
              </a:rPr>
              <a:t>2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40B7ECC-D30F-44C6-BEA3-65411F06FE12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400"/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1534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DAGs and Topological Sorting</a:t>
            </a:r>
          </a:p>
        </p:txBody>
      </p:sp>
      <p:sp>
        <p:nvSpPr>
          <p:cNvPr id="5120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752600"/>
            <a:ext cx="4114800" cy="4343400"/>
          </a:xfrm>
        </p:spPr>
        <p:txBody>
          <a:bodyPr/>
          <a:lstStyle/>
          <a:p>
            <a:pPr eaLnBrk="1" hangingPunct="1"/>
            <a:r>
              <a:rPr lang="en-US" altLang="en-US" sz="1800"/>
              <a:t>A directed acyclic graph (DAG) is a digraph that has no directed cycles</a:t>
            </a:r>
          </a:p>
          <a:p>
            <a:pPr eaLnBrk="1" hangingPunct="1"/>
            <a:r>
              <a:rPr lang="en-US" altLang="en-US" sz="1800"/>
              <a:t>A topological sorting/ordering of a digraph is a numbering 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	v</a:t>
            </a:r>
            <a:r>
              <a:rPr lang="en-US" altLang="en-US" sz="1800" baseline="-25000">
                <a:latin typeface="Times New Roman" panose="02020603050405020304" pitchFamily="18" charset="0"/>
              </a:rPr>
              <a:t>1 </a:t>
            </a:r>
            <a:r>
              <a:rPr lang="en-US" altLang="en-US" sz="1800" b="1" i="1">
                <a:latin typeface="Times New Roman" panose="02020603050405020304" pitchFamily="18" charset="0"/>
              </a:rPr>
              <a:t>, …, v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n</a:t>
            </a:r>
            <a:r>
              <a:rPr lang="en-US" altLang="en-US" sz="1800"/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/>
              <a:t>	of the vertices such that for every edge 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i </a:t>
            </a:r>
            <a:r>
              <a:rPr lang="en-US" altLang="en-US" sz="1800" b="1" i="1">
                <a:latin typeface="Times New Roman" panose="02020603050405020304" pitchFamily="18" charset="0"/>
              </a:rPr>
              <a:t>, v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j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/>
              <a:t>, we have </a:t>
            </a:r>
            <a:r>
              <a:rPr lang="en-US" altLang="en-US" sz="1800" b="1" i="1">
                <a:latin typeface="Times New Roman" panose="02020603050405020304" pitchFamily="18" charset="0"/>
              </a:rPr>
              <a:t>i </a:t>
            </a:r>
            <a:r>
              <a:rPr lang="en-US" altLang="en-US" sz="1800">
                <a:latin typeface="Symbol" panose="05050102010706020507" pitchFamily="18" charset="2"/>
              </a:rPr>
              <a:t>&lt;</a:t>
            </a:r>
            <a:r>
              <a:rPr lang="en-US" altLang="en-US" sz="1800" b="1" i="1">
                <a:latin typeface="Times New Roman" panose="02020603050405020304" pitchFamily="18" charset="0"/>
              </a:rPr>
              <a:t> j</a:t>
            </a:r>
          </a:p>
          <a:p>
            <a:pPr eaLnBrk="1" hangingPunct="1"/>
            <a:r>
              <a:rPr lang="en-US" altLang="en-US" sz="1800"/>
              <a:t>Example: in a task scheduling digraph, a topological sorting a task sequence that satisfies the precedence constraints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tx2"/>
                </a:solidFill>
              </a:rPr>
              <a:t>Theorem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/>
              <a:t>	A digraph admits a topological sorting if and only if it is a DAG</a:t>
            </a:r>
          </a:p>
        </p:txBody>
      </p:sp>
      <p:sp>
        <p:nvSpPr>
          <p:cNvPr id="51205" name="Oval 4"/>
          <p:cNvSpPr>
            <a:spLocks noChangeArrowheads="1"/>
          </p:cNvSpPr>
          <p:nvPr/>
        </p:nvSpPr>
        <p:spPr bwMode="auto">
          <a:xfrm>
            <a:off x="5105400" y="22098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B</a:t>
            </a:r>
          </a:p>
        </p:txBody>
      </p:sp>
      <p:sp>
        <p:nvSpPr>
          <p:cNvPr id="51206" name="Oval 5"/>
          <p:cNvSpPr>
            <a:spLocks noChangeArrowheads="1"/>
          </p:cNvSpPr>
          <p:nvPr/>
        </p:nvSpPr>
        <p:spPr bwMode="auto">
          <a:xfrm>
            <a:off x="5105400" y="3200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A</a:t>
            </a:r>
          </a:p>
        </p:txBody>
      </p:sp>
      <p:sp>
        <p:nvSpPr>
          <p:cNvPr id="51207" name="Oval 6"/>
          <p:cNvSpPr>
            <a:spLocks noChangeArrowheads="1"/>
          </p:cNvSpPr>
          <p:nvPr/>
        </p:nvSpPr>
        <p:spPr bwMode="auto">
          <a:xfrm>
            <a:off x="6400800" y="16002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D</a:t>
            </a:r>
          </a:p>
        </p:txBody>
      </p:sp>
      <p:sp>
        <p:nvSpPr>
          <p:cNvPr id="51208" name="Oval 7"/>
          <p:cNvSpPr>
            <a:spLocks noChangeArrowheads="1"/>
          </p:cNvSpPr>
          <p:nvPr/>
        </p:nvSpPr>
        <p:spPr bwMode="auto">
          <a:xfrm>
            <a:off x="6400800" y="27432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C</a:t>
            </a:r>
          </a:p>
        </p:txBody>
      </p:sp>
      <p:sp>
        <p:nvSpPr>
          <p:cNvPr id="51209" name="Oval 8"/>
          <p:cNvSpPr>
            <a:spLocks noChangeArrowheads="1"/>
          </p:cNvSpPr>
          <p:nvPr/>
        </p:nvSpPr>
        <p:spPr bwMode="auto">
          <a:xfrm>
            <a:off x="7686675" y="16002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E</a:t>
            </a:r>
          </a:p>
        </p:txBody>
      </p:sp>
      <p:cxnSp>
        <p:nvCxnSpPr>
          <p:cNvPr id="51210" name="AutoShape 9"/>
          <p:cNvCxnSpPr>
            <a:cxnSpLocks noChangeShapeType="1"/>
            <a:stCxn id="51205" idx="7"/>
            <a:endCxn id="51207" idx="2"/>
          </p:cNvCxnSpPr>
          <p:nvPr/>
        </p:nvCxnSpPr>
        <p:spPr bwMode="auto">
          <a:xfrm flipV="1">
            <a:off x="5495925" y="1828800"/>
            <a:ext cx="895350" cy="438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211" name="AutoShape 10"/>
          <p:cNvCxnSpPr>
            <a:cxnSpLocks noChangeShapeType="1"/>
            <a:stCxn id="51205" idx="5"/>
            <a:endCxn id="51208" idx="2"/>
          </p:cNvCxnSpPr>
          <p:nvPr/>
        </p:nvCxnSpPr>
        <p:spPr bwMode="auto">
          <a:xfrm>
            <a:off x="5495925" y="2609850"/>
            <a:ext cx="895350" cy="3619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212" name="AutoShape 11"/>
          <p:cNvCxnSpPr>
            <a:cxnSpLocks noChangeShapeType="1"/>
            <a:stCxn id="51207" idx="6"/>
            <a:endCxn id="51209" idx="2"/>
          </p:cNvCxnSpPr>
          <p:nvPr/>
        </p:nvCxnSpPr>
        <p:spPr bwMode="auto">
          <a:xfrm>
            <a:off x="6867525" y="1828800"/>
            <a:ext cx="8096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213" name="AutoShape 12"/>
          <p:cNvCxnSpPr>
            <a:cxnSpLocks noChangeShapeType="1"/>
            <a:stCxn id="51208" idx="0"/>
            <a:endCxn id="51207" idx="4"/>
          </p:cNvCxnSpPr>
          <p:nvPr/>
        </p:nvCxnSpPr>
        <p:spPr bwMode="auto">
          <a:xfrm flipV="1">
            <a:off x="6629400" y="2066925"/>
            <a:ext cx="0" cy="666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214" name="AutoShape 13"/>
          <p:cNvCxnSpPr>
            <a:cxnSpLocks noChangeShapeType="1"/>
            <a:stCxn id="51206" idx="6"/>
            <a:endCxn id="51208" idx="3"/>
          </p:cNvCxnSpPr>
          <p:nvPr/>
        </p:nvCxnSpPr>
        <p:spPr bwMode="auto">
          <a:xfrm flipV="1">
            <a:off x="5572125" y="3143250"/>
            <a:ext cx="895350" cy="285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215" name="Text Box 14"/>
          <p:cNvSpPr txBox="1">
            <a:spLocks noChangeArrowheads="1"/>
          </p:cNvSpPr>
          <p:nvPr/>
        </p:nvSpPr>
        <p:spPr bwMode="auto">
          <a:xfrm>
            <a:off x="7226300" y="3200400"/>
            <a:ext cx="1092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DAG </a:t>
            </a:r>
            <a:r>
              <a:rPr lang="en-US" altLang="en-US" sz="2400" b="1" i="1">
                <a:latin typeface="Times New Roman" panose="02020603050405020304" pitchFamily="18" charset="0"/>
              </a:rPr>
              <a:t>G</a:t>
            </a:r>
          </a:p>
        </p:txBody>
      </p:sp>
      <p:sp>
        <p:nvSpPr>
          <p:cNvPr id="51216" name="Oval 15"/>
          <p:cNvSpPr>
            <a:spLocks noChangeArrowheads="1"/>
          </p:cNvSpPr>
          <p:nvPr/>
        </p:nvSpPr>
        <p:spPr bwMode="auto">
          <a:xfrm>
            <a:off x="5105400" y="4797425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B</a:t>
            </a:r>
          </a:p>
        </p:txBody>
      </p:sp>
      <p:sp>
        <p:nvSpPr>
          <p:cNvPr id="51217" name="Oval 16"/>
          <p:cNvSpPr>
            <a:spLocks noChangeArrowheads="1"/>
          </p:cNvSpPr>
          <p:nvPr/>
        </p:nvSpPr>
        <p:spPr bwMode="auto">
          <a:xfrm>
            <a:off x="5105400" y="5788025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A</a:t>
            </a:r>
          </a:p>
        </p:txBody>
      </p:sp>
      <p:sp>
        <p:nvSpPr>
          <p:cNvPr id="51218" name="Oval 17"/>
          <p:cNvSpPr>
            <a:spLocks noChangeArrowheads="1"/>
          </p:cNvSpPr>
          <p:nvPr/>
        </p:nvSpPr>
        <p:spPr bwMode="auto">
          <a:xfrm>
            <a:off x="6400800" y="4187825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D</a:t>
            </a:r>
          </a:p>
        </p:txBody>
      </p:sp>
      <p:sp>
        <p:nvSpPr>
          <p:cNvPr id="51219" name="Oval 18"/>
          <p:cNvSpPr>
            <a:spLocks noChangeArrowheads="1"/>
          </p:cNvSpPr>
          <p:nvPr/>
        </p:nvSpPr>
        <p:spPr bwMode="auto">
          <a:xfrm>
            <a:off x="6400800" y="5330825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C</a:t>
            </a:r>
          </a:p>
        </p:txBody>
      </p:sp>
      <p:sp>
        <p:nvSpPr>
          <p:cNvPr id="51220" name="Oval 19"/>
          <p:cNvSpPr>
            <a:spLocks noChangeArrowheads="1"/>
          </p:cNvSpPr>
          <p:nvPr/>
        </p:nvSpPr>
        <p:spPr bwMode="auto">
          <a:xfrm>
            <a:off x="7686675" y="4187825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E</a:t>
            </a:r>
          </a:p>
        </p:txBody>
      </p:sp>
      <p:cxnSp>
        <p:nvCxnSpPr>
          <p:cNvPr id="51221" name="AutoShape 20"/>
          <p:cNvCxnSpPr>
            <a:cxnSpLocks noChangeShapeType="1"/>
            <a:stCxn id="51216" idx="7"/>
            <a:endCxn id="51218" idx="2"/>
          </p:cNvCxnSpPr>
          <p:nvPr/>
        </p:nvCxnSpPr>
        <p:spPr bwMode="auto">
          <a:xfrm flipV="1">
            <a:off x="5495925" y="4416425"/>
            <a:ext cx="895350" cy="438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222" name="AutoShape 21"/>
          <p:cNvCxnSpPr>
            <a:cxnSpLocks noChangeShapeType="1"/>
            <a:stCxn id="51216" idx="5"/>
            <a:endCxn id="51219" idx="2"/>
          </p:cNvCxnSpPr>
          <p:nvPr/>
        </p:nvCxnSpPr>
        <p:spPr bwMode="auto">
          <a:xfrm>
            <a:off x="5495925" y="5197475"/>
            <a:ext cx="895350" cy="3619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223" name="AutoShape 22"/>
          <p:cNvCxnSpPr>
            <a:cxnSpLocks noChangeShapeType="1"/>
            <a:stCxn id="51218" idx="6"/>
            <a:endCxn id="51220" idx="2"/>
          </p:cNvCxnSpPr>
          <p:nvPr/>
        </p:nvCxnSpPr>
        <p:spPr bwMode="auto">
          <a:xfrm>
            <a:off x="6867525" y="4416425"/>
            <a:ext cx="8096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224" name="AutoShape 23"/>
          <p:cNvCxnSpPr>
            <a:cxnSpLocks noChangeShapeType="1"/>
            <a:stCxn id="51219" idx="0"/>
            <a:endCxn id="51218" idx="4"/>
          </p:cNvCxnSpPr>
          <p:nvPr/>
        </p:nvCxnSpPr>
        <p:spPr bwMode="auto">
          <a:xfrm flipV="1">
            <a:off x="6629400" y="4654550"/>
            <a:ext cx="0" cy="666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225" name="AutoShape 24"/>
          <p:cNvCxnSpPr>
            <a:cxnSpLocks noChangeShapeType="1"/>
            <a:stCxn id="51217" idx="6"/>
            <a:endCxn id="51219" idx="3"/>
          </p:cNvCxnSpPr>
          <p:nvPr/>
        </p:nvCxnSpPr>
        <p:spPr bwMode="auto">
          <a:xfrm flipV="1">
            <a:off x="5572125" y="5730875"/>
            <a:ext cx="895350" cy="285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226" name="Text Box 25"/>
          <p:cNvSpPr txBox="1">
            <a:spLocks noChangeArrowheads="1"/>
          </p:cNvSpPr>
          <p:nvPr/>
        </p:nvSpPr>
        <p:spPr bwMode="auto">
          <a:xfrm>
            <a:off x="6781800" y="5562600"/>
            <a:ext cx="20828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Topological ordering of </a:t>
            </a:r>
            <a:r>
              <a:rPr lang="en-US" altLang="en-US" sz="2400" b="1" i="1">
                <a:latin typeface="Times New Roman" panose="02020603050405020304" pitchFamily="18" charset="0"/>
              </a:rPr>
              <a:t>G</a:t>
            </a:r>
          </a:p>
        </p:txBody>
      </p:sp>
      <p:sp>
        <p:nvSpPr>
          <p:cNvPr id="51227" name="Text Box 26"/>
          <p:cNvSpPr txBox="1">
            <a:spLocks noChangeArrowheads="1"/>
          </p:cNvSpPr>
          <p:nvPr/>
        </p:nvSpPr>
        <p:spPr bwMode="auto">
          <a:xfrm>
            <a:off x="4800600" y="5410200"/>
            <a:ext cx="420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i="1">
                <a:latin typeface="Times New Roman" panose="02020603050405020304" pitchFamily="18" charset="0"/>
              </a:rPr>
              <a:t>v</a:t>
            </a:r>
            <a:r>
              <a:rPr lang="en-US" altLang="en-US" sz="2400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51228" name="Text Box 27"/>
          <p:cNvSpPr txBox="1">
            <a:spLocks noChangeArrowheads="1"/>
          </p:cNvSpPr>
          <p:nvPr/>
        </p:nvSpPr>
        <p:spPr bwMode="auto">
          <a:xfrm>
            <a:off x="4800600" y="4419600"/>
            <a:ext cx="420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i="1">
                <a:latin typeface="Times New Roman" panose="02020603050405020304" pitchFamily="18" charset="0"/>
              </a:rPr>
              <a:t>v</a:t>
            </a:r>
            <a:r>
              <a:rPr lang="en-US" altLang="en-US" sz="2400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1229" name="Text Box 28"/>
          <p:cNvSpPr txBox="1">
            <a:spLocks noChangeArrowheads="1"/>
          </p:cNvSpPr>
          <p:nvPr/>
        </p:nvSpPr>
        <p:spPr bwMode="auto">
          <a:xfrm>
            <a:off x="6781800" y="5029200"/>
            <a:ext cx="420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i="1">
                <a:latin typeface="Times New Roman" panose="02020603050405020304" pitchFamily="18" charset="0"/>
              </a:rPr>
              <a:t>v</a:t>
            </a:r>
            <a:r>
              <a:rPr lang="en-US" altLang="en-US" sz="2400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51230" name="Text Box 29"/>
          <p:cNvSpPr txBox="1">
            <a:spLocks noChangeArrowheads="1"/>
          </p:cNvSpPr>
          <p:nvPr/>
        </p:nvSpPr>
        <p:spPr bwMode="auto">
          <a:xfrm>
            <a:off x="6705600" y="3810000"/>
            <a:ext cx="420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i="1">
                <a:latin typeface="Times New Roman" panose="02020603050405020304" pitchFamily="18" charset="0"/>
              </a:rPr>
              <a:t>v</a:t>
            </a:r>
            <a:r>
              <a:rPr lang="en-US" altLang="en-US" sz="2400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51231" name="Text Box 30"/>
          <p:cNvSpPr txBox="1">
            <a:spLocks noChangeArrowheads="1"/>
          </p:cNvSpPr>
          <p:nvPr/>
        </p:nvSpPr>
        <p:spPr bwMode="auto">
          <a:xfrm>
            <a:off x="7924800" y="3810000"/>
            <a:ext cx="420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i="1">
                <a:latin typeface="Times New Roman" panose="02020603050405020304" pitchFamily="18" charset="0"/>
              </a:rPr>
              <a:t>v</a:t>
            </a:r>
            <a:r>
              <a:rPr lang="en-US" altLang="en-US" sz="2400" baseline="-25000">
                <a:latin typeface="Times New Roman" panose="02020603050405020304" pitchFamily="18" charset="0"/>
              </a:rPr>
              <a:t>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8D15B00-3830-4CF7-B4CA-A4666F38BB60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400"/>
          </a:p>
        </p:txBody>
      </p:sp>
      <p:sp>
        <p:nvSpPr>
          <p:cNvPr id="52227" name="Oval 2"/>
          <p:cNvSpPr>
            <a:spLocks noChangeArrowheads="1"/>
          </p:cNvSpPr>
          <p:nvPr/>
        </p:nvSpPr>
        <p:spPr bwMode="auto">
          <a:xfrm>
            <a:off x="1995488" y="2251075"/>
            <a:ext cx="930275" cy="320675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2228" name="Oval 3"/>
          <p:cNvSpPr>
            <a:spLocks noChangeArrowheads="1"/>
          </p:cNvSpPr>
          <p:nvPr/>
        </p:nvSpPr>
        <p:spPr bwMode="auto">
          <a:xfrm>
            <a:off x="2046288" y="2767013"/>
            <a:ext cx="2073275" cy="51435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2229" name="Oval 4"/>
          <p:cNvSpPr>
            <a:spLocks noChangeArrowheads="1"/>
          </p:cNvSpPr>
          <p:nvPr/>
        </p:nvSpPr>
        <p:spPr bwMode="auto">
          <a:xfrm>
            <a:off x="4478338" y="2724150"/>
            <a:ext cx="714375" cy="244475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2230" name="Oval 5"/>
          <p:cNvSpPr>
            <a:spLocks noChangeArrowheads="1"/>
          </p:cNvSpPr>
          <p:nvPr/>
        </p:nvSpPr>
        <p:spPr bwMode="auto">
          <a:xfrm>
            <a:off x="3733800" y="3541713"/>
            <a:ext cx="527050" cy="244475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2231" name="Oval 6"/>
          <p:cNvSpPr>
            <a:spLocks noChangeArrowheads="1"/>
          </p:cNvSpPr>
          <p:nvPr/>
        </p:nvSpPr>
        <p:spPr bwMode="auto">
          <a:xfrm>
            <a:off x="4953000" y="3505200"/>
            <a:ext cx="1131888" cy="430213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2232" name="Oval 7"/>
          <p:cNvSpPr>
            <a:spLocks noChangeArrowheads="1"/>
          </p:cNvSpPr>
          <p:nvPr/>
        </p:nvSpPr>
        <p:spPr bwMode="auto">
          <a:xfrm>
            <a:off x="2189163" y="3886200"/>
            <a:ext cx="638175" cy="403225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2233" name="Oval 8"/>
          <p:cNvSpPr>
            <a:spLocks noChangeArrowheads="1"/>
          </p:cNvSpPr>
          <p:nvPr/>
        </p:nvSpPr>
        <p:spPr bwMode="auto">
          <a:xfrm>
            <a:off x="3200400" y="4324350"/>
            <a:ext cx="1887538" cy="40005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2234" name="Oval 9"/>
          <p:cNvSpPr>
            <a:spLocks noChangeArrowheads="1"/>
          </p:cNvSpPr>
          <p:nvPr/>
        </p:nvSpPr>
        <p:spPr bwMode="auto">
          <a:xfrm>
            <a:off x="5383213" y="4719638"/>
            <a:ext cx="1246187" cy="32385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2235" name="Oval 10"/>
          <p:cNvSpPr>
            <a:spLocks noChangeArrowheads="1"/>
          </p:cNvSpPr>
          <p:nvPr/>
        </p:nvSpPr>
        <p:spPr bwMode="auto">
          <a:xfrm>
            <a:off x="1995488" y="4953000"/>
            <a:ext cx="1738312" cy="706438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2236" name="Oval 11"/>
          <p:cNvSpPr>
            <a:spLocks noChangeArrowheads="1"/>
          </p:cNvSpPr>
          <p:nvPr/>
        </p:nvSpPr>
        <p:spPr bwMode="auto">
          <a:xfrm>
            <a:off x="3581400" y="5715000"/>
            <a:ext cx="671513" cy="31115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2237" name="Oval 12"/>
          <p:cNvSpPr>
            <a:spLocks noChangeArrowheads="1"/>
          </p:cNvSpPr>
          <p:nvPr/>
        </p:nvSpPr>
        <p:spPr bwMode="auto">
          <a:xfrm>
            <a:off x="4953000" y="5943600"/>
            <a:ext cx="2163763" cy="52705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cxnSp>
        <p:nvCxnSpPr>
          <p:cNvPr id="52238" name="AutoShape 13"/>
          <p:cNvCxnSpPr>
            <a:cxnSpLocks noChangeShapeType="1"/>
            <a:stCxn id="52227" idx="5"/>
            <a:endCxn id="52228" idx="0"/>
          </p:cNvCxnSpPr>
          <p:nvPr/>
        </p:nvCxnSpPr>
        <p:spPr bwMode="auto">
          <a:xfrm>
            <a:off x="2789238" y="2543175"/>
            <a:ext cx="293687" cy="2047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239" name="AutoShape 14"/>
          <p:cNvCxnSpPr>
            <a:cxnSpLocks noChangeShapeType="1"/>
            <a:stCxn id="52228" idx="7"/>
            <a:endCxn id="52229" idx="2"/>
          </p:cNvCxnSpPr>
          <p:nvPr/>
        </p:nvCxnSpPr>
        <p:spPr bwMode="auto">
          <a:xfrm>
            <a:off x="3816350" y="2822575"/>
            <a:ext cx="642938" cy="2381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240" name="AutoShape 15"/>
          <p:cNvCxnSpPr>
            <a:cxnSpLocks noChangeShapeType="1"/>
            <a:stCxn id="52228" idx="4"/>
            <a:endCxn id="52230" idx="1"/>
          </p:cNvCxnSpPr>
          <p:nvPr/>
        </p:nvCxnSpPr>
        <p:spPr bwMode="auto">
          <a:xfrm>
            <a:off x="3082925" y="3300413"/>
            <a:ext cx="728663" cy="25876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241" name="AutoShape 16"/>
          <p:cNvCxnSpPr>
            <a:cxnSpLocks noChangeShapeType="1"/>
            <a:stCxn id="52229" idx="5"/>
            <a:endCxn id="52231" idx="0"/>
          </p:cNvCxnSpPr>
          <p:nvPr/>
        </p:nvCxnSpPr>
        <p:spPr bwMode="auto">
          <a:xfrm>
            <a:off x="5087938" y="2951163"/>
            <a:ext cx="431800" cy="534987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242" name="AutoShape 17"/>
          <p:cNvCxnSpPr>
            <a:cxnSpLocks noChangeShapeType="1"/>
            <a:stCxn id="52230" idx="6"/>
            <a:endCxn id="52231" idx="2"/>
          </p:cNvCxnSpPr>
          <p:nvPr/>
        </p:nvCxnSpPr>
        <p:spPr bwMode="auto">
          <a:xfrm>
            <a:off x="4279900" y="3663950"/>
            <a:ext cx="654050" cy="5715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243" name="AutoShape 18"/>
          <p:cNvCxnSpPr>
            <a:cxnSpLocks noChangeShapeType="1"/>
            <a:stCxn id="52231" idx="4"/>
            <a:endCxn id="52233" idx="7"/>
          </p:cNvCxnSpPr>
          <p:nvPr/>
        </p:nvCxnSpPr>
        <p:spPr bwMode="auto">
          <a:xfrm flipH="1">
            <a:off x="4811713" y="3954463"/>
            <a:ext cx="708025" cy="40957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244" name="AutoShape 19"/>
          <p:cNvCxnSpPr>
            <a:cxnSpLocks noChangeShapeType="1"/>
            <a:stCxn id="52231" idx="3"/>
            <a:endCxn id="52232" idx="6"/>
          </p:cNvCxnSpPr>
          <p:nvPr/>
        </p:nvCxnSpPr>
        <p:spPr bwMode="auto">
          <a:xfrm flipH="1">
            <a:off x="2846388" y="3890963"/>
            <a:ext cx="2271712" cy="19685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245" name="AutoShape 20"/>
          <p:cNvCxnSpPr>
            <a:cxnSpLocks noChangeShapeType="1"/>
            <a:stCxn id="52231" idx="5"/>
            <a:endCxn id="52234" idx="0"/>
          </p:cNvCxnSpPr>
          <p:nvPr/>
        </p:nvCxnSpPr>
        <p:spPr bwMode="auto">
          <a:xfrm>
            <a:off x="5919788" y="3890963"/>
            <a:ext cx="87312" cy="80962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246" name="AutoShape 21"/>
          <p:cNvCxnSpPr>
            <a:cxnSpLocks noChangeShapeType="1"/>
            <a:stCxn id="52234" idx="1"/>
            <a:endCxn id="52233" idx="6"/>
          </p:cNvCxnSpPr>
          <p:nvPr/>
        </p:nvCxnSpPr>
        <p:spPr bwMode="auto">
          <a:xfrm flipH="1" flipV="1">
            <a:off x="5106988" y="4524375"/>
            <a:ext cx="458787" cy="22383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247" name="AutoShape 22"/>
          <p:cNvCxnSpPr>
            <a:cxnSpLocks noChangeShapeType="1"/>
            <a:stCxn id="52232" idx="5"/>
            <a:endCxn id="52233" idx="1"/>
          </p:cNvCxnSpPr>
          <p:nvPr/>
        </p:nvCxnSpPr>
        <p:spPr bwMode="auto">
          <a:xfrm>
            <a:off x="2733675" y="4249738"/>
            <a:ext cx="742950" cy="1143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248" name="AutoShape 23"/>
          <p:cNvCxnSpPr>
            <a:cxnSpLocks noChangeShapeType="1"/>
            <a:stCxn id="52233" idx="4"/>
            <a:endCxn id="52235" idx="7"/>
          </p:cNvCxnSpPr>
          <p:nvPr/>
        </p:nvCxnSpPr>
        <p:spPr bwMode="auto">
          <a:xfrm flipH="1">
            <a:off x="3479800" y="4743450"/>
            <a:ext cx="665163" cy="2936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249" name="AutoShape 24"/>
          <p:cNvCxnSpPr>
            <a:cxnSpLocks noChangeShapeType="1"/>
            <a:stCxn id="52235" idx="5"/>
            <a:endCxn id="52236" idx="1"/>
          </p:cNvCxnSpPr>
          <p:nvPr/>
        </p:nvCxnSpPr>
        <p:spPr bwMode="auto">
          <a:xfrm>
            <a:off x="3479800" y="5575300"/>
            <a:ext cx="200025" cy="1666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250" name="AutoShape 25"/>
          <p:cNvCxnSpPr>
            <a:cxnSpLocks noChangeShapeType="1"/>
            <a:stCxn id="52236" idx="6"/>
            <a:endCxn id="52237" idx="2"/>
          </p:cNvCxnSpPr>
          <p:nvPr/>
        </p:nvCxnSpPr>
        <p:spPr bwMode="auto">
          <a:xfrm>
            <a:off x="4271963" y="5870575"/>
            <a:ext cx="661987" cy="33655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2251" name="Rectangle 26"/>
          <p:cNvSpPr>
            <a:spLocks noChangeArrowheads="1"/>
          </p:cNvSpPr>
          <p:nvPr/>
        </p:nvSpPr>
        <p:spPr bwMode="auto">
          <a:xfrm>
            <a:off x="3355975" y="4365625"/>
            <a:ext cx="15938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</a:rPr>
              <a:t>write c.s. program</a:t>
            </a:r>
            <a:endParaRPr lang="en-US" altLang="en-US" sz="1600" b="1">
              <a:latin typeface="Times" panose="02020603050405020304" pitchFamily="18" charset="0"/>
            </a:endParaRPr>
          </a:p>
        </p:txBody>
      </p:sp>
      <p:sp>
        <p:nvSpPr>
          <p:cNvPr id="52252" name="Rectangle 27"/>
          <p:cNvSpPr>
            <a:spLocks noChangeArrowheads="1"/>
          </p:cNvSpPr>
          <p:nvPr/>
        </p:nvSpPr>
        <p:spPr bwMode="auto">
          <a:xfrm>
            <a:off x="2362200" y="3962400"/>
            <a:ext cx="3730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</a:rPr>
              <a:t>play</a:t>
            </a:r>
            <a:endParaRPr lang="en-US" altLang="en-US" sz="1600" b="1">
              <a:latin typeface="Times" panose="02020603050405020304" pitchFamily="18" charset="0"/>
            </a:endParaRPr>
          </a:p>
        </p:txBody>
      </p:sp>
      <p:sp>
        <p:nvSpPr>
          <p:cNvPr id="52253" name="Rectangle 28"/>
          <p:cNvSpPr>
            <a:spLocks noGrp="1" noChangeArrowheads="1"/>
          </p:cNvSpPr>
          <p:nvPr>
            <p:ph type="title"/>
          </p:nvPr>
        </p:nvSpPr>
        <p:spPr>
          <a:xfrm>
            <a:off x="6223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Topological Sorting</a:t>
            </a:r>
          </a:p>
        </p:txBody>
      </p:sp>
      <p:sp>
        <p:nvSpPr>
          <p:cNvPr id="52254" name="Rectangle 29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622300" y="1547813"/>
            <a:ext cx="8140700" cy="7620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Number vertices, so that (</a:t>
            </a:r>
            <a:r>
              <a:rPr lang="en-US" altLang="en-US" sz="2800" dirty="0" err="1"/>
              <a:t>u,v</a:t>
            </a:r>
            <a:r>
              <a:rPr lang="en-US" altLang="en-US" sz="2800" dirty="0"/>
              <a:t>) in E implies u &lt; v</a:t>
            </a:r>
          </a:p>
        </p:txBody>
      </p:sp>
      <p:sp>
        <p:nvSpPr>
          <p:cNvPr id="52255" name="Rectangle 30"/>
          <p:cNvSpPr>
            <a:spLocks noChangeArrowheads="1"/>
          </p:cNvSpPr>
          <p:nvPr/>
        </p:nvSpPr>
        <p:spPr bwMode="auto">
          <a:xfrm>
            <a:off x="2095500" y="2251075"/>
            <a:ext cx="7270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</a:rPr>
              <a:t>wake up</a:t>
            </a:r>
            <a:endParaRPr lang="en-US" altLang="en-US" sz="1600" b="1">
              <a:latin typeface="Times" panose="02020603050405020304" pitchFamily="18" charset="0"/>
            </a:endParaRPr>
          </a:p>
        </p:txBody>
      </p:sp>
      <p:sp>
        <p:nvSpPr>
          <p:cNvPr id="52256" name="Rectangle 31"/>
          <p:cNvSpPr>
            <a:spLocks noChangeArrowheads="1"/>
          </p:cNvSpPr>
          <p:nvPr/>
        </p:nvSpPr>
        <p:spPr bwMode="auto">
          <a:xfrm>
            <a:off x="4749800" y="2724150"/>
            <a:ext cx="2603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</a:rPr>
              <a:t>eat</a:t>
            </a:r>
            <a:endParaRPr lang="en-US" altLang="en-US" sz="1600" b="1">
              <a:latin typeface="Times" panose="02020603050405020304" pitchFamily="18" charset="0"/>
            </a:endParaRPr>
          </a:p>
        </p:txBody>
      </p:sp>
      <p:sp>
        <p:nvSpPr>
          <p:cNvPr id="52257" name="Rectangle 32"/>
          <p:cNvSpPr>
            <a:spLocks noChangeArrowheads="1"/>
          </p:cNvSpPr>
          <p:nvPr/>
        </p:nvSpPr>
        <p:spPr bwMode="auto">
          <a:xfrm>
            <a:off x="3854450" y="3524250"/>
            <a:ext cx="62388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</a:rPr>
              <a:t>nap</a:t>
            </a:r>
            <a:endParaRPr lang="en-US" altLang="en-US" sz="1600" b="1">
              <a:latin typeface="Times" panose="02020603050405020304" pitchFamily="18" charset="0"/>
            </a:endParaRPr>
          </a:p>
        </p:txBody>
      </p:sp>
      <p:sp>
        <p:nvSpPr>
          <p:cNvPr id="52258" name="Rectangle 33"/>
          <p:cNvSpPr>
            <a:spLocks noChangeArrowheads="1"/>
          </p:cNvSpPr>
          <p:nvPr/>
        </p:nvSpPr>
        <p:spPr bwMode="auto">
          <a:xfrm>
            <a:off x="2239963" y="2867025"/>
            <a:ext cx="169068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</a:rPr>
              <a:t>study computer sci.</a:t>
            </a:r>
            <a:endParaRPr lang="en-US" altLang="en-US" sz="1600" b="1">
              <a:latin typeface="Times" panose="02020603050405020304" pitchFamily="18" charset="0"/>
            </a:endParaRPr>
          </a:p>
        </p:txBody>
      </p:sp>
      <p:sp>
        <p:nvSpPr>
          <p:cNvPr id="52259" name="Rectangle 34"/>
          <p:cNvSpPr>
            <a:spLocks noChangeArrowheads="1"/>
          </p:cNvSpPr>
          <p:nvPr/>
        </p:nvSpPr>
        <p:spPr bwMode="auto">
          <a:xfrm>
            <a:off x="5192713" y="3541713"/>
            <a:ext cx="7747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</a:rPr>
              <a:t>more c.s.</a:t>
            </a:r>
            <a:endParaRPr lang="en-US" altLang="en-US" sz="1600" b="1">
              <a:latin typeface="Times" panose="02020603050405020304" pitchFamily="18" charset="0"/>
            </a:endParaRPr>
          </a:p>
        </p:txBody>
      </p:sp>
      <p:sp>
        <p:nvSpPr>
          <p:cNvPr id="52260" name="Rectangle 35"/>
          <p:cNvSpPr>
            <a:spLocks noChangeArrowheads="1"/>
          </p:cNvSpPr>
          <p:nvPr/>
        </p:nvSpPr>
        <p:spPr bwMode="auto">
          <a:xfrm>
            <a:off x="5659438" y="4741863"/>
            <a:ext cx="7842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</a:rPr>
              <a:t>work out</a:t>
            </a:r>
            <a:endParaRPr lang="en-US" altLang="en-US" sz="1600" b="1">
              <a:latin typeface="Times" panose="02020603050405020304" pitchFamily="18" charset="0"/>
            </a:endParaRPr>
          </a:p>
        </p:txBody>
      </p:sp>
      <p:sp>
        <p:nvSpPr>
          <p:cNvPr id="52261" name="Rectangle 36"/>
          <p:cNvSpPr>
            <a:spLocks noChangeArrowheads="1"/>
          </p:cNvSpPr>
          <p:nvPr/>
        </p:nvSpPr>
        <p:spPr bwMode="auto">
          <a:xfrm>
            <a:off x="1995488" y="5043488"/>
            <a:ext cx="508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en-US" altLang="en-US" sz="1600" b="1">
              <a:latin typeface="Times" panose="02020603050405020304" pitchFamily="18" charset="0"/>
            </a:endParaRPr>
          </a:p>
        </p:txBody>
      </p:sp>
      <p:sp>
        <p:nvSpPr>
          <p:cNvPr id="52262" name="Rectangle 37"/>
          <p:cNvSpPr>
            <a:spLocks noChangeArrowheads="1"/>
          </p:cNvSpPr>
          <p:nvPr/>
        </p:nvSpPr>
        <p:spPr bwMode="auto">
          <a:xfrm>
            <a:off x="3700463" y="5737225"/>
            <a:ext cx="4302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</a:rPr>
              <a:t>sleep</a:t>
            </a:r>
            <a:endParaRPr lang="en-US" altLang="en-US" sz="1600" b="1">
              <a:latin typeface="Times" panose="02020603050405020304" pitchFamily="18" charset="0"/>
            </a:endParaRPr>
          </a:p>
        </p:txBody>
      </p:sp>
      <p:sp>
        <p:nvSpPr>
          <p:cNvPr id="52263" name="Rectangle 38"/>
          <p:cNvSpPr>
            <a:spLocks noChangeArrowheads="1"/>
          </p:cNvSpPr>
          <p:nvPr/>
        </p:nvSpPr>
        <p:spPr bwMode="auto">
          <a:xfrm>
            <a:off x="5237163" y="6081713"/>
            <a:ext cx="17621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Times New Roman" panose="02020603050405020304" pitchFamily="18" charset="0"/>
              </a:rPr>
              <a:t>dream about graphs</a:t>
            </a:r>
            <a:endParaRPr lang="en-US" altLang="en-US" sz="1600" b="1">
              <a:latin typeface="Times" panose="02020603050405020304" pitchFamily="18" charset="0"/>
            </a:endParaRPr>
          </a:p>
        </p:txBody>
      </p:sp>
      <p:sp>
        <p:nvSpPr>
          <p:cNvPr id="52264" name="Rectangle 39"/>
          <p:cNvSpPr>
            <a:spLocks noChangeArrowheads="1"/>
          </p:cNvSpPr>
          <p:nvPr/>
        </p:nvSpPr>
        <p:spPr bwMode="auto">
          <a:xfrm>
            <a:off x="4430713" y="2176463"/>
            <a:ext cx="21764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A typical student day</a:t>
            </a:r>
            <a:endParaRPr lang="en-US" altLang="en-US" sz="2000" b="1">
              <a:latin typeface="Times" panose="02020603050405020304" pitchFamily="18" charset="0"/>
            </a:endParaRPr>
          </a:p>
        </p:txBody>
      </p:sp>
      <p:sp>
        <p:nvSpPr>
          <p:cNvPr id="52265" name="Rectangle 40"/>
          <p:cNvSpPr>
            <a:spLocks noChangeArrowheads="1"/>
          </p:cNvSpPr>
          <p:nvPr/>
        </p:nvSpPr>
        <p:spPr bwMode="auto">
          <a:xfrm>
            <a:off x="2925763" y="2133600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endParaRPr lang="en-US" altLang="en-US" sz="1600" b="1">
              <a:latin typeface="Times" panose="02020603050405020304" pitchFamily="18" charset="0"/>
            </a:endParaRPr>
          </a:p>
        </p:txBody>
      </p:sp>
      <p:sp>
        <p:nvSpPr>
          <p:cNvPr id="52266" name="Rectangle 41"/>
          <p:cNvSpPr>
            <a:spLocks noChangeArrowheads="1"/>
          </p:cNvSpPr>
          <p:nvPr/>
        </p:nvSpPr>
        <p:spPr bwMode="auto">
          <a:xfrm>
            <a:off x="3589338" y="2571750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endParaRPr lang="en-US" altLang="en-US" sz="1600" b="1">
              <a:latin typeface="Times" panose="02020603050405020304" pitchFamily="18" charset="0"/>
            </a:endParaRPr>
          </a:p>
        </p:txBody>
      </p:sp>
      <p:sp>
        <p:nvSpPr>
          <p:cNvPr id="52267" name="Rectangle 42"/>
          <p:cNvSpPr>
            <a:spLocks noChangeArrowheads="1"/>
          </p:cNvSpPr>
          <p:nvPr/>
        </p:nvSpPr>
        <p:spPr bwMode="auto">
          <a:xfrm>
            <a:off x="5270500" y="2522538"/>
            <a:ext cx="1127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endParaRPr lang="en-US" altLang="en-US" sz="1600" b="1">
              <a:latin typeface="Times" panose="02020603050405020304" pitchFamily="18" charset="0"/>
            </a:endParaRPr>
          </a:p>
        </p:txBody>
      </p:sp>
      <p:sp>
        <p:nvSpPr>
          <p:cNvPr id="52268" name="Rectangle 43"/>
          <p:cNvSpPr>
            <a:spLocks noChangeArrowheads="1"/>
          </p:cNvSpPr>
          <p:nvPr/>
        </p:nvSpPr>
        <p:spPr bwMode="auto">
          <a:xfrm>
            <a:off x="4286250" y="3297238"/>
            <a:ext cx="1127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  <a:endParaRPr lang="en-US" altLang="en-US" sz="1600" b="1">
              <a:latin typeface="Times" panose="02020603050405020304" pitchFamily="18" charset="0"/>
            </a:endParaRPr>
          </a:p>
        </p:txBody>
      </p:sp>
      <p:sp>
        <p:nvSpPr>
          <p:cNvPr id="52269" name="Rectangle 44"/>
          <p:cNvSpPr>
            <a:spLocks noChangeArrowheads="1"/>
          </p:cNvSpPr>
          <p:nvPr/>
        </p:nvSpPr>
        <p:spPr bwMode="auto">
          <a:xfrm>
            <a:off x="5713413" y="3281363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  <a:endParaRPr lang="en-US" altLang="en-US" sz="1600" b="1">
              <a:latin typeface="Times" panose="02020603050405020304" pitchFamily="18" charset="0"/>
            </a:endParaRPr>
          </a:p>
        </p:txBody>
      </p:sp>
      <p:sp>
        <p:nvSpPr>
          <p:cNvPr id="52270" name="Rectangle 45"/>
          <p:cNvSpPr>
            <a:spLocks noChangeArrowheads="1"/>
          </p:cNvSpPr>
          <p:nvPr/>
        </p:nvSpPr>
        <p:spPr bwMode="auto">
          <a:xfrm>
            <a:off x="6119813" y="4445000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  <a:endParaRPr lang="en-US" altLang="en-US" sz="1600" b="1">
              <a:latin typeface="Times" panose="02020603050405020304" pitchFamily="18" charset="0"/>
            </a:endParaRPr>
          </a:p>
        </p:txBody>
      </p:sp>
      <p:sp>
        <p:nvSpPr>
          <p:cNvPr id="52271" name="Rectangle 46"/>
          <p:cNvSpPr>
            <a:spLocks noChangeArrowheads="1"/>
          </p:cNvSpPr>
          <p:nvPr/>
        </p:nvSpPr>
        <p:spPr bwMode="auto">
          <a:xfrm>
            <a:off x="2714625" y="3709988"/>
            <a:ext cx="1127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Arial" panose="020B0604020202020204" pitchFamily="34" charset="0"/>
              </a:rPr>
              <a:t>7</a:t>
            </a:r>
            <a:endParaRPr lang="en-US" altLang="en-US" sz="1600" b="1">
              <a:latin typeface="Times" panose="02020603050405020304" pitchFamily="18" charset="0"/>
            </a:endParaRPr>
          </a:p>
        </p:txBody>
      </p:sp>
      <p:sp>
        <p:nvSpPr>
          <p:cNvPr id="52272" name="Rectangle 47"/>
          <p:cNvSpPr>
            <a:spLocks noChangeArrowheads="1"/>
          </p:cNvSpPr>
          <p:nvPr/>
        </p:nvSpPr>
        <p:spPr bwMode="auto">
          <a:xfrm>
            <a:off x="4383088" y="4114800"/>
            <a:ext cx="1127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Arial" panose="020B0604020202020204" pitchFamily="34" charset="0"/>
              </a:rPr>
              <a:t>8</a:t>
            </a:r>
            <a:endParaRPr lang="en-US" altLang="en-US" sz="1600" b="1">
              <a:latin typeface="Times" panose="02020603050405020304" pitchFamily="18" charset="0"/>
            </a:endParaRPr>
          </a:p>
        </p:txBody>
      </p:sp>
      <p:sp>
        <p:nvSpPr>
          <p:cNvPr id="52273" name="Rectangle 48"/>
          <p:cNvSpPr>
            <a:spLocks noChangeArrowheads="1"/>
          </p:cNvSpPr>
          <p:nvPr/>
        </p:nvSpPr>
        <p:spPr bwMode="auto">
          <a:xfrm>
            <a:off x="2590800" y="4724400"/>
            <a:ext cx="1127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Arial" panose="020B0604020202020204" pitchFamily="34" charset="0"/>
              </a:rPr>
              <a:t>9</a:t>
            </a:r>
            <a:endParaRPr lang="en-US" altLang="en-US" sz="1600" b="1">
              <a:latin typeface="Times" panose="02020603050405020304" pitchFamily="18" charset="0"/>
            </a:endParaRPr>
          </a:p>
        </p:txBody>
      </p:sp>
      <p:sp>
        <p:nvSpPr>
          <p:cNvPr id="52274" name="Rectangle 49"/>
          <p:cNvSpPr>
            <a:spLocks noChangeArrowheads="1"/>
          </p:cNvSpPr>
          <p:nvPr/>
        </p:nvSpPr>
        <p:spPr bwMode="auto">
          <a:xfrm>
            <a:off x="4130675" y="5473700"/>
            <a:ext cx="2254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Arial" panose="020B0604020202020204" pitchFamily="34" charset="0"/>
              </a:rPr>
              <a:t>10</a:t>
            </a:r>
            <a:endParaRPr lang="en-US" altLang="en-US" sz="1600" b="1">
              <a:latin typeface="Times" panose="02020603050405020304" pitchFamily="18" charset="0"/>
            </a:endParaRPr>
          </a:p>
        </p:txBody>
      </p:sp>
      <p:sp>
        <p:nvSpPr>
          <p:cNvPr id="52275" name="Rectangle 50"/>
          <p:cNvSpPr>
            <a:spLocks noChangeArrowheads="1"/>
          </p:cNvSpPr>
          <p:nvPr/>
        </p:nvSpPr>
        <p:spPr bwMode="auto">
          <a:xfrm>
            <a:off x="6251575" y="5715000"/>
            <a:ext cx="2254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Arial" panose="020B0604020202020204" pitchFamily="34" charset="0"/>
              </a:rPr>
              <a:t>11</a:t>
            </a:r>
            <a:endParaRPr lang="en-US" altLang="en-US" sz="1600" b="1">
              <a:latin typeface="Times" panose="02020603050405020304" pitchFamily="18" charset="0"/>
            </a:endParaRPr>
          </a:p>
        </p:txBody>
      </p:sp>
      <p:sp>
        <p:nvSpPr>
          <p:cNvPr id="52276" name="Text Box 51"/>
          <p:cNvSpPr txBox="1">
            <a:spLocks noChangeArrowheads="1"/>
          </p:cNvSpPr>
          <p:nvPr/>
        </p:nvSpPr>
        <p:spPr bwMode="auto">
          <a:xfrm>
            <a:off x="2189163" y="4973638"/>
            <a:ext cx="157003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Times New Roman" panose="02020603050405020304" pitchFamily="18" charset="0"/>
              </a:rPr>
              <a:t>make cookies for professors</a:t>
            </a:r>
            <a:endParaRPr lang="en-US" altLang="en-US" sz="1600" b="1">
              <a:latin typeface="Times" panose="02020603050405020304" pitchFamily="18" charset="0"/>
            </a:endParaRPr>
          </a:p>
        </p:txBody>
      </p:sp>
      <p:pic>
        <p:nvPicPr>
          <p:cNvPr id="52277" name="Picture 52" descr="j021205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8038" y="217488"/>
            <a:ext cx="1635125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84CF699-93CA-4B12-8FC7-9C7ECE4854D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400"/>
          </a:p>
        </p:txBody>
      </p:sp>
      <p:sp>
        <p:nvSpPr>
          <p:cNvPr id="53251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676400"/>
            <a:ext cx="7620000" cy="4648200"/>
          </a:xfrm>
          <a:noFill/>
        </p:spPr>
        <p:txBody>
          <a:bodyPr/>
          <a:lstStyle/>
          <a:p>
            <a:pPr eaLnBrk="1" hangingPunct="1"/>
            <a:r>
              <a:rPr lang="en-US" altLang="en-US" sz="2800" dirty="0"/>
              <a:t>Running time: O(n + m).</a:t>
            </a:r>
          </a:p>
        </p:txBody>
      </p:sp>
      <p:sp>
        <p:nvSpPr>
          <p:cNvPr id="53252" name="Rectangle 3"/>
          <p:cNvSpPr>
            <a:spLocks noGrp="1" noChangeArrowheads="1"/>
          </p:cNvSpPr>
          <p:nvPr>
            <p:ph type="title"/>
          </p:nvPr>
        </p:nvSpPr>
        <p:spPr>
          <a:xfrm>
            <a:off x="482600" y="495300"/>
            <a:ext cx="8382000" cy="838200"/>
          </a:xfrm>
        </p:spPr>
        <p:txBody>
          <a:bodyPr/>
          <a:lstStyle/>
          <a:p>
            <a:pPr eaLnBrk="1" hangingPunct="1"/>
            <a:r>
              <a:rPr lang="en-US" altLang="en-US" dirty="0"/>
              <a:t>Topological Sorting </a:t>
            </a:r>
            <a:r>
              <a:rPr lang="en-US" altLang="en-US"/>
              <a:t>Algorithm 1</a:t>
            </a:r>
            <a:endParaRPr lang="en-US" altLang="en-US" dirty="0"/>
          </a:p>
        </p:txBody>
      </p:sp>
      <p:sp>
        <p:nvSpPr>
          <p:cNvPr id="53253" name="Text Box 4"/>
          <p:cNvSpPr txBox="1">
            <a:spLocks noChangeArrowheads="1"/>
          </p:cNvSpPr>
          <p:nvPr/>
        </p:nvSpPr>
        <p:spPr bwMode="auto">
          <a:xfrm>
            <a:off x="1676400" y="2906713"/>
            <a:ext cx="6705600" cy="2554545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Algorithm </a:t>
            </a:r>
            <a:r>
              <a:rPr lang="en-US" altLang="en-US" sz="2000" noProof="1">
                <a:solidFill>
                  <a:schemeClr val="tx2"/>
                </a:solidFill>
                <a:latin typeface="Consolas" panose="020B0609020204030204" pitchFamily="49" charset="0"/>
              </a:rPr>
              <a:t>TopologicalSort(G)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noProof="1">
                <a:solidFill>
                  <a:schemeClr val="tx2"/>
                </a:solidFill>
                <a:latin typeface="Consolas" panose="020B0609020204030204" pitchFamily="49" charset="0"/>
              </a:rPr>
              <a:t>  H =</a:t>
            </a:r>
            <a:r>
              <a:rPr lang="en-US" altLang="en-US" sz="2000" noProof="1">
                <a:solidFill>
                  <a:schemeClr val="tx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G</a:t>
            </a:r>
            <a:r>
              <a:rPr lang="en-US" altLang="en-US" sz="2000" noProof="1">
                <a:latin typeface="Consolas" panose="020B0609020204030204" pitchFamily="49" charset="0"/>
                <a:sym typeface="Symbol" panose="05050102010706020507" pitchFamily="18" charset="2"/>
              </a:rPr>
              <a:t>	// Temporary copy of G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noProof="1">
                <a:solidFill>
                  <a:schemeClr val="tx2"/>
                </a:solidFill>
                <a:latin typeface="Consolas" panose="020B0609020204030204" pitchFamily="49" charset="0"/>
              </a:rPr>
              <a:t>  n =</a:t>
            </a:r>
            <a:r>
              <a:rPr lang="en-US" altLang="en-US" sz="2000" noProof="1">
                <a:solidFill>
                  <a:schemeClr val="tx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G.numVertices()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 while</a:t>
            </a:r>
            <a:r>
              <a:rPr lang="en-US" altLang="en-US" sz="2000" noProof="1">
                <a:latin typeface="Consolas" panose="020B0609020204030204" pitchFamily="49" charset="0"/>
                <a:sym typeface="Symbol" panose="05050102010706020507" pitchFamily="18" charset="2"/>
              </a:rPr>
              <a:t> not </a:t>
            </a:r>
            <a:r>
              <a:rPr lang="en-US" altLang="en-US" sz="2000" noProof="1">
                <a:solidFill>
                  <a:schemeClr val="tx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H.isEmpty()</a:t>
            </a:r>
            <a:endParaRPr lang="en-US" altLang="en-US" sz="2000" noProof="1">
              <a:solidFill>
                <a:srgbClr val="000000"/>
              </a:solidFill>
              <a:latin typeface="Consolas" panose="020B0609020204030204" pitchFamily="49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noProof="1">
                <a:solidFill>
                  <a:schemeClr val="tx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   v = a vertex with </a:t>
            </a:r>
            <a:r>
              <a:rPr lang="en-US" altLang="en-US" sz="2000" u="sng" noProof="1">
                <a:solidFill>
                  <a:schemeClr val="tx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no outgoing edges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noProof="1">
                <a:solidFill>
                  <a:schemeClr val="tx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   v.number = 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noProof="1">
                <a:solidFill>
                  <a:schemeClr val="tx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   n = n - 1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noProof="1">
                <a:solidFill>
                  <a:schemeClr val="tx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   H.remove(v)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9D7BCE8-FB88-4E69-9959-FB3BB5007A0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400"/>
          </a:p>
        </p:txBody>
      </p:sp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162800" cy="1447800"/>
          </a:xfrm>
        </p:spPr>
        <p:txBody>
          <a:bodyPr/>
          <a:lstStyle/>
          <a:p>
            <a:pPr eaLnBrk="1" hangingPunct="1"/>
            <a:r>
              <a:rPr lang="en-US" altLang="en-US" dirty="0"/>
              <a:t>Topological Sorting Algorithm 2: Using DFS</a:t>
            </a:r>
          </a:p>
        </p:txBody>
      </p:sp>
      <p:sp>
        <p:nvSpPr>
          <p:cNvPr id="5427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3886200" cy="4876800"/>
          </a:xfrm>
        </p:spPr>
        <p:txBody>
          <a:bodyPr/>
          <a:lstStyle/>
          <a:p>
            <a:pPr eaLnBrk="1" hangingPunct="1"/>
            <a:r>
              <a:rPr lang="en-US" altLang="en-US" sz="1800" dirty="0"/>
              <a:t>Simulate the algorithm by using depth-first search</a:t>
            </a:r>
          </a:p>
          <a:p>
            <a:pPr eaLnBrk="1" hangingPunct="1"/>
            <a:endParaRPr lang="en-US" altLang="en-US" sz="1800" dirty="0"/>
          </a:p>
          <a:p>
            <a:pPr eaLnBrk="1" hangingPunct="1"/>
            <a:endParaRPr lang="en-US" altLang="en-US" sz="1800" dirty="0"/>
          </a:p>
          <a:p>
            <a:pPr eaLnBrk="1" hangingPunct="1"/>
            <a:endParaRPr lang="en-US" altLang="en-US" sz="1800" dirty="0"/>
          </a:p>
          <a:p>
            <a:pPr eaLnBrk="1" hangingPunct="1"/>
            <a:endParaRPr lang="en-US" altLang="en-US" sz="1800" dirty="0"/>
          </a:p>
          <a:p>
            <a:pPr eaLnBrk="1" hangingPunct="1"/>
            <a:endParaRPr lang="en-US" altLang="en-US" sz="1800" dirty="0"/>
          </a:p>
          <a:p>
            <a:pPr eaLnBrk="1" hangingPunct="1"/>
            <a:endParaRPr lang="en-US" altLang="en-US" sz="1800" dirty="0"/>
          </a:p>
          <a:p>
            <a:pPr eaLnBrk="1" hangingPunct="1"/>
            <a:endParaRPr lang="en-US" altLang="en-US" sz="1800" dirty="0"/>
          </a:p>
          <a:p>
            <a:pPr eaLnBrk="1" hangingPunct="1"/>
            <a:endParaRPr lang="en-US" altLang="en-US" sz="1800" dirty="0"/>
          </a:p>
          <a:p>
            <a:pPr eaLnBrk="1" hangingPunct="1"/>
            <a:endParaRPr lang="en-US" altLang="en-US" sz="1800" dirty="0"/>
          </a:p>
          <a:p>
            <a:pPr eaLnBrk="1" hangingPunct="1"/>
            <a:endParaRPr lang="en-US" altLang="en-US" sz="1800" dirty="0"/>
          </a:p>
          <a:p>
            <a:pPr eaLnBrk="1" hangingPunct="1"/>
            <a:endParaRPr lang="en-US" altLang="en-US" sz="1800" dirty="0"/>
          </a:p>
          <a:p>
            <a:pPr eaLnBrk="1" hangingPunct="1"/>
            <a:r>
              <a:rPr lang="en-US" altLang="en-US" sz="1800" dirty="0"/>
              <a:t>O(</a:t>
            </a:r>
            <a:r>
              <a:rPr lang="en-US" altLang="en-US" sz="1800" dirty="0" err="1"/>
              <a:t>n+m</a:t>
            </a:r>
            <a:r>
              <a:rPr lang="en-US" altLang="en-US" sz="1800" dirty="0"/>
              <a:t>) time.</a:t>
            </a:r>
          </a:p>
        </p:txBody>
      </p:sp>
      <p:sp>
        <p:nvSpPr>
          <p:cNvPr id="54277" name="Text Box 4"/>
          <p:cNvSpPr txBox="1">
            <a:spLocks noChangeArrowheads="1"/>
          </p:cNvSpPr>
          <p:nvPr/>
        </p:nvSpPr>
        <p:spPr bwMode="auto">
          <a:xfrm>
            <a:off x="4419600" y="1600200"/>
            <a:ext cx="4572000" cy="43273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2286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228600" defTabSz="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Algorithm</a:t>
            </a:r>
            <a:r>
              <a:rPr lang="en-US" altLang="en-US" sz="1600" noProof="1">
                <a:latin typeface="Consolas" panose="020B0609020204030204" pitchFamily="49" charset="0"/>
              </a:rPr>
              <a:t> </a:t>
            </a:r>
            <a:r>
              <a:rPr lang="en-US" altLang="en-US" sz="1600" noProof="1">
                <a:solidFill>
                  <a:schemeClr val="tx2"/>
                </a:solidFill>
                <a:latin typeface="Consolas" panose="020B0609020204030204" pitchFamily="49" charset="0"/>
              </a:rPr>
              <a:t>topologicalDFS(G, v)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tx2"/>
                </a:solidFill>
                <a:latin typeface="Consolas" panose="020B0609020204030204" pitchFamily="49" charset="0"/>
              </a:rPr>
              <a:t>  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Input:</a:t>
            </a:r>
            <a:r>
              <a:rPr lang="en-US" altLang="en-US" sz="1600" noProof="1">
                <a:latin typeface="Consolas" panose="020B0609020204030204" pitchFamily="49" charset="0"/>
              </a:rPr>
              <a:t>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graph G and a start vertex v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  Output:</a:t>
            </a:r>
            <a:r>
              <a:rPr lang="en-US" altLang="en-US" sz="1600" noProof="1">
                <a:latin typeface="Consolas" panose="020B0609020204030204" pitchFamily="49" charset="0"/>
              </a:rPr>
              <a:t>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labeling of the vertices of G 	in the connected component of v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tx2"/>
                </a:solidFill>
                <a:latin typeface="Consolas" panose="020B0609020204030204" pitchFamily="49" charset="0"/>
              </a:rPr>
              <a:t> 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v.label = VISITED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for each</a:t>
            </a:r>
            <a:r>
              <a:rPr lang="en-US" altLang="en-US" sz="1600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e in G.incidentEdges(v)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    if</a:t>
            </a:r>
            <a:r>
              <a:rPr lang="en-US" altLang="en-US" sz="1600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e.label 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==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UNEXPLORED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  w =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opposite(v,e)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  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if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w.label 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==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UNEXPLORED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    e.label = DISCOVERY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    topologicalDFS(G, w)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  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else</a:t>
            </a:r>
            <a:endParaRPr lang="en-US" altLang="en-US" sz="1600" noProof="1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    e.label = BACK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v.number = n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n =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n - 1</a:t>
            </a:r>
          </a:p>
        </p:txBody>
      </p:sp>
      <p:sp>
        <p:nvSpPr>
          <p:cNvPr id="54278" name="Text Box 5"/>
          <p:cNvSpPr txBox="1">
            <a:spLocks noChangeArrowheads="1"/>
          </p:cNvSpPr>
          <p:nvPr/>
        </p:nvSpPr>
        <p:spPr bwMode="auto">
          <a:xfrm>
            <a:off x="152400" y="2286000"/>
            <a:ext cx="4114800" cy="324396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3429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228600" defTabSz="3429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3429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3429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3429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Algorithm</a:t>
            </a:r>
            <a:r>
              <a:rPr lang="en-US" altLang="en-US" sz="1600" noProof="1">
                <a:latin typeface="Consolas" panose="020B0609020204030204" pitchFamily="49" charset="0"/>
              </a:rPr>
              <a:t> </a:t>
            </a:r>
            <a:r>
              <a:rPr lang="en-US" altLang="en-US" sz="1600" noProof="1">
                <a:solidFill>
                  <a:schemeClr val="tx2"/>
                </a:solidFill>
                <a:latin typeface="Consolas" panose="020B0609020204030204" pitchFamily="49" charset="0"/>
              </a:rPr>
              <a:t>topologicalDFS(G)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  Input:</a:t>
            </a:r>
            <a:r>
              <a:rPr lang="en-US" altLang="en-US" sz="1600" noProof="1">
                <a:latin typeface="Consolas" panose="020B0609020204030204" pitchFamily="49" charset="0"/>
              </a:rPr>
              <a:t>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dag G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Output:</a:t>
            </a:r>
            <a:r>
              <a:rPr lang="en-US" altLang="en-US" sz="1600" noProof="1">
                <a:latin typeface="Consolas" panose="020B0609020204030204" pitchFamily="49" charset="0"/>
              </a:rPr>
              <a:t>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topological ordering of G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b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</a:b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n =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G.numVertices()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for each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u in G.vertices()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u.label = UNEXPLORED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for each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e in G.edges()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e.label = UNEXPLORED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for each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v in G.vertices()</a:t>
            </a:r>
            <a:endParaRPr lang="en-US" altLang="en-US" sz="1600" noProof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    if</a:t>
            </a:r>
            <a:r>
              <a:rPr lang="en-US" altLang="en-US" sz="1600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v.label ==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 </a:t>
            </a: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UNEXPLORED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600" noProof="1">
                <a:solidFill>
                  <a:schemeClr val="accent2"/>
                </a:solidFill>
                <a:latin typeface="Consolas" panose="020B0609020204030204" pitchFamily="49" charset="0"/>
              </a:rPr>
              <a:t>      topologicalDFS(G, v)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77560D7-CEA8-4578-A607-49999E149ED3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1400"/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8001000" cy="1143000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Topological Sorting 2: Using DFS Example (Many Possible Solutions)</a:t>
            </a:r>
          </a:p>
        </p:txBody>
      </p:sp>
      <p:sp>
        <p:nvSpPr>
          <p:cNvPr id="55300" name="Rectangle 3"/>
          <p:cNvSpPr>
            <a:spLocks noChangeArrowheads="1"/>
          </p:cNvSpPr>
          <p:nvPr/>
        </p:nvSpPr>
        <p:spPr bwMode="auto">
          <a:xfrm>
            <a:off x="2236788" y="2719388"/>
            <a:ext cx="23812" cy="7937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5301" name="Rectangle 4"/>
          <p:cNvSpPr>
            <a:spLocks noChangeArrowheads="1"/>
          </p:cNvSpPr>
          <p:nvPr/>
        </p:nvSpPr>
        <p:spPr bwMode="auto">
          <a:xfrm>
            <a:off x="4652963" y="3673475"/>
            <a:ext cx="23812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5302" name="Rectangle 5"/>
          <p:cNvSpPr>
            <a:spLocks noChangeArrowheads="1"/>
          </p:cNvSpPr>
          <p:nvPr/>
        </p:nvSpPr>
        <p:spPr bwMode="auto">
          <a:xfrm>
            <a:off x="6875463" y="36734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5303" name="Rectangle 6"/>
          <p:cNvSpPr>
            <a:spLocks noChangeArrowheads="1"/>
          </p:cNvSpPr>
          <p:nvPr/>
        </p:nvSpPr>
        <p:spPr bwMode="auto">
          <a:xfrm>
            <a:off x="2328863" y="57562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5304" name="Oval 7"/>
          <p:cNvSpPr>
            <a:spLocks noChangeArrowheads="1"/>
          </p:cNvSpPr>
          <p:nvPr/>
        </p:nvSpPr>
        <p:spPr bwMode="auto">
          <a:xfrm>
            <a:off x="4257675" y="17526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5305" name="Oval 8"/>
          <p:cNvSpPr>
            <a:spLocks noChangeArrowheads="1"/>
          </p:cNvSpPr>
          <p:nvPr/>
        </p:nvSpPr>
        <p:spPr bwMode="auto">
          <a:xfrm>
            <a:off x="4329113" y="44958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5306" name="Oval 9"/>
          <p:cNvSpPr>
            <a:spLocks noChangeArrowheads="1"/>
          </p:cNvSpPr>
          <p:nvPr/>
        </p:nvSpPr>
        <p:spPr bwMode="auto">
          <a:xfrm>
            <a:off x="4543425" y="30892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5307" name="Oval 10"/>
          <p:cNvSpPr>
            <a:spLocks noChangeArrowheads="1"/>
          </p:cNvSpPr>
          <p:nvPr/>
        </p:nvSpPr>
        <p:spPr bwMode="auto">
          <a:xfrm>
            <a:off x="2419350" y="49053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5308" name="Oval 11"/>
          <p:cNvSpPr>
            <a:spLocks noChangeArrowheads="1"/>
          </p:cNvSpPr>
          <p:nvPr/>
        </p:nvSpPr>
        <p:spPr bwMode="auto">
          <a:xfrm>
            <a:off x="6162675" y="36226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5309" name="Oval 12"/>
          <p:cNvSpPr>
            <a:spLocks noChangeArrowheads="1"/>
          </p:cNvSpPr>
          <p:nvPr/>
        </p:nvSpPr>
        <p:spPr bwMode="auto">
          <a:xfrm>
            <a:off x="3416300" y="3602038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5310" name="Oval 13"/>
          <p:cNvSpPr>
            <a:spLocks noChangeArrowheads="1"/>
          </p:cNvSpPr>
          <p:nvPr/>
        </p:nvSpPr>
        <p:spPr bwMode="auto">
          <a:xfrm>
            <a:off x="6788150" y="1925638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5311" name="Oval 14"/>
          <p:cNvSpPr>
            <a:spLocks noChangeArrowheads="1"/>
          </p:cNvSpPr>
          <p:nvPr/>
        </p:nvSpPr>
        <p:spPr bwMode="auto">
          <a:xfrm>
            <a:off x="2305050" y="26670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5312" name="Oval 15"/>
          <p:cNvSpPr>
            <a:spLocks noChangeArrowheads="1"/>
          </p:cNvSpPr>
          <p:nvPr/>
        </p:nvSpPr>
        <p:spPr bwMode="auto">
          <a:xfrm>
            <a:off x="4624388" y="5621338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cxnSp>
        <p:nvCxnSpPr>
          <p:cNvPr id="55313" name="AutoShape 16"/>
          <p:cNvCxnSpPr>
            <a:cxnSpLocks noChangeShapeType="1"/>
            <a:stCxn id="55304" idx="2"/>
            <a:endCxn id="55311" idx="7"/>
          </p:cNvCxnSpPr>
          <p:nvPr/>
        </p:nvCxnSpPr>
        <p:spPr bwMode="auto">
          <a:xfrm flipH="1">
            <a:off x="2779713" y="2036763"/>
            <a:ext cx="1458912" cy="6937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314" name="AutoShape 17"/>
          <p:cNvCxnSpPr>
            <a:cxnSpLocks noChangeShapeType="1"/>
            <a:stCxn id="55304" idx="4"/>
            <a:endCxn id="55306" idx="0"/>
          </p:cNvCxnSpPr>
          <p:nvPr/>
        </p:nvCxnSpPr>
        <p:spPr bwMode="auto">
          <a:xfrm>
            <a:off x="4535488" y="2338388"/>
            <a:ext cx="285750" cy="7318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315" name="AutoShape 18"/>
          <p:cNvCxnSpPr>
            <a:cxnSpLocks noChangeShapeType="1"/>
            <a:stCxn id="55310" idx="2"/>
            <a:endCxn id="55306" idx="7"/>
          </p:cNvCxnSpPr>
          <p:nvPr/>
        </p:nvCxnSpPr>
        <p:spPr bwMode="auto">
          <a:xfrm flipH="1">
            <a:off x="5018088" y="2209800"/>
            <a:ext cx="1751012" cy="9429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316" name="AutoShape 19"/>
          <p:cNvCxnSpPr>
            <a:cxnSpLocks noChangeShapeType="1"/>
            <a:stCxn id="55308" idx="2"/>
            <a:endCxn id="55305" idx="7"/>
          </p:cNvCxnSpPr>
          <p:nvPr/>
        </p:nvCxnSpPr>
        <p:spPr bwMode="auto">
          <a:xfrm flipH="1">
            <a:off x="4803775" y="3906838"/>
            <a:ext cx="1339850" cy="652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317" name="AutoShape 20"/>
          <p:cNvCxnSpPr>
            <a:cxnSpLocks noChangeShapeType="1"/>
            <a:stCxn id="55308" idx="3"/>
            <a:endCxn id="55312" idx="7"/>
          </p:cNvCxnSpPr>
          <p:nvPr/>
        </p:nvCxnSpPr>
        <p:spPr bwMode="auto">
          <a:xfrm flipH="1">
            <a:off x="5099050" y="4125913"/>
            <a:ext cx="1144588" cy="15589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318" name="AutoShape 21"/>
          <p:cNvCxnSpPr>
            <a:cxnSpLocks noChangeShapeType="1"/>
            <a:stCxn id="55307" idx="6"/>
            <a:endCxn id="55312" idx="2"/>
          </p:cNvCxnSpPr>
          <p:nvPr/>
        </p:nvCxnSpPr>
        <p:spPr bwMode="auto">
          <a:xfrm>
            <a:off x="2994025" y="5189538"/>
            <a:ext cx="1611313" cy="7159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319" name="AutoShape 22"/>
          <p:cNvCxnSpPr>
            <a:cxnSpLocks noChangeShapeType="1"/>
            <a:stCxn id="55305" idx="4"/>
            <a:endCxn id="55312" idx="1"/>
          </p:cNvCxnSpPr>
          <p:nvPr/>
        </p:nvCxnSpPr>
        <p:spPr bwMode="auto">
          <a:xfrm>
            <a:off x="4606925" y="5081588"/>
            <a:ext cx="98425" cy="6032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320" name="AutoShape 23"/>
          <p:cNvCxnSpPr>
            <a:cxnSpLocks noChangeShapeType="1"/>
            <a:stCxn id="55309" idx="5"/>
            <a:endCxn id="55305" idx="1"/>
          </p:cNvCxnSpPr>
          <p:nvPr/>
        </p:nvCxnSpPr>
        <p:spPr bwMode="auto">
          <a:xfrm>
            <a:off x="3890963" y="4105275"/>
            <a:ext cx="519112" cy="4540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321" name="AutoShape 24"/>
          <p:cNvCxnSpPr>
            <a:cxnSpLocks noChangeShapeType="1"/>
            <a:stCxn id="55311" idx="5"/>
            <a:endCxn id="55309" idx="1"/>
          </p:cNvCxnSpPr>
          <p:nvPr/>
        </p:nvCxnSpPr>
        <p:spPr bwMode="auto">
          <a:xfrm>
            <a:off x="2779713" y="3170238"/>
            <a:ext cx="717550" cy="4953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322" name="AutoShape 25"/>
          <p:cNvCxnSpPr>
            <a:cxnSpLocks noChangeShapeType="1"/>
            <a:stCxn id="55311" idx="4"/>
            <a:endCxn id="55307" idx="0"/>
          </p:cNvCxnSpPr>
          <p:nvPr/>
        </p:nvCxnSpPr>
        <p:spPr bwMode="auto">
          <a:xfrm>
            <a:off x="2582863" y="3252788"/>
            <a:ext cx="114300" cy="16335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323" name="AutoShape 26"/>
          <p:cNvCxnSpPr>
            <a:cxnSpLocks noChangeShapeType="1"/>
            <a:stCxn id="55311" idx="6"/>
            <a:endCxn id="55306" idx="2"/>
          </p:cNvCxnSpPr>
          <p:nvPr/>
        </p:nvCxnSpPr>
        <p:spPr bwMode="auto">
          <a:xfrm>
            <a:off x="2879725" y="2951163"/>
            <a:ext cx="1644650" cy="4222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324" name="AutoShape 27"/>
          <p:cNvCxnSpPr>
            <a:cxnSpLocks noChangeShapeType="1"/>
            <a:stCxn id="55306" idx="6"/>
            <a:endCxn id="55308" idx="1"/>
          </p:cNvCxnSpPr>
          <p:nvPr/>
        </p:nvCxnSpPr>
        <p:spPr bwMode="auto">
          <a:xfrm>
            <a:off x="5118100" y="3373438"/>
            <a:ext cx="1125538" cy="3127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325" name="AutoShape 28"/>
          <p:cNvCxnSpPr>
            <a:cxnSpLocks noChangeShapeType="1"/>
            <a:stCxn id="55310" idx="3"/>
            <a:endCxn id="55308" idx="7"/>
          </p:cNvCxnSpPr>
          <p:nvPr/>
        </p:nvCxnSpPr>
        <p:spPr bwMode="auto">
          <a:xfrm flipH="1">
            <a:off x="6637338" y="2428875"/>
            <a:ext cx="231775" cy="12573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77560D7-CEA8-4578-A607-49999E149ED3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en-US" sz="1400"/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8001000" cy="1143000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Topological Sorting 2: Using DFS Example (Many Possible Solutions)</a:t>
            </a:r>
          </a:p>
        </p:txBody>
      </p:sp>
      <p:sp>
        <p:nvSpPr>
          <p:cNvPr id="55300" name="Rectangle 3"/>
          <p:cNvSpPr>
            <a:spLocks noChangeArrowheads="1"/>
          </p:cNvSpPr>
          <p:nvPr/>
        </p:nvSpPr>
        <p:spPr bwMode="auto">
          <a:xfrm>
            <a:off x="2236788" y="2719388"/>
            <a:ext cx="23812" cy="7937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5301" name="Rectangle 4"/>
          <p:cNvSpPr>
            <a:spLocks noChangeArrowheads="1"/>
          </p:cNvSpPr>
          <p:nvPr/>
        </p:nvSpPr>
        <p:spPr bwMode="auto">
          <a:xfrm>
            <a:off x="4652963" y="3673475"/>
            <a:ext cx="23812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5302" name="Rectangle 5"/>
          <p:cNvSpPr>
            <a:spLocks noChangeArrowheads="1"/>
          </p:cNvSpPr>
          <p:nvPr/>
        </p:nvSpPr>
        <p:spPr bwMode="auto">
          <a:xfrm>
            <a:off x="6875463" y="36734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5303" name="Rectangle 6"/>
          <p:cNvSpPr>
            <a:spLocks noChangeArrowheads="1"/>
          </p:cNvSpPr>
          <p:nvPr/>
        </p:nvSpPr>
        <p:spPr bwMode="auto">
          <a:xfrm>
            <a:off x="2328863" y="57562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5304" name="Oval 7"/>
          <p:cNvSpPr>
            <a:spLocks noChangeArrowheads="1"/>
          </p:cNvSpPr>
          <p:nvPr/>
        </p:nvSpPr>
        <p:spPr bwMode="auto">
          <a:xfrm>
            <a:off x="4257675" y="17526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5305" name="Oval 8"/>
          <p:cNvSpPr>
            <a:spLocks noChangeArrowheads="1"/>
          </p:cNvSpPr>
          <p:nvPr/>
        </p:nvSpPr>
        <p:spPr bwMode="auto">
          <a:xfrm>
            <a:off x="4329113" y="44958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5306" name="Oval 9"/>
          <p:cNvSpPr>
            <a:spLocks noChangeArrowheads="1"/>
          </p:cNvSpPr>
          <p:nvPr/>
        </p:nvSpPr>
        <p:spPr bwMode="auto">
          <a:xfrm>
            <a:off x="4543425" y="30892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5307" name="Oval 10"/>
          <p:cNvSpPr>
            <a:spLocks noChangeArrowheads="1"/>
          </p:cNvSpPr>
          <p:nvPr/>
        </p:nvSpPr>
        <p:spPr bwMode="auto">
          <a:xfrm>
            <a:off x="2419350" y="49053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5308" name="Oval 11"/>
          <p:cNvSpPr>
            <a:spLocks noChangeArrowheads="1"/>
          </p:cNvSpPr>
          <p:nvPr/>
        </p:nvSpPr>
        <p:spPr bwMode="auto">
          <a:xfrm>
            <a:off x="6162675" y="36226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5309" name="Oval 12"/>
          <p:cNvSpPr>
            <a:spLocks noChangeArrowheads="1"/>
          </p:cNvSpPr>
          <p:nvPr/>
        </p:nvSpPr>
        <p:spPr bwMode="auto">
          <a:xfrm>
            <a:off x="3416300" y="3602038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5310" name="Oval 13"/>
          <p:cNvSpPr>
            <a:spLocks noChangeArrowheads="1"/>
          </p:cNvSpPr>
          <p:nvPr/>
        </p:nvSpPr>
        <p:spPr bwMode="auto">
          <a:xfrm>
            <a:off x="6788150" y="1925638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5311" name="Oval 14"/>
          <p:cNvSpPr>
            <a:spLocks noChangeArrowheads="1"/>
          </p:cNvSpPr>
          <p:nvPr/>
        </p:nvSpPr>
        <p:spPr bwMode="auto">
          <a:xfrm>
            <a:off x="2305050" y="26670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5312" name="Oval 15"/>
          <p:cNvSpPr>
            <a:spLocks noChangeArrowheads="1"/>
          </p:cNvSpPr>
          <p:nvPr/>
        </p:nvSpPr>
        <p:spPr bwMode="auto">
          <a:xfrm>
            <a:off x="4624388" y="5621338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cxnSp>
        <p:nvCxnSpPr>
          <p:cNvPr id="55313" name="AutoShape 16"/>
          <p:cNvCxnSpPr>
            <a:cxnSpLocks noChangeShapeType="1"/>
            <a:stCxn id="55304" idx="2"/>
            <a:endCxn id="55311" idx="7"/>
          </p:cNvCxnSpPr>
          <p:nvPr/>
        </p:nvCxnSpPr>
        <p:spPr bwMode="auto">
          <a:xfrm flipH="1">
            <a:off x="2779713" y="2036763"/>
            <a:ext cx="1458912" cy="6937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314" name="AutoShape 17"/>
          <p:cNvCxnSpPr>
            <a:cxnSpLocks noChangeShapeType="1"/>
            <a:stCxn id="55304" idx="4"/>
            <a:endCxn id="55306" idx="0"/>
          </p:cNvCxnSpPr>
          <p:nvPr/>
        </p:nvCxnSpPr>
        <p:spPr bwMode="auto">
          <a:xfrm>
            <a:off x="4535488" y="2338388"/>
            <a:ext cx="285750" cy="7318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315" name="AutoShape 18"/>
          <p:cNvCxnSpPr>
            <a:cxnSpLocks noChangeShapeType="1"/>
            <a:stCxn id="55310" idx="2"/>
            <a:endCxn id="55306" idx="7"/>
          </p:cNvCxnSpPr>
          <p:nvPr/>
        </p:nvCxnSpPr>
        <p:spPr bwMode="auto">
          <a:xfrm flipH="1">
            <a:off x="5018088" y="2209800"/>
            <a:ext cx="1751012" cy="9429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316" name="AutoShape 19"/>
          <p:cNvCxnSpPr>
            <a:cxnSpLocks noChangeShapeType="1"/>
            <a:stCxn id="55308" idx="2"/>
            <a:endCxn id="55305" idx="7"/>
          </p:cNvCxnSpPr>
          <p:nvPr/>
        </p:nvCxnSpPr>
        <p:spPr bwMode="auto">
          <a:xfrm flipH="1">
            <a:off x="4803775" y="3906838"/>
            <a:ext cx="1339850" cy="652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317" name="AutoShape 20"/>
          <p:cNvCxnSpPr>
            <a:cxnSpLocks noChangeShapeType="1"/>
            <a:stCxn id="55308" idx="3"/>
            <a:endCxn id="55312" idx="7"/>
          </p:cNvCxnSpPr>
          <p:nvPr/>
        </p:nvCxnSpPr>
        <p:spPr bwMode="auto">
          <a:xfrm flipH="1">
            <a:off x="5099050" y="4125913"/>
            <a:ext cx="1144588" cy="15589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318" name="AutoShape 21"/>
          <p:cNvCxnSpPr>
            <a:cxnSpLocks noChangeShapeType="1"/>
            <a:stCxn id="55307" idx="6"/>
            <a:endCxn id="55312" idx="2"/>
          </p:cNvCxnSpPr>
          <p:nvPr/>
        </p:nvCxnSpPr>
        <p:spPr bwMode="auto">
          <a:xfrm>
            <a:off x="2994025" y="5189538"/>
            <a:ext cx="1611313" cy="7159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319" name="AutoShape 22"/>
          <p:cNvCxnSpPr>
            <a:cxnSpLocks noChangeShapeType="1"/>
            <a:stCxn id="55305" idx="4"/>
            <a:endCxn id="55312" idx="1"/>
          </p:cNvCxnSpPr>
          <p:nvPr/>
        </p:nvCxnSpPr>
        <p:spPr bwMode="auto">
          <a:xfrm>
            <a:off x="4606925" y="5081588"/>
            <a:ext cx="98425" cy="6032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320" name="AutoShape 23"/>
          <p:cNvCxnSpPr>
            <a:cxnSpLocks noChangeShapeType="1"/>
            <a:stCxn id="55309" idx="5"/>
            <a:endCxn id="55305" idx="1"/>
          </p:cNvCxnSpPr>
          <p:nvPr/>
        </p:nvCxnSpPr>
        <p:spPr bwMode="auto">
          <a:xfrm>
            <a:off x="3890963" y="4105275"/>
            <a:ext cx="519112" cy="4540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321" name="AutoShape 24"/>
          <p:cNvCxnSpPr>
            <a:cxnSpLocks noChangeShapeType="1"/>
            <a:stCxn id="55311" idx="5"/>
            <a:endCxn id="55309" idx="1"/>
          </p:cNvCxnSpPr>
          <p:nvPr/>
        </p:nvCxnSpPr>
        <p:spPr bwMode="auto">
          <a:xfrm>
            <a:off x="2779713" y="3170238"/>
            <a:ext cx="717550" cy="4953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322" name="AutoShape 25"/>
          <p:cNvCxnSpPr>
            <a:cxnSpLocks noChangeShapeType="1"/>
            <a:stCxn id="55311" idx="4"/>
            <a:endCxn id="55307" idx="0"/>
          </p:cNvCxnSpPr>
          <p:nvPr/>
        </p:nvCxnSpPr>
        <p:spPr bwMode="auto">
          <a:xfrm>
            <a:off x="2582863" y="3252788"/>
            <a:ext cx="114300" cy="16335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323" name="AutoShape 26"/>
          <p:cNvCxnSpPr>
            <a:cxnSpLocks noChangeShapeType="1"/>
            <a:stCxn id="55311" idx="6"/>
            <a:endCxn id="55306" idx="2"/>
          </p:cNvCxnSpPr>
          <p:nvPr/>
        </p:nvCxnSpPr>
        <p:spPr bwMode="auto">
          <a:xfrm>
            <a:off x="2879725" y="2951163"/>
            <a:ext cx="1644650" cy="4222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324" name="AutoShape 27"/>
          <p:cNvCxnSpPr>
            <a:cxnSpLocks noChangeShapeType="1"/>
            <a:stCxn id="55306" idx="6"/>
            <a:endCxn id="55308" idx="1"/>
          </p:cNvCxnSpPr>
          <p:nvPr/>
        </p:nvCxnSpPr>
        <p:spPr bwMode="auto">
          <a:xfrm>
            <a:off x="5118100" y="3373438"/>
            <a:ext cx="1125538" cy="3127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325" name="AutoShape 28"/>
          <p:cNvCxnSpPr>
            <a:cxnSpLocks noChangeShapeType="1"/>
            <a:stCxn id="55310" idx="3"/>
            <a:endCxn id="55308" idx="7"/>
          </p:cNvCxnSpPr>
          <p:nvPr/>
        </p:nvCxnSpPr>
        <p:spPr bwMode="auto">
          <a:xfrm flipH="1">
            <a:off x="6637338" y="2428875"/>
            <a:ext cx="231775" cy="12573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007378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BFC0139-CE7E-4C76-BDC7-556A13FB564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400"/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Topological Sorting 2: Using DFS Example (Start from Top Vertex)</a:t>
            </a:r>
          </a:p>
        </p:txBody>
      </p:sp>
      <p:sp>
        <p:nvSpPr>
          <p:cNvPr id="56324" name="Rectangle 3"/>
          <p:cNvSpPr>
            <a:spLocks noChangeArrowheads="1"/>
          </p:cNvSpPr>
          <p:nvPr/>
        </p:nvSpPr>
        <p:spPr bwMode="auto">
          <a:xfrm>
            <a:off x="2236788" y="2719388"/>
            <a:ext cx="23812" cy="7937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6325" name="Rectangle 4"/>
          <p:cNvSpPr>
            <a:spLocks noChangeArrowheads="1"/>
          </p:cNvSpPr>
          <p:nvPr/>
        </p:nvSpPr>
        <p:spPr bwMode="auto">
          <a:xfrm>
            <a:off x="4652963" y="3673475"/>
            <a:ext cx="23812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6326" name="Rectangle 5"/>
          <p:cNvSpPr>
            <a:spLocks noChangeArrowheads="1"/>
          </p:cNvSpPr>
          <p:nvPr/>
        </p:nvSpPr>
        <p:spPr bwMode="auto">
          <a:xfrm>
            <a:off x="6875463" y="36734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6327" name="Rectangle 6"/>
          <p:cNvSpPr>
            <a:spLocks noChangeArrowheads="1"/>
          </p:cNvSpPr>
          <p:nvPr/>
        </p:nvSpPr>
        <p:spPr bwMode="auto">
          <a:xfrm>
            <a:off x="2328863" y="57562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6328" name="Oval 7"/>
          <p:cNvSpPr>
            <a:spLocks noChangeArrowheads="1"/>
          </p:cNvSpPr>
          <p:nvPr/>
        </p:nvSpPr>
        <p:spPr bwMode="auto">
          <a:xfrm>
            <a:off x="4257675" y="17526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6329" name="Oval 8"/>
          <p:cNvSpPr>
            <a:spLocks noChangeArrowheads="1"/>
          </p:cNvSpPr>
          <p:nvPr/>
        </p:nvSpPr>
        <p:spPr bwMode="auto">
          <a:xfrm>
            <a:off x="4329113" y="44958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6330" name="Oval 9"/>
          <p:cNvSpPr>
            <a:spLocks noChangeArrowheads="1"/>
          </p:cNvSpPr>
          <p:nvPr/>
        </p:nvSpPr>
        <p:spPr bwMode="auto">
          <a:xfrm>
            <a:off x="4543425" y="30892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6331" name="Oval 10"/>
          <p:cNvSpPr>
            <a:spLocks noChangeArrowheads="1"/>
          </p:cNvSpPr>
          <p:nvPr/>
        </p:nvSpPr>
        <p:spPr bwMode="auto">
          <a:xfrm>
            <a:off x="2419350" y="49053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6332" name="Oval 11"/>
          <p:cNvSpPr>
            <a:spLocks noChangeArrowheads="1"/>
          </p:cNvSpPr>
          <p:nvPr/>
        </p:nvSpPr>
        <p:spPr bwMode="auto">
          <a:xfrm>
            <a:off x="6162675" y="36226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6333" name="Oval 12"/>
          <p:cNvSpPr>
            <a:spLocks noChangeArrowheads="1"/>
          </p:cNvSpPr>
          <p:nvPr/>
        </p:nvSpPr>
        <p:spPr bwMode="auto">
          <a:xfrm>
            <a:off x="3416300" y="3602038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6334" name="Oval 13"/>
          <p:cNvSpPr>
            <a:spLocks noChangeArrowheads="1"/>
          </p:cNvSpPr>
          <p:nvPr/>
        </p:nvSpPr>
        <p:spPr bwMode="auto">
          <a:xfrm>
            <a:off x="6788150" y="1925638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6335" name="Oval 14"/>
          <p:cNvSpPr>
            <a:spLocks noChangeArrowheads="1"/>
          </p:cNvSpPr>
          <p:nvPr/>
        </p:nvSpPr>
        <p:spPr bwMode="auto">
          <a:xfrm>
            <a:off x="2305050" y="26670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6336" name="Oval 15"/>
          <p:cNvSpPr>
            <a:spLocks noChangeArrowheads="1"/>
          </p:cNvSpPr>
          <p:nvPr/>
        </p:nvSpPr>
        <p:spPr bwMode="auto">
          <a:xfrm>
            <a:off x="4624388" y="5621338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9</a:t>
            </a:r>
          </a:p>
        </p:txBody>
      </p:sp>
      <p:cxnSp>
        <p:nvCxnSpPr>
          <p:cNvPr id="56337" name="AutoShape 16"/>
          <p:cNvCxnSpPr>
            <a:cxnSpLocks noChangeShapeType="1"/>
            <a:stCxn id="56328" idx="2"/>
            <a:endCxn id="56335" idx="7"/>
          </p:cNvCxnSpPr>
          <p:nvPr/>
        </p:nvCxnSpPr>
        <p:spPr bwMode="auto">
          <a:xfrm flipH="1">
            <a:off x="2779713" y="2036763"/>
            <a:ext cx="1458912" cy="693737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338" name="AutoShape 17"/>
          <p:cNvCxnSpPr>
            <a:cxnSpLocks noChangeShapeType="1"/>
            <a:stCxn id="56328" idx="4"/>
            <a:endCxn id="56330" idx="0"/>
          </p:cNvCxnSpPr>
          <p:nvPr/>
        </p:nvCxnSpPr>
        <p:spPr bwMode="auto">
          <a:xfrm>
            <a:off x="4535488" y="2338388"/>
            <a:ext cx="285750" cy="7318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339" name="AutoShape 18"/>
          <p:cNvCxnSpPr>
            <a:cxnSpLocks noChangeShapeType="1"/>
            <a:stCxn id="56334" idx="2"/>
            <a:endCxn id="56330" idx="7"/>
          </p:cNvCxnSpPr>
          <p:nvPr/>
        </p:nvCxnSpPr>
        <p:spPr bwMode="auto">
          <a:xfrm flipH="1">
            <a:off x="5018088" y="2209800"/>
            <a:ext cx="1751012" cy="9429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340" name="AutoShape 19"/>
          <p:cNvCxnSpPr>
            <a:cxnSpLocks noChangeShapeType="1"/>
            <a:stCxn id="56332" idx="2"/>
            <a:endCxn id="56329" idx="7"/>
          </p:cNvCxnSpPr>
          <p:nvPr/>
        </p:nvCxnSpPr>
        <p:spPr bwMode="auto">
          <a:xfrm flipH="1">
            <a:off x="4803775" y="3906838"/>
            <a:ext cx="1339850" cy="652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341" name="AutoShape 20"/>
          <p:cNvCxnSpPr>
            <a:cxnSpLocks noChangeShapeType="1"/>
            <a:stCxn id="56332" idx="3"/>
            <a:endCxn id="56336" idx="7"/>
          </p:cNvCxnSpPr>
          <p:nvPr/>
        </p:nvCxnSpPr>
        <p:spPr bwMode="auto">
          <a:xfrm flipH="1">
            <a:off x="5099050" y="4125913"/>
            <a:ext cx="1144588" cy="15589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342" name="AutoShape 21"/>
          <p:cNvCxnSpPr>
            <a:cxnSpLocks noChangeShapeType="1"/>
            <a:stCxn id="56331" idx="6"/>
            <a:endCxn id="56336" idx="2"/>
          </p:cNvCxnSpPr>
          <p:nvPr/>
        </p:nvCxnSpPr>
        <p:spPr bwMode="auto">
          <a:xfrm>
            <a:off x="2994025" y="5189538"/>
            <a:ext cx="1611313" cy="715962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343" name="AutoShape 22"/>
          <p:cNvCxnSpPr>
            <a:cxnSpLocks noChangeShapeType="1"/>
            <a:stCxn id="56329" idx="4"/>
            <a:endCxn id="56336" idx="1"/>
          </p:cNvCxnSpPr>
          <p:nvPr/>
        </p:nvCxnSpPr>
        <p:spPr bwMode="auto">
          <a:xfrm>
            <a:off x="4606925" y="5081588"/>
            <a:ext cx="98425" cy="6032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344" name="AutoShape 23"/>
          <p:cNvCxnSpPr>
            <a:cxnSpLocks noChangeShapeType="1"/>
            <a:stCxn id="56333" idx="5"/>
            <a:endCxn id="56329" idx="1"/>
          </p:cNvCxnSpPr>
          <p:nvPr/>
        </p:nvCxnSpPr>
        <p:spPr bwMode="auto">
          <a:xfrm>
            <a:off x="3890963" y="4105275"/>
            <a:ext cx="519112" cy="4540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345" name="AutoShape 24"/>
          <p:cNvCxnSpPr>
            <a:cxnSpLocks noChangeShapeType="1"/>
            <a:stCxn id="56335" idx="5"/>
            <a:endCxn id="56333" idx="1"/>
          </p:cNvCxnSpPr>
          <p:nvPr/>
        </p:nvCxnSpPr>
        <p:spPr bwMode="auto">
          <a:xfrm>
            <a:off x="2779713" y="3170238"/>
            <a:ext cx="717550" cy="4953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346" name="AutoShape 25"/>
          <p:cNvCxnSpPr>
            <a:cxnSpLocks noChangeShapeType="1"/>
            <a:stCxn id="56335" idx="4"/>
            <a:endCxn id="56331" idx="0"/>
          </p:cNvCxnSpPr>
          <p:nvPr/>
        </p:nvCxnSpPr>
        <p:spPr bwMode="auto">
          <a:xfrm>
            <a:off x="2582863" y="3252788"/>
            <a:ext cx="114300" cy="1633537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347" name="AutoShape 26"/>
          <p:cNvCxnSpPr>
            <a:cxnSpLocks noChangeShapeType="1"/>
            <a:stCxn id="56335" idx="6"/>
            <a:endCxn id="56330" idx="2"/>
          </p:cNvCxnSpPr>
          <p:nvPr/>
        </p:nvCxnSpPr>
        <p:spPr bwMode="auto">
          <a:xfrm>
            <a:off x="2879725" y="2951163"/>
            <a:ext cx="1644650" cy="4222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348" name="AutoShape 27"/>
          <p:cNvCxnSpPr>
            <a:cxnSpLocks noChangeShapeType="1"/>
            <a:stCxn id="56330" idx="6"/>
            <a:endCxn id="56332" idx="1"/>
          </p:cNvCxnSpPr>
          <p:nvPr/>
        </p:nvCxnSpPr>
        <p:spPr bwMode="auto">
          <a:xfrm>
            <a:off x="5118100" y="3373438"/>
            <a:ext cx="1125538" cy="3127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349" name="AutoShape 28"/>
          <p:cNvCxnSpPr>
            <a:cxnSpLocks noChangeShapeType="1"/>
            <a:stCxn id="56334" idx="3"/>
            <a:endCxn id="56332" idx="7"/>
          </p:cNvCxnSpPr>
          <p:nvPr/>
        </p:nvCxnSpPr>
        <p:spPr bwMode="auto">
          <a:xfrm flipH="1">
            <a:off x="6637338" y="2428875"/>
            <a:ext cx="231775" cy="12573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C33E4D1-0480-4F69-A851-305288FC307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1400"/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Topological Sorting 2: Using DFS Example</a:t>
            </a:r>
            <a:r>
              <a:rPr lang="en-US" altLang="en-US" b="1"/>
              <a:t> </a:t>
            </a:r>
            <a:endParaRPr lang="en-US" altLang="en-US"/>
          </a:p>
        </p:txBody>
      </p:sp>
      <p:sp>
        <p:nvSpPr>
          <p:cNvPr id="57348" name="Rectangle 3"/>
          <p:cNvSpPr>
            <a:spLocks noChangeArrowheads="1"/>
          </p:cNvSpPr>
          <p:nvPr/>
        </p:nvSpPr>
        <p:spPr bwMode="auto">
          <a:xfrm>
            <a:off x="2236788" y="2719388"/>
            <a:ext cx="23812" cy="7937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7349" name="Rectangle 4"/>
          <p:cNvSpPr>
            <a:spLocks noChangeArrowheads="1"/>
          </p:cNvSpPr>
          <p:nvPr/>
        </p:nvSpPr>
        <p:spPr bwMode="auto">
          <a:xfrm>
            <a:off x="4652963" y="3673475"/>
            <a:ext cx="23812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7350" name="Rectangle 5"/>
          <p:cNvSpPr>
            <a:spLocks noChangeArrowheads="1"/>
          </p:cNvSpPr>
          <p:nvPr/>
        </p:nvSpPr>
        <p:spPr bwMode="auto">
          <a:xfrm>
            <a:off x="6875463" y="36734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7351" name="Rectangle 6"/>
          <p:cNvSpPr>
            <a:spLocks noChangeArrowheads="1"/>
          </p:cNvSpPr>
          <p:nvPr/>
        </p:nvSpPr>
        <p:spPr bwMode="auto">
          <a:xfrm>
            <a:off x="2328863" y="57562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7352" name="Oval 7"/>
          <p:cNvSpPr>
            <a:spLocks noChangeArrowheads="1"/>
          </p:cNvSpPr>
          <p:nvPr/>
        </p:nvSpPr>
        <p:spPr bwMode="auto">
          <a:xfrm>
            <a:off x="4257675" y="17526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7353" name="Oval 8"/>
          <p:cNvSpPr>
            <a:spLocks noChangeArrowheads="1"/>
          </p:cNvSpPr>
          <p:nvPr/>
        </p:nvSpPr>
        <p:spPr bwMode="auto">
          <a:xfrm>
            <a:off x="4329113" y="44958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7354" name="Oval 9"/>
          <p:cNvSpPr>
            <a:spLocks noChangeArrowheads="1"/>
          </p:cNvSpPr>
          <p:nvPr/>
        </p:nvSpPr>
        <p:spPr bwMode="auto">
          <a:xfrm>
            <a:off x="4543425" y="30892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7355" name="Oval 10"/>
          <p:cNvSpPr>
            <a:spLocks noChangeArrowheads="1"/>
          </p:cNvSpPr>
          <p:nvPr/>
        </p:nvSpPr>
        <p:spPr bwMode="auto">
          <a:xfrm>
            <a:off x="2419350" y="49053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8</a:t>
            </a:r>
          </a:p>
        </p:txBody>
      </p:sp>
      <p:sp>
        <p:nvSpPr>
          <p:cNvPr id="57356" name="Oval 11"/>
          <p:cNvSpPr>
            <a:spLocks noChangeArrowheads="1"/>
          </p:cNvSpPr>
          <p:nvPr/>
        </p:nvSpPr>
        <p:spPr bwMode="auto">
          <a:xfrm>
            <a:off x="6162675" y="36226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7357" name="Oval 12"/>
          <p:cNvSpPr>
            <a:spLocks noChangeArrowheads="1"/>
          </p:cNvSpPr>
          <p:nvPr/>
        </p:nvSpPr>
        <p:spPr bwMode="auto">
          <a:xfrm>
            <a:off x="3416300" y="3602038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7358" name="Oval 13"/>
          <p:cNvSpPr>
            <a:spLocks noChangeArrowheads="1"/>
          </p:cNvSpPr>
          <p:nvPr/>
        </p:nvSpPr>
        <p:spPr bwMode="auto">
          <a:xfrm>
            <a:off x="6788150" y="1925638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7359" name="Oval 14"/>
          <p:cNvSpPr>
            <a:spLocks noChangeArrowheads="1"/>
          </p:cNvSpPr>
          <p:nvPr/>
        </p:nvSpPr>
        <p:spPr bwMode="auto">
          <a:xfrm>
            <a:off x="2305050" y="26670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7360" name="Oval 15"/>
          <p:cNvSpPr>
            <a:spLocks noChangeArrowheads="1"/>
          </p:cNvSpPr>
          <p:nvPr/>
        </p:nvSpPr>
        <p:spPr bwMode="auto">
          <a:xfrm>
            <a:off x="4624388" y="5621338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9</a:t>
            </a:r>
          </a:p>
        </p:txBody>
      </p:sp>
      <p:cxnSp>
        <p:nvCxnSpPr>
          <p:cNvPr id="57361" name="AutoShape 16"/>
          <p:cNvCxnSpPr>
            <a:cxnSpLocks noChangeShapeType="1"/>
            <a:stCxn id="57352" idx="2"/>
            <a:endCxn id="57359" idx="7"/>
          </p:cNvCxnSpPr>
          <p:nvPr/>
        </p:nvCxnSpPr>
        <p:spPr bwMode="auto">
          <a:xfrm flipH="1">
            <a:off x="2779713" y="2036763"/>
            <a:ext cx="1458912" cy="693737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362" name="AutoShape 17"/>
          <p:cNvCxnSpPr>
            <a:cxnSpLocks noChangeShapeType="1"/>
            <a:stCxn id="57352" idx="4"/>
            <a:endCxn id="57354" idx="0"/>
          </p:cNvCxnSpPr>
          <p:nvPr/>
        </p:nvCxnSpPr>
        <p:spPr bwMode="auto">
          <a:xfrm>
            <a:off x="4535488" y="2338388"/>
            <a:ext cx="285750" cy="7318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363" name="AutoShape 18"/>
          <p:cNvCxnSpPr>
            <a:cxnSpLocks noChangeShapeType="1"/>
            <a:stCxn id="57358" idx="2"/>
            <a:endCxn id="57354" idx="7"/>
          </p:cNvCxnSpPr>
          <p:nvPr/>
        </p:nvCxnSpPr>
        <p:spPr bwMode="auto">
          <a:xfrm flipH="1">
            <a:off x="5018088" y="2209800"/>
            <a:ext cx="1751012" cy="9429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364" name="AutoShape 19"/>
          <p:cNvCxnSpPr>
            <a:cxnSpLocks noChangeShapeType="1"/>
            <a:stCxn id="57356" idx="2"/>
            <a:endCxn id="57353" idx="7"/>
          </p:cNvCxnSpPr>
          <p:nvPr/>
        </p:nvCxnSpPr>
        <p:spPr bwMode="auto">
          <a:xfrm flipH="1">
            <a:off x="4803775" y="3906838"/>
            <a:ext cx="1339850" cy="652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365" name="AutoShape 20"/>
          <p:cNvCxnSpPr>
            <a:cxnSpLocks noChangeShapeType="1"/>
            <a:stCxn id="57356" idx="3"/>
            <a:endCxn id="57360" idx="7"/>
          </p:cNvCxnSpPr>
          <p:nvPr/>
        </p:nvCxnSpPr>
        <p:spPr bwMode="auto">
          <a:xfrm flipH="1">
            <a:off x="5099050" y="4125913"/>
            <a:ext cx="1144588" cy="15589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366" name="AutoShape 21"/>
          <p:cNvCxnSpPr>
            <a:cxnSpLocks noChangeShapeType="1"/>
            <a:stCxn id="57355" idx="6"/>
            <a:endCxn id="57360" idx="2"/>
          </p:cNvCxnSpPr>
          <p:nvPr/>
        </p:nvCxnSpPr>
        <p:spPr bwMode="auto">
          <a:xfrm>
            <a:off x="2994025" y="5189538"/>
            <a:ext cx="1611313" cy="7159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367" name="AutoShape 22"/>
          <p:cNvCxnSpPr>
            <a:cxnSpLocks noChangeShapeType="1"/>
            <a:stCxn id="57353" idx="4"/>
            <a:endCxn id="57360" idx="1"/>
          </p:cNvCxnSpPr>
          <p:nvPr/>
        </p:nvCxnSpPr>
        <p:spPr bwMode="auto">
          <a:xfrm>
            <a:off x="4606925" y="5081588"/>
            <a:ext cx="98425" cy="6032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368" name="AutoShape 23"/>
          <p:cNvCxnSpPr>
            <a:cxnSpLocks noChangeShapeType="1"/>
            <a:stCxn id="57357" idx="5"/>
            <a:endCxn id="57353" idx="1"/>
          </p:cNvCxnSpPr>
          <p:nvPr/>
        </p:nvCxnSpPr>
        <p:spPr bwMode="auto">
          <a:xfrm>
            <a:off x="3890963" y="4105275"/>
            <a:ext cx="519112" cy="4540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369" name="AutoShape 24"/>
          <p:cNvCxnSpPr>
            <a:cxnSpLocks noChangeShapeType="1"/>
            <a:stCxn id="57359" idx="5"/>
            <a:endCxn id="57357" idx="1"/>
          </p:cNvCxnSpPr>
          <p:nvPr/>
        </p:nvCxnSpPr>
        <p:spPr bwMode="auto">
          <a:xfrm>
            <a:off x="2779713" y="3170238"/>
            <a:ext cx="717550" cy="4953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370" name="AutoShape 25"/>
          <p:cNvCxnSpPr>
            <a:cxnSpLocks noChangeShapeType="1"/>
            <a:stCxn id="57359" idx="4"/>
            <a:endCxn id="57355" idx="0"/>
          </p:cNvCxnSpPr>
          <p:nvPr/>
        </p:nvCxnSpPr>
        <p:spPr bwMode="auto">
          <a:xfrm>
            <a:off x="2582863" y="3252788"/>
            <a:ext cx="114300" cy="1633537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371" name="AutoShape 26"/>
          <p:cNvCxnSpPr>
            <a:cxnSpLocks noChangeShapeType="1"/>
            <a:stCxn id="57359" idx="6"/>
            <a:endCxn id="57354" idx="2"/>
          </p:cNvCxnSpPr>
          <p:nvPr/>
        </p:nvCxnSpPr>
        <p:spPr bwMode="auto">
          <a:xfrm>
            <a:off x="2879725" y="2951163"/>
            <a:ext cx="1644650" cy="4222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372" name="AutoShape 27"/>
          <p:cNvCxnSpPr>
            <a:cxnSpLocks noChangeShapeType="1"/>
            <a:stCxn id="57354" idx="6"/>
            <a:endCxn id="57356" idx="1"/>
          </p:cNvCxnSpPr>
          <p:nvPr/>
        </p:nvCxnSpPr>
        <p:spPr bwMode="auto">
          <a:xfrm>
            <a:off x="5118100" y="3373438"/>
            <a:ext cx="1125538" cy="3127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373" name="AutoShape 28"/>
          <p:cNvCxnSpPr>
            <a:cxnSpLocks noChangeShapeType="1"/>
            <a:stCxn id="57358" idx="3"/>
            <a:endCxn id="57356" idx="7"/>
          </p:cNvCxnSpPr>
          <p:nvPr/>
        </p:nvCxnSpPr>
        <p:spPr bwMode="auto">
          <a:xfrm flipH="1">
            <a:off x="6637338" y="2428875"/>
            <a:ext cx="231775" cy="12573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0DABEF6-59BA-4DDA-95D9-7DECB0A2A1CA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en-US" sz="1400"/>
          </a:p>
        </p:txBody>
      </p:sp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Topological Sorting 2: Using DFS Example</a:t>
            </a:r>
            <a:r>
              <a:rPr lang="en-US" altLang="en-US" b="1"/>
              <a:t> </a:t>
            </a:r>
            <a:endParaRPr lang="en-US" altLang="en-US"/>
          </a:p>
        </p:txBody>
      </p:sp>
      <p:sp>
        <p:nvSpPr>
          <p:cNvPr id="58372" name="Rectangle 3"/>
          <p:cNvSpPr>
            <a:spLocks noChangeArrowheads="1"/>
          </p:cNvSpPr>
          <p:nvPr/>
        </p:nvSpPr>
        <p:spPr bwMode="auto">
          <a:xfrm>
            <a:off x="2236788" y="2719388"/>
            <a:ext cx="23812" cy="7937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8373" name="Rectangle 4"/>
          <p:cNvSpPr>
            <a:spLocks noChangeArrowheads="1"/>
          </p:cNvSpPr>
          <p:nvPr/>
        </p:nvSpPr>
        <p:spPr bwMode="auto">
          <a:xfrm>
            <a:off x="4652963" y="3673475"/>
            <a:ext cx="23812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8374" name="Rectangle 5"/>
          <p:cNvSpPr>
            <a:spLocks noChangeArrowheads="1"/>
          </p:cNvSpPr>
          <p:nvPr/>
        </p:nvSpPr>
        <p:spPr bwMode="auto">
          <a:xfrm>
            <a:off x="6875463" y="36734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8375" name="Rectangle 6"/>
          <p:cNvSpPr>
            <a:spLocks noChangeArrowheads="1"/>
          </p:cNvSpPr>
          <p:nvPr/>
        </p:nvSpPr>
        <p:spPr bwMode="auto">
          <a:xfrm>
            <a:off x="2328863" y="57562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8376" name="Oval 7"/>
          <p:cNvSpPr>
            <a:spLocks noChangeArrowheads="1"/>
          </p:cNvSpPr>
          <p:nvPr/>
        </p:nvSpPr>
        <p:spPr bwMode="auto">
          <a:xfrm>
            <a:off x="4257675" y="17526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8377" name="Oval 8"/>
          <p:cNvSpPr>
            <a:spLocks noChangeArrowheads="1"/>
          </p:cNvSpPr>
          <p:nvPr/>
        </p:nvSpPr>
        <p:spPr bwMode="auto">
          <a:xfrm>
            <a:off x="4329113" y="44958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7</a:t>
            </a:r>
          </a:p>
        </p:txBody>
      </p:sp>
      <p:sp>
        <p:nvSpPr>
          <p:cNvPr id="58378" name="Oval 9"/>
          <p:cNvSpPr>
            <a:spLocks noChangeArrowheads="1"/>
          </p:cNvSpPr>
          <p:nvPr/>
        </p:nvSpPr>
        <p:spPr bwMode="auto">
          <a:xfrm>
            <a:off x="4543425" y="30892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8379" name="Oval 10"/>
          <p:cNvSpPr>
            <a:spLocks noChangeArrowheads="1"/>
          </p:cNvSpPr>
          <p:nvPr/>
        </p:nvSpPr>
        <p:spPr bwMode="auto">
          <a:xfrm>
            <a:off x="2419350" y="49053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8</a:t>
            </a:r>
          </a:p>
        </p:txBody>
      </p:sp>
      <p:sp>
        <p:nvSpPr>
          <p:cNvPr id="58380" name="Oval 11"/>
          <p:cNvSpPr>
            <a:spLocks noChangeArrowheads="1"/>
          </p:cNvSpPr>
          <p:nvPr/>
        </p:nvSpPr>
        <p:spPr bwMode="auto">
          <a:xfrm>
            <a:off x="6162675" y="36226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8381" name="Oval 12"/>
          <p:cNvSpPr>
            <a:spLocks noChangeArrowheads="1"/>
          </p:cNvSpPr>
          <p:nvPr/>
        </p:nvSpPr>
        <p:spPr bwMode="auto">
          <a:xfrm>
            <a:off x="3416300" y="3602038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8382" name="Oval 13"/>
          <p:cNvSpPr>
            <a:spLocks noChangeArrowheads="1"/>
          </p:cNvSpPr>
          <p:nvPr/>
        </p:nvSpPr>
        <p:spPr bwMode="auto">
          <a:xfrm>
            <a:off x="6788150" y="1925638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8383" name="Oval 14"/>
          <p:cNvSpPr>
            <a:spLocks noChangeArrowheads="1"/>
          </p:cNvSpPr>
          <p:nvPr/>
        </p:nvSpPr>
        <p:spPr bwMode="auto">
          <a:xfrm>
            <a:off x="2305050" y="26670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8384" name="Oval 15"/>
          <p:cNvSpPr>
            <a:spLocks noChangeArrowheads="1"/>
          </p:cNvSpPr>
          <p:nvPr/>
        </p:nvSpPr>
        <p:spPr bwMode="auto">
          <a:xfrm>
            <a:off x="4624388" y="5621338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9</a:t>
            </a:r>
          </a:p>
        </p:txBody>
      </p:sp>
      <p:cxnSp>
        <p:nvCxnSpPr>
          <p:cNvPr id="58385" name="AutoShape 16"/>
          <p:cNvCxnSpPr>
            <a:cxnSpLocks noChangeShapeType="1"/>
            <a:stCxn id="58376" idx="2"/>
            <a:endCxn id="58383" idx="7"/>
          </p:cNvCxnSpPr>
          <p:nvPr/>
        </p:nvCxnSpPr>
        <p:spPr bwMode="auto">
          <a:xfrm flipH="1">
            <a:off x="2779713" y="2036763"/>
            <a:ext cx="1458912" cy="693737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386" name="AutoShape 17"/>
          <p:cNvCxnSpPr>
            <a:cxnSpLocks noChangeShapeType="1"/>
            <a:stCxn id="58376" idx="4"/>
            <a:endCxn id="58378" idx="0"/>
          </p:cNvCxnSpPr>
          <p:nvPr/>
        </p:nvCxnSpPr>
        <p:spPr bwMode="auto">
          <a:xfrm>
            <a:off x="4535488" y="2338388"/>
            <a:ext cx="285750" cy="7318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387" name="AutoShape 18"/>
          <p:cNvCxnSpPr>
            <a:cxnSpLocks noChangeShapeType="1"/>
            <a:stCxn id="58382" idx="2"/>
            <a:endCxn id="58378" idx="7"/>
          </p:cNvCxnSpPr>
          <p:nvPr/>
        </p:nvCxnSpPr>
        <p:spPr bwMode="auto">
          <a:xfrm flipH="1">
            <a:off x="5018088" y="2209800"/>
            <a:ext cx="1751012" cy="9429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388" name="AutoShape 19"/>
          <p:cNvCxnSpPr>
            <a:cxnSpLocks noChangeShapeType="1"/>
            <a:stCxn id="58380" idx="2"/>
            <a:endCxn id="58377" idx="7"/>
          </p:cNvCxnSpPr>
          <p:nvPr/>
        </p:nvCxnSpPr>
        <p:spPr bwMode="auto">
          <a:xfrm flipH="1">
            <a:off x="4803775" y="3906838"/>
            <a:ext cx="1339850" cy="652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389" name="AutoShape 20"/>
          <p:cNvCxnSpPr>
            <a:cxnSpLocks noChangeShapeType="1"/>
            <a:stCxn id="58380" idx="3"/>
            <a:endCxn id="58384" idx="7"/>
          </p:cNvCxnSpPr>
          <p:nvPr/>
        </p:nvCxnSpPr>
        <p:spPr bwMode="auto">
          <a:xfrm flipH="1">
            <a:off x="5099050" y="4125913"/>
            <a:ext cx="1144588" cy="15589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390" name="AutoShape 21"/>
          <p:cNvCxnSpPr>
            <a:cxnSpLocks noChangeShapeType="1"/>
            <a:stCxn id="58379" idx="6"/>
            <a:endCxn id="58384" idx="2"/>
          </p:cNvCxnSpPr>
          <p:nvPr/>
        </p:nvCxnSpPr>
        <p:spPr bwMode="auto">
          <a:xfrm>
            <a:off x="2994025" y="5189538"/>
            <a:ext cx="1611313" cy="7159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391" name="AutoShape 22"/>
          <p:cNvCxnSpPr>
            <a:cxnSpLocks noChangeShapeType="1"/>
            <a:stCxn id="58377" idx="4"/>
            <a:endCxn id="58384" idx="1"/>
          </p:cNvCxnSpPr>
          <p:nvPr/>
        </p:nvCxnSpPr>
        <p:spPr bwMode="auto">
          <a:xfrm>
            <a:off x="4606925" y="5081588"/>
            <a:ext cx="98425" cy="6032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392" name="AutoShape 23"/>
          <p:cNvCxnSpPr>
            <a:cxnSpLocks noChangeShapeType="1"/>
            <a:stCxn id="58381" idx="5"/>
            <a:endCxn id="58377" idx="1"/>
          </p:cNvCxnSpPr>
          <p:nvPr/>
        </p:nvCxnSpPr>
        <p:spPr bwMode="auto">
          <a:xfrm>
            <a:off x="3890963" y="4105275"/>
            <a:ext cx="519112" cy="454025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393" name="AutoShape 24"/>
          <p:cNvCxnSpPr>
            <a:cxnSpLocks noChangeShapeType="1"/>
            <a:stCxn id="58383" idx="5"/>
            <a:endCxn id="58381" idx="1"/>
          </p:cNvCxnSpPr>
          <p:nvPr/>
        </p:nvCxnSpPr>
        <p:spPr bwMode="auto">
          <a:xfrm>
            <a:off x="2779713" y="3170238"/>
            <a:ext cx="717550" cy="495300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394" name="AutoShape 25"/>
          <p:cNvCxnSpPr>
            <a:cxnSpLocks noChangeShapeType="1"/>
            <a:stCxn id="58383" idx="4"/>
            <a:endCxn id="58379" idx="0"/>
          </p:cNvCxnSpPr>
          <p:nvPr/>
        </p:nvCxnSpPr>
        <p:spPr bwMode="auto">
          <a:xfrm>
            <a:off x="2582863" y="3252788"/>
            <a:ext cx="114300" cy="16335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395" name="AutoShape 26"/>
          <p:cNvCxnSpPr>
            <a:cxnSpLocks noChangeShapeType="1"/>
            <a:stCxn id="58383" idx="6"/>
            <a:endCxn id="58378" idx="2"/>
          </p:cNvCxnSpPr>
          <p:nvPr/>
        </p:nvCxnSpPr>
        <p:spPr bwMode="auto">
          <a:xfrm>
            <a:off x="2879725" y="2951163"/>
            <a:ext cx="1644650" cy="4222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396" name="AutoShape 27"/>
          <p:cNvCxnSpPr>
            <a:cxnSpLocks noChangeShapeType="1"/>
            <a:stCxn id="58378" idx="6"/>
            <a:endCxn id="58380" idx="1"/>
          </p:cNvCxnSpPr>
          <p:nvPr/>
        </p:nvCxnSpPr>
        <p:spPr bwMode="auto">
          <a:xfrm>
            <a:off x="5118100" y="3373438"/>
            <a:ext cx="1125538" cy="3127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397" name="AutoShape 28"/>
          <p:cNvCxnSpPr>
            <a:cxnSpLocks noChangeShapeType="1"/>
            <a:stCxn id="58382" idx="3"/>
            <a:endCxn id="58380" idx="7"/>
          </p:cNvCxnSpPr>
          <p:nvPr/>
        </p:nvCxnSpPr>
        <p:spPr bwMode="auto">
          <a:xfrm flipH="1">
            <a:off x="6637338" y="2428875"/>
            <a:ext cx="231775" cy="12573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CE78C12-0A4D-4CB8-BC7B-96DB6D0A066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en-US" sz="1400"/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Topological Sorting 2: Using DFS Example</a:t>
            </a:r>
            <a:r>
              <a:rPr lang="en-US" altLang="en-US" b="1"/>
              <a:t> </a:t>
            </a:r>
            <a:endParaRPr lang="en-US" altLang="en-US"/>
          </a:p>
        </p:txBody>
      </p:sp>
      <p:sp>
        <p:nvSpPr>
          <p:cNvPr id="59396" name="Rectangle 3"/>
          <p:cNvSpPr>
            <a:spLocks noChangeArrowheads="1"/>
          </p:cNvSpPr>
          <p:nvPr/>
        </p:nvSpPr>
        <p:spPr bwMode="auto">
          <a:xfrm>
            <a:off x="2236788" y="2719388"/>
            <a:ext cx="23812" cy="7937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9397" name="Rectangle 4"/>
          <p:cNvSpPr>
            <a:spLocks noChangeArrowheads="1"/>
          </p:cNvSpPr>
          <p:nvPr/>
        </p:nvSpPr>
        <p:spPr bwMode="auto">
          <a:xfrm>
            <a:off x="4652963" y="3673475"/>
            <a:ext cx="23812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9398" name="Rectangle 5"/>
          <p:cNvSpPr>
            <a:spLocks noChangeArrowheads="1"/>
          </p:cNvSpPr>
          <p:nvPr/>
        </p:nvSpPr>
        <p:spPr bwMode="auto">
          <a:xfrm>
            <a:off x="6875463" y="36734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9399" name="Rectangle 6"/>
          <p:cNvSpPr>
            <a:spLocks noChangeArrowheads="1"/>
          </p:cNvSpPr>
          <p:nvPr/>
        </p:nvSpPr>
        <p:spPr bwMode="auto">
          <a:xfrm>
            <a:off x="2328863" y="57562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9400" name="Oval 7"/>
          <p:cNvSpPr>
            <a:spLocks noChangeArrowheads="1"/>
          </p:cNvSpPr>
          <p:nvPr/>
        </p:nvSpPr>
        <p:spPr bwMode="auto">
          <a:xfrm>
            <a:off x="4257675" y="17526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9401" name="Oval 8"/>
          <p:cNvSpPr>
            <a:spLocks noChangeArrowheads="1"/>
          </p:cNvSpPr>
          <p:nvPr/>
        </p:nvSpPr>
        <p:spPr bwMode="auto">
          <a:xfrm>
            <a:off x="4329113" y="44958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7</a:t>
            </a:r>
          </a:p>
        </p:txBody>
      </p:sp>
      <p:sp>
        <p:nvSpPr>
          <p:cNvPr id="59402" name="Oval 9"/>
          <p:cNvSpPr>
            <a:spLocks noChangeArrowheads="1"/>
          </p:cNvSpPr>
          <p:nvPr/>
        </p:nvSpPr>
        <p:spPr bwMode="auto">
          <a:xfrm>
            <a:off x="4543425" y="30892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9403" name="Oval 10"/>
          <p:cNvSpPr>
            <a:spLocks noChangeArrowheads="1"/>
          </p:cNvSpPr>
          <p:nvPr/>
        </p:nvSpPr>
        <p:spPr bwMode="auto">
          <a:xfrm>
            <a:off x="2419350" y="49053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8</a:t>
            </a:r>
          </a:p>
        </p:txBody>
      </p:sp>
      <p:sp>
        <p:nvSpPr>
          <p:cNvPr id="59404" name="Oval 11"/>
          <p:cNvSpPr>
            <a:spLocks noChangeArrowheads="1"/>
          </p:cNvSpPr>
          <p:nvPr/>
        </p:nvSpPr>
        <p:spPr bwMode="auto">
          <a:xfrm>
            <a:off x="6162675" y="36226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9405" name="Oval 12"/>
          <p:cNvSpPr>
            <a:spLocks noChangeArrowheads="1"/>
          </p:cNvSpPr>
          <p:nvPr/>
        </p:nvSpPr>
        <p:spPr bwMode="auto">
          <a:xfrm>
            <a:off x="3416300" y="3602038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6</a:t>
            </a:r>
          </a:p>
        </p:txBody>
      </p:sp>
      <p:sp>
        <p:nvSpPr>
          <p:cNvPr id="59406" name="Oval 13"/>
          <p:cNvSpPr>
            <a:spLocks noChangeArrowheads="1"/>
          </p:cNvSpPr>
          <p:nvPr/>
        </p:nvSpPr>
        <p:spPr bwMode="auto">
          <a:xfrm>
            <a:off x="6788150" y="1925638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9407" name="Oval 14"/>
          <p:cNvSpPr>
            <a:spLocks noChangeArrowheads="1"/>
          </p:cNvSpPr>
          <p:nvPr/>
        </p:nvSpPr>
        <p:spPr bwMode="auto">
          <a:xfrm>
            <a:off x="2305050" y="26670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9408" name="Oval 15"/>
          <p:cNvSpPr>
            <a:spLocks noChangeArrowheads="1"/>
          </p:cNvSpPr>
          <p:nvPr/>
        </p:nvSpPr>
        <p:spPr bwMode="auto">
          <a:xfrm>
            <a:off x="4624388" y="5621338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9</a:t>
            </a:r>
          </a:p>
        </p:txBody>
      </p:sp>
      <p:cxnSp>
        <p:nvCxnSpPr>
          <p:cNvPr id="59409" name="AutoShape 16"/>
          <p:cNvCxnSpPr>
            <a:cxnSpLocks noChangeShapeType="1"/>
            <a:stCxn id="59400" idx="2"/>
            <a:endCxn id="59407" idx="7"/>
          </p:cNvCxnSpPr>
          <p:nvPr/>
        </p:nvCxnSpPr>
        <p:spPr bwMode="auto">
          <a:xfrm flipH="1">
            <a:off x="2779713" y="2036763"/>
            <a:ext cx="1458912" cy="693737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410" name="AutoShape 17"/>
          <p:cNvCxnSpPr>
            <a:cxnSpLocks noChangeShapeType="1"/>
            <a:stCxn id="59400" idx="4"/>
            <a:endCxn id="59402" idx="0"/>
          </p:cNvCxnSpPr>
          <p:nvPr/>
        </p:nvCxnSpPr>
        <p:spPr bwMode="auto">
          <a:xfrm>
            <a:off x="4535488" y="2338388"/>
            <a:ext cx="285750" cy="7318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411" name="AutoShape 18"/>
          <p:cNvCxnSpPr>
            <a:cxnSpLocks noChangeShapeType="1"/>
            <a:stCxn id="59406" idx="2"/>
            <a:endCxn id="59402" idx="7"/>
          </p:cNvCxnSpPr>
          <p:nvPr/>
        </p:nvCxnSpPr>
        <p:spPr bwMode="auto">
          <a:xfrm flipH="1">
            <a:off x="5018088" y="2209800"/>
            <a:ext cx="1751012" cy="9429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412" name="AutoShape 19"/>
          <p:cNvCxnSpPr>
            <a:cxnSpLocks noChangeShapeType="1"/>
            <a:stCxn id="59404" idx="2"/>
            <a:endCxn id="59401" idx="7"/>
          </p:cNvCxnSpPr>
          <p:nvPr/>
        </p:nvCxnSpPr>
        <p:spPr bwMode="auto">
          <a:xfrm flipH="1">
            <a:off x="4803775" y="3906838"/>
            <a:ext cx="1339850" cy="652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413" name="AutoShape 20"/>
          <p:cNvCxnSpPr>
            <a:cxnSpLocks noChangeShapeType="1"/>
            <a:stCxn id="59404" idx="3"/>
            <a:endCxn id="59408" idx="7"/>
          </p:cNvCxnSpPr>
          <p:nvPr/>
        </p:nvCxnSpPr>
        <p:spPr bwMode="auto">
          <a:xfrm flipH="1">
            <a:off x="5099050" y="4125913"/>
            <a:ext cx="1144588" cy="15589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414" name="AutoShape 21"/>
          <p:cNvCxnSpPr>
            <a:cxnSpLocks noChangeShapeType="1"/>
            <a:stCxn id="59403" idx="6"/>
            <a:endCxn id="59408" idx="2"/>
          </p:cNvCxnSpPr>
          <p:nvPr/>
        </p:nvCxnSpPr>
        <p:spPr bwMode="auto">
          <a:xfrm>
            <a:off x="2994025" y="5189538"/>
            <a:ext cx="1611313" cy="7159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415" name="AutoShape 22"/>
          <p:cNvCxnSpPr>
            <a:cxnSpLocks noChangeShapeType="1"/>
            <a:stCxn id="59401" idx="4"/>
            <a:endCxn id="59408" idx="1"/>
          </p:cNvCxnSpPr>
          <p:nvPr/>
        </p:nvCxnSpPr>
        <p:spPr bwMode="auto">
          <a:xfrm>
            <a:off x="4606925" y="5081588"/>
            <a:ext cx="98425" cy="6032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416" name="AutoShape 23"/>
          <p:cNvCxnSpPr>
            <a:cxnSpLocks noChangeShapeType="1"/>
            <a:stCxn id="59405" idx="5"/>
            <a:endCxn id="59401" idx="1"/>
          </p:cNvCxnSpPr>
          <p:nvPr/>
        </p:nvCxnSpPr>
        <p:spPr bwMode="auto">
          <a:xfrm>
            <a:off x="3890963" y="4105275"/>
            <a:ext cx="519112" cy="4540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417" name="AutoShape 24"/>
          <p:cNvCxnSpPr>
            <a:cxnSpLocks noChangeShapeType="1"/>
            <a:stCxn id="59407" idx="5"/>
            <a:endCxn id="59405" idx="1"/>
          </p:cNvCxnSpPr>
          <p:nvPr/>
        </p:nvCxnSpPr>
        <p:spPr bwMode="auto">
          <a:xfrm>
            <a:off x="2779713" y="3170238"/>
            <a:ext cx="717550" cy="495300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418" name="AutoShape 25"/>
          <p:cNvCxnSpPr>
            <a:cxnSpLocks noChangeShapeType="1"/>
            <a:stCxn id="59407" idx="4"/>
            <a:endCxn id="59403" idx="0"/>
          </p:cNvCxnSpPr>
          <p:nvPr/>
        </p:nvCxnSpPr>
        <p:spPr bwMode="auto">
          <a:xfrm>
            <a:off x="2582863" y="3252788"/>
            <a:ext cx="114300" cy="16335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419" name="AutoShape 26"/>
          <p:cNvCxnSpPr>
            <a:cxnSpLocks noChangeShapeType="1"/>
            <a:stCxn id="59407" idx="6"/>
            <a:endCxn id="59402" idx="2"/>
          </p:cNvCxnSpPr>
          <p:nvPr/>
        </p:nvCxnSpPr>
        <p:spPr bwMode="auto">
          <a:xfrm>
            <a:off x="2879725" y="2951163"/>
            <a:ext cx="1644650" cy="4222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420" name="AutoShape 27"/>
          <p:cNvCxnSpPr>
            <a:cxnSpLocks noChangeShapeType="1"/>
            <a:stCxn id="59402" idx="6"/>
            <a:endCxn id="59404" idx="1"/>
          </p:cNvCxnSpPr>
          <p:nvPr/>
        </p:nvCxnSpPr>
        <p:spPr bwMode="auto">
          <a:xfrm>
            <a:off x="5118100" y="3373438"/>
            <a:ext cx="1125538" cy="3127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421" name="AutoShape 28"/>
          <p:cNvCxnSpPr>
            <a:cxnSpLocks noChangeShapeType="1"/>
            <a:stCxn id="59406" idx="3"/>
            <a:endCxn id="59404" idx="7"/>
          </p:cNvCxnSpPr>
          <p:nvPr/>
        </p:nvCxnSpPr>
        <p:spPr bwMode="auto">
          <a:xfrm flipH="1">
            <a:off x="6637338" y="2428875"/>
            <a:ext cx="231775" cy="12573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95BF5D3-B8FA-4DFD-935F-EB2C6D9A9863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US" altLang="en-US" sz="1400"/>
          </a:p>
        </p:txBody>
      </p:sp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Topological Sorting 2: Using DFS Example</a:t>
            </a:r>
            <a:r>
              <a:rPr lang="en-US" altLang="en-US" b="1"/>
              <a:t> </a:t>
            </a:r>
            <a:endParaRPr lang="en-US" altLang="en-US"/>
          </a:p>
        </p:txBody>
      </p:sp>
      <p:sp>
        <p:nvSpPr>
          <p:cNvPr id="60420" name="Rectangle 3"/>
          <p:cNvSpPr>
            <a:spLocks noChangeArrowheads="1"/>
          </p:cNvSpPr>
          <p:nvPr/>
        </p:nvSpPr>
        <p:spPr bwMode="auto">
          <a:xfrm>
            <a:off x="2236788" y="2719388"/>
            <a:ext cx="23812" cy="7937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60421" name="Rectangle 4"/>
          <p:cNvSpPr>
            <a:spLocks noChangeArrowheads="1"/>
          </p:cNvSpPr>
          <p:nvPr/>
        </p:nvSpPr>
        <p:spPr bwMode="auto">
          <a:xfrm>
            <a:off x="4652963" y="3673475"/>
            <a:ext cx="23812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60422" name="Rectangle 5"/>
          <p:cNvSpPr>
            <a:spLocks noChangeArrowheads="1"/>
          </p:cNvSpPr>
          <p:nvPr/>
        </p:nvSpPr>
        <p:spPr bwMode="auto">
          <a:xfrm>
            <a:off x="6875463" y="36734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60423" name="Rectangle 6"/>
          <p:cNvSpPr>
            <a:spLocks noChangeArrowheads="1"/>
          </p:cNvSpPr>
          <p:nvPr/>
        </p:nvSpPr>
        <p:spPr bwMode="auto">
          <a:xfrm>
            <a:off x="2328863" y="57562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60424" name="Oval 7"/>
          <p:cNvSpPr>
            <a:spLocks noChangeArrowheads="1"/>
          </p:cNvSpPr>
          <p:nvPr/>
        </p:nvSpPr>
        <p:spPr bwMode="auto">
          <a:xfrm>
            <a:off x="4257675" y="17526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60425" name="Oval 8"/>
          <p:cNvSpPr>
            <a:spLocks noChangeArrowheads="1"/>
          </p:cNvSpPr>
          <p:nvPr/>
        </p:nvSpPr>
        <p:spPr bwMode="auto">
          <a:xfrm>
            <a:off x="4329113" y="44958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7</a:t>
            </a:r>
          </a:p>
        </p:txBody>
      </p:sp>
      <p:sp>
        <p:nvSpPr>
          <p:cNvPr id="60426" name="Oval 9"/>
          <p:cNvSpPr>
            <a:spLocks noChangeArrowheads="1"/>
          </p:cNvSpPr>
          <p:nvPr/>
        </p:nvSpPr>
        <p:spPr bwMode="auto">
          <a:xfrm>
            <a:off x="4543425" y="30892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60427" name="Oval 10"/>
          <p:cNvSpPr>
            <a:spLocks noChangeArrowheads="1"/>
          </p:cNvSpPr>
          <p:nvPr/>
        </p:nvSpPr>
        <p:spPr bwMode="auto">
          <a:xfrm>
            <a:off x="2419350" y="49053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8</a:t>
            </a:r>
          </a:p>
        </p:txBody>
      </p:sp>
      <p:sp>
        <p:nvSpPr>
          <p:cNvPr id="60428" name="Oval 11"/>
          <p:cNvSpPr>
            <a:spLocks noChangeArrowheads="1"/>
          </p:cNvSpPr>
          <p:nvPr/>
        </p:nvSpPr>
        <p:spPr bwMode="auto">
          <a:xfrm>
            <a:off x="6162675" y="36226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5</a:t>
            </a:r>
          </a:p>
        </p:txBody>
      </p:sp>
      <p:sp>
        <p:nvSpPr>
          <p:cNvPr id="60429" name="Oval 12"/>
          <p:cNvSpPr>
            <a:spLocks noChangeArrowheads="1"/>
          </p:cNvSpPr>
          <p:nvPr/>
        </p:nvSpPr>
        <p:spPr bwMode="auto">
          <a:xfrm>
            <a:off x="3416300" y="3602038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6</a:t>
            </a:r>
          </a:p>
        </p:txBody>
      </p:sp>
      <p:sp>
        <p:nvSpPr>
          <p:cNvPr id="60430" name="Oval 13"/>
          <p:cNvSpPr>
            <a:spLocks noChangeArrowheads="1"/>
          </p:cNvSpPr>
          <p:nvPr/>
        </p:nvSpPr>
        <p:spPr bwMode="auto">
          <a:xfrm>
            <a:off x="6788150" y="1925638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60431" name="Oval 14"/>
          <p:cNvSpPr>
            <a:spLocks noChangeArrowheads="1"/>
          </p:cNvSpPr>
          <p:nvPr/>
        </p:nvSpPr>
        <p:spPr bwMode="auto">
          <a:xfrm>
            <a:off x="2305050" y="26670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60432" name="Oval 15"/>
          <p:cNvSpPr>
            <a:spLocks noChangeArrowheads="1"/>
          </p:cNvSpPr>
          <p:nvPr/>
        </p:nvSpPr>
        <p:spPr bwMode="auto">
          <a:xfrm>
            <a:off x="4624388" y="5621338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9</a:t>
            </a:r>
          </a:p>
        </p:txBody>
      </p:sp>
      <p:cxnSp>
        <p:nvCxnSpPr>
          <p:cNvPr id="60433" name="AutoShape 16"/>
          <p:cNvCxnSpPr>
            <a:cxnSpLocks noChangeShapeType="1"/>
            <a:stCxn id="60424" idx="2"/>
            <a:endCxn id="60431" idx="7"/>
          </p:cNvCxnSpPr>
          <p:nvPr/>
        </p:nvCxnSpPr>
        <p:spPr bwMode="auto">
          <a:xfrm flipH="1">
            <a:off x="2779713" y="2036763"/>
            <a:ext cx="1458912" cy="693737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434" name="AutoShape 17"/>
          <p:cNvCxnSpPr>
            <a:cxnSpLocks noChangeShapeType="1"/>
            <a:stCxn id="60424" idx="4"/>
            <a:endCxn id="60426" idx="0"/>
          </p:cNvCxnSpPr>
          <p:nvPr/>
        </p:nvCxnSpPr>
        <p:spPr bwMode="auto">
          <a:xfrm>
            <a:off x="4535488" y="2338388"/>
            <a:ext cx="285750" cy="7318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435" name="AutoShape 18"/>
          <p:cNvCxnSpPr>
            <a:cxnSpLocks noChangeShapeType="1"/>
            <a:stCxn id="60430" idx="2"/>
            <a:endCxn id="60426" idx="7"/>
          </p:cNvCxnSpPr>
          <p:nvPr/>
        </p:nvCxnSpPr>
        <p:spPr bwMode="auto">
          <a:xfrm flipH="1">
            <a:off x="5018088" y="2209800"/>
            <a:ext cx="1751012" cy="9429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436" name="AutoShape 19"/>
          <p:cNvCxnSpPr>
            <a:cxnSpLocks noChangeShapeType="1"/>
            <a:stCxn id="60428" idx="2"/>
            <a:endCxn id="60425" idx="7"/>
          </p:cNvCxnSpPr>
          <p:nvPr/>
        </p:nvCxnSpPr>
        <p:spPr bwMode="auto">
          <a:xfrm flipH="1">
            <a:off x="4803775" y="3906838"/>
            <a:ext cx="1339850" cy="652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437" name="AutoShape 20"/>
          <p:cNvCxnSpPr>
            <a:cxnSpLocks noChangeShapeType="1"/>
            <a:stCxn id="60428" idx="3"/>
            <a:endCxn id="60432" idx="7"/>
          </p:cNvCxnSpPr>
          <p:nvPr/>
        </p:nvCxnSpPr>
        <p:spPr bwMode="auto">
          <a:xfrm flipH="1">
            <a:off x="5099050" y="4125913"/>
            <a:ext cx="1144588" cy="15589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438" name="AutoShape 21"/>
          <p:cNvCxnSpPr>
            <a:cxnSpLocks noChangeShapeType="1"/>
            <a:stCxn id="60427" idx="6"/>
            <a:endCxn id="60432" idx="2"/>
          </p:cNvCxnSpPr>
          <p:nvPr/>
        </p:nvCxnSpPr>
        <p:spPr bwMode="auto">
          <a:xfrm>
            <a:off x="2994025" y="5189538"/>
            <a:ext cx="1611313" cy="7159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439" name="AutoShape 22"/>
          <p:cNvCxnSpPr>
            <a:cxnSpLocks noChangeShapeType="1"/>
            <a:stCxn id="60425" idx="4"/>
            <a:endCxn id="60432" idx="1"/>
          </p:cNvCxnSpPr>
          <p:nvPr/>
        </p:nvCxnSpPr>
        <p:spPr bwMode="auto">
          <a:xfrm>
            <a:off x="4606925" y="5081588"/>
            <a:ext cx="98425" cy="6032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440" name="AutoShape 23"/>
          <p:cNvCxnSpPr>
            <a:cxnSpLocks noChangeShapeType="1"/>
            <a:stCxn id="60429" idx="5"/>
            <a:endCxn id="60425" idx="1"/>
          </p:cNvCxnSpPr>
          <p:nvPr/>
        </p:nvCxnSpPr>
        <p:spPr bwMode="auto">
          <a:xfrm>
            <a:off x="3890963" y="4105275"/>
            <a:ext cx="519112" cy="4540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441" name="AutoShape 24"/>
          <p:cNvCxnSpPr>
            <a:cxnSpLocks noChangeShapeType="1"/>
            <a:stCxn id="60431" idx="5"/>
            <a:endCxn id="60429" idx="1"/>
          </p:cNvCxnSpPr>
          <p:nvPr/>
        </p:nvCxnSpPr>
        <p:spPr bwMode="auto">
          <a:xfrm>
            <a:off x="2779713" y="3170238"/>
            <a:ext cx="717550" cy="4953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442" name="AutoShape 25"/>
          <p:cNvCxnSpPr>
            <a:cxnSpLocks noChangeShapeType="1"/>
            <a:stCxn id="60431" idx="4"/>
            <a:endCxn id="60427" idx="0"/>
          </p:cNvCxnSpPr>
          <p:nvPr/>
        </p:nvCxnSpPr>
        <p:spPr bwMode="auto">
          <a:xfrm>
            <a:off x="2582863" y="3252788"/>
            <a:ext cx="114300" cy="16335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443" name="AutoShape 26"/>
          <p:cNvCxnSpPr>
            <a:cxnSpLocks noChangeShapeType="1"/>
            <a:stCxn id="60431" idx="6"/>
            <a:endCxn id="60426" idx="2"/>
          </p:cNvCxnSpPr>
          <p:nvPr/>
        </p:nvCxnSpPr>
        <p:spPr bwMode="auto">
          <a:xfrm>
            <a:off x="2879725" y="2951163"/>
            <a:ext cx="1644650" cy="422275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444" name="AutoShape 27"/>
          <p:cNvCxnSpPr>
            <a:cxnSpLocks noChangeShapeType="1"/>
            <a:stCxn id="60426" idx="6"/>
            <a:endCxn id="60428" idx="1"/>
          </p:cNvCxnSpPr>
          <p:nvPr/>
        </p:nvCxnSpPr>
        <p:spPr bwMode="auto">
          <a:xfrm>
            <a:off x="5118100" y="3373438"/>
            <a:ext cx="1125538" cy="312737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445" name="AutoShape 28"/>
          <p:cNvCxnSpPr>
            <a:cxnSpLocks noChangeShapeType="1"/>
            <a:stCxn id="60430" idx="3"/>
            <a:endCxn id="60428" idx="7"/>
          </p:cNvCxnSpPr>
          <p:nvPr/>
        </p:nvCxnSpPr>
        <p:spPr bwMode="auto">
          <a:xfrm flipH="1">
            <a:off x="6637338" y="2428875"/>
            <a:ext cx="231775" cy="12573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3448E86-9BF3-4CEB-8914-4A49B198D5CF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US" altLang="en-US" sz="1400"/>
          </a:p>
        </p:txBody>
      </p:sp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Topological Sorting 2: Using DFS Example</a:t>
            </a:r>
            <a:r>
              <a:rPr lang="en-US" altLang="en-US" b="1"/>
              <a:t> </a:t>
            </a:r>
            <a:endParaRPr lang="en-US" altLang="en-US"/>
          </a:p>
        </p:txBody>
      </p:sp>
      <p:sp>
        <p:nvSpPr>
          <p:cNvPr id="61444" name="Rectangle 3"/>
          <p:cNvSpPr>
            <a:spLocks noChangeArrowheads="1"/>
          </p:cNvSpPr>
          <p:nvPr/>
        </p:nvSpPr>
        <p:spPr bwMode="auto">
          <a:xfrm>
            <a:off x="2236788" y="2719388"/>
            <a:ext cx="23812" cy="7937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61445" name="Rectangle 4"/>
          <p:cNvSpPr>
            <a:spLocks noChangeArrowheads="1"/>
          </p:cNvSpPr>
          <p:nvPr/>
        </p:nvSpPr>
        <p:spPr bwMode="auto">
          <a:xfrm>
            <a:off x="4652963" y="3673475"/>
            <a:ext cx="23812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61446" name="Rectangle 5"/>
          <p:cNvSpPr>
            <a:spLocks noChangeArrowheads="1"/>
          </p:cNvSpPr>
          <p:nvPr/>
        </p:nvSpPr>
        <p:spPr bwMode="auto">
          <a:xfrm>
            <a:off x="6875463" y="36734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61447" name="Rectangle 6"/>
          <p:cNvSpPr>
            <a:spLocks noChangeArrowheads="1"/>
          </p:cNvSpPr>
          <p:nvPr/>
        </p:nvSpPr>
        <p:spPr bwMode="auto">
          <a:xfrm>
            <a:off x="2328863" y="57562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61448" name="Oval 7"/>
          <p:cNvSpPr>
            <a:spLocks noChangeArrowheads="1"/>
          </p:cNvSpPr>
          <p:nvPr/>
        </p:nvSpPr>
        <p:spPr bwMode="auto">
          <a:xfrm>
            <a:off x="4257675" y="17526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61449" name="Oval 8"/>
          <p:cNvSpPr>
            <a:spLocks noChangeArrowheads="1"/>
          </p:cNvSpPr>
          <p:nvPr/>
        </p:nvSpPr>
        <p:spPr bwMode="auto">
          <a:xfrm>
            <a:off x="4329113" y="44958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7</a:t>
            </a:r>
          </a:p>
        </p:txBody>
      </p:sp>
      <p:sp>
        <p:nvSpPr>
          <p:cNvPr id="61450" name="Oval 9"/>
          <p:cNvSpPr>
            <a:spLocks noChangeArrowheads="1"/>
          </p:cNvSpPr>
          <p:nvPr/>
        </p:nvSpPr>
        <p:spPr bwMode="auto">
          <a:xfrm>
            <a:off x="4543425" y="30892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4</a:t>
            </a:r>
          </a:p>
        </p:txBody>
      </p:sp>
      <p:sp>
        <p:nvSpPr>
          <p:cNvPr id="61451" name="Oval 10"/>
          <p:cNvSpPr>
            <a:spLocks noChangeArrowheads="1"/>
          </p:cNvSpPr>
          <p:nvPr/>
        </p:nvSpPr>
        <p:spPr bwMode="auto">
          <a:xfrm>
            <a:off x="2419350" y="49053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8</a:t>
            </a:r>
          </a:p>
        </p:txBody>
      </p:sp>
      <p:sp>
        <p:nvSpPr>
          <p:cNvPr id="61452" name="Oval 11"/>
          <p:cNvSpPr>
            <a:spLocks noChangeArrowheads="1"/>
          </p:cNvSpPr>
          <p:nvPr/>
        </p:nvSpPr>
        <p:spPr bwMode="auto">
          <a:xfrm>
            <a:off x="6162675" y="36226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5</a:t>
            </a:r>
          </a:p>
        </p:txBody>
      </p:sp>
      <p:sp>
        <p:nvSpPr>
          <p:cNvPr id="61453" name="Oval 12"/>
          <p:cNvSpPr>
            <a:spLocks noChangeArrowheads="1"/>
          </p:cNvSpPr>
          <p:nvPr/>
        </p:nvSpPr>
        <p:spPr bwMode="auto">
          <a:xfrm>
            <a:off x="3416300" y="3602038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6</a:t>
            </a:r>
          </a:p>
        </p:txBody>
      </p:sp>
      <p:sp>
        <p:nvSpPr>
          <p:cNvPr id="61454" name="Oval 13"/>
          <p:cNvSpPr>
            <a:spLocks noChangeArrowheads="1"/>
          </p:cNvSpPr>
          <p:nvPr/>
        </p:nvSpPr>
        <p:spPr bwMode="auto">
          <a:xfrm>
            <a:off x="6788150" y="1925638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61455" name="Oval 14"/>
          <p:cNvSpPr>
            <a:spLocks noChangeArrowheads="1"/>
          </p:cNvSpPr>
          <p:nvPr/>
        </p:nvSpPr>
        <p:spPr bwMode="auto">
          <a:xfrm>
            <a:off x="2305050" y="26670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61456" name="Oval 15"/>
          <p:cNvSpPr>
            <a:spLocks noChangeArrowheads="1"/>
          </p:cNvSpPr>
          <p:nvPr/>
        </p:nvSpPr>
        <p:spPr bwMode="auto">
          <a:xfrm>
            <a:off x="4624388" y="5621338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9</a:t>
            </a:r>
          </a:p>
        </p:txBody>
      </p:sp>
      <p:cxnSp>
        <p:nvCxnSpPr>
          <p:cNvPr id="61457" name="AutoShape 16"/>
          <p:cNvCxnSpPr>
            <a:cxnSpLocks noChangeShapeType="1"/>
            <a:stCxn id="61448" idx="2"/>
            <a:endCxn id="61455" idx="7"/>
          </p:cNvCxnSpPr>
          <p:nvPr/>
        </p:nvCxnSpPr>
        <p:spPr bwMode="auto">
          <a:xfrm flipH="1">
            <a:off x="2779713" y="2036763"/>
            <a:ext cx="1458912" cy="693737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458" name="AutoShape 17"/>
          <p:cNvCxnSpPr>
            <a:cxnSpLocks noChangeShapeType="1"/>
            <a:stCxn id="61448" idx="4"/>
            <a:endCxn id="61450" idx="0"/>
          </p:cNvCxnSpPr>
          <p:nvPr/>
        </p:nvCxnSpPr>
        <p:spPr bwMode="auto">
          <a:xfrm>
            <a:off x="4535488" y="2338388"/>
            <a:ext cx="285750" cy="7318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459" name="AutoShape 18"/>
          <p:cNvCxnSpPr>
            <a:cxnSpLocks noChangeShapeType="1"/>
            <a:stCxn id="61454" idx="2"/>
            <a:endCxn id="61450" idx="7"/>
          </p:cNvCxnSpPr>
          <p:nvPr/>
        </p:nvCxnSpPr>
        <p:spPr bwMode="auto">
          <a:xfrm flipH="1">
            <a:off x="5018088" y="2209800"/>
            <a:ext cx="1751012" cy="9429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460" name="AutoShape 19"/>
          <p:cNvCxnSpPr>
            <a:cxnSpLocks noChangeShapeType="1"/>
            <a:stCxn id="61452" idx="2"/>
            <a:endCxn id="61449" idx="7"/>
          </p:cNvCxnSpPr>
          <p:nvPr/>
        </p:nvCxnSpPr>
        <p:spPr bwMode="auto">
          <a:xfrm flipH="1">
            <a:off x="4803775" y="3906838"/>
            <a:ext cx="1339850" cy="652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461" name="AutoShape 20"/>
          <p:cNvCxnSpPr>
            <a:cxnSpLocks noChangeShapeType="1"/>
            <a:stCxn id="61452" idx="3"/>
            <a:endCxn id="61456" idx="7"/>
          </p:cNvCxnSpPr>
          <p:nvPr/>
        </p:nvCxnSpPr>
        <p:spPr bwMode="auto">
          <a:xfrm flipH="1">
            <a:off x="5099050" y="4125913"/>
            <a:ext cx="1144588" cy="15589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462" name="AutoShape 21"/>
          <p:cNvCxnSpPr>
            <a:cxnSpLocks noChangeShapeType="1"/>
            <a:stCxn id="61451" idx="6"/>
            <a:endCxn id="61456" idx="2"/>
          </p:cNvCxnSpPr>
          <p:nvPr/>
        </p:nvCxnSpPr>
        <p:spPr bwMode="auto">
          <a:xfrm>
            <a:off x="2994025" y="5189538"/>
            <a:ext cx="1611313" cy="7159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463" name="AutoShape 22"/>
          <p:cNvCxnSpPr>
            <a:cxnSpLocks noChangeShapeType="1"/>
            <a:stCxn id="61449" idx="4"/>
            <a:endCxn id="61456" idx="1"/>
          </p:cNvCxnSpPr>
          <p:nvPr/>
        </p:nvCxnSpPr>
        <p:spPr bwMode="auto">
          <a:xfrm>
            <a:off x="4606925" y="5081588"/>
            <a:ext cx="98425" cy="6032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464" name="AutoShape 23"/>
          <p:cNvCxnSpPr>
            <a:cxnSpLocks noChangeShapeType="1"/>
            <a:stCxn id="61453" idx="5"/>
            <a:endCxn id="61449" idx="1"/>
          </p:cNvCxnSpPr>
          <p:nvPr/>
        </p:nvCxnSpPr>
        <p:spPr bwMode="auto">
          <a:xfrm>
            <a:off x="3890963" y="4105275"/>
            <a:ext cx="519112" cy="4540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465" name="AutoShape 24"/>
          <p:cNvCxnSpPr>
            <a:cxnSpLocks noChangeShapeType="1"/>
            <a:stCxn id="61455" idx="5"/>
            <a:endCxn id="61453" idx="1"/>
          </p:cNvCxnSpPr>
          <p:nvPr/>
        </p:nvCxnSpPr>
        <p:spPr bwMode="auto">
          <a:xfrm>
            <a:off x="2779713" y="3170238"/>
            <a:ext cx="717550" cy="4953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466" name="AutoShape 25"/>
          <p:cNvCxnSpPr>
            <a:cxnSpLocks noChangeShapeType="1"/>
            <a:stCxn id="61455" idx="4"/>
            <a:endCxn id="61451" idx="0"/>
          </p:cNvCxnSpPr>
          <p:nvPr/>
        </p:nvCxnSpPr>
        <p:spPr bwMode="auto">
          <a:xfrm>
            <a:off x="2582863" y="3252788"/>
            <a:ext cx="114300" cy="16335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467" name="AutoShape 26"/>
          <p:cNvCxnSpPr>
            <a:cxnSpLocks noChangeShapeType="1"/>
            <a:stCxn id="61455" idx="6"/>
            <a:endCxn id="61450" idx="2"/>
          </p:cNvCxnSpPr>
          <p:nvPr/>
        </p:nvCxnSpPr>
        <p:spPr bwMode="auto">
          <a:xfrm>
            <a:off x="2879725" y="2951163"/>
            <a:ext cx="1644650" cy="422275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468" name="AutoShape 27"/>
          <p:cNvCxnSpPr>
            <a:cxnSpLocks noChangeShapeType="1"/>
            <a:stCxn id="61450" idx="6"/>
            <a:endCxn id="61452" idx="1"/>
          </p:cNvCxnSpPr>
          <p:nvPr/>
        </p:nvCxnSpPr>
        <p:spPr bwMode="auto">
          <a:xfrm>
            <a:off x="5118100" y="3373438"/>
            <a:ext cx="1125538" cy="3127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469" name="AutoShape 28"/>
          <p:cNvCxnSpPr>
            <a:cxnSpLocks noChangeShapeType="1"/>
            <a:stCxn id="61454" idx="3"/>
            <a:endCxn id="61452" idx="7"/>
          </p:cNvCxnSpPr>
          <p:nvPr/>
        </p:nvCxnSpPr>
        <p:spPr bwMode="auto">
          <a:xfrm flipH="1">
            <a:off x="6637338" y="2428875"/>
            <a:ext cx="231775" cy="12573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85E3447-E400-4D5E-BEB8-2060D81ADDE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US" altLang="en-US" sz="1400"/>
          </a:p>
        </p:txBody>
      </p:sp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Topological Sorting 2: Using DFS Example</a:t>
            </a:r>
            <a:r>
              <a:rPr lang="en-US" altLang="en-US" b="1"/>
              <a:t> </a:t>
            </a:r>
            <a:endParaRPr lang="en-US" altLang="en-US"/>
          </a:p>
        </p:txBody>
      </p:sp>
      <p:sp>
        <p:nvSpPr>
          <p:cNvPr id="62468" name="Rectangle 3"/>
          <p:cNvSpPr>
            <a:spLocks noChangeArrowheads="1"/>
          </p:cNvSpPr>
          <p:nvPr/>
        </p:nvSpPr>
        <p:spPr bwMode="auto">
          <a:xfrm>
            <a:off x="2236788" y="2719388"/>
            <a:ext cx="23812" cy="7937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62469" name="Rectangle 4"/>
          <p:cNvSpPr>
            <a:spLocks noChangeArrowheads="1"/>
          </p:cNvSpPr>
          <p:nvPr/>
        </p:nvSpPr>
        <p:spPr bwMode="auto">
          <a:xfrm>
            <a:off x="4652963" y="3673475"/>
            <a:ext cx="23812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62470" name="Rectangle 5"/>
          <p:cNvSpPr>
            <a:spLocks noChangeArrowheads="1"/>
          </p:cNvSpPr>
          <p:nvPr/>
        </p:nvSpPr>
        <p:spPr bwMode="auto">
          <a:xfrm>
            <a:off x="6875463" y="36734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62471" name="Rectangle 6"/>
          <p:cNvSpPr>
            <a:spLocks noChangeArrowheads="1"/>
          </p:cNvSpPr>
          <p:nvPr/>
        </p:nvSpPr>
        <p:spPr bwMode="auto">
          <a:xfrm>
            <a:off x="2328863" y="57562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62472" name="Oval 7"/>
          <p:cNvSpPr>
            <a:spLocks noChangeArrowheads="1"/>
          </p:cNvSpPr>
          <p:nvPr/>
        </p:nvSpPr>
        <p:spPr bwMode="auto">
          <a:xfrm>
            <a:off x="4257675" y="17526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62473" name="Oval 8"/>
          <p:cNvSpPr>
            <a:spLocks noChangeArrowheads="1"/>
          </p:cNvSpPr>
          <p:nvPr/>
        </p:nvSpPr>
        <p:spPr bwMode="auto">
          <a:xfrm>
            <a:off x="4329113" y="44958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7</a:t>
            </a:r>
          </a:p>
        </p:txBody>
      </p:sp>
      <p:sp>
        <p:nvSpPr>
          <p:cNvPr id="62474" name="Oval 9"/>
          <p:cNvSpPr>
            <a:spLocks noChangeArrowheads="1"/>
          </p:cNvSpPr>
          <p:nvPr/>
        </p:nvSpPr>
        <p:spPr bwMode="auto">
          <a:xfrm>
            <a:off x="4543425" y="30892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4</a:t>
            </a:r>
          </a:p>
        </p:txBody>
      </p:sp>
      <p:sp>
        <p:nvSpPr>
          <p:cNvPr id="62475" name="Oval 10"/>
          <p:cNvSpPr>
            <a:spLocks noChangeArrowheads="1"/>
          </p:cNvSpPr>
          <p:nvPr/>
        </p:nvSpPr>
        <p:spPr bwMode="auto">
          <a:xfrm>
            <a:off x="2419350" y="49053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8</a:t>
            </a:r>
          </a:p>
        </p:txBody>
      </p:sp>
      <p:sp>
        <p:nvSpPr>
          <p:cNvPr id="62476" name="Oval 11"/>
          <p:cNvSpPr>
            <a:spLocks noChangeArrowheads="1"/>
          </p:cNvSpPr>
          <p:nvPr/>
        </p:nvSpPr>
        <p:spPr bwMode="auto">
          <a:xfrm>
            <a:off x="6162675" y="36226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5</a:t>
            </a:r>
          </a:p>
        </p:txBody>
      </p:sp>
      <p:sp>
        <p:nvSpPr>
          <p:cNvPr id="62477" name="Oval 12"/>
          <p:cNvSpPr>
            <a:spLocks noChangeArrowheads="1"/>
          </p:cNvSpPr>
          <p:nvPr/>
        </p:nvSpPr>
        <p:spPr bwMode="auto">
          <a:xfrm>
            <a:off x="3416300" y="3602038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6</a:t>
            </a:r>
          </a:p>
        </p:txBody>
      </p:sp>
      <p:sp>
        <p:nvSpPr>
          <p:cNvPr id="62478" name="Oval 13"/>
          <p:cNvSpPr>
            <a:spLocks noChangeArrowheads="1"/>
          </p:cNvSpPr>
          <p:nvPr/>
        </p:nvSpPr>
        <p:spPr bwMode="auto">
          <a:xfrm>
            <a:off x="6788150" y="1925638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62479" name="Oval 14"/>
          <p:cNvSpPr>
            <a:spLocks noChangeArrowheads="1"/>
          </p:cNvSpPr>
          <p:nvPr/>
        </p:nvSpPr>
        <p:spPr bwMode="auto">
          <a:xfrm>
            <a:off x="2305050" y="26670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3</a:t>
            </a:r>
          </a:p>
        </p:txBody>
      </p:sp>
      <p:sp>
        <p:nvSpPr>
          <p:cNvPr id="62480" name="Oval 15"/>
          <p:cNvSpPr>
            <a:spLocks noChangeArrowheads="1"/>
          </p:cNvSpPr>
          <p:nvPr/>
        </p:nvSpPr>
        <p:spPr bwMode="auto">
          <a:xfrm>
            <a:off x="4624388" y="5621338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9</a:t>
            </a:r>
          </a:p>
        </p:txBody>
      </p:sp>
      <p:cxnSp>
        <p:nvCxnSpPr>
          <p:cNvPr id="62481" name="AutoShape 16"/>
          <p:cNvCxnSpPr>
            <a:cxnSpLocks noChangeShapeType="1"/>
            <a:stCxn id="62472" idx="2"/>
            <a:endCxn id="62479" idx="7"/>
          </p:cNvCxnSpPr>
          <p:nvPr/>
        </p:nvCxnSpPr>
        <p:spPr bwMode="auto">
          <a:xfrm flipH="1">
            <a:off x="2779713" y="2036763"/>
            <a:ext cx="1458912" cy="693737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482" name="AutoShape 17"/>
          <p:cNvCxnSpPr>
            <a:cxnSpLocks noChangeShapeType="1"/>
            <a:stCxn id="62472" idx="4"/>
            <a:endCxn id="62474" idx="0"/>
          </p:cNvCxnSpPr>
          <p:nvPr/>
        </p:nvCxnSpPr>
        <p:spPr bwMode="auto">
          <a:xfrm>
            <a:off x="4535488" y="2338388"/>
            <a:ext cx="285750" cy="7318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483" name="AutoShape 18"/>
          <p:cNvCxnSpPr>
            <a:cxnSpLocks noChangeShapeType="1"/>
            <a:stCxn id="62478" idx="2"/>
            <a:endCxn id="62474" idx="7"/>
          </p:cNvCxnSpPr>
          <p:nvPr/>
        </p:nvCxnSpPr>
        <p:spPr bwMode="auto">
          <a:xfrm flipH="1">
            <a:off x="5018088" y="2209800"/>
            <a:ext cx="1751012" cy="9429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484" name="AutoShape 19"/>
          <p:cNvCxnSpPr>
            <a:cxnSpLocks noChangeShapeType="1"/>
            <a:stCxn id="62476" idx="2"/>
            <a:endCxn id="62473" idx="7"/>
          </p:cNvCxnSpPr>
          <p:nvPr/>
        </p:nvCxnSpPr>
        <p:spPr bwMode="auto">
          <a:xfrm flipH="1">
            <a:off x="4803775" y="3906838"/>
            <a:ext cx="1339850" cy="652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485" name="AutoShape 20"/>
          <p:cNvCxnSpPr>
            <a:cxnSpLocks noChangeShapeType="1"/>
            <a:stCxn id="62476" idx="3"/>
            <a:endCxn id="62480" idx="7"/>
          </p:cNvCxnSpPr>
          <p:nvPr/>
        </p:nvCxnSpPr>
        <p:spPr bwMode="auto">
          <a:xfrm flipH="1">
            <a:off x="5099050" y="4125913"/>
            <a:ext cx="1144588" cy="15589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486" name="AutoShape 21"/>
          <p:cNvCxnSpPr>
            <a:cxnSpLocks noChangeShapeType="1"/>
            <a:stCxn id="62475" idx="6"/>
            <a:endCxn id="62480" idx="2"/>
          </p:cNvCxnSpPr>
          <p:nvPr/>
        </p:nvCxnSpPr>
        <p:spPr bwMode="auto">
          <a:xfrm>
            <a:off x="2994025" y="5189538"/>
            <a:ext cx="1611313" cy="7159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487" name="AutoShape 22"/>
          <p:cNvCxnSpPr>
            <a:cxnSpLocks noChangeShapeType="1"/>
            <a:stCxn id="62473" idx="4"/>
            <a:endCxn id="62480" idx="1"/>
          </p:cNvCxnSpPr>
          <p:nvPr/>
        </p:nvCxnSpPr>
        <p:spPr bwMode="auto">
          <a:xfrm>
            <a:off x="4606925" y="5081588"/>
            <a:ext cx="98425" cy="6032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488" name="AutoShape 23"/>
          <p:cNvCxnSpPr>
            <a:cxnSpLocks noChangeShapeType="1"/>
            <a:stCxn id="62477" idx="5"/>
            <a:endCxn id="62473" idx="1"/>
          </p:cNvCxnSpPr>
          <p:nvPr/>
        </p:nvCxnSpPr>
        <p:spPr bwMode="auto">
          <a:xfrm>
            <a:off x="3890963" y="4105275"/>
            <a:ext cx="519112" cy="4540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489" name="AutoShape 24"/>
          <p:cNvCxnSpPr>
            <a:cxnSpLocks noChangeShapeType="1"/>
            <a:stCxn id="62479" idx="5"/>
            <a:endCxn id="62477" idx="1"/>
          </p:cNvCxnSpPr>
          <p:nvPr/>
        </p:nvCxnSpPr>
        <p:spPr bwMode="auto">
          <a:xfrm>
            <a:off x="2779713" y="3170238"/>
            <a:ext cx="717550" cy="4953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490" name="AutoShape 25"/>
          <p:cNvCxnSpPr>
            <a:cxnSpLocks noChangeShapeType="1"/>
            <a:stCxn id="62479" idx="4"/>
            <a:endCxn id="62475" idx="0"/>
          </p:cNvCxnSpPr>
          <p:nvPr/>
        </p:nvCxnSpPr>
        <p:spPr bwMode="auto">
          <a:xfrm>
            <a:off x="2582863" y="3252788"/>
            <a:ext cx="114300" cy="16335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491" name="AutoShape 26"/>
          <p:cNvCxnSpPr>
            <a:cxnSpLocks noChangeShapeType="1"/>
            <a:stCxn id="62479" idx="6"/>
            <a:endCxn id="62474" idx="2"/>
          </p:cNvCxnSpPr>
          <p:nvPr/>
        </p:nvCxnSpPr>
        <p:spPr bwMode="auto">
          <a:xfrm>
            <a:off x="2879725" y="2951163"/>
            <a:ext cx="1644650" cy="4222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492" name="AutoShape 27"/>
          <p:cNvCxnSpPr>
            <a:cxnSpLocks noChangeShapeType="1"/>
            <a:stCxn id="62474" idx="6"/>
            <a:endCxn id="62476" idx="1"/>
          </p:cNvCxnSpPr>
          <p:nvPr/>
        </p:nvCxnSpPr>
        <p:spPr bwMode="auto">
          <a:xfrm>
            <a:off x="5118100" y="3373438"/>
            <a:ext cx="1125538" cy="3127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493" name="AutoShape 28"/>
          <p:cNvCxnSpPr>
            <a:cxnSpLocks noChangeShapeType="1"/>
            <a:stCxn id="62478" idx="3"/>
            <a:endCxn id="62476" idx="7"/>
          </p:cNvCxnSpPr>
          <p:nvPr/>
        </p:nvCxnSpPr>
        <p:spPr bwMode="auto">
          <a:xfrm flipH="1">
            <a:off x="6637338" y="2428875"/>
            <a:ext cx="231775" cy="12573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1822566-5DA4-4622-A9DD-1E4B9F92A21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US" altLang="en-US" sz="1400"/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Topological Sorting 2: Using DFS Example</a:t>
            </a:r>
            <a:r>
              <a:rPr lang="en-US" altLang="en-US" b="1"/>
              <a:t> </a:t>
            </a:r>
            <a:endParaRPr lang="en-US" altLang="en-US"/>
          </a:p>
        </p:txBody>
      </p:sp>
      <p:sp>
        <p:nvSpPr>
          <p:cNvPr id="63492" name="Rectangle 3"/>
          <p:cNvSpPr>
            <a:spLocks noChangeArrowheads="1"/>
          </p:cNvSpPr>
          <p:nvPr/>
        </p:nvSpPr>
        <p:spPr bwMode="auto">
          <a:xfrm>
            <a:off x="2236788" y="2719388"/>
            <a:ext cx="23812" cy="7937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63493" name="Rectangle 4"/>
          <p:cNvSpPr>
            <a:spLocks noChangeArrowheads="1"/>
          </p:cNvSpPr>
          <p:nvPr/>
        </p:nvSpPr>
        <p:spPr bwMode="auto">
          <a:xfrm>
            <a:off x="4652963" y="3673475"/>
            <a:ext cx="23812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63494" name="Rectangle 5"/>
          <p:cNvSpPr>
            <a:spLocks noChangeArrowheads="1"/>
          </p:cNvSpPr>
          <p:nvPr/>
        </p:nvSpPr>
        <p:spPr bwMode="auto">
          <a:xfrm>
            <a:off x="6875463" y="36734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63495" name="Rectangle 6"/>
          <p:cNvSpPr>
            <a:spLocks noChangeArrowheads="1"/>
          </p:cNvSpPr>
          <p:nvPr/>
        </p:nvSpPr>
        <p:spPr bwMode="auto">
          <a:xfrm>
            <a:off x="2328863" y="57562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63496" name="Oval 7"/>
          <p:cNvSpPr>
            <a:spLocks noChangeArrowheads="1"/>
          </p:cNvSpPr>
          <p:nvPr/>
        </p:nvSpPr>
        <p:spPr bwMode="auto">
          <a:xfrm>
            <a:off x="4257675" y="17526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2</a:t>
            </a:r>
          </a:p>
        </p:txBody>
      </p:sp>
      <p:sp>
        <p:nvSpPr>
          <p:cNvPr id="63497" name="Oval 8"/>
          <p:cNvSpPr>
            <a:spLocks noChangeArrowheads="1"/>
          </p:cNvSpPr>
          <p:nvPr/>
        </p:nvSpPr>
        <p:spPr bwMode="auto">
          <a:xfrm>
            <a:off x="4329113" y="44958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7</a:t>
            </a:r>
          </a:p>
        </p:txBody>
      </p:sp>
      <p:sp>
        <p:nvSpPr>
          <p:cNvPr id="63498" name="Oval 9"/>
          <p:cNvSpPr>
            <a:spLocks noChangeArrowheads="1"/>
          </p:cNvSpPr>
          <p:nvPr/>
        </p:nvSpPr>
        <p:spPr bwMode="auto">
          <a:xfrm>
            <a:off x="4543425" y="30892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4</a:t>
            </a:r>
          </a:p>
        </p:txBody>
      </p:sp>
      <p:sp>
        <p:nvSpPr>
          <p:cNvPr id="63499" name="Oval 10"/>
          <p:cNvSpPr>
            <a:spLocks noChangeArrowheads="1"/>
          </p:cNvSpPr>
          <p:nvPr/>
        </p:nvSpPr>
        <p:spPr bwMode="auto">
          <a:xfrm>
            <a:off x="2419350" y="49053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8</a:t>
            </a:r>
          </a:p>
        </p:txBody>
      </p:sp>
      <p:sp>
        <p:nvSpPr>
          <p:cNvPr id="63500" name="Oval 11"/>
          <p:cNvSpPr>
            <a:spLocks noChangeArrowheads="1"/>
          </p:cNvSpPr>
          <p:nvPr/>
        </p:nvSpPr>
        <p:spPr bwMode="auto">
          <a:xfrm>
            <a:off x="6162675" y="36226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5</a:t>
            </a:r>
          </a:p>
        </p:txBody>
      </p:sp>
      <p:sp>
        <p:nvSpPr>
          <p:cNvPr id="63501" name="Oval 12"/>
          <p:cNvSpPr>
            <a:spLocks noChangeArrowheads="1"/>
          </p:cNvSpPr>
          <p:nvPr/>
        </p:nvSpPr>
        <p:spPr bwMode="auto">
          <a:xfrm>
            <a:off x="3416300" y="3602038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6</a:t>
            </a:r>
          </a:p>
        </p:txBody>
      </p:sp>
      <p:sp>
        <p:nvSpPr>
          <p:cNvPr id="63502" name="Oval 13"/>
          <p:cNvSpPr>
            <a:spLocks noChangeArrowheads="1"/>
          </p:cNvSpPr>
          <p:nvPr/>
        </p:nvSpPr>
        <p:spPr bwMode="auto">
          <a:xfrm>
            <a:off x="6788150" y="1925638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63503" name="Oval 14"/>
          <p:cNvSpPr>
            <a:spLocks noChangeArrowheads="1"/>
          </p:cNvSpPr>
          <p:nvPr/>
        </p:nvSpPr>
        <p:spPr bwMode="auto">
          <a:xfrm>
            <a:off x="2305050" y="26670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3</a:t>
            </a:r>
          </a:p>
        </p:txBody>
      </p:sp>
      <p:sp>
        <p:nvSpPr>
          <p:cNvPr id="63504" name="Oval 15"/>
          <p:cNvSpPr>
            <a:spLocks noChangeArrowheads="1"/>
          </p:cNvSpPr>
          <p:nvPr/>
        </p:nvSpPr>
        <p:spPr bwMode="auto">
          <a:xfrm>
            <a:off x="4624388" y="5621338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9</a:t>
            </a:r>
          </a:p>
        </p:txBody>
      </p:sp>
      <p:cxnSp>
        <p:nvCxnSpPr>
          <p:cNvPr id="63505" name="AutoShape 16"/>
          <p:cNvCxnSpPr>
            <a:cxnSpLocks noChangeShapeType="1"/>
            <a:stCxn id="63496" idx="2"/>
            <a:endCxn id="63503" idx="7"/>
          </p:cNvCxnSpPr>
          <p:nvPr/>
        </p:nvCxnSpPr>
        <p:spPr bwMode="auto">
          <a:xfrm flipH="1">
            <a:off x="2779713" y="2036763"/>
            <a:ext cx="1458912" cy="6937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506" name="AutoShape 17"/>
          <p:cNvCxnSpPr>
            <a:cxnSpLocks noChangeShapeType="1"/>
            <a:stCxn id="63496" idx="4"/>
            <a:endCxn id="63498" idx="0"/>
          </p:cNvCxnSpPr>
          <p:nvPr/>
        </p:nvCxnSpPr>
        <p:spPr bwMode="auto">
          <a:xfrm>
            <a:off x="4535488" y="2338388"/>
            <a:ext cx="285750" cy="7318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507" name="AutoShape 18"/>
          <p:cNvCxnSpPr>
            <a:cxnSpLocks noChangeShapeType="1"/>
            <a:stCxn id="63502" idx="2"/>
            <a:endCxn id="63498" idx="7"/>
          </p:cNvCxnSpPr>
          <p:nvPr/>
        </p:nvCxnSpPr>
        <p:spPr bwMode="auto">
          <a:xfrm flipH="1">
            <a:off x="5018088" y="2209800"/>
            <a:ext cx="1751012" cy="9429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508" name="AutoShape 19"/>
          <p:cNvCxnSpPr>
            <a:cxnSpLocks noChangeShapeType="1"/>
            <a:stCxn id="63500" idx="2"/>
            <a:endCxn id="63497" idx="7"/>
          </p:cNvCxnSpPr>
          <p:nvPr/>
        </p:nvCxnSpPr>
        <p:spPr bwMode="auto">
          <a:xfrm flipH="1">
            <a:off x="4803775" y="3906838"/>
            <a:ext cx="1339850" cy="652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509" name="AutoShape 20"/>
          <p:cNvCxnSpPr>
            <a:cxnSpLocks noChangeShapeType="1"/>
            <a:stCxn id="63500" idx="3"/>
            <a:endCxn id="63504" idx="7"/>
          </p:cNvCxnSpPr>
          <p:nvPr/>
        </p:nvCxnSpPr>
        <p:spPr bwMode="auto">
          <a:xfrm flipH="1">
            <a:off x="5099050" y="4125913"/>
            <a:ext cx="1144588" cy="15589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510" name="AutoShape 21"/>
          <p:cNvCxnSpPr>
            <a:cxnSpLocks noChangeShapeType="1"/>
            <a:stCxn id="63499" idx="6"/>
            <a:endCxn id="63504" idx="2"/>
          </p:cNvCxnSpPr>
          <p:nvPr/>
        </p:nvCxnSpPr>
        <p:spPr bwMode="auto">
          <a:xfrm>
            <a:off x="2994025" y="5189538"/>
            <a:ext cx="1611313" cy="7159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511" name="AutoShape 22"/>
          <p:cNvCxnSpPr>
            <a:cxnSpLocks noChangeShapeType="1"/>
            <a:stCxn id="63497" idx="4"/>
            <a:endCxn id="63504" idx="1"/>
          </p:cNvCxnSpPr>
          <p:nvPr/>
        </p:nvCxnSpPr>
        <p:spPr bwMode="auto">
          <a:xfrm>
            <a:off x="4606925" y="5081588"/>
            <a:ext cx="98425" cy="6032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512" name="AutoShape 23"/>
          <p:cNvCxnSpPr>
            <a:cxnSpLocks noChangeShapeType="1"/>
            <a:stCxn id="63501" idx="5"/>
            <a:endCxn id="63497" idx="1"/>
          </p:cNvCxnSpPr>
          <p:nvPr/>
        </p:nvCxnSpPr>
        <p:spPr bwMode="auto">
          <a:xfrm>
            <a:off x="3890963" y="4105275"/>
            <a:ext cx="519112" cy="4540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513" name="AutoShape 24"/>
          <p:cNvCxnSpPr>
            <a:cxnSpLocks noChangeShapeType="1"/>
            <a:stCxn id="63503" idx="5"/>
            <a:endCxn id="63501" idx="1"/>
          </p:cNvCxnSpPr>
          <p:nvPr/>
        </p:nvCxnSpPr>
        <p:spPr bwMode="auto">
          <a:xfrm>
            <a:off x="2779713" y="3170238"/>
            <a:ext cx="717550" cy="4953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514" name="AutoShape 25"/>
          <p:cNvCxnSpPr>
            <a:cxnSpLocks noChangeShapeType="1"/>
            <a:stCxn id="63503" idx="4"/>
            <a:endCxn id="63499" idx="0"/>
          </p:cNvCxnSpPr>
          <p:nvPr/>
        </p:nvCxnSpPr>
        <p:spPr bwMode="auto">
          <a:xfrm>
            <a:off x="2582863" y="3252788"/>
            <a:ext cx="114300" cy="16335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515" name="AutoShape 26"/>
          <p:cNvCxnSpPr>
            <a:cxnSpLocks noChangeShapeType="1"/>
            <a:stCxn id="63503" idx="6"/>
            <a:endCxn id="63498" idx="2"/>
          </p:cNvCxnSpPr>
          <p:nvPr/>
        </p:nvCxnSpPr>
        <p:spPr bwMode="auto">
          <a:xfrm>
            <a:off x="2879725" y="2951163"/>
            <a:ext cx="1644650" cy="4222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516" name="AutoShape 27"/>
          <p:cNvCxnSpPr>
            <a:cxnSpLocks noChangeShapeType="1"/>
            <a:stCxn id="63498" idx="6"/>
            <a:endCxn id="63500" idx="1"/>
          </p:cNvCxnSpPr>
          <p:nvPr/>
        </p:nvCxnSpPr>
        <p:spPr bwMode="auto">
          <a:xfrm>
            <a:off x="5118100" y="3373438"/>
            <a:ext cx="1125538" cy="3127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517" name="AutoShape 28"/>
          <p:cNvCxnSpPr>
            <a:cxnSpLocks noChangeShapeType="1"/>
            <a:stCxn id="63502" idx="3"/>
            <a:endCxn id="63500" idx="7"/>
          </p:cNvCxnSpPr>
          <p:nvPr/>
        </p:nvCxnSpPr>
        <p:spPr bwMode="auto">
          <a:xfrm flipH="1">
            <a:off x="6637338" y="2428875"/>
            <a:ext cx="231775" cy="12573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3FF5023-B191-4CDD-AA52-3ED7BF325AEB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en-US" altLang="en-US" sz="1400"/>
          </a:p>
        </p:txBody>
      </p:sp>
      <p:sp>
        <p:nvSpPr>
          <p:cNvPr id="6451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Topological Sorting 2: Using DFS Example</a:t>
            </a:r>
            <a:r>
              <a:rPr lang="en-US" altLang="en-US" b="1"/>
              <a:t> </a:t>
            </a:r>
            <a:endParaRPr lang="en-US" altLang="en-US"/>
          </a:p>
        </p:txBody>
      </p:sp>
      <p:sp>
        <p:nvSpPr>
          <p:cNvPr id="64516" name="Rectangle 3"/>
          <p:cNvSpPr>
            <a:spLocks noChangeArrowheads="1"/>
          </p:cNvSpPr>
          <p:nvPr/>
        </p:nvSpPr>
        <p:spPr bwMode="auto">
          <a:xfrm>
            <a:off x="2236788" y="2719388"/>
            <a:ext cx="23812" cy="7937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64517" name="Rectangle 4"/>
          <p:cNvSpPr>
            <a:spLocks noChangeArrowheads="1"/>
          </p:cNvSpPr>
          <p:nvPr/>
        </p:nvSpPr>
        <p:spPr bwMode="auto">
          <a:xfrm>
            <a:off x="4652963" y="3673475"/>
            <a:ext cx="23812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64518" name="Rectangle 5"/>
          <p:cNvSpPr>
            <a:spLocks noChangeArrowheads="1"/>
          </p:cNvSpPr>
          <p:nvPr/>
        </p:nvSpPr>
        <p:spPr bwMode="auto">
          <a:xfrm>
            <a:off x="6875463" y="36734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64519" name="Rectangle 6"/>
          <p:cNvSpPr>
            <a:spLocks noChangeArrowheads="1"/>
          </p:cNvSpPr>
          <p:nvPr/>
        </p:nvSpPr>
        <p:spPr bwMode="auto">
          <a:xfrm>
            <a:off x="2328863" y="5756275"/>
            <a:ext cx="22225" cy="793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64520" name="Oval 7"/>
          <p:cNvSpPr>
            <a:spLocks noChangeArrowheads="1"/>
          </p:cNvSpPr>
          <p:nvPr/>
        </p:nvSpPr>
        <p:spPr bwMode="auto">
          <a:xfrm>
            <a:off x="4257675" y="17526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2</a:t>
            </a:r>
          </a:p>
        </p:txBody>
      </p:sp>
      <p:sp>
        <p:nvSpPr>
          <p:cNvPr id="64521" name="Oval 8"/>
          <p:cNvSpPr>
            <a:spLocks noChangeArrowheads="1"/>
          </p:cNvSpPr>
          <p:nvPr/>
        </p:nvSpPr>
        <p:spPr bwMode="auto">
          <a:xfrm>
            <a:off x="4329113" y="44958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7</a:t>
            </a:r>
          </a:p>
        </p:txBody>
      </p:sp>
      <p:sp>
        <p:nvSpPr>
          <p:cNvPr id="64522" name="Oval 9"/>
          <p:cNvSpPr>
            <a:spLocks noChangeArrowheads="1"/>
          </p:cNvSpPr>
          <p:nvPr/>
        </p:nvSpPr>
        <p:spPr bwMode="auto">
          <a:xfrm>
            <a:off x="4543425" y="30892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4</a:t>
            </a:r>
          </a:p>
        </p:txBody>
      </p:sp>
      <p:sp>
        <p:nvSpPr>
          <p:cNvPr id="64523" name="Oval 10"/>
          <p:cNvSpPr>
            <a:spLocks noChangeArrowheads="1"/>
          </p:cNvSpPr>
          <p:nvPr/>
        </p:nvSpPr>
        <p:spPr bwMode="auto">
          <a:xfrm>
            <a:off x="2419350" y="49053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8</a:t>
            </a:r>
          </a:p>
        </p:txBody>
      </p:sp>
      <p:sp>
        <p:nvSpPr>
          <p:cNvPr id="64524" name="Oval 11"/>
          <p:cNvSpPr>
            <a:spLocks noChangeArrowheads="1"/>
          </p:cNvSpPr>
          <p:nvPr/>
        </p:nvSpPr>
        <p:spPr bwMode="auto">
          <a:xfrm>
            <a:off x="6162675" y="3622675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5</a:t>
            </a:r>
          </a:p>
        </p:txBody>
      </p:sp>
      <p:sp>
        <p:nvSpPr>
          <p:cNvPr id="64525" name="Oval 12"/>
          <p:cNvSpPr>
            <a:spLocks noChangeArrowheads="1"/>
          </p:cNvSpPr>
          <p:nvPr/>
        </p:nvSpPr>
        <p:spPr bwMode="auto">
          <a:xfrm>
            <a:off x="3416300" y="3602038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6</a:t>
            </a:r>
          </a:p>
        </p:txBody>
      </p:sp>
      <p:sp>
        <p:nvSpPr>
          <p:cNvPr id="64526" name="Oval 13"/>
          <p:cNvSpPr>
            <a:spLocks noChangeArrowheads="1"/>
          </p:cNvSpPr>
          <p:nvPr/>
        </p:nvSpPr>
        <p:spPr bwMode="auto">
          <a:xfrm>
            <a:off x="6788150" y="1925638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1</a:t>
            </a:r>
          </a:p>
        </p:txBody>
      </p:sp>
      <p:sp>
        <p:nvSpPr>
          <p:cNvPr id="64527" name="Oval 14"/>
          <p:cNvSpPr>
            <a:spLocks noChangeArrowheads="1"/>
          </p:cNvSpPr>
          <p:nvPr/>
        </p:nvSpPr>
        <p:spPr bwMode="auto">
          <a:xfrm>
            <a:off x="2305050" y="2667000"/>
            <a:ext cx="555625" cy="566738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3</a:t>
            </a:r>
          </a:p>
        </p:txBody>
      </p:sp>
      <p:sp>
        <p:nvSpPr>
          <p:cNvPr id="64528" name="Oval 15"/>
          <p:cNvSpPr>
            <a:spLocks noChangeArrowheads="1"/>
          </p:cNvSpPr>
          <p:nvPr/>
        </p:nvSpPr>
        <p:spPr bwMode="auto">
          <a:xfrm>
            <a:off x="4624388" y="5621338"/>
            <a:ext cx="555625" cy="56673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9</a:t>
            </a:r>
          </a:p>
        </p:txBody>
      </p:sp>
      <p:cxnSp>
        <p:nvCxnSpPr>
          <p:cNvPr id="64529" name="AutoShape 16"/>
          <p:cNvCxnSpPr>
            <a:cxnSpLocks noChangeShapeType="1"/>
            <a:stCxn id="64520" idx="2"/>
            <a:endCxn id="64527" idx="7"/>
          </p:cNvCxnSpPr>
          <p:nvPr/>
        </p:nvCxnSpPr>
        <p:spPr bwMode="auto">
          <a:xfrm flipH="1">
            <a:off x="2779713" y="2036763"/>
            <a:ext cx="1458912" cy="6937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4530" name="AutoShape 17"/>
          <p:cNvCxnSpPr>
            <a:cxnSpLocks noChangeShapeType="1"/>
            <a:stCxn id="64520" idx="4"/>
            <a:endCxn id="64522" idx="0"/>
          </p:cNvCxnSpPr>
          <p:nvPr/>
        </p:nvCxnSpPr>
        <p:spPr bwMode="auto">
          <a:xfrm>
            <a:off x="4535488" y="2338388"/>
            <a:ext cx="285750" cy="7318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4531" name="AutoShape 18"/>
          <p:cNvCxnSpPr>
            <a:cxnSpLocks noChangeShapeType="1"/>
            <a:stCxn id="64526" idx="2"/>
            <a:endCxn id="64522" idx="7"/>
          </p:cNvCxnSpPr>
          <p:nvPr/>
        </p:nvCxnSpPr>
        <p:spPr bwMode="auto">
          <a:xfrm flipH="1">
            <a:off x="5018088" y="2209800"/>
            <a:ext cx="1751012" cy="9429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4532" name="AutoShape 19"/>
          <p:cNvCxnSpPr>
            <a:cxnSpLocks noChangeShapeType="1"/>
            <a:stCxn id="64524" idx="2"/>
            <a:endCxn id="64521" idx="7"/>
          </p:cNvCxnSpPr>
          <p:nvPr/>
        </p:nvCxnSpPr>
        <p:spPr bwMode="auto">
          <a:xfrm flipH="1">
            <a:off x="4803775" y="3906838"/>
            <a:ext cx="1339850" cy="652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4533" name="AutoShape 20"/>
          <p:cNvCxnSpPr>
            <a:cxnSpLocks noChangeShapeType="1"/>
            <a:stCxn id="64524" idx="3"/>
            <a:endCxn id="64528" idx="7"/>
          </p:cNvCxnSpPr>
          <p:nvPr/>
        </p:nvCxnSpPr>
        <p:spPr bwMode="auto">
          <a:xfrm flipH="1">
            <a:off x="5099050" y="4125913"/>
            <a:ext cx="1144588" cy="15589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4534" name="AutoShape 21"/>
          <p:cNvCxnSpPr>
            <a:cxnSpLocks noChangeShapeType="1"/>
            <a:stCxn id="64523" idx="6"/>
            <a:endCxn id="64528" idx="2"/>
          </p:cNvCxnSpPr>
          <p:nvPr/>
        </p:nvCxnSpPr>
        <p:spPr bwMode="auto">
          <a:xfrm>
            <a:off x="2994025" y="5189538"/>
            <a:ext cx="1611313" cy="7159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4535" name="AutoShape 22"/>
          <p:cNvCxnSpPr>
            <a:cxnSpLocks noChangeShapeType="1"/>
            <a:stCxn id="64521" idx="4"/>
            <a:endCxn id="64528" idx="1"/>
          </p:cNvCxnSpPr>
          <p:nvPr/>
        </p:nvCxnSpPr>
        <p:spPr bwMode="auto">
          <a:xfrm>
            <a:off x="4606925" y="5081588"/>
            <a:ext cx="98425" cy="6032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4536" name="AutoShape 23"/>
          <p:cNvCxnSpPr>
            <a:cxnSpLocks noChangeShapeType="1"/>
            <a:stCxn id="64525" idx="5"/>
            <a:endCxn id="64521" idx="1"/>
          </p:cNvCxnSpPr>
          <p:nvPr/>
        </p:nvCxnSpPr>
        <p:spPr bwMode="auto">
          <a:xfrm>
            <a:off x="3890963" y="4105275"/>
            <a:ext cx="519112" cy="4540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4537" name="AutoShape 24"/>
          <p:cNvCxnSpPr>
            <a:cxnSpLocks noChangeShapeType="1"/>
            <a:stCxn id="64527" idx="5"/>
            <a:endCxn id="64525" idx="1"/>
          </p:cNvCxnSpPr>
          <p:nvPr/>
        </p:nvCxnSpPr>
        <p:spPr bwMode="auto">
          <a:xfrm>
            <a:off x="2779713" y="3170238"/>
            <a:ext cx="717550" cy="4953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4538" name="AutoShape 25"/>
          <p:cNvCxnSpPr>
            <a:cxnSpLocks noChangeShapeType="1"/>
            <a:stCxn id="64527" idx="4"/>
            <a:endCxn id="64523" idx="0"/>
          </p:cNvCxnSpPr>
          <p:nvPr/>
        </p:nvCxnSpPr>
        <p:spPr bwMode="auto">
          <a:xfrm>
            <a:off x="2582863" y="3252788"/>
            <a:ext cx="114300" cy="16335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4539" name="AutoShape 26"/>
          <p:cNvCxnSpPr>
            <a:cxnSpLocks noChangeShapeType="1"/>
            <a:stCxn id="64527" idx="6"/>
            <a:endCxn id="64522" idx="2"/>
          </p:cNvCxnSpPr>
          <p:nvPr/>
        </p:nvCxnSpPr>
        <p:spPr bwMode="auto">
          <a:xfrm>
            <a:off x="2879725" y="2951163"/>
            <a:ext cx="1644650" cy="4222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4540" name="AutoShape 27"/>
          <p:cNvCxnSpPr>
            <a:cxnSpLocks noChangeShapeType="1"/>
            <a:stCxn id="64522" idx="6"/>
            <a:endCxn id="64524" idx="1"/>
          </p:cNvCxnSpPr>
          <p:nvPr/>
        </p:nvCxnSpPr>
        <p:spPr bwMode="auto">
          <a:xfrm>
            <a:off x="5118100" y="3373438"/>
            <a:ext cx="1125538" cy="3127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4541" name="AutoShape 28"/>
          <p:cNvCxnSpPr>
            <a:cxnSpLocks noChangeShapeType="1"/>
            <a:stCxn id="64526" idx="3"/>
            <a:endCxn id="64524" idx="7"/>
          </p:cNvCxnSpPr>
          <p:nvPr/>
        </p:nvCxnSpPr>
        <p:spPr bwMode="auto">
          <a:xfrm flipH="1">
            <a:off x="6637338" y="2428875"/>
            <a:ext cx="231775" cy="12573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Aspect">
      <a:dk1>
        <a:sysClr val="windowText" lastClr="C0C0C0"/>
      </a:dk1>
      <a:lt1>
        <a:sysClr val="window" lastClr="000000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7258</TotalTime>
  <Words>2372</Words>
  <Application>Microsoft Office PowerPoint</Application>
  <PresentationFormat>On-screen Show (4:3)</PresentationFormat>
  <Paragraphs>752</Paragraphs>
  <Slides>41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0" baseType="lpstr">
      <vt:lpstr>Arial</vt:lpstr>
      <vt:lpstr>Consolas</vt:lpstr>
      <vt:lpstr>Symbol</vt:lpstr>
      <vt:lpstr>Tahoma</vt:lpstr>
      <vt:lpstr>Times</vt:lpstr>
      <vt:lpstr>Times New Roman</vt:lpstr>
      <vt:lpstr>Wingdings</vt:lpstr>
      <vt:lpstr>Blueprint</vt:lpstr>
      <vt:lpstr>VISIO</vt:lpstr>
      <vt:lpstr>Lecture 08b Graph Algorithms</vt:lpstr>
      <vt:lpstr>Graph</vt:lpstr>
      <vt:lpstr>Applications</vt:lpstr>
      <vt:lpstr>Terminology</vt:lpstr>
      <vt:lpstr>Properties</vt:lpstr>
      <vt:lpstr>Asymptotic Performance</vt:lpstr>
      <vt:lpstr>Depth-First Search:</vt:lpstr>
      <vt:lpstr>Depth-First Search</vt:lpstr>
      <vt:lpstr>DFS Algorithm</vt:lpstr>
      <vt:lpstr>DFS – Simple Steps</vt:lpstr>
      <vt:lpstr>DFS - Detailed Steps</vt:lpstr>
      <vt:lpstr>DFS - Detailed Steps (cont.)</vt:lpstr>
      <vt:lpstr>DFS and Maze Traversal </vt:lpstr>
      <vt:lpstr>Properties of DFS</vt:lpstr>
      <vt:lpstr>Analysis of DFS</vt:lpstr>
      <vt:lpstr>Breadth-First Search</vt:lpstr>
      <vt:lpstr>Breadth-First Search</vt:lpstr>
      <vt:lpstr>BFS Algorithm</vt:lpstr>
      <vt:lpstr>BFS – Simple Steps</vt:lpstr>
      <vt:lpstr>BFS – Simple Steps</vt:lpstr>
      <vt:lpstr>BFS – Simple Steps (cont.)</vt:lpstr>
      <vt:lpstr>BFS – Detailed Steps</vt:lpstr>
      <vt:lpstr>BFS – Detailed Steps (cont.)</vt:lpstr>
      <vt:lpstr>BFS – Detailed Steps (cont.)</vt:lpstr>
      <vt:lpstr>Properties</vt:lpstr>
      <vt:lpstr>Analysis</vt:lpstr>
      <vt:lpstr>DAGs and Topological Sorting</vt:lpstr>
      <vt:lpstr>Topological Sorting</vt:lpstr>
      <vt:lpstr>Topological Sorting Algorithm 1</vt:lpstr>
      <vt:lpstr>Topological Sorting Algorithm 2: Using DFS</vt:lpstr>
      <vt:lpstr>Topological Sorting 2: Using DFS Example (Many Possible Solutions)</vt:lpstr>
      <vt:lpstr>Topological Sorting 2: Using DFS Example (Many Possible Solutions)</vt:lpstr>
      <vt:lpstr>Topological Sorting 2: Using DFS Example (Start from Top Vertex)</vt:lpstr>
      <vt:lpstr>Topological Sorting 2: Using DFS Example </vt:lpstr>
      <vt:lpstr>Topological Sorting 2: Using DFS Example </vt:lpstr>
      <vt:lpstr>Topological Sorting 2: Using DFS Example </vt:lpstr>
      <vt:lpstr>Topological Sorting 2: Using DFS Example </vt:lpstr>
      <vt:lpstr>Topological Sorting 2: Using DFS Example </vt:lpstr>
      <vt:lpstr>Topological Sorting 2: Using DFS Example </vt:lpstr>
      <vt:lpstr>Topological Sorting 2: Using DFS Example </vt:lpstr>
      <vt:lpstr>Topological Sorting 2: Using DFS Example </vt:lpstr>
    </vt:vector>
  </TitlesOfParts>
  <Company>Brown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05b Graph Algorithms</dc:title>
  <dc:creator>Roberto Tamassia</dc:creator>
  <cp:lastModifiedBy>Neoh Kee Lin</cp:lastModifiedBy>
  <cp:revision>1393</cp:revision>
  <dcterms:created xsi:type="dcterms:W3CDTF">2002-01-21T02:22:10Z</dcterms:created>
  <dcterms:modified xsi:type="dcterms:W3CDTF">2025-03-17T04:40:51Z</dcterms:modified>
</cp:coreProperties>
</file>