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371" r:id="rId4"/>
    <p:sldId id="372" r:id="rId5"/>
    <p:sldId id="386" r:id="rId6"/>
    <p:sldId id="388" r:id="rId7"/>
    <p:sldId id="446" r:id="rId8"/>
    <p:sldId id="387" r:id="rId9"/>
    <p:sldId id="403" r:id="rId10"/>
    <p:sldId id="404" r:id="rId11"/>
    <p:sldId id="406" r:id="rId12"/>
    <p:sldId id="407" r:id="rId13"/>
    <p:sldId id="408" r:id="rId14"/>
    <p:sldId id="409" r:id="rId15"/>
    <p:sldId id="410" r:id="rId16"/>
    <p:sldId id="411" r:id="rId17"/>
    <p:sldId id="454" r:id="rId18"/>
    <p:sldId id="455" r:id="rId19"/>
    <p:sldId id="447" r:id="rId20"/>
    <p:sldId id="413" r:id="rId21"/>
    <p:sldId id="415" r:id="rId22"/>
    <p:sldId id="416" r:id="rId23"/>
    <p:sldId id="418" r:id="rId24"/>
    <p:sldId id="419" r:id="rId25"/>
    <p:sldId id="420" r:id="rId26"/>
    <p:sldId id="421" r:id="rId27"/>
    <p:sldId id="422" r:id="rId28"/>
    <p:sldId id="423" r:id="rId29"/>
    <p:sldId id="449" r:id="rId30"/>
    <p:sldId id="453" r:id="rId31"/>
    <p:sldId id="456" r:id="rId32"/>
    <p:sldId id="427" r:id="rId33"/>
    <p:sldId id="448" r:id="rId34"/>
    <p:sldId id="429" r:id="rId35"/>
    <p:sldId id="430" r:id="rId36"/>
    <p:sldId id="431" r:id="rId37"/>
    <p:sldId id="451" r:id="rId38"/>
    <p:sldId id="452" r:id="rId39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74F6"/>
    <a:srgbClr val="6289F8"/>
    <a:srgbClr val="8097F8"/>
    <a:srgbClr val="2C61F6"/>
    <a:srgbClr val="F8F0D0"/>
    <a:srgbClr val="F2E4AA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7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0.xml"/><Relationship Id="rId13" Type="http://schemas.openxmlformats.org/officeDocument/2006/relationships/slide" Target="slides/slide25.xml"/><Relationship Id="rId3" Type="http://schemas.openxmlformats.org/officeDocument/2006/relationships/slide" Target="slides/slide11.xml"/><Relationship Id="rId7" Type="http://schemas.openxmlformats.org/officeDocument/2006/relationships/slide" Target="slides/slide19.xml"/><Relationship Id="rId12" Type="http://schemas.openxmlformats.org/officeDocument/2006/relationships/slide" Target="slides/slide24.xml"/><Relationship Id="rId2" Type="http://schemas.openxmlformats.org/officeDocument/2006/relationships/slide" Target="slides/slide10.xml"/><Relationship Id="rId1" Type="http://schemas.openxmlformats.org/officeDocument/2006/relationships/slide" Target="slides/slide9.xml"/><Relationship Id="rId6" Type="http://schemas.openxmlformats.org/officeDocument/2006/relationships/slide" Target="slides/slide14.xml"/><Relationship Id="rId11" Type="http://schemas.openxmlformats.org/officeDocument/2006/relationships/slide" Target="slides/slide23.xml"/><Relationship Id="rId5" Type="http://schemas.openxmlformats.org/officeDocument/2006/relationships/slide" Target="slides/slide13.xml"/><Relationship Id="rId15" Type="http://schemas.openxmlformats.org/officeDocument/2006/relationships/slide" Target="slides/slide36.xml"/><Relationship Id="rId10" Type="http://schemas.openxmlformats.org/officeDocument/2006/relationships/slide" Target="slides/slide22.xml"/><Relationship Id="rId4" Type="http://schemas.openxmlformats.org/officeDocument/2006/relationships/slide" Target="slides/slide12.xml"/><Relationship Id="rId9" Type="http://schemas.openxmlformats.org/officeDocument/2006/relationships/slide" Target="slides/slide21.xml"/><Relationship Id="rId14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B7D59485-1A86-4464-BF73-5A3B9FE7156F}"/>
    <pc:docChg chg="modSld">
      <pc:chgData name="Neoh Kee Lin" userId="9e68bd29-1eeb-4ae3-beb9-48fd59e465e5" providerId="ADAL" clId="{B7D59485-1A86-4464-BF73-5A3B9FE7156F}" dt="2025-01-06T05:18:13.319" v="23" actId="6549"/>
      <pc:docMkLst>
        <pc:docMk/>
      </pc:docMkLst>
      <pc:sldChg chg="modSp mod">
        <pc:chgData name="Neoh Kee Lin" userId="9e68bd29-1eeb-4ae3-beb9-48fd59e465e5" providerId="ADAL" clId="{B7D59485-1A86-4464-BF73-5A3B9FE7156F}" dt="2025-01-06T05:18:13.319" v="23" actId="6549"/>
        <pc:sldMkLst>
          <pc:docMk/>
          <pc:sldMk cId="0" sldId="431"/>
        </pc:sldMkLst>
        <pc:spChg chg="mod">
          <ac:chgData name="Neoh Kee Lin" userId="9e68bd29-1eeb-4ae3-beb9-48fd59e465e5" providerId="ADAL" clId="{B7D59485-1A86-4464-BF73-5A3B9FE7156F}" dt="2025-01-06T05:18:13.319" v="23" actId="6549"/>
          <ac:spMkLst>
            <pc:docMk/>
            <pc:sldMk cId="0" sldId="431"/>
            <ac:spMk id="53253" creationId="{00000000-0000-0000-0000-000000000000}"/>
          </ac:spMkLst>
        </pc:spChg>
      </pc:sldChg>
      <pc:sldChg chg="modSp mod">
        <pc:chgData name="Neoh Kee Lin" userId="9e68bd29-1eeb-4ae3-beb9-48fd59e465e5" providerId="ADAL" clId="{B7D59485-1A86-4464-BF73-5A3B9FE7156F}" dt="2025-01-06T05:17:22.135" v="4" actId="6549"/>
        <pc:sldMkLst>
          <pc:docMk/>
          <pc:sldMk cId="868152469" sldId="447"/>
        </pc:sldMkLst>
        <pc:spChg chg="mod">
          <ac:chgData name="Neoh Kee Lin" userId="9e68bd29-1eeb-4ae3-beb9-48fd59e465e5" providerId="ADAL" clId="{B7D59485-1A86-4464-BF73-5A3B9FE7156F}" dt="2025-01-06T05:17:22.135" v="4" actId="6549"/>
          <ac:spMkLst>
            <pc:docMk/>
            <pc:sldMk cId="868152469" sldId="447"/>
            <ac:spMk id="34821" creationId="{88472449-1823-8F3B-6C9B-889D59CAA4A0}"/>
          </ac:spMkLst>
        </pc:spChg>
      </pc:sldChg>
      <pc:sldChg chg="modSp mod">
        <pc:chgData name="Neoh Kee Lin" userId="9e68bd29-1eeb-4ae3-beb9-48fd59e465e5" providerId="ADAL" clId="{B7D59485-1A86-4464-BF73-5A3B9FE7156F}" dt="2025-01-06T05:17:44.299" v="9" actId="6549"/>
        <pc:sldMkLst>
          <pc:docMk/>
          <pc:sldMk cId="820563292" sldId="449"/>
        </pc:sldMkLst>
        <pc:spChg chg="mod">
          <ac:chgData name="Neoh Kee Lin" userId="9e68bd29-1eeb-4ae3-beb9-48fd59e465e5" providerId="ADAL" clId="{B7D59485-1A86-4464-BF73-5A3B9FE7156F}" dt="2025-01-06T05:17:44.299" v="9" actId="6549"/>
          <ac:spMkLst>
            <pc:docMk/>
            <pc:sldMk cId="820563292" sldId="449"/>
            <ac:spMk id="46085" creationId="{D315FE8A-0E1B-F007-455C-348573B92C08}"/>
          </ac:spMkLst>
        </pc:spChg>
      </pc:sldChg>
    </pc:docChg>
  </pc:docChgLst>
  <pc:docChgLst>
    <pc:chgData name="Neoh Kee Lin" userId="9e68bd29-1eeb-4ae3-beb9-48fd59e465e5" providerId="ADAL" clId="{F5F3DAD9-1DA3-4647-8572-EC89B01FF360}"/>
    <pc:docChg chg="modSld">
      <pc:chgData name="Neoh Kee Lin" userId="9e68bd29-1eeb-4ae3-beb9-48fd59e465e5" providerId="ADAL" clId="{F5F3DAD9-1DA3-4647-8572-EC89B01FF360}" dt="2024-06-07T11:14:44.817" v="3"/>
      <pc:docMkLst>
        <pc:docMk/>
      </pc:docMkLst>
      <pc:sldChg chg="modSp mod">
        <pc:chgData name="Neoh Kee Lin" userId="9e68bd29-1eeb-4ae3-beb9-48fd59e465e5" providerId="ADAL" clId="{F5F3DAD9-1DA3-4647-8572-EC89B01FF360}" dt="2024-06-07T11:14:44.817" v="3"/>
        <pc:sldMkLst>
          <pc:docMk/>
          <pc:sldMk cId="0" sldId="412"/>
        </pc:sldMkLst>
      </pc:sldChg>
      <pc:sldChg chg="modSp mod">
        <pc:chgData name="Neoh Kee Lin" userId="9e68bd29-1eeb-4ae3-beb9-48fd59e465e5" providerId="ADAL" clId="{F5F3DAD9-1DA3-4647-8572-EC89B01FF360}" dt="2024-06-07T11:14:35.728" v="2" actId="20577"/>
        <pc:sldMkLst>
          <pc:docMk/>
          <pc:sldMk cId="0" sldId="424"/>
        </pc:sldMkLst>
      </pc:sldChg>
    </pc:docChg>
  </pc:docChgLst>
  <pc:docChgLst>
    <pc:chgData name="Neoh Kee Lin" userId="9e68bd29-1eeb-4ae3-beb9-48fd59e465e5" providerId="ADAL" clId="{F732DB7F-3DE9-44AD-A50E-C9F01D3DDFA0}"/>
    <pc:docChg chg="undo custSel modSld">
      <pc:chgData name="Neoh Kee Lin" userId="9e68bd29-1eeb-4ae3-beb9-48fd59e465e5" providerId="ADAL" clId="{F732DB7F-3DE9-44AD-A50E-C9F01D3DDFA0}" dt="2022-12-22T16:27:03.395" v="16" actId="14100"/>
      <pc:docMkLst>
        <pc:docMk/>
      </pc:docMkLst>
      <pc:sldChg chg="modSp mod">
        <pc:chgData name="Neoh Kee Lin" userId="9e68bd29-1eeb-4ae3-beb9-48fd59e465e5" providerId="ADAL" clId="{F732DB7F-3DE9-44AD-A50E-C9F01D3DDFA0}" dt="2022-12-22T16:24:55.408" v="8" actId="790"/>
        <pc:sldMkLst>
          <pc:docMk/>
          <pc:sldMk cId="0" sldId="412"/>
        </pc:sldMkLst>
      </pc:sldChg>
      <pc:sldChg chg="modSp">
        <pc:chgData name="Neoh Kee Lin" userId="9e68bd29-1eeb-4ae3-beb9-48fd59e465e5" providerId="ADAL" clId="{F732DB7F-3DE9-44AD-A50E-C9F01D3DDFA0}" dt="2022-12-22T16:25:43.378" v="11" actId="1036"/>
        <pc:sldMkLst>
          <pc:docMk/>
          <pc:sldMk cId="0" sldId="416"/>
        </pc:sldMkLst>
      </pc:sldChg>
      <pc:sldChg chg="modSp mod">
        <pc:chgData name="Neoh Kee Lin" userId="9e68bd29-1eeb-4ae3-beb9-48fd59e465e5" providerId="ADAL" clId="{F732DB7F-3DE9-44AD-A50E-C9F01D3DDFA0}" dt="2022-12-22T16:26:13.940" v="13" actId="790"/>
        <pc:sldMkLst>
          <pc:docMk/>
          <pc:sldMk cId="0" sldId="424"/>
        </pc:sldMkLst>
      </pc:sldChg>
      <pc:sldChg chg="modSp mod">
        <pc:chgData name="Neoh Kee Lin" userId="9e68bd29-1eeb-4ae3-beb9-48fd59e465e5" providerId="ADAL" clId="{F732DB7F-3DE9-44AD-A50E-C9F01D3DDFA0}" dt="2022-12-22T16:27:03.395" v="16" actId="14100"/>
        <pc:sldMkLst>
          <pc:docMk/>
          <pc:sldMk cId="0" sldId="431"/>
        </pc:sldMkLst>
      </pc:sldChg>
    </pc:docChg>
  </pc:docChgLst>
  <pc:docChgLst>
    <pc:chgData name="Neoh Kee Lin" userId="9e68bd29-1eeb-4ae3-beb9-48fd59e465e5" providerId="ADAL" clId="{AE42B1CB-6F86-4820-B6A2-801F85BEDCA8}"/>
    <pc:docChg chg="undo custSel addSld delSld modSld">
      <pc:chgData name="Neoh Kee Lin" userId="9e68bd29-1eeb-4ae3-beb9-48fd59e465e5" providerId="ADAL" clId="{AE42B1CB-6F86-4820-B6A2-801F85BEDCA8}" dt="2024-12-29T18:31:30.306" v="1986" actId="20577"/>
      <pc:docMkLst>
        <pc:docMk/>
      </pc:docMkLst>
      <pc:sldChg chg="modSp mod">
        <pc:chgData name="Neoh Kee Lin" userId="9e68bd29-1eeb-4ae3-beb9-48fd59e465e5" providerId="ADAL" clId="{AE42B1CB-6F86-4820-B6A2-801F85BEDCA8}" dt="2024-12-29T18:29:02.907" v="1957" actId="6549"/>
        <pc:sldMkLst>
          <pc:docMk/>
          <pc:sldMk cId="0" sldId="387"/>
        </pc:sldMkLst>
        <pc:spChg chg="mod">
          <ac:chgData name="Neoh Kee Lin" userId="9e68bd29-1eeb-4ae3-beb9-48fd59e465e5" providerId="ADAL" clId="{AE42B1CB-6F86-4820-B6A2-801F85BEDCA8}" dt="2024-12-23T10:11:42.443" v="6" actId="1037"/>
          <ac:spMkLst>
            <pc:docMk/>
            <pc:sldMk cId="0" sldId="387"/>
            <ac:spMk id="23556" creationId="{00000000-0000-0000-0000-000000000000}"/>
          </ac:spMkLst>
        </pc:spChg>
        <pc:spChg chg="mod">
          <ac:chgData name="Neoh Kee Lin" userId="9e68bd29-1eeb-4ae3-beb9-48fd59e465e5" providerId="ADAL" clId="{AE42B1CB-6F86-4820-B6A2-801F85BEDCA8}" dt="2024-12-29T18:29:02.907" v="1957" actId="6549"/>
          <ac:spMkLst>
            <pc:docMk/>
            <pc:sldMk cId="0" sldId="387"/>
            <ac:spMk id="23557" creationId="{00000000-0000-0000-0000-000000000000}"/>
          </ac:spMkLst>
        </pc:spChg>
        <pc:graphicFrameChg chg="mod">
          <ac:chgData name="Neoh Kee Lin" userId="9e68bd29-1eeb-4ae3-beb9-48fd59e465e5" providerId="ADAL" clId="{AE42B1CB-6F86-4820-B6A2-801F85BEDCA8}" dt="2024-12-23T10:11:42.443" v="6" actId="1037"/>
          <ac:graphicFrameMkLst>
            <pc:docMk/>
            <pc:sldMk cId="0" sldId="387"/>
            <ac:graphicFrameMk id="23559" creationId="{00000000-0000-0000-0000-000000000000}"/>
          </ac:graphicFrameMkLst>
        </pc:graphicFrameChg>
      </pc:sldChg>
      <pc:sldChg chg="del">
        <pc:chgData name="Neoh Kee Lin" userId="9e68bd29-1eeb-4ae3-beb9-48fd59e465e5" providerId="ADAL" clId="{AE42B1CB-6F86-4820-B6A2-801F85BEDCA8}" dt="2024-12-29T17:55:20.681" v="1253" actId="47"/>
        <pc:sldMkLst>
          <pc:docMk/>
          <pc:sldMk cId="0" sldId="412"/>
        </pc:sldMkLst>
      </pc:sldChg>
      <pc:sldChg chg="modSp mod">
        <pc:chgData name="Neoh Kee Lin" userId="9e68bd29-1eeb-4ae3-beb9-48fd59e465e5" providerId="ADAL" clId="{AE42B1CB-6F86-4820-B6A2-801F85BEDCA8}" dt="2024-12-29T18:06:07.486" v="1345" actId="6549"/>
        <pc:sldMkLst>
          <pc:docMk/>
          <pc:sldMk cId="0" sldId="413"/>
        </pc:sldMkLst>
        <pc:spChg chg="mod">
          <ac:chgData name="Neoh Kee Lin" userId="9e68bd29-1eeb-4ae3-beb9-48fd59e465e5" providerId="ADAL" clId="{AE42B1CB-6F86-4820-B6A2-801F85BEDCA8}" dt="2024-12-29T18:06:07.486" v="1345" actId="6549"/>
          <ac:spMkLst>
            <pc:docMk/>
            <pc:sldMk cId="0" sldId="413"/>
            <ac:spMk id="35844" creationId="{00000000-0000-0000-0000-000000000000}"/>
          </ac:spMkLst>
        </pc:spChg>
      </pc:sldChg>
      <pc:sldChg chg="modSp mod">
        <pc:chgData name="Neoh Kee Lin" userId="9e68bd29-1eeb-4ae3-beb9-48fd59e465e5" providerId="ADAL" clId="{AE42B1CB-6F86-4820-B6A2-801F85BEDCA8}" dt="2024-12-29T18:07:25.207" v="1346" actId="6549"/>
        <pc:sldMkLst>
          <pc:docMk/>
          <pc:sldMk cId="0" sldId="423"/>
        </pc:sldMkLst>
        <pc:spChg chg="mod">
          <ac:chgData name="Neoh Kee Lin" userId="9e68bd29-1eeb-4ae3-beb9-48fd59e465e5" providerId="ADAL" clId="{AE42B1CB-6F86-4820-B6A2-801F85BEDCA8}" dt="2024-12-29T18:07:25.207" v="1346" actId="6549"/>
          <ac:spMkLst>
            <pc:docMk/>
            <pc:sldMk cId="0" sldId="423"/>
            <ac:spMk id="45062" creationId="{00000000-0000-0000-0000-000000000000}"/>
          </ac:spMkLst>
        </pc:spChg>
      </pc:sldChg>
      <pc:sldChg chg="modSp del mod">
        <pc:chgData name="Neoh Kee Lin" userId="9e68bd29-1eeb-4ae3-beb9-48fd59e465e5" providerId="ADAL" clId="{AE42B1CB-6F86-4820-B6A2-801F85BEDCA8}" dt="2024-12-29T17:46:17.618" v="1190" actId="47"/>
        <pc:sldMkLst>
          <pc:docMk/>
          <pc:sldMk cId="0" sldId="424"/>
        </pc:sldMkLst>
      </pc:sldChg>
      <pc:sldChg chg="modSp mod">
        <pc:chgData name="Neoh Kee Lin" userId="9e68bd29-1eeb-4ae3-beb9-48fd59e465e5" providerId="ADAL" clId="{AE42B1CB-6F86-4820-B6A2-801F85BEDCA8}" dt="2024-12-29T18:30:24.128" v="1970"/>
        <pc:sldMkLst>
          <pc:docMk/>
          <pc:sldMk cId="0" sldId="427"/>
        </pc:sldMkLst>
        <pc:spChg chg="mod">
          <ac:chgData name="Neoh Kee Lin" userId="9e68bd29-1eeb-4ae3-beb9-48fd59e465e5" providerId="ADAL" clId="{AE42B1CB-6F86-4820-B6A2-801F85BEDCA8}" dt="2024-12-29T18:30:24.128" v="1970"/>
          <ac:spMkLst>
            <pc:docMk/>
            <pc:sldMk cId="0" sldId="427"/>
            <ac:spMk id="49156" creationId="{00000000-0000-0000-0000-000000000000}"/>
          </ac:spMkLst>
        </pc:spChg>
      </pc:sldChg>
      <pc:sldChg chg="del">
        <pc:chgData name="Neoh Kee Lin" userId="9e68bd29-1eeb-4ae3-beb9-48fd59e465e5" providerId="ADAL" clId="{AE42B1CB-6F86-4820-B6A2-801F85BEDCA8}" dt="2024-12-29T16:45:34.856" v="1166" actId="47"/>
        <pc:sldMkLst>
          <pc:docMk/>
          <pc:sldMk cId="0" sldId="428"/>
        </pc:sldMkLst>
      </pc:sldChg>
      <pc:sldChg chg="modSp">
        <pc:chgData name="Neoh Kee Lin" userId="9e68bd29-1eeb-4ae3-beb9-48fd59e465e5" providerId="ADAL" clId="{AE42B1CB-6F86-4820-B6A2-801F85BEDCA8}" dt="2024-12-29T16:45:50.872" v="1180" actId="1037"/>
        <pc:sldMkLst>
          <pc:docMk/>
          <pc:sldMk cId="0" sldId="429"/>
        </pc:sldMkLst>
        <pc:picChg chg="mod">
          <ac:chgData name="Neoh Kee Lin" userId="9e68bd29-1eeb-4ae3-beb9-48fd59e465e5" providerId="ADAL" clId="{AE42B1CB-6F86-4820-B6A2-801F85BEDCA8}" dt="2024-12-29T16:45:50.872" v="1180" actId="1037"/>
          <ac:picMkLst>
            <pc:docMk/>
            <pc:sldMk cId="0" sldId="429"/>
            <ac:picMk id="240644" creationId="{00000000-0000-0000-0000-000000000000}"/>
          </ac:picMkLst>
        </pc:picChg>
      </pc:sldChg>
      <pc:sldChg chg="modSp mod">
        <pc:chgData name="Neoh Kee Lin" userId="9e68bd29-1eeb-4ae3-beb9-48fd59e465e5" providerId="ADAL" clId="{AE42B1CB-6F86-4820-B6A2-801F85BEDCA8}" dt="2024-12-29T18:31:30.306" v="1986" actId="20577"/>
        <pc:sldMkLst>
          <pc:docMk/>
          <pc:sldMk cId="0" sldId="431"/>
        </pc:sldMkLst>
        <pc:spChg chg="mod">
          <ac:chgData name="Neoh Kee Lin" userId="9e68bd29-1eeb-4ae3-beb9-48fd59e465e5" providerId="ADAL" clId="{AE42B1CB-6F86-4820-B6A2-801F85BEDCA8}" dt="2024-12-29T18:31:30.306" v="1986" actId="20577"/>
          <ac:spMkLst>
            <pc:docMk/>
            <pc:sldMk cId="0" sldId="431"/>
            <ac:spMk id="53253" creationId="{00000000-0000-0000-0000-000000000000}"/>
          </ac:spMkLst>
        </pc:spChg>
        <pc:spChg chg="mod">
          <ac:chgData name="Neoh Kee Lin" userId="9e68bd29-1eeb-4ae3-beb9-48fd59e465e5" providerId="ADAL" clId="{AE42B1CB-6F86-4820-B6A2-801F85BEDCA8}" dt="2024-12-29T16:39:42.554" v="1102" actId="1036"/>
          <ac:spMkLst>
            <pc:docMk/>
            <pc:sldMk cId="0" sldId="431"/>
            <ac:spMk id="53254" creationId="{00000000-0000-0000-0000-000000000000}"/>
          </ac:spMkLst>
        </pc:spChg>
      </pc:sldChg>
      <pc:sldChg chg="modSp add mod">
        <pc:chgData name="Neoh Kee Lin" userId="9e68bd29-1eeb-4ae3-beb9-48fd59e465e5" providerId="ADAL" clId="{AE42B1CB-6F86-4820-B6A2-801F85BEDCA8}" dt="2024-12-29T18:28:02.629" v="1933" actId="6549"/>
        <pc:sldMkLst>
          <pc:docMk/>
          <pc:sldMk cId="868152469" sldId="447"/>
        </pc:sldMkLst>
        <pc:spChg chg="mod">
          <ac:chgData name="Neoh Kee Lin" userId="9e68bd29-1eeb-4ae3-beb9-48fd59e465e5" providerId="ADAL" clId="{AE42B1CB-6F86-4820-B6A2-801F85BEDCA8}" dt="2024-12-29T18:28:02.629" v="1933" actId="6549"/>
          <ac:spMkLst>
            <pc:docMk/>
            <pc:sldMk cId="868152469" sldId="447"/>
            <ac:spMk id="34820" creationId="{C09B28C5-13C0-7636-B922-7C5EE7BFC4E4}"/>
          </ac:spMkLst>
        </pc:spChg>
        <pc:spChg chg="mod">
          <ac:chgData name="Neoh Kee Lin" userId="9e68bd29-1eeb-4ae3-beb9-48fd59e465e5" providerId="ADAL" clId="{AE42B1CB-6F86-4820-B6A2-801F85BEDCA8}" dt="2024-12-29T18:27:35.186" v="1929" actId="20577"/>
          <ac:spMkLst>
            <pc:docMk/>
            <pc:sldMk cId="868152469" sldId="447"/>
            <ac:spMk id="34821" creationId="{88472449-1823-8F3B-6C9B-889D59CAA4A0}"/>
          </ac:spMkLst>
        </pc:spChg>
      </pc:sldChg>
      <pc:sldChg chg="modSp add mod">
        <pc:chgData name="Neoh Kee Lin" userId="9e68bd29-1eeb-4ae3-beb9-48fd59e465e5" providerId="ADAL" clId="{AE42B1CB-6F86-4820-B6A2-801F85BEDCA8}" dt="2024-12-29T18:17:47.117" v="1692" actId="20577"/>
        <pc:sldMkLst>
          <pc:docMk/>
          <pc:sldMk cId="1107906183" sldId="448"/>
        </pc:sldMkLst>
        <pc:spChg chg="mod">
          <ac:chgData name="Neoh Kee Lin" userId="9e68bd29-1eeb-4ae3-beb9-48fd59e465e5" providerId="ADAL" clId="{AE42B1CB-6F86-4820-B6A2-801F85BEDCA8}" dt="2024-12-23T10:37:39.876" v="575" actId="1037"/>
          <ac:spMkLst>
            <pc:docMk/>
            <pc:sldMk cId="1107906183" sldId="448"/>
            <ac:spMk id="50180" creationId="{CFC9A8C3-7029-EC43-621D-5836F78EE44A}"/>
          </ac:spMkLst>
        </pc:spChg>
        <pc:spChg chg="mod">
          <ac:chgData name="Neoh Kee Lin" userId="9e68bd29-1eeb-4ae3-beb9-48fd59e465e5" providerId="ADAL" clId="{AE42B1CB-6F86-4820-B6A2-801F85BEDCA8}" dt="2024-12-29T18:17:47.117" v="1692" actId="20577"/>
          <ac:spMkLst>
            <pc:docMk/>
            <pc:sldMk cId="1107906183" sldId="448"/>
            <ac:spMk id="50181" creationId="{A7E19AC5-1C17-63DB-C3FC-A35B09A11D9A}"/>
          </ac:spMkLst>
        </pc:spChg>
      </pc:sldChg>
      <pc:sldChg chg="modSp add mod">
        <pc:chgData name="Neoh Kee Lin" userId="9e68bd29-1eeb-4ae3-beb9-48fd59e465e5" providerId="ADAL" clId="{AE42B1CB-6F86-4820-B6A2-801F85BEDCA8}" dt="2024-12-29T18:29:54.546" v="1965" actId="6549"/>
        <pc:sldMkLst>
          <pc:docMk/>
          <pc:sldMk cId="820563292" sldId="449"/>
        </pc:sldMkLst>
        <pc:spChg chg="mod">
          <ac:chgData name="Neoh Kee Lin" userId="9e68bd29-1eeb-4ae3-beb9-48fd59e465e5" providerId="ADAL" clId="{AE42B1CB-6F86-4820-B6A2-801F85BEDCA8}" dt="2024-12-29T18:29:54.546" v="1965" actId="6549"/>
          <ac:spMkLst>
            <pc:docMk/>
            <pc:sldMk cId="820563292" sldId="449"/>
            <ac:spMk id="46084" creationId="{EC78E221-0995-7567-C10C-F797FDC1FA9D}"/>
          </ac:spMkLst>
        </pc:spChg>
        <pc:spChg chg="mod">
          <ac:chgData name="Neoh Kee Lin" userId="9e68bd29-1eeb-4ae3-beb9-48fd59e465e5" providerId="ADAL" clId="{AE42B1CB-6F86-4820-B6A2-801F85BEDCA8}" dt="2024-12-29T18:18:47.579" v="1693" actId="404"/>
          <ac:spMkLst>
            <pc:docMk/>
            <pc:sldMk cId="820563292" sldId="449"/>
            <ac:spMk id="46085" creationId="{D315FE8A-0E1B-F007-455C-348573B92C08}"/>
          </ac:spMkLst>
        </pc:spChg>
      </pc:sldChg>
    </pc:docChg>
  </pc:docChgLst>
  <pc:docChgLst>
    <pc:chgData name="Neoh Kee Lin" userId="9e68bd29-1eeb-4ae3-beb9-48fd59e465e5" providerId="ADAL" clId="{A998B471-CFFE-4ADC-A50C-41D6F359ABEE}"/>
    <pc:docChg chg="undo custSel modSld">
      <pc:chgData name="Neoh Kee Lin" userId="9e68bd29-1eeb-4ae3-beb9-48fd59e465e5" providerId="ADAL" clId="{A998B471-CFFE-4ADC-A50C-41D6F359ABEE}" dt="2025-01-02T05:25:32.947" v="241" actId="6549"/>
      <pc:docMkLst>
        <pc:docMk/>
      </pc:docMkLst>
      <pc:sldChg chg="modSp mod">
        <pc:chgData name="Neoh Kee Lin" userId="9e68bd29-1eeb-4ae3-beb9-48fd59e465e5" providerId="ADAL" clId="{A998B471-CFFE-4ADC-A50C-41D6F359ABEE}" dt="2025-01-02T05:23:03.128" v="167" actId="6549"/>
        <pc:sldMkLst>
          <pc:docMk/>
          <pc:sldMk cId="0" sldId="387"/>
        </pc:sldMkLst>
        <pc:spChg chg="mod">
          <ac:chgData name="Neoh Kee Lin" userId="9e68bd29-1eeb-4ae3-beb9-48fd59e465e5" providerId="ADAL" clId="{A998B471-CFFE-4ADC-A50C-41D6F359ABEE}" dt="2025-01-02T05:23:03.128" v="167" actId="6549"/>
          <ac:spMkLst>
            <pc:docMk/>
            <pc:sldMk cId="0" sldId="387"/>
            <ac:spMk id="23557" creationId="{00000000-0000-0000-0000-000000000000}"/>
          </ac:spMkLst>
        </pc:spChg>
      </pc:sldChg>
      <pc:sldChg chg="modSp mod">
        <pc:chgData name="Neoh Kee Lin" userId="9e68bd29-1eeb-4ae3-beb9-48fd59e465e5" providerId="ADAL" clId="{A998B471-CFFE-4ADC-A50C-41D6F359ABEE}" dt="2025-01-02T05:14:18.112" v="0" actId="6549"/>
        <pc:sldMkLst>
          <pc:docMk/>
          <pc:sldMk cId="0" sldId="404"/>
        </pc:sldMkLst>
        <pc:spChg chg="mod">
          <ac:chgData name="Neoh Kee Lin" userId="9e68bd29-1eeb-4ae3-beb9-48fd59e465e5" providerId="ADAL" clId="{A998B471-CFFE-4ADC-A50C-41D6F359ABEE}" dt="2025-01-02T05:14:18.112" v="0" actId="6549"/>
          <ac:spMkLst>
            <pc:docMk/>
            <pc:sldMk cId="0" sldId="404"/>
            <ac:spMk id="26628" creationId="{00000000-0000-0000-0000-000000000000}"/>
          </ac:spMkLst>
        </pc:spChg>
      </pc:sldChg>
      <pc:sldChg chg="modSp mod">
        <pc:chgData name="Neoh Kee Lin" userId="9e68bd29-1eeb-4ae3-beb9-48fd59e465e5" providerId="ADAL" clId="{A998B471-CFFE-4ADC-A50C-41D6F359ABEE}" dt="2025-01-02T05:25:32.947" v="241" actId="6549"/>
        <pc:sldMkLst>
          <pc:docMk/>
          <pc:sldMk cId="0" sldId="431"/>
        </pc:sldMkLst>
        <pc:spChg chg="mod">
          <ac:chgData name="Neoh Kee Lin" userId="9e68bd29-1eeb-4ae3-beb9-48fd59e465e5" providerId="ADAL" clId="{A998B471-CFFE-4ADC-A50C-41D6F359ABEE}" dt="2025-01-02T05:25:32.947" v="241" actId="6549"/>
          <ac:spMkLst>
            <pc:docMk/>
            <pc:sldMk cId="0" sldId="431"/>
            <ac:spMk id="53253" creationId="{00000000-0000-0000-0000-000000000000}"/>
          </ac:spMkLst>
        </pc:spChg>
      </pc:sldChg>
      <pc:sldChg chg="modSp mod">
        <pc:chgData name="Neoh Kee Lin" userId="9e68bd29-1eeb-4ae3-beb9-48fd59e465e5" providerId="ADAL" clId="{A998B471-CFFE-4ADC-A50C-41D6F359ABEE}" dt="2025-01-02T05:24:28.086" v="202" actId="20577"/>
        <pc:sldMkLst>
          <pc:docMk/>
          <pc:sldMk cId="868152469" sldId="447"/>
        </pc:sldMkLst>
        <pc:spChg chg="mod">
          <ac:chgData name="Neoh Kee Lin" userId="9e68bd29-1eeb-4ae3-beb9-48fd59e465e5" providerId="ADAL" clId="{A998B471-CFFE-4ADC-A50C-41D6F359ABEE}" dt="2025-01-02T05:24:28.086" v="202" actId="20577"/>
          <ac:spMkLst>
            <pc:docMk/>
            <pc:sldMk cId="868152469" sldId="447"/>
            <ac:spMk id="34821" creationId="{88472449-1823-8F3B-6C9B-889D59CAA4A0}"/>
          </ac:spMkLst>
        </pc:spChg>
      </pc:sldChg>
      <pc:sldChg chg="modSp mod">
        <pc:chgData name="Neoh Kee Lin" userId="9e68bd29-1eeb-4ae3-beb9-48fd59e465e5" providerId="ADAL" clId="{A998B471-CFFE-4ADC-A50C-41D6F359ABEE}" dt="2025-01-02T05:25:11.285" v="220" actId="6549"/>
        <pc:sldMkLst>
          <pc:docMk/>
          <pc:sldMk cId="1107906183" sldId="448"/>
        </pc:sldMkLst>
        <pc:spChg chg="mod">
          <ac:chgData name="Neoh Kee Lin" userId="9e68bd29-1eeb-4ae3-beb9-48fd59e465e5" providerId="ADAL" clId="{A998B471-CFFE-4ADC-A50C-41D6F359ABEE}" dt="2025-01-02T05:25:11.285" v="220" actId="6549"/>
          <ac:spMkLst>
            <pc:docMk/>
            <pc:sldMk cId="1107906183" sldId="448"/>
            <ac:spMk id="50181" creationId="{A7E19AC5-1C17-63DB-C3FC-A35B09A11D9A}"/>
          </ac:spMkLst>
        </pc:spChg>
      </pc:sldChg>
      <pc:sldChg chg="modSp mod">
        <pc:chgData name="Neoh Kee Lin" userId="9e68bd29-1eeb-4ae3-beb9-48fd59e465e5" providerId="ADAL" clId="{A998B471-CFFE-4ADC-A50C-41D6F359ABEE}" dt="2025-01-02T05:24:52.142" v="213" actId="6549"/>
        <pc:sldMkLst>
          <pc:docMk/>
          <pc:sldMk cId="820563292" sldId="449"/>
        </pc:sldMkLst>
        <pc:spChg chg="mod">
          <ac:chgData name="Neoh Kee Lin" userId="9e68bd29-1eeb-4ae3-beb9-48fd59e465e5" providerId="ADAL" clId="{A998B471-CFFE-4ADC-A50C-41D6F359ABEE}" dt="2025-01-02T05:24:52.142" v="213" actId="6549"/>
          <ac:spMkLst>
            <pc:docMk/>
            <pc:sldMk cId="820563292" sldId="449"/>
            <ac:spMk id="46085" creationId="{D315FE8A-0E1B-F007-455C-348573B92C08}"/>
          </ac:spMkLst>
        </pc:spChg>
      </pc:sldChg>
    </pc:docChg>
  </pc:docChgLst>
  <pc:docChgLst>
    <pc:chgData name="Neoh Kee Lin" userId="9e68bd29-1eeb-4ae3-beb9-48fd59e465e5" providerId="ADAL" clId="{CA1D92E6-B774-4BAA-B5B4-F303C40F1FAB}"/>
    <pc:docChg chg="undo custSel addSld delSld modSld sldOrd">
      <pc:chgData name="Neoh Kee Lin" userId="9e68bd29-1eeb-4ae3-beb9-48fd59e465e5" providerId="ADAL" clId="{CA1D92E6-B774-4BAA-B5B4-F303C40F1FAB}" dt="2025-03-17T04:11:11.728" v="1117" actId="6549"/>
      <pc:docMkLst>
        <pc:docMk/>
      </pc:docMkLst>
      <pc:sldChg chg="addSp delSp modSp mod">
        <pc:chgData name="Neoh Kee Lin" userId="9e68bd29-1eeb-4ae3-beb9-48fd59e465e5" providerId="ADAL" clId="{CA1D92E6-B774-4BAA-B5B4-F303C40F1FAB}" dt="2025-03-17T03:50:32.966" v="781"/>
        <pc:sldMkLst>
          <pc:docMk/>
          <pc:sldMk cId="0" sldId="410"/>
        </pc:sldMkLst>
        <pc:spChg chg="add 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" creationId="{B99D96A9-E9DA-A4D6-5FF4-D9D2242C93FE}"/>
          </ac:spMkLst>
        </pc:spChg>
        <pc:spChg chg="add mod">
          <ac:chgData name="Neoh Kee Lin" userId="9e68bd29-1eeb-4ae3-beb9-48fd59e465e5" providerId="ADAL" clId="{CA1D92E6-B774-4BAA-B5B4-F303C40F1FAB}" dt="2025-03-17T03:24:07.976" v="76" actId="1036"/>
          <ac:spMkLst>
            <pc:docMk/>
            <pc:sldMk cId="0" sldId="410"/>
            <ac:spMk id="5" creationId="{D91E2FAA-51C5-68B2-F395-D8D25A41C2CA}"/>
          </ac:spMkLst>
        </pc:spChg>
        <pc:spChg chg="add mod">
          <ac:chgData name="Neoh Kee Lin" userId="9e68bd29-1eeb-4ae3-beb9-48fd59e465e5" providerId="ADAL" clId="{CA1D92E6-B774-4BAA-B5B4-F303C40F1FAB}" dt="2025-03-17T03:24:07.976" v="76" actId="1036"/>
          <ac:spMkLst>
            <pc:docMk/>
            <pc:sldMk cId="0" sldId="410"/>
            <ac:spMk id="16" creationId="{61E52F43-B62D-D393-9B45-CBCFFE046766}"/>
          </ac:spMkLst>
        </pc:spChg>
        <pc:spChg chg="add mod">
          <ac:chgData name="Neoh Kee Lin" userId="9e68bd29-1eeb-4ae3-beb9-48fd59e465e5" providerId="ADAL" clId="{CA1D92E6-B774-4BAA-B5B4-F303C40F1FAB}" dt="2025-03-17T03:24:07.976" v="76" actId="1036"/>
          <ac:spMkLst>
            <pc:docMk/>
            <pc:sldMk cId="0" sldId="410"/>
            <ac:spMk id="20" creationId="{6BA52EDA-5EAE-0696-32E5-CBA05D891E14}"/>
          </ac:spMkLst>
        </pc:spChg>
        <pc:spChg chg="add mod">
          <ac:chgData name="Neoh Kee Lin" userId="9e68bd29-1eeb-4ae3-beb9-48fd59e465e5" providerId="ADAL" clId="{CA1D92E6-B774-4BAA-B5B4-F303C40F1FAB}" dt="2025-03-17T03:36:01.759" v="481" actId="1037"/>
          <ac:spMkLst>
            <pc:docMk/>
            <pc:sldMk cId="0" sldId="410"/>
            <ac:spMk id="21" creationId="{83604E3D-F613-2CF3-AA85-1E6BEAF386F3}"/>
          </ac:spMkLst>
        </pc:spChg>
        <pc:spChg chg="add mod">
          <ac:chgData name="Neoh Kee Lin" userId="9e68bd29-1eeb-4ae3-beb9-48fd59e465e5" providerId="ADAL" clId="{CA1D92E6-B774-4BAA-B5B4-F303C40F1FAB}" dt="2025-03-17T03:24:07.976" v="76" actId="1036"/>
          <ac:spMkLst>
            <pc:docMk/>
            <pc:sldMk cId="0" sldId="410"/>
            <ac:spMk id="22" creationId="{4B58ABD1-3AE5-3E63-7A6E-24CDA6D83484}"/>
          </ac:spMkLst>
        </pc:spChg>
        <pc:spChg chg="add mod">
          <ac:chgData name="Neoh Kee Lin" userId="9e68bd29-1eeb-4ae3-beb9-48fd59e465e5" providerId="ADAL" clId="{CA1D92E6-B774-4BAA-B5B4-F303C40F1FAB}" dt="2025-03-17T03:36:01.759" v="481" actId="1037"/>
          <ac:spMkLst>
            <pc:docMk/>
            <pc:sldMk cId="0" sldId="410"/>
            <ac:spMk id="23" creationId="{C75622C8-4E28-39A4-0200-4D1C46D5A586}"/>
          </ac:spMkLst>
        </pc:spChg>
        <pc:spChg chg="add mod">
          <ac:chgData name="Neoh Kee Lin" userId="9e68bd29-1eeb-4ae3-beb9-48fd59e465e5" providerId="ADAL" clId="{CA1D92E6-B774-4BAA-B5B4-F303C40F1FAB}" dt="2025-03-17T03:24:07.976" v="76" actId="1036"/>
          <ac:spMkLst>
            <pc:docMk/>
            <pc:sldMk cId="0" sldId="410"/>
            <ac:spMk id="25" creationId="{0D54721A-28E5-6F59-A86B-7227F072997A}"/>
          </ac:spMkLst>
        </pc:spChg>
        <pc:spChg chg="add mod">
          <ac:chgData name="Neoh Kee Lin" userId="9e68bd29-1eeb-4ae3-beb9-48fd59e465e5" providerId="ADAL" clId="{CA1D92E6-B774-4BAA-B5B4-F303C40F1FAB}" dt="2025-03-17T03:24:07.976" v="76" actId="1036"/>
          <ac:spMkLst>
            <pc:docMk/>
            <pc:sldMk cId="0" sldId="410"/>
            <ac:spMk id="27" creationId="{A929294D-F73E-F404-0993-01340F42FF28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28" creationId="{E1EF3A2A-6BEA-3894-0ABB-5C8D2F11895A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0" creationId="{EC2B6B89-279F-2D13-450F-9C02C7BD14B5}"/>
          </ac:spMkLst>
        </pc:spChg>
        <pc:spChg chg="add mod">
          <ac:chgData name="Neoh Kee Lin" userId="9e68bd29-1eeb-4ae3-beb9-48fd59e465e5" providerId="ADAL" clId="{CA1D92E6-B774-4BAA-B5B4-F303C40F1FAB}" dt="2025-03-17T03:36:01.759" v="481" actId="1037"/>
          <ac:spMkLst>
            <pc:docMk/>
            <pc:sldMk cId="0" sldId="410"/>
            <ac:spMk id="31" creationId="{9287B115-2B3E-A47A-C278-5702CFF6C953}"/>
          </ac:spMkLst>
        </pc:spChg>
        <pc:spChg chg="add mod">
          <ac:chgData name="Neoh Kee Lin" userId="9e68bd29-1eeb-4ae3-beb9-48fd59e465e5" providerId="ADAL" clId="{CA1D92E6-B774-4BAA-B5B4-F303C40F1FAB}" dt="2025-03-17T03:25:46.682" v="182" actId="1037"/>
          <ac:spMkLst>
            <pc:docMk/>
            <pc:sldMk cId="0" sldId="410"/>
            <ac:spMk id="33" creationId="{B64D3E40-8072-61CF-046F-46D1896FAFA1}"/>
          </ac:spMkLst>
        </pc:spChg>
        <pc:spChg chg="add mod">
          <ac:chgData name="Neoh Kee Lin" userId="9e68bd29-1eeb-4ae3-beb9-48fd59e465e5" providerId="ADAL" clId="{CA1D92E6-B774-4BAA-B5B4-F303C40F1FAB}" dt="2025-03-17T03:25:41.024" v="180" actId="1037"/>
          <ac:spMkLst>
            <pc:docMk/>
            <pc:sldMk cId="0" sldId="410"/>
            <ac:spMk id="34" creationId="{364FC3E1-6AA4-55FB-12F4-06F7649F8586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7" creationId="{DFDA8351-3834-DD28-175A-08DC8D192E2B}"/>
          </ac:spMkLst>
        </pc:spChg>
        <pc:spChg chg="add mod">
          <ac:chgData name="Neoh Kee Lin" userId="9e68bd29-1eeb-4ae3-beb9-48fd59e465e5" providerId="ADAL" clId="{CA1D92E6-B774-4BAA-B5B4-F303C40F1FAB}" dt="2025-03-17T03:25:41.024" v="180" actId="1037"/>
          <ac:spMkLst>
            <pc:docMk/>
            <pc:sldMk cId="0" sldId="410"/>
            <ac:spMk id="44" creationId="{95185F10-89CC-EF50-6060-40A5758EC57A}"/>
          </ac:spMkLst>
        </pc:spChg>
        <pc:spChg chg="add mod">
          <ac:chgData name="Neoh Kee Lin" userId="9e68bd29-1eeb-4ae3-beb9-48fd59e465e5" providerId="ADAL" clId="{CA1D92E6-B774-4BAA-B5B4-F303C40F1FAB}" dt="2025-03-17T03:25:41.024" v="180" actId="1037"/>
          <ac:spMkLst>
            <pc:docMk/>
            <pc:sldMk cId="0" sldId="410"/>
            <ac:spMk id="51" creationId="{0D5E1E2A-623A-7532-A207-948581C66694}"/>
          </ac:spMkLst>
        </pc:spChg>
        <pc:spChg chg="add mod">
          <ac:chgData name="Neoh Kee Lin" userId="9e68bd29-1eeb-4ae3-beb9-48fd59e465e5" providerId="ADAL" clId="{CA1D92E6-B774-4BAA-B5B4-F303C40F1FAB}" dt="2025-03-17T03:25:41.024" v="180" actId="1037"/>
          <ac:spMkLst>
            <pc:docMk/>
            <pc:sldMk cId="0" sldId="410"/>
            <ac:spMk id="55" creationId="{F96F2795-CD03-DE56-72E5-63143239AA6A}"/>
          </ac:spMkLst>
        </pc:spChg>
        <pc:spChg chg="add mod">
          <ac:chgData name="Neoh Kee Lin" userId="9e68bd29-1eeb-4ae3-beb9-48fd59e465e5" providerId="ADAL" clId="{CA1D92E6-B774-4BAA-B5B4-F303C40F1FAB}" dt="2025-03-17T03:35:16.983" v="472" actId="1035"/>
          <ac:spMkLst>
            <pc:docMk/>
            <pc:sldMk cId="0" sldId="410"/>
            <ac:spMk id="56" creationId="{3C8ED76B-DC1B-05EF-4CA8-7C776588D145}"/>
          </ac:spMkLst>
        </pc:spChg>
        <pc:spChg chg="add mod">
          <ac:chgData name="Neoh Kee Lin" userId="9e68bd29-1eeb-4ae3-beb9-48fd59e465e5" providerId="ADAL" clId="{CA1D92E6-B774-4BAA-B5B4-F303C40F1FAB}" dt="2025-03-17T03:25:41.024" v="180" actId="1037"/>
          <ac:spMkLst>
            <pc:docMk/>
            <pc:sldMk cId="0" sldId="410"/>
            <ac:spMk id="57" creationId="{98F94F20-8BA3-A21F-8C15-96928C37C30B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58" creationId="{D25206A5-C39F-58BB-8EAB-85C1C2C9BCA4}"/>
          </ac:spMkLst>
        </pc:spChg>
        <pc:spChg chg="add mod">
          <ac:chgData name="Neoh Kee Lin" userId="9e68bd29-1eeb-4ae3-beb9-48fd59e465e5" providerId="ADAL" clId="{CA1D92E6-B774-4BAA-B5B4-F303C40F1FAB}" dt="2025-03-17T03:25:41.024" v="180" actId="1037"/>
          <ac:spMkLst>
            <pc:docMk/>
            <pc:sldMk cId="0" sldId="410"/>
            <ac:spMk id="60" creationId="{F63F62C4-2101-1E6A-BFFC-D7355212DF48}"/>
          </ac:spMkLst>
        </pc:spChg>
        <pc:spChg chg="add mod">
          <ac:chgData name="Neoh Kee Lin" userId="9e68bd29-1eeb-4ae3-beb9-48fd59e465e5" providerId="ADAL" clId="{CA1D92E6-B774-4BAA-B5B4-F303C40F1FAB}" dt="2025-03-17T03:35:16.983" v="472" actId="1035"/>
          <ac:spMkLst>
            <pc:docMk/>
            <pc:sldMk cId="0" sldId="410"/>
            <ac:spMk id="61" creationId="{4F209253-E218-3805-339F-6C78FF52BA9C}"/>
          </ac:spMkLst>
        </pc:spChg>
        <pc:spChg chg="add mod">
          <ac:chgData name="Neoh Kee Lin" userId="9e68bd29-1eeb-4ae3-beb9-48fd59e465e5" providerId="ADAL" clId="{CA1D92E6-B774-4BAA-B5B4-F303C40F1FAB}" dt="2025-03-17T03:35:16.983" v="472" actId="1035"/>
          <ac:spMkLst>
            <pc:docMk/>
            <pc:sldMk cId="0" sldId="410"/>
            <ac:spMk id="63" creationId="{B2812971-3A14-4635-F065-0A13939040B2}"/>
          </ac:spMkLst>
        </pc:spChg>
        <pc:spChg chg="add mod">
          <ac:chgData name="Neoh Kee Lin" userId="9e68bd29-1eeb-4ae3-beb9-48fd59e465e5" providerId="ADAL" clId="{CA1D92E6-B774-4BAA-B5B4-F303C40F1FAB}" dt="2025-03-17T03:25:41.024" v="180" actId="1037"/>
          <ac:spMkLst>
            <pc:docMk/>
            <pc:sldMk cId="0" sldId="410"/>
            <ac:spMk id="32768" creationId="{332F2FCD-4483-BD9A-772D-94D986AEB7FC}"/>
          </ac:spMkLst>
        </pc:spChg>
        <pc:spChg chg="add mod">
          <ac:chgData name="Neoh Kee Lin" userId="9e68bd29-1eeb-4ae3-beb9-48fd59e465e5" providerId="ADAL" clId="{CA1D92E6-B774-4BAA-B5B4-F303C40F1FAB}" dt="2025-03-17T03:25:55.550" v="183"/>
          <ac:spMkLst>
            <pc:docMk/>
            <pc:sldMk cId="0" sldId="410"/>
            <ac:spMk id="32769" creationId="{BA65DA24-61D1-639F-E06B-2DA9BDE1DCEF}"/>
          </ac:spMkLst>
        </pc:spChg>
        <pc:spChg chg="add del">
          <ac:chgData name="Neoh Kee Lin" userId="9e68bd29-1eeb-4ae3-beb9-48fd59e465e5" providerId="ADAL" clId="{CA1D92E6-B774-4BAA-B5B4-F303C40F1FAB}" dt="2025-03-17T03:22:14.834" v="71" actId="478"/>
          <ac:spMkLst>
            <pc:docMk/>
            <pc:sldMk cId="0" sldId="410"/>
            <ac:spMk id="3277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4:47.653" v="714" actId="20577"/>
          <ac:spMkLst>
            <pc:docMk/>
            <pc:sldMk cId="0" sldId="410"/>
            <ac:spMk id="3277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2773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5:16.983" v="472" actId="1035"/>
          <ac:spMkLst>
            <pc:docMk/>
            <pc:sldMk cId="0" sldId="410"/>
            <ac:spMk id="3277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6:01.759" v="481" actId="1037"/>
          <ac:spMkLst>
            <pc:docMk/>
            <pc:sldMk cId="0" sldId="410"/>
            <ac:spMk id="3277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277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6:01.759" v="481" actId="1037"/>
          <ac:spMkLst>
            <pc:docMk/>
            <pc:sldMk cId="0" sldId="410"/>
            <ac:spMk id="32782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42.119" v="17" actId="478"/>
          <ac:spMkLst>
            <pc:docMk/>
            <pc:sldMk cId="0" sldId="410"/>
            <ac:spMk id="32789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2:17.857" v="72" actId="478"/>
          <ac:spMkLst>
            <pc:docMk/>
            <pc:sldMk cId="0" sldId="410"/>
            <ac:spMk id="32791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2:06.643" v="69" actId="478"/>
          <ac:spMkLst>
            <pc:docMk/>
            <pc:sldMk cId="0" sldId="410"/>
            <ac:spMk id="32792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2:13.165" v="70" actId="478"/>
          <ac:spMkLst>
            <pc:docMk/>
            <pc:sldMk cId="0" sldId="410"/>
            <ac:spMk id="32793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2:21.978" v="73" actId="478"/>
          <ac:spMkLst>
            <pc:docMk/>
            <pc:sldMk cId="0" sldId="410"/>
            <ac:spMk id="32794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2:24.617" v="74" actId="478"/>
          <ac:spMkLst>
            <pc:docMk/>
            <pc:sldMk cId="0" sldId="410"/>
            <ac:spMk id="32795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2:03.429" v="68" actId="478"/>
          <ac:spMkLst>
            <pc:docMk/>
            <pc:sldMk cId="0" sldId="410"/>
            <ac:spMk id="3279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6:01.759" v="481" actId="1037"/>
          <ac:spMkLst>
            <pc:docMk/>
            <pc:sldMk cId="0" sldId="410"/>
            <ac:spMk id="3279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38.908" v="6" actId="1035"/>
          <ac:spMkLst>
            <pc:docMk/>
            <pc:sldMk cId="0" sldId="410"/>
            <ac:spMk id="3280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6:01.759" v="481" actId="1037"/>
          <ac:spMkLst>
            <pc:docMk/>
            <pc:sldMk cId="0" sldId="410"/>
            <ac:spMk id="32805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5.139" v="19" actId="478"/>
          <ac:spMkLst>
            <pc:docMk/>
            <pc:sldMk cId="0" sldId="410"/>
            <ac:spMk id="32806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07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08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6.173" v="20" actId="478"/>
          <ac:spMkLst>
            <pc:docMk/>
            <pc:sldMk cId="0" sldId="410"/>
            <ac:spMk id="32809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10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9.925" v="21" actId="478"/>
          <ac:spMkLst>
            <pc:docMk/>
            <pc:sldMk cId="0" sldId="410"/>
            <ac:spMk id="32822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23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24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2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38.908" v="6" actId="1035"/>
          <ac:spMkLst>
            <pc:docMk/>
            <pc:sldMk cId="0" sldId="410"/>
            <ac:spMk id="32830" creationId="{00000000-0000-0000-0000-000000000000}"/>
          </ac:spMkLst>
        </pc:spChg>
        <pc:spChg chg="del mod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31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33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34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53.162" v="18" actId="478"/>
          <ac:spMkLst>
            <pc:docMk/>
            <pc:sldMk cId="0" sldId="410"/>
            <ac:spMk id="32836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32.107" v="12" actId="478"/>
          <ac:spMkLst>
            <pc:docMk/>
            <pc:sldMk cId="0" sldId="410"/>
            <ac:spMk id="32838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40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41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37.157" v="15" actId="478"/>
          <ac:spMkLst>
            <pc:docMk/>
            <pc:sldMk cId="0" sldId="410"/>
            <ac:spMk id="32842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48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36.194" v="14" actId="478"/>
          <ac:spMkLst>
            <pc:docMk/>
            <pc:sldMk cId="0" sldId="410"/>
            <ac:spMk id="32852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56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57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6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38.908" v="6" actId="1035"/>
          <ac:spMkLst>
            <pc:docMk/>
            <pc:sldMk cId="0" sldId="410"/>
            <ac:spMk id="32862" creationId="{00000000-0000-0000-0000-000000000000}"/>
          </ac:spMkLst>
        </pc:spChg>
        <pc:spChg chg="del mod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63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40.299" v="16" actId="478"/>
          <ac:spMkLst>
            <pc:docMk/>
            <pc:sldMk cId="0" sldId="410"/>
            <ac:spMk id="32864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35.308" v="13" actId="478"/>
          <ac:spMkLst>
            <pc:docMk/>
            <pc:sldMk cId="0" sldId="410"/>
            <ac:spMk id="32865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66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67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20:29.698" v="11" actId="478"/>
          <ac:spMkLst>
            <pc:docMk/>
            <pc:sldMk cId="0" sldId="410"/>
            <ac:spMk id="3286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7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7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7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8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49.488" v="7" actId="1035"/>
          <ac:spMkLst>
            <pc:docMk/>
            <pc:sldMk cId="0" sldId="410"/>
            <ac:spMk id="3288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49.488" v="7" actId="1035"/>
          <ac:spMkLst>
            <pc:docMk/>
            <pc:sldMk cId="0" sldId="410"/>
            <ac:spMk id="3288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8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9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49.488" v="7" actId="1035"/>
          <ac:spMkLst>
            <pc:docMk/>
            <pc:sldMk cId="0" sldId="410"/>
            <ac:spMk id="3289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93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9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9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52.119" v="8" actId="1035"/>
          <ac:spMkLst>
            <pc:docMk/>
            <pc:sldMk cId="0" sldId="410"/>
            <ac:spMk id="3289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8:49.488" v="7" actId="1035"/>
          <ac:spMkLst>
            <pc:docMk/>
            <pc:sldMk cId="0" sldId="410"/>
            <ac:spMk id="3289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01" creationId="{31ED9C8B-2756-A382-D490-6158BB872A90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04" creationId="{3887DD08-DA7B-C535-DEDD-4B67AD9CF927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11" creationId="{D5CF9F52-D0FB-79F8-F1E6-666046FC5119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15" creationId="{D32E18F8-6E9F-9A0F-CE70-E0817B9DD6F5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19" creationId="{526803A3-3A0E-87E7-9B8E-A99E9995AC94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2923" creationId="{BE0E928C-388D-69F1-F8D9-91B88BF6520F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24" creationId="{896C5EED-5B53-35AA-8F61-A12008878110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2925" creationId="{E3014294-103D-10AA-EF1C-7E1FF48833D2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26" creationId="{025853B3-E9D7-05F3-7BA3-40E38077B5C7}"/>
          </ac:spMkLst>
        </pc:spChg>
        <pc:spChg chg="mod">
          <ac:chgData name="Neoh Kee Lin" userId="9e68bd29-1eeb-4ae3-beb9-48fd59e465e5" providerId="ADAL" clId="{CA1D92E6-B774-4BAA-B5B4-F303C40F1FAB}" dt="2025-03-17T03:46:28.781" v="737" actId="1035"/>
          <ac:spMkLst>
            <pc:docMk/>
            <pc:sldMk cId="0" sldId="410"/>
            <ac:spMk id="32927" creationId="{805D560B-83BA-E5B6-F97A-07D0513B94B5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28" creationId="{7202D288-0835-5EE9-D1EA-C54EFABF245D}"/>
          </ac:spMkLst>
        </pc:spChg>
        <pc:spChg chg="mod">
          <ac:chgData name="Neoh Kee Lin" userId="9e68bd29-1eeb-4ae3-beb9-48fd59e465e5" providerId="ADAL" clId="{CA1D92E6-B774-4BAA-B5B4-F303C40F1FAB}" dt="2025-03-17T03:26:25.117" v="224" actId="1035"/>
          <ac:spMkLst>
            <pc:docMk/>
            <pc:sldMk cId="0" sldId="410"/>
            <ac:spMk id="32931" creationId="{3BD2691B-2CCF-4430-71E9-B67652E647A8}"/>
          </ac:spMkLst>
        </pc:spChg>
        <pc:spChg chg="add mod">
          <ac:chgData name="Neoh Kee Lin" userId="9e68bd29-1eeb-4ae3-beb9-48fd59e465e5" providerId="ADAL" clId="{CA1D92E6-B774-4BAA-B5B4-F303C40F1FAB}" dt="2025-03-17T03:50:32.966" v="781"/>
          <ac:spMkLst>
            <pc:docMk/>
            <pc:sldMk cId="0" sldId="410"/>
            <ac:spMk id="32932" creationId="{8E21F291-7696-B291-9E1F-905F63DDC333}"/>
          </ac:spMkLst>
        </pc:spChg>
        <pc:cxnChg chg="add mod">
          <ac:chgData name="Neoh Kee Lin" userId="9e68bd29-1eeb-4ae3-beb9-48fd59e465e5" providerId="ADAL" clId="{CA1D92E6-B774-4BAA-B5B4-F303C40F1FAB}" dt="2025-03-17T03:50:32.966" v="781"/>
          <ac:cxnSpMkLst>
            <pc:docMk/>
            <pc:sldMk cId="0" sldId="410"/>
            <ac:cxnSpMk id="32933" creationId="{F07D6545-D43E-7958-BEC1-B8B56A7C2941}"/>
          </ac:cxnSpMkLst>
        </pc:cxnChg>
      </pc:sldChg>
      <pc:sldChg chg="addSp delSp modSp mod">
        <pc:chgData name="Neoh Kee Lin" userId="9e68bd29-1eeb-4ae3-beb9-48fd59e465e5" providerId="ADAL" clId="{CA1D92E6-B774-4BAA-B5B4-F303C40F1FAB}" dt="2025-03-17T03:50:38.278" v="782" actId="478"/>
        <pc:sldMkLst>
          <pc:docMk/>
          <pc:sldMk cId="0" sldId="411"/>
        </pc:sldMkLst>
        <pc:spChg chg="add mod">
          <ac:chgData name="Neoh Kee Lin" userId="9e68bd29-1eeb-4ae3-beb9-48fd59e465e5" providerId="ADAL" clId="{CA1D92E6-B774-4BAA-B5B4-F303C40F1FAB}" dt="2025-03-17T03:28:32" v="305" actId="1076"/>
          <ac:spMkLst>
            <pc:docMk/>
            <pc:sldMk cId="0" sldId="411"/>
            <ac:spMk id="2" creationId="{1588E70F-D87E-7DED-2280-4C43CF491E10}"/>
          </ac:spMkLst>
        </pc:spChg>
        <pc:spChg chg="add mod">
          <ac:chgData name="Neoh Kee Lin" userId="9e68bd29-1eeb-4ae3-beb9-48fd59e465e5" providerId="ADAL" clId="{CA1D92E6-B774-4BAA-B5B4-F303C40F1FAB}" dt="2025-03-17T03:34:34.412" v="466" actId="1036"/>
          <ac:spMkLst>
            <pc:docMk/>
            <pc:sldMk cId="0" sldId="411"/>
            <ac:spMk id="6" creationId="{249652A6-0FFB-0294-A669-BAD8C0C18038}"/>
          </ac:spMkLst>
        </pc:spChg>
        <pc:spChg chg="add mod">
          <ac:chgData name="Neoh Kee Lin" userId="9e68bd29-1eeb-4ae3-beb9-48fd59e465e5" providerId="ADAL" clId="{CA1D92E6-B774-4BAA-B5B4-F303C40F1FAB}" dt="2025-03-17T03:34:34.412" v="466" actId="1036"/>
          <ac:spMkLst>
            <pc:docMk/>
            <pc:sldMk cId="0" sldId="411"/>
            <ac:spMk id="7" creationId="{1F81F820-424B-7A68-842D-1CEA7B890A5D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13" creationId="{174B73A7-BE66-5B25-5171-98050FC82C98}"/>
          </ac:spMkLst>
        </pc:spChg>
        <pc:spChg chg="add mod">
          <ac:chgData name="Neoh Kee Lin" userId="9e68bd29-1eeb-4ae3-beb9-48fd59e465e5" providerId="ADAL" clId="{CA1D92E6-B774-4BAA-B5B4-F303C40F1FAB}" dt="2025-03-17T03:34:34.412" v="466" actId="1036"/>
          <ac:spMkLst>
            <pc:docMk/>
            <pc:sldMk cId="0" sldId="411"/>
            <ac:spMk id="19" creationId="{AA3E6059-F426-D277-EE9E-171EB41AB6DC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20" creationId="{6CFACAF8-85C8-E06A-8DB1-4991A347A858}"/>
          </ac:spMkLst>
        </pc:spChg>
        <pc:spChg chg="add mod">
          <ac:chgData name="Neoh Kee Lin" userId="9e68bd29-1eeb-4ae3-beb9-48fd59e465e5" providerId="ADAL" clId="{CA1D92E6-B774-4BAA-B5B4-F303C40F1FAB}" dt="2025-03-17T03:34:34.412" v="466" actId="1036"/>
          <ac:spMkLst>
            <pc:docMk/>
            <pc:sldMk cId="0" sldId="411"/>
            <ac:spMk id="25" creationId="{7949328F-AEB4-FC06-6346-CE85344FCD8B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26" creationId="{3408159E-8C7E-7DAF-E502-10BD2DCEAA37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27" creationId="{DFB65ABD-132C-6929-822D-B5D1A5960107}"/>
          </ac:spMkLst>
        </pc:spChg>
        <pc:spChg chg="add mod">
          <ac:chgData name="Neoh Kee Lin" userId="9e68bd29-1eeb-4ae3-beb9-48fd59e465e5" providerId="ADAL" clId="{CA1D92E6-B774-4BAA-B5B4-F303C40F1FAB}" dt="2025-03-17T03:34:34.412" v="466" actId="1036"/>
          <ac:spMkLst>
            <pc:docMk/>
            <pc:sldMk cId="0" sldId="411"/>
            <ac:spMk id="29" creationId="{60569F67-BFC0-B95D-9A22-1FCA46D3BDEC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31" creationId="{4D8CDCDF-2BC4-A165-8C41-8B79C54D5059}"/>
          </ac:spMkLst>
        </pc:spChg>
        <pc:spChg chg="add mod">
          <ac:chgData name="Neoh Kee Lin" userId="9e68bd29-1eeb-4ae3-beb9-48fd59e465e5" providerId="ADAL" clId="{CA1D92E6-B774-4BAA-B5B4-F303C40F1FAB}" dt="2025-03-17T03:35:04.122" v="470" actId="1037"/>
          <ac:spMkLst>
            <pc:docMk/>
            <pc:sldMk cId="0" sldId="411"/>
            <ac:spMk id="34" creationId="{D6E7BD41-EE86-2B45-2C8D-66575C03F767}"/>
          </ac:spMkLst>
        </pc:spChg>
        <pc:spChg chg="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35" creationId="{0A0E9319-DE15-686A-E943-FB82E4522A51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36" creationId="{0D13B185-A172-B803-5869-D8E87DDB748F}"/>
          </ac:spMkLst>
        </pc:spChg>
        <pc:spChg chg="add mod">
          <ac:chgData name="Neoh Kee Lin" userId="9e68bd29-1eeb-4ae3-beb9-48fd59e465e5" providerId="ADAL" clId="{CA1D92E6-B774-4BAA-B5B4-F303C40F1FAB}" dt="2025-03-17T03:35:27.419" v="478" actId="1037"/>
          <ac:spMkLst>
            <pc:docMk/>
            <pc:sldMk cId="0" sldId="411"/>
            <ac:spMk id="37" creationId="{182C7A3E-8F2B-7A4F-FCAE-DF450BE143D3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44" creationId="{E1586696-4008-C314-C198-C7D7C83856AD}"/>
          </ac:spMkLst>
        </pc:spChg>
        <pc:spChg chg="add mod">
          <ac:chgData name="Neoh Kee Lin" userId="9e68bd29-1eeb-4ae3-beb9-48fd59e465e5" providerId="ADAL" clId="{CA1D92E6-B774-4BAA-B5B4-F303C40F1FAB}" dt="2025-03-17T03:35:27.419" v="478" actId="1037"/>
          <ac:spMkLst>
            <pc:docMk/>
            <pc:sldMk cId="0" sldId="411"/>
            <ac:spMk id="48" creationId="{D645FE81-AFD9-C680-F6AC-E7FDDF13E6DC}"/>
          </ac:spMkLst>
        </pc:spChg>
        <pc:spChg chg="add mod">
          <ac:chgData name="Neoh Kee Lin" userId="9e68bd29-1eeb-4ae3-beb9-48fd59e465e5" providerId="ADAL" clId="{CA1D92E6-B774-4BAA-B5B4-F303C40F1FAB}" dt="2025-03-17T03:35:27.419" v="478" actId="1037"/>
          <ac:spMkLst>
            <pc:docMk/>
            <pc:sldMk cId="0" sldId="411"/>
            <ac:spMk id="50" creationId="{3211E596-16D4-5440-D906-BADC6236D25B}"/>
          </ac:spMkLst>
        </pc:spChg>
        <pc:spChg chg="add mod">
          <ac:chgData name="Neoh Kee Lin" userId="9e68bd29-1eeb-4ae3-beb9-48fd59e465e5" providerId="ADAL" clId="{CA1D92E6-B774-4BAA-B5B4-F303C40F1FAB}" dt="2025-03-17T03:35:27.419" v="478" actId="1037"/>
          <ac:spMkLst>
            <pc:docMk/>
            <pc:sldMk cId="0" sldId="411"/>
            <ac:spMk id="52" creationId="{D4ACB94C-3F69-0481-1F41-EE46FEF0341E}"/>
          </ac:spMkLst>
        </pc:spChg>
        <pc:spChg chg="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54" creationId="{C79467A8-1BE8-0097-33C6-E21B7D53C2B7}"/>
          </ac:spMkLst>
        </pc:spChg>
        <pc:spChg chg="add mod">
          <ac:chgData name="Neoh Kee Lin" userId="9e68bd29-1eeb-4ae3-beb9-48fd59e465e5" providerId="ADAL" clId="{CA1D92E6-B774-4BAA-B5B4-F303C40F1FAB}" dt="2025-03-17T03:35:27.419" v="478" actId="1037"/>
          <ac:spMkLst>
            <pc:docMk/>
            <pc:sldMk cId="0" sldId="411"/>
            <ac:spMk id="55" creationId="{0B856E6D-81C1-4C8C-3BD4-16A1C5DF9332}"/>
          </ac:spMkLst>
        </pc:spChg>
        <pc:spChg chg="add mod">
          <ac:chgData name="Neoh Kee Lin" userId="9e68bd29-1eeb-4ae3-beb9-48fd59e465e5" providerId="ADAL" clId="{CA1D92E6-B774-4BAA-B5B4-F303C40F1FAB}" dt="2025-03-17T03:35:27.419" v="478" actId="1037"/>
          <ac:spMkLst>
            <pc:docMk/>
            <pc:sldMk cId="0" sldId="411"/>
            <ac:spMk id="56" creationId="{45E2935F-99CE-A9CD-25AF-80840A365A0C}"/>
          </ac:spMkLst>
        </pc:spChg>
        <pc:spChg chg="add mod">
          <ac:chgData name="Neoh Kee Lin" userId="9e68bd29-1eeb-4ae3-beb9-48fd59e465e5" providerId="ADAL" clId="{CA1D92E6-B774-4BAA-B5B4-F303C40F1FAB}" dt="2025-03-17T03:35:27.419" v="478" actId="1037"/>
          <ac:spMkLst>
            <pc:docMk/>
            <pc:sldMk cId="0" sldId="411"/>
            <ac:spMk id="57" creationId="{005430A2-CDF3-C3F5-B278-1374AF2958C4}"/>
          </ac:spMkLst>
        </pc:spChg>
        <pc:spChg chg="add mod">
          <ac:chgData name="Neoh Kee Lin" userId="9e68bd29-1eeb-4ae3-beb9-48fd59e465e5" providerId="ADAL" clId="{CA1D92E6-B774-4BAA-B5B4-F303C40F1FAB}" dt="2025-03-17T03:35:44.385" v="480" actId="1036"/>
          <ac:spMkLst>
            <pc:docMk/>
            <pc:sldMk cId="0" sldId="411"/>
            <ac:spMk id="58" creationId="{3A4AFB2E-1A10-105E-47EA-740814DDD85B}"/>
          </ac:spMkLst>
        </pc:spChg>
        <pc:spChg chg="add del mod">
          <ac:chgData name="Neoh Kee Lin" userId="9e68bd29-1eeb-4ae3-beb9-48fd59e465e5" providerId="ADAL" clId="{CA1D92E6-B774-4BAA-B5B4-F303C40F1FAB}" dt="2025-03-17T03:50:38.278" v="782" actId="478"/>
          <ac:spMkLst>
            <pc:docMk/>
            <pc:sldMk cId="0" sldId="411"/>
            <ac:spMk id="59" creationId="{1AC97524-F526-D751-5E36-9B995F24E835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79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4:57.927" v="716" actId="20577"/>
          <ac:spMkLst>
            <pc:docMk/>
            <pc:sldMk cId="0" sldId="411"/>
            <ac:spMk id="3379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79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79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0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0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1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1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1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1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9:04.273" v="9" actId="1035"/>
          <ac:spMkLst>
            <pc:docMk/>
            <pc:sldMk cId="0" sldId="411"/>
            <ac:spMk id="3382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9:04.273" v="9" actId="1035"/>
          <ac:spMkLst>
            <pc:docMk/>
            <pc:sldMk cId="0" sldId="411"/>
            <ac:spMk id="3382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23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37.361" v="307" actId="1038"/>
          <ac:spMkLst>
            <pc:docMk/>
            <pc:sldMk cId="0" sldId="411"/>
            <ac:spMk id="3382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2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2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3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3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4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7:57.387" v="300" actId="1036"/>
          <ac:spMkLst>
            <pc:docMk/>
            <pc:sldMk cId="0" sldId="411"/>
            <ac:spMk id="33843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4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4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4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28:07.615" v="302" actId="1037"/>
          <ac:spMkLst>
            <pc:docMk/>
            <pc:sldMk cId="0" sldId="411"/>
            <ac:spMk id="3385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19:04.273" v="9" actId="1035"/>
          <ac:spMkLst>
            <pc:docMk/>
            <pc:sldMk cId="0" sldId="411"/>
            <ac:spMk id="33852" creationId="{00000000-0000-0000-0000-000000000000}"/>
          </ac:spMkLst>
        </pc:spChg>
        <pc:spChg chg="del mod">
          <ac:chgData name="Neoh Kee Lin" userId="9e68bd29-1eeb-4ae3-beb9-48fd59e465e5" providerId="ADAL" clId="{CA1D92E6-B774-4BAA-B5B4-F303C40F1FAB}" dt="2025-03-17T03:34:40.004" v="467" actId="478"/>
          <ac:spMkLst>
            <pc:docMk/>
            <pc:sldMk cId="0" sldId="411"/>
            <ac:spMk id="33858" creationId="{00000000-0000-0000-0000-000000000000}"/>
          </ac:spMkLst>
        </pc:spChg>
        <pc:cxnChg chg="add del mod">
          <ac:chgData name="Neoh Kee Lin" userId="9e68bd29-1eeb-4ae3-beb9-48fd59e465e5" providerId="ADAL" clId="{CA1D92E6-B774-4BAA-B5B4-F303C40F1FAB}" dt="2025-03-17T03:50:38.278" v="782" actId="478"/>
          <ac:cxnSpMkLst>
            <pc:docMk/>
            <pc:sldMk cId="0" sldId="411"/>
            <ac:cxnSpMk id="61" creationId="{D7409321-B79B-900D-29B8-CCD14BB31DE9}"/>
          </ac:cxnSpMkLst>
        </pc:cxnChg>
      </pc:sldChg>
      <pc:sldChg chg="addSp delSp modSp del mod">
        <pc:chgData name="Neoh Kee Lin" userId="9e68bd29-1eeb-4ae3-beb9-48fd59e465e5" providerId="ADAL" clId="{CA1D92E6-B774-4BAA-B5B4-F303C40F1FAB}" dt="2025-03-17T04:07:02.682" v="992" actId="47"/>
        <pc:sldMkLst>
          <pc:docMk/>
          <pc:sldMk cId="0" sldId="425"/>
        </pc:sldMkLst>
        <pc:spChg chg="add del mod">
          <ac:chgData name="Neoh Kee Lin" userId="9e68bd29-1eeb-4ae3-beb9-48fd59e465e5" providerId="ADAL" clId="{CA1D92E6-B774-4BAA-B5B4-F303C40F1FAB}" dt="2025-03-17T03:51:10.498" v="820" actId="478"/>
          <ac:spMkLst>
            <pc:docMk/>
            <pc:sldMk cId="0" sldId="425"/>
            <ac:spMk id="2" creationId="{D615611E-C118-F424-73BE-236CBB4EFF03}"/>
          </ac:spMkLst>
        </pc:spChg>
        <pc:spChg chg="mod">
          <ac:chgData name="Neoh Kee Lin" userId="9e68bd29-1eeb-4ae3-beb9-48fd59e465e5" providerId="ADAL" clId="{CA1D92E6-B774-4BAA-B5B4-F303C40F1FAB}" dt="2025-03-17T03:51:36.408" v="847" actId="14100"/>
          <ac:spMkLst>
            <pc:docMk/>
            <pc:sldMk cId="0" sldId="425"/>
            <ac:spMk id="4710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53:49.631" v="875" actId="1035"/>
          <ac:spMkLst>
            <pc:docMk/>
            <pc:sldMk cId="0" sldId="425"/>
            <ac:spMk id="47136" creationId="{00000000-0000-0000-0000-000000000000}"/>
          </ac:spMkLst>
        </pc:spChg>
        <pc:cxnChg chg="add del mod">
          <ac:chgData name="Neoh Kee Lin" userId="9e68bd29-1eeb-4ae3-beb9-48fd59e465e5" providerId="ADAL" clId="{CA1D92E6-B774-4BAA-B5B4-F303C40F1FAB}" dt="2025-03-17T03:51:10.498" v="820" actId="478"/>
          <ac:cxnSpMkLst>
            <pc:docMk/>
            <pc:sldMk cId="0" sldId="425"/>
            <ac:cxnSpMk id="3" creationId="{9492F7E1-574E-8511-EAD8-B5E0395F79A4}"/>
          </ac:cxnSpMkLst>
        </pc:cxnChg>
      </pc:sldChg>
      <pc:sldChg chg="addSp delSp modSp del mod">
        <pc:chgData name="Neoh Kee Lin" userId="9e68bd29-1eeb-4ae3-beb9-48fd59e465e5" providerId="ADAL" clId="{CA1D92E6-B774-4BAA-B5B4-F303C40F1FAB}" dt="2025-03-17T04:07:03.151" v="993" actId="47"/>
        <pc:sldMkLst>
          <pc:docMk/>
          <pc:sldMk cId="0" sldId="426"/>
        </pc:sldMkLst>
        <pc:spChg chg="add mod">
          <ac:chgData name="Neoh Kee Lin" userId="9e68bd29-1eeb-4ae3-beb9-48fd59e465e5" providerId="ADAL" clId="{CA1D92E6-B774-4BAA-B5B4-F303C40F1FAB}" dt="2025-03-17T03:52:02.528" v="848" actId="478"/>
          <ac:spMkLst>
            <pc:docMk/>
            <pc:sldMk cId="0" sldId="426"/>
            <ac:spMk id="2" creationId="{3A0280D1-26D2-0C70-4F2D-3375F593567A}"/>
          </ac:spMkLst>
        </pc:spChg>
        <pc:spChg chg="add del mod">
          <ac:chgData name="Neoh Kee Lin" userId="9e68bd29-1eeb-4ae3-beb9-48fd59e465e5" providerId="ADAL" clId="{CA1D92E6-B774-4BAA-B5B4-F303C40F1FAB}" dt="2025-03-17T03:53:20.539" v="873" actId="14100"/>
          <ac:spMkLst>
            <pc:docMk/>
            <pc:sldMk cId="0" sldId="426"/>
            <ac:spMk id="48131" creationId="{00000000-0000-0000-0000-000000000000}"/>
          </ac:spMkLst>
        </pc:spChg>
      </pc:sldChg>
      <pc:sldChg chg="modSp mod ord">
        <pc:chgData name="Neoh Kee Lin" userId="9e68bd29-1eeb-4ae3-beb9-48fd59e465e5" providerId="ADAL" clId="{CA1D92E6-B774-4BAA-B5B4-F303C40F1FAB}" dt="2025-03-17T04:06:42.225" v="991"/>
        <pc:sldMkLst>
          <pc:docMk/>
          <pc:sldMk cId="0" sldId="427"/>
        </pc:sldMkLst>
        <pc:spChg chg="mod">
          <ac:chgData name="Neoh Kee Lin" userId="9e68bd29-1eeb-4ae3-beb9-48fd59e465e5" providerId="ADAL" clId="{CA1D92E6-B774-4BAA-B5B4-F303C40F1FAB}" dt="2025-03-17T03:55:37.035" v="876" actId="115"/>
          <ac:spMkLst>
            <pc:docMk/>
            <pc:sldMk cId="0" sldId="427"/>
            <ac:spMk id="49156" creationId="{00000000-0000-0000-0000-000000000000}"/>
          </ac:spMkLst>
        </pc:spChg>
      </pc:sldChg>
      <pc:sldChg chg="modSp mod">
        <pc:chgData name="Neoh Kee Lin" userId="9e68bd29-1eeb-4ae3-beb9-48fd59e465e5" providerId="ADAL" clId="{CA1D92E6-B774-4BAA-B5B4-F303C40F1FAB}" dt="2025-03-17T03:57:33.110" v="896" actId="20577"/>
        <pc:sldMkLst>
          <pc:docMk/>
          <pc:sldMk cId="0" sldId="431"/>
        </pc:sldMkLst>
        <pc:spChg chg="mod">
          <ac:chgData name="Neoh Kee Lin" userId="9e68bd29-1eeb-4ae3-beb9-48fd59e465e5" providerId="ADAL" clId="{CA1D92E6-B774-4BAA-B5B4-F303C40F1FAB}" dt="2025-03-17T03:57:33.110" v="896" actId="20577"/>
          <ac:spMkLst>
            <pc:docMk/>
            <pc:sldMk cId="0" sldId="431"/>
            <ac:spMk id="53254" creationId="{00000000-0000-0000-0000-000000000000}"/>
          </ac:spMkLst>
        </pc:spChg>
      </pc:sldChg>
      <pc:sldChg chg="del">
        <pc:chgData name="Neoh Kee Lin" userId="9e68bd29-1eeb-4ae3-beb9-48fd59e465e5" providerId="ADAL" clId="{CA1D92E6-B774-4BAA-B5B4-F303C40F1FAB}" dt="2025-03-17T04:00:26.890" v="910" actId="47"/>
        <pc:sldMkLst>
          <pc:docMk/>
          <pc:sldMk cId="0" sldId="432"/>
        </pc:sldMkLst>
      </pc:sldChg>
      <pc:sldChg chg="del">
        <pc:chgData name="Neoh Kee Lin" userId="9e68bd29-1eeb-4ae3-beb9-48fd59e465e5" providerId="ADAL" clId="{CA1D92E6-B774-4BAA-B5B4-F303C40F1FAB}" dt="2025-03-17T04:00:25.905" v="909" actId="47"/>
        <pc:sldMkLst>
          <pc:docMk/>
          <pc:sldMk cId="0" sldId="433"/>
        </pc:sldMkLst>
      </pc:sldChg>
      <pc:sldChg chg="del">
        <pc:chgData name="Neoh Kee Lin" userId="9e68bd29-1eeb-4ae3-beb9-48fd59e465e5" providerId="ADAL" clId="{CA1D92E6-B774-4BAA-B5B4-F303C40F1FAB}" dt="2025-03-17T04:00:25.449" v="908" actId="47"/>
        <pc:sldMkLst>
          <pc:docMk/>
          <pc:sldMk cId="0" sldId="434"/>
        </pc:sldMkLst>
      </pc:sldChg>
      <pc:sldChg chg="del">
        <pc:chgData name="Neoh Kee Lin" userId="9e68bd29-1eeb-4ae3-beb9-48fd59e465e5" providerId="ADAL" clId="{CA1D92E6-B774-4BAA-B5B4-F303C40F1FAB}" dt="2025-03-17T04:00:25.036" v="907" actId="47"/>
        <pc:sldMkLst>
          <pc:docMk/>
          <pc:sldMk cId="0" sldId="435"/>
        </pc:sldMkLst>
      </pc:sldChg>
      <pc:sldChg chg="del">
        <pc:chgData name="Neoh Kee Lin" userId="9e68bd29-1eeb-4ae3-beb9-48fd59e465e5" providerId="ADAL" clId="{CA1D92E6-B774-4BAA-B5B4-F303C40F1FAB}" dt="2025-03-17T04:00:24.645" v="906" actId="47"/>
        <pc:sldMkLst>
          <pc:docMk/>
          <pc:sldMk cId="0" sldId="436"/>
        </pc:sldMkLst>
      </pc:sldChg>
      <pc:sldChg chg="del">
        <pc:chgData name="Neoh Kee Lin" userId="9e68bd29-1eeb-4ae3-beb9-48fd59e465e5" providerId="ADAL" clId="{CA1D92E6-B774-4BAA-B5B4-F303C40F1FAB}" dt="2025-03-17T04:00:24.308" v="905" actId="47"/>
        <pc:sldMkLst>
          <pc:docMk/>
          <pc:sldMk cId="0" sldId="437"/>
        </pc:sldMkLst>
      </pc:sldChg>
      <pc:sldChg chg="del">
        <pc:chgData name="Neoh Kee Lin" userId="9e68bd29-1eeb-4ae3-beb9-48fd59e465e5" providerId="ADAL" clId="{CA1D92E6-B774-4BAA-B5B4-F303C40F1FAB}" dt="2025-03-17T04:00:23.982" v="904" actId="47"/>
        <pc:sldMkLst>
          <pc:docMk/>
          <pc:sldMk cId="0" sldId="438"/>
        </pc:sldMkLst>
      </pc:sldChg>
      <pc:sldChg chg="del">
        <pc:chgData name="Neoh Kee Lin" userId="9e68bd29-1eeb-4ae3-beb9-48fd59e465e5" providerId="ADAL" clId="{CA1D92E6-B774-4BAA-B5B4-F303C40F1FAB}" dt="2025-03-17T04:00:23.646" v="903" actId="47"/>
        <pc:sldMkLst>
          <pc:docMk/>
          <pc:sldMk cId="0" sldId="439"/>
        </pc:sldMkLst>
      </pc:sldChg>
      <pc:sldChg chg="del">
        <pc:chgData name="Neoh Kee Lin" userId="9e68bd29-1eeb-4ae3-beb9-48fd59e465e5" providerId="ADAL" clId="{CA1D92E6-B774-4BAA-B5B4-F303C40F1FAB}" dt="2025-03-17T04:00:23.280" v="902" actId="47"/>
        <pc:sldMkLst>
          <pc:docMk/>
          <pc:sldMk cId="0" sldId="440"/>
        </pc:sldMkLst>
      </pc:sldChg>
      <pc:sldChg chg="del">
        <pc:chgData name="Neoh Kee Lin" userId="9e68bd29-1eeb-4ae3-beb9-48fd59e465e5" providerId="ADAL" clId="{CA1D92E6-B774-4BAA-B5B4-F303C40F1FAB}" dt="2025-03-17T04:00:22.934" v="901" actId="47"/>
        <pc:sldMkLst>
          <pc:docMk/>
          <pc:sldMk cId="0" sldId="441"/>
        </pc:sldMkLst>
      </pc:sldChg>
      <pc:sldChg chg="del">
        <pc:chgData name="Neoh Kee Lin" userId="9e68bd29-1eeb-4ae3-beb9-48fd59e465e5" providerId="ADAL" clId="{CA1D92E6-B774-4BAA-B5B4-F303C40F1FAB}" dt="2025-03-17T04:00:22.416" v="900" actId="47"/>
        <pc:sldMkLst>
          <pc:docMk/>
          <pc:sldMk cId="0" sldId="442"/>
        </pc:sldMkLst>
      </pc:sldChg>
      <pc:sldChg chg="del">
        <pc:chgData name="Neoh Kee Lin" userId="9e68bd29-1eeb-4ae3-beb9-48fd59e465e5" providerId="ADAL" clId="{CA1D92E6-B774-4BAA-B5B4-F303C40F1FAB}" dt="2025-03-17T04:00:21.735" v="899" actId="47"/>
        <pc:sldMkLst>
          <pc:docMk/>
          <pc:sldMk cId="0" sldId="443"/>
        </pc:sldMkLst>
      </pc:sldChg>
      <pc:sldChg chg="del">
        <pc:chgData name="Neoh Kee Lin" userId="9e68bd29-1eeb-4ae3-beb9-48fd59e465e5" providerId="ADAL" clId="{CA1D92E6-B774-4BAA-B5B4-F303C40F1FAB}" dt="2025-03-17T04:00:21.392" v="898" actId="47"/>
        <pc:sldMkLst>
          <pc:docMk/>
          <pc:sldMk cId="0" sldId="444"/>
        </pc:sldMkLst>
      </pc:sldChg>
      <pc:sldChg chg="del">
        <pc:chgData name="Neoh Kee Lin" userId="9e68bd29-1eeb-4ae3-beb9-48fd59e465e5" providerId="ADAL" clId="{CA1D92E6-B774-4BAA-B5B4-F303C40F1FAB}" dt="2025-03-17T04:00:21.089" v="897" actId="47"/>
        <pc:sldMkLst>
          <pc:docMk/>
          <pc:sldMk cId="0" sldId="445"/>
        </pc:sldMkLst>
      </pc:sldChg>
      <pc:sldChg chg="modSp add mod">
        <pc:chgData name="Neoh Kee Lin" userId="9e68bd29-1eeb-4ae3-beb9-48fd59e465e5" providerId="ADAL" clId="{CA1D92E6-B774-4BAA-B5B4-F303C40F1FAB}" dt="2025-03-17T04:03:22.639" v="968" actId="1035"/>
        <pc:sldMkLst>
          <pc:docMk/>
          <pc:sldMk cId="1412758668" sldId="451"/>
        </pc:sldMkLst>
        <pc:spChg chg="mod">
          <ac:chgData name="Neoh Kee Lin" userId="9e68bd29-1eeb-4ae3-beb9-48fd59e465e5" providerId="ADAL" clId="{CA1D92E6-B774-4BAA-B5B4-F303C40F1FAB}" dt="2025-03-17T04:03:22.639" v="968" actId="1035"/>
          <ac:spMkLst>
            <pc:docMk/>
            <pc:sldMk cId="1412758668" sldId="451"/>
            <ac:spMk id="5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22.639" v="968" actId="1035"/>
          <ac:spMkLst>
            <pc:docMk/>
            <pc:sldMk cId="1412758668" sldId="451"/>
            <ac:spMk id="6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58.734" v="966" actId="1038"/>
          <ac:spMkLst>
            <pc:docMk/>
            <pc:sldMk cId="1412758668" sldId="451"/>
            <ac:spMk id="9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58.734" v="966" actId="1038"/>
          <ac:spMkLst>
            <pc:docMk/>
            <pc:sldMk cId="1412758668" sldId="451"/>
            <ac:spMk id="9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42.236" v="964" actId="1035"/>
          <ac:spMkLst>
            <pc:docMk/>
            <pc:sldMk cId="1412758668" sldId="451"/>
            <ac:spMk id="9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42.236" v="964" actId="1035"/>
          <ac:spMkLst>
            <pc:docMk/>
            <pc:sldMk cId="1412758668" sldId="451"/>
            <ac:spMk id="9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58.734" v="966" actId="1038"/>
          <ac:spMkLst>
            <pc:docMk/>
            <pc:sldMk cId="1412758668" sldId="451"/>
            <ac:spMk id="10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42.236" v="964" actId="1035"/>
          <ac:spMkLst>
            <pc:docMk/>
            <pc:sldMk cId="1412758668" sldId="451"/>
            <ac:spMk id="10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07.561" v="967" actId="1076"/>
          <ac:spMkLst>
            <pc:docMk/>
            <pc:sldMk cId="1412758668" sldId="451"/>
            <ac:spMk id="10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1:45.958" v="932" actId="14100"/>
          <ac:spMkLst>
            <pc:docMk/>
            <pc:sldMk cId="1412758668" sldId="451"/>
            <ac:spMk id="4813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58.734" v="966" actId="1038"/>
          <ac:spMkLst>
            <pc:docMk/>
            <pc:sldMk cId="1412758668" sldId="451"/>
            <ac:spMk id="4816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35.991" v="961" actId="1036"/>
          <ac:spMkLst>
            <pc:docMk/>
            <pc:sldMk cId="1412758668" sldId="451"/>
            <ac:spMk id="4816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58.734" v="966" actId="1038"/>
          <ac:spMkLst>
            <pc:docMk/>
            <pc:sldMk cId="1412758668" sldId="451"/>
            <ac:spMk id="4816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35.991" v="961" actId="1036"/>
          <ac:spMkLst>
            <pc:docMk/>
            <pc:sldMk cId="1412758668" sldId="451"/>
            <ac:spMk id="4816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35.991" v="961" actId="1036"/>
          <ac:spMkLst>
            <pc:docMk/>
            <pc:sldMk cId="1412758668" sldId="451"/>
            <ac:spMk id="4816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35.991" v="961" actId="1036"/>
          <ac:spMkLst>
            <pc:docMk/>
            <pc:sldMk cId="1412758668" sldId="451"/>
            <ac:spMk id="4818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58.734" v="966" actId="1038"/>
          <ac:spMkLst>
            <pc:docMk/>
            <pc:sldMk cId="1412758668" sldId="451"/>
            <ac:spMk id="4818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2:35.991" v="961" actId="1036"/>
          <ac:spMkLst>
            <pc:docMk/>
            <pc:sldMk cId="1412758668" sldId="451"/>
            <ac:spMk id="48185" creationId="{00000000-0000-0000-0000-000000000000}"/>
          </ac:spMkLst>
        </pc:spChg>
        <pc:cxnChg chg="mod">
          <ac:chgData name="Neoh Kee Lin" userId="9e68bd29-1eeb-4ae3-beb9-48fd59e465e5" providerId="ADAL" clId="{CA1D92E6-B774-4BAA-B5B4-F303C40F1FAB}" dt="2025-03-17T04:02:58.734" v="966" actId="1038"/>
          <ac:cxnSpMkLst>
            <pc:docMk/>
            <pc:sldMk cId="1412758668" sldId="451"/>
            <ac:cxnSpMk id="99" creationId="{00000000-0000-0000-0000-000000000000}"/>
          </ac:cxnSpMkLst>
        </pc:cxnChg>
        <pc:cxnChg chg="mod">
          <ac:chgData name="Neoh Kee Lin" userId="9e68bd29-1eeb-4ae3-beb9-48fd59e465e5" providerId="ADAL" clId="{CA1D92E6-B774-4BAA-B5B4-F303C40F1FAB}" dt="2025-03-17T04:02:42.236" v="964" actId="1035"/>
          <ac:cxnSpMkLst>
            <pc:docMk/>
            <pc:sldMk cId="1412758668" sldId="451"/>
            <ac:cxnSpMk id="102" creationId="{00000000-0000-0000-0000-000000000000}"/>
          </ac:cxnSpMkLst>
        </pc:cxnChg>
        <pc:cxnChg chg="mod">
          <ac:chgData name="Neoh Kee Lin" userId="9e68bd29-1eeb-4ae3-beb9-48fd59e465e5" providerId="ADAL" clId="{CA1D92E6-B774-4BAA-B5B4-F303C40F1FAB}" dt="2025-03-17T04:02:58.734" v="966" actId="1038"/>
          <ac:cxnSpMkLst>
            <pc:docMk/>
            <pc:sldMk cId="1412758668" sldId="451"/>
            <ac:cxnSpMk id="48172" creationId="{00000000-0000-0000-0000-000000000000}"/>
          </ac:cxnSpMkLst>
        </pc:cxnChg>
        <pc:cxnChg chg="mod">
          <ac:chgData name="Neoh Kee Lin" userId="9e68bd29-1eeb-4ae3-beb9-48fd59e465e5" providerId="ADAL" clId="{CA1D92E6-B774-4BAA-B5B4-F303C40F1FAB}" dt="2025-03-17T04:02:35.991" v="961" actId="1036"/>
          <ac:cxnSpMkLst>
            <pc:docMk/>
            <pc:sldMk cId="1412758668" sldId="451"/>
            <ac:cxnSpMk id="48177" creationId="{00000000-0000-0000-0000-000000000000}"/>
          </ac:cxnSpMkLst>
        </pc:cxnChg>
      </pc:sldChg>
      <pc:sldChg chg="modSp add mod">
        <pc:chgData name="Neoh Kee Lin" userId="9e68bd29-1eeb-4ae3-beb9-48fd59e465e5" providerId="ADAL" clId="{CA1D92E6-B774-4BAA-B5B4-F303C40F1FAB}" dt="2025-03-17T04:04:47.188" v="988" actId="1035"/>
        <pc:sldMkLst>
          <pc:docMk/>
          <pc:sldMk cId="2834581986" sldId="452"/>
        </pc:sldMkLst>
        <pc:spChg chg="mod">
          <ac:chgData name="Neoh Kee Lin" userId="9e68bd29-1eeb-4ae3-beb9-48fd59e465e5" providerId="ADAL" clId="{CA1D92E6-B774-4BAA-B5B4-F303C40F1FAB}" dt="2025-03-17T04:03:34.498" v="969" actId="1035"/>
          <ac:spMkLst>
            <pc:docMk/>
            <pc:sldMk cId="2834581986" sldId="452"/>
            <ac:spMk id="5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34.498" v="969" actId="1035"/>
          <ac:spMkLst>
            <pc:docMk/>
            <pc:sldMk cId="2834581986" sldId="452"/>
            <ac:spMk id="55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4:33.971" v="987" actId="6549"/>
          <ac:spMkLst>
            <pc:docMk/>
            <pc:sldMk cId="2834581986" sldId="452"/>
            <ac:spMk id="61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51.328" v="975" actId="1037"/>
          <ac:spMkLst>
            <pc:docMk/>
            <pc:sldMk cId="2834581986" sldId="452"/>
            <ac:spMk id="4813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51.328" v="975" actId="1037"/>
          <ac:spMkLst>
            <pc:docMk/>
            <pc:sldMk cId="2834581986" sldId="452"/>
            <ac:spMk id="4813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51.328" v="975" actId="1037"/>
          <ac:spMkLst>
            <pc:docMk/>
            <pc:sldMk cId="2834581986" sldId="452"/>
            <ac:spMk id="4813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51.328" v="975" actId="1037"/>
          <ac:spMkLst>
            <pc:docMk/>
            <pc:sldMk cId="2834581986" sldId="452"/>
            <ac:spMk id="4814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3:51.328" v="975" actId="1037"/>
          <ac:spMkLst>
            <pc:docMk/>
            <pc:sldMk cId="2834581986" sldId="452"/>
            <ac:spMk id="4815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4:47.188" v="988" actId="1035"/>
          <ac:spMkLst>
            <pc:docMk/>
            <pc:sldMk cId="2834581986" sldId="452"/>
            <ac:spMk id="48179" creationId="{00000000-0000-0000-0000-000000000000}"/>
          </ac:spMkLst>
        </pc:spChg>
        <pc:cxnChg chg="mod">
          <ac:chgData name="Neoh Kee Lin" userId="9e68bd29-1eeb-4ae3-beb9-48fd59e465e5" providerId="ADAL" clId="{CA1D92E6-B774-4BAA-B5B4-F303C40F1FAB}" dt="2025-03-17T04:03:51.328" v="975" actId="1037"/>
          <ac:cxnSpMkLst>
            <pc:docMk/>
            <pc:sldMk cId="2834581986" sldId="452"/>
            <ac:cxnSpMk id="48146" creationId="{00000000-0000-0000-0000-000000000000}"/>
          </ac:cxnSpMkLst>
        </pc:cxnChg>
        <pc:cxnChg chg="mod">
          <ac:chgData name="Neoh Kee Lin" userId="9e68bd29-1eeb-4ae3-beb9-48fd59e465e5" providerId="ADAL" clId="{CA1D92E6-B774-4BAA-B5B4-F303C40F1FAB}" dt="2025-03-17T04:03:51.328" v="975" actId="1037"/>
          <ac:cxnSpMkLst>
            <pc:docMk/>
            <pc:sldMk cId="2834581986" sldId="452"/>
            <ac:cxnSpMk id="48147" creationId="{00000000-0000-0000-0000-000000000000}"/>
          </ac:cxnSpMkLst>
        </pc:cxnChg>
      </pc:sldChg>
      <pc:sldChg chg="addSp delSp modSp add mod">
        <pc:chgData name="Neoh Kee Lin" userId="9e68bd29-1eeb-4ae3-beb9-48fd59e465e5" providerId="ADAL" clId="{CA1D92E6-B774-4BAA-B5B4-F303C40F1FAB}" dt="2025-03-17T04:10:26.241" v="1102" actId="1038"/>
        <pc:sldMkLst>
          <pc:docMk/>
          <pc:sldMk cId="4216587392" sldId="453"/>
        </pc:sldMkLst>
        <pc:spChg chg="add mod">
          <ac:chgData name="Neoh Kee Lin" userId="9e68bd29-1eeb-4ae3-beb9-48fd59e465e5" providerId="ADAL" clId="{CA1D92E6-B774-4BAA-B5B4-F303C40F1FAB}" dt="2025-03-17T04:09:14.058" v="1081" actId="1038"/>
          <ac:spMkLst>
            <pc:docMk/>
            <pc:sldMk cId="4216587392" sldId="453"/>
            <ac:spMk id="2" creationId="{18DB2BFA-CDAE-E6F0-5176-34CA2BB0815F}"/>
          </ac:spMkLst>
        </pc:spChg>
        <pc:spChg chg="mod">
          <ac:chgData name="Neoh Kee Lin" userId="9e68bd29-1eeb-4ae3-beb9-48fd59e465e5" providerId="ADAL" clId="{CA1D92E6-B774-4BAA-B5B4-F303C40F1FAB}" dt="2025-03-17T04:07:23.745" v="996" actId="1035"/>
          <ac:spMkLst>
            <pc:docMk/>
            <pc:sldMk cId="4216587392" sldId="453"/>
            <ac:spMk id="10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10:26.241" v="1102" actId="1038"/>
          <ac:spMkLst>
            <pc:docMk/>
            <pc:sldMk cId="4216587392" sldId="453"/>
            <ac:spMk id="11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7:08.895" v="994" actId="6549"/>
          <ac:spMkLst>
            <pc:docMk/>
            <pc:sldMk cId="4216587392" sldId="453"/>
            <ac:spMk id="47108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4:08:02.042" v="1010" actId="478"/>
          <ac:spMkLst>
            <pc:docMk/>
            <pc:sldMk cId="4216587392" sldId="453"/>
            <ac:spMk id="4713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9:24.752" v="1092" actId="1038"/>
          <ac:spMkLst>
            <pc:docMk/>
            <pc:sldMk cId="4216587392" sldId="453"/>
            <ac:spMk id="47140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9:24.752" v="1092" actId="1038"/>
          <ac:spMkLst>
            <pc:docMk/>
            <pc:sldMk cId="4216587392" sldId="453"/>
            <ac:spMk id="47143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9:24.752" v="1092" actId="1038"/>
          <ac:spMkLst>
            <pc:docMk/>
            <pc:sldMk cId="4216587392" sldId="453"/>
            <ac:spMk id="4715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9:29.507" v="1096" actId="1036"/>
          <ac:spMkLst>
            <pc:docMk/>
            <pc:sldMk cId="4216587392" sldId="453"/>
            <ac:spMk id="47233" creationId="{00000000-0000-0000-0000-000000000000}"/>
          </ac:spMkLst>
        </pc:spChg>
        <pc:cxnChg chg="add mod">
          <ac:chgData name="Neoh Kee Lin" userId="9e68bd29-1eeb-4ae3-beb9-48fd59e465e5" providerId="ADAL" clId="{CA1D92E6-B774-4BAA-B5B4-F303C40F1FAB}" dt="2025-03-17T04:09:07.463" v="1074" actId="14100"/>
          <ac:cxnSpMkLst>
            <pc:docMk/>
            <pc:sldMk cId="4216587392" sldId="453"/>
            <ac:cxnSpMk id="3" creationId="{9A3C74D1-DFFD-A8BF-5998-3E6FB678C07E}"/>
          </ac:cxnSpMkLst>
        </pc:cxnChg>
        <pc:cxnChg chg="mod">
          <ac:chgData name="Neoh Kee Lin" userId="9e68bd29-1eeb-4ae3-beb9-48fd59e465e5" providerId="ADAL" clId="{CA1D92E6-B774-4BAA-B5B4-F303C40F1FAB}" dt="2025-03-17T04:09:24.752" v="1092" actId="1038"/>
          <ac:cxnSpMkLst>
            <pc:docMk/>
            <pc:sldMk cId="4216587392" sldId="453"/>
            <ac:cxnSpMk id="47148" creationId="{00000000-0000-0000-0000-000000000000}"/>
          </ac:cxnSpMkLst>
        </pc:cxnChg>
      </pc:sldChg>
      <pc:sldChg chg="addSp delSp modSp add mod">
        <pc:chgData name="Neoh Kee Lin" userId="9e68bd29-1eeb-4ae3-beb9-48fd59e465e5" providerId="ADAL" clId="{CA1D92E6-B774-4BAA-B5B4-F303C40F1FAB}" dt="2025-03-17T03:45:53.659" v="735" actId="1038"/>
        <pc:sldMkLst>
          <pc:docMk/>
          <pc:sldMk cId="3938876725" sldId="454"/>
        </pc:sldMkLst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3" creationId="{9B23A7CC-C512-2E69-75A2-A8BB4699D732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4" creationId="{5E2A2B97-EE09-7870-6DD3-05F44E3C28B4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5" creationId="{2128D7E1-F522-DADF-504D-C033538AC7C5}"/>
          </ac:spMkLst>
        </pc:spChg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7" creationId="{FED179A9-8167-A65B-32DC-69D0380C0785}"/>
          </ac:spMkLst>
        </pc:spChg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9" creationId="{503F6C1D-53CA-DA99-89E2-10164A0A0A8F}"/>
          </ac:spMkLst>
        </pc:spChg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10" creationId="{89151743-A50C-6626-23FE-5F1AE8E1E0B6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14" creationId="{A46155EF-6827-9270-3921-60F93FCA4C09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21" creationId="{7BAADDBB-EA69-DA18-3084-B9E004C7E33A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27" creationId="{2E355B45-8B6D-BE34-0910-0EE4CB3EC1FB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30" creationId="{8EA40E52-648B-34D5-9392-A7A8CCD652A0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32" creationId="{6460341F-A72F-FAFA-ABC5-E301D93F86CD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33" creationId="{AC841AE3-75BB-6E79-0F2B-37CCEEAC135E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34" creationId="{624CC621-5B0B-1713-3461-9B006ED400E0}"/>
          </ac:spMkLst>
        </pc:spChg>
        <pc:spChg chg="add mod">
          <ac:chgData name="Neoh Kee Lin" userId="9e68bd29-1eeb-4ae3-beb9-48fd59e465e5" providerId="ADAL" clId="{CA1D92E6-B774-4BAA-B5B4-F303C40F1FAB}" dt="2025-03-17T03:39:58.743" v="553"/>
          <ac:spMkLst>
            <pc:docMk/>
            <pc:sldMk cId="3938876725" sldId="454"/>
            <ac:spMk id="35" creationId="{6B8887F6-2D5D-5A2D-5076-211FB3224648}"/>
          </ac:spMkLst>
        </pc:spChg>
        <pc:spChg chg="add mod">
          <ac:chgData name="Neoh Kee Lin" userId="9e68bd29-1eeb-4ae3-beb9-48fd59e465e5" providerId="ADAL" clId="{CA1D92E6-B774-4BAA-B5B4-F303C40F1FAB}" dt="2025-03-17T03:42:29.302" v="671" actId="1036"/>
          <ac:spMkLst>
            <pc:docMk/>
            <pc:sldMk cId="3938876725" sldId="454"/>
            <ac:spMk id="36" creationId="{A6EF3F0D-F5D2-7166-D6F7-20EDCC17D962}"/>
          </ac:spMkLst>
        </pc:spChg>
        <pc:spChg chg="del">
          <ac:chgData name="Neoh Kee Lin" userId="9e68bd29-1eeb-4ae3-beb9-48fd59e465e5" providerId="ADAL" clId="{CA1D92E6-B774-4BAA-B5B4-F303C40F1FAB}" dt="2025-03-17T03:39:49.067" v="552" actId="478"/>
          <ac:spMkLst>
            <pc:docMk/>
            <pc:sldMk cId="3938876725" sldId="454"/>
            <ac:spMk id="96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97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99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00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10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13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15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31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32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33" creationId="{00000000-0000-0000-0000-000000000000}"/>
          </ac:spMkLst>
        </pc:spChg>
        <pc:spChg chg="del">
          <ac:chgData name="Neoh Kee Lin" userId="9e68bd29-1eeb-4ae3-beb9-48fd59e465e5" providerId="ADAL" clId="{CA1D92E6-B774-4BAA-B5B4-F303C40F1FAB}" dt="2025-03-17T03:39:32.061" v="503" actId="478"/>
          <ac:spMkLst>
            <pc:docMk/>
            <pc:sldMk cId="3938876725" sldId="454"/>
            <ac:spMk id="13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5:53.659" v="735" actId="1038"/>
          <ac:spMkLst>
            <pc:docMk/>
            <pc:sldMk cId="3938876725" sldId="454"/>
            <ac:spMk id="3277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0:42.622" v="661" actId="1076"/>
          <ac:spMkLst>
            <pc:docMk/>
            <pc:sldMk cId="3938876725" sldId="454"/>
            <ac:spMk id="3278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0:34.056" v="659" actId="1037"/>
          <ac:spMkLst>
            <pc:docMk/>
            <pc:sldMk cId="3938876725" sldId="454"/>
            <ac:spMk id="32807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0:34.056" v="659" actId="1037"/>
          <ac:spMkLst>
            <pc:docMk/>
            <pc:sldMk cId="3938876725" sldId="454"/>
            <ac:spMk id="32809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0:34.056" v="659" actId="1037"/>
          <ac:spMkLst>
            <pc:docMk/>
            <pc:sldMk cId="3938876725" sldId="454"/>
            <ac:spMk id="3282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0:34.056" v="659" actId="1037"/>
          <ac:spMkLst>
            <pc:docMk/>
            <pc:sldMk cId="3938876725" sldId="454"/>
            <ac:spMk id="3282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40:34.056" v="659" actId="1037"/>
          <ac:spMkLst>
            <pc:docMk/>
            <pc:sldMk cId="3938876725" sldId="454"/>
            <ac:spMk id="32834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3284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32858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32866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3:39:43.055" v="551" actId="1038"/>
          <ac:spMkLst>
            <pc:docMk/>
            <pc:sldMk cId="3938876725" sldId="454"/>
            <ac:spMk id="32867" creationId="{00000000-0000-0000-0000-000000000000}"/>
          </ac:spMkLst>
        </pc:spChg>
        <pc:cxnChg chg="mod">
          <ac:chgData name="Neoh Kee Lin" userId="9e68bd29-1eeb-4ae3-beb9-48fd59e465e5" providerId="ADAL" clId="{CA1D92E6-B774-4BAA-B5B4-F303C40F1FAB}" dt="2025-03-17T03:40:34.056" v="659" actId="1037"/>
          <ac:cxnSpMkLst>
            <pc:docMk/>
            <pc:sldMk cId="3938876725" sldId="454"/>
            <ac:cxnSpMk id="32814" creationId="{00000000-0000-0000-0000-000000000000}"/>
          </ac:cxnSpMkLst>
        </pc:cxnChg>
      </pc:sldChg>
      <pc:sldChg chg="addSp delSp modSp add mod">
        <pc:chgData name="Neoh Kee Lin" userId="9e68bd29-1eeb-4ae3-beb9-48fd59e465e5" providerId="ADAL" clId="{CA1D92E6-B774-4BAA-B5B4-F303C40F1FAB}" dt="2025-03-17T03:45:11.765" v="731" actId="20577"/>
        <pc:sldMkLst>
          <pc:docMk/>
          <pc:sldMk cId="2758659196" sldId="455"/>
        </pc:sldMkLst>
        <pc:spChg chg="del">
          <ac:chgData name="Neoh Kee Lin" userId="9e68bd29-1eeb-4ae3-beb9-48fd59e465e5" providerId="ADAL" clId="{CA1D92E6-B774-4BAA-B5B4-F303C40F1FAB}" dt="2025-03-17T03:41:36.886" v="663" actId="478"/>
          <ac:spMkLst>
            <pc:docMk/>
            <pc:sldMk cId="2758659196" sldId="455"/>
            <ac:spMk id="2" creationId="{6EBF5DAA-549B-C449-E64C-801679E9F3D2}"/>
          </ac:spMkLst>
        </pc:spChg>
        <pc:spChg chg="del">
          <ac:chgData name="Neoh Kee Lin" userId="9e68bd29-1eeb-4ae3-beb9-48fd59e465e5" providerId="ADAL" clId="{CA1D92E6-B774-4BAA-B5B4-F303C40F1FAB}" dt="2025-03-17T03:41:36.886" v="663" actId="478"/>
          <ac:spMkLst>
            <pc:docMk/>
            <pc:sldMk cId="2758659196" sldId="455"/>
            <ac:spMk id="3" creationId="{37E90AFD-48E2-069F-6CB9-72D110C47689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4" creationId="{9CBDBDA4-4613-7FD2-C62C-BF766E334BEF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5" creationId="{97B697BB-A2DB-A0B1-D5F3-3160523136C7}"/>
          </ac:spMkLst>
        </pc:spChg>
        <pc:spChg chg="del">
          <ac:chgData name="Neoh Kee Lin" userId="9e68bd29-1eeb-4ae3-beb9-48fd59e465e5" providerId="ADAL" clId="{CA1D92E6-B774-4BAA-B5B4-F303C40F1FAB}" dt="2025-03-17T03:41:36.886" v="663" actId="478"/>
          <ac:spMkLst>
            <pc:docMk/>
            <pc:sldMk cId="2758659196" sldId="455"/>
            <ac:spMk id="7" creationId="{963C75FB-D731-F119-25AC-117D9F6604DD}"/>
          </ac:spMkLst>
        </pc:spChg>
        <pc:spChg chg="del">
          <ac:chgData name="Neoh Kee Lin" userId="9e68bd29-1eeb-4ae3-beb9-48fd59e465e5" providerId="ADAL" clId="{CA1D92E6-B774-4BAA-B5B4-F303C40F1FAB}" dt="2025-03-17T03:41:36.886" v="663" actId="478"/>
          <ac:spMkLst>
            <pc:docMk/>
            <pc:sldMk cId="2758659196" sldId="455"/>
            <ac:spMk id="9" creationId="{175285BB-6CF8-6C2F-4479-4A62A79A2F6D}"/>
          </ac:spMkLst>
        </pc:spChg>
        <pc:spChg chg="del">
          <ac:chgData name="Neoh Kee Lin" userId="9e68bd29-1eeb-4ae3-beb9-48fd59e465e5" providerId="ADAL" clId="{CA1D92E6-B774-4BAA-B5B4-F303C40F1FAB}" dt="2025-03-17T03:41:36.886" v="663" actId="478"/>
          <ac:spMkLst>
            <pc:docMk/>
            <pc:sldMk cId="2758659196" sldId="455"/>
            <ac:spMk id="10" creationId="{E6520948-AA61-37E3-3D5C-466BC7DFBE6B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11" creationId="{00863B67-74DB-3792-975B-8C8DCA428FEA}"/>
          </ac:spMkLst>
        </pc:spChg>
        <pc:spChg chg="del">
          <ac:chgData name="Neoh Kee Lin" userId="9e68bd29-1eeb-4ae3-beb9-48fd59e465e5" providerId="ADAL" clId="{CA1D92E6-B774-4BAA-B5B4-F303C40F1FAB}" dt="2025-03-17T03:41:36.886" v="663" actId="478"/>
          <ac:spMkLst>
            <pc:docMk/>
            <pc:sldMk cId="2758659196" sldId="455"/>
            <ac:spMk id="12" creationId="{C2233D95-B0A2-BFFA-DA99-66D1A5AC3374}"/>
          </ac:spMkLst>
        </pc:spChg>
        <pc:spChg chg="del">
          <ac:chgData name="Neoh Kee Lin" userId="9e68bd29-1eeb-4ae3-beb9-48fd59e465e5" providerId="ADAL" clId="{CA1D92E6-B774-4BAA-B5B4-F303C40F1FAB}" dt="2025-03-17T03:41:36.886" v="663" actId="478"/>
          <ac:spMkLst>
            <pc:docMk/>
            <pc:sldMk cId="2758659196" sldId="455"/>
            <ac:spMk id="13" creationId="{EAA091D8-4C75-EFED-4B93-38FC15015061}"/>
          </ac:spMkLst>
        </pc:spChg>
        <pc:spChg chg="del mod">
          <ac:chgData name="Neoh Kee Lin" userId="9e68bd29-1eeb-4ae3-beb9-48fd59e465e5" providerId="ADAL" clId="{CA1D92E6-B774-4BAA-B5B4-F303C40F1FAB}" dt="2025-03-17T03:41:40.403" v="665" actId="478"/>
          <ac:spMkLst>
            <pc:docMk/>
            <pc:sldMk cId="2758659196" sldId="455"/>
            <ac:spMk id="15" creationId="{226EBC67-940A-4D17-D929-453D7860894C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21" creationId="{E5AF422E-66CA-3C90-1B4C-B03B35500784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29" creationId="{888E63BA-C85E-D269-E2EF-411A6CB5557B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30" creationId="{5EBC1BA7-B7DE-495F-6E54-F1DEE9B0D4B4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32" creationId="{E5F157C2-D2DD-7B29-06DD-41CB1C889D38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33" creationId="{0B478687-D60E-6E7C-B93A-62CF7B6BA5F2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34" creationId="{75A17BED-1FBE-41CD-060A-488616577EC2}"/>
          </ac:spMkLst>
        </pc:spChg>
        <pc:spChg chg="add mod">
          <ac:chgData name="Neoh Kee Lin" userId="9e68bd29-1eeb-4ae3-beb9-48fd59e465e5" providerId="ADAL" clId="{CA1D92E6-B774-4BAA-B5B4-F303C40F1FAB}" dt="2025-03-17T03:42:12.009" v="668"/>
          <ac:spMkLst>
            <pc:docMk/>
            <pc:sldMk cId="2758659196" sldId="455"/>
            <ac:spMk id="35" creationId="{1A85B2F7-08B3-2430-E355-682F961D8DF9}"/>
          </ac:spMkLst>
        </pc:spChg>
        <pc:spChg chg="del">
          <ac:chgData name="Neoh Kee Lin" userId="9e68bd29-1eeb-4ae3-beb9-48fd59e465e5" providerId="ADAL" clId="{CA1D92E6-B774-4BAA-B5B4-F303C40F1FAB}" dt="2025-03-17T03:42:21.591" v="670" actId="478"/>
          <ac:spMkLst>
            <pc:docMk/>
            <pc:sldMk cId="2758659196" sldId="455"/>
            <ac:spMk id="96" creationId="{11CC8E53-15A9-63C5-D560-B9960C93E657}"/>
          </ac:spMkLst>
        </pc:spChg>
        <pc:spChg chg="mod">
          <ac:chgData name="Neoh Kee Lin" userId="9e68bd29-1eeb-4ae3-beb9-48fd59e465e5" providerId="ADAL" clId="{CA1D92E6-B774-4BAA-B5B4-F303C40F1FAB}" dt="2025-03-17T03:45:11.765" v="731" actId="20577"/>
          <ac:spMkLst>
            <pc:docMk/>
            <pc:sldMk cId="2758659196" sldId="455"/>
            <ac:spMk id="32772" creationId="{F1EBC4BC-D493-78CD-BCC6-939FCB3F95BA}"/>
          </ac:spMkLst>
        </pc:spChg>
        <pc:spChg chg="del">
          <ac:chgData name="Neoh Kee Lin" userId="9e68bd29-1eeb-4ae3-beb9-48fd59e465e5" providerId="ADAL" clId="{CA1D92E6-B774-4BAA-B5B4-F303C40F1FAB}" dt="2025-03-17T03:42:15.611" v="669" actId="478"/>
          <ac:spMkLst>
            <pc:docMk/>
            <pc:sldMk cId="2758659196" sldId="455"/>
            <ac:spMk id="32788" creationId="{66ECC3CB-57A6-38D0-0C2F-56A6DDCC2F8D}"/>
          </ac:spMkLst>
        </pc:spChg>
        <pc:spChg chg="del">
          <ac:chgData name="Neoh Kee Lin" userId="9e68bd29-1eeb-4ae3-beb9-48fd59e465e5" providerId="ADAL" clId="{CA1D92E6-B774-4BAA-B5B4-F303C40F1FAB}" dt="2025-03-17T03:41:33.462" v="662" actId="478"/>
          <ac:spMkLst>
            <pc:docMk/>
            <pc:sldMk cId="2758659196" sldId="455"/>
            <ac:spMk id="32789" creationId="{3428EE74-F05B-2673-EA21-5836DCC499AC}"/>
          </ac:spMkLst>
        </pc:spChg>
        <pc:spChg chg="del">
          <ac:chgData name="Neoh Kee Lin" userId="9e68bd29-1eeb-4ae3-beb9-48fd59e465e5" providerId="ADAL" clId="{CA1D92E6-B774-4BAA-B5B4-F303C40F1FAB}" dt="2025-03-17T03:41:33.462" v="662" actId="478"/>
          <ac:spMkLst>
            <pc:docMk/>
            <pc:sldMk cId="2758659196" sldId="455"/>
            <ac:spMk id="32807" creationId="{297026B6-F085-AB3C-B2F0-C2F2AD4F6865}"/>
          </ac:spMkLst>
        </pc:spChg>
        <pc:spChg chg="del">
          <ac:chgData name="Neoh Kee Lin" userId="9e68bd29-1eeb-4ae3-beb9-48fd59e465e5" providerId="ADAL" clId="{CA1D92E6-B774-4BAA-B5B4-F303C40F1FAB}" dt="2025-03-17T03:41:33.462" v="662" actId="478"/>
          <ac:spMkLst>
            <pc:docMk/>
            <pc:sldMk cId="2758659196" sldId="455"/>
            <ac:spMk id="32809" creationId="{802C52B5-F625-A810-72E5-4DE2A4E0F01B}"/>
          </ac:spMkLst>
        </pc:spChg>
        <pc:spChg chg="del">
          <ac:chgData name="Neoh Kee Lin" userId="9e68bd29-1eeb-4ae3-beb9-48fd59e465e5" providerId="ADAL" clId="{CA1D92E6-B774-4BAA-B5B4-F303C40F1FAB}" dt="2025-03-17T03:41:33.462" v="662" actId="478"/>
          <ac:spMkLst>
            <pc:docMk/>
            <pc:sldMk cId="2758659196" sldId="455"/>
            <ac:spMk id="32822" creationId="{2C637035-9C27-DF35-CF6C-2AA2C81EF4D8}"/>
          </ac:spMkLst>
        </pc:spChg>
        <pc:spChg chg="del">
          <ac:chgData name="Neoh Kee Lin" userId="9e68bd29-1eeb-4ae3-beb9-48fd59e465e5" providerId="ADAL" clId="{CA1D92E6-B774-4BAA-B5B4-F303C40F1FAB}" dt="2025-03-17T03:41:33.462" v="662" actId="478"/>
          <ac:spMkLst>
            <pc:docMk/>
            <pc:sldMk cId="2758659196" sldId="455"/>
            <ac:spMk id="32824" creationId="{FD42872E-2382-D947-6ED3-1ABB0F4F13BD}"/>
          </ac:spMkLst>
        </pc:spChg>
        <pc:spChg chg="del">
          <ac:chgData name="Neoh Kee Lin" userId="9e68bd29-1eeb-4ae3-beb9-48fd59e465e5" providerId="ADAL" clId="{CA1D92E6-B774-4BAA-B5B4-F303C40F1FAB}" dt="2025-03-17T03:41:33.462" v="662" actId="478"/>
          <ac:spMkLst>
            <pc:docMk/>
            <pc:sldMk cId="2758659196" sldId="455"/>
            <ac:spMk id="32834" creationId="{12C1BC95-1BBE-8974-C8B1-9A17328F0719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39" creationId="{5D7E4EDD-EFCA-45D8-04CA-B380BA974FD7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41" creationId="{CE122BED-F49A-3F83-8BE9-6F17AF5F7B2E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42" creationId="{256AFCC7-24B1-9704-0F3F-B3D9016A0D2F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48" creationId="{835A1E84-3B11-9053-5417-575FFC045181}"/>
          </ac:spMkLst>
        </pc:spChg>
        <pc:spChg chg="del">
          <ac:chgData name="Neoh Kee Lin" userId="9e68bd29-1eeb-4ae3-beb9-48fd59e465e5" providerId="ADAL" clId="{CA1D92E6-B774-4BAA-B5B4-F303C40F1FAB}" dt="2025-03-17T03:41:50.634" v="667" actId="478"/>
          <ac:spMkLst>
            <pc:docMk/>
            <pc:sldMk cId="2758659196" sldId="455"/>
            <ac:spMk id="32854" creationId="{D142B598-BFA5-A3D5-995C-2C5D98057819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55" creationId="{1701EB44-908D-C291-7BD3-F64F9642ED7E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56" creationId="{84355C1F-97B9-2083-EDB0-AC152D3679A9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58" creationId="{A454AC49-D882-909F-D2C6-0AB3CF3425F0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63" creationId="{014B47EC-85B4-FD52-68DE-1CA8AF150899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66" creationId="{8B80535F-8BB5-5241-6698-2B5CB08A9FB3}"/>
          </ac:spMkLst>
        </pc:spChg>
        <pc:spChg chg="del">
          <ac:chgData name="Neoh Kee Lin" userId="9e68bd29-1eeb-4ae3-beb9-48fd59e465e5" providerId="ADAL" clId="{CA1D92E6-B774-4BAA-B5B4-F303C40F1FAB}" dt="2025-03-17T03:41:46.727" v="666" actId="478"/>
          <ac:spMkLst>
            <pc:docMk/>
            <pc:sldMk cId="2758659196" sldId="455"/>
            <ac:spMk id="32867" creationId="{9DFC25D0-3A04-1046-1807-2FBCB2AB3794}"/>
          </ac:spMkLst>
        </pc:spChg>
        <pc:cxnChg chg="del mod">
          <ac:chgData name="Neoh Kee Lin" userId="9e68bd29-1eeb-4ae3-beb9-48fd59e465e5" providerId="ADAL" clId="{CA1D92E6-B774-4BAA-B5B4-F303C40F1FAB}" dt="2025-03-17T03:41:36.886" v="663" actId="478"/>
          <ac:cxnSpMkLst>
            <pc:docMk/>
            <pc:sldMk cId="2758659196" sldId="455"/>
            <ac:cxnSpMk id="6" creationId="{EBAFB6B4-2B4B-4B88-7551-865B31012659}"/>
          </ac:cxnSpMkLst>
        </pc:cxnChg>
        <pc:cxnChg chg="del mod">
          <ac:chgData name="Neoh Kee Lin" userId="9e68bd29-1eeb-4ae3-beb9-48fd59e465e5" providerId="ADAL" clId="{CA1D92E6-B774-4BAA-B5B4-F303C40F1FAB}" dt="2025-03-17T03:41:36.886" v="663" actId="478"/>
          <ac:cxnSpMkLst>
            <pc:docMk/>
            <pc:sldMk cId="2758659196" sldId="455"/>
            <ac:cxnSpMk id="8" creationId="{54454D48-C3E0-C26C-3BB6-6C588AA2A823}"/>
          </ac:cxnSpMkLst>
        </pc:cxnChg>
        <pc:cxnChg chg="del mod">
          <ac:chgData name="Neoh Kee Lin" userId="9e68bd29-1eeb-4ae3-beb9-48fd59e465e5" providerId="ADAL" clId="{CA1D92E6-B774-4BAA-B5B4-F303C40F1FAB}" dt="2025-03-17T03:41:33.462" v="662" actId="478"/>
          <ac:cxnSpMkLst>
            <pc:docMk/>
            <pc:sldMk cId="2758659196" sldId="455"/>
            <ac:cxnSpMk id="32814" creationId="{281E0CA9-281E-4851-6408-3B641A5578A0}"/>
          </ac:cxnSpMkLst>
        </pc:cxnChg>
      </pc:sldChg>
      <pc:sldChg chg="add del">
        <pc:chgData name="Neoh Kee Lin" userId="9e68bd29-1eeb-4ae3-beb9-48fd59e465e5" providerId="ADAL" clId="{CA1D92E6-B774-4BAA-B5B4-F303C40F1FAB}" dt="2025-03-17T03:30:13.307" v="418" actId="47"/>
        <pc:sldMkLst>
          <pc:docMk/>
          <pc:sldMk cId="3251552918" sldId="455"/>
        </pc:sldMkLst>
      </pc:sldChg>
      <pc:sldChg chg="addSp delSp modSp add mod">
        <pc:chgData name="Neoh Kee Lin" userId="9e68bd29-1eeb-4ae3-beb9-48fd59e465e5" providerId="ADAL" clId="{CA1D92E6-B774-4BAA-B5B4-F303C40F1FAB}" dt="2025-03-17T04:11:11.728" v="1117" actId="6549"/>
        <pc:sldMkLst>
          <pc:docMk/>
          <pc:sldMk cId="660909380" sldId="456"/>
        </pc:sldMkLst>
        <pc:spChg chg="add mod">
          <ac:chgData name="Neoh Kee Lin" userId="9e68bd29-1eeb-4ae3-beb9-48fd59e465e5" providerId="ADAL" clId="{CA1D92E6-B774-4BAA-B5B4-F303C40F1FAB}" dt="2025-03-17T04:10:55.550" v="1105"/>
          <ac:spMkLst>
            <pc:docMk/>
            <pc:sldMk cId="660909380" sldId="456"/>
            <ac:spMk id="2" creationId="{D1018E1E-D5DB-2659-6F76-482EDB05874F}"/>
          </ac:spMkLst>
        </pc:spChg>
        <pc:spChg chg="mod">
          <ac:chgData name="Neoh Kee Lin" userId="9e68bd29-1eeb-4ae3-beb9-48fd59e465e5" providerId="ADAL" clId="{CA1D92E6-B774-4BAA-B5B4-F303C40F1FAB}" dt="2025-03-17T04:11:11.728" v="1117" actId="6549"/>
          <ac:spMkLst>
            <pc:docMk/>
            <pc:sldMk cId="660909380" sldId="456"/>
            <ac:spMk id="58" creationId="{00000000-0000-0000-0000-000000000000}"/>
          </ac:spMkLst>
        </pc:spChg>
        <pc:spChg chg="del mod">
          <ac:chgData name="Neoh Kee Lin" userId="9e68bd29-1eeb-4ae3-beb9-48fd59e465e5" providerId="ADAL" clId="{CA1D92E6-B774-4BAA-B5B4-F303C40F1FAB}" dt="2025-03-17T04:10:49.772" v="1104" actId="478"/>
          <ac:spMkLst>
            <pc:docMk/>
            <pc:sldMk cId="660909380" sldId="456"/>
            <ac:spMk id="112" creationId="{00000000-0000-0000-0000-000000000000}"/>
          </ac:spMkLst>
        </pc:spChg>
        <pc:spChg chg="mod">
          <ac:chgData name="Neoh Kee Lin" userId="9e68bd29-1eeb-4ae3-beb9-48fd59e465e5" providerId="ADAL" clId="{CA1D92E6-B774-4BAA-B5B4-F303C40F1FAB}" dt="2025-03-17T04:07:15.038" v="995" actId="6549"/>
          <ac:spMkLst>
            <pc:docMk/>
            <pc:sldMk cId="660909380" sldId="456"/>
            <ac:spMk id="4710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 smtClean="0"/>
            </a:lvl1pPr>
          </a:lstStyle>
          <a:p>
            <a:pPr>
              <a:defRPr/>
            </a:pPr>
            <a:fld id="{D1946611-1036-473F-911A-93E80794C95E}" type="datetime8">
              <a:rPr lang="en-US" altLang="en-US"/>
              <a:pPr>
                <a:defRPr/>
              </a:pPr>
              <a:t>3/17/2025 11:16 AM</a:t>
            </a:fld>
            <a:endParaRPr lang="en-US" alt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 smtClean="0"/>
            </a:lvl1pPr>
          </a:lstStyle>
          <a:p>
            <a:pPr>
              <a:defRPr/>
            </a:pPr>
            <a:fld id="{F537D374-FC46-4453-8F2F-B75E22776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48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 smtClean="0"/>
            </a:lvl1pPr>
          </a:lstStyle>
          <a:p>
            <a:pPr>
              <a:defRPr/>
            </a:pPr>
            <a:fld id="{7409782C-C4DF-4744-8748-152FAB683199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 smtClean="0"/>
            </a:lvl1pPr>
          </a:lstStyle>
          <a:p>
            <a:pPr>
              <a:defRPr/>
            </a:pPr>
            <a:fld id="{1397A472-75EC-4CAF-A795-DAC17A45E3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45880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latin typeface="Tahoma" panose="020B0604030504040204" pitchFamily="34" charset="0"/>
              </a:rPr>
              <a:t>Merge Sort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124DE2-0F7D-40CD-8212-39E64989E3EB}" type="datetime8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3/17/2025 11:07 AM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174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177443D-1099-4CDA-9DDF-505C1F4CCC92}" type="slidenum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174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91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latin typeface="Tahoma" panose="020B0604030504040204" pitchFamily="34" charset="0"/>
              </a:rPr>
              <a:t>Shortest Path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751D41-FF0D-499E-B5F9-4B111901DABF}" type="datetime8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3/17/2025 11:07 AM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C78CB5-0BA0-4942-A22C-31221DBB3CD1}" type="slidenum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145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latin typeface="Tahoma" panose="020B0604030504040204" pitchFamily="34" charset="0"/>
              </a:rPr>
              <a:t>Minimum Spanning Tree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F696558-5C51-4D66-BD51-A330476C44CA}" type="datetime8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3/17/2025 11:07 AM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71525" indent="-296863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87450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62113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36775" indent="-236538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939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511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083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5575" indent="-236538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E53E26-5AD6-4BDA-A160-D177FBD3EAFA}" type="slidenum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39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01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96FD453-96EE-4911-870D-B0A7CC4229BB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AEAB84-2CAF-4C3B-9F90-CC3ACA1784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850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712D76-85DA-4A18-B40C-583D35471327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10A091-EC2C-4DFA-99FD-E50571D276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01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8E27B7-64DB-4889-90B7-68C9B733457C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EDD5983-D9C4-42AF-8448-749A431FD9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086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CD6D3C-8874-4613-9838-1FEDF93941F5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7DD1216-29DE-453A-979F-72F94CFBFB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154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077B84-658A-4960-9F6D-0DB62216BF8F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AF26A1-052F-45C2-9D53-7F0FE6A17B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1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EDEF97-0CB9-4947-A069-48A8A3BCE6CC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6FD3C0-A307-4005-A6C5-B5975322E5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29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6F23CE3-1C10-44BA-87B0-360A950CD34F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2992B4C-7274-4363-8342-4059304586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02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82FE35-059A-4116-B349-4EA731CA120C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F3F3D25-0D93-49AA-8EFD-D42F8448E9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855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57ED28-4943-4D02-9678-3929B4FA7F1C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C1FA05-B7E9-47ED-870B-4FFCFB6F55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41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36ED977-329D-483B-A029-1C81442261B4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E05DFD-5FDA-47A6-ACA2-0295610634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72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51C3CB4-B71A-400E-B45B-171EB98312BD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A0DD63-16D5-49A2-9BEB-FD920B63DE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418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270970-8FA4-4AFA-9808-38450570EF2F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Lec08 Shortest Paths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506428-227A-4774-836B-BBFFBA81B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15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fld id="{75052203-CEE8-4DD5-B4DE-CCA7CA0E128C}" type="datetime8">
              <a:rPr lang="en-US" altLang="en-US"/>
              <a:pPr>
                <a:defRPr/>
              </a:pPr>
              <a:t>3/17/2025 11:07 AM</a:t>
            </a:fld>
            <a:endParaRPr lang="en-US" alt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AA[Lec05] The Greedy Method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00B8843E-50C6-4F83-8545-4871AD7B46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E18DCD-8346-4645-B757-36BB5B3A027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Lecture 09</a:t>
            </a:r>
            <a:br>
              <a:rPr lang="en-US" altLang="en-US" sz="4000"/>
            </a:br>
            <a:r>
              <a:rPr lang="en-US" altLang="en-US" sz="4000"/>
              <a:t>Greedy Algorithms</a:t>
            </a:r>
          </a:p>
        </p:txBody>
      </p:sp>
      <p:graphicFrame>
        <p:nvGraphicFramePr>
          <p:cNvPr id="16388" name="Object 397"/>
          <p:cNvGraphicFramePr>
            <a:graphicFrameLocks noChangeAspect="1"/>
          </p:cNvGraphicFramePr>
          <p:nvPr/>
        </p:nvGraphicFramePr>
        <p:xfrm>
          <a:off x="3684588" y="3216275"/>
          <a:ext cx="1573212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574597" imgH="1661465" progId="MS_ClipArt_Gallery.5">
                  <p:embed/>
                </p:oleObj>
              </mc:Choice>
              <mc:Fallback>
                <p:oleObj name="Clip" r:id="rId4" imgW="1574597" imgH="1661465" progId="MS_ClipArt_Gallery.5">
                  <p:embed/>
                  <p:pic>
                    <p:nvPicPr>
                      <p:cNvPr id="16388" name="Object 3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3216275"/>
                        <a:ext cx="1573212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398"/>
          <p:cNvGraphicFramePr>
            <a:graphicFrameLocks noChangeAspect="1"/>
          </p:cNvGraphicFramePr>
          <p:nvPr/>
        </p:nvGraphicFramePr>
        <p:xfrm>
          <a:off x="5494338" y="3200400"/>
          <a:ext cx="2500312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3146079" imgH="3333184" progId="MS_ClipArt_Gallery.5">
                  <p:embed/>
                </p:oleObj>
              </mc:Choice>
              <mc:Fallback>
                <p:oleObj name="Clip" r:id="rId6" imgW="3146079" imgH="3333184" progId="MS_ClipArt_Gallery.5">
                  <p:embed/>
                  <p:pic>
                    <p:nvPicPr>
                      <p:cNvPr id="16389" name="Object 3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3200400"/>
                        <a:ext cx="2500312" cy="264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E18B75-0A7E-44F2-BEEB-BB3652D86C5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 and Reading</a:t>
            </a:r>
          </a:p>
        </p:txBody>
      </p:sp>
      <p:sp>
        <p:nvSpPr>
          <p:cNvPr id="184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2895600"/>
            <a:ext cx="8229600" cy="2209800"/>
          </a:xfrm>
        </p:spPr>
        <p:txBody>
          <a:bodyPr/>
          <a:lstStyle/>
          <a:p>
            <a:pPr eaLnBrk="1" hangingPunct="1"/>
            <a:r>
              <a:rPr lang="en-US" altLang="en-US" dirty="0"/>
              <a:t>The Greedy Method Technique (5.1)</a:t>
            </a:r>
          </a:p>
          <a:p>
            <a:pPr eaLnBrk="1" hangingPunct="1"/>
            <a:r>
              <a:rPr lang="en-US" altLang="en-US" dirty="0"/>
              <a:t>Fractional Knapsack Problem (5.1.1)</a:t>
            </a:r>
          </a:p>
          <a:p>
            <a:pPr eaLnBrk="1" hangingPunct="1"/>
            <a:r>
              <a:rPr lang="en-US" altLang="en-US" dirty="0"/>
              <a:t>Dijkstra’s algorithm  (7.1.1)</a:t>
            </a:r>
          </a:p>
          <a:p>
            <a:pPr eaLnBrk="1" hangingPunct="1"/>
            <a:r>
              <a:rPr lang="sv-SE" altLang="en-US"/>
              <a:t>Prim-Jarnik’s </a:t>
            </a:r>
            <a:r>
              <a:rPr lang="sv-SE" altLang="en-US" dirty="0"/>
              <a:t>Algorithm (7.3.2)</a:t>
            </a:r>
          </a:p>
          <a:p>
            <a:pPr eaLnBrk="1" hangingPunct="1"/>
            <a:r>
              <a:rPr lang="sv-SE" altLang="en-US" dirty="0"/>
              <a:t>Kruskal's Algorithm (7.3.1)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graphicFrame>
        <p:nvGraphicFramePr>
          <p:cNvPr id="18437" name="Object 4"/>
          <p:cNvGraphicFramePr>
            <a:graphicFrameLocks noChangeAspect="1"/>
          </p:cNvGraphicFramePr>
          <p:nvPr/>
        </p:nvGraphicFramePr>
        <p:xfrm>
          <a:off x="6286500" y="228600"/>
          <a:ext cx="239077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691640" imgH="1832458" progId="MS_ClipArt_Gallery.5">
                  <p:embed/>
                </p:oleObj>
              </mc:Choice>
              <mc:Fallback>
                <p:oleObj name="Clip" r:id="rId3" imgW="1691640" imgH="1832458" progId="MS_ClipArt_Gallery.5">
                  <p:embed/>
                  <p:pic>
                    <p:nvPicPr>
                      <p:cNvPr id="1843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28600"/>
                        <a:ext cx="2390775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0F6B61-9495-4DEC-8CAE-8EB57732165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3246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Greedy Method Technique</a:t>
            </a:r>
          </a:p>
        </p:txBody>
      </p:sp>
      <p:sp>
        <p:nvSpPr>
          <p:cNvPr id="1946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>
                <a:solidFill>
                  <a:schemeClr val="tx2"/>
                </a:solidFill>
              </a:rPr>
              <a:t>The greedy method</a:t>
            </a:r>
            <a:r>
              <a:rPr lang="en-US" altLang="en-US"/>
              <a:t> is a general algorithm design paradigm, built on the following elements: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solidFill>
                  <a:schemeClr val="tx2"/>
                </a:solidFill>
              </a:rPr>
              <a:t>configurations</a:t>
            </a:r>
            <a:r>
              <a:rPr lang="en-US" altLang="en-US"/>
              <a:t>: </a:t>
            </a:r>
            <a:r>
              <a:rPr lang="en-US" altLang="en-US" u="sng"/>
              <a:t>different</a:t>
            </a:r>
            <a:r>
              <a:rPr lang="en-US" altLang="en-US"/>
              <a:t> choices, collections, or </a:t>
            </a:r>
            <a:r>
              <a:rPr lang="en-US" altLang="en-US" u="sng"/>
              <a:t>values to find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solidFill>
                  <a:schemeClr val="tx2"/>
                </a:solidFill>
              </a:rPr>
              <a:t>objective function</a:t>
            </a:r>
            <a:r>
              <a:rPr lang="en-US" altLang="en-US"/>
              <a:t>: a score assigned to configurations, which we want to either </a:t>
            </a:r>
            <a:r>
              <a:rPr lang="en-US" altLang="en-US" u="sng"/>
              <a:t>maximize or minimize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It works best when applied to problems with the </a:t>
            </a:r>
            <a:r>
              <a:rPr lang="en-US" altLang="en-US" b="1">
                <a:solidFill>
                  <a:schemeClr val="tx2"/>
                </a:solidFill>
              </a:rPr>
              <a:t>greedy-choice</a:t>
            </a:r>
            <a:r>
              <a:rPr lang="en-US" altLang="en-US"/>
              <a:t> property: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 globally-optimal solution can always be found by a series of local improvements from a starting configuration.</a:t>
            </a:r>
            <a:endParaRPr lang="en-US" altLang="en-US" b="1" i="1">
              <a:latin typeface="Times New Roman" panose="02020603050405020304" pitchFamily="18" charset="0"/>
            </a:endParaRPr>
          </a:p>
        </p:txBody>
      </p:sp>
      <p:graphicFrame>
        <p:nvGraphicFramePr>
          <p:cNvPr id="19461" name="Object 6"/>
          <p:cNvGraphicFramePr>
            <a:graphicFrameLocks noChangeAspect="1"/>
          </p:cNvGraphicFramePr>
          <p:nvPr/>
        </p:nvGraphicFramePr>
        <p:xfrm>
          <a:off x="6705600" y="152400"/>
          <a:ext cx="2062163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582562" imgH="3363362" progId="MS_ClipArt_Gallery.5">
                  <p:embed/>
                </p:oleObj>
              </mc:Choice>
              <mc:Fallback>
                <p:oleObj name="Clip" r:id="rId3" imgW="4582562" imgH="3363362" progId="MS_ClipArt_Gallery.5">
                  <p:embed/>
                  <p:pic>
                    <p:nvPicPr>
                      <p:cNvPr id="194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52400"/>
                        <a:ext cx="2062163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FE38C8-54E1-455B-9D87-5070F2B2FE4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Making Change</a:t>
            </a:r>
          </a:p>
        </p:txBody>
      </p:sp>
      <p:sp>
        <p:nvSpPr>
          <p:cNvPr id="2048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22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Problem:</a:t>
            </a:r>
            <a:r>
              <a:rPr lang="en-US" altLang="en-US" sz="2400" dirty="0"/>
              <a:t> A dollar amount to reach and a collection of coin amounts to use to get there.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Configuration:</a:t>
            </a:r>
            <a:r>
              <a:rPr lang="en-US" altLang="en-US" sz="2400" dirty="0"/>
              <a:t> A dollar amount yet to return to a customer plus the coins already returned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>
                <a:solidFill>
                  <a:schemeClr val="tx2"/>
                </a:solidFill>
              </a:rPr>
              <a:t>Objective function</a:t>
            </a:r>
            <a:r>
              <a:rPr lang="en-US" altLang="en-US" sz="2400" dirty="0">
                <a:solidFill>
                  <a:schemeClr val="tx2"/>
                </a:solidFill>
              </a:rPr>
              <a:t>:</a:t>
            </a:r>
            <a:r>
              <a:rPr lang="en-US" altLang="en-US" sz="2400" dirty="0"/>
              <a:t> </a:t>
            </a:r>
            <a:r>
              <a:rPr lang="en-US" altLang="en-US" sz="2400" u="sng" dirty="0"/>
              <a:t>Minimize number of coins</a:t>
            </a:r>
            <a:r>
              <a:rPr lang="en-US" altLang="en-US" sz="2400" dirty="0"/>
              <a:t> returned.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 dirty="0">
                <a:solidFill>
                  <a:schemeClr val="tx2"/>
                </a:solidFill>
              </a:rPr>
              <a:t>Greedy solution</a:t>
            </a:r>
            <a:r>
              <a:rPr lang="en-US" altLang="en-US" sz="2400" dirty="0">
                <a:solidFill>
                  <a:schemeClr val="tx2"/>
                </a:solidFill>
              </a:rPr>
              <a:t>:</a:t>
            </a:r>
            <a:r>
              <a:rPr lang="en-US" altLang="en-US" sz="2400" dirty="0"/>
              <a:t> Always return the </a:t>
            </a:r>
            <a:r>
              <a:rPr lang="en-US" altLang="en-US" sz="2400" u="sng" dirty="0"/>
              <a:t>largest coin</a:t>
            </a:r>
            <a:r>
              <a:rPr lang="en-US" altLang="en-US" sz="2400" dirty="0"/>
              <a:t> you can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Example 1:</a:t>
            </a:r>
            <a:r>
              <a:rPr lang="en-US" altLang="en-US" sz="2400" dirty="0"/>
              <a:t> Coins are valued $.32, $.08, $.01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/>
              <a:t>Has the greedy-choice property</a:t>
            </a:r>
            <a:r>
              <a:rPr lang="en-US" altLang="en-US" sz="2000" dirty="0"/>
              <a:t>, since no amount over $.32 can be made with a minimum number of coins by omitting a $.32 coin (similarly for amounts over $.08, but under $.32).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Example 2:</a:t>
            </a:r>
            <a:r>
              <a:rPr lang="en-US" altLang="en-US" sz="2400" dirty="0"/>
              <a:t> Coins are valued $.30, $.20, $.05, $.01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u="sng" dirty="0"/>
              <a:t>Does not have greedy-choice property</a:t>
            </a:r>
            <a:r>
              <a:rPr lang="en-US" altLang="en-US" sz="2000" dirty="0"/>
              <a:t>, since $.40 is best made with two $.20’s, but the greedy solution will pick three coins (which ones?)</a:t>
            </a:r>
          </a:p>
        </p:txBody>
      </p:sp>
      <p:graphicFrame>
        <p:nvGraphicFramePr>
          <p:cNvPr id="20485" name="Object 7"/>
          <p:cNvGraphicFramePr>
            <a:graphicFrameLocks noChangeAspect="1"/>
          </p:cNvGraphicFramePr>
          <p:nvPr/>
        </p:nvGraphicFramePr>
        <p:xfrm>
          <a:off x="6400800" y="158750"/>
          <a:ext cx="2366963" cy="15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582562" imgH="2948412" progId="MS_ClipArt_Gallery.5">
                  <p:embed/>
                </p:oleObj>
              </mc:Choice>
              <mc:Fallback>
                <p:oleObj name="Clip" r:id="rId3" imgW="4582562" imgH="2948412" progId="MS_ClipArt_Gallery.5">
                  <p:embed/>
                  <p:pic>
                    <p:nvPicPr>
                      <p:cNvPr id="2048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58750"/>
                        <a:ext cx="2366963" cy="152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451B7D-02B1-4813-A51A-F5B0692BFB5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The Fractional Knapsack Problem</a:t>
            </a:r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Given: A set S of n items, with each item i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</a:t>
            </a:r>
            <a:r>
              <a:rPr lang="en-US" altLang="en-US" sz="2000" baseline="-25000"/>
              <a:t>i</a:t>
            </a:r>
            <a:r>
              <a:rPr lang="en-US" altLang="en-US" sz="2000"/>
              <a:t> - a positive benefit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w</a:t>
            </a:r>
            <a:r>
              <a:rPr lang="en-US" altLang="en-US" sz="2000" baseline="-25000"/>
              <a:t>i</a:t>
            </a:r>
            <a:r>
              <a:rPr lang="en-US" altLang="en-US" sz="2000"/>
              <a:t> - a positive weight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Goal: Choose items with </a:t>
            </a:r>
            <a:r>
              <a:rPr lang="en-US" altLang="en-US" sz="2400" u="sng"/>
              <a:t>maximum total benefit</a:t>
            </a:r>
            <a:r>
              <a:rPr lang="en-US" altLang="en-US" sz="2400"/>
              <a:t> but with </a:t>
            </a:r>
            <a:r>
              <a:rPr lang="en-US" altLang="en-US" sz="2400" u="sng"/>
              <a:t>weight at most W</a:t>
            </a:r>
            <a:r>
              <a:rPr lang="en-US" altLang="en-US" sz="24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If we are allowed to take fractional amounts, then this is the </a:t>
            </a:r>
            <a:r>
              <a:rPr lang="en-US" altLang="en-US" sz="2400" b="1">
                <a:solidFill>
                  <a:schemeClr val="tx2"/>
                </a:solidFill>
              </a:rPr>
              <a:t>fractional knapsack problem</a:t>
            </a:r>
            <a:r>
              <a:rPr lang="en-US" altLang="en-US" sz="24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 this case, we let x</a:t>
            </a:r>
            <a:r>
              <a:rPr lang="en-US" altLang="en-US" sz="2000" baseline="-25000"/>
              <a:t>i </a:t>
            </a:r>
            <a:r>
              <a:rPr lang="en-US" altLang="en-US" sz="2000"/>
              <a:t>denote the amount we take of item i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Objective: maximize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Constraint:</a:t>
            </a:r>
            <a:endParaRPr lang="en-US" altLang="en-US" sz="2000" b="1">
              <a:solidFill>
                <a:schemeClr val="tx2"/>
              </a:solidFill>
            </a:endParaRP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3962400" y="4648200"/>
          <a:ext cx="195103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058" imgH="342751" progId="Equation.3">
                  <p:embed/>
                </p:oleObj>
              </mc:Choice>
              <mc:Fallback>
                <p:oleObj name="Equation" r:id="rId5" imgW="787058" imgH="342751" progId="Equation.3">
                  <p:embed/>
                  <p:pic>
                    <p:nvPicPr>
                      <p:cNvPr id="21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648200"/>
                        <a:ext cx="195103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3235325" y="5638800"/>
          <a:ext cx="15748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725" imgH="342751" progId="Equation.3">
                  <p:embed/>
                </p:oleObj>
              </mc:Choice>
              <mc:Fallback>
                <p:oleObj name="Equation" r:id="rId7" imgW="634725" imgH="342751" progId="Equation.3">
                  <p:embed/>
                  <p:pic>
                    <p:nvPicPr>
                      <p:cNvPr id="215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5638800"/>
                        <a:ext cx="15748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E901D6-E126-47F0-B39B-6CCBDE879A9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Given: A set S of n items, with each item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- a positive benefit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/>
              <a:t>w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- a positive weight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Goal: Choose items with </a:t>
            </a:r>
            <a:r>
              <a:rPr lang="en-US" altLang="en-US" sz="2400" u="sng" dirty="0"/>
              <a:t>maximum total benefit</a:t>
            </a:r>
            <a:r>
              <a:rPr lang="en-US" altLang="en-US" sz="2400" dirty="0"/>
              <a:t> but with </a:t>
            </a:r>
            <a:r>
              <a:rPr lang="en-US" altLang="en-US" sz="2400" u="sng" dirty="0"/>
              <a:t>weight at most W</a:t>
            </a:r>
            <a:r>
              <a:rPr lang="en-US" altLang="en-US" sz="2400" dirty="0"/>
              <a:t>.</a:t>
            </a:r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225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4" name="Picture 6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4217988"/>
            <a:ext cx="495300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7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3836988"/>
            <a:ext cx="708025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8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025" y="4522788"/>
            <a:ext cx="32543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Picture 9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50" y="4038600"/>
            <a:ext cx="5953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Picture 10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4572000"/>
            <a:ext cx="28257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515938" y="5105400"/>
            <a:ext cx="1236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Weight: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533400" y="5486400"/>
            <a:ext cx="1230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Benefit: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1954213" y="4724400"/>
            <a:ext cx="296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697163" y="4724400"/>
            <a:ext cx="296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3387725" y="4724400"/>
            <a:ext cx="296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4079875" y="4724400"/>
            <a:ext cx="296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4754563" y="4724400"/>
            <a:ext cx="296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1790700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 ml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2533650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 ml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224213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 ml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3916363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6 ml</a:t>
            </a:r>
          </a:p>
        </p:txBody>
      </p:sp>
      <p:sp>
        <p:nvSpPr>
          <p:cNvPr id="22550" name="Text Box 23"/>
          <p:cNvSpPr txBox="1">
            <a:spLocks noChangeArrowheads="1"/>
          </p:cNvSpPr>
          <p:nvPr/>
        </p:nvSpPr>
        <p:spPr bwMode="auto">
          <a:xfrm>
            <a:off x="4591050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ml</a:t>
            </a:r>
          </a:p>
        </p:txBody>
      </p:sp>
      <p:sp>
        <p:nvSpPr>
          <p:cNvPr id="22551" name="Text Box 24"/>
          <p:cNvSpPr txBox="1">
            <a:spLocks noChangeArrowheads="1"/>
          </p:cNvSpPr>
          <p:nvPr/>
        </p:nvSpPr>
        <p:spPr bwMode="auto">
          <a:xfrm>
            <a:off x="1824038" y="5562600"/>
            <a:ext cx="560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$12</a:t>
            </a:r>
          </a:p>
        </p:txBody>
      </p:sp>
      <p:sp>
        <p:nvSpPr>
          <p:cNvPr id="22552" name="Text Box 25"/>
          <p:cNvSpPr txBox="1">
            <a:spLocks noChangeArrowheads="1"/>
          </p:cNvSpPr>
          <p:nvPr/>
        </p:nvSpPr>
        <p:spPr bwMode="auto">
          <a:xfrm>
            <a:off x="256540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$32</a:t>
            </a:r>
          </a:p>
        </p:txBody>
      </p:sp>
      <p:sp>
        <p:nvSpPr>
          <p:cNvPr id="22553" name="Text Box 26"/>
          <p:cNvSpPr txBox="1">
            <a:spLocks noChangeArrowheads="1"/>
          </p:cNvSpPr>
          <p:nvPr/>
        </p:nvSpPr>
        <p:spPr bwMode="auto">
          <a:xfrm>
            <a:off x="325755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$40</a:t>
            </a:r>
          </a:p>
        </p:txBody>
      </p:sp>
      <p:sp>
        <p:nvSpPr>
          <p:cNvPr id="22554" name="Text Box 27"/>
          <p:cNvSpPr txBox="1">
            <a:spLocks noChangeArrowheads="1"/>
          </p:cNvSpPr>
          <p:nvPr/>
        </p:nvSpPr>
        <p:spPr bwMode="auto">
          <a:xfrm>
            <a:off x="394970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$30</a:t>
            </a:r>
          </a:p>
        </p:txBody>
      </p:sp>
      <p:sp>
        <p:nvSpPr>
          <p:cNvPr id="22555" name="Text Box 28"/>
          <p:cNvSpPr txBox="1">
            <a:spLocks noChangeArrowheads="1"/>
          </p:cNvSpPr>
          <p:nvPr/>
        </p:nvSpPr>
        <p:spPr bwMode="auto">
          <a:xfrm>
            <a:off x="462280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$50</a:t>
            </a:r>
          </a:p>
        </p:txBody>
      </p:sp>
      <p:sp>
        <p:nvSpPr>
          <p:cNvPr id="22556" name="Text Box 29"/>
          <p:cNvSpPr txBox="1">
            <a:spLocks noChangeArrowheads="1"/>
          </p:cNvSpPr>
          <p:nvPr/>
        </p:nvSpPr>
        <p:spPr bwMode="auto">
          <a:xfrm>
            <a:off x="685800" y="4419600"/>
            <a:ext cx="106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Items:</a:t>
            </a:r>
          </a:p>
        </p:txBody>
      </p:sp>
      <p:sp>
        <p:nvSpPr>
          <p:cNvPr id="22565" name="Line 46"/>
          <p:cNvSpPr>
            <a:spLocks noChangeShapeType="1"/>
          </p:cNvSpPr>
          <p:nvPr/>
        </p:nvSpPr>
        <p:spPr bwMode="auto">
          <a:xfrm>
            <a:off x="5410200" y="3505200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9008" name="Text Box 48"/>
          <p:cNvSpPr txBox="1">
            <a:spLocks noChangeArrowheads="1"/>
          </p:cNvSpPr>
          <p:nvPr/>
        </p:nvSpPr>
        <p:spPr bwMode="auto">
          <a:xfrm>
            <a:off x="7018338" y="3962400"/>
            <a:ext cx="205107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 dirty="0"/>
              <a:t>What item(s) to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 dirty="0"/>
              <a:t>choose?</a:t>
            </a:r>
          </a:p>
        </p:txBody>
      </p:sp>
      <p:sp>
        <p:nvSpPr>
          <p:cNvPr id="22567" name="Text Box 49"/>
          <p:cNvSpPr txBox="1">
            <a:spLocks noChangeArrowheads="1"/>
          </p:cNvSpPr>
          <p:nvPr/>
        </p:nvSpPr>
        <p:spPr bwMode="auto">
          <a:xfrm>
            <a:off x="7010400" y="3276600"/>
            <a:ext cx="167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“knapsack”</a:t>
            </a:r>
          </a:p>
        </p:txBody>
      </p:sp>
      <p:grpSp>
        <p:nvGrpSpPr>
          <p:cNvPr id="22564" name="Group 47"/>
          <p:cNvGrpSpPr>
            <a:grpSpLocks/>
          </p:cNvGrpSpPr>
          <p:nvPr/>
        </p:nvGrpSpPr>
        <p:grpSpPr bwMode="auto">
          <a:xfrm>
            <a:off x="5686425" y="3282950"/>
            <a:ext cx="1247775" cy="2722563"/>
            <a:chOff x="4180" y="2068"/>
            <a:chExt cx="786" cy="1715"/>
          </a:xfrm>
        </p:grpSpPr>
        <p:sp>
          <p:nvSpPr>
            <p:cNvPr id="22568" name="Freeform 38"/>
            <p:cNvSpPr>
              <a:spLocks/>
            </p:cNvSpPr>
            <p:nvPr/>
          </p:nvSpPr>
          <p:spPr bwMode="auto">
            <a:xfrm>
              <a:off x="4276" y="2068"/>
              <a:ext cx="594" cy="320"/>
            </a:xfrm>
            <a:custGeom>
              <a:avLst/>
              <a:gdLst>
                <a:gd name="T0" fmla="*/ 578 w 594"/>
                <a:gd name="T1" fmla="*/ 231 h 320"/>
                <a:gd name="T2" fmla="*/ 584 w 594"/>
                <a:gd name="T3" fmla="*/ 147 h 320"/>
                <a:gd name="T4" fmla="*/ 594 w 594"/>
                <a:gd name="T5" fmla="*/ 103 h 320"/>
                <a:gd name="T6" fmla="*/ 590 w 594"/>
                <a:gd name="T7" fmla="*/ 75 h 320"/>
                <a:gd name="T8" fmla="*/ 571 w 594"/>
                <a:gd name="T9" fmla="*/ 52 h 320"/>
                <a:gd name="T10" fmla="*/ 540 w 594"/>
                <a:gd name="T11" fmla="*/ 33 h 320"/>
                <a:gd name="T12" fmla="*/ 498 w 594"/>
                <a:gd name="T13" fmla="*/ 18 h 320"/>
                <a:gd name="T14" fmla="*/ 446 w 594"/>
                <a:gd name="T15" fmla="*/ 8 h 320"/>
                <a:gd name="T16" fmla="*/ 391 w 594"/>
                <a:gd name="T17" fmla="*/ 2 h 320"/>
                <a:gd name="T18" fmla="*/ 329 w 594"/>
                <a:gd name="T19" fmla="*/ 0 h 320"/>
                <a:gd name="T20" fmla="*/ 265 w 594"/>
                <a:gd name="T21" fmla="*/ 2 h 320"/>
                <a:gd name="T22" fmla="*/ 203 w 594"/>
                <a:gd name="T23" fmla="*/ 5 h 320"/>
                <a:gd name="T24" fmla="*/ 148 w 594"/>
                <a:gd name="T25" fmla="*/ 11 h 320"/>
                <a:gd name="T26" fmla="*/ 96 w 594"/>
                <a:gd name="T27" fmla="*/ 21 h 320"/>
                <a:gd name="T28" fmla="*/ 54 w 594"/>
                <a:gd name="T29" fmla="*/ 34 h 320"/>
                <a:gd name="T30" fmla="*/ 23 w 594"/>
                <a:gd name="T31" fmla="*/ 53 h 320"/>
                <a:gd name="T32" fmla="*/ 4 w 594"/>
                <a:gd name="T33" fmla="*/ 75 h 320"/>
                <a:gd name="T34" fmla="*/ 0 w 594"/>
                <a:gd name="T35" fmla="*/ 103 h 320"/>
                <a:gd name="T36" fmla="*/ 10 w 594"/>
                <a:gd name="T37" fmla="*/ 147 h 320"/>
                <a:gd name="T38" fmla="*/ 16 w 594"/>
                <a:gd name="T39" fmla="*/ 231 h 320"/>
                <a:gd name="T40" fmla="*/ 22 w 594"/>
                <a:gd name="T41" fmla="*/ 279 h 320"/>
                <a:gd name="T42" fmla="*/ 39 w 594"/>
                <a:gd name="T43" fmla="*/ 288 h 320"/>
                <a:gd name="T44" fmla="*/ 95 w 594"/>
                <a:gd name="T45" fmla="*/ 303 h 320"/>
                <a:gd name="T46" fmla="*/ 172 w 594"/>
                <a:gd name="T47" fmla="*/ 313 h 320"/>
                <a:gd name="T48" fmla="*/ 244 w 594"/>
                <a:gd name="T49" fmla="*/ 319 h 320"/>
                <a:gd name="T50" fmla="*/ 310 w 594"/>
                <a:gd name="T51" fmla="*/ 320 h 320"/>
                <a:gd name="T52" fmla="*/ 367 w 594"/>
                <a:gd name="T53" fmla="*/ 317 h 320"/>
                <a:gd name="T54" fmla="*/ 416 w 594"/>
                <a:gd name="T55" fmla="*/ 311 h 320"/>
                <a:gd name="T56" fmla="*/ 457 w 594"/>
                <a:gd name="T57" fmla="*/ 306 h 320"/>
                <a:gd name="T58" fmla="*/ 489 w 594"/>
                <a:gd name="T59" fmla="*/ 298 h 320"/>
                <a:gd name="T60" fmla="*/ 511 w 594"/>
                <a:gd name="T61" fmla="*/ 292 h 320"/>
                <a:gd name="T62" fmla="*/ 530 w 594"/>
                <a:gd name="T63" fmla="*/ 288 h 320"/>
                <a:gd name="T64" fmla="*/ 550 w 594"/>
                <a:gd name="T65" fmla="*/ 284 h 320"/>
                <a:gd name="T66" fmla="*/ 569 w 594"/>
                <a:gd name="T67" fmla="*/ 276 h 3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94" h="320">
                  <a:moveTo>
                    <a:pt x="578" y="272"/>
                  </a:moveTo>
                  <a:lnTo>
                    <a:pt x="578" y="231"/>
                  </a:lnTo>
                  <a:lnTo>
                    <a:pt x="580" y="187"/>
                  </a:lnTo>
                  <a:lnTo>
                    <a:pt x="584" y="147"/>
                  </a:lnTo>
                  <a:lnTo>
                    <a:pt x="590" y="119"/>
                  </a:lnTo>
                  <a:lnTo>
                    <a:pt x="594" y="103"/>
                  </a:lnTo>
                  <a:lnTo>
                    <a:pt x="594" y="88"/>
                  </a:lnTo>
                  <a:lnTo>
                    <a:pt x="590" y="75"/>
                  </a:lnTo>
                  <a:lnTo>
                    <a:pt x="583" y="62"/>
                  </a:lnTo>
                  <a:lnTo>
                    <a:pt x="571" y="52"/>
                  </a:lnTo>
                  <a:lnTo>
                    <a:pt x="556" y="41"/>
                  </a:lnTo>
                  <a:lnTo>
                    <a:pt x="540" y="33"/>
                  </a:lnTo>
                  <a:lnTo>
                    <a:pt x="520" y="24"/>
                  </a:lnTo>
                  <a:lnTo>
                    <a:pt x="498" y="18"/>
                  </a:lnTo>
                  <a:lnTo>
                    <a:pt x="473" y="12"/>
                  </a:lnTo>
                  <a:lnTo>
                    <a:pt x="446" y="8"/>
                  </a:lnTo>
                  <a:lnTo>
                    <a:pt x="419" y="5"/>
                  </a:lnTo>
                  <a:lnTo>
                    <a:pt x="391" y="2"/>
                  </a:lnTo>
                  <a:lnTo>
                    <a:pt x="360" y="0"/>
                  </a:lnTo>
                  <a:lnTo>
                    <a:pt x="329" y="0"/>
                  </a:lnTo>
                  <a:lnTo>
                    <a:pt x="297" y="0"/>
                  </a:lnTo>
                  <a:lnTo>
                    <a:pt x="265" y="2"/>
                  </a:lnTo>
                  <a:lnTo>
                    <a:pt x="234" y="3"/>
                  </a:lnTo>
                  <a:lnTo>
                    <a:pt x="203" y="5"/>
                  </a:lnTo>
                  <a:lnTo>
                    <a:pt x="175" y="8"/>
                  </a:lnTo>
                  <a:lnTo>
                    <a:pt x="148" y="11"/>
                  </a:lnTo>
                  <a:lnTo>
                    <a:pt x="121" y="15"/>
                  </a:lnTo>
                  <a:lnTo>
                    <a:pt x="96" y="21"/>
                  </a:lnTo>
                  <a:lnTo>
                    <a:pt x="74" y="27"/>
                  </a:lnTo>
                  <a:lnTo>
                    <a:pt x="54" y="34"/>
                  </a:lnTo>
                  <a:lnTo>
                    <a:pt x="38" y="43"/>
                  </a:lnTo>
                  <a:lnTo>
                    <a:pt x="23" y="53"/>
                  </a:lnTo>
                  <a:lnTo>
                    <a:pt x="11" y="63"/>
                  </a:lnTo>
                  <a:lnTo>
                    <a:pt x="4" y="75"/>
                  </a:lnTo>
                  <a:lnTo>
                    <a:pt x="0" y="88"/>
                  </a:lnTo>
                  <a:lnTo>
                    <a:pt x="0" y="103"/>
                  </a:lnTo>
                  <a:lnTo>
                    <a:pt x="4" y="119"/>
                  </a:lnTo>
                  <a:lnTo>
                    <a:pt x="10" y="147"/>
                  </a:lnTo>
                  <a:lnTo>
                    <a:pt x="14" y="187"/>
                  </a:lnTo>
                  <a:lnTo>
                    <a:pt x="16" y="231"/>
                  </a:lnTo>
                  <a:lnTo>
                    <a:pt x="14" y="272"/>
                  </a:lnTo>
                  <a:lnTo>
                    <a:pt x="22" y="279"/>
                  </a:lnTo>
                  <a:lnTo>
                    <a:pt x="29" y="284"/>
                  </a:lnTo>
                  <a:lnTo>
                    <a:pt x="39" y="288"/>
                  </a:lnTo>
                  <a:lnTo>
                    <a:pt x="52" y="294"/>
                  </a:lnTo>
                  <a:lnTo>
                    <a:pt x="95" y="303"/>
                  </a:lnTo>
                  <a:lnTo>
                    <a:pt x="134" y="308"/>
                  </a:lnTo>
                  <a:lnTo>
                    <a:pt x="172" y="313"/>
                  </a:lnTo>
                  <a:lnTo>
                    <a:pt x="209" y="317"/>
                  </a:lnTo>
                  <a:lnTo>
                    <a:pt x="244" y="319"/>
                  </a:lnTo>
                  <a:lnTo>
                    <a:pt x="278" y="320"/>
                  </a:lnTo>
                  <a:lnTo>
                    <a:pt x="310" y="320"/>
                  </a:lnTo>
                  <a:lnTo>
                    <a:pt x="339" y="319"/>
                  </a:lnTo>
                  <a:lnTo>
                    <a:pt x="367" y="317"/>
                  </a:lnTo>
                  <a:lnTo>
                    <a:pt x="392" y="314"/>
                  </a:lnTo>
                  <a:lnTo>
                    <a:pt x="416" y="311"/>
                  </a:lnTo>
                  <a:lnTo>
                    <a:pt x="438" y="308"/>
                  </a:lnTo>
                  <a:lnTo>
                    <a:pt x="457" y="306"/>
                  </a:lnTo>
                  <a:lnTo>
                    <a:pt x="473" y="301"/>
                  </a:lnTo>
                  <a:lnTo>
                    <a:pt x="489" y="298"/>
                  </a:lnTo>
                  <a:lnTo>
                    <a:pt x="501" y="294"/>
                  </a:lnTo>
                  <a:lnTo>
                    <a:pt x="511" y="292"/>
                  </a:lnTo>
                  <a:lnTo>
                    <a:pt x="520" y="291"/>
                  </a:lnTo>
                  <a:lnTo>
                    <a:pt x="530" y="288"/>
                  </a:lnTo>
                  <a:lnTo>
                    <a:pt x="540" y="286"/>
                  </a:lnTo>
                  <a:lnTo>
                    <a:pt x="550" y="284"/>
                  </a:lnTo>
                  <a:lnTo>
                    <a:pt x="559" y="279"/>
                  </a:lnTo>
                  <a:lnTo>
                    <a:pt x="569" y="276"/>
                  </a:lnTo>
                  <a:lnTo>
                    <a:pt x="578" y="272"/>
                  </a:lnTo>
                  <a:close/>
                </a:path>
              </a:pathLst>
            </a:custGeom>
            <a:solidFill>
              <a:srgbClr val="A3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9" name="Freeform 39"/>
            <p:cNvSpPr>
              <a:spLocks/>
            </p:cNvSpPr>
            <p:nvPr/>
          </p:nvSpPr>
          <p:spPr bwMode="auto">
            <a:xfrm>
              <a:off x="4180" y="2340"/>
              <a:ext cx="786" cy="1147"/>
            </a:xfrm>
            <a:custGeom>
              <a:avLst/>
              <a:gdLst>
                <a:gd name="T0" fmla="*/ 665 w 786"/>
                <a:gd name="T1" fmla="*/ 4 h 1147"/>
                <a:gd name="T2" fmla="*/ 646 w 786"/>
                <a:gd name="T3" fmla="*/ 12 h 1147"/>
                <a:gd name="T4" fmla="*/ 626 w 786"/>
                <a:gd name="T5" fmla="*/ 16 h 1147"/>
                <a:gd name="T6" fmla="*/ 607 w 786"/>
                <a:gd name="T7" fmla="*/ 20 h 1147"/>
                <a:gd name="T8" fmla="*/ 585 w 786"/>
                <a:gd name="T9" fmla="*/ 26 h 1147"/>
                <a:gd name="T10" fmla="*/ 553 w 786"/>
                <a:gd name="T11" fmla="*/ 34 h 1147"/>
                <a:gd name="T12" fmla="*/ 512 w 786"/>
                <a:gd name="T13" fmla="*/ 39 h 1147"/>
                <a:gd name="T14" fmla="*/ 463 w 786"/>
                <a:gd name="T15" fmla="*/ 45 h 1147"/>
                <a:gd name="T16" fmla="*/ 406 w 786"/>
                <a:gd name="T17" fmla="*/ 48 h 1147"/>
                <a:gd name="T18" fmla="*/ 340 w 786"/>
                <a:gd name="T19" fmla="*/ 47 h 1147"/>
                <a:gd name="T20" fmla="*/ 268 w 786"/>
                <a:gd name="T21" fmla="*/ 41 h 1147"/>
                <a:gd name="T22" fmla="*/ 191 w 786"/>
                <a:gd name="T23" fmla="*/ 31 h 1147"/>
                <a:gd name="T24" fmla="*/ 135 w 786"/>
                <a:gd name="T25" fmla="*/ 16 h 1147"/>
                <a:gd name="T26" fmla="*/ 118 w 786"/>
                <a:gd name="T27" fmla="*/ 7 h 1147"/>
                <a:gd name="T28" fmla="*/ 82 w 786"/>
                <a:gd name="T29" fmla="*/ 13 h 1147"/>
                <a:gd name="T30" fmla="*/ 41 w 786"/>
                <a:gd name="T31" fmla="*/ 44 h 1147"/>
                <a:gd name="T32" fmla="*/ 17 w 786"/>
                <a:gd name="T33" fmla="*/ 78 h 1147"/>
                <a:gd name="T34" fmla="*/ 5 w 786"/>
                <a:gd name="T35" fmla="*/ 107 h 1147"/>
                <a:gd name="T36" fmla="*/ 2 w 786"/>
                <a:gd name="T37" fmla="*/ 295 h 1147"/>
                <a:gd name="T38" fmla="*/ 0 w 786"/>
                <a:gd name="T39" fmla="*/ 796 h 1147"/>
                <a:gd name="T40" fmla="*/ 6 w 786"/>
                <a:gd name="T41" fmla="*/ 980 h 1147"/>
                <a:gd name="T42" fmla="*/ 22 w 786"/>
                <a:gd name="T43" fmla="*/ 1012 h 1147"/>
                <a:gd name="T44" fmla="*/ 52 w 786"/>
                <a:gd name="T45" fmla="*/ 1044 h 1147"/>
                <a:gd name="T46" fmla="*/ 94 w 786"/>
                <a:gd name="T47" fmla="*/ 1074 h 1147"/>
                <a:gd name="T48" fmla="*/ 147 w 786"/>
                <a:gd name="T49" fmla="*/ 1100 h 1147"/>
                <a:gd name="T50" fmla="*/ 208 w 786"/>
                <a:gd name="T51" fmla="*/ 1122 h 1147"/>
                <a:gd name="T52" fmla="*/ 277 w 786"/>
                <a:gd name="T53" fmla="*/ 1138 h 1147"/>
                <a:gd name="T54" fmla="*/ 353 w 786"/>
                <a:gd name="T55" fmla="*/ 1146 h 1147"/>
                <a:gd name="T56" fmla="*/ 433 w 786"/>
                <a:gd name="T57" fmla="*/ 1146 h 1147"/>
                <a:gd name="T58" fmla="*/ 507 w 786"/>
                <a:gd name="T59" fmla="*/ 1138 h 1147"/>
                <a:gd name="T60" fmla="*/ 576 w 786"/>
                <a:gd name="T61" fmla="*/ 1122 h 1147"/>
                <a:gd name="T62" fmla="*/ 638 w 786"/>
                <a:gd name="T63" fmla="*/ 1100 h 1147"/>
                <a:gd name="T64" fmla="*/ 690 w 786"/>
                <a:gd name="T65" fmla="*/ 1074 h 1147"/>
                <a:gd name="T66" fmla="*/ 733 w 786"/>
                <a:gd name="T67" fmla="*/ 1044 h 1147"/>
                <a:gd name="T68" fmla="*/ 764 w 786"/>
                <a:gd name="T69" fmla="*/ 1012 h 1147"/>
                <a:gd name="T70" fmla="*/ 780 w 786"/>
                <a:gd name="T71" fmla="*/ 980 h 1147"/>
                <a:gd name="T72" fmla="*/ 786 w 786"/>
                <a:gd name="T73" fmla="*/ 796 h 1147"/>
                <a:gd name="T74" fmla="*/ 784 w 786"/>
                <a:gd name="T75" fmla="*/ 295 h 1147"/>
                <a:gd name="T76" fmla="*/ 781 w 786"/>
                <a:gd name="T77" fmla="*/ 107 h 1147"/>
                <a:gd name="T78" fmla="*/ 769 w 786"/>
                <a:gd name="T79" fmla="*/ 78 h 1147"/>
                <a:gd name="T80" fmla="*/ 745 w 786"/>
                <a:gd name="T81" fmla="*/ 44 h 1147"/>
                <a:gd name="T82" fmla="*/ 702 w 786"/>
                <a:gd name="T83" fmla="*/ 13 h 11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86" h="1147">
                  <a:moveTo>
                    <a:pt x="674" y="0"/>
                  </a:moveTo>
                  <a:lnTo>
                    <a:pt x="665" y="4"/>
                  </a:lnTo>
                  <a:lnTo>
                    <a:pt x="655" y="7"/>
                  </a:lnTo>
                  <a:lnTo>
                    <a:pt x="646" y="12"/>
                  </a:lnTo>
                  <a:lnTo>
                    <a:pt x="636" y="14"/>
                  </a:lnTo>
                  <a:lnTo>
                    <a:pt x="626" y="16"/>
                  </a:lnTo>
                  <a:lnTo>
                    <a:pt x="616" y="19"/>
                  </a:lnTo>
                  <a:lnTo>
                    <a:pt x="607" y="20"/>
                  </a:lnTo>
                  <a:lnTo>
                    <a:pt x="597" y="22"/>
                  </a:lnTo>
                  <a:lnTo>
                    <a:pt x="585" y="26"/>
                  </a:lnTo>
                  <a:lnTo>
                    <a:pt x="569" y="29"/>
                  </a:lnTo>
                  <a:lnTo>
                    <a:pt x="553" y="34"/>
                  </a:lnTo>
                  <a:lnTo>
                    <a:pt x="534" y="36"/>
                  </a:lnTo>
                  <a:lnTo>
                    <a:pt x="512" y="39"/>
                  </a:lnTo>
                  <a:lnTo>
                    <a:pt x="488" y="42"/>
                  </a:lnTo>
                  <a:lnTo>
                    <a:pt x="463" y="45"/>
                  </a:lnTo>
                  <a:lnTo>
                    <a:pt x="435" y="47"/>
                  </a:lnTo>
                  <a:lnTo>
                    <a:pt x="406" y="48"/>
                  </a:lnTo>
                  <a:lnTo>
                    <a:pt x="374" y="48"/>
                  </a:lnTo>
                  <a:lnTo>
                    <a:pt x="340" y="47"/>
                  </a:lnTo>
                  <a:lnTo>
                    <a:pt x="305" y="45"/>
                  </a:lnTo>
                  <a:lnTo>
                    <a:pt x="268" y="41"/>
                  </a:lnTo>
                  <a:lnTo>
                    <a:pt x="230" y="36"/>
                  </a:lnTo>
                  <a:lnTo>
                    <a:pt x="191" y="31"/>
                  </a:lnTo>
                  <a:lnTo>
                    <a:pt x="148" y="22"/>
                  </a:lnTo>
                  <a:lnTo>
                    <a:pt x="135" y="16"/>
                  </a:lnTo>
                  <a:lnTo>
                    <a:pt x="125" y="12"/>
                  </a:lnTo>
                  <a:lnTo>
                    <a:pt x="118" y="7"/>
                  </a:lnTo>
                  <a:lnTo>
                    <a:pt x="110" y="0"/>
                  </a:lnTo>
                  <a:lnTo>
                    <a:pt x="82" y="13"/>
                  </a:lnTo>
                  <a:lnTo>
                    <a:pt x="60" y="28"/>
                  </a:lnTo>
                  <a:lnTo>
                    <a:pt x="41" y="44"/>
                  </a:lnTo>
                  <a:lnTo>
                    <a:pt x="27" y="61"/>
                  </a:lnTo>
                  <a:lnTo>
                    <a:pt x="17" y="78"/>
                  </a:lnTo>
                  <a:lnTo>
                    <a:pt x="9" y="94"/>
                  </a:lnTo>
                  <a:lnTo>
                    <a:pt x="5" y="107"/>
                  </a:lnTo>
                  <a:lnTo>
                    <a:pt x="3" y="119"/>
                  </a:lnTo>
                  <a:lnTo>
                    <a:pt x="2" y="295"/>
                  </a:lnTo>
                  <a:lnTo>
                    <a:pt x="0" y="547"/>
                  </a:lnTo>
                  <a:lnTo>
                    <a:pt x="0" y="796"/>
                  </a:lnTo>
                  <a:lnTo>
                    <a:pt x="3" y="964"/>
                  </a:lnTo>
                  <a:lnTo>
                    <a:pt x="6" y="980"/>
                  </a:lnTo>
                  <a:lnTo>
                    <a:pt x="12" y="996"/>
                  </a:lnTo>
                  <a:lnTo>
                    <a:pt x="22" y="1012"/>
                  </a:lnTo>
                  <a:lnTo>
                    <a:pt x="36" y="1028"/>
                  </a:lnTo>
                  <a:lnTo>
                    <a:pt x="52" y="1044"/>
                  </a:lnTo>
                  <a:lnTo>
                    <a:pt x="72" y="1059"/>
                  </a:lnTo>
                  <a:lnTo>
                    <a:pt x="94" y="1074"/>
                  </a:lnTo>
                  <a:lnTo>
                    <a:pt x="119" y="1088"/>
                  </a:lnTo>
                  <a:lnTo>
                    <a:pt x="147" y="1100"/>
                  </a:lnTo>
                  <a:lnTo>
                    <a:pt x="176" y="1112"/>
                  </a:lnTo>
                  <a:lnTo>
                    <a:pt x="208" y="1122"/>
                  </a:lnTo>
                  <a:lnTo>
                    <a:pt x="242" y="1131"/>
                  </a:lnTo>
                  <a:lnTo>
                    <a:pt x="277" y="1138"/>
                  </a:lnTo>
                  <a:lnTo>
                    <a:pt x="314" y="1143"/>
                  </a:lnTo>
                  <a:lnTo>
                    <a:pt x="353" y="1146"/>
                  </a:lnTo>
                  <a:lnTo>
                    <a:pt x="393" y="1147"/>
                  </a:lnTo>
                  <a:lnTo>
                    <a:pt x="433" y="1146"/>
                  </a:lnTo>
                  <a:lnTo>
                    <a:pt x="471" y="1143"/>
                  </a:lnTo>
                  <a:lnTo>
                    <a:pt x="507" y="1138"/>
                  </a:lnTo>
                  <a:lnTo>
                    <a:pt x="542" y="1131"/>
                  </a:lnTo>
                  <a:lnTo>
                    <a:pt x="576" y="1122"/>
                  </a:lnTo>
                  <a:lnTo>
                    <a:pt x="608" y="1112"/>
                  </a:lnTo>
                  <a:lnTo>
                    <a:pt x="638" y="1100"/>
                  </a:lnTo>
                  <a:lnTo>
                    <a:pt x="665" y="1088"/>
                  </a:lnTo>
                  <a:lnTo>
                    <a:pt x="690" y="1074"/>
                  </a:lnTo>
                  <a:lnTo>
                    <a:pt x="712" y="1059"/>
                  </a:lnTo>
                  <a:lnTo>
                    <a:pt x="733" y="1044"/>
                  </a:lnTo>
                  <a:lnTo>
                    <a:pt x="749" y="1028"/>
                  </a:lnTo>
                  <a:lnTo>
                    <a:pt x="764" y="1012"/>
                  </a:lnTo>
                  <a:lnTo>
                    <a:pt x="774" y="996"/>
                  </a:lnTo>
                  <a:lnTo>
                    <a:pt x="780" y="980"/>
                  </a:lnTo>
                  <a:lnTo>
                    <a:pt x="783" y="964"/>
                  </a:lnTo>
                  <a:lnTo>
                    <a:pt x="786" y="796"/>
                  </a:lnTo>
                  <a:lnTo>
                    <a:pt x="786" y="547"/>
                  </a:lnTo>
                  <a:lnTo>
                    <a:pt x="784" y="295"/>
                  </a:lnTo>
                  <a:lnTo>
                    <a:pt x="783" y="119"/>
                  </a:lnTo>
                  <a:lnTo>
                    <a:pt x="781" y="107"/>
                  </a:lnTo>
                  <a:lnTo>
                    <a:pt x="777" y="94"/>
                  </a:lnTo>
                  <a:lnTo>
                    <a:pt x="769" y="78"/>
                  </a:lnTo>
                  <a:lnTo>
                    <a:pt x="759" y="61"/>
                  </a:lnTo>
                  <a:lnTo>
                    <a:pt x="745" y="44"/>
                  </a:lnTo>
                  <a:lnTo>
                    <a:pt x="726" y="28"/>
                  </a:lnTo>
                  <a:lnTo>
                    <a:pt x="702" y="13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609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0" name="Freeform 40"/>
            <p:cNvSpPr>
              <a:spLocks/>
            </p:cNvSpPr>
            <p:nvPr/>
          </p:nvSpPr>
          <p:spPr bwMode="auto">
            <a:xfrm>
              <a:off x="4314" y="2195"/>
              <a:ext cx="482" cy="164"/>
            </a:xfrm>
            <a:custGeom>
              <a:avLst/>
              <a:gdLst>
                <a:gd name="T0" fmla="*/ 447 w 482"/>
                <a:gd name="T1" fmla="*/ 149 h 164"/>
                <a:gd name="T2" fmla="*/ 370 w 482"/>
                <a:gd name="T3" fmla="*/ 159 h 164"/>
                <a:gd name="T4" fmla="*/ 274 w 482"/>
                <a:gd name="T5" fmla="*/ 164 h 164"/>
                <a:gd name="T6" fmla="*/ 168 w 482"/>
                <a:gd name="T7" fmla="*/ 161 h 164"/>
                <a:gd name="T8" fmla="*/ 66 w 482"/>
                <a:gd name="T9" fmla="*/ 145 h 164"/>
                <a:gd name="T10" fmla="*/ 7 w 482"/>
                <a:gd name="T11" fmla="*/ 104 h 164"/>
                <a:gd name="T12" fmla="*/ 0 w 482"/>
                <a:gd name="T13" fmla="*/ 0 h 164"/>
                <a:gd name="T14" fmla="*/ 48 w 482"/>
                <a:gd name="T15" fmla="*/ 10 h 164"/>
                <a:gd name="T16" fmla="*/ 115 w 482"/>
                <a:gd name="T17" fmla="*/ 23 h 164"/>
                <a:gd name="T18" fmla="*/ 203 w 482"/>
                <a:gd name="T19" fmla="*/ 32 h 164"/>
                <a:gd name="T20" fmla="*/ 307 w 482"/>
                <a:gd name="T21" fmla="*/ 32 h 164"/>
                <a:gd name="T22" fmla="*/ 427 w 482"/>
                <a:gd name="T23" fmla="*/ 16 h 164"/>
                <a:gd name="T24" fmla="*/ 445 w 482"/>
                <a:gd name="T25" fmla="*/ 16 h 164"/>
                <a:gd name="T26" fmla="*/ 388 w 482"/>
                <a:gd name="T27" fmla="*/ 29 h 164"/>
                <a:gd name="T28" fmla="*/ 312 w 482"/>
                <a:gd name="T29" fmla="*/ 39 h 164"/>
                <a:gd name="T30" fmla="*/ 221 w 482"/>
                <a:gd name="T31" fmla="*/ 48 h 164"/>
                <a:gd name="T32" fmla="*/ 123 w 482"/>
                <a:gd name="T33" fmla="*/ 49 h 164"/>
                <a:gd name="T34" fmla="*/ 74 w 482"/>
                <a:gd name="T35" fmla="*/ 51 h 164"/>
                <a:gd name="T36" fmla="*/ 143 w 482"/>
                <a:gd name="T37" fmla="*/ 61 h 164"/>
                <a:gd name="T38" fmla="*/ 225 w 482"/>
                <a:gd name="T39" fmla="*/ 67 h 164"/>
                <a:gd name="T40" fmla="*/ 313 w 482"/>
                <a:gd name="T41" fmla="*/ 66 h 164"/>
                <a:gd name="T42" fmla="*/ 398 w 482"/>
                <a:gd name="T43" fmla="*/ 58 h 164"/>
                <a:gd name="T44" fmla="*/ 474 w 482"/>
                <a:gd name="T45" fmla="*/ 45 h 164"/>
                <a:gd name="T46" fmla="*/ 429 w 482"/>
                <a:gd name="T47" fmla="*/ 61 h 164"/>
                <a:gd name="T48" fmla="*/ 353 w 482"/>
                <a:gd name="T49" fmla="*/ 76 h 164"/>
                <a:gd name="T50" fmla="*/ 262 w 482"/>
                <a:gd name="T51" fmla="*/ 86 h 164"/>
                <a:gd name="T52" fmla="*/ 170 w 482"/>
                <a:gd name="T53" fmla="*/ 89 h 164"/>
                <a:gd name="T54" fmla="*/ 89 w 482"/>
                <a:gd name="T55" fmla="*/ 85 h 164"/>
                <a:gd name="T56" fmla="*/ 108 w 482"/>
                <a:gd name="T57" fmla="*/ 92 h 164"/>
                <a:gd name="T58" fmla="*/ 175 w 482"/>
                <a:gd name="T59" fmla="*/ 104 h 164"/>
                <a:gd name="T60" fmla="*/ 253 w 482"/>
                <a:gd name="T61" fmla="*/ 108 h 164"/>
                <a:gd name="T62" fmla="*/ 334 w 482"/>
                <a:gd name="T63" fmla="*/ 108 h 164"/>
                <a:gd name="T64" fmla="*/ 417 w 482"/>
                <a:gd name="T65" fmla="*/ 101 h 164"/>
                <a:gd name="T66" fmla="*/ 458 w 482"/>
                <a:gd name="T67" fmla="*/ 96 h 164"/>
                <a:gd name="T68" fmla="*/ 410 w 482"/>
                <a:gd name="T69" fmla="*/ 110 h 164"/>
                <a:gd name="T70" fmla="*/ 345 w 482"/>
                <a:gd name="T71" fmla="*/ 121 h 164"/>
                <a:gd name="T72" fmla="*/ 271 w 482"/>
                <a:gd name="T73" fmla="*/ 130 h 164"/>
                <a:gd name="T74" fmla="*/ 183 w 482"/>
                <a:gd name="T75" fmla="*/ 130 h 164"/>
                <a:gd name="T76" fmla="*/ 86 w 482"/>
                <a:gd name="T77" fmla="*/ 118 h 164"/>
                <a:gd name="T78" fmla="*/ 126 w 482"/>
                <a:gd name="T79" fmla="*/ 127 h 164"/>
                <a:gd name="T80" fmla="*/ 187 w 482"/>
                <a:gd name="T81" fmla="*/ 137 h 164"/>
                <a:gd name="T82" fmla="*/ 265 w 482"/>
                <a:gd name="T83" fmla="*/ 146 h 164"/>
                <a:gd name="T84" fmla="*/ 354 w 482"/>
                <a:gd name="T85" fmla="*/ 148 h 164"/>
                <a:gd name="T86" fmla="*/ 449 w 482"/>
                <a:gd name="T87" fmla="*/ 143 h 1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82" h="164">
                  <a:moveTo>
                    <a:pt x="482" y="139"/>
                  </a:moveTo>
                  <a:lnTo>
                    <a:pt x="467" y="145"/>
                  </a:lnTo>
                  <a:lnTo>
                    <a:pt x="447" y="149"/>
                  </a:lnTo>
                  <a:lnTo>
                    <a:pt x="425" y="154"/>
                  </a:lnTo>
                  <a:lnTo>
                    <a:pt x="398" y="157"/>
                  </a:lnTo>
                  <a:lnTo>
                    <a:pt x="370" y="159"/>
                  </a:lnTo>
                  <a:lnTo>
                    <a:pt x="340" y="162"/>
                  </a:lnTo>
                  <a:lnTo>
                    <a:pt x="307" y="164"/>
                  </a:lnTo>
                  <a:lnTo>
                    <a:pt x="274" y="164"/>
                  </a:lnTo>
                  <a:lnTo>
                    <a:pt x="238" y="164"/>
                  </a:lnTo>
                  <a:lnTo>
                    <a:pt x="203" y="162"/>
                  </a:lnTo>
                  <a:lnTo>
                    <a:pt x="168" y="161"/>
                  </a:lnTo>
                  <a:lnTo>
                    <a:pt x="133" y="157"/>
                  </a:lnTo>
                  <a:lnTo>
                    <a:pt x="99" y="152"/>
                  </a:lnTo>
                  <a:lnTo>
                    <a:pt x="66" y="145"/>
                  </a:lnTo>
                  <a:lnTo>
                    <a:pt x="33" y="137"/>
                  </a:lnTo>
                  <a:lnTo>
                    <a:pt x="4" y="129"/>
                  </a:lnTo>
                  <a:lnTo>
                    <a:pt x="7" y="104"/>
                  </a:lnTo>
                  <a:lnTo>
                    <a:pt x="7" y="73"/>
                  </a:lnTo>
                  <a:lnTo>
                    <a:pt x="4" y="38"/>
                  </a:lnTo>
                  <a:lnTo>
                    <a:pt x="0" y="0"/>
                  </a:lnTo>
                  <a:lnTo>
                    <a:pt x="13" y="2"/>
                  </a:lnTo>
                  <a:lnTo>
                    <a:pt x="29" y="7"/>
                  </a:lnTo>
                  <a:lnTo>
                    <a:pt x="48" y="10"/>
                  </a:lnTo>
                  <a:lnTo>
                    <a:pt x="69" y="14"/>
                  </a:lnTo>
                  <a:lnTo>
                    <a:pt x="91" y="19"/>
                  </a:lnTo>
                  <a:lnTo>
                    <a:pt x="115" y="23"/>
                  </a:lnTo>
                  <a:lnTo>
                    <a:pt x="143" y="26"/>
                  </a:lnTo>
                  <a:lnTo>
                    <a:pt x="173" y="29"/>
                  </a:lnTo>
                  <a:lnTo>
                    <a:pt x="203" y="32"/>
                  </a:lnTo>
                  <a:lnTo>
                    <a:pt x="236" y="33"/>
                  </a:lnTo>
                  <a:lnTo>
                    <a:pt x="271" y="33"/>
                  </a:lnTo>
                  <a:lnTo>
                    <a:pt x="307" y="32"/>
                  </a:lnTo>
                  <a:lnTo>
                    <a:pt x="345" y="29"/>
                  </a:lnTo>
                  <a:lnTo>
                    <a:pt x="385" y="23"/>
                  </a:lnTo>
                  <a:lnTo>
                    <a:pt x="427" y="16"/>
                  </a:lnTo>
                  <a:lnTo>
                    <a:pt x="470" y="7"/>
                  </a:lnTo>
                  <a:lnTo>
                    <a:pt x="460" y="11"/>
                  </a:lnTo>
                  <a:lnTo>
                    <a:pt x="445" y="16"/>
                  </a:lnTo>
                  <a:lnTo>
                    <a:pt x="429" y="20"/>
                  </a:lnTo>
                  <a:lnTo>
                    <a:pt x="410" y="25"/>
                  </a:lnTo>
                  <a:lnTo>
                    <a:pt x="388" y="29"/>
                  </a:lnTo>
                  <a:lnTo>
                    <a:pt x="364" y="33"/>
                  </a:lnTo>
                  <a:lnTo>
                    <a:pt x="338" y="36"/>
                  </a:lnTo>
                  <a:lnTo>
                    <a:pt x="312" y="39"/>
                  </a:lnTo>
                  <a:lnTo>
                    <a:pt x="282" y="44"/>
                  </a:lnTo>
                  <a:lnTo>
                    <a:pt x="252" y="45"/>
                  </a:lnTo>
                  <a:lnTo>
                    <a:pt x="221" y="48"/>
                  </a:lnTo>
                  <a:lnTo>
                    <a:pt x="189" y="49"/>
                  </a:lnTo>
                  <a:lnTo>
                    <a:pt x="156" y="49"/>
                  </a:lnTo>
                  <a:lnTo>
                    <a:pt x="123" y="49"/>
                  </a:lnTo>
                  <a:lnTo>
                    <a:pt x="91" y="48"/>
                  </a:lnTo>
                  <a:lnTo>
                    <a:pt x="57" y="47"/>
                  </a:lnTo>
                  <a:lnTo>
                    <a:pt x="74" y="51"/>
                  </a:lnTo>
                  <a:lnTo>
                    <a:pt x="95" y="55"/>
                  </a:lnTo>
                  <a:lnTo>
                    <a:pt x="118" y="58"/>
                  </a:lnTo>
                  <a:lnTo>
                    <a:pt x="143" y="61"/>
                  </a:lnTo>
                  <a:lnTo>
                    <a:pt x="170" y="64"/>
                  </a:lnTo>
                  <a:lnTo>
                    <a:pt x="196" y="66"/>
                  </a:lnTo>
                  <a:lnTo>
                    <a:pt x="225" y="67"/>
                  </a:lnTo>
                  <a:lnTo>
                    <a:pt x="255" y="67"/>
                  </a:lnTo>
                  <a:lnTo>
                    <a:pt x="284" y="67"/>
                  </a:lnTo>
                  <a:lnTo>
                    <a:pt x="313" y="66"/>
                  </a:lnTo>
                  <a:lnTo>
                    <a:pt x="343" y="64"/>
                  </a:lnTo>
                  <a:lnTo>
                    <a:pt x="370" y="61"/>
                  </a:lnTo>
                  <a:lnTo>
                    <a:pt x="398" y="58"/>
                  </a:lnTo>
                  <a:lnTo>
                    <a:pt x="426" y="55"/>
                  </a:lnTo>
                  <a:lnTo>
                    <a:pt x="451" y="51"/>
                  </a:lnTo>
                  <a:lnTo>
                    <a:pt x="474" y="45"/>
                  </a:lnTo>
                  <a:lnTo>
                    <a:pt x="464" y="51"/>
                  </a:lnTo>
                  <a:lnTo>
                    <a:pt x="448" y="55"/>
                  </a:lnTo>
                  <a:lnTo>
                    <a:pt x="429" y="61"/>
                  </a:lnTo>
                  <a:lnTo>
                    <a:pt x="407" y="66"/>
                  </a:lnTo>
                  <a:lnTo>
                    <a:pt x="381" y="71"/>
                  </a:lnTo>
                  <a:lnTo>
                    <a:pt x="353" y="76"/>
                  </a:lnTo>
                  <a:lnTo>
                    <a:pt x="323" y="79"/>
                  </a:lnTo>
                  <a:lnTo>
                    <a:pt x="294" y="83"/>
                  </a:lnTo>
                  <a:lnTo>
                    <a:pt x="262" y="86"/>
                  </a:lnTo>
                  <a:lnTo>
                    <a:pt x="231" y="88"/>
                  </a:lnTo>
                  <a:lnTo>
                    <a:pt x="199" y="89"/>
                  </a:lnTo>
                  <a:lnTo>
                    <a:pt x="170" y="89"/>
                  </a:lnTo>
                  <a:lnTo>
                    <a:pt x="140" y="89"/>
                  </a:lnTo>
                  <a:lnTo>
                    <a:pt x="114" y="88"/>
                  </a:lnTo>
                  <a:lnTo>
                    <a:pt x="89" y="85"/>
                  </a:lnTo>
                  <a:lnTo>
                    <a:pt x="69" y="82"/>
                  </a:lnTo>
                  <a:lnTo>
                    <a:pt x="88" y="88"/>
                  </a:lnTo>
                  <a:lnTo>
                    <a:pt x="108" y="92"/>
                  </a:lnTo>
                  <a:lnTo>
                    <a:pt x="129" y="96"/>
                  </a:lnTo>
                  <a:lnTo>
                    <a:pt x="152" y="99"/>
                  </a:lnTo>
                  <a:lnTo>
                    <a:pt x="175" y="104"/>
                  </a:lnTo>
                  <a:lnTo>
                    <a:pt x="200" y="105"/>
                  </a:lnTo>
                  <a:lnTo>
                    <a:pt x="227" y="108"/>
                  </a:lnTo>
                  <a:lnTo>
                    <a:pt x="253" y="108"/>
                  </a:lnTo>
                  <a:lnTo>
                    <a:pt x="280" y="110"/>
                  </a:lnTo>
                  <a:lnTo>
                    <a:pt x="306" y="110"/>
                  </a:lnTo>
                  <a:lnTo>
                    <a:pt x="334" y="108"/>
                  </a:lnTo>
                  <a:lnTo>
                    <a:pt x="362" y="107"/>
                  </a:lnTo>
                  <a:lnTo>
                    <a:pt x="389" y="104"/>
                  </a:lnTo>
                  <a:lnTo>
                    <a:pt x="417" y="101"/>
                  </a:lnTo>
                  <a:lnTo>
                    <a:pt x="444" y="96"/>
                  </a:lnTo>
                  <a:lnTo>
                    <a:pt x="471" y="92"/>
                  </a:lnTo>
                  <a:lnTo>
                    <a:pt x="458" y="96"/>
                  </a:lnTo>
                  <a:lnTo>
                    <a:pt x="444" y="99"/>
                  </a:lnTo>
                  <a:lnTo>
                    <a:pt x="427" y="105"/>
                  </a:lnTo>
                  <a:lnTo>
                    <a:pt x="410" y="110"/>
                  </a:lnTo>
                  <a:lnTo>
                    <a:pt x="389" y="114"/>
                  </a:lnTo>
                  <a:lnTo>
                    <a:pt x="369" y="118"/>
                  </a:lnTo>
                  <a:lnTo>
                    <a:pt x="345" y="121"/>
                  </a:lnTo>
                  <a:lnTo>
                    <a:pt x="322" y="126"/>
                  </a:lnTo>
                  <a:lnTo>
                    <a:pt x="297" y="129"/>
                  </a:lnTo>
                  <a:lnTo>
                    <a:pt x="271" y="130"/>
                  </a:lnTo>
                  <a:lnTo>
                    <a:pt x="243" y="132"/>
                  </a:lnTo>
                  <a:lnTo>
                    <a:pt x="214" y="132"/>
                  </a:lnTo>
                  <a:lnTo>
                    <a:pt x="183" y="130"/>
                  </a:lnTo>
                  <a:lnTo>
                    <a:pt x="152" y="129"/>
                  </a:lnTo>
                  <a:lnTo>
                    <a:pt x="120" y="124"/>
                  </a:lnTo>
                  <a:lnTo>
                    <a:pt x="86" y="118"/>
                  </a:lnTo>
                  <a:lnTo>
                    <a:pt x="96" y="121"/>
                  </a:lnTo>
                  <a:lnTo>
                    <a:pt x="110" y="124"/>
                  </a:lnTo>
                  <a:lnTo>
                    <a:pt x="126" y="127"/>
                  </a:lnTo>
                  <a:lnTo>
                    <a:pt x="143" y="132"/>
                  </a:lnTo>
                  <a:lnTo>
                    <a:pt x="164" y="135"/>
                  </a:lnTo>
                  <a:lnTo>
                    <a:pt x="187" y="137"/>
                  </a:lnTo>
                  <a:lnTo>
                    <a:pt x="212" y="140"/>
                  </a:lnTo>
                  <a:lnTo>
                    <a:pt x="238" y="143"/>
                  </a:lnTo>
                  <a:lnTo>
                    <a:pt x="265" y="146"/>
                  </a:lnTo>
                  <a:lnTo>
                    <a:pt x="294" y="148"/>
                  </a:lnTo>
                  <a:lnTo>
                    <a:pt x="323" y="148"/>
                  </a:lnTo>
                  <a:lnTo>
                    <a:pt x="354" y="148"/>
                  </a:lnTo>
                  <a:lnTo>
                    <a:pt x="386" y="148"/>
                  </a:lnTo>
                  <a:lnTo>
                    <a:pt x="417" y="146"/>
                  </a:lnTo>
                  <a:lnTo>
                    <a:pt x="449" y="143"/>
                  </a:lnTo>
                  <a:lnTo>
                    <a:pt x="482" y="139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1" name="Freeform 41"/>
            <p:cNvSpPr>
              <a:spLocks/>
            </p:cNvSpPr>
            <p:nvPr/>
          </p:nvSpPr>
          <p:spPr bwMode="auto">
            <a:xfrm>
              <a:off x="4331" y="2098"/>
              <a:ext cx="487" cy="101"/>
            </a:xfrm>
            <a:custGeom>
              <a:avLst/>
              <a:gdLst>
                <a:gd name="T0" fmla="*/ 0 w 487"/>
                <a:gd name="T1" fmla="*/ 53 h 101"/>
                <a:gd name="T2" fmla="*/ 5 w 487"/>
                <a:gd name="T3" fmla="*/ 42 h 101"/>
                <a:gd name="T4" fmla="*/ 19 w 487"/>
                <a:gd name="T5" fmla="*/ 32 h 101"/>
                <a:gd name="T6" fmla="*/ 43 w 487"/>
                <a:gd name="T7" fmla="*/ 23 h 101"/>
                <a:gd name="T8" fmla="*/ 74 w 487"/>
                <a:gd name="T9" fmla="*/ 16 h 101"/>
                <a:gd name="T10" fmla="*/ 110 w 487"/>
                <a:gd name="T11" fmla="*/ 10 h 101"/>
                <a:gd name="T12" fmla="*/ 153 w 487"/>
                <a:gd name="T13" fmla="*/ 6 h 101"/>
                <a:gd name="T14" fmla="*/ 197 w 487"/>
                <a:gd name="T15" fmla="*/ 1 h 101"/>
                <a:gd name="T16" fmla="*/ 242 w 487"/>
                <a:gd name="T17" fmla="*/ 0 h 101"/>
                <a:gd name="T18" fmla="*/ 289 w 487"/>
                <a:gd name="T19" fmla="*/ 0 h 101"/>
                <a:gd name="T20" fmla="*/ 333 w 487"/>
                <a:gd name="T21" fmla="*/ 1 h 101"/>
                <a:gd name="T22" fmla="*/ 374 w 487"/>
                <a:gd name="T23" fmla="*/ 4 h 101"/>
                <a:gd name="T24" fmla="*/ 412 w 487"/>
                <a:gd name="T25" fmla="*/ 9 h 101"/>
                <a:gd name="T26" fmla="*/ 443 w 487"/>
                <a:gd name="T27" fmla="*/ 16 h 101"/>
                <a:gd name="T28" fmla="*/ 466 w 487"/>
                <a:gd name="T29" fmla="*/ 25 h 101"/>
                <a:gd name="T30" fmla="*/ 482 w 487"/>
                <a:gd name="T31" fmla="*/ 35 h 101"/>
                <a:gd name="T32" fmla="*/ 487 w 487"/>
                <a:gd name="T33" fmla="*/ 48 h 101"/>
                <a:gd name="T34" fmla="*/ 481 w 487"/>
                <a:gd name="T35" fmla="*/ 61 h 101"/>
                <a:gd name="T36" fmla="*/ 465 w 487"/>
                <a:gd name="T37" fmla="*/ 72 h 101"/>
                <a:gd name="T38" fmla="*/ 441 w 487"/>
                <a:gd name="T39" fmla="*/ 82 h 101"/>
                <a:gd name="T40" fmla="*/ 410 w 487"/>
                <a:gd name="T41" fmla="*/ 89 h 101"/>
                <a:gd name="T42" fmla="*/ 374 w 487"/>
                <a:gd name="T43" fmla="*/ 95 h 101"/>
                <a:gd name="T44" fmla="*/ 334 w 487"/>
                <a:gd name="T45" fmla="*/ 98 h 101"/>
                <a:gd name="T46" fmla="*/ 290 w 487"/>
                <a:gd name="T47" fmla="*/ 101 h 101"/>
                <a:gd name="T48" fmla="*/ 246 w 487"/>
                <a:gd name="T49" fmla="*/ 101 h 101"/>
                <a:gd name="T50" fmla="*/ 201 w 487"/>
                <a:gd name="T51" fmla="*/ 101 h 101"/>
                <a:gd name="T52" fmla="*/ 157 w 487"/>
                <a:gd name="T53" fmla="*/ 98 h 101"/>
                <a:gd name="T54" fmla="*/ 116 w 487"/>
                <a:gd name="T55" fmla="*/ 94 h 101"/>
                <a:gd name="T56" fmla="*/ 79 w 487"/>
                <a:gd name="T57" fmla="*/ 88 h 101"/>
                <a:gd name="T58" fmla="*/ 49 w 487"/>
                <a:gd name="T59" fmla="*/ 82 h 101"/>
                <a:gd name="T60" fmla="*/ 24 w 487"/>
                <a:gd name="T61" fmla="*/ 73 h 101"/>
                <a:gd name="T62" fmla="*/ 8 w 487"/>
                <a:gd name="T63" fmla="*/ 63 h 101"/>
                <a:gd name="T64" fmla="*/ 0 w 487"/>
                <a:gd name="T65" fmla="*/ 53 h 10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87" h="101">
                  <a:moveTo>
                    <a:pt x="0" y="53"/>
                  </a:moveTo>
                  <a:lnTo>
                    <a:pt x="5" y="42"/>
                  </a:lnTo>
                  <a:lnTo>
                    <a:pt x="19" y="32"/>
                  </a:lnTo>
                  <a:lnTo>
                    <a:pt x="43" y="23"/>
                  </a:lnTo>
                  <a:lnTo>
                    <a:pt x="74" y="16"/>
                  </a:lnTo>
                  <a:lnTo>
                    <a:pt x="110" y="10"/>
                  </a:lnTo>
                  <a:lnTo>
                    <a:pt x="153" y="6"/>
                  </a:lnTo>
                  <a:lnTo>
                    <a:pt x="197" y="1"/>
                  </a:lnTo>
                  <a:lnTo>
                    <a:pt x="242" y="0"/>
                  </a:lnTo>
                  <a:lnTo>
                    <a:pt x="289" y="0"/>
                  </a:lnTo>
                  <a:lnTo>
                    <a:pt x="333" y="1"/>
                  </a:lnTo>
                  <a:lnTo>
                    <a:pt x="374" y="4"/>
                  </a:lnTo>
                  <a:lnTo>
                    <a:pt x="412" y="9"/>
                  </a:lnTo>
                  <a:lnTo>
                    <a:pt x="443" y="16"/>
                  </a:lnTo>
                  <a:lnTo>
                    <a:pt x="466" y="25"/>
                  </a:lnTo>
                  <a:lnTo>
                    <a:pt x="482" y="35"/>
                  </a:lnTo>
                  <a:lnTo>
                    <a:pt x="487" y="48"/>
                  </a:lnTo>
                  <a:lnTo>
                    <a:pt x="481" y="61"/>
                  </a:lnTo>
                  <a:lnTo>
                    <a:pt x="465" y="72"/>
                  </a:lnTo>
                  <a:lnTo>
                    <a:pt x="441" y="82"/>
                  </a:lnTo>
                  <a:lnTo>
                    <a:pt x="410" y="89"/>
                  </a:lnTo>
                  <a:lnTo>
                    <a:pt x="374" y="95"/>
                  </a:lnTo>
                  <a:lnTo>
                    <a:pt x="334" y="98"/>
                  </a:lnTo>
                  <a:lnTo>
                    <a:pt x="290" y="101"/>
                  </a:lnTo>
                  <a:lnTo>
                    <a:pt x="246" y="101"/>
                  </a:lnTo>
                  <a:lnTo>
                    <a:pt x="201" y="101"/>
                  </a:lnTo>
                  <a:lnTo>
                    <a:pt x="157" y="98"/>
                  </a:lnTo>
                  <a:lnTo>
                    <a:pt x="116" y="94"/>
                  </a:lnTo>
                  <a:lnTo>
                    <a:pt x="79" y="88"/>
                  </a:lnTo>
                  <a:lnTo>
                    <a:pt x="49" y="82"/>
                  </a:lnTo>
                  <a:lnTo>
                    <a:pt x="24" y="73"/>
                  </a:lnTo>
                  <a:lnTo>
                    <a:pt x="8" y="6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2" name="Freeform 42"/>
            <p:cNvSpPr>
              <a:spLocks/>
            </p:cNvSpPr>
            <p:nvPr/>
          </p:nvSpPr>
          <p:spPr bwMode="auto">
            <a:xfrm>
              <a:off x="4211" y="2362"/>
              <a:ext cx="693" cy="1071"/>
            </a:xfrm>
            <a:custGeom>
              <a:avLst/>
              <a:gdLst>
                <a:gd name="T0" fmla="*/ 35 w 693"/>
                <a:gd name="T1" fmla="*/ 994 h 1071"/>
                <a:gd name="T2" fmla="*/ 302 w 693"/>
                <a:gd name="T3" fmla="*/ 1069 h 1071"/>
                <a:gd name="T4" fmla="*/ 567 w 693"/>
                <a:gd name="T5" fmla="*/ 1031 h 1071"/>
                <a:gd name="T6" fmla="*/ 377 w 693"/>
                <a:gd name="T7" fmla="*/ 1015 h 1071"/>
                <a:gd name="T8" fmla="*/ 513 w 693"/>
                <a:gd name="T9" fmla="*/ 1003 h 1071"/>
                <a:gd name="T10" fmla="*/ 626 w 693"/>
                <a:gd name="T11" fmla="*/ 965 h 1071"/>
                <a:gd name="T12" fmla="*/ 579 w 693"/>
                <a:gd name="T13" fmla="*/ 971 h 1071"/>
                <a:gd name="T14" fmla="*/ 451 w 693"/>
                <a:gd name="T15" fmla="*/ 962 h 1071"/>
                <a:gd name="T16" fmla="*/ 453 w 693"/>
                <a:gd name="T17" fmla="*/ 943 h 1071"/>
                <a:gd name="T18" fmla="*/ 610 w 693"/>
                <a:gd name="T19" fmla="*/ 909 h 1071"/>
                <a:gd name="T20" fmla="*/ 692 w 693"/>
                <a:gd name="T21" fmla="*/ 854 h 1071"/>
                <a:gd name="T22" fmla="*/ 561 w 693"/>
                <a:gd name="T23" fmla="*/ 893 h 1071"/>
                <a:gd name="T24" fmla="*/ 446 w 693"/>
                <a:gd name="T25" fmla="*/ 889 h 1071"/>
                <a:gd name="T26" fmla="*/ 528 w 693"/>
                <a:gd name="T27" fmla="*/ 877 h 1071"/>
                <a:gd name="T28" fmla="*/ 645 w 693"/>
                <a:gd name="T29" fmla="*/ 832 h 1071"/>
                <a:gd name="T30" fmla="*/ 596 w 693"/>
                <a:gd name="T31" fmla="*/ 820 h 1071"/>
                <a:gd name="T32" fmla="*/ 533 w 693"/>
                <a:gd name="T33" fmla="*/ 795 h 1071"/>
                <a:gd name="T34" fmla="*/ 664 w 693"/>
                <a:gd name="T35" fmla="*/ 747 h 1071"/>
                <a:gd name="T36" fmla="*/ 470 w 693"/>
                <a:gd name="T37" fmla="*/ 748 h 1071"/>
                <a:gd name="T38" fmla="*/ 675 w 693"/>
                <a:gd name="T39" fmla="*/ 695 h 1071"/>
                <a:gd name="T40" fmla="*/ 539 w 693"/>
                <a:gd name="T41" fmla="*/ 695 h 1071"/>
                <a:gd name="T42" fmla="*/ 637 w 693"/>
                <a:gd name="T43" fmla="*/ 656 h 1071"/>
                <a:gd name="T44" fmla="*/ 573 w 693"/>
                <a:gd name="T45" fmla="*/ 638 h 1071"/>
                <a:gd name="T46" fmla="*/ 595 w 693"/>
                <a:gd name="T47" fmla="*/ 609 h 1071"/>
                <a:gd name="T48" fmla="*/ 633 w 693"/>
                <a:gd name="T49" fmla="*/ 568 h 1071"/>
                <a:gd name="T50" fmla="*/ 519 w 693"/>
                <a:gd name="T51" fmla="*/ 562 h 1071"/>
                <a:gd name="T52" fmla="*/ 686 w 693"/>
                <a:gd name="T53" fmla="*/ 503 h 1071"/>
                <a:gd name="T54" fmla="*/ 508 w 693"/>
                <a:gd name="T55" fmla="*/ 509 h 1071"/>
                <a:gd name="T56" fmla="*/ 659 w 693"/>
                <a:gd name="T57" fmla="*/ 468 h 1071"/>
                <a:gd name="T58" fmla="*/ 554 w 693"/>
                <a:gd name="T59" fmla="*/ 462 h 1071"/>
                <a:gd name="T60" fmla="*/ 596 w 693"/>
                <a:gd name="T61" fmla="*/ 433 h 1071"/>
                <a:gd name="T62" fmla="*/ 608 w 693"/>
                <a:gd name="T63" fmla="*/ 402 h 1071"/>
                <a:gd name="T64" fmla="*/ 539 w 693"/>
                <a:gd name="T65" fmla="*/ 389 h 1071"/>
                <a:gd name="T66" fmla="*/ 646 w 693"/>
                <a:gd name="T67" fmla="*/ 346 h 1071"/>
                <a:gd name="T68" fmla="*/ 473 w 693"/>
                <a:gd name="T69" fmla="*/ 331 h 1071"/>
                <a:gd name="T70" fmla="*/ 658 w 693"/>
                <a:gd name="T71" fmla="*/ 302 h 1071"/>
                <a:gd name="T72" fmla="*/ 595 w 693"/>
                <a:gd name="T73" fmla="*/ 299 h 1071"/>
                <a:gd name="T74" fmla="*/ 482 w 693"/>
                <a:gd name="T75" fmla="*/ 290 h 1071"/>
                <a:gd name="T76" fmla="*/ 513 w 693"/>
                <a:gd name="T77" fmla="*/ 279 h 1071"/>
                <a:gd name="T78" fmla="*/ 637 w 693"/>
                <a:gd name="T79" fmla="*/ 251 h 1071"/>
                <a:gd name="T80" fmla="*/ 673 w 693"/>
                <a:gd name="T81" fmla="*/ 230 h 1071"/>
                <a:gd name="T82" fmla="*/ 563 w 693"/>
                <a:gd name="T83" fmla="*/ 245 h 1071"/>
                <a:gd name="T84" fmla="*/ 448 w 693"/>
                <a:gd name="T85" fmla="*/ 242 h 1071"/>
                <a:gd name="T86" fmla="*/ 478 w 693"/>
                <a:gd name="T87" fmla="*/ 233 h 1071"/>
                <a:gd name="T88" fmla="*/ 617 w 693"/>
                <a:gd name="T89" fmla="*/ 210 h 1071"/>
                <a:gd name="T90" fmla="*/ 680 w 693"/>
                <a:gd name="T91" fmla="*/ 183 h 1071"/>
                <a:gd name="T92" fmla="*/ 533 w 693"/>
                <a:gd name="T93" fmla="*/ 195 h 1071"/>
                <a:gd name="T94" fmla="*/ 388 w 693"/>
                <a:gd name="T95" fmla="*/ 185 h 1071"/>
                <a:gd name="T96" fmla="*/ 498 w 693"/>
                <a:gd name="T97" fmla="*/ 180 h 1071"/>
                <a:gd name="T98" fmla="*/ 662 w 693"/>
                <a:gd name="T99" fmla="*/ 160 h 1071"/>
                <a:gd name="T100" fmla="*/ 602 w 693"/>
                <a:gd name="T101" fmla="*/ 152 h 1071"/>
                <a:gd name="T102" fmla="*/ 333 w 693"/>
                <a:gd name="T103" fmla="*/ 148 h 1071"/>
                <a:gd name="T104" fmla="*/ 311 w 693"/>
                <a:gd name="T105" fmla="*/ 126 h 1071"/>
                <a:gd name="T106" fmla="*/ 582 w 693"/>
                <a:gd name="T107" fmla="*/ 110 h 1071"/>
                <a:gd name="T108" fmla="*/ 684 w 693"/>
                <a:gd name="T109" fmla="*/ 69 h 1071"/>
                <a:gd name="T110" fmla="*/ 591 w 693"/>
                <a:gd name="T111" fmla="*/ 1 h 1071"/>
                <a:gd name="T112" fmla="*/ 457 w 693"/>
                <a:gd name="T113" fmla="*/ 20 h 1071"/>
                <a:gd name="T114" fmla="*/ 237 w 693"/>
                <a:gd name="T115" fmla="*/ 19 h 1071"/>
                <a:gd name="T116" fmla="*/ 53 w 693"/>
                <a:gd name="T117" fmla="*/ 31 h 1071"/>
                <a:gd name="T118" fmla="*/ 6 w 693"/>
                <a:gd name="T119" fmla="*/ 177 h 107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93" h="1071">
                  <a:moveTo>
                    <a:pt x="5" y="226"/>
                  </a:moveTo>
                  <a:lnTo>
                    <a:pt x="2" y="425"/>
                  </a:lnTo>
                  <a:lnTo>
                    <a:pt x="0" y="645"/>
                  </a:lnTo>
                  <a:lnTo>
                    <a:pt x="0" y="836"/>
                  </a:lnTo>
                  <a:lnTo>
                    <a:pt x="2" y="946"/>
                  </a:lnTo>
                  <a:lnTo>
                    <a:pt x="15" y="972"/>
                  </a:lnTo>
                  <a:lnTo>
                    <a:pt x="35" y="994"/>
                  </a:lnTo>
                  <a:lnTo>
                    <a:pt x="62" y="1014"/>
                  </a:lnTo>
                  <a:lnTo>
                    <a:pt x="94" y="1031"/>
                  </a:lnTo>
                  <a:lnTo>
                    <a:pt x="129" y="1044"/>
                  </a:lnTo>
                  <a:lnTo>
                    <a:pt x="170" y="1055"/>
                  </a:lnTo>
                  <a:lnTo>
                    <a:pt x="213" y="1062"/>
                  </a:lnTo>
                  <a:lnTo>
                    <a:pt x="257" y="1068"/>
                  </a:lnTo>
                  <a:lnTo>
                    <a:pt x="302" y="1069"/>
                  </a:lnTo>
                  <a:lnTo>
                    <a:pt x="346" y="1071"/>
                  </a:lnTo>
                  <a:lnTo>
                    <a:pt x="391" y="1069"/>
                  </a:lnTo>
                  <a:lnTo>
                    <a:pt x="434" y="1065"/>
                  </a:lnTo>
                  <a:lnTo>
                    <a:pt x="473" y="1059"/>
                  </a:lnTo>
                  <a:lnTo>
                    <a:pt x="508" y="1052"/>
                  </a:lnTo>
                  <a:lnTo>
                    <a:pt x="541" y="1041"/>
                  </a:lnTo>
                  <a:lnTo>
                    <a:pt x="567" y="1031"/>
                  </a:lnTo>
                  <a:lnTo>
                    <a:pt x="536" y="1033"/>
                  </a:lnTo>
                  <a:lnTo>
                    <a:pt x="506" y="1034"/>
                  </a:lnTo>
                  <a:lnTo>
                    <a:pt x="476" y="1033"/>
                  </a:lnTo>
                  <a:lnTo>
                    <a:pt x="447" y="1031"/>
                  </a:lnTo>
                  <a:lnTo>
                    <a:pt x="419" y="1027"/>
                  </a:lnTo>
                  <a:lnTo>
                    <a:pt x="396" y="1022"/>
                  </a:lnTo>
                  <a:lnTo>
                    <a:pt x="377" y="1015"/>
                  </a:lnTo>
                  <a:lnTo>
                    <a:pt x="362" y="1006"/>
                  </a:lnTo>
                  <a:lnTo>
                    <a:pt x="390" y="1009"/>
                  </a:lnTo>
                  <a:lnTo>
                    <a:pt x="418" y="1011"/>
                  </a:lnTo>
                  <a:lnTo>
                    <a:pt x="444" y="1009"/>
                  </a:lnTo>
                  <a:lnTo>
                    <a:pt x="467" y="1009"/>
                  </a:lnTo>
                  <a:lnTo>
                    <a:pt x="491" y="1006"/>
                  </a:lnTo>
                  <a:lnTo>
                    <a:pt x="513" y="1003"/>
                  </a:lnTo>
                  <a:lnTo>
                    <a:pt x="533" y="999"/>
                  </a:lnTo>
                  <a:lnTo>
                    <a:pt x="552" y="994"/>
                  </a:lnTo>
                  <a:lnTo>
                    <a:pt x="570" y="989"/>
                  </a:lnTo>
                  <a:lnTo>
                    <a:pt x="586" y="983"/>
                  </a:lnTo>
                  <a:lnTo>
                    <a:pt x="601" y="977"/>
                  </a:lnTo>
                  <a:lnTo>
                    <a:pt x="614" y="971"/>
                  </a:lnTo>
                  <a:lnTo>
                    <a:pt x="626" y="965"/>
                  </a:lnTo>
                  <a:lnTo>
                    <a:pt x="637" y="958"/>
                  </a:lnTo>
                  <a:lnTo>
                    <a:pt x="646" y="952"/>
                  </a:lnTo>
                  <a:lnTo>
                    <a:pt x="654" y="946"/>
                  </a:lnTo>
                  <a:lnTo>
                    <a:pt x="636" y="955"/>
                  </a:lnTo>
                  <a:lnTo>
                    <a:pt x="617" y="962"/>
                  </a:lnTo>
                  <a:lnTo>
                    <a:pt x="598" y="967"/>
                  </a:lnTo>
                  <a:lnTo>
                    <a:pt x="579" y="971"/>
                  </a:lnTo>
                  <a:lnTo>
                    <a:pt x="560" y="972"/>
                  </a:lnTo>
                  <a:lnTo>
                    <a:pt x="541" y="974"/>
                  </a:lnTo>
                  <a:lnTo>
                    <a:pt x="522" y="972"/>
                  </a:lnTo>
                  <a:lnTo>
                    <a:pt x="503" y="971"/>
                  </a:lnTo>
                  <a:lnTo>
                    <a:pt x="485" y="969"/>
                  </a:lnTo>
                  <a:lnTo>
                    <a:pt x="467" y="967"/>
                  </a:lnTo>
                  <a:lnTo>
                    <a:pt x="451" y="962"/>
                  </a:lnTo>
                  <a:lnTo>
                    <a:pt x="437" y="958"/>
                  </a:lnTo>
                  <a:lnTo>
                    <a:pt x="422" y="955"/>
                  </a:lnTo>
                  <a:lnTo>
                    <a:pt x="409" y="950"/>
                  </a:lnTo>
                  <a:lnTo>
                    <a:pt x="399" y="946"/>
                  </a:lnTo>
                  <a:lnTo>
                    <a:pt x="390" y="942"/>
                  </a:lnTo>
                  <a:lnTo>
                    <a:pt x="422" y="943"/>
                  </a:lnTo>
                  <a:lnTo>
                    <a:pt x="453" y="943"/>
                  </a:lnTo>
                  <a:lnTo>
                    <a:pt x="481" y="942"/>
                  </a:lnTo>
                  <a:lnTo>
                    <a:pt x="507" y="939"/>
                  </a:lnTo>
                  <a:lnTo>
                    <a:pt x="530" y="934"/>
                  </a:lnTo>
                  <a:lnTo>
                    <a:pt x="554" y="930"/>
                  </a:lnTo>
                  <a:lnTo>
                    <a:pt x="574" y="923"/>
                  </a:lnTo>
                  <a:lnTo>
                    <a:pt x="592" y="917"/>
                  </a:lnTo>
                  <a:lnTo>
                    <a:pt x="610" y="909"/>
                  </a:lnTo>
                  <a:lnTo>
                    <a:pt x="626" y="901"/>
                  </a:lnTo>
                  <a:lnTo>
                    <a:pt x="639" y="893"/>
                  </a:lnTo>
                  <a:lnTo>
                    <a:pt x="652" y="884"/>
                  </a:lnTo>
                  <a:lnTo>
                    <a:pt x="664" y="877"/>
                  </a:lnTo>
                  <a:lnTo>
                    <a:pt x="674" y="868"/>
                  </a:lnTo>
                  <a:lnTo>
                    <a:pt x="683" y="861"/>
                  </a:lnTo>
                  <a:lnTo>
                    <a:pt x="692" y="854"/>
                  </a:lnTo>
                  <a:lnTo>
                    <a:pt x="674" y="862"/>
                  </a:lnTo>
                  <a:lnTo>
                    <a:pt x="656" y="870"/>
                  </a:lnTo>
                  <a:lnTo>
                    <a:pt x="639" y="877"/>
                  </a:lnTo>
                  <a:lnTo>
                    <a:pt x="620" y="883"/>
                  </a:lnTo>
                  <a:lnTo>
                    <a:pt x="599" y="887"/>
                  </a:lnTo>
                  <a:lnTo>
                    <a:pt x="580" y="890"/>
                  </a:lnTo>
                  <a:lnTo>
                    <a:pt x="561" y="893"/>
                  </a:lnTo>
                  <a:lnTo>
                    <a:pt x="542" y="895"/>
                  </a:lnTo>
                  <a:lnTo>
                    <a:pt x="525" y="895"/>
                  </a:lnTo>
                  <a:lnTo>
                    <a:pt x="506" y="895"/>
                  </a:lnTo>
                  <a:lnTo>
                    <a:pt x="489" y="895"/>
                  </a:lnTo>
                  <a:lnTo>
                    <a:pt x="473" y="893"/>
                  </a:lnTo>
                  <a:lnTo>
                    <a:pt x="459" y="890"/>
                  </a:lnTo>
                  <a:lnTo>
                    <a:pt x="446" y="889"/>
                  </a:lnTo>
                  <a:lnTo>
                    <a:pt x="434" y="884"/>
                  </a:lnTo>
                  <a:lnTo>
                    <a:pt x="425" y="881"/>
                  </a:lnTo>
                  <a:lnTo>
                    <a:pt x="446" y="883"/>
                  </a:lnTo>
                  <a:lnTo>
                    <a:pt x="467" y="883"/>
                  </a:lnTo>
                  <a:lnTo>
                    <a:pt x="488" y="883"/>
                  </a:lnTo>
                  <a:lnTo>
                    <a:pt x="507" y="880"/>
                  </a:lnTo>
                  <a:lnTo>
                    <a:pt x="528" y="877"/>
                  </a:lnTo>
                  <a:lnTo>
                    <a:pt x="547" y="874"/>
                  </a:lnTo>
                  <a:lnTo>
                    <a:pt x="564" y="868"/>
                  </a:lnTo>
                  <a:lnTo>
                    <a:pt x="583" y="862"/>
                  </a:lnTo>
                  <a:lnTo>
                    <a:pt x="599" y="855"/>
                  </a:lnTo>
                  <a:lnTo>
                    <a:pt x="615" y="848"/>
                  </a:lnTo>
                  <a:lnTo>
                    <a:pt x="632" y="840"/>
                  </a:lnTo>
                  <a:lnTo>
                    <a:pt x="645" y="832"/>
                  </a:lnTo>
                  <a:lnTo>
                    <a:pt x="659" y="823"/>
                  </a:lnTo>
                  <a:lnTo>
                    <a:pt x="671" y="814"/>
                  </a:lnTo>
                  <a:lnTo>
                    <a:pt x="681" y="805"/>
                  </a:lnTo>
                  <a:lnTo>
                    <a:pt x="692" y="795"/>
                  </a:lnTo>
                  <a:lnTo>
                    <a:pt x="658" y="808"/>
                  </a:lnTo>
                  <a:lnTo>
                    <a:pt x="627" y="817"/>
                  </a:lnTo>
                  <a:lnTo>
                    <a:pt x="596" y="820"/>
                  </a:lnTo>
                  <a:lnTo>
                    <a:pt x="569" y="820"/>
                  </a:lnTo>
                  <a:lnTo>
                    <a:pt x="541" y="817"/>
                  </a:lnTo>
                  <a:lnTo>
                    <a:pt x="514" y="811"/>
                  </a:lnTo>
                  <a:lnTo>
                    <a:pt x="487" y="805"/>
                  </a:lnTo>
                  <a:lnTo>
                    <a:pt x="460" y="798"/>
                  </a:lnTo>
                  <a:lnTo>
                    <a:pt x="498" y="798"/>
                  </a:lnTo>
                  <a:lnTo>
                    <a:pt x="533" y="795"/>
                  </a:lnTo>
                  <a:lnTo>
                    <a:pt x="566" y="791"/>
                  </a:lnTo>
                  <a:lnTo>
                    <a:pt x="595" y="783"/>
                  </a:lnTo>
                  <a:lnTo>
                    <a:pt x="623" y="773"/>
                  </a:lnTo>
                  <a:lnTo>
                    <a:pt x="648" y="761"/>
                  </a:lnTo>
                  <a:lnTo>
                    <a:pt x="671" y="748"/>
                  </a:lnTo>
                  <a:lnTo>
                    <a:pt x="692" y="732"/>
                  </a:lnTo>
                  <a:lnTo>
                    <a:pt x="664" y="747"/>
                  </a:lnTo>
                  <a:lnTo>
                    <a:pt x="633" y="755"/>
                  </a:lnTo>
                  <a:lnTo>
                    <a:pt x="602" y="760"/>
                  </a:lnTo>
                  <a:lnTo>
                    <a:pt x="570" y="761"/>
                  </a:lnTo>
                  <a:lnTo>
                    <a:pt x="541" y="760"/>
                  </a:lnTo>
                  <a:lnTo>
                    <a:pt x="513" y="757"/>
                  </a:lnTo>
                  <a:lnTo>
                    <a:pt x="489" y="752"/>
                  </a:lnTo>
                  <a:lnTo>
                    <a:pt x="470" y="748"/>
                  </a:lnTo>
                  <a:lnTo>
                    <a:pt x="507" y="748"/>
                  </a:lnTo>
                  <a:lnTo>
                    <a:pt x="542" y="744"/>
                  </a:lnTo>
                  <a:lnTo>
                    <a:pt x="574" y="738"/>
                  </a:lnTo>
                  <a:lnTo>
                    <a:pt x="604" y="729"/>
                  </a:lnTo>
                  <a:lnTo>
                    <a:pt x="632" y="720"/>
                  </a:lnTo>
                  <a:lnTo>
                    <a:pt x="655" y="707"/>
                  </a:lnTo>
                  <a:lnTo>
                    <a:pt x="675" y="695"/>
                  </a:lnTo>
                  <a:lnTo>
                    <a:pt x="692" y="680"/>
                  </a:lnTo>
                  <a:lnTo>
                    <a:pt x="658" y="691"/>
                  </a:lnTo>
                  <a:lnTo>
                    <a:pt x="630" y="697"/>
                  </a:lnTo>
                  <a:lnTo>
                    <a:pt x="605" y="701"/>
                  </a:lnTo>
                  <a:lnTo>
                    <a:pt x="583" y="701"/>
                  </a:lnTo>
                  <a:lnTo>
                    <a:pt x="561" y="700"/>
                  </a:lnTo>
                  <a:lnTo>
                    <a:pt x="539" y="695"/>
                  </a:lnTo>
                  <a:lnTo>
                    <a:pt x="514" y="688"/>
                  </a:lnTo>
                  <a:lnTo>
                    <a:pt x="488" y="679"/>
                  </a:lnTo>
                  <a:lnTo>
                    <a:pt x="528" y="676"/>
                  </a:lnTo>
                  <a:lnTo>
                    <a:pt x="561" y="673"/>
                  </a:lnTo>
                  <a:lnTo>
                    <a:pt x="591" y="669"/>
                  </a:lnTo>
                  <a:lnTo>
                    <a:pt x="615" y="663"/>
                  </a:lnTo>
                  <a:lnTo>
                    <a:pt x="637" y="656"/>
                  </a:lnTo>
                  <a:lnTo>
                    <a:pt x="656" y="645"/>
                  </a:lnTo>
                  <a:lnTo>
                    <a:pt x="674" y="634"/>
                  </a:lnTo>
                  <a:lnTo>
                    <a:pt x="692" y="617"/>
                  </a:lnTo>
                  <a:lnTo>
                    <a:pt x="656" y="626"/>
                  </a:lnTo>
                  <a:lnTo>
                    <a:pt x="624" y="632"/>
                  </a:lnTo>
                  <a:lnTo>
                    <a:pt x="596" y="636"/>
                  </a:lnTo>
                  <a:lnTo>
                    <a:pt x="573" y="638"/>
                  </a:lnTo>
                  <a:lnTo>
                    <a:pt x="550" y="638"/>
                  </a:lnTo>
                  <a:lnTo>
                    <a:pt x="528" y="635"/>
                  </a:lnTo>
                  <a:lnTo>
                    <a:pt x="507" y="629"/>
                  </a:lnTo>
                  <a:lnTo>
                    <a:pt x="485" y="622"/>
                  </a:lnTo>
                  <a:lnTo>
                    <a:pt x="529" y="619"/>
                  </a:lnTo>
                  <a:lnTo>
                    <a:pt x="564" y="614"/>
                  </a:lnTo>
                  <a:lnTo>
                    <a:pt x="595" y="609"/>
                  </a:lnTo>
                  <a:lnTo>
                    <a:pt x="620" y="600"/>
                  </a:lnTo>
                  <a:lnTo>
                    <a:pt x="640" y="590"/>
                  </a:lnTo>
                  <a:lnTo>
                    <a:pt x="658" y="578"/>
                  </a:lnTo>
                  <a:lnTo>
                    <a:pt x="673" y="565"/>
                  </a:lnTo>
                  <a:lnTo>
                    <a:pt x="686" y="550"/>
                  </a:lnTo>
                  <a:lnTo>
                    <a:pt x="661" y="560"/>
                  </a:lnTo>
                  <a:lnTo>
                    <a:pt x="633" y="568"/>
                  </a:lnTo>
                  <a:lnTo>
                    <a:pt x="605" y="572"/>
                  </a:lnTo>
                  <a:lnTo>
                    <a:pt x="577" y="573"/>
                  </a:lnTo>
                  <a:lnTo>
                    <a:pt x="551" y="573"/>
                  </a:lnTo>
                  <a:lnTo>
                    <a:pt x="526" y="572"/>
                  </a:lnTo>
                  <a:lnTo>
                    <a:pt x="506" y="569"/>
                  </a:lnTo>
                  <a:lnTo>
                    <a:pt x="488" y="566"/>
                  </a:lnTo>
                  <a:lnTo>
                    <a:pt x="519" y="562"/>
                  </a:lnTo>
                  <a:lnTo>
                    <a:pt x="550" y="556"/>
                  </a:lnTo>
                  <a:lnTo>
                    <a:pt x="582" y="548"/>
                  </a:lnTo>
                  <a:lnTo>
                    <a:pt x="611" y="540"/>
                  </a:lnTo>
                  <a:lnTo>
                    <a:pt x="637" y="531"/>
                  </a:lnTo>
                  <a:lnTo>
                    <a:pt x="659" y="522"/>
                  </a:lnTo>
                  <a:lnTo>
                    <a:pt x="677" y="512"/>
                  </a:lnTo>
                  <a:lnTo>
                    <a:pt x="686" y="503"/>
                  </a:lnTo>
                  <a:lnTo>
                    <a:pt x="662" y="507"/>
                  </a:lnTo>
                  <a:lnTo>
                    <a:pt x="639" y="512"/>
                  </a:lnTo>
                  <a:lnTo>
                    <a:pt x="613" y="515"/>
                  </a:lnTo>
                  <a:lnTo>
                    <a:pt x="586" y="516"/>
                  </a:lnTo>
                  <a:lnTo>
                    <a:pt x="560" y="516"/>
                  </a:lnTo>
                  <a:lnTo>
                    <a:pt x="535" y="513"/>
                  </a:lnTo>
                  <a:lnTo>
                    <a:pt x="508" y="509"/>
                  </a:lnTo>
                  <a:lnTo>
                    <a:pt x="485" y="503"/>
                  </a:lnTo>
                  <a:lnTo>
                    <a:pt x="510" y="503"/>
                  </a:lnTo>
                  <a:lnTo>
                    <a:pt x="541" y="499"/>
                  </a:lnTo>
                  <a:lnTo>
                    <a:pt x="573" y="493"/>
                  </a:lnTo>
                  <a:lnTo>
                    <a:pt x="605" y="485"/>
                  </a:lnTo>
                  <a:lnTo>
                    <a:pt x="634" y="477"/>
                  </a:lnTo>
                  <a:lnTo>
                    <a:pt x="659" y="468"/>
                  </a:lnTo>
                  <a:lnTo>
                    <a:pt x="677" y="459"/>
                  </a:lnTo>
                  <a:lnTo>
                    <a:pt x="686" y="452"/>
                  </a:lnTo>
                  <a:lnTo>
                    <a:pt x="656" y="456"/>
                  </a:lnTo>
                  <a:lnTo>
                    <a:pt x="630" y="459"/>
                  </a:lnTo>
                  <a:lnTo>
                    <a:pt x="604" y="460"/>
                  </a:lnTo>
                  <a:lnTo>
                    <a:pt x="579" y="462"/>
                  </a:lnTo>
                  <a:lnTo>
                    <a:pt x="554" y="462"/>
                  </a:lnTo>
                  <a:lnTo>
                    <a:pt x="530" y="460"/>
                  </a:lnTo>
                  <a:lnTo>
                    <a:pt x="507" y="456"/>
                  </a:lnTo>
                  <a:lnTo>
                    <a:pt x="485" y="449"/>
                  </a:lnTo>
                  <a:lnTo>
                    <a:pt x="513" y="446"/>
                  </a:lnTo>
                  <a:lnTo>
                    <a:pt x="541" y="441"/>
                  </a:lnTo>
                  <a:lnTo>
                    <a:pt x="569" y="437"/>
                  </a:lnTo>
                  <a:lnTo>
                    <a:pt x="596" y="433"/>
                  </a:lnTo>
                  <a:lnTo>
                    <a:pt x="623" y="427"/>
                  </a:lnTo>
                  <a:lnTo>
                    <a:pt x="648" y="419"/>
                  </a:lnTo>
                  <a:lnTo>
                    <a:pt x="668" y="409"/>
                  </a:lnTo>
                  <a:lnTo>
                    <a:pt x="686" y="396"/>
                  </a:lnTo>
                  <a:lnTo>
                    <a:pt x="662" y="399"/>
                  </a:lnTo>
                  <a:lnTo>
                    <a:pt x="636" y="402"/>
                  </a:lnTo>
                  <a:lnTo>
                    <a:pt x="608" y="402"/>
                  </a:lnTo>
                  <a:lnTo>
                    <a:pt x="580" y="402"/>
                  </a:lnTo>
                  <a:lnTo>
                    <a:pt x="551" y="402"/>
                  </a:lnTo>
                  <a:lnTo>
                    <a:pt x="525" y="399"/>
                  </a:lnTo>
                  <a:lnTo>
                    <a:pt x="500" y="396"/>
                  </a:lnTo>
                  <a:lnTo>
                    <a:pt x="478" y="391"/>
                  </a:lnTo>
                  <a:lnTo>
                    <a:pt x="510" y="391"/>
                  </a:lnTo>
                  <a:lnTo>
                    <a:pt x="539" y="389"/>
                  </a:lnTo>
                  <a:lnTo>
                    <a:pt x="570" y="384"/>
                  </a:lnTo>
                  <a:lnTo>
                    <a:pt x="598" y="378"/>
                  </a:lnTo>
                  <a:lnTo>
                    <a:pt x="623" y="369"/>
                  </a:lnTo>
                  <a:lnTo>
                    <a:pt x="646" y="361"/>
                  </a:lnTo>
                  <a:lnTo>
                    <a:pt x="668" y="350"/>
                  </a:lnTo>
                  <a:lnTo>
                    <a:pt x="686" y="340"/>
                  </a:lnTo>
                  <a:lnTo>
                    <a:pt x="646" y="346"/>
                  </a:lnTo>
                  <a:lnTo>
                    <a:pt x="613" y="349"/>
                  </a:lnTo>
                  <a:lnTo>
                    <a:pt x="583" y="349"/>
                  </a:lnTo>
                  <a:lnTo>
                    <a:pt x="557" y="346"/>
                  </a:lnTo>
                  <a:lnTo>
                    <a:pt x="533" y="343"/>
                  </a:lnTo>
                  <a:lnTo>
                    <a:pt x="513" y="340"/>
                  </a:lnTo>
                  <a:lnTo>
                    <a:pt x="492" y="336"/>
                  </a:lnTo>
                  <a:lnTo>
                    <a:pt x="473" y="331"/>
                  </a:lnTo>
                  <a:lnTo>
                    <a:pt x="494" y="331"/>
                  </a:lnTo>
                  <a:lnTo>
                    <a:pt x="519" y="330"/>
                  </a:lnTo>
                  <a:lnTo>
                    <a:pt x="544" y="327"/>
                  </a:lnTo>
                  <a:lnTo>
                    <a:pt x="571" y="324"/>
                  </a:lnTo>
                  <a:lnTo>
                    <a:pt x="601" y="320"/>
                  </a:lnTo>
                  <a:lnTo>
                    <a:pt x="630" y="312"/>
                  </a:lnTo>
                  <a:lnTo>
                    <a:pt x="658" y="302"/>
                  </a:lnTo>
                  <a:lnTo>
                    <a:pt x="686" y="290"/>
                  </a:lnTo>
                  <a:lnTo>
                    <a:pt x="673" y="293"/>
                  </a:lnTo>
                  <a:lnTo>
                    <a:pt x="659" y="295"/>
                  </a:lnTo>
                  <a:lnTo>
                    <a:pt x="643" y="296"/>
                  </a:lnTo>
                  <a:lnTo>
                    <a:pt x="629" y="298"/>
                  </a:lnTo>
                  <a:lnTo>
                    <a:pt x="611" y="299"/>
                  </a:lnTo>
                  <a:lnTo>
                    <a:pt x="595" y="299"/>
                  </a:lnTo>
                  <a:lnTo>
                    <a:pt x="579" y="299"/>
                  </a:lnTo>
                  <a:lnTo>
                    <a:pt x="561" y="299"/>
                  </a:lnTo>
                  <a:lnTo>
                    <a:pt x="545" y="298"/>
                  </a:lnTo>
                  <a:lnTo>
                    <a:pt x="528" y="296"/>
                  </a:lnTo>
                  <a:lnTo>
                    <a:pt x="511" y="295"/>
                  </a:lnTo>
                  <a:lnTo>
                    <a:pt x="497" y="293"/>
                  </a:lnTo>
                  <a:lnTo>
                    <a:pt x="482" y="290"/>
                  </a:lnTo>
                  <a:lnTo>
                    <a:pt x="469" y="287"/>
                  </a:lnTo>
                  <a:lnTo>
                    <a:pt x="456" y="284"/>
                  </a:lnTo>
                  <a:lnTo>
                    <a:pt x="446" y="280"/>
                  </a:lnTo>
                  <a:lnTo>
                    <a:pt x="462" y="281"/>
                  </a:lnTo>
                  <a:lnTo>
                    <a:pt x="478" y="281"/>
                  </a:lnTo>
                  <a:lnTo>
                    <a:pt x="495" y="281"/>
                  </a:lnTo>
                  <a:lnTo>
                    <a:pt x="513" y="279"/>
                  </a:lnTo>
                  <a:lnTo>
                    <a:pt x="532" y="277"/>
                  </a:lnTo>
                  <a:lnTo>
                    <a:pt x="551" y="274"/>
                  </a:lnTo>
                  <a:lnTo>
                    <a:pt x="570" y="270"/>
                  </a:lnTo>
                  <a:lnTo>
                    <a:pt x="588" y="265"/>
                  </a:lnTo>
                  <a:lnTo>
                    <a:pt x="605" y="261"/>
                  </a:lnTo>
                  <a:lnTo>
                    <a:pt x="623" y="255"/>
                  </a:lnTo>
                  <a:lnTo>
                    <a:pt x="637" y="251"/>
                  </a:lnTo>
                  <a:lnTo>
                    <a:pt x="652" y="245"/>
                  </a:lnTo>
                  <a:lnTo>
                    <a:pt x="665" y="239"/>
                  </a:lnTo>
                  <a:lnTo>
                    <a:pt x="677" y="235"/>
                  </a:lnTo>
                  <a:lnTo>
                    <a:pt x="686" y="229"/>
                  </a:lnTo>
                  <a:lnTo>
                    <a:pt x="692" y="224"/>
                  </a:lnTo>
                  <a:lnTo>
                    <a:pt x="683" y="227"/>
                  </a:lnTo>
                  <a:lnTo>
                    <a:pt x="673" y="230"/>
                  </a:lnTo>
                  <a:lnTo>
                    <a:pt x="661" y="233"/>
                  </a:lnTo>
                  <a:lnTo>
                    <a:pt x="646" y="236"/>
                  </a:lnTo>
                  <a:lnTo>
                    <a:pt x="632" y="239"/>
                  </a:lnTo>
                  <a:lnTo>
                    <a:pt x="615" y="240"/>
                  </a:lnTo>
                  <a:lnTo>
                    <a:pt x="598" y="242"/>
                  </a:lnTo>
                  <a:lnTo>
                    <a:pt x="582" y="243"/>
                  </a:lnTo>
                  <a:lnTo>
                    <a:pt x="563" y="245"/>
                  </a:lnTo>
                  <a:lnTo>
                    <a:pt x="545" y="245"/>
                  </a:lnTo>
                  <a:lnTo>
                    <a:pt x="528" y="246"/>
                  </a:lnTo>
                  <a:lnTo>
                    <a:pt x="510" y="246"/>
                  </a:lnTo>
                  <a:lnTo>
                    <a:pt x="492" y="246"/>
                  </a:lnTo>
                  <a:lnTo>
                    <a:pt x="478" y="245"/>
                  </a:lnTo>
                  <a:lnTo>
                    <a:pt x="462" y="243"/>
                  </a:lnTo>
                  <a:lnTo>
                    <a:pt x="448" y="242"/>
                  </a:lnTo>
                  <a:lnTo>
                    <a:pt x="440" y="240"/>
                  </a:lnTo>
                  <a:lnTo>
                    <a:pt x="431" y="239"/>
                  </a:lnTo>
                  <a:lnTo>
                    <a:pt x="424" y="236"/>
                  </a:lnTo>
                  <a:lnTo>
                    <a:pt x="418" y="233"/>
                  </a:lnTo>
                  <a:lnTo>
                    <a:pt x="437" y="235"/>
                  </a:lnTo>
                  <a:lnTo>
                    <a:pt x="457" y="235"/>
                  </a:lnTo>
                  <a:lnTo>
                    <a:pt x="478" y="233"/>
                  </a:lnTo>
                  <a:lnTo>
                    <a:pt x="498" y="232"/>
                  </a:lnTo>
                  <a:lnTo>
                    <a:pt x="519" y="229"/>
                  </a:lnTo>
                  <a:lnTo>
                    <a:pt x="539" y="226"/>
                  </a:lnTo>
                  <a:lnTo>
                    <a:pt x="560" y="223"/>
                  </a:lnTo>
                  <a:lnTo>
                    <a:pt x="580" y="218"/>
                  </a:lnTo>
                  <a:lnTo>
                    <a:pt x="599" y="214"/>
                  </a:lnTo>
                  <a:lnTo>
                    <a:pt x="617" y="210"/>
                  </a:lnTo>
                  <a:lnTo>
                    <a:pt x="634" y="205"/>
                  </a:lnTo>
                  <a:lnTo>
                    <a:pt x="649" y="199"/>
                  </a:lnTo>
                  <a:lnTo>
                    <a:pt x="662" y="195"/>
                  </a:lnTo>
                  <a:lnTo>
                    <a:pt x="674" y="191"/>
                  </a:lnTo>
                  <a:lnTo>
                    <a:pt x="684" y="185"/>
                  </a:lnTo>
                  <a:lnTo>
                    <a:pt x="692" y="180"/>
                  </a:lnTo>
                  <a:lnTo>
                    <a:pt x="680" y="183"/>
                  </a:lnTo>
                  <a:lnTo>
                    <a:pt x="665" y="186"/>
                  </a:lnTo>
                  <a:lnTo>
                    <a:pt x="648" y="189"/>
                  </a:lnTo>
                  <a:lnTo>
                    <a:pt x="629" y="191"/>
                  </a:lnTo>
                  <a:lnTo>
                    <a:pt x="607" y="192"/>
                  </a:lnTo>
                  <a:lnTo>
                    <a:pt x="583" y="193"/>
                  </a:lnTo>
                  <a:lnTo>
                    <a:pt x="558" y="195"/>
                  </a:lnTo>
                  <a:lnTo>
                    <a:pt x="533" y="195"/>
                  </a:lnTo>
                  <a:lnTo>
                    <a:pt x="508" y="195"/>
                  </a:lnTo>
                  <a:lnTo>
                    <a:pt x="485" y="195"/>
                  </a:lnTo>
                  <a:lnTo>
                    <a:pt x="462" y="193"/>
                  </a:lnTo>
                  <a:lnTo>
                    <a:pt x="440" y="192"/>
                  </a:lnTo>
                  <a:lnTo>
                    <a:pt x="421" y="191"/>
                  </a:lnTo>
                  <a:lnTo>
                    <a:pt x="403" y="188"/>
                  </a:lnTo>
                  <a:lnTo>
                    <a:pt x="388" y="185"/>
                  </a:lnTo>
                  <a:lnTo>
                    <a:pt x="378" y="180"/>
                  </a:lnTo>
                  <a:lnTo>
                    <a:pt x="391" y="182"/>
                  </a:lnTo>
                  <a:lnTo>
                    <a:pt x="407" y="182"/>
                  </a:lnTo>
                  <a:lnTo>
                    <a:pt x="428" y="182"/>
                  </a:lnTo>
                  <a:lnTo>
                    <a:pt x="450" y="182"/>
                  </a:lnTo>
                  <a:lnTo>
                    <a:pt x="473" y="180"/>
                  </a:lnTo>
                  <a:lnTo>
                    <a:pt x="498" y="180"/>
                  </a:lnTo>
                  <a:lnTo>
                    <a:pt x="525" y="179"/>
                  </a:lnTo>
                  <a:lnTo>
                    <a:pt x="551" y="176"/>
                  </a:lnTo>
                  <a:lnTo>
                    <a:pt x="576" y="174"/>
                  </a:lnTo>
                  <a:lnTo>
                    <a:pt x="601" y="171"/>
                  </a:lnTo>
                  <a:lnTo>
                    <a:pt x="623" y="167"/>
                  </a:lnTo>
                  <a:lnTo>
                    <a:pt x="645" y="164"/>
                  </a:lnTo>
                  <a:lnTo>
                    <a:pt x="662" y="160"/>
                  </a:lnTo>
                  <a:lnTo>
                    <a:pt x="677" y="155"/>
                  </a:lnTo>
                  <a:lnTo>
                    <a:pt x="687" y="149"/>
                  </a:lnTo>
                  <a:lnTo>
                    <a:pt x="693" y="144"/>
                  </a:lnTo>
                  <a:lnTo>
                    <a:pt x="680" y="147"/>
                  </a:lnTo>
                  <a:lnTo>
                    <a:pt x="659" y="148"/>
                  </a:lnTo>
                  <a:lnTo>
                    <a:pt x="633" y="151"/>
                  </a:lnTo>
                  <a:lnTo>
                    <a:pt x="602" y="152"/>
                  </a:lnTo>
                  <a:lnTo>
                    <a:pt x="567" y="154"/>
                  </a:lnTo>
                  <a:lnTo>
                    <a:pt x="530" y="154"/>
                  </a:lnTo>
                  <a:lnTo>
                    <a:pt x="491" y="154"/>
                  </a:lnTo>
                  <a:lnTo>
                    <a:pt x="450" y="154"/>
                  </a:lnTo>
                  <a:lnTo>
                    <a:pt x="409" y="152"/>
                  </a:lnTo>
                  <a:lnTo>
                    <a:pt x="369" y="151"/>
                  </a:lnTo>
                  <a:lnTo>
                    <a:pt x="333" y="148"/>
                  </a:lnTo>
                  <a:lnTo>
                    <a:pt x="299" y="145"/>
                  </a:lnTo>
                  <a:lnTo>
                    <a:pt x="268" y="141"/>
                  </a:lnTo>
                  <a:lnTo>
                    <a:pt x="243" y="136"/>
                  </a:lnTo>
                  <a:lnTo>
                    <a:pt x="223" y="130"/>
                  </a:lnTo>
                  <a:lnTo>
                    <a:pt x="211" y="123"/>
                  </a:lnTo>
                  <a:lnTo>
                    <a:pt x="261" y="124"/>
                  </a:lnTo>
                  <a:lnTo>
                    <a:pt x="311" y="126"/>
                  </a:lnTo>
                  <a:lnTo>
                    <a:pt x="356" y="126"/>
                  </a:lnTo>
                  <a:lnTo>
                    <a:pt x="402" y="126"/>
                  </a:lnTo>
                  <a:lnTo>
                    <a:pt x="443" y="123"/>
                  </a:lnTo>
                  <a:lnTo>
                    <a:pt x="482" y="122"/>
                  </a:lnTo>
                  <a:lnTo>
                    <a:pt x="519" y="119"/>
                  </a:lnTo>
                  <a:lnTo>
                    <a:pt x="551" y="114"/>
                  </a:lnTo>
                  <a:lnTo>
                    <a:pt x="582" y="110"/>
                  </a:lnTo>
                  <a:lnTo>
                    <a:pt x="608" y="104"/>
                  </a:lnTo>
                  <a:lnTo>
                    <a:pt x="632" y="100"/>
                  </a:lnTo>
                  <a:lnTo>
                    <a:pt x="651" y="94"/>
                  </a:lnTo>
                  <a:lnTo>
                    <a:pt x="665" y="88"/>
                  </a:lnTo>
                  <a:lnTo>
                    <a:pt x="675" y="82"/>
                  </a:lnTo>
                  <a:lnTo>
                    <a:pt x="683" y="75"/>
                  </a:lnTo>
                  <a:lnTo>
                    <a:pt x="684" y="69"/>
                  </a:lnTo>
                  <a:lnTo>
                    <a:pt x="678" y="53"/>
                  </a:lnTo>
                  <a:lnTo>
                    <a:pt x="670" y="39"/>
                  </a:lnTo>
                  <a:lnTo>
                    <a:pt x="659" y="28"/>
                  </a:lnTo>
                  <a:lnTo>
                    <a:pt x="646" y="17"/>
                  </a:lnTo>
                  <a:lnTo>
                    <a:pt x="630" y="10"/>
                  </a:lnTo>
                  <a:lnTo>
                    <a:pt x="613" y="4"/>
                  </a:lnTo>
                  <a:lnTo>
                    <a:pt x="591" y="1"/>
                  </a:lnTo>
                  <a:lnTo>
                    <a:pt x="566" y="0"/>
                  </a:lnTo>
                  <a:lnTo>
                    <a:pt x="554" y="4"/>
                  </a:lnTo>
                  <a:lnTo>
                    <a:pt x="538" y="7"/>
                  </a:lnTo>
                  <a:lnTo>
                    <a:pt x="522" y="12"/>
                  </a:lnTo>
                  <a:lnTo>
                    <a:pt x="503" y="14"/>
                  </a:lnTo>
                  <a:lnTo>
                    <a:pt x="481" y="17"/>
                  </a:lnTo>
                  <a:lnTo>
                    <a:pt x="457" y="20"/>
                  </a:lnTo>
                  <a:lnTo>
                    <a:pt x="432" y="23"/>
                  </a:lnTo>
                  <a:lnTo>
                    <a:pt x="404" y="25"/>
                  </a:lnTo>
                  <a:lnTo>
                    <a:pt x="375" y="26"/>
                  </a:lnTo>
                  <a:lnTo>
                    <a:pt x="343" y="26"/>
                  </a:lnTo>
                  <a:lnTo>
                    <a:pt x="309" y="25"/>
                  </a:lnTo>
                  <a:lnTo>
                    <a:pt x="274" y="23"/>
                  </a:lnTo>
                  <a:lnTo>
                    <a:pt x="237" y="19"/>
                  </a:lnTo>
                  <a:lnTo>
                    <a:pt x="199" y="14"/>
                  </a:lnTo>
                  <a:lnTo>
                    <a:pt x="160" y="9"/>
                  </a:lnTo>
                  <a:lnTo>
                    <a:pt x="117" y="0"/>
                  </a:lnTo>
                  <a:lnTo>
                    <a:pt x="103" y="6"/>
                  </a:lnTo>
                  <a:lnTo>
                    <a:pt x="87" y="12"/>
                  </a:lnTo>
                  <a:lnTo>
                    <a:pt x="70" y="20"/>
                  </a:lnTo>
                  <a:lnTo>
                    <a:pt x="53" y="31"/>
                  </a:lnTo>
                  <a:lnTo>
                    <a:pt x="38" y="42"/>
                  </a:lnTo>
                  <a:lnTo>
                    <a:pt x="24" y="57"/>
                  </a:lnTo>
                  <a:lnTo>
                    <a:pt x="15" y="73"/>
                  </a:lnTo>
                  <a:lnTo>
                    <a:pt x="9" y="92"/>
                  </a:lnTo>
                  <a:lnTo>
                    <a:pt x="7" y="108"/>
                  </a:lnTo>
                  <a:lnTo>
                    <a:pt x="7" y="136"/>
                  </a:lnTo>
                  <a:lnTo>
                    <a:pt x="6" y="177"/>
                  </a:lnTo>
                  <a:lnTo>
                    <a:pt x="5" y="226"/>
                  </a:lnTo>
                  <a:close/>
                </a:path>
              </a:pathLst>
            </a:custGeom>
            <a:solidFill>
              <a:srgbClr val="D8E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3" name="Freeform 44"/>
            <p:cNvSpPr>
              <a:spLocks/>
            </p:cNvSpPr>
            <p:nvPr/>
          </p:nvSpPr>
          <p:spPr bwMode="auto">
            <a:xfrm>
              <a:off x="4249" y="2415"/>
              <a:ext cx="72" cy="908"/>
            </a:xfrm>
            <a:custGeom>
              <a:avLst/>
              <a:gdLst>
                <a:gd name="T0" fmla="*/ 72 w 72"/>
                <a:gd name="T1" fmla="*/ 0 h 908"/>
                <a:gd name="T2" fmla="*/ 60 w 72"/>
                <a:gd name="T3" fmla="*/ 1 h 908"/>
                <a:gd name="T4" fmla="*/ 49 w 72"/>
                <a:gd name="T5" fmla="*/ 5 h 908"/>
                <a:gd name="T6" fmla="*/ 38 w 72"/>
                <a:gd name="T7" fmla="*/ 13 h 908"/>
                <a:gd name="T8" fmla="*/ 28 w 72"/>
                <a:gd name="T9" fmla="*/ 22 h 908"/>
                <a:gd name="T10" fmla="*/ 19 w 72"/>
                <a:gd name="T11" fmla="*/ 35 h 908"/>
                <a:gd name="T12" fmla="*/ 13 w 72"/>
                <a:gd name="T13" fmla="*/ 54 h 908"/>
                <a:gd name="T14" fmla="*/ 9 w 72"/>
                <a:gd name="T15" fmla="*/ 76 h 908"/>
                <a:gd name="T16" fmla="*/ 8 w 72"/>
                <a:gd name="T17" fmla="*/ 104 h 908"/>
                <a:gd name="T18" fmla="*/ 6 w 72"/>
                <a:gd name="T19" fmla="*/ 262 h 908"/>
                <a:gd name="T20" fmla="*/ 5 w 72"/>
                <a:gd name="T21" fmla="*/ 529 h 908"/>
                <a:gd name="T22" fmla="*/ 2 w 72"/>
                <a:gd name="T23" fmla="*/ 782 h 908"/>
                <a:gd name="T24" fmla="*/ 0 w 72"/>
                <a:gd name="T25" fmla="*/ 893 h 908"/>
                <a:gd name="T26" fmla="*/ 34 w 72"/>
                <a:gd name="T27" fmla="*/ 908 h 908"/>
                <a:gd name="T28" fmla="*/ 35 w 72"/>
                <a:gd name="T29" fmla="*/ 786 h 908"/>
                <a:gd name="T30" fmla="*/ 38 w 72"/>
                <a:gd name="T31" fmla="*/ 516 h 908"/>
                <a:gd name="T32" fmla="*/ 41 w 72"/>
                <a:gd name="T33" fmla="*/ 240 h 908"/>
                <a:gd name="T34" fmla="*/ 46 w 72"/>
                <a:gd name="T35" fmla="*/ 101 h 908"/>
                <a:gd name="T36" fmla="*/ 47 w 72"/>
                <a:gd name="T37" fmla="*/ 73 h 908"/>
                <a:gd name="T38" fmla="*/ 50 w 72"/>
                <a:gd name="T39" fmla="*/ 45 h 908"/>
                <a:gd name="T40" fmla="*/ 57 w 72"/>
                <a:gd name="T41" fmla="*/ 19 h 908"/>
                <a:gd name="T42" fmla="*/ 72 w 72"/>
                <a:gd name="T43" fmla="*/ 0 h 9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2" h="908">
                  <a:moveTo>
                    <a:pt x="72" y="0"/>
                  </a:moveTo>
                  <a:lnTo>
                    <a:pt x="60" y="1"/>
                  </a:lnTo>
                  <a:lnTo>
                    <a:pt x="49" y="5"/>
                  </a:lnTo>
                  <a:lnTo>
                    <a:pt x="38" y="13"/>
                  </a:lnTo>
                  <a:lnTo>
                    <a:pt x="28" y="22"/>
                  </a:lnTo>
                  <a:lnTo>
                    <a:pt x="19" y="35"/>
                  </a:lnTo>
                  <a:lnTo>
                    <a:pt x="13" y="54"/>
                  </a:lnTo>
                  <a:lnTo>
                    <a:pt x="9" y="76"/>
                  </a:lnTo>
                  <a:lnTo>
                    <a:pt x="8" y="104"/>
                  </a:lnTo>
                  <a:lnTo>
                    <a:pt x="6" y="262"/>
                  </a:lnTo>
                  <a:lnTo>
                    <a:pt x="5" y="529"/>
                  </a:lnTo>
                  <a:lnTo>
                    <a:pt x="2" y="782"/>
                  </a:lnTo>
                  <a:lnTo>
                    <a:pt x="0" y="893"/>
                  </a:lnTo>
                  <a:lnTo>
                    <a:pt x="34" y="908"/>
                  </a:lnTo>
                  <a:lnTo>
                    <a:pt x="35" y="786"/>
                  </a:lnTo>
                  <a:lnTo>
                    <a:pt x="38" y="516"/>
                  </a:lnTo>
                  <a:lnTo>
                    <a:pt x="41" y="240"/>
                  </a:lnTo>
                  <a:lnTo>
                    <a:pt x="46" y="101"/>
                  </a:lnTo>
                  <a:lnTo>
                    <a:pt x="47" y="73"/>
                  </a:lnTo>
                  <a:lnTo>
                    <a:pt x="50" y="45"/>
                  </a:lnTo>
                  <a:lnTo>
                    <a:pt x="57" y="1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4" name="Text Box 45"/>
            <p:cNvSpPr txBox="1">
              <a:spLocks noChangeArrowheads="1"/>
            </p:cNvSpPr>
            <p:nvPr/>
          </p:nvSpPr>
          <p:spPr bwMode="auto">
            <a:xfrm>
              <a:off x="4320" y="3552"/>
              <a:ext cx="4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 ml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E901D6-E126-47F0-B39B-6CCBDE879A9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Objective function:</a:t>
            </a:r>
            <a:r>
              <a:rPr lang="en-US" altLang="en-US" sz="2400" dirty="0"/>
              <a:t> Maximum total benefit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Greedy solution:</a:t>
            </a:r>
            <a:r>
              <a:rPr lang="en-US" altLang="en-US" sz="2400" dirty="0"/>
              <a:t> Always choose the item with </a:t>
            </a:r>
            <a:r>
              <a:rPr lang="en-US" altLang="en-US" sz="2400" u="sng" dirty="0"/>
              <a:t>largest value</a:t>
            </a:r>
            <a:endParaRPr lang="en-US" altLang="en-US" sz="2400" dirty="0"/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225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4" name="Picture 6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4217988"/>
            <a:ext cx="495300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7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3836988"/>
            <a:ext cx="708025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8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025" y="4522788"/>
            <a:ext cx="32543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Picture 9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650" y="4038600"/>
            <a:ext cx="5953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Picture 10" descr="HH01008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4572000"/>
            <a:ext cx="28257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515938" y="5105400"/>
            <a:ext cx="1236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Weight: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533400" y="5486400"/>
            <a:ext cx="1230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Benefit: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1954213" y="4724400"/>
            <a:ext cx="296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697163" y="4724400"/>
            <a:ext cx="296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3387725" y="4724400"/>
            <a:ext cx="296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4079875" y="4724400"/>
            <a:ext cx="296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4754563" y="4724400"/>
            <a:ext cx="296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1790700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 ml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2533650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 ml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224213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 ml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3916363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6 ml</a:t>
            </a:r>
          </a:p>
        </p:txBody>
      </p:sp>
      <p:sp>
        <p:nvSpPr>
          <p:cNvPr id="22550" name="Text Box 23"/>
          <p:cNvSpPr txBox="1">
            <a:spLocks noChangeArrowheads="1"/>
          </p:cNvSpPr>
          <p:nvPr/>
        </p:nvSpPr>
        <p:spPr bwMode="auto">
          <a:xfrm>
            <a:off x="4591050" y="5181600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ml</a:t>
            </a:r>
          </a:p>
        </p:txBody>
      </p:sp>
      <p:sp>
        <p:nvSpPr>
          <p:cNvPr id="22551" name="Text Box 24"/>
          <p:cNvSpPr txBox="1">
            <a:spLocks noChangeArrowheads="1"/>
          </p:cNvSpPr>
          <p:nvPr/>
        </p:nvSpPr>
        <p:spPr bwMode="auto">
          <a:xfrm>
            <a:off x="1824038" y="5562600"/>
            <a:ext cx="560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$12</a:t>
            </a:r>
          </a:p>
        </p:txBody>
      </p:sp>
      <p:sp>
        <p:nvSpPr>
          <p:cNvPr id="22552" name="Text Box 25"/>
          <p:cNvSpPr txBox="1">
            <a:spLocks noChangeArrowheads="1"/>
          </p:cNvSpPr>
          <p:nvPr/>
        </p:nvSpPr>
        <p:spPr bwMode="auto">
          <a:xfrm>
            <a:off x="256540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$32</a:t>
            </a:r>
          </a:p>
        </p:txBody>
      </p:sp>
      <p:sp>
        <p:nvSpPr>
          <p:cNvPr id="22553" name="Text Box 26"/>
          <p:cNvSpPr txBox="1">
            <a:spLocks noChangeArrowheads="1"/>
          </p:cNvSpPr>
          <p:nvPr/>
        </p:nvSpPr>
        <p:spPr bwMode="auto">
          <a:xfrm>
            <a:off x="325755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$40</a:t>
            </a:r>
          </a:p>
        </p:txBody>
      </p:sp>
      <p:sp>
        <p:nvSpPr>
          <p:cNvPr id="22554" name="Text Box 27"/>
          <p:cNvSpPr txBox="1">
            <a:spLocks noChangeArrowheads="1"/>
          </p:cNvSpPr>
          <p:nvPr/>
        </p:nvSpPr>
        <p:spPr bwMode="auto">
          <a:xfrm>
            <a:off x="394970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$30</a:t>
            </a:r>
          </a:p>
        </p:txBody>
      </p:sp>
      <p:sp>
        <p:nvSpPr>
          <p:cNvPr id="22555" name="Text Box 28"/>
          <p:cNvSpPr txBox="1">
            <a:spLocks noChangeArrowheads="1"/>
          </p:cNvSpPr>
          <p:nvPr/>
        </p:nvSpPr>
        <p:spPr bwMode="auto">
          <a:xfrm>
            <a:off x="4622800" y="5562600"/>
            <a:ext cx="560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$50</a:t>
            </a:r>
          </a:p>
        </p:txBody>
      </p:sp>
      <p:sp>
        <p:nvSpPr>
          <p:cNvPr id="22556" name="Text Box 29"/>
          <p:cNvSpPr txBox="1">
            <a:spLocks noChangeArrowheads="1"/>
          </p:cNvSpPr>
          <p:nvPr/>
        </p:nvSpPr>
        <p:spPr bwMode="auto">
          <a:xfrm>
            <a:off x="685800" y="4419600"/>
            <a:ext cx="106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Items:</a:t>
            </a:r>
          </a:p>
        </p:txBody>
      </p:sp>
      <p:sp>
        <p:nvSpPr>
          <p:cNvPr id="22557" name="Text Box 30"/>
          <p:cNvSpPr txBox="1">
            <a:spLocks noChangeArrowheads="1"/>
          </p:cNvSpPr>
          <p:nvPr/>
        </p:nvSpPr>
        <p:spPr bwMode="auto">
          <a:xfrm>
            <a:off x="717550" y="5867400"/>
            <a:ext cx="103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Value:</a:t>
            </a:r>
          </a:p>
        </p:txBody>
      </p:sp>
      <p:sp>
        <p:nvSpPr>
          <p:cNvPr id="22558" name="Text Box 31"/>
          <p:cNvSpPr txBox="1">
            <a:spLocks noChangeArrowheads="1"/>
          </p:cNvSpPr>
          <p:nvPr/>
        </p:nvSpPr>
        <p:spPr bwMode="auto">
          <a:xfrm>
            <a:off x="1947863" y="5943600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22559" name="Text Box 32"/>
          <p:cNvSpPr txBox="1">
            <a:spLocks noChangeArrowheads="1"/>
          </p:cNvSpPr>
          <p:nvPr/>
        </p:nvSpPr>
        <p:spPr bwMode="auto">
          <a:xfrm>
            <a:off x="533400" y="6172200"/>
            <a:ext cx="12017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($ per ml)</a:t>
            </a:r>
          </a:p>
        </p:txBody>
      </p:sp>
      <p:sp>
        <p:nvSpPr>
          <p:cNvPr id="22560" name="Text Box 33"/>
          <p:cNvSpPr txBox="1">
            <a:spLocks noChangeArrowheads="1"/>
          </p:cNvSpPr>
          <p:nvPr/>
        </p:nvSpPr>
        <p:spPr bwMode="auto">
          <a:xfrm>
            <a:off x="2690813" y="5943600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22561" name="Text Box 34"/>
          <p:cNvSpPr txBox="1">
            <a:spLocks noChangeArrowheads="1"/>
          </p:cNvSpPr>
          <p:nvPr/>
        </p:nvSpPr>
        <p:spPr bwMode="auto">
          <a:xfrm>
            <a:off x="3319463" y="5943600"/>
            <a:ext cx="43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20</a:t>
            </a:r>
          </a:p>
        </p:txBody>
      </p:sp>
      <p:sp>
        <p:nvSpPr>
          <p:cNvPr id="22562" name="Text Box 35"/>
          <p:cNvSpPr txBox="1">
            <a:spLocks noChangeArrowheads="1"/>
          </p:cNvSpPr>
          <p:nvPr/>
        </p:nvSpPr>
        <p:spPr bwMode="auto">
          <a:xfrm>
            <a:off x="4075113" y="5943600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22563" name="Text Box 36"/>
          <p:cNvSpPr txBox="1">
            <a:spLocks noChangeArrowheads="1"/>
          </p:cNvSpPr>
          <p:nvPr/>
        </p:nvSpPr>
        <p:spPr bwMode="auto">
          <a:xfrm>
            <a:off x="4686300" y="5943600"/>
            <a:ext cx="434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50</a:t>
            </a:r>
          </a:p>
        </p:txBody>
      </p:sp>
      <p:grpSp>
        <p:nvGrpSpPr>
          <p:cNvPr id="22564" name="Group 47"/>
          <p:cNvGrpSpPr>
            <a:grpSpLocks/>
          </p:cNvGrpSpPr>
          <p:nvPr/>
        </p:nvGrpSpPr>
        <p:grpSpPr bwMode="auto">
          <a:xfrm>
            <a:off x="5686425" y="3282950"/>
            <a:ext cx="1247775" cy="2722563"/>
            <a:chOff x="4180" y="2068"/>
            <a:chExt cx="786" cy="1715"/>
          </a:xfrm>
        </p:grpSpPr>
        <p:sp>
          <p:nvSpPr>
            <p:cNvPr id="22568" name="Freeform 38"/>
            <p:cNvSpPr>
              <a:spLocks/>
            </p:cNvSpPr>
            <p:nvPr/>
          </p:nvSpPr>
          <p:spPr bwMode="auto">
            <a:xfrm>
              <a:off x="4276" y="2068"/>
              <a:ext cx="594" cy="320"/>
            </a:xfrm>
            <a:custGeom>
              <a:avLst/>
              <a:gdLst>
                <a:gd name="T0" fmla="*/ 578 w 594"/>
                <a:gd name="T1" fmla="*/ 231 h 320"/>
                <a:gd name="T2" fmla="*/ 584 w 594"/>
                <a:gd name="T3" fmla="*/ 147 h 320"/>
                <a:gd name="T4" fmla="*/ 594 w 594"/>
                <a:gd name="T5" fmla="*/ 103 h 320"/>
                <a:gd name="T6" fmla="*/ 590 w 594"/>
                <a:gd name="T7" fmla="*/ 75 h 320"/>
                <a:gd name="T8" fmla="*/ 571 w 594"/>
                <a:gd name="T9" fmla="*/ 52 h 320"/>
                <a:gd name="T10" fmla="*/ 540 w 594"/>
                <a:gd name="T11" fmla="*/ 33 h 320"/>
                <a:gd name="T12" fmla="*/ 498 w 594"/>
                <a:gd name="T13" fmla="*/ 18 h 320"/>
                <a:gd name="T14" fmla="*/ 446 w 594"/>
                <a:gd name="T15" fmla="*/ 8 h 320"/>
                <a:gd name="T16" fmla="*/ 391 w 594"/>
                <a:gd name="T17" fmla="*/ 2 h 320"/>
                <a:gd name="T18" fmla="*/ 329 w 594"/>
                <a:gd name="T19" fmla="*/ 0 h 320"/>
                <a:gd name="T20" fmla="*/ 265 w 594"/>
                <a:gd name="T21" fmla="*/ 2 h 320"/>
                <a:gd name="T22" fmla="*/ 203 w 594"/>
                <a:gd name="T23" fmla="*/ 5 h 320"/>
                <a:gd name="T24" fmla="*/ 148 w 594"/>
                <a:gd name="T25" fmla="*/ 11 h 320"/>
                <a:gd name="T26" fmla="*/ 96 w 594"/>
                <a:gd name="T27" fmla="*/ 21 h 320"/>
                <a:gd name="T28" fmla="*/ 54 w 594"/>
                <a:gd name="T29" fmla="*/ 34 h 320"/>
                <a:gd name="T30" fmla="*/ 23 w 594"/>
                <a:gd name="T31" fmla="*/ 53 h 320"/>
                <a:gd name="T32" fmla="*/ 4 w 594"/>
                <a:gd name="T33" fmla="*/ 75 h 320"/>
                <a:gd name="T34" fmla="*/ 0 w 594"/>
                <a:gd name="T35" fmla="*/ 103 h 320"/>
                <a:gd name="T36" fmla="*/ 10 w 594"/>
                <a:gd name="T37" fmla="*/ 147 h 320"/>
                <a:gd name="T38" fmla="*/ 16 w 594"/>
                <a:gd name="T39" fmla="*/ 231 h 320"/>
                <a:gd name="T40" fmla="*/ 22 w 594"/>
                <a:gd name="T41" fmla="*/ 279 h 320"/>
                <a:gd name="T42" fmla="*/ 39 w 594"/>
                <a:gd name="T43" fmla="*/ 288 h 320"/>
                <a:gd name="T44" fmla="*/ 95 w 594"/>
                <a:gd name="T45" fmla="*/ 303 h 320"/>
                <a:gd name="T46" fmla="*/ 172 w 594"/>
                <a:gd name="T47" fmla="*/ 313 h 320"/>
                <a:gd name="T48" fmla="*/ 244 w 594"/>
                <a:gd name="T49" fmla="*/ 319 h 320"/>
                <a:gd name="T50" fmla="*/ 310 w 594"/>
                <a:gd name="T51" fmla="*/ 320 h 320"/>
                <a:gd name="T52" fmla="*/ 367 w 594"/>
                <a:gd name="T53" fmla="*/ 317 h 320"/>
                <a:gd name="T54" fmla="*/ 416 w 594"/>
                <a:gd name="T55" fmla="*/ 311 h 320"/>
                <a:gd name="T56" fmla="*/ 457 w 594"/>
                <a:gd name="T57" fmla="*/ 306 h 320"/>
                <a:gd name="T58" fmla="*/ 489 w 594"/>
                <a:gd name="T59" fmla="*/ 298 h 320"/>
                <a:gd name="T60" fmla="*/ 511 w 594"/>
                <a:gd name="T61" fmla="*/ 292 h 320"/>
                <a:gd name="T62" fmla="*/ 530 w 594"/>
                <a:gd name="T63" fmla="*/ 288 h 320"/>
                <a:gd name="T64" fmla="*/ 550 w 594"/>
                <a:gd name="T65" fmla="*/ 284 h 320"/>
                <a:gd name="T66" fmla="*/ 569 w 594"/>
                <a:gd name="T67" fmla="*/ 276 h 3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94" h="320">
                  <a:moveTo>
                    <a:pt x="578" y="272"/>
                  </a:moveTo>
                  <a:lnTo>
                    <a:pt x="578" y="231"/>
                  </a:lnTo>
                  <a:lnTo>
                    <a:pt x="580" y="187"/>
                  </a:lnTo>
                  <a:lnTo>
                    <a:pt x="584" y="147"/>
                  </a:lnTo>
                  <a:lnTo>
                    <a:pt x="590" y="119"/>
                  </a:lnTo>
                  <a:lnTo>
                    <a:pt x="594" y="103"/>
                  </a:lnTo>
                  <a:lnTo>
                    <a:pt x="594" y="88"/>
                  </a:lnTo>
                  <a:lnTo>
                    <a:pt x="590" y="75"/>
                  </a:lnTo>
                  <a:lnTo>
                    <a:pt x="583" y="62"/>
                  </a:lnTo>
                  <a:lnTo>
                    <a:pt x="571" y="52"/>
                  </a:lnTo>
                  <a:lnTo>
                    <a:pt x="556" y="41"/>
                  </a:lnTo>
                  <a:lnTo>
                    <a:pt x="540" y="33"/>
                  </a:lnTo>
                  <a:lnTo>
                    <a:pt x="520" y="24"/>
                  </a:lnTo>
                  <a:lnTo>
                    <a:pt x="498" y="18"/>
                  </a:lnTo>
                  <a:lnTo>
                    <a:pt x="473" y="12"/>
                  </a:lnTo>
                  <a:lnTo>
                    <a:pt x="446" y="8"/>
                  </a:lnTo>
                  <a:lnTo>
                    <a:pt x="419" y="5"/>
                  </a:lnTo>
                  <a:lnTo>
                    <a:pt x="391" y="2"/>
                  </a:lnTo>
                  <a:lnTo>
                    <a:pt x="360" y="0"/>
                  </a:lnTo>
                  <a:lnTo>
                    <a:pt x="329" y="0"/>
                  </a:lnTo>
                  <a:lnTo>
                    <a:pt x="297" y="0"/>
                  </a:lnTo>
                  <a:lnTo>
                    <a:pt x="265" y="2"/>
                  </a:lnTo>
                  <a:lnTo>
                    <a:pt x="234" y="3"/>
                  </a:lnTo>
                  <a:lnTo>
                    <a:pt x="203" y="5"/>
                  </a:lnTo>
                  <a:lnTo>
                    <a:pt x="175" y="8"/>
                  </a:lnTo>
                  <a:lnTo>
                    <a:pt x="148" y="11"/>
                  </a:lnTo>
                  <a:lnTo>
                    <a:pt x="121" y="15"/>
                  </a:lnTo>
                  <a:lnTo>
                    <a:pt x="96" y="21"/>
                  </a:lnTo>
                  <a:lnTo>
                    <a:pt x="74" y="27"/>
                  </a:lnTo>
                  <a:lnTo>
                    <a:pt x="54" y="34"/>
                  </a:lnTo>
                  <a:lnTo>
                    <a:pt x="38" y="43"/>
                  </a:lnTo>
                  <a:lnTo>
                    <a:pt x="23" y="53"/>
                  </a:lnTo>
                  <a:lnTo>
                    <a:pt x="11" y="63"/>
                  </a:lnTo>
                  <a:lnTo>
                    <a:pt x="4" y="75"/>
                  </a:lnTo>
                  <a:lnTo>
                    <a:pt x="0" y="88"/>
                  </a:lnTo>
                  <a:lnTo>
                    <a:pt x="0" y="103"/>
                  </a:lnTo>
                  <a:lnTo>
                    <a:pt x="4" y="119"/>
                  </a:lnTo>
                  <a:lnTo>
                    <a:pt x="10" y="147"/>
                  </a:lnTo>
                  <a:lnTo>
                    <a:pt x="14" y="187"/>
                  </a:lnTo>
                  <a:lnTo>
                    <a:pt x="16" y="231"/>
                  </a:lnTo>
                  <a:lnTo>
                    <a:pt x="14" y="272"/>
                  </a:lnTo>
                  <a:lnTo>
                    <a:pt x="22" y="279"/>
                  </a:lnTo>
                  <a:lnTo>
                    <a:pt x="29" y="284"/>
                  </a:lnTo>
                  <a:lnTo>
                    <a:pt x="39" y="288"/>
                  </a:lnTo>
                  <a:lnTo>
                    <a:pt x="52" y="294"/>
                  </a:lnTo>
                  <a:lnTo>
                    <a:pt x="95" y="303"/>
                  </a:lnTo>
                  <a:lnTo>
                    <a:pt x="134" y="308"/>
                  </a:lnTo>
                  <a:lnTo>
                    <a:pt x="172" y="313"/>
                  </a:lnTo>
                  <a:lnTo>
                    <a:pt x="209" y="317"/>
                  </a:lnTo>
                  <a:lnTo>
                    <a:pt x="244" y="319"/>
                  </a:lnTo>
                  <a:lnTo>
                    <a:pt x="278" y="320"/>
                  </a:lnTo>
                  <a:lnTo>
                    <a:pt x="310" y="320"/>
                  </a:lnTo>
                  <a:lnTo>
                    <a:pt x="339" y="319"/>
                  </a:lnTo>
                  <a:lnTo>
                    <a:pt x="367" y="317"/>
                  </a:lnTo>
                  <a:lnTo>
                    <a:pt x="392" y="314"/>
                  </a:lnTo>
                  <a:lnTo>
                    <a:pt x="416" y="311"/>
                  </a:lnTo>
                  <a:lnTo>
                    <a:pt x="438" y="308"/>
                  </a:lnTo>
                  <a:lnTo>
                    <a:pt x="457" y="306"/>
                  </a:lnTo>
                  <a:lnTo>
                    <a:pt x="473" y="301"/>
                  </a:lnTo>
                  <a:lnTo>
                    <a:pt x="489" y="298"/>
                  </a:lnTo>
                  <a:lnTo>
                    <a:pt x="501" y="294"/>
                  </a:lnTo>
                  <a:lnTo>
                    <a:pt x="511" y="292"/>
                  </a:lnTo>
                  <a:lnTo>
                    <a:pt x="520" y="291"/>
                  </a:lnTo>
                  <a:lnTo>
                    <a:pt x="530" y="288"/>
                  </a:lnTo>
                  <a:lnTo>
                    <a:pt x="540" y="286"/>
                  </a:lnTo>
                  <a:lnTo>
                    <a:pt x="550" y="284"/>
                  </a:lnTo>
                  <a:lnTo>
                    <a:pt x="559" y="279"/>
                  </a:lnTo>
                  <a:lnTo>
                    <a:pt x="569" y="276"/>
                  </a:lnTo>
                  <a:lnTo>
                    <a:pt x="578" y="272"/>
                  </a:lnTo>
                  <a:close/>
                </a:path>
              </a:pathLst>
            </a:custGeom>
            <a:solidFill>
              <a:srgbClr val="A3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9" name="Freeform 39"/>
            <p:cNvSpPr>
              <a:spLocks/>
            </p:cNvSpPr>
            <p:nvPr/>
          </p:nvSpPr>
          <p:spPr bwMode="auto">
            <a:xfrm>
              <a:off x="4180" y="2340"/>
              <a:ext cx="786" cy="1147"/>
            </a:xfrm>
            <a:custGeom>
              <a:avLst/>
              <a:gdLst>
                <a:gd name="T0" fmla="*/ 665 w 786"/>
                <a:gd name="T1" fmla="*/ 4 h 1147"/>
                <a:gd name="T2" fmla="*/ 646 w 786"/>
                <a:gd name="T3" fmla="*/ 12 h 1147"/>
                <a:gd name="T4" fmla="*/ 626 w 786"/>
                <a:gd name="T5" fmla="*/ 16 h 1147"/>
                <a:gd name="T6" fmla="*/ 607 w 786"/>
                <a:gd name="T7" fmla="*/ 20 h 1147"/>
                <a:gd name="T8" fmla="*/ 585 w 786"/>
                <a:gd name="T9" fmla="*/ 26 h 1147"/>
                <a:gd name="T10" fmla="*/ 553 w 786"/>
                <a:gd name="T11" fmla="*/ 34 h 1147"/>
                <a:gd name="T12" fmla="*/ 512 w 786"/>
                <a:gd name="T13" fmla="*/ 39 h 1147"/>
                <a:gd name="T14" fmla="*/ 463 w 786"/>
                <a:gd name="T15" fmla="*/ 45 h 1147"/>
                <a:gd name="T16" fmla="*/ 406 w 786"/>
                <a:gd name="T17" fmla="*/ 48 h 1147"/>
                <a:gd name="T18" fmla="*/ 340 w 786"/>
                <a:gd name="T19" fmla="*/ 47 h 1147"/>
                <a:gd name="T20" fmla="*/ 268 w 786"/>
                <a:gd name="T21" fmla="*/ 41 h 1147"/>
                <a:gd name="T22" fmla="*/ 191 w 786"/>
                <a:gd name="T23" fmla="*/ 31 h 1147"/>
                <a:gd name="T24" fmla="*/ 135 w 786"/>
                <a:gd name="T25" fmla="*/ 16 h 1147"/>
                <a:gd name="T26" fmla="*/ 118 w 786"/>
                <a:gd name="T27" fmla="*/ 7 h 1147"/>
                <a:gd name="T28" fmla="*/ 82 w 786"/>
                <a:gd name="T29" fmla="*/ 13 h 1147"/>
                <a:gd name="T30" fmla="*/ 41 w 786"/>
                <a:gd name="T31" fmla="*/ 44 h 1147"/>
                <a:gd name="T32" fmla="*/ 17 w 786"/>
                <a:gd name="T33" fmla="*/ 78 h 1147"/>
                <a:gd name="T34" fmla="*/ 5 w 786"/>
                <a:gd name="T35" fmla="*/ 107 h 1147"/>
                <a:gd name="T36" fmla="*/ 2 w 786"/>
                <a:gd name="T37" fmla="*/ 295 h 1147"/>
                <a:gd name="T38" fmla="*/ 0 w 786"/>
                <a:gd name="T39" fmla="*/ 796 h 1147"/>
                <a:gd name="T40" fmla="*/ 6 w 786"/>
                <a:gd name="T41" fmla="*/ 980 h 1147"/>
                <a:gd name="T42" fmla="*/ 22 w 786"/>
                <a:gd name="T43" fmla="*/ 1012 h 1147"/>
                <a:gd name="T44" fmla="*/ 52 w 786"/>
                <a:gd name="T45" fmla="*/ 1044 h 1147"/>
                <a:gd name="T46" fmla="*/ 94 w 786"/>
                <a:gd name="T47" fmla="*/ 1074 h 1147"/>
                <a:gd name="T48" fmla="*/ 147 w 786"/>
                <a:gd name="T49" fmla="*/ 1100 h 1147"/>
                <a:gd name="T50" fmla="*/ 208 w 786"/>
                <a:gd name="T51" fmla="*/ 1122 h 1147"/>
                <a:gd name="T52" fmla="*/ 277 w 786"/>
                <a:gd name="T53" fmla="*/ 1138 h 1147"/>
                <a:gd name="T54" fmla="*/ 353 w 786"/>
                <a:gd name="T55" fmla="*/ 1146 h 1147"/>
                <a:gd name="T56" fmla="*/ 433 w 786"/>
                <a:gd name="T57" fmla="*/ 1146 h 1147"/>
                <a:gd name="T58" fmla="*/ 507 w 786"/>
                <a:gd name="T59" fmla="*/ 1138 h 1147"/>
                <a:gd name="T60" fmla="*/ 576 w 786"/>
                <a:gd name="T61" fmla="*/ 1122 h 1147"/>
                <a:gd name="T62" fmla="*/ 638 w 786"/>
                <a:gd name="T63" fmla="*/ 1100 h 1147"/>
                <a:gd name="T64" fmla="*/ 690 w 786"/>
                <a:gd name="T65" fmla="*/ 1074 h 1147"/>
                <a:gd name="T66" fmla="*/ 733 w 786"/>
                <a:gd name="T67" fmla="*/ 1044 h 1147"/>
                <a:gd name="T68" fmla="*/ 764 w 786"/>
                <a:gd name="T69" fmla="*/ 1012 h 1147"/>
                <a:gd name="T70" fmla="*/ 780 w 786"/>
                <a:gd name="T71" fmla="*/ 980 h 1147"/>
                <a:gd name="T72" fmla="*/ 786 w 786"/>
                <a:gd name="T73" fmla="*/ 796 h 1147"/>
                <a:gd name="T74" fmla="*/ 784 w 786"/>
                <a:gd name="T75" fmla="*/ 295 h 1147"/>
                <a:gd name="T76" fmla="*/ 781 w 786"/>
                <a:gd name="T77" fmla="*/ 107 h 1147"/>
                <a:gd name="T78" fmla="*/ 769 w 786"/>
                <a:gd name="T79" fmla="*/ 78 h 1147"/>
                <a:gd name="T80" fmla="*/ 745 w 786"/>
                <a:gd name="T81" fmla="*/ 44 h 1147"/>
                <a:gd name="T82" fmla="*/ 702 w 786"/>
                <a:gd name="T83" fmla="*/ 13 h 11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86" h="1147">
                  <a:moveTo>
                    <a:pt x="674" y="0"/>
                  </a:moveTo>
                  <a:lnTo>
                    <a:pt x="665" y="4"/>
                  </a:lnTo>
                  <a:lnTo>
                    <a:pt x="655" y="7"/>
                  </a:lnTo>
                  <a:lnTo>
                    <a:pt x="646" y="12"/>
                  </a:lnTo>
                  <a:lnTo>
                    <a:pt x="636" y="14"/>
                  </a:lnTo>
                  <a:lnTo>
                    <a:pt x="626" y="16"/>
                  </a:lnTo>
                  <a:lnTo>
                    <a:pt x="616" y="19"/>
                  </a:lnTo>
                  <a:lnTo>
                    <a:pt x="607" y="20"/>
                  </a:lnTo>
                  <a:lnTo>
                    <a:pt x="597" y="22"/>
                  </a:lnTo>
                  <a:lnTo>
                    <a:pt x="585" y="26"/>
                  </a:lnTo>
                  <a:lnTo>
                    <a:pt x="569" y="29"/>
                  </a:lnTo>
                  <a:lnTo>
                    <a:pt x="553" y="34"/>
                  </a:lnTo>
                  <a:lnTo>
                    <a:pt x="534" y="36"/>
                  </a:lnTo>
                  <a:lnTo>
                    <a:pt x="512" y="39"/>
                  </a:lnTo>
                  <a:lnTo>
                    <a:pt x="488" y="42"/>
                  </a:lnTo>
                  <a:lnTo>
                    <a:pt x="463" y="45"/>
                  </a:lnTo>
                  <a:lnTo>
                    <a:pt x="435" y="47"/>
                  </a:lnTo>
                  <a:lnTo>
                    <a:pt x="406" y="48"/>
                  </a:lnTo>
                  <a:lnTo>
                    <a:pt x="374" y="48"/>
                  </a:lnTo>
                  <a:lnTo>
                    <a:pt x="340" y="47"/>
                  </a:lnTo>
                  <a:lnTo>
                    <a:pt x="305" y="45"/>
                  </a:lnTo>
                  <a:lnTo>
                    <a:pt x="268" y="41"/>
                  </a:lnTo>
                  <a:lnTo>
                    <a:pt x="230" y="36"/>
                  </a:lnTo>
                  <a:lnTo>
                    <a:pt x="191" y="31"/>
                  </a:lnTo>
                  <a:lnTo>
                    <a:pt x="148" y="22"/>
                  </a:lnTo>
                  <a:lnTo>
                    <a:pt x="135" y="16"/>
                  </a:lnTo>
                  <a:lnTo>
                    <a:pt x="125" y="12"/>
                  </a:lnTo>
                  <a:lnTo>
                    <a:pt x="118" y="7"/>
                  </a:lnTo>
                  <a:lnTo>
                    <a:pt x="110" y="0"/>
                  </a:lnTo>
                  <a:lnTo>
                    <a:pt x="82" y="13"/>
                  </a:lnTo>
                  <a:lnTo>
                    <a:pt x="60" y="28"/>
                  </a:lnTo>
                  <a:lnTo>
                    <a:pt x="41" y="44"/>
                  </a:lnTo>
                  <a:lnTo>
                    <a:pt x="27" y="61"/>
                  </a:lnTo>
                  <a:lnTo>
                    <a:pt x="17" y="78"/>
                  </a:lnTo>
                  <a:lnTo>
                    <a:pt x="9" y="94"/>
                  </a:lnTo>
                  <a:lnTo>
                    <a:pt x="5" y="107"/>
                  </a:lnTo>
                  <a:lnTo>
                    <a:pt x="3" y="119"/>
                  </a:lnTo>
                  <a:lnTo>
                    <a:pt x="2" y="295"/>
                  </a:lnTo>
                  <a:lnTo>
                    <a:pt x="0" y="547"/>
                  </a:lnTo>
                  <a:lnTo>
                    <a:pt x="0" y="796"/>
                  </a:lnTo>
                  <a:lnTo>
                    <a:pt x="3" y="964"/>
                  </a:lnTo>
                  <a:lnTo>
                    <a:pt x="6" y="980"/>
                  </a:lnTo>
                  <a:lnTo>
                    <a:pt x="12" y="996"/>
                  </a:lnTo>
                  <a:lnTo>
                    <a:pt x="22" y="1012"/>
                  </a:lnTo>
                  <a:lnTo>
                    <a:pt x="36" y="1028"/>
                  </a:lnTo>
                  <a:lnTo>
                    <a:pt x="52" y="1044"/>
                  </a:lnTo>
                  <a:lnTo>
                    <a:pt x="72" y="1059"/>
                  </a:lnTo>
                  <a:lnTo>
                    <a:pt x="94" y="1074"/>
                  </a:lnTo>
                  <a:lnTo>
                    <a:pt x="119" y="1088"/>
                  </a:lnTo>
                  <a:lnTo>
                    <a:pt x="147" y="1100"/>
                  </a:lnTo>
                  <a:lnTo>
                    <a:pt x="176" y="1112"/>
                  </a:lnTo>
                  <a:lnTo>
                    <a:pt x="208" y="1122"/>
                  </a:lnTo>
                  <a:lnTo>
                    <a:pt x="242" y="1131"/>
                  </a:lnTo>
                  <a:lnTo>
                    <a:pt x="277" y="1138"/>
                  </a:lnTo>
                  <a:lnTo>
                    <a:pt x="314" y="1143"/>
                  </a:lnTo>
                  <a:lnTo>
                    <a:pt x="353" y="1146"/>
                  </a:lnTo>
                  <a:lnTo>
                    <a:pt x="393" y="1147"/>
                  </a:lnTo>
                  <a:lnTo>
                    <a:pt x="433" y="1146"/>
                  </a:lnTo>
                  <a:lnTo>
                    <a:pt x="471" y="1143"/>
                  </a:lnTo>
                  <a:lnTo>
                    <a:pt x="507" y="1138"/>
                  </a:lnTo>
                  <a:lnTo>
                    <a:pt x="542" y="1131"/>
                  </a:lnTo>
                  <a:lnTo>
                    <a:pt x="576" y="1122"/>
                  </a:lnTo>
                  <a:lnTo>
                    <a:pt x="608" y="1112"/>
                  </a:lnTo>
                  <a:lnTo>
                    <a:pt x="638" y="1100"/>
                  </a:lnTo>
                  <a:lnTo>
                    <a:pt x="665" y="1088"/>
                  </a:lnTo>
                  <a:lnTo>
                    <a:pt x="690" y="1074"/>
                  </a:lnTo>
                  <a:lnTo>
                    <a:pt x="712" y="1059"/>
                  </a:lnTo>
                  <a:lnTo>
                    <a:pt x="733" y="1044"/>
                  </a:lnTo>
                  <a:lnTo>
                    <a:pt x="749" y="1028"/>
                  </a:lnTo>
                  <a:lnTo>
                    <a:pt x="764" y="1012"/>
                  </a:lnTo>
                  <a:lnTo>
                    <a:pt x="774" y="996"/>
                  </a:lnTo>
                  <a:lnTo>
                    <a:pt x="780" y="980"/>
                  </a:lnTo>
                  <a:lnTo>
                    <a:pt x="783" y="964"/>
                  </a:lnTo>
                  <a:lnTo>
                    <a:pt x="786" y="796"/>
                  </a:lnTo>
                  <a:lnTo>
                    <a:pt x="786" y="547"/>
                  </a:lnTo>
                  <a:lnTo>
                    <a:pt x="784" y="295"/>
                  </a:lnTo>
                  <a:lnTo>
                    <a:pt x="783" y="119"/>
                  </a:lnTo>
                  <a:lnTo>
                    <a:pt x="781" y="107"/>
                  </a:lnTo>
                  <a:lnTo>
                    <a:pt x="777" y="94"/>
                  </a:lnTo>
                  <a:lnTo>
                    <a:pt x="769" y="78"/>
                  </a:lnTo>
                  <a:lnTo>
                    <a:pt x="759" y="61"/>
                  </a:lnTo>
                  <a:lnTo>
                    <a:pt x="745" y="44"/>
                  </a:lnTo>
                  <a:lnTo>
                    <a:pt x="726" y="28"/>
                  </a:lnTo>
                  <a:lnTo>
                    <a:pt x="702" y="13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609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0" name="Freeform 40"/>
            <p:cNvSpPr>
              <a:spLocks/>
            </p:cNvSpPr>
            <p:nvPr/>
          </p:nvSpPr>
          <p:spPr bwMode="auto">
            <a:xfrm>
              <a:off x="4314" y="2195"/>
              <a:ext cx="482" cy="164"/>
            </a:xfrm>
            <a:custGeom>
              <a:avLst/>
              <a:gdLst>
                <a:gd name="T0" fmla="*/ 447 w 482"/>
                <a:gd name="T1" fmla="*/ 149 h 164"/>
                <a:gd name="T2" fmla="*/ 370 w 482"/>
                <a:gd name="T3" fmla="*/ 159 h 164"/>
                <a:gd name="T4" fmla="*/ 274 w 482"/>
                <a:gd name="T5" fmla="*/ 164 h 164"/>
                <a:gd name="T6" fmla="*/ 168 w 482"/>
                <a:gd name="T7" fmla="*/ 161 h 164"/>
                <a:gd name="T8" fmla="*/ 66 w 482"/>
                <a:gd name="T9" fmla="*/ 145 h 164"/>
                <a:gd name="T10" fmla="*/ 7 w 482"/>
                <a:gd name="T11" fmla="*/ 104 h 164"/>
                <a:gd name="T12" fmla="*/ 0 w 482"/>
                <a:gd name="T13" fmla="*/ 0 h 164"/>
                <a:gd name="T14" fmla="*/ 48 w 482"/>
                <a:gd name="T15" fmla="*/ 10 h 164"/>
                <a:gd name="T16" fmla="*/ 115 w 482"/>
                <a:gd name="T17" fmla="*/ 23 h 164"/>
                <a:gd name="T18" fmla="*/ 203 w 482"/>
                <a:gd name="T19" fmla="*/ 32 h 164"/>
                <a:gd name="T20" fmla="*/ 307 w 482"/>
                <a:gd name="T21" fmla="*/ 32 h 164"/>
                <a:gd name="T22" fmla="*/ 427 w 482"/>
                <a:gd name="T23" fmla="*/ 16 h 164"/>
                <a:gd name="T24" fmla="*/ 445 w 482"/>
                <a:gd name="T25" fmla="*/ 16 h 164"/>
                <a:gd name="T26" fmla="*/ 388 w 482"/>
                <a:gd name="T27" fmla="*/ 29 h 164"/>
                <a:gd name="T28" fmla="*/ 312 w 482"/>
                <a:gd name="T29" fmla="*/ 39 h 164"/>
                <a:gd name="T30" fmla="*/ 221 w 482"/>
                <a:gd name="T31" fmla="*/ 48 h 164"/>
                <a:gd name="T32" fmla="*/ 123 w 482"/>
                <a:gd name="T33" fmla="*/ 49 h 164"/>
                <a:gd name="T34" fmla="*/ 74 w 482"/>
                <a:gd name="T35" fmla="*/ 51 h 164"/>
                <a:gd name="T36" fmla="*/ 143 w 482"/>
                <a:gd name="T37" fmla="*/ 61 h 164"/>
                <a:gd name="T38" fmla="*/ 225 w 482"/>
                <a:gd name="T39" fmla="*/ 67 h 164"/>
                <a:gd name="T40" fmla="*/ 313 w 482"/>
                <a:gd name="T41" fmla="*/ 66 h 164"/>
                <a:gd name="T42" fmla="*/ 398 w 482"/>
                <a:gd name="T43" fmla="*/ 58 h 164"/>
                <a:gd name="T44" fmla="*/ 474 w 482"/>
                <a:gd name="T45" fmla="*/ 45 h 164"/>
                <a:gd name="T46" fmla="*/ 429 w 482"/>
                <a:gd name="T47" fmla="*/ 61 h 164"/>
                <a:gd name="T48" fmla="*/ 353 w 482"/>
                <a:gd name="T49" fmla="*/ 76 h 164"/>
                <a:gd name="T50" fmla="*/ 262 w 482"/>
                <a:gd name="T51" fmla="*/ 86 h 164"/>
                <a:gd name="T52" fmla="*/ 170 w 482"/>
                <a:gd name="T53" fmla="*/ 89 h 164"/>
                <a:gd name="T54" fmla="*/ 89 w 482"/>
                <a:gd name="T55" fmla="*/ 85 h 164"/>
                <a:gd name="T56" fmla="*/ 108 w 482"/>
                <a:gd name="T57" fmla="*/ 92 h 164"/>
                <a:gd name="T58" fmla="*/ 175 w 482"/>
                <a:gd name="T59" fmla="*/ 104 h 164"/>
                <a:gd name="T60" fmla="*/ 253 w 482"/>
                <a:gd name="T61" fmla="*/ 108 h 164"/>
                <a:gd name="T62" fmla="*/ 334 w 482"/>
                <a:gd name="T63" fmla="*/ 108 h 164"/>
                <a:gd name="T64" fmla="*/ 417 w 482"/>
                <a:gd name="T65" fmla="*/ 101 h 164"/>
                <a:gd name="T66" fmla="*/ 458 w 482"/>
                <a:gd name="T67" fmla="*/ 96 h 164"/>
                <a:gd name="T68" fmla="*/ 410 w 482"/>
                <a:gd name="T69" fmla="*/ 110 h 164"/>
                <a:gd name="T70" fmla="*/ 345 w 482"/>
                <a:gd name="T71" fmla="*/ 121 h 164"/>
                <a:gd name="T72" fmla="*/ 271 w 482"/>
                <a:gd name="T73" fmla="*/ 130 h 164"/>
                <a:gd name="T74" fmla="*/ 183 w 482"/>
                <a:gd name="T75" fmla="*/ 130 h 164"/>
                <a:gd name="T76" fmla="*/ 86 w 482"/>
                <a:gd name="T77" fmla="*/ 118 h 164"/>
                <a:gd name="T78" fmla="*/ 126 w 482"/>
                <a:gd name="T79" fmla="*/ 127 h 164"/>
                <a:gd name="T80" fmla="*/ 187 w 482"/>
                <a:gd name="T81" fmla="*/ 137 h 164"/>
                <a:gd name="T82" fmla="*/ 265 w 482"/>
                <a:gd name="T83" fmla="*/ 146 h 164"/>
                <a:gd name="T84" fmla="*/ 354 w 482"/>
                <a:gd name="T85" fmla="*/ 148 h 164"/>
                <a:gd name="T86" fmla="*/ 449 w 482"/>
                <a:gd name="T87" fmla="*/ 143 h 1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82" h="164">
                  <a:moveTo>
                    <a:pt x="482" y="139"/>
                  </a:moveTo>
                  <a:lnTo>
                    <a:pt x="467" y="145"/>
                  </a:lnTo>
                  <a:lnTo>
                    <a:pt x="447" y="149"/>
                  </a:lnTo>
                  <a:lnTo>
                    <a:pt x="425" y="154"/>
                  </a:lnTo>
                  <a:lnTo>
                    <a:pt x="398" y="157"/>
                  </a:lnTo>
                  <a:lnTo>
                    <a:pt x="370" y="159"/>
                  </a:lnTo>
                  <a:lnTo>
                    <a:pt x="340" y="162"/>
                  </a:lnTo>
                  <a:lnTo>
                    <a:pt x="307" y="164"/>
                  </a:lnTo>
                  <a:lnTo>
                    <a:pt x="274" y="164"/>
                  </a:lnTo>
                  <a:lnTo>
                    <a:pt x="238" y="164"/>
                  </a:lnTo>
                  <a:lnTo>
                    <a:pt x="203" y="162"/>
                  </a:lnTo>
                  <a:lnTo>
                    <a:pt x="168" y="161"/>
                  </a:lnTo>
                  <a:lnTo>
                    <a:pt x="133" y="157"/>
                  </a:lnTo>
                  <a:lnTo>
                    <a:pt x="99" y="152"/>
                  </a:lnTo>
                  <a:lnTo>
                    <a:pt x="66" y="145"/>
                  </a:lnTo>
                  <a:lnTo>
                    <a:pt x="33" y="137"/>
                  </a:lnTo>
                  <a:lnTo>
                    <a:pt x="4" y="129"/>
                  </a:lnTo>
                  <a:lnTo>
                    <a:pt x="7" y="104"/>
                  </a:lnTo>
                  <a:lnTo>
                    <a:pt x="7" y="73"/>
                  </a:lnTo>
                  <a:lnTo>
                    <a:pt x="4" y="38"/>
                  </a:lnTo>
                  <a:lnTo>
                    <a:pt x="0" y="0"/>
                  </a:lnTo>
                  <a:lnTo>
                    <a:pt x="13" y="2"/>
                  </a:lnTo>
                  <a:lnTo>
                    <a:pt x="29" y="7"/>
                  </a:lnTo>
                  <a:lnTo>
                    <a:pt x="48" y="10"/>
                  </a:lnTo>
                  <a:lnTo>
                    <a:pt x="69" y="14"/>
                  </a:lnTo>
                  <a:lnTo>
                    <a:pt x="91" y="19"/>
                  </a:lnTo>
                  <a:lnTo>
                    <a:pt x="115" y="23"/>
                  </a:lnTo>
                  <a:lnTo>
                    <a:pt x="143" y="26"/>
                  </a:lnTo>
                  <a:lnTo>
                    <a:pt x="173" y="29"/>
                  </a:lnTo>
                  <a:lnTo>
                    <a:pt x="203" y="32"/>
                  </a:lnTo>
                  <a:lnTo>
                    <a:pt x="236" y="33"/>
                  </a:lnTo>
                  <a:lnTo>
                    <a:pt x="271" y="33"/>
                  </a:lnTo>
                  <a:lnTo>
                    <a:pt x="307" y="32"/>
                  </a:lnTo>
                  <a:lnTo>
                    <a:pt x="345" y="29"/>
                  </a:lnTo>
                  <a:lnTo>
                    <a:pt x="385" y="23"/>
                  </a:lnTo>
                  <a:lnTo>
                    <a:pt x="427" y="16"/>
                  </a:lnTo>
                  <a:lnTo>
                    <a:pt x="470" y="7"/>
                  </a:lnTo>
                  <a:lnTo>
                    <a:pt x="460" y="11"/>
                  </a:lnTo>
                  <a:lnTo>
                    <a:pt x="445" y="16"/>
                  </a:lnTo>
                  <a:lnTo>
                    <a:pt x="429" y="20"/>
                  </a:lnTo>
                  <a:lnTo>
                    <a:pt x="410" y="25"/>
                  </a:lnTo>
                  <a:lnTo>
                    <a:pt x="388" y="29"/>
                  </a:lnTo>
                  <a:lnTo>
                    <a:pt x="364" y="33"/>
                  </a:lnTo>
                  <a:lnTo>
                    <a:pt x="338" y="36"/>
                  </a:lnTo>
                  <a:lnTo>
                    <a:pt x="312" y="39"/>
                  </a:lnTo>
                  <a:lnTo>
                    <a:pt x="282" y="44"/>
                  </a:lnTo>
                  <a:lnTo>
                    <a:pt x="252" y="45"/>
                  </a:lnTo>
                  <a:lnTo>
                    <a:pt x="221" y="48"/>
                  </a:lnTo>
                  <a:lnTo>
                    <a:pt x="189" y="49"/>
                  </a:lnTo>
                  <a:lnTo>
                    <a:pt x="156" y="49"/>
                  </a:lnTo>
                  <a:lnTo>
                    <a:pt x="123" y="49"/>
                  </a:lnTo>
                  <a:lnTo>
                    <a:pt x="91" y="48"/>
                  </a:lnTo>
                  <a:lnTo>
                    <a:pt x="57" y="47"/>
                  </a:lnTo>
                  <a:lnTo>
                    <a:pt x="74" y="51"/>
                  </a:lnTo>
                  <a:lnTo>
                    <a:pt x="95" y="55"/>
                  </a:lnTo>
                  <a:lnTo>
                    <a:pt x="118" y="58"/>
                  </a:lnTo>
                  <a:lnTo>
                    <a:pt x="143" y="61"/>
                  </a:lnTo>
                  <a:lnTo>
                    <a:pt x="170" y="64"/>
                  </a:lnTo>
                  <a:lnTo>
                    <a:pt x="196" y="66"/>
                  </a:lnTo>
                  <a:lnTo>
                    <a:pt x="225" y="67"/>
                  </a:lnTo>
                  <a:lnTo>
                    <a:pt x="255" y="67"/>
                  </a:lnTo>
                  <a:lnTo>
                    <a:pt x="284" y="67"/>
                  </a:lnTo>
                  <a:lnTo>
                    <a:pt x="313" y="66"/>
                  </a:lnTo>
                  <a:lnTo>
                    <a:pt x="343" y="64"/>
                  </a:lnTo>
                  <a:lnTo>
                    <a:pt x="370" y="61"/>
                  </a:lnTo>
                  <a:lnTo>
                    <a:pt x="398" y="58"/>
                  </a:lnTo>
                  <a:lnTo>
                    <a:pt x="426" y="55"/>
                  </a:lnTo>
                  <a:lnTo>
                    <a:pt x="451" y="51"/>
                  </a:lnTo>
                  <a:lnTo>
                    <a:pt x="474" y="45"/>
                  </a:lnTo>
                  <a:lnTo>
                    <a:pt x="464" y="51"/>
                  </a:lnTo>
                  <a:lnTo>
                    <a:pt x="448" y="55"/>
                  </a:lnTo>
                  <a:lnTo>
                    <a:pt x="429" y="61"/>
                  </a:lnTo>
                  <a:lnTo>
                    <a:pt x="407" y="66"/>
                  </a:lnTo>
                  <a:lnTo>
                    <a:pt x="381" y="71"/>
                  </a:lnTo>
                  <a:lnTo>
                    <a:pt x="353" y="76"/>
                  </a:lnTo>
                  <a:lnTo>
                    <a:pt x="323" y="79"/>
                  </a:lnTo>
                  <a:lnTo>
                    <a:pt x="294" y="83"/>
                  </a:lnTo>
                  <a:lnTo>
                    <a:pt x="262" y="86"/>
                  </a:lnTo>
                  <a:lnTo>
                    <a:pt x="231" y="88"/>
                  </a:lnTo>
                  <a:lnTo>
                    <a:pt x="199" y="89"/>
                  </a:lnTo>
                  <a:lnTo>
                    <a:pt x="170" y="89"/>
                  </a:lnTo>
                  <a:lnTo>
                    <a:pt x="140" y="89"/>
                  </a:lnTo>
                  <a:lnTo>
                    <a:pt x="114" y="88"/>
                  </a:lnTo>
                  <a:lnTo>
                    <a:pt x="89" y="85"/>
                  </a:lnTo>
                  <a:lnTo>
                    <a:pt x="69" y="82"/>
                  </a:lnTo>
                  <a:lnTo>
                    <a:pt x="88" y="88"/>
                  </a:lnTo>
                  <a:lnTo>
                    <a:pt x="108" y="92"/>
                  </a:lnTo>
                  <a:lnTo>
                    <a:pt x="129" y="96"/>
                  </a:lnTo>
                  <a:lnTo>
                    <a:pt x="152" y="99"/>
                  </a:lnTo>
                  <a:lnTo>
                    <a:pt x="175" y="104"/>
                  </a:lnTo>
                  <a:lnTo>
                    <a:pt x="200" y="105"/>
                  </a:lnTo>
                  <a:lnTo>
                    <a:pt x="227" y="108"/>
                  </a:lnTo>
                  <a:lnTo>
                    <a:pt x="253" y="108"/>
                  </a:lnTo>
                  <a:lnTo>
                    <a:pt x="280" y="110"/>
                  </a:lnTo>
                  <a:lnTo>
                    <a:pt x="306" y="110"/>
                  </a:lnTo>
                  <a:lnTo>
                    <a:pt x="334" y="108"/>
                  </a:lnTo>
                  <a:lnTo>
                    <a:pt x="362" y="107"/>
                  </a:lnTo>
                  <a:lnTo>
                    <a:pt x="389" y="104"/>
                  </a:lnTo>
                  <a:lnTo>
                    <a:pt x="417" y="101"/>
                  </a:lnTo>
                  <a:lnTo>
                    <a:pt x="444" y="96"/>
                  </a:lnTo>
                  <a:lnTo>
                    <a:pt x="471" y="92"/>
                  </a:lnTo>
                  <a:lnTo>
                    <a:pt x="458" y="96"/>
                  </a:lnTo>
                  <a:lnTo>
                    <a:pt x="444" y="99"/>
                  </a:lnTo>
                  <a:lnTo>
                    <a:pt x="427" y="105"/>
                  </a:lnTo>
                  <a:lnTo>
                    <a:pt x="410" y="110"/>
                  </a:lnTo>
                  <a:lnTo>
                    <a:pt x="389" y="114"/>
                  </a:lnTo>
                  <a:lnTo>
                    <a:pt x="369" y="118"/>
                  </a:lnTo>
                  <a:lnTo>
                    <a:pt x="345" y="121"/>
                  </a:lnTo>
                  <a:lnTo>
                    <a:pt x="322" y="126"/>
                  </a:lnTo>
                  <a:lnTo>
                    <a:pt x="297" y="129"/>
                  </a:lnTo>
                  <a:lnTo>
                    <a:pt x="271" y="130"/>
                  </a:lnTo>
                  <a:lnTo>
                    <a:pt x="243" y="132"/>
                  </a:lnTo>
                  <a:lnTo>
                    <a:pt x="214" y="132"/>
                  </a:lnTo>
                  <a:lnTo>
                    <a:pt x="183" y="130"/>
                  </a:lnTo>
                  <a:lnTo>
                    <a:pt x="152" y="129"/>
                  </a:lnTo>
                  <a:lnTo>
                    <a:pt x="120" y="124"/>
                  </a:lnTo>
                  <a:lnTo>
                    <a:pt x="86" y="118"/>
                  </a:lnTo>
                  <a:lnTo>
                    <a:pt x="96" y="121"/>
                  </a:lnTo>
                  <a:lnTo>
                    <a:pt x="110" y="124"/>
                  </a:lnTo>
                  <a:lnTo>
                    <a:pt x="126" y="127"/>
                  </a:lnTo>
                  <a:lnTo>
                    <a:pt x="143" y="132"/>
                  </a:lnTo>
                  <a:lnTo>
                    <a:pt x="164" y="135"/>
                  </a:lnTo>
                  <a:lnTo>
                    <a:pt x="187" y="137"/>
                  </a:lnTo>
                  <a:lnTo>
                    <a:pt x="212" y="140"/>
                  </a:lnTo>
                  <a:lnTo>
                    <a:pt x="238" y="143"/>
                  </a:lnTo>
                  <a:lnTo>
                    <a:pt x="265" y="146"/>
                  </a:lnTo>
                  <a:lnTo>
                    <a:pt x="294" y="148"/>
                  </a:lnTo>
                  <a:lnTo>
                    <a:pt x="323" y="148"/>
                  </a:lnTo>
                  <a:lnTo>
                    <a:pt x="354" y="148"/>
                  </a:lnTo>
                  <a:lnTo>
                    <a:pt x="386" y="148"/>
                  </a:lnTo>
                  <a:lnTo>
                    <a:pt x="417" y="146"/>
                  </a:lnTo>
                  <a:lnTo>
                    <a:pt x="449" y="143"/>
                  </a:lnTo>
                  <a:lnTo>
                    <a:pt x="482" y="139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1" name="Freeform 41"/>
            <p:cNvSpPr>
              <a:spLocks/>
            </p:cNvSpPr>
            <p:nvPr/>
          </p:nvSpPr>
          <p:spPr bwMode="auto">
            <a:xfrm>
              <a:off x="4331" y="2098"/>
              <a:ext cx="487" cy="101"/>
            </a:xfrm>
            <a:custGeom>
              <a:avLst/>
              <a:gdLst>
                <a:gd name="T0" fmla="*/ 0 w 487"/>
                <a:gd name="T1" fmla="*/ 53 h 101"/>
                <a:gd name="T2" fmla="*/ 5 w 487"/>
                <a:gd name="T3" fmla="*/ 42 h 101"/>
                <a:gd name="T4" fmla="*/ 19 w 487"/>
                <a:gd name="T5" fmla="*/ 32 h 101"/>
                <a:gd name="T6" fmla="*/ 43 w 487"/>
                <a:gd name="T7" fmla="*/ 23 h 101"/>
                <a:gd name="T8" fmla="*/ 74 w 487"/>
                <a:gd name="T9" fmla="*/ 16 h 101"/>
                <a:gd name="T10" fmla="*/ 110 w 487"/>
                <a:gd name="T11" fmla="*/ 10 h 101"/>
                <a:gd name="T12" fmla="*/ 153 w 487"/>
                <a:gd name="T13" fmla="*/ 6 h 101"/>
                <a:gd name="T14" fmla="*/ 197 w 487"/>
                <a:gd name="T15" fmla="*/ 1 h 101"/>
                <a:gd name="T16" fmla="*/ 242 w 487"/>
                <a:gd name="T17" fmla="*/ 0 h 101"/>
                <a:gd name="T18" fmla="*/ 289 w 487"/>
                <a:gd name="T19" fmla="*/ 0 h 101"/>
                <a:gd name="T20" fmla="*/ 333 w 487"/>
                <a:gd name="T21" fmla="*/ 1 h 101"/>
                <a:gd name="T22" fmla="*/ 374 w 487"/>
                <a:gd name="T23" fmla="*/ 4 h 101"/>
                <a:gd name="T24" fmla="*/ 412 w 487"/>
                <a:gd name="T25" fmla="*/ 9 h 101"/>
                <a:gd name="T26" fmla="*/ 443 w 487"/>
                <a:gd name="T27" fmla="*/ 16 h 101"/>
                <a:gd name="T28" fmla="*/ 466 w 487"/>
                <a:gd name="T29" fmla="*/ 25 h 101"/>
                <a:gd name="T30" fmla="*/ 482 w 487"/>
                <a:gd name="T31" fmla="*/ 35 h 101"/>
                <a:gd name="T32" fmla="*/ 487 w 487"/>
                <a:gd name="T33" fmla="*/ 48 h 101"/>
                <a:gd name="T34" fmla="*/ 481 w 487"/>
                <a:gd name="T35" fmla="*/ 61 h 101"/>
                <a:gd name="T36" fmla="*/ 465 w 487"/>
                <a:gd name="T37" fmla="*/ 72 h 101"/>
                <a:gd name="T38" fmla="*/ 441 w 487"/>
                <a:gd name="T39" fmla="*/ 82 h 101"/>
                <a:gd name="T40" fmla="*/ 410 w 487"/>
                <a:gd name="T41" fmla="*/ 89 h 101"/>
                <a:gd name="T42" fmla="*/ 374 w 487"/>
                <a:gd name="T43" fmla="*/ 95 h 101"/>
                <a:gd name="T44" fmla="*/ 334 w 487"/>
                <a:gd name="T45" fmla="*/ 98 h 101"/>
                <a:gd name="T46" fmla="*/ 290 w 487"/>
                <a:gd name="T47" fmla="*/ 101 h 101"/>
                <a:gd name="T48" fmla="*/ 246 w 487"/>
                <a:gd name="T49" fmla="*/ 101 h 101"/>
                <a:gd name="T50" fmla="*/ 201 w 487"/>
                <a:gd name="T51" fmla="*/ 101 h 101"/>
                <a:gd name="T52" fmla="*/ 157 w 487"/>
                <a:gd name="T53" fmla="*/ 98 h 101"/>
                <a:gd name="T54" fmla="*/ 116 w 487"/>
                <a:gd name="T55" fmla="*/ 94 h 101"/>
                <a:gd name="T56" fmla="*/ 79 w 487"/>
                <a:gd name="T57" fmla="*/ 88 h 101"/>
                <a:gd name="T58" fmla="*/ 49 w 487"/>
                <a:gd name="T59" fmla="*/ 82 h 101"/>
                <a:gd name="T60" fmla="*/ 24 w 487"/>
                <a:gd name="T61" fmla="*/ 73 h 101"/>
                <a:gd name="T62" fmla="*/ 8 w 487"/>
                <a:gd name="T63" fmla="*/ 63 h 101"/>
                <a:gd name="T64" fmla="*/ 0 w 487"/>
                <a:gd name="T65" fmla="*/ 53 h 10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87" h="101">
                  <a:moveTo>
                    <a:pt x="0" y="53"/>
                  </a:moveTo>
                  <a:lnTo>
                    <a:pt x="5" y="42"/>
                  </a:lnTo>
                  <a:lnTo>
                    <a:pt x="19" y="32"/>
                  </a:lnTo>
                  <a:lnTo>
                    <a:pt x="43" y="23"/>
                  </a:lnTo>
                  <a:lnTo>
                    <a:pt x="74" y="16"/>
                  </a:lnTo>
                  <a:lnTo>
                    <a:pt x="110" y="10"/>
                  </a:lnTo>
                  <a:lnTo>
                    <a:pt x="153" y="6"/>
                  </a:lnTo>
                  <a:lnTo>
                    <a:pt x="197" y="1"/>
                  </a:lnTo>
                  <a:lnTo>
                    <a:pt x="242" y="0"/>
                  </a:lnTo>
                  <a:lnTo>
                    <a:pt x="289" y="0"/>
                  </a:lnTo>
                  <a:lnTo>
                    <a:pt x="333" y="1"/>
                  </a:lnTo>
                  <a:lnTo>
                    <a:pt x="374" y="4"/>
                  </a:lnTo>
                  <a:lnTo>
                    <a:pt x="412" y="9"/>
                  </a:lnTo>
                  <a:lnTo>
                    <a:pt x="443" y="16"/>
                  </a:lnTo>
                  <a:lnTo>
                    <a:pt x="466" y="25"/>
                  </a:lnTo>
                  <a:lnTo>
                    <a:pt x="482" y="35"/>
                  </a:lnTo>
                  <a:lnTo>
                    <a:pt x="487" y="48"/>
                  </a:lnTo>
                  <a:lnTo>
                    <a:pt x="481" y="61"/>
                  </a:lnTo>
                  <a:lnTo>
                    <a:pt x="465" y="72"/>
                  </a:lnTo>
                  <a:lnTo>
                    <a:pt x="441" y="82"/>
                  </a:lnTo>
                  <a:lnTo>
                    <a:pt x="410" y="89"/>
                  </a:lnTo>
                  <a:lnTo>
                    <a:pt x="374" y="95"/>
                  </a:lnTo>
                  <a:lnTo>
                    <a:pt x="334" y="98"/>
                  </a:lnTo>
                  <a:lnTo>
                    <a:pt x="290" y="101"/>
                  </a:lnTo>
                  <a:lnTo>
                    <a:pt x="246" y="101"/>
                  </a:lnTo>
                  <a:lnTo>
                    <a:pt x="201" y="101"/>
                  </a:lnTo>
                  <a:lnTo>
                    <a:pt x="157" y="98"/>
                  </a:lnTo>
                  <a:lnTo>
                    <a:pt x="116" y="94"/>
                  </a:lnTo>
                  <a:lnTo>
                    <a:pt x="79" y="88"/>
                  </a:lnTo>
                  <a:lnTo>
                    <a:pt x="49" y="82"/>
                  </a:lnTo>
                  <a:lnTo>
                    <a:pt x="24" y="73"/>
                  </a:lnTo>
                  <a:lnTo>
                    <a:pt x="8" y="6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2" name="Freeform 42"/>
            <p:cNvSpPr>
              <a:spLocks/>
            </p:cNvSpPr>
            <p:nvPr/>
          </p:nvSpPr>
          <p:spPr bwMode="auto">
            <a:xfrm>
              <a:off x="4211" y="2362"/>
              <a:ext cx="693" cy="1071"/>
            </a:xfrm>
            <a:custGeom>
              <a:avLst/>
              <a:gdLst>
                <a:gd name="T0" fmla="*/ 35 w 693"/>
                <a:gd name="T1" fmla="*/ 994 h 1071"/>
                <a:gd name="T2" fmla="*/ 302 w 693"/>
                <a:gd name="T3" fmla="*/ 1069 h 1071"/>
                <a:gd name="T4" fmla="*/ 567 w 693"/>
                <a:gd name="T5" fmla="*/ 1031 h 1071"/>
                <a:gd name="T6" fmla="*/ 377 w 693"/>
                <a:gd name="T7" fmla="*/ 1015 h 1071"/>
                <a:gd name="T8" fmla="*/ 513 w 693"/>
                <a:gd name="T9" fmla="*/ 1003 h 1071"/>
                <a:gd name="T10" fmla="*/ 626 w 693"/>
                <a:gd name="T11" fmla="*/ 965 h 1071"/>
                <a:gd name="T12" fmla="*/ 579 w 693"/>
                <a:gd name="T13" fmla="*/ 971 h 1071"/>
                <a:gd name="T14" fmla="*/ 451 w 693"/>
                <a:gd name="T15" fmla="*/ 962 h 1071"/>
                <a:gd name="T16" fmla="*/ 453 w 693"/>
                <a:gd name="T17" fmla="*/ 943 h 1071"/>
                <a:gd name="T18" fmla="*/ 610 w 693"/>
                <a:gd name="T19" fmla="*/ 909 h 1071"/>
                <a:gd name="T20" fmla="*/ 692 w 693"/>
                <a:gd name="T21" fmla="*/ 854 h 1071"/>
                <a:gd name="T22" fmla="*/ 561 w 693"/>
                <a:gd name="T23" fmla="*/ 893 h 1071"/>
                <a:gd name="T24" fmla="*/ 446 w 693"/>
                <a:gd name="T25" fmla="*/ 889 h 1071"/>
                <a:gd name="T26" fmla="*/ 528 w 693"/>
                <a:gd name="T27" fmla="*/ 877 h 1071"/>
                <a:gd name="T28" fmla="*/ 645 w 693"/>
                <a:gd name="T29" fmla="*/ 832 h 1071"/>
                <a:gd name="T30" fmla="*/ 596 w 693"/>
                <a:gd name="T31" fmla="*/ 820 h 1071"/>
                <a:gd name="T32" fmla="*/ 533 w 693"/>
                <a:gd name="T33" fmla="*/ 795 h 1071"/>
                <a:gd name="T34" fmla="*/ 664 w 693"/>
                <a:gd name="T35" fmla="*/ 747 h 1071"/>
                <a:gd name="T36" fmla="*/ 470 w 693"/>
                <a:gd name="T37" fmla="*/ 748 h 1071"/>
                <a:gd name="T38" fmla="*/ 675 w 693"/>
                <a:gd name="T39" fmla="*/ 695 h 1071"/>
                <a:gd name="T40" fmla="*/ 539 w 693"/>
                <a:gd name="T41" fmla="*/ 695 h 1071"/>
                <a:gd name="T42" fmla="*/ 637 w 693"/>
                <a:gd name="T43" fmla="*/ 656 h 1071"/>
                <a:gd name="T44" fmla="*/ 573 w 693"/>
                <a:gd name="T45" fmla="*/ 638 h 1071"/>
                <a:gd name="T46" fmla="*/ 595 w 693"/>
                <a:gd name="T47" fmla="*/ 609 h 1071"/>
                <a:gd name="T48" fmla="*/ 633 w 693"/>
                <a:gd name="T49" fmla="*/ 568 h 1071"/>
                <a:gd name="T50" fmla="*/ 519 w 693"/>
                <a:gd name="T51" fmla="*/ 562 h 1071"/>
                <a:gd name="T52" fmla="*/ 686 w 693"/>
                <a:gd name="T53" fmla="*/ 503 h 1071"/>
                <a:gd name="T54" fmla="*/ 508 w 693"/>
                <a:gd name="T55" fmla="*/ 509 h 1071"/>
                <a:gd name="T56" fmla="*/ 659 w 693"/>
                <a:gd name="T57" fmla="*/ 468 h 1071"/>
                <a:gd name="T58" fmla="*/ 554 w 693"/>
                <a:gd name="T59" fmla="*/ 462 h 1071"/>
                <a:gd name="T60" fmla="*/ 596 w 693"/>
                <a:gd name="T61" fmla="*/ 433 h 1071"/>
                <a:gd name="T62" fmla="*/ 608 w 693"/>
                <a:gd name="T63" fmla="*/ 402 h 1071"/>
                <a:gd name="T64" fmla="*/ 539 w 693"/>
                <a:gd name="T65" fmla="*/ 389 h 1071"/>
                <a:gd name="T66" fmla="*/ 646 w 693"/>
                <a:gd name="T67" fmla="*/ 346 h 1071"/>
                <a:gd name="T68" fmla="*/ 473 w 693"/>
                <a:gd name="T69" fmla="*/ 331 h 1071"/>
                <a:gd name="T70" fmla="*/ 658 w 693"/>
                <a:gd name="T71" fmla="*/ 302 h 1071"/>
                <a:gd name="T72" fmla="*/ 595 w 693"/>
                <a:gd name="T73" fmla="*/ 299 h 1071"/>
                <a:gd name="T74" fmla="*/ 482 w 693"/>
                <a:gd name="T75" fmla="*/ 290 h 1071"/>
                <a:gd name="T76" fmla="*/ 513 w 693"/>
                <a:gd name="T77" fmla="*/ 279 h 1071"/>
                <a:gd name="T78" fmla="*/ 637 w 693"/>
                <a:gd name="T79" fmla="*/ 251 h 1071"/>
                <a:gd name="T80" fmla="*/ 673 w 693"/>
                <a:gd name="T81" fmla="*/ 230 h 1071"/>
                <a:gd name="T82" fmla="*/ 563 w 693"/>
                <a:gd name="T83" fmla="*/ 245 h 1071"/>
                <a:gd name="T84" fmla="*/ 448 w 693"/>
                <a:gd name="T85" fmla="*/ 242 h 1071"/>
                <a:gd name="T86" fmla="*/ 478 w 693"/>
                <a:gd name="T87" fmla="*/ 233 h 1071"/>
                <a:gd name="T88" fmla="*/ 617 w 693"/>
                <a:gd name="T89" fmla="*/ 210 h 1071"/>
                <a:gd name="T90" fmla="*/ 680 w 693"/>
                <a:gd name="T91" fmla="*/ 183 h 1071"/>
                <a:gd name="T92" fmla="*/ 533 w 693"/>
                <a:gd name="T93" fmla="*/ 195 h 1071"/>
                <a:gd name="T94" fmla="*/ 388 w 693"/>
                <a:gd name="T95" fmla="*/ 185 h 1071"/>
                <a:gd name="T96" fmla="*/ 498 w 693"/>
                <a:gd name="T97" fmla="*/ 180 h 1071"/>
                <a:gd name="T98" fmla="*/ 662 w 693"/>
                <a:gd name="T99" fmla="*/ 160 h 1071"/>
                <a:gd name="T100" fmla="*/ 602 w 693"/>
                <a:gd name="T101" fmla="*/ 152 h 1071"/>
                <a:gd name="T102" fmla="*/ 333 w 693"/>
                <a:gd name="T103" fmla="*/ 148 h 1071"/>
                <a:gd name="T104" fmla="*/ 311 w 693"/>
                <a:gd name="T105" fmla="*/ 126 h 1071"/>
                <a:gd name="T106" fmla="*/ 582 w 693"/>
                <a:gd name="T107" fmla="*/ 110 h 1071"/>
                <a:gd name="T108" fmla="*/ 684 w 693"/>
                <a:gd name="T109" fmla="*/ 69 h 1071"/>
                <a:gd name="T110" fmla="*/ 591 w 693"/>
                <a:gd name="T111" fmla="*/ 1 h 1071"/>
                <a:gd name="T112" fmla="*/ 457 w 693"/>
                <a:gd name="T113" fmla="*/ 20 h 1071"/>
                <a:gd name="T114" fmla="*/ 237 w 693"/>
                <a:gd name="T115" fmla="*/ 19 h 1071"/>
                <a:gd name="T116" fmla="*/ 53 w 693"/>
                <a:gd name="T117" fmla="*/ 31 h 1071"/>
                <a:gd name="T118" fmla="*/ 6 w 693"/>
                <a:gd name="T119" fmla="*/ 177 h 107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93" h="1071">
                  <a:moveTo>
                    <a:pt x="5" y="226"/>
                  </a:moveTo>
                  <a:lnTo>
                    <a:pt x="2" y="425"/>
                  </a:lnTo>
                  <a:lnTo>
                    <a:pt x="0" y="645"/>
                  </a:lnTo>
                  <a:lnTo>
                    <a:pt x="0" y="836"/>
                  </a:lnTo>
                  <a:lnTo>
                    <a:pt x="2" y="946"/>
                  </a:lnTo>
                  <a:lnTo>
                    <a:pt x="15" y="972"/>
                  </a:lnTo>
                  <a:lnTo>
                    <a:pt x="35" y="994"/>
                  </a:lnTo>
                  <a:lnTo>
                    <a:pt x="62" y="1014"/>
                  </a:lnTo>
                  <a:lnTo>
                    <a:pt x="94" y="1031"/>
                  </a:lnTo>
                  <a:lnTo>
                    <a:pt x="129" y="1044"/>
                  </a:lnTo>
                  <a:lnTo>
                    <a:pt x="170" y="1055"/>
                  </a:lnTo>
                  <a:lnTo>
                    <a:pt x="213" y="1062"/>
                  </a:lnTo>
                  <a:lnTo>
                    <a:pt x="257" y="1068"/>
                  </a:lnTo>
                  <a:lnTo>
                    <a:pt x="302" y="1069"/>
                  </a:lnTo>
                  <a:lnTo>
                    <a:pt x="346" y="1071"/>
                  </a:lnTo>
                  <a:lnTo>
                    <a:pt x="391" y="1069"/>
                  </a:lnTo>
                  <a:lnTo>
                    <a:pt x="434" y="1065"/>
                  </a:lnTo>
                  <a:lnTo>
                    <a:pt x="473" y="1059"/>
                  </a:lnTo>
                  <a:lnTo>
                    <a:pt x="508" y="1052"/>
                  </a:lnTo>
                  <a:lnTo>
                    <a:pt x="541" y="1041"/>
                  </a:lnTo>
                  <a:lnTo>
                    <a:pt x="567" y="1031"/>
                  </a:lnTo>
                  <a:lnTo>
                    <a:pt x="536" y="1033"/>
                  </a:lnTo>
                  <a:lnTo>
                    <a:pt x="506" y="1034"/>
                  </a:lnTo>
                  <a:lnTo>
                    <a:pt x="476" y="1033"/>
                  </a:lnTo>
                  <a:lnTo>
                    <a:pt x="447" y="1031"/>
                  </a:lnTo>
                  <a:lnTo>
                    <a:pt x="419" y="1027"/>
                  </a:lnTo>
                  <a:lnTo>
                    <a:pt x="396" y="1022"/>
                  </a:lnTo>
                  <a:lnTo>
                    <a:pt x="377" y="1015"/>
                  </a:lnTo>
                  <a:lnTo>
                    <a:pt x="362" y="1006"/>
                  </a:lnTo>
                  <a:lnTo>
                    <a:pt x="390" y="1009"/>
                  </a:lnTo>
                  <a:lnTo>
                    <a:pt x="418" y="1011"/>
                  </a:lnTo>
                  <a:lnTo>
                    <a:pt x="444" y="1009"/>
                  </a:lnTo>
                  <a:lnTo>
                    <a:pt x="467" y="1009"/>
                  </a:lnTo>
                  <a:lnTo>
                    <a:pt x="491" y="1006"/>
                  </a:lnTo>
                  <a:lnTo>
                    <a:pt x="513" y="1003"/>
                  </a:lnTo>
                  <a:lnTo>
                    <a:pt x="533" y="999"/>
                  </a:lnTo>
                  <a:lnTo>
                    <a:pt x="552" y="994"/>
                  </a:lnTo>
                  <a:lnTo>
                    <a:pt x="570" y="989"/>
                  </a:lnTo>
                  <a:lnTo>
                    <a:pt x="586" y="983"/>
                  </a:lnTo>
                  <a:lnTo>
                    <a:pt x="601" y="977"/>
                  </a:lnTo>
                  <a:lnTo>
                    <a:pt x="614" y="971"/>
                  </a:lnTo>
                  <a:lnTo>
                    <a:pt x="626" y="965"/>
                  </a:lnTo>
                  <a:lnTo>
                    <a:pt x="637" y="958"/>
                  </a:lnTo>
                  <a:lnTo>
                    <a:pt x="646" y="952"/>
                  </a:lnTo>
                  <a:lnTo>
                    <a:pt x="654" y="946"/>
                  </a:lnTo>
                  <a:lnTo>
                    <a:pt x="636" y="955"/>
                  </a:lnTo>
                  <a:lnTo>
                    <a:pt x="617" y="962"/>
                  </a:lnTo>
                  <a:lnTo>
                    <a:pt x="598" y="967"/>
                  </a:lnTo>
                  <a:lnTo>
                    <a:pt x="579" y="971"/>
                  </a:lnTo>
                  <a:lnTo>
                    <a:pt x="560" y="972"/>
                  </a:lnTo>
                  <a:lnTo>
                    <a:pt x="541" y="974"/>
                  </a:lnTo>
                  <a:lnTo>
                    <a:pt x="522" y="972"/>
                  </a:lnTo>
                  <a:lnTo>
                    <a:pt x="503" y="971"/>
                  </a:lnTo>
                  <a:lnTo>
                    <a:pt x="485" y="969"/>
                  </a:lnTo>
                  <a:lnTo>
                    <a:pt x="467" y="967"/>
                  </a:lnTo>
                  <a:lnTo>
                    <a:pt x="451" y="962"/>
                  </a:lnTo>
                  <a:lnTo>
                    <a:pt x="437" y="958"/>
                  </a:lnTo>
                  <a:lnTo>
                    <a:pt x="422" y="955"/>
                  </a:lnTo>
                  <a:lnTo>
                    <a:pt x="409" y="950"/>
                  </a:lnTo>
                  <a:lnTo>
                    <a:pt x="399" y="946"/>
                  </a:lnTo>
                  <a:lnTo>
                    <a:pt x="390" y="942"/>
                  </a:lnTo>
                  <a:lnTo>
                    <a:pt x="422" y="943"/>
                  </a:lnTo>
                  <a:lnTo>
                    <a:pt x="453" y="943"/>
                  </a:lnTo>
                  <a:lnTo>
                    <a:pt x="481" y="942"/>
                  </a:lnTo>
                  <a:lnTo>
                    <a:pt x="507" y="939"/>
                  </a:lnTo>
                  <a:lnTo>
                    <a:pt x="530" y="934"/>
                  </a:lnTo>
                  <a:lnTo>
                    <a:pt x="554" y="930"/>
                  </a:lnTo>
                  <a:lnTo>
                    <a:pt x="574" y="923"/>
                  </a:lnTo>
                  <a:lnTo>
                    <a:pt x="592" y="917"/>
                  </a:lnTo>
                  <a:lnTo>
                    <a:pt x="610" y="909"/>
                  </a:lnTo>
                  <a:lnTo>
                    <a:pt x="626" y="901"/>
                  </a:lnTo>
                  <a:lnTo>
                    <a:pt x="639" y="893"/>
                  </a:lnTo>
                  <a:lnTo>
                    <a:pt x="652" y="884"/>
                  </a:lnTo>
                  <a:lnTo>
                    <a:pt x="664" y="877"/>
                  </a:lnTo>
                  <a:lnTo>
                    <a:pt x="674" y="868"/>
                  </a:lnTo>
                  <a:lnTo>
                    <a:pt x="683" y="861"/>
                  </a:lnTo>
                  <a:lnTo>
                    <a:pt x="692" y="854"/>
                  </a:lnTo>
                  <a:lnTo>
                    <a:pt x="674" y="862"/>
                  </a:lnTo>
                  <a:lnTo>
                    <a:pt x="656" y="870"/>
                  </a:lnTo>
                  <a:lnTo>
                    <a:pt x="639" y="877"/>
                  </a:lnTo>
                  <a:lnTo>
                    <a:pt x="620" y="883"/>
                  </a:lnTo>
                  <a:lnTo>
                    <a:pt x="599" y="887"/>
                  </a:lnTo>
                  <a:lnTo>
                    <a:pt x="580" y="890"/>
                  </a:lnTo>
                  <a:lnTo>
                    <a:pt x="561" y="893"/>
                  </a:lnTo>
                  <a:lnTo>
                    <a:pt x="542" y="895"/>
                  </a:lnTo>
                  <a:lnTo>
                    <a:pt x="525" y="895"/>
                  </a:lnTo>
                  <a:lnTo>
                    <a:pt x="506" y="895"/>
                  </a:lnTo>
                  <a:lnTo>
                    <a:pt x="489" y="895"/>
                  </a:lnTo>
                  <a:lnTo>
                    <a:pt x="473" y="893"/>
                  </a:lnTo>
                  <a:lnTo>
                    <a:pt x="459" y="890"/>
                  </a:lnTo>
                  <a:lnTo>
                    <a:pt x="446" y="889"/>
                  </a:lnTo>
                  <a:lnTo>
                    <a:pt x="434" y="884"/>
                  </a:lnTo>
                  <a:lnTo>
                    <a:pt x="425" y="881"/>
                  </a:lnTo>
                  <a:lnTo>
                    <a:pt x="446" y="883"/>
                  </a:lnTo>
                  <a:lnTo>
                    <a:pt x="467" y="883"/>
                  </a:lnTo>
                  <a:lnTo>
                    <a:pt x="488" y="883"/>
                  </a:lnTo>
                  <a:lnTo>
                    <a:pt x="507" y="880"/>
                  </a:lnTo>
                  <a:lnTo>
                    <a:pt x="528" y="877"/>
                  </a:lnTo>
                  <a:lnTo>
                    <a:pt x="547" y="874"/>
                  </a:lnTo>
                  <a:lnTo>
                    <a:pt x="564" y="868"/>
                  </a:lnTo>
                  <a:lnTo>
                    <a:pt x="583" y="862"/>
                  </a:lnTo>
                  <a:lnTo>
                    <a:pt x="599" y="855"/>
                  </a:lnTo>
                  <a:lnTo>
                    <a:pt x="615" y="848"/>
                  </a:lnTo>
                  <a:lnTo>
                    <a:pt x="632" y="840"/>
                  </a:lnTo>
                  <a:lnTo>
                    <a:pt x="645" y="832"/>
                  </a:lnTo>
                  <a:lnTo>
                    <a:pt x="659" y="823"/>
                  </a:lnTo>
                  <a:lnTo>
                    <a:pt x="671" y="814"/>
                  </a:lnTo>
                  <a:lnTo>
                    <a:pt x="681" y="805"/>
                  </a:lnTo>
                  <a:lnTo>
                    <a:pt x="692" y="795"/>
                  </a:lnTo>
                  <a:lnTo>
                    <a:pt x="658" y="808"/>
                  </a:lnTo>
                  <a:lnTo>
                    <a:pt x="627" y="817"/>
                  </a:lnTo>
                  <a:lnTo>
                    <a:pt x="596" y="820"/>
                  </a:lnTo>
                  <a:lnTo>
                    <a:pt x="569" y="820"/>
                  </a:lnTo>
                  <a:lnTo>
                    <a:pt x="541" y="817"/>
                  </a:lnTo>
                  <a:lnTo>
                    <a:pt x="514" y="811"/>
                  </a:lnTo>
                  <a:lnTo>
                    <a:pt x="487" y="805"/>
                  </a:lnTo>
                  <a:lnTo>
                    <a:pt x="460" y="798"/>
                  </a:lnTo>
                  <a:lnTo>
                    <a:pt x="498" y="798"/>
                  </a:lnTo>
                  <a:lnTo>
                    <a:pt x="533" y="795"/>
                  </a:lnTo>
                  <a:lnTo>
                    <a:pt x="566" y="791"/>
                  </a:lnTo>
                  <a:lnTo>
                    <a:pt x="595" y="783"/>
                  </a:lnTo>
                  <a:lnTo>
                    <a:pt x="623" y="773"/>
                  </a:lnTo>
                  <a:lnTo>
                    <a:pt x="648" y="761"/>
                  </a:lnTo>
                  <a:lnTo>
                    <a:pt x="671" y="748"/>
                  </a:lnTo>
                  <a:lnTo>
                    <a:pt x="692" y="732"/>
                  </a:lnTo>
                  <a:lnTo>
                    <a:pt x="664" y="747"/>
                  </a:lnTo>
                  <a:lnTo>
                    <a:pt x="633" y="755"/>
                  </a:lnTo>
                  <a:lnTo>
                    <a:pt x="602" y="760"/>
                  </a:lnTo>
                  <a:lnTo>
                    <a:pt x="570" y="761"/>
                  </a:lnTo>
                  <a:lnTo>
                    <a:pt x="541" y="760"/>
                  </a:lnTo>
                  <a:lnTo>
                    <a:pt x="513" y="757"/>
                  </a:lnTo>
                  <a:lnTo>
                    <a:pt x="489" y="752"/>
                  </a:lnTo>
                  <a:lnTo>
                    <a:pt x="470" y="748"/>
                  </a:lnTo>
                  <a:lnTo>
                    <a:pt x="507" y="748"/>
                  </a:lnTo>
                  <a:lnTo>
                    <a:pt x="542" y="744"/>
                  </a:lnTo>
                  <a:lnTo>
                    <a:pt x="574" y="738"/>
                  </a:lnTo>
                  <a:lnTo>
                    <a:pt x="604" y="729"/>
                  </a:lnTo>
                  <a:lnTo>
                    <a:pt x="632" y="720"/>
                  </a:lnTo>
                  <a:lnTo>
                    <a:pt x="655" y="707"/>
                  </a:lnTo>
                  <a:lnTo>
                    <a:pt x="675" y="695"/>
                  </a:lnTo>
                  <a:lnTo>
                    <a:pt x="692" y="680"/>
                  </a:lnTo>
                  <a:lnTo>
                    <a:pt x="658" y="691"/>
                  </a:lnTo>
                  <a:lnTo>
                    <a:pt x="630" y="697"/>
                  </a:lnTo>
                  <a:lnTo>
                    <a:pt x="605" y="701"/>
                  </a:lnTo>
                  <a:lnTo>
                    <a:pt x="583" y="701"/>
                  </a:lnTo>
                  <a:lnTo>
                    <a:pt x="561" y="700"/>
                  </a:lnTo>
                  <a:lnTo>
                    <a:pt x="539" y="695"/>
                  </a:lnTo>
                  <a:lnTo>
                    <a:pt x="514" y="688"/>
                  </a:lnTo>
                  <a:lnTo>
                    <a:pt x="488" y="679"/>
                  </a:lnTo>
                  <a:lnTo>
                    <a:pt x="528" y="676"/>
                  </a:lnTo>
                  <a:lnTo>
                    <a:pt x="561" y="673"/>
                  </a:lnTo>
                  <a:lnTo>
                    <a:pt x="591" y="669"/>
                  </a:lnTo>
                  <a:lnTo>
                    <a:pt x="615" y="663"/>
                  </a:lnTo>
                  <a:lnTo>
                    <a:pt x="637" y="656"/>
                  </a:lnTo>
                  <a:lnTo>
                    <a:pt x="656" y="645"/>
                  </a:lnTo>
                  <a:lnTo>
                    <a:pt x="674" y="634"/>
                  </a:lnTo>
                  <a:lnTo>
                    <a:pt x="692" y="617"/>
                  </a:lnTo>
                  <a:lnTo>
                    <a:pt x="656" y="626"/>
                  </a:lnTo>
                  <a:lnTo>
                    <a:pt x="624" y="632"/>
                  </a:lnTo>
                  <a:lnTo>
                    <a:pt x="596" y="636"/>
                  </a:lnTo>
                  <a:lnTo>
                    <a:pt x="573" y="638"/>
                  </a:lnTo>
                  <a:lnTo>
                    <a:pt x="550" y="638"/>
                  </a:lnTo>
                  <a:lnTo>
                    <a:pt x="528" y="635"/>
                  </a:lnTo>
                  <a:lnTo>
                    <a:pt x="507" y="629"/>
                  </a:lnTo>
                  <a:lnTo>
                    <a:pt x="485" y="622"/>
                  </a:lnTo>
                  <a:lnTo>
                    <a:pt x="529" y="619"/>
                  </a:lnTo>
                  <a:lnTo>
                    <a:pt x="564" y="614"/>
                  </a:lnTo>
                  <a:lnTo>
                    <a:pt x="595" y="609"/>
                  </a:lnTo>
                  <a:lnTo>
                    <a:pt x="620" y="600"/>
                  </a:lnTo>
                  <a:lnTo>
                    <a:pt x="640" y="590"/>
                  </a:lnTo>
                  <a:lnTo>
                    <a:pt x="658" y="578"/>
                  </a:lnTo>
                  <a:lnTo>
                    <a:pt x="673" y="565"/>
                  </a:lnTo>
                  <a:lnTo>
                    <a:pt x="686" y="550"/>
                  </a:lnTo>
                  <a:lnTo>
                    <a:pt x="661" y="560"/>
                  </a:lnTo>
                  <a:lnTo>
                    <a:pt x="633" y="568"/>
                  </a:lnTo>
                  <a:lnTo>
                    <a:pt x="605" y="572"/>
                  </a:lnTo>
                  <a:lnTo>
                    <a:pt x="577" y="573"/>
                  </a:lnTo>
                  <a:lnTo>
                    <a:pt x="551" y="573"/>
                  </a:lnTo>
                  <a:lnTo>
                    <a:pt x="526" y="572"/>
                  </a:lnTo>
                  <a:lnTo>
                    <a:pt x="506" y="569"/>
                  </a:lnTo>
                  <a:lnTo>
                    <a:pt x="488" y="566"/>
                  </a:lnTo>
                  <a:lnTo>
                    <a:pt x="519" y="562"/>
                  </a:lnTo>
                  <a:lnTo>
                    <a:pt x="550" y="556"/>
                  </a:lnTo>
                  <a:lnTo>
                    <a:pt x="582" y="548"/>
                  </a:lnTo>
                  <a:lnTo>
                    <a:pt x="611" y="540"/>
                  </a:lnTo>
                  <a:lnTo>
                    <a:pt x="637" y="531"/>
                  </a:lnTo>
                  <a:lnTo>
                    <a:pt x="659" y="522"/>
                  </a:lnTo>
                  <a:lnTo>
                    <a:pt x="677" y="512"/>
                  </a:lnTo>
                  <a:lnTo>
                    <a:pt x="686" y="503"/>
                  </a:lnTo>
                  <a:lnTo>
                    <a:pt x="662" y="507"/>
                  </a:lnTo>
                  <a:lnTo>
                    <a:pt x="639" y="512"/>
                  </a:lnTo>
                  <a:lnTo>
                    <a:pt x="613" y="515"/>
                  </a:lnTo>
                  <a:lnTo>
                    <a:pt x="586" y="516"/>
                  </a:lnTo>
                  <a:lnTo>
                    <a:pt x="560" y="516"/>
                  </a:lnTo>
                  <a:lnTo>
                    <a:pt x="535" y="513"/>
                  </a:lnTo>
                  <a:lnTo>
                    <a:pt x="508" y="509"/>
                  </a:lnTo>
                  <a:lnTo>
                    <a:pt x="485" y="503"/>
                  </a:lnTo>
                  <a:lnTo>
                    <a:pt x="510" y="503"/>
                  </a:lnTo>
                  <a:lnTo>
                    <a:pt x="541" y="499"/>
                  </a:lnTo>
                  <a:lnTo>
                    <a:pt x="573" y="493"/>
                  </a:lnTo>
                  <a:lnTo>
                    <a:pt x="605" y="485"/>
                  </a:lnTo>
                  <a:lnTo>
                    <a:pt x="634" y="477"/>
                  </a:lnTo>
                  <a:lnTo>
                    <a:pt x="659" y="468"/>
                  </a:lnTo>
                  <a:lnTo>
                    <a:pt x="677" y="459"/>
                  </a:lnTo>
                  <a:lnTo>
                    <a:pt x="686" y="452"/>
                  </a:lnTo>
                  <a:lnTo>
                    <a:pt x="656" y="456"/>
                  </a:lnTo>
                  <a:lnTo>
                    <a:pt x="630" y="459"/>
                  </a:lnTo>
                  <a:lnTo>
                    <a:pt x="604" y="460"/>
                  </a:lnTo>
                  <a:lnTo>
                    <a:pt x="579" y="462"/>
                  </a:lnTo>
                  <a:lnTo>
                    <a:pt x="554" y="462"/>
                  </a:lnTo>
                  <a:lnTo>
                    <a:pt x="530" y="460"/>
                  </a:lnTo>
                  <a:lnTo>
                    <a:pt x="507" y="456"/>
                  </a:lnTo>
                  <a:lnTo>
                    <a:pt x="485" y="449"/>
                  </a:lnTo>
                  <a:lnTo>
                    <a:pt x="513" y="446"/>
                  </a:lnTo>
                  <a:lnTo>
                    <a:pt x="541" y="441"/>
                  </a:lnTo>
                  <a:lnTo>
                    <a:pt x="569" y="437"/>
                  </a:lnTo>
                  <a:lnTo>
                    <a:pt x="596" y="433"/>
                  </a:lnTo>
                  <a:lnTo>
                    <a:pt x="623" y="427"/>
                  </a:lnTo>
                  <a:lnTo>
                    <a:pt x="648" y="419"/>
                  </a:lnTo>
                  <a:lnTo>
                    <a:pt x="668" y="409"/>
                  </a:lnTo>
                  <a:lnTo>
                    <a:pt x="686" y="396"/>
                  </a:lnTo>
                  <a:lnTo>
                    <a:pt x="662" y="399"/>
                  </a:lnTo>
                  <a:lnTo>
                    <a:pt x="636" y="402"/>
                  </a:lnTo>
                  <a:lnTo>
                    <a:pt x="608" y="402"/>
                  </a:lnTo>
                  <a:lnTo>
                    <a:pt x="580" y="402"/>
                  </a:lnTo>
                  <a:lnTo>
                    <a:pt x="551" y="402"/>
                  </a:lnTo>
                  <a:lnTo>
                    <a:pt x="525" y="399"/>
                  </a:lnTo>
                  <a:lnTo>
                    <a:pt x="500" y="396"/>
                  </a:lnTo>
                  <a:lnTo>
                    <a:pt x="478" y="391"/>
                  </a:lnTo>
                  <a:lnTo>
                    <a:pt x="510" y="391"/>
                  </a:lnTo>
                  <a:lnTo>
                    <a:pt x="539" y="389"/>
                  </a:lnTo>
                  <a:lnTo>
                    <a:pt x="570" y="384"/>
                  </a:lnTo>
                  <a:lnTo>
                    <a:pt x="598" y="378"/>
                  </a:lnTo>
                  <a:lnTo>
                    <a:pt x="623" y="369"/>
                  </a:lnTo>
                  <a:lnTo>
                    <a:pt x="646" y="361"/>
                  </a:lnTo>
                  <a:lnTo>
                    <a:pt x="668" y="350"/>
                  </a:lnTo>
                  <a:lnTo>
                    <a:pt x="686" y="340"/>
                  </a:lnTo>
                  <a:lnTo>
                    <a:pt x="646" y="346"/>
                  </a:lnTo>
                  <a:lnTo>
                    <a:pt x="613" y="349"/>
                  </a:lnTo>
                  <a:lnTo>
                    <a:pt x="583" y="349"/>
                  </a:lnTo>
                  <a:lnTo>
                    <a:pt x="557" y="346"/>
                  </a:lnTo>
                  <a:lnTo>
                    <a:pt x="533" y="343"/>
                  </a:lnTo>
                  <a:lnTo>
                    <a:pt x="513" y="340"/>
                  </a:lnTo>
                  <a:lnTo>
                    <a:pt x="492" y="336"/>
                  </a:lnTo>
                  <a:lnTo>
                    <a:pt x="473" y="331"/>
                  </a:lnTo>
                  <a:lnTo>
                    <a:pt x="494" y="331"/>
                  </a:lnTo>
                  <a:lnTo>
                    <a:pt x="519" y="330"/>
                  </a:lnTo>
                  <a:lnTo>
                    <a:pt x="544" y="327"/>
                  </a:lnTo>
                  <a:lnTo>
                    <a:pt x="571" y="324"/>
                  </a:lnTo>
                  <a:lnTo>
                    <a:pt x="601" y="320"/>
                  </a:lnTo>
                  <a:lnTo>
                    <a:pt x="630" y="312"/>
                  </a:lnTo>
                  <a:lnTo>
                    <a:pt x="658" y="302"/>
                  </a:lnTo>
                  <a:lnTo>
                    <a:pt x="686" y="290"/>
                  </a:lnTo>
                  <a:lnTo>
                    <a:pt x="673" y="293"/>
                  </a:lnTo>
                  <a:lnTo>
                    <a:pt x="659" y="295"/>
                  </a:lnTo>
                  <a:lnTo>
                    <a:pt x="643" y="296"/>
                  </a:lnTo>
                  <a:lnTo>
                    <a:pt x="629" y="298"/>
                  </a:lnTo>
                  <a:lnTo>
                    <a:pt x="611" y="299"/>
                  </a:lnTo>
                  <a:lnTo>
                    <a:pt x="595" y="299"/>
                  </a:lnTo>
                  <a:lnTo>
                    <a:pt x="579" y="299"/>
                  </a:lnTo>
                  <a:lnTo>
                    <a:pt x="561" y="299"/>
                  </a:lnTo>
                  <a:lnTo>
                    <a:pt x="545" y="298"/>
                  </a:lnTo>
                  <a:lnTo>
                    <a:pt x="528" y="296"/>
                  </a:lnTo>
                  <a:lnTo>
                    <a:pt x="511" y="295"/>
                  </a:lnTo>
                  <a:lnTo>
                    <a:pt x="497" y="293"/>
                  </a:lnTo>
                  <a:lnTo>
                    <a:pt x="482" y="290"/>
                  </a:lnTo>
                  <a:lnTo>
                    <a:pt x="469" y="287"/>
                  </a:lnTo>
                  <a:lnTo>
                    <a:pt x="456" y="284"/>
                  </a:lnTo>
                  <a:lnTo>
                    <a:pt x="446" y="280"/>
                  </a:lnTo>
                  <a:lnTo>
                    <a:pt x="462" y="281"/>
                  </a:lnTo>
                  <a:lnTo>
                    <a:pt x="478" y="281"/>
                  </a:lnTo>
                  <a:lnTo>
                    <a:pt x="495" y="281"/>
                  </a:lnTo>
                  <a:lnTo>
                    <a:pt x="513" y="279"/>
                  </a:lnTo>
                  <a:lnTo>
                    <a:pt x="532" y="277"/>
                  </a:lnTo>
                  <a:lnTo>
                    <a:pt x="551" y="274"/>
                  </a:lnTo>
                  <a:lnTo>
                    <a:pt x="570" y="270"/>
                  </a:lnTo>
                  <a:lnTo>
                    <a:pt x="588" y="265"/>
                  </a:lnTo>
                  <a:lnTo>
                    <a:pt x="605" y="261"/>
                  </a:lnTo>
                  <a:lnTo>
                    <a:pt x="623" y="255"/>
                  </a:lnTo>
                  <a:lnTo>
                    <a:pt x="637" y="251"/>
                  </a:lnTo>
                  <a:lnTo>
                    <a:pt x="652" y="245"/>
                  </a:lnTo>
                  <a:lnTo>
                    <a:pt x="665" y="239"/>
                  </a:lnTo>
                  <a:lnTo>
                    <a:pt x="677" y="235"/>
                  </a:lnTo>
                  <a:lnTo>
                    <a:pt x="686" y="229"/>
                  </a:lnTo>
                  <a:lnTo>
                    <a:pt x="692" y="224"/>
                  </a:lnTo>
                  <a:lnTo>
                    <a:pt x="683" y="227"/>
                  </a:lnTo>
                  <a:lnTo>
                    <a:pt x="673" y="230"/>
                  </a:lnTo>
                  <a:lnTo>
                    <a:pt x="661" y="233"/>
                  </a:lnTo>
                  <a:lnTo>
                    <a:pt x="646" y="236"/>
                  </a:lnTo>
                  <a:lnTo>
                    <a:pt x="632" y="239"/>
                  </a:lnTo>
                  <a:lnTo>
                    <a:pt x="615" y="240"/>
                  </a:lnTo>
                  <a:lnTo>
                    <a:pt x="598" y="242"/>
                  </a:lnTo>
                  <a:lnTo>
                    <a:pt x="582" y="243"/>
                  </a:lnTo>
                  <a:lnTo>
                    <a:pt x="563" y="245"/>
                  </a:lnTo>
                  <a:lnTo>
                    <a:pt x="545" y="245"/>
                  </a:lnTo>
                  <a:lnTo>
                    <a:pt x="528" y="246"/>
                  </a:lnTo>
                  <a:lnTo>
                    <a:pt x="510" y="246"/>
                  </a:lnTo>
                  <a:lnTo>
                    <a:pt x="492" y="246"/>
                  </a:lnTo>
                  <a:lnTo>
                    <a:pt x="478" y="245"/>
                  </a:lnTo>
                  <a:lnTo>
                    <a:pt x="462" y="243"/>
                  </a:lnTo>
                  <a:lnTo>
                    <a:pt x="448" y="242"/>
                  </a:lnTo>
                  <a:lnTo>
                    <a:pt x="440" y="240"/>
                  </a:lnTo>
                  <a:lnTo>
                    <a:pt x="431" y="239"/>
                  </a:lnTo>
                  <a:lnTo>
                    <a:pt x="424" y="236"/>
                  </a:lnTo>
                  <a:lnTo>
                    <a:pt x="418" y="233"/>
                  </a:lnTo>
                  <a:lnTo>
                    <a:pt x="437" y="235"/>
                  </a:lnTo>
                  <a:lnTo>
                    <a:pt x="457" y="235"/>
                  </a:lnTo>
                  <a:lnTo>
                    <a:pt x="478" y="233"/>
                  </a:lnTo>
                  <a:lnTo>
                    <a:pt x="498" y="232"/>
                  </a:lnTo>
                  <a:lnTo>
                    <a:pt x="519" y="229"/>
                  </a:lnTo>
                  <a:lnTo>
                    <a:pt x="539" y="226"/>
                  </a:lnTo>
                  <a:lnTo>
                    <a:pt x="560" y="223"/>
                  </a:lnTo>
                  <a:lnTo>
                    <a:pt x="580" y="218"/>
                  </a:lnTo>
                  <a:lnTo>
                    <a:pt x="599" y="214"/>
                  </a:lnTo>
                  <a:lnTo>
                    <a:pt x="617" y="210"/>
                  </a:lnTo>
                  <a:lnTo>
                    <a:pt x="634" y="205"/>
                  </a:lnTo>
                  <a:lnTo>
                    <a:pt x="649" y="199"/>
                  </a:lnTo>
                  <a:lnTo>
                    <a:pt x="662" y="195"/>
                  </a:lnTo>
                  <a:lnTo>
                    <a:pt x="674" y="191"/>
                  </a:lnTo>
                  <a:lnTo>
                    <a:pt x="684" y="185"/>
                  </a:lnTo>
                  <a:lnTo>
                    <a:pt x="692" y="180"/>
                  </a:lnTo>
                  <a:lnTo>
                    <a:pt x="680" y="183"/>
                  </a:lnTo>
                  <a:lnTo>
                    <a:pt x="665" y="186"/>
                  </a:lnTo>
                  <a:lnTo>
                    <a:pt x="648" y="189"/>
                  </a:lnTo>
                  <a:lnTo>
                    <a:pt x="629" y="191"/>
                  </a:lnTo>
                  <a:lnTo>
                    <a:pt x="607" y="192"/>
                  </a:lnTo>
                  <a:lnTo>
                    <a:pt x="583" y="193"/>
                  </a:lnTo>
                  <a:lnTo>
                    <a:pt x="558" y="195"/>
                  </a:lnTo>
                  <a:lnTo>
                    <a:pt x="533" y="195"/>
                  </a:lnTo>
                  <a:lnTo>
                    <a:pt x="508" y="195"/>
                  </a:lnTo>
                  <a:lnTo>
                    <a:pt x="485" y="195"/>
                  </a:lnTo>
                  <a:lnTo>
                    <a:pt x="462" y="193"/>
                  </a:lnTo>
                  <a:lnTo>
                    <a:pt x="440" y="192"/>
                  </a:lnTo>
                  <a:lnTo>
                    <a:pt x="421" y="191"/>
                  </a:lnTo>
                  <a:lnTo>
                    <a:pt x="403" y="188"/>
                  </a:lnTo>
                  <a:lnTo>
                    <a:pt x="388" y="185"/>
                  </a:lnTo>
                  <a:lnTo>
                    <a:pt x="378" y="180"/>
                  </a:lnTo>
                  <a:lnTo>
                    <a:pt x="391" y="182"/>
                  </a:lnTo>
                  <a:lnTo>
                    <a:pt x="407" y="182"/>
                  </a:lnTo>
                  <a:lnTo>
                    <a:pt x="428" y="182"/>
                  </a:lnTo>
                  <a:lnTo>
                    <a:pt x="450" y="182"/>
                  </a:lnTo>
                  <a:lnTo>
                    <a:pt x="473" y="180"/>
                  </a:lnTo>
                  <a:lnTo>
                    <a:pt x="498" y="180"/>
                  </a:lnTo>
                  <a:lnTo>
                    <a:pt x="525" y="179"/>
                  </a:lnTo>
                  <a:lnTo>
                    <a:pt x="551" y="176"/>
                  </a:lnTo>
                  <a:lnTo>
                    <a:pt x="576" y="174"/>
                  </a:lnTo>
                  <a:lnTo>
                    <a:pt x="601" y="171"/>
                  </a:lnTo>
                  <a:lnTo>
                    <a:pt x="623" y="167"/>
                  </a:lnTo>
                  <a:lnTo>
                    <a:pt x="645" y="164"/>
                  </a:lnTo>
                  <a:lnTo>
                    <a:pt x="662" y="160"/>
                  </a:lnTo>
                  <a:lnTo>
                    <a:pt x="677" y="155"/>
                  </a:lnTo>
                  <a:lnTo>
                    <a:pt x="687" y="149"/>
                  </a:lnTo>
                  <a:lnTo>
                    <a:pt x="693" y="144"/>
                  </a:lnTo>
                  <a:lnTo>
                    <a:pt x="680" y="147"/>
                  </a:lnTo>
                  <a:lnTo>
                    <a:pt x="659" y="148"/>
                  </a:lnTo>
                  <a:lnTo>
                    <a:pt x="633" y="151"/>
                  </a:lnTo>
                  <a:lnTo>
                    <a:pt x="602" y="152"/>
                  </a:lnTo>
                  <a:lnTo>
                    <a:pt x="567" y="154"/>
                  </a:lnTo>
                  <a:lnTo>
                    <a:pt x="530" y="154"/>
                  </a:lnTo>
                  <a:lnTo>
                    <a:pt x="491" y="154"/>
                  </a:lnTo>
                  <a:lnTo>
                    <a:pt x="450" y="154"/>
                  </a:lnTo>
                  <a:lnTo>
                    <a:pt x="409" y="152"/>
                  </a:lnTo>
                  <a:lnTo>
                    <a:pt x="369" y="151"/>
                  </a:lnTo>
                  <a:lnTo>
                    <a:pt x="333" y="148"/>
                  </a:lnTo>
                  <a:lnTo>
                    <a:pt x="299" y="145"/>
                  </a:lnTo>
                  <a:lnTo>
                    <a:pt x="268" y="141"/>
                  </a:lnTo>
                  <a:lnTo>
                    <a:pt x="243" y="136"/>
                  </a:lnTo>
                  <a:lnTo>
                    <a:pt x="223" y="130"/>
                  </a:lnTo>
                  <a:lnTo>
                    <a:pt x="211" y="123"/>
                  </a:lnTo>
                  <a:lnTo>
                    <a:pt x="261" y="124"/>
                  </a:lnTo>
                  <a:lnTo>
                    <a:pt x="311" y="126"/>
                  </a:lnTo>
                  <a:lnTo>
                    <a:pt x="356" y="126"/>
                  </a:lnTo>
                  <a:lnTo>
                    <a:pt x="402" y="126"/>
                  </a:lnTo>
                  <a:lnTo>
                    <a:pt x="443" y="123"/>
                  </a:lnTo>
                  <a:lnTo>
                    <a:pt x="482" y="122"/>
                  </a:lnTo>
                  <a:lnTo>
                    <a:pt x="519" y="119"/>
                  </a:lnTo>
                  <a:lnTo>
                    <a:pt x="551" y="114"/>
                  </a:lnTo>
                  <a:lnTo>
                    <a:pt x="582" y="110"/>
                  </a:lnTo>
                  <a:lnTo>
                    <a:pt x="608" y="104"/>
                  </a:lnTo>
                  <a:lnTo>
                    <a:pt x="632" y="100"/>
                  </a:lnTo>
                  <a:lnTo>
                    <a:pt x="651" y="94"/>
                  </a:lnTo>
                  <a:lnTo>
                    <a:pt x="665" y="88"/>
                  </a:lnTo>
                  <a:lnTo>
                    <a:pt x="675" y="82"/>
                  </a:lnTo>
                  <a:lnTo>
                    <a:pt x="683" y="75"/>
                  </a:lnTo>
                  <a:lnTo>
                    <a:pt x="684" y="69"/>
                  </a:lnTo>
                  <a:lnTo>
                    <a:pt x="678" y="53"/>
                  </a:lnTo>
                  <a:lnTo>
                    <a:pt x="670" y="39"/>
                  </a:lnTo>
                  <a:lnTo>
                    <a:pt x="659" y="28"/>
                  </a:lnTo>
                  <a:lnTo>
                    <a:pt x="646" y="17"/>
                  </a:lnTo>
                  <a:lnTo>
                    <a:pt x="630" y="10"/>
                  </a:lnTo>
                  <a:lnTo>
                    <a:pt x="613" y="4"/>
                  </a:lnTo>
                  <a:lnTo>
                    <a:pt x="591" y="1"/>
                  </a:lnTo>
                  <a:lnTo>
                    <a:pt x="566" y="0"/>
                  </a:lnTo>
                  <a:lnTo>
                    <a:pt x="554" y="4"/>
                  </a:lnTo>
                  <a:lnTo>
                    <a:pt x="538" y="7"/>
                  </a:lnTo>
                  <a:lnTo>
                    <a:pt x="522" y="12"/>
                  </a:lnTo>
                  <a:lnTo>
                    <a:pt x="503" y="14"/>
                  </a:lnTo>
                  <a:lnTo>
                    <a:pt x="481" y="17"/>
                  </a:lnTo>
                  <a:lnTo>
                    <a:pt x="457" y="20"/>
                  </a:lnTo>
                  <a:lnTo>
                    <a:pt x="432" y="23"/>
                  </a:lnTo>
                  <a:lnTo>
                    <a:pt x="404" y="25"/>
                  </a:lnTo>
                  <a:lnTo>
                    <a:pt x="375" y="26"/>
                  </a:lnTo>
                  <a:lnTo>
                    <a:pt x="343" y="26"/>
                  </a:lnTo>
                  <a:lnTo>
                    <a:pt x="309" y="25"/>
                  </a:lnTo>
                  <a:lnTo>
                    <a:pt x="274" y="23"/>
                  </a:lnTo>
                  <a:lnTo>
                    <a:pt x="237" y="19"/>
                  </a:lnTo>
                  <a:lnTo>
                    <a:pt x="199" y="14"/>
                  </a:lnTo>
                  <a:lnTo>
                    <a:pt x="160" y="9"/>
                  </a:lnTo>
                  <a:lnTo>
                    <a:pt x="117" y="0"/>
                  </a:lnTo>
                  <a:lnTo>
                    <a:pt x="103" y="6"/>
                  </a:lnTo>
                  <a:lnTo>
                    <a:pt x="87" y="12"/>
                  </a:lnTo>
                  <a:lnTo>
                    <a:pt x="70" y="20"/>
                  </a:lnTo>
                  <a:lnTo>
                    <a:pt x="53" y="31"/>
                  </a:lnTo>
                  <a:lnTo>
                    <a:pt x="38" y="42"/>
                  </a:lnTo>
                  <a:lnTo>
                    <a:pt x="24" y="57"/>
                  </a:lnTo>
                  <a:lnTo>
                    <a:pt x="15" y="73"/>
                  </a:lnTo>
                  <a:lnTo>
                    <a:pt x="9" y="92"/>
                  </a:lnTo>
                  <a:lnTo>
                    <a:pt x="7" y="108"/>
                  </a:lnTo>
                  <a:lnTo>
                    <a:pt x="7" y="136"/>
                  </a:lnTo>
                  <a:lnTo>
                    <a:pt x="6" y="177"/>
                  </a:lnTo>
                  <a:lnTo>
                    <a:pt x="5" y="226"/>
                  </a:lnTo>
                  <a:close/>
                </a:path>
              </a:pathLst>
            </a:custGeom>
            <a:solidFill>
              <a:srgbClr val="D8E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3" name="Freeform 44"/>
            <p:cNvSpPr>
              <a:spLocks/>
            </p:cNvSpPr>
            <p:nvPr/>
          </p:nvSpPr>
          <p:spPr bwMode="auto">
            <a:xfrm>
              <a:off x="4249" y="2415"/>
              <a:ext cx="72" cy="908"/>
            </a:xfrm>
            <a:custGeom>
              <a:avLst/>
              <a:gdLst>
                <a:gd name="T0" fmla="*/ 72 w 72"/>
                <a:gd name="T1" fmla="*/ 0 h 908"/>
                <a:gd name="T2" fmla="*/ 60 w 72"/>
                <a:gd name="T3" fmla="*/ 1 h 908"/>
                <a:gd name="T4" fmla="*/ 49 w 72"/>
                <a:gd name="T5" fmla="*/ 5 h 908"/>
                <a:gd name="T6" fmla="*/ 38 w 72"/>
                <a:gd name="T7" fmla="*/ 13 h 908"/>
                <a:gd name="T8" fmla="*/ 28 w 72"/>
                <a:gd name="T9" fmla="*/ 22 h 908"/>
                <a:gd name="T10" fmla="*/ 19 w 72"/>
                <a:gd name="T11" fmla="*/ 35 h 908"/>
                <a:gd name="T12" fmla="*/ 13 w 72"/>
                <a:gd name="T13" fmla="*/ 54 h 908"/>
                <a:gd name="T14" fmla="*/ 9 w 72"/>
                <a:gd name="T15" fmla="*/ 76 h 908"/>
                <a:gd name="T16" fmla="*/ 8 w 72"/>
                <a:gd name="T17" fmla="*/ 104 h 908"/>
                <a:gd name="T18" fmla="*/ 6 w 72"/>
                <a:gd name="T19" fmla="*/ 262 h 908"/>
                <a:gd name="T20" fmla="*/ 5 w 72"/>
                <a:gd name="T21" fmla="*/ 529 h 908"/>
                <a:gd name="T22" fmla="*/ 2 w 72"/>
                <a:gd name="T23" fmla="*/ 782 h 908"/>
                <a:gd name="T24" fmla="*/ 0 w 72"/>
                <a:gd name="T25" fmla="*/ 893 h 908"/>
                <a:gd name="T26" fmla="*/ 34 w 72"/>
                <a:gd name="T27" fmla="*/ 908 h 908"/>
                <a:gd name="T28" fmla="*/ 35 w 72"/>
                <a:gd name="T29" fmla="*/ 786 h 908"/>
                <a:gd name="T30" fmla="*/ 38 w 72"/>
                <a:gd name="T31" fmla="*/ 516 h 908"/>
                <a:gd name="T32" fmla="*/ 41 w 72"/>
                <a:gd name="T33" fmla="*/ 240 h 908"/>
                <a:gd name="T34" fmla="*/ 46 w 72"/>
                <a:gd name="T35" fmla="*/ 101 h 908"/>
                <a:gd name="T36" fmla="*/ 47 w 72"/>
                <a:gd name="T37" fmla="*/ 73 h 908"/>
                <a:gd name="T38" fmla="*/ 50 w 72"/>
                <a:gd name="T39" fmla="*/ 45 h 908"/>
                <a:gd name="T40" fmla="*/ 57 w 72"/>
                <a:gd name="T41" fmla="*/ 19 h 908"/>
                <a:gd name="T42" fmla="*/ 72 w 72"/>
                <a:gd name="T43" fmla="*/ 0 h 9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2" h="908">
                  <a:moveTo>
                    <a:pt x="72" y="0"/>
                  </a:moveTo>
                  <a:lnTo>
                    <a:pt x="60" y="1"/>
                  </a:lnTo>
                  <a:lnTo>
                    <a:pt x="49" y="5"/>
                  </a:lnTo>
                  <a:lnTo>
                    <a:pt x="38" y="13"/>
                  </a:lnTo>
                  <a:lnTo>
                    <a:pt x="28" y="22"/>
                  </a:lnTo>
                  <a:lnTo>
                    <a:pt x="19" y="35"/>
                  </a:lnTo>
                  <a:lnTo>
                    <a:pt x="13" y="54"/>
                  </a:lnTo>
                  <a:lnTo>
                    <a:pt x="9" y="76"/>
                  </a:lnTo>
                  <a:lnTo>
                    <a:pt x="8" y="104"/>
                  </a:lnTo>
                  <a:lnTo>
                    <a:pt x="6" y="262"/>
                  </a:lnTo>
                  <a:lnTo>
                    <a:pt x="5" y="529"/>
                  </a:lnTo>
                  <a:lnTo>
                    <a:pt x="2" y="782"/>
                  </a:lnTo>
                  <a:lnTo>
                    <a:pt x="0" y="893"/>
                  </a:lnTo>
                  <a:lnTo>
                    <a:pt x="34" y="908"/>
                  </a:lnTo>
                  <a:lnTo>
                    <a:pt x="35" y="786"/>
                  </a:lnTo>
                  <a:lnTo>
                    <a:pt x="38" y="516"/>
                  </a:lnTo>
                  <a:lnTo>
                    <a:pt x="41" y="240"/>
                  </a:lnTo>
                  <a:lnTo>
                    <a:pt x="46" y="101"/>
                  </a:lnTo>
                  <a:lnTo>
                    <a:pt x="47" y="73"/>
                  </a:lnTo>
                  <a:lnTo>
                    <a:pt x="50" y="45"/>
                  </a:lnTo>
                  <a:lnTo>
                    <a:pt x="57" y="1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4" name="Text Box 45"/>
            <p:cNvSpPr txBox="1">
              <a:spLocks noChangeArrowheads="1"/>
            </p:cNvSpPr>
            <p:nvPr/>
          </p:nvSpPr>
          <p:spPr bwMode="auto">
            <a:xfrm>
              <a:off x="4320" y="3552"/>
              <a:ext cx="4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 ml</a:t>
              </a:r>
            </a:p>
          </p:txBody>
        </p:sp>
      </p:grpSp>
      <p:sp>
        <p:nvSpPr>
          <p:cNvPr id="22565" name="Line 46"/>
          <p:cNvSpPr>
            <a:spLocks noChangeShapeType="1"/>
          </p:cNvSpPr>
          <p:nvPr/>
        </p:nvSpPr>
        <p:spPr bwMode="auto">
          <a:xfrm>
            <a:off x="5410200" y="3505200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9008" name="Text Box 48"/>
          <p:cNvSpPr txBox="1">
            <a:spLocks noChangeArrowheads="1"/>
          </p:cNvSpPr>
          <p:nvPr/>
        </p:nvSpPr>
        <p:spPr bwMode="auto">
          <a:xfrm>
            <a:off x="7018338" y="3810000"/>
            <a:ext cx="1973262" cy="261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Solution: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/>
              <a:t> 1 ml of item 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/>
              <a:t> 2 ml of item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/>
              <a:t> 6 ml of item 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/>
              <a:t> 1 ml of item 2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/>
              <a:t>Max benefit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000"/>
              <a:t>= 124</a:t>
            </a:r>
          </a:p>
        </p:txBody>
      </p:sp>
      <p:sp>
        <p:nvSpPr>
          <p:cNvPr id="22567" name="Text Box 49"/>
          <p:cNvSpPr txBox="1">
            <a:spLocks noChangeArrowheads="1"/>
          </p:cNvSpPr>
          <p:nvPr/>
        </p:nvSpPr>
        <p:spPr bwMode="auto">
          <a:xfrm>
            <a:off x="7010400" y="3276600"/>
            <a:ext cx="167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“knapsack”</a:t>
            </a:r>
          </a:p>
        </p:txBody>
      </p:sp>
    </p:spTree>
    <p:extLst>
      <p:ext uri="{BB962C8B-B14F-4D97-AF65-F5344CB8AC3E}">
        <p14:creationId xmlns:p14="http://schemas.microsoft.com/office/powerpoint/2010/main" val="141704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7" grpId="0"/>
      <p:bldP spid="22558" grpId="0"/>
      <p:bldP spid="22559" grpId="0"/>
      <p:bldP spid="22560" grpId="0"/>
      <p:bldP spid="22561" grpId="0"/>
      <p:bldP spid="22562" grpId="0"/>
      <p:bldP spid="22563" grpId="0"/>
      <p:bldP spid="169008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853568-AB15-46CD-9E92-62DE79A9101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dirty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Fractional Knapsack Algorithm</a:t>
            </a:r>
          </a:p>
        </p:txBody>
      </p:sp>
      <p:sp>
        <p:nvSpPr>
          <p:cNvPr id="235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" y="1524000"/>
            <a:ext cx="441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u="sng" dirty="0"/>
              <a:t>Greedy choice</a:t>
            </a:r>
            <a:r>
              <a:rPr lang="en-US" altLang="en-US" sz="2400" dirty="0"/>
              <a:t>: Keep taking item with </a:t>
            </a:r>
            <a:r>
              <a:rPr lang="en-US" altLang="en-US" sz="2400" b="1" dirty="0"/>
              <a:t>highest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chemeClr val="tx2"/>
                </a:solidFill>
              </a:rPr>
              <a:t>value</a:t>
            </a:r>
            <a:r>
              <a:rPr lang="en-US" altLang="en-US" sz="2400" dirty="0"/>
              <a:t> (benefit to weight ratio)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Since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Run time: </a:t>
            </a:r>
            <a:r>
              <a:rPr lang="en-US" altLang="en-US" sz="2000" u="sng" dirty="0"/>
              <a:t>O(n log n)</a:t>
            </a:r>
            <a:r>
              <a:rPr lang="en-US" altLang="en-US" sz="2000" dirty="0"/>
              <a:t>. Why?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Correctness: Suppose there is a better 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there is an item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with higher value than a chosen item j, but x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&lt;</a:t>
            </a:r>
            <a:r>
              <a:rPr lang="en-US" altLang="en-US" sz="2000" dirty="0" err="1"/>
              <a:t>w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x</a:t>
            </a:r>
            <a:r>
              <a:rPr lang="en-US" altLang="en-US" sz="2000" baseline="-25000" dirty="0" err="1"/>
              <a:t>j</a:t>
            </a:r>
            <a:r>
              <a:rPr lang="en-US" altLang="en-US" sz="2000" dirty="0"/>
              <a:t>&gt;0 and v</a:t>
            </a:r>
            <a:r>
              <a:rPr lang="en-US" altLang="en-US" sz="2000" baseline="-25000" dirty="0"/>
              <a:t>i </a:t>
            </a:r>
            <a:r>
              <a:rPr lang="en-US" altLang="en-US" sz="2000" dirty="0"/>
              <a:t>&gt;</a:t>
            </a:r>
            <a:r>
              <a:rPr lang="en-US" altLang="en-US" sz="2000" dirty="0" err="1"/>
              <a:t>v</a:t>
            </a:r>
            <a:r>
              <a:rPr lang="en-US" altLang="en-US" sz="2000" baseline="-25000" dirty="0" err="1"/>
              <a:t>j</a:t>
            </a:r>
            <a:endParaRPr lang="en-US" altLang="en-US" sz="2000" baseline="-25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If we substitute some j with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, we get a better 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How much of i: min{</a:t>
            </a:r>
            <a:r>
              <a:rPr lang="en-US" altLang="en-US" sz="2000" dirty="0" err="1"/>
              <a:t>w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-x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x</a:t>
            </a:r>
            <a:r>
              <a:rPr lang="en-US" altLang="en-US" sz="2000" baseline="-25000" dirty="0" err="1"/>
              <a:t>j</a:t>
            </a:r>
            <a:r>
              <a:rPr lang="en-US" altLang="en-US" sz="2000" dirty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Thus, there is no better solution than the greedy one</a:t>
            </a:r>
          </a:p>
        </p:txBody>
      </p:sp>
      <p:sp>
        <p:nvSpPr>
          <p:cNvPr id="23557" name="Text Box 6"/>
          <p:cNvSpPr txBox="1">
            <a:spLocks noChangeArrowheads="1"/>
          </p:cNvSpPr>
          <p:nvPr/>
        </p:nvSpPr>
        <p:spPr bwMode="auto">
          <a:xfrm>
            <a:off x="4572000" y="1828800"/>
            <a:ext cx="4495800" cy="49182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fractionalKnapsack(S, W)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set S of n items with benefit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b and weight w; max weight W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Output: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amount x of each item i to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maximize benefit with weight at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most W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Q = empty maxheap priority queue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with v as key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item i in 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i.x = 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i.v = i.b / i.w   // value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Q.insert (i)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w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0               // </a:t>
            </a:r>
            <a:r>
              <a:rPr lang="en-US" altLang="en-US" sz="1600" noProof="1">
                <a:latin typeface="Consolas" panose="020B0609020204030204" pitchFamily="49" charset="0"/>
              </a:rPr>
              <a:t>total weight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while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 &lt; W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i = Q.removeMax() // highest v</a:t>
            </a:r>
            <a:endParaRPr lang="en-US" altLang="en-US" sz="1600" baseline="-250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i.x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min (i.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 , W - w)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+ i.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x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23558" name="Object 7"/>
          <p:cNvGraphicFramePr>
            <a:graphicFrameLocks noChangeAspect="1"/>
          </p:cNvGraphicFramePr>
          <p:nvPr/>
        </p:nvGraphicFramePr>
        <p:xfrm>
          <a:off x="7526338" y="152400"/>
          <a:ext cx="13287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25644" imgH="2682844" progId="MS_ClipArt_Gallery.5">
                  <p:embed/>
                </p:oleObj>
              </mc:Choice>
              <mc:Fallback>
                <p:oleObj name="Clip" r:id="rId3" imgW="2225644" imgH="2682844" progId="MS_ClipArt_Gallery.5">
                  <p:embed/>
                  <p:pic>
                    <p:nvPicPr>
                      <p:cNvPr id="235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152400"/>
                        <a:ext cx="13287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986972"/>
              </p:ext>
            </p:extLst>
          </p:nvPr>
        </p:nvGraphicFramePr>
        <p:xfrm>
          <a:off x="1524000" y="2514600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367" imgH="342751" progId="Equation.3">
                  <p:embed/>
                </p:oleObj>
              </mc:Choice>
              <mc:Fallback>
                <p:oleObj name="Equation" r:id="rId5" imgW="1688367" imgH="342751" progId="Equation.3">
                  <p:embed/>
                  <p:pic>
                    <p:nvPicPr>
                      <p:cNvPr id="2355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514600"/>
                        <a:ext cx="2514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7BDD1A-CD97-4243-89B6-E5DE71135F2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Shortest Paths</a:t>
            </a:r>
          </a:p>
        </p:txBody>
      </p:sp>
      <p:grpSp>
        <p:nvGrpSpPr>
          <p:cNvPr id="24580" name="Group 3"/>
          <p:cNvGrpSpPr>
            <a:grpSpLocks/>
          </p:cNvGrpSpPr>
          <p:nvPr/>
        </p:nvGrpSpPr>
        <p:grpSpPr bwMode="auto">
          <a:xfrm>
            <a:off x="4648200" y="3124200"/>
            <a:ext cx="3390900" cy="2227263"/>
            <a:chOff x="3396" y="901"/>
            <a:chExt cx="2136" cy="1403"/>
          </a:xfrm>
        </p:grpSpPr>
        <p:sp>
          <p:nvSpPr>
            <p:cNvPr id="24581" name="Freeform 4"/>
            <p:cNvSpPr>
              <a:spLocks/>
            </p:cNvSpPr>
            <p:nvPr/>
          </p:nvSpPr>
          <p:spPr bwMode="auto">
            <a:xfrm>
              <a:off x="4053" y="901"/>
              <a:ext cx="1479" cy="1042"/>
            </a:xfrm>
            <a:custGeom>
              <a:avLst/>
              <a:gdLst>
                <a:gd name="T0" fmla="*/ 447 w 1479"/>
                <a:gd name="T1" fmla="*/ 23 h 1042"/>
                <a:gd name="T2" fmla="*/ 1113 w 1479"/>
                <a:gd name="T3" fmla="*/ 149 h 1042"/>
                <a:gd name="T4" fmla="*/ 1413 w 1479"/>
                <a:gd name="T5" fmla="*/ 917 h 1042"/>
                <a:gd name="T6" fmla="*/ 717 w 1479"/>
                <a:gd name="T7" fmla="*/ 899 h 1042"/>
                <a:gd name="T8" fmla="*/ 249 w 1479"/>
                <a:gd name="T9" fmla="*/ 983 h 1042"/>
                <a:gd name="T10" fmla="*/ 69 w 1479"/>
                <a:gd name="T11" fmla="*/ 646 h 1042"/>
                <a:gd name="T12" fmla="*/ 63 w 1479"/>
                <a:gd name="T13" fmla="*/ 166 h 1042"/>
                <a:gd name="T14" fmla="*/ 447 w 1479"/>
                <a:gd name="T15" fmla="*/ 23 h 10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9" h="1042">
                  <a:moveTo>
                    <a:pt x="447" y="23"/>
                  </a:moveTo>
                  <a:cubicBezTo>
                    <a:pt x="622" y="20"/>
                    <a:pt x="952" y="0"/>
                    <a:pt x="1113" y="149"/>
                  </a:cubicBezTo>
                  <a:cubicBezTo>
                    <a:pt x="1274" y="298"/>
                    <a:pt x="1479" y="792"/>
                    <a:pt x="1413" y="917"/>
                  </a:cubicBezTo>
                  <a:cubicBezTo>
                    <a:pt x="1347" y="1042"/>
                    <a:pt x="911" y="888"/>
                    <a:pt x="717" y="899"/>
                  </a:cubicBezTo>
                  <a:cubicBezTo>
                    <a:pt x="523" y="910"/>
                    <a:pt x="357" y="1025"/>
                    <a:pt x="249" y="983"/>
                  </a:cubicBezTo>
                  <a:cubicBezTo>
                    <a:pt x="141" y="941"/>
                    <a:pt x="100" y="782"/>
                    <a:pt x="69" y="646"/>
                  </a:cubicBezTo>
                  <a:cubicBezTo>
                    <a:pt x="38" y="510"/>
                    <a:pt x="0" y="270"/>
                    <a:pt x="63" y="166"/>
                  </a:cubicBezTo>
                  <a:cubicBezTo>
                    <a:pt x="126" y="62"/>
                    <a:pt x="272" y="26"/>
                    <a:pt x="447" y="23"/>
                  </a:cubicBezTo>
                  <a:close/>
                </a:path>
              </a:pathLst>
            </a:custGeom>
            <a:solidFill>
              <a:srgbClr val="DDDDDD"/>
            </a:solidFill>
            <a:ln w="12700" cap="flat" cmpd="sng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82" name="Oval 5"/>
            <p:cNvSpPr>
              <a:spLocks noChangeAspect="1" noChangeArrowheads="1"/>
            </p:cNvSpPr>
            <p:nvPr/>
          </p:nvSpPr>
          <p:spPr bwMode="auto">
            <a:xfrm>
              <a:off x="4261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4583" name="Oval 6"/>
            <p:cNvSpPr>
              <a:spLocks noChangeAspect="1" noChangeArrowheads="1"/>
            </p:cNvSpPr>
            <p:nvPr/>
          </p:nvSpPr>
          <p:spPr bwMode="auto">
            <a:xfrm>
              <a:off x="3396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4584" name="Oval 7"/>
            <p:cNvSpPr>
              <a:spLocks noChangeAspect="1" noChangeArrowheads="1"/>
            </p:cNvSpPr>
            <p:nvPr/>
          </p:nvSpPr>
          <p:spPr bwMode="auto">
            <a:xfrm>
              <a:off x="4260" y="1056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24585" name="Oval 8"/>
            <p:cNvSpPr>
              <a:spLocks noChangeAspect="1" noChangeArrowheads="1"/>
            </p:cNvSpPr>
            <p:nvPr/>
          </p:nvSpPr>
          <p:spPr bwMode="auto">
            <a:xfrm>
              <a:off x="3780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4586" name="AutoShape 9"/>
            <p:cNvCxnSpPr>
              <a:cxnSpLocks noChangeAspect="1" noChangeShapeType="1"/>
              <a:stCxn id="24584" idx="2"/>
              <a:endCxn id="24583" idx="0"/>
            </p:cNvCxnSpPr>
            <p:nvPr/>
          </p:nvCxnSpPr>
          <p:spPr bwMode="auto">
            <a:xfrm rot="10800000" flipV="1">
              <a:off x="3511" y="1171"/>
              <a:ext cx="736" cy="386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87" name="AutoShape 10"/>
            <p:cNvCxnSpPr>
              <a:cxnSpLocks noChangeAspect="1" noChangeShapeType="1"/>
              <a:stCxn id="24585" idx="2"/>
              <a:endCxn id="24583" idx="4"/>
            </p:cNvCxnSpPr>
            <p:nvPr/>
          </p:nvCxnSpPr>
          <p:spPr bwMode="auto">
            <a:xfrm rot="10800000">
              <a:off x="3511" y="1800"/>
              <a:ext cx="262" cy="388"/>
            </a:xfrm>
            <a:prstGeom prst="curvedConnector2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88" name="AutoShape 11"/>
            <p:cNvCxnSpPr>
              <a:cxnSpLocks noChangeAspect="1" noChangeShapeType="1"/>
              <a:stCxn id="24585" idx="6"/>
              <a:endCxn id="24582" idx="3"/>
            </p:cNvCxnSpPr>
            <p:nvPr/>
          </p:nvCxnSpPr>
          <p:spPr bwMode="auto">
            <a:xfrm flipV="1">
              <a:off x="4016" y="1773"/>
              <a:ext cx="278" cy="415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89" name="AutoShape 12"/>
            <p:cNvCxnSpPr>
              <a:cxnSpLocks noChangeAspect="1" noChangeShapeType="1"/>
              <a:stCxn id="24584" idx="4"/>
              <a:endCxn id="24582" idx="0"/>
            </p:cNvCxnSpPr>
            <p:nvPr/>
          </p:nvCxnSpPr>
          <p:spPr bwMode="auto">
            <a:xfrm>
              <a:off x="4375" y="1298"/>
              <a:ext cx="1" cy="25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0" name="AutoShape 13"/>
            <p:cNvCxnSpPr>
              <a:cxnSpLocks noChangeAspect="1" noChangeShapeType="1"/>
              <a:stCxn id="24583" idx="6"/>
              <a:endCxn id="24582" idx="2"/>
            </p:cNvCxnSpPr>
            <p:nvPr/>
          </p:nvCxnSpPr>
          <p:spPr bwMode="auto">
            <a:xfrm>
              <a:off x="3632" y="1679"/>
              <a:ext cx="61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591" name="Oval 14"/>
            <p:cNvSpPr>
              <a:spLocks noChangeAspect="1" noChangeArrowheads="1"/>
            </p:cNvSpPr>
            <p:nvPr/>
          </p:nvSpPr>
          <p:spPr bwMode="auto">
            <a:xfrm>
              <a:off x="5119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D</a:t>
              </a:r>
            </a:p>
          </p:txBody>
        </p:sp>
        <p:cxnSp>
          <p:nvCxnSpPr>
            <p:cNvPr id="24592" name="AutoShape 15"/>
            <p:cNvCxnSpPr>
              <a:cxnSpLocks noChangeAspect="1" noChangeShapeType="1"/>
              <a:stCxn id="24595" idx="6"/>
              <a:endCxn id="24591" idx="4"/>
            </p:cNvCxnSpPr>
            <p:nvPr/>
          </p:nvCxnSpPr>
          <p:spPr bwMode="auto">
            <a:xfrm flipV="1">
              <a:off x="4970" y="1806"/>
              <a:ext cx="264" cy="382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3" name="AutoShape 16"/>
            <p:cNvCxnSpPr>
              <a:cxnSpLocks noChangeAspect="1" noChangeShapeType="1"/>
              <a:stCxn id="24591" idx="0"/>
              <a:endCxn id="24584" idx="6"/>
            </p:cNvCxnSpPr>
            <p:nvPr/>
          </p:nvCxnSpPr>
          <p:spPr bwMode="auto">
            <a:xfrm rot="5400000" flipH="1">
              <a:off x="4678" y="995"/>
              <a:ext cx="380" cy="732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4" name="AutoShape 17"/>
            <p:cNvCxnSpPr>
              <a:cxnSpLocks noChangeAspect="1" noChangeShapeType="1"/>
              <a:stCxn id="24582" idx="6"/>
              <a:endCxn id="24591" idx="2"/>
            </p:cNvCxnSpPr>
            <p:nvPr/>
          </p:nvCxnSpPr>
          <p:spPr bwMode="auto">
            <a:xfrm>
              <a:off x="4503" y="1679"/>
              <a:ext cx="603" cy="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595" name="Oval 18"/>
            <p:cNvSpPr>
              <a:spLocks noChangeAspect="1" noChangeArrowheads="1"/>
            </p:cNvSpPr>
            <p:nvPr/>
          </p:nvSpPr>
          <p:spPr bwMode="auto">
            <a:xfrm>
              <a:off x="4734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4596" name="AutoShape 19"/>
            <p:cNvCxnSpPr>
              <a:cxnSpLocks noChangeAspect="1" noChangeShapeType="1"/>
              <a:stCxn id="24582" idx="5"/>
              <a:endCxn id="24595" idx="2"/>
            </p:cNvCxnSpPr>
            <p:nvPr/>
          </p:nvCxnSpPr>
          <p:spPr bwMode="auto">
            <a:xfrm rot="16200000" flipH="1">
              <a:off x="4385" y="1846"/>
              <a:ext cx="415" cy="269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597" name="Text Box 20"/>
            <p:cNvSpPr txBox="1">
              <a:spLocks noChangeArrowheads="1"/>
            </p:cNvSpPr>
            <p:nvPr/>
          </p:nvSpPr>
          <p:spPr bwMode="auto">
            <a:xfrm>
              <a:off x="4408" y="91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4598" name="Text Box 21"/>
            <p:cNvSpPr txBox="1">
              <a:spLocks noChangeArrowheads="1"/>
            </p:cNvSpPr>
            <p:nvPr/>
          </p:nvSpPr>
          <p:spPr bwMode="auto">
            <a:xfrm>
              <a:off x="5284" y="143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24599" name="Text Box 22"/>
            <p:cNvSpPr txBox="1">
              <a:spLocks noChangeArrowheads="1"/>
            </p:cNvSpPr>
            <p:nvPr/>
          </p:nvSpPr>
          <p:spPr bwMode="auto">
            <a:xfrm>
              <a:off x="4428" y="143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4600" name="Text Box 23"/>
            <p:cNvSpPr txBox="1">
              <a:spLocks noChangeArrowheads="1"/>
            </p:cNvSpPr>
            <p:nvPr/>
          </p:nvSpPr>
          <p:spPr bwMode="auto">
            <a:xfrm>
              <a:off x="3564" y="143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</a:p>
          </p:txBody>
        </p:sp>
        <p:sp>
          <p:nvSpPr>
            <p:cNvPr id="24601" name="Text Box 24"/>
            <p:cNvSpPr txBox="1">
              <a:spLocks noChangeArrowheads="1"/>
            </p:cNvSpPr>
            <p:nvPr/>
          </p:nvSpPr>
          <p:spPr bwMode="auto">
            <a:xfrm>
              <a:off x="3736" y="188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24602" name="Text Box 25"/>
            <p:cNvSpPr txBox="1">
              <a:spLocks noChangeArrowheads="1"/>
            </p:cNvSpPr>
            <p:nvPr/>
          </p:nvSpPr>
          <p:spPr bwMode="auto">
            <a:xfrm>
              <a:off x="4848" y="188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</a:p>
          </p:txBody>
        </p:sp>
        <p:sp>
          <p:nvSpPr>
            <p:cNvPr id="24603" name="Text Box 26"/>
            <p:cNvSpPr txBox="1">
              <a:spLocks noChangeArrowheads="1"/>
            </p:cNvSpPr>
            <p:nvPr/>
          </p:nvSpPr>
          <p:spPr bwMode="auto">
            <a:xfrm>
              <a:off x="4936" y="106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04" name="Text Box 27"/>
            <p:cNvSpPr txBox="1">
              <a:spLocks noChangeArrowheads="1"/>
            </p:cNvSpPr>
            <p:nvPr/>
          </p:nvSpPr>
          <p:spPr bwMode="auto">
            <a:xfrm>
              <a:off x="3588" y="110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05" name="Text Box 28"/>
            <p:cNvSpPr txBox="1">
              <a:spLocks noChangeArrowheads="1"/>
            </p:cNvSpPr>
            <p:nvPr/>
          </p:nvSpPr>
          <p:spPr bwMode="auto">
            <a:xfrm>
              <a:off x="3828" y="148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06" name="Text Box 29"/>
            <p:cNvSpPr txBox="1">
              <a:spLocks noChangeArrowheads="1"/>
            </p:cNvSpPr>
            <p:nvPr/>
          </p:nvSpPr>
          <p:spPr bwMode="auto">
            <a:xfrm>
              <a:off x="4740" y="148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607" name="Text Box 30"/>
            <p:cNvSpPr txBox="1">
              <a:spLocks noChangeArrowheads="1"/>
            </p:cNvSpPr>
            <p:nvPr/>
          </p:nvSpPr>
          <p:spPr bwMode="auto">
            <a:xfrm>
              <a:off x="3396" y="199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08" name="Text Box 31"/>
            <p:cNvSpPr txBox="1">
              <a:spLocks noChangeArrowheads="1"/>
            </p:cNvSpPr>
            <p:nvPr/>
          </p:nvSpPr>
          <p:spPr bwMode="auto">
            <a:xfrm>
              <a:off x="5124" y="199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09" name="Text Box 32"/>
            <p:cNvSpPr txBox="1">
              <a:spLocks noChangeArrowheads="1"/>
            </p:cNvSpPr>
            <p:nvPr/>
          </p:nvSpPr>
          <p:spPr bwMode="auto">
            <a:xfrm>
              <a:off x="4164" y="129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10" name="Text Box 33"/>
            <p:cNvSpPr txBox="1">
              <a:spLocks noChangeArrowheads="1"/>
            </p:cNvSpPr>
            <p:nvPr/>
          </p:nvSpPr>
          <p:spPr bwMode="auto">
            <a:xfrm>
              <a:off x="4068" y="182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11" name="Text Box 34"/>
            <p:cNvSpPr txBox="1">
              <a:spLocks noChangeArrowheads="1"/>
            </p:cNvSpPr>
            <p:nvPr/>
          </p:nvSpPr>
          <p:spPr bwMode="auto">
            <a:xfrm>
              <a:off x="4476" y="182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5F6D37-B31E-453C-8AB9-9EE23A891EC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 and Reading</a:t>
            </a:r>
          </a:p>
        </p:txBody>
      </p:sp>
      <p:sp>
        <p:nvSpPr>
          <p:cNvPr id="266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Shortest path problem</a:t>
            </a:r>
          </a:p>
          <a:p>
            <a:pPr lvl="1" eaLnBrk="1" hangingPunct="1"/>
            <a:r>
              <a:rPr lang="en-US" altLang="en-US" sz="2400" dirty="0"/>
              <a:t>Shortest path properties</a:t>
            </a:r>
          </a:p>
          <a:p>
            <a:pPr eaLnBrk="1" hangingPunct="1"/>
            <a:r>
              <a:rPr lang="en-US" altLang="en-US" sz="2800" dirty="0"/>
              <a:t>Dijkstra’s algorithm</a:t>
            </a:r>
          </a:p>
          <a:p>
            <a:pPr lvl="1" eaLnBrk="1" hangingPunct="1"/>
            <a:r>
              <a:rPr lang="en-US" altLang="en-US" sz="2400" dirty="0"/>
              <a:t>Algorithm</a:t>
            </a:r>
          </a:p>
          <a:p>
            <a:pPr lvl="1" eaLnBrk="1" hangingPunct="1"/>
            <a:r>
              <a:rPr lang="en-US" altLang="en-US" sz="2400" dirty="0"/>
              <a:t>Edge relaxation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68AEA3-AA23-4F54-9B63-2C19C458508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Shortest Path Problem</a:t>
            </a:r>
          </a:p>
        </p:txBody>
      </p:sp>
      <p:sp>
        <p:nvSpPr>
          <p:cNvPr id="286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476375"/>
            <a:ext cx="7848600" cy="28670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 a weighted graph and two vertices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, we want to find a path of </a:t>
            </a:r>
            <a:r>
              <a:rPr lang="en-US" altLang="en-US" sz="2000" u="sng"/>
              <a:t>minimum total weight between </a:t>
            </a:r>
            <a:r>
              <a:rPr lang="en-US" altLang="en-US" sz="2000" b="1" i="1" u="sng">
                <a:latin typeface="Times New Roman" panose="02020603050405020304" pitchFamily="18" charset="0"/>
              </a:rPr>
              <a:t>u</a:t>
            </a:r>
            <a:r>
              <a:rPr lang="en-US" altLang="en-US" sz="2000" u="sng"/>
              <a:t> and </a:t>
            </a:r>
            <a:r>
              <a:rPr lang="en-US" altLang="en-US" sz="2000" b="1" i="1" u="sng">
                <a:latin typeface="Times New Roman" panose="02020603050405020304" pitchFamily="18" charset="0"/>
              </a:rPr>
              <a:t>v</a:t>
            </a:r>
            <a:r>
              <a:rPr lang="en-US" altLang="en-US" sz="2000" b="1" i="1"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Length of a path is the sum of the weights of its edges.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Shortest path between Providence and Honolulu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Internet packet routing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Flight reservations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Driving directions</a:t>
            </a:r>
          </a:p>
        </p:txBody>
      </p:sp>
      <p:sp>
        <p:nvSpPr>
          <p:cNvPr id="28677" name="Oval 4"/>
          <p:cNvSpPr>
            <a:spLocks noChangeArrowheads="1"/>
          </p:cNvSpPr>
          <p:nvPr/>
        </p:nvSpPr>
        <p:spPr bwMode="auto">
          <a:xfrm>
            <a:off x="4800600" y="42132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ORD</a:t>
            </a:r>
          </a:p>
        </p:txBody>
      </p:sp>
      <p:sp>
        <p:nvSpPr>
          <p:cNvPr id="28678" name="Oval 5"/>
          <p:cNvSpPr>
            <a:spLocks noChangeArrowheads="1"/>
          </p:cNvSpPr>
          <p:nvPr/>
        </p:nvSpPr>
        <p:spPr bwMode="auto">
          <a:xfrm>
            <a:off x="7315200" y="405765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PVD</a:t>
            </a:r>
          </a:p>
        </p:txBody>
      </p:sp>
      <p:sp>
        <p:nvSpPr>
          <p:cNvPr id="28679" name="Oval 6"/>
          <p:cNvSpPr>
            <a:spLocks noChangeArrowheads="1"/>
          </p:cNvSpPr>
          <p:nvPr/>
        </p:nvSpPr>
        <p:spPr bwMode="auto">
          <a:xfrm>
            <a:off x="7064375" y="59658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MIA</a:t>
            </a:r>
          </a:p>
        </p:txBody>
      </p:sp>
      <p:sp>
        <p:nvSpPr>
          <p:cNvPr id="28680" name="Oval 7"/>
          <p:cNvSpPr>
            <a:spLocks noChangeArrowheads="1"/>
          </p:cNvSpPr>
          <p:nvPr/>
        </p:nvSpPr>
        <p:spPr bwMode="auto">
          <a:xfrm>
            <a:off x="4511675" y="57277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DFW</a:t>
            </a:r>
          </a:p>
        </p:txBody>
      </p:sp>
      <p:sp>
        <p:nvSpPr>
          <p:cNvPr id="28681" name="Oval 8"/>
          <p:cNvSpPr>
            <a:spLocks noChangeArrowheads="1"/>
          </p:cNvSpPr>
          <p:nvPr/>
        </p:nvSpPr>
        <p:spPr bwMode="auto">
          <a:xfrm>
            <a:off x="2590800" y="44418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SFO</a:t>
            </a:r>
          </a:p>
        </p:txBody>
      </p:sp>
      <p:sp>
        <p:nvSpPr>
          <p:cNvPr id="28682" name="Oval 9"/>
          <p:cNvSpPr>
            <a:spLocks noChangeArrowheads="1"/>
          </p:cNvSpPr>
          <p:nvPr/>
        </p:nvSpPr>
        <p:spPr bwMode="auto">
          <a:xfrm>
            <a:off x="2743200" y="55848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LAX</a:t>
            </a:r>
          </a:p>
        </p:txBody>
      </p:sp>
      <p:sp>
        <p:nvSpPr>
          <p:cNvPr id="28683" name="Oval 10"/>
          <p:cNvSpPr>
            <a:spLocks noChangeArrowheads="1"/>
          </p:cNvSpPr>
          <p:nvPr/>
        </p:nvSpPr>
        <p:spPr bwMode="auto">
          <a:xfrm>
            <a:off x="6378575" y="48228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LGA</a:t>
            </a:r>
          </a:p>
        </p:txBody>
      </p:sp>
      <p:sp>
        <p:nvSpPr>
          <p:cNvPr id="28684" name="Oval 11"/>
          <p:cNvSpPr>
            <a:spLocks noChangeArrowheads="1"/>
          </p:cNvSpPr>
          <p:nvPr/>
        </p:nvSpPr>
        <p:spPr bwMode="auto">
          <a:xfrm>
            <a:off x="762000" y="53562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HNL</a:t>
            </a:r>
          </a:p>
        </p:txBody>
      </p:sp>
      <p:cxnSp>
        <p:nvCxnSpPr>
          <p:cNvPr id="28685" name="AutoShape 12"/>
          <p:cNvCxnSpPr>
            <a:cxnSpLocks noChangeShapeType="1"/>
            <a:stCxn id="28681" idx="6"/>
            <a:endCxn id="28677" idx="2"/>
          </p:cNvCxnSpPr>
          <p:nvPr/>
        </p:nvCxnSpPr>
        <p:spPr bwMode="auto">
          <a:xfrm flipV="1">
            <a:off x="3536950" y="4441825"/>
            <a:ext cx="124460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6" name="AutoShape 13"/>
          <p:cNvCxnSpPr>
            <a:cxnSpLocks noChangeShapeType="1"/>
            <a:stCxn id="28680" idx="0"/>
            <a:endCxn id="28677" idx="4"/>
          </p:cNvCxnSpPr>
          <p:nvPr/>
        </p:nvCxnSpPr>
        <p:spPr bwMode="auto">
          <a:xfrm flipV="1">
            <a:off x="4979988" y="4689475"/>
            <a:ext cx="288925" cy="1028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7" name="AutoShape 14"/>
          <p:cNvCxnSpPr>
            <a:cxnSpLocks noChangeShapeType="1"/>
            <a:stCxn id="28680" idx="7"/>
            <a:endCxn id="28683" idx="3"/>
          </p:cNvCxnSpPr>
          <p:nvPr/>
        </p:nvCxnSpPr>
        <p:spPr bwMode="auto">
          <a:xfrm flipV="1">
            <a:off x="5311775" y="5222875"/>
            <a:ext cx="1203325" cy="561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8" name="AutoShape 15"/>
          <p:cNvCxnSpPr>
            <a:cxnSpLocks noChangeShapeType="1"/>
            <a:stCxn id="28683" idx="0"/>
            <a:endCxn id="28678" idx="3"/>
          </p:cNvCxnSpPr>
          <p:nvPr/>
        </p:nvCxnSpPr>
        <p:spPr bwMode="auto">
          <a:xfrm flipV="1">
            <a:off x="6846888" y="4467225"/>
            <a:ext cx="604837" cy="346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9" name="AutoShape 16"/>
          <p:cNvCxnSpPr>
            <a:cxnSpLocks noChangeShapeType="1"/>
            <a:stCxn id="28677" idx="6"/>
            <a:endCxn id="28678" idx="2"/>
          </p:cNvCxnSpPr>
          <p:nvPr/>
        </p:nvCxnSpPr>
        <p:spPr bwMode="auto">
          <a:xfrm flipV="1">
            <a:off x="5756275" y="4286250"/>
            <a:ext cx="1539875" cy="1555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90" name="AutoShape 17"/>
          <p:cNvCxnSpPr>
            <a:cxnSpLocks noChangeShapeType="1"/>
            <a:stCxn id="28684" idx="6"/>
            <a:endCxn id="28682" idx="2"/>
          </p:cNvCxnSpPr>
          <p:nvPr/>
        </p:nvCxnSpPr>
        <p:spPr bwMode="auto">
          <a:xfrm>
            <a:off x="1717675" y="5584825"/>
            <a:ext cx="1006475" cy="228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91" name="AutoShape 18"/>
          <p:cNvCxnSpPr>
            <a:cxnSpLocks noChangeShapeType="1"/>
            <a:stCxn id="28681" idx="4"/>
            <a:endCxn id="28682" idx="0"/>
          </p:cNvCxnSpPr>
          <p:nvPr/>
        </p:nvCxnSpPr>
        <p:spPr bwMode="auto">
          <a:xfrm>
            <a:off x="3059113" y="4908550"/>
            <a:ext cx="152400" cy="657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92" name="AutoShape 19"/>
          <p:cNvCxnSpPr>
            <a:cxnSpLocks noChangeShapeType="1"/>
            <a:stCxn id="28683" idx="4"/>
            <a:endCxn id="28679" idx="0"/>
          </p:cNvCxnSpPr>
          <p:nvPr/>
        </p:nvCxnSpPr>
        <p:spPr bwMode="auto">
          <a:xfrm>
            <a:off x="6846888" y="5289550"/>
            <a:ext cx="6858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93" name="AutoShape 20"/>
          <p:cNvCxnSpPr>
            <a:cxnSpLocks noChangeShapeType="1"/>
            <a:endCxn id="28680" idx="6"/>
          </p:cNvCxnSpPr>
          <p:nvPr/>
        </p:nvCxnSpPr>
        <p:spPr bwMode="auto">
          <a:xfrm flipH="1" flipV="1">
            <a:off x="5457825" y="5956300"/>
            <a:ext cx="15970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94" name="AutoShape 21"/>
          <p:cNvCxnSpPr>
            <a:cxnSpLocks noChangeShapeType="1"/>
            <a:stCxn id="28682" idx="6"/>
            <a:endCxn id="28680" idx="2"/>
          </p:cNvCxnSpPr>
          <p:nvPr/>
        </p:nvCxnSpPr>
        <p:spPr bwMode="auto">
          <a:xfrm>
            <a:off x="3698875" y="5813425"/>
            <a:ext cx="803275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95" name="AutoShape 22"/>
          <p:cNvCxnSpPr>
            <a:cxnSpLocks noChangeShapeType="1"/>
            <a:stCxn id="28682" idx="7"/>
            <a:endCxn id="28677" idx="3"/>
          </p:cNvCxnSpPr>
          <p:nvPr/>
        </p:nvCxnSpPr>
        <p:spPr bwMode="auto">
          <a:xfrm flipV="1">
            <a:off x="3543300" y="4622800"/>
            <a:ext cx="1393825" cy="1009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96" name="Text Box 23"/>
          <p:cNvSpPr txBox="1">
            <a:spLocks noChangeArrowheads="1"/>
          </p:cNvSpPr>
          <p:nvPr/>
        </p:nvSpPr>
        <p:spPr bwMode="auto">
          <a:xfrm rot="-347285">
            <a:off x="6081713" y="4038600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849</a:t>
            </a:r>
          </a:p>
        </p:txBody>
      </p:sp>
      <p:sp>
        <p:nvSpPr>
          <p:cNvPr id="28697" name="Text Box 24"/>
          <p:cNvSpPr txBox="1">
            <a:spLocks noChangeArrowheads="1"/>
          </p:cNvSpPr>
          <p:nvPr/>
        </p:nvSpPr>
        <p:spPr bwMode="auto">
          <a:xfrm rot="-4662247">
            <a:off x="4760119" y="4771231"/>
            <a:ext cx="598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28698" name="Text Box 25"/>
          <p:cNvSpPr txBox="1">
            <a:spLocks noChangeArrowheads="1"/>
          </p:cNvSpPr>
          <p:nvPr/>
        </p:nvSpPr>
        <p:spPr bwMode="auto">
          <a:xfrm rot="-1544869">
            <a:off x="5435600" y="518795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1387</a:t>
            </a:r>
          </a:p>
        </p:txBody>
      </p:sp>
      <p:sp>
        <p:nvSpPr>
          <p:cNvPr id="28699" name="Text Box 26"/>
          <p:cNvSpPr txBox="1">
            <a:spLocks noChangeArrowheads="1"/>
          </p:cNvSpPr>
          <p:nvPr/>
        </p:nvSpPr>
        <p:spPr bwMode="auto">
          <a:xfrm rot="-2136302">
            <a:off x="3622675" y="49498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1743</a:t>
            </a:r>
          </a:p>
        </p:txBody>
      </p:sp>
      <p:sp>
        <p:nvSpPr>
          <p:cNvPr id="28700" name="Text Box 27"/>
          <p:cNvSpPr txBox="1">
            <a:spLocks noChangeArrowheads="1"/>
          </p:cNvSpPr>
          <p:nvPr/>
        </p:nvSpPr>
        <p:spPr bwMode="auto">
          <a:xfrm rot="-689345">
            <a:off x="3733800" y="42132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1843</a:t>
            </a:r>
          </a:p>
        </p:txBody>
      </p:sp>
      <p:sp>
        <p:nvSpPr>
          <p:cNvPr id="28701" name="Text Box 28"/>
          <p:cNvSpPr txBox="1">
            <a:spLocks noChangeArrowheads="1"/>
          </p:cNvSpPr>
          <p:nvPr/>
        </p:nvSpPr>
        <p:spPr bwMode="auto">
          <a:xfrm rot="2626382">
            <a:off x="7031038" y="541655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1099</a:t>
            </a:r>
          </a:p>
        </p:txBody>
      </p:sp>
      <p:sp>
        <p:nvSpPr>
          <p:cNvPr id="28702" name="Text Box 29"/>
          <p:cNvSpPr txBox="1">
            <a:spLocks noChangeArrowheads="1"/>
          </p:cNvSpPr>
          <p:nvPr/>
        </p:nvSpPr>
        <p:spPr bwMode="auto">
          <a:xfrm rot="565849">
            <a:off x="5975350" y="572135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1120</a:t>
            </a:r>
          </a:p>
        </p:txBody>
      </p:sp>
      <p:sp>
        <p:nvSpPr>
          <p:cNvPr id="28703" name="Text Box 30"/>
          <p:cNvSpPr txBox="1">
            <a:spLocks noChangeArrowheads="1"/>
          </p:cNvSpPr>
          <p:nvPr/>
        </p:nvSpPr>
        <p:spPr bwMode="auto">
          <a:xfrm rot="695916">
            <a:off x="3775075" y="554037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28704" name="Text Box 31"/>
          <p:cNvSpPr txBox="1">
            <a:spLocks noChangeArrowheads="1"/>
          </p:cNvSpPr>
          <p:nvPr/>
        </p:nvSpPr>
        <p:spPr bwMode="auto">
          <a:xfrm rot="4665015">
            <a:off x="2994819" y="5077619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28705" name="Text Box 32"/>
          <p:cNvSpPr txBox="1">
            <a:spLocks noChangeArrowheads="1"/>
          </p:cNvSpPr>
          <p:nvPr/>
        </p:nvSpPr>
        <p:spPr bwMode="auto">
          <a:xfrm rot="832501">
            <a:off x="1927225" y="53562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2555</a:t>
            </a:r>
          </a:p>
        </p:txBody>
      </p:sp>
      <p:sp>
        <p:nvSpPr>
          <p:cNvPr id="28706" name="Text Box 33"/>
          <p:cNvSpPr txBox="1">
            <a:spLocks noChangeArrowheads="1"/>
          </p:cNvSpPr>
          <p:nvPr/>
        </p:nvSpPr>
        <p:spPr bwMode="auto">
          <a:xfrm rot="-1891667">
            <a:off x="6783388" y="4340225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142</a:t>
            </a:r>
          </a:p>
        </p:txBody>
      </p:sp>
      <p:cxnSp>
        <p:nvCxnSpPr>
          <p:cNvPr id="28707" name="AutoShape 34"/>
          <p:cNvCxnSpPr>
            <a:cxnSpLocks noChangeShapeType="1"/>
            <a:stCxn id="28678" idx="4"/>
            <a:endCxn id="28679" idx="7"/>
          </p:cNvCxnSpPr>
          <p:nvPr/>
        </p:nvCxnSpPr>
        <p:spPr bwMode="auto">
          <a:xfrm>
            <a:off x="7783513" y="4533900"/>
            <a:ext cx="80962" cy="1489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708" name="Text Box 35"/>
          <p:cNvSpPr txBox="1">
            <a:spLocks noChangeArrowheads="1"/>
          </p:cNvSpPr>
          <p:nvPr/>
        </p:nvSpPr>
        <p:spPr bwMode="auto">
          <a:xfrm rot="5207815">
            <a:off x="7662863" y="4926012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1205</a:t>
            </a:r>
          </a:p>
        </p:txBody>
      </p:sp>
      <p:pic>
        <p:nvPicPr>
          <p:cNvPr id="28709" name="Picture 37" descr="BD19857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214313"/>
            <a:ext cx="1916112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DDFF3B-6723-4DEE-BEDD-6CB0BF7D203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Shortest Path Properties</a:t>
            </a:r>
          </a:p>
        </p:txBody>
      </p:sp>
      <p:sp>
        <p:nvSpPr>
          <p:cNvPr id="297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001000" cy="2181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Property 1: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A </a:t>
            </a:r>
            <a:r>
              <a:rPr lang="en-US" altLang="en-US" sz="1800" dirty="0" err="1"/>
              <a:t>subpath</a:t>
            </a:r>
            <a:r>
              <a:rPr lang="en-US" altLang="en-US" sz="1800" dirty="0"/>
              <a:t> of a shortest path is itself a shortest path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Property 2: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There is a </a:t>
            </a:r>
            <a:r>
              <a:rPr lang="en-US" altLang="en-US" sz="1800" u="sng" dirty="0"/>
              <a:t>tree</a:t>
            </a:r>
            <a:r>
              <a:rPr lang="en-US" altLang="en-US" sz="1800" dirty="0"/>
              <a:t> of shortest paths from a start vertex to all the other vertices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Example: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Tree of shortest paths from Providence</a:t>
            </a:r>
          </a:p>
        </p:txBody>
      </p:sp>
      <p:sp>
        <p:nvSpPr>
          <p:cNvPr id="29701" name="Oval 4"/>
          <p:cNvSpPr>
            <a:spLocks noChangeArrowheads="1"/>
          </p:cNvSpPr>
          <p:nvPr/>
        </p:nvSpPr>
        <p:spPr bwMode="auto">
          <a:xfrm>
            <a:off x="4800600" y="41148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ORD</a:t>
            </a:r>
          </a:p>
        </p:txBody>
      </p:sp>
      <p:sp>
        <p:nvSpPr>
          <p:cNvPr id="29702" name="Oval 5"/>
          <p:cNvSpPr>
            <a:spLocks noChangeArrowheads="1"/>
          </p:cNvSpPr>
          <p:nvPr/>
        </p:nvSpPr>
        <p:spPr bwMode="auto">
          <a:xfrm>
            <a:off x="7315200" y="39592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PVD</a:t>
            </a:r>
          </a:p>
        </p:txBody>
      </p:sp>
      <p:sp>
        <p:nvSpPr>
          <p:cNvPr id="29703" name="Oval 6"/>
          <p:cNvSpPr>
            <a:spLocks noChangeArrowheads="1"/>
          </p:cNvSpPr>
          <p:nvPr/>
        </p:nvSpPr>
        <p:spPr bwMode="auto">
          <a:xfrm>
            <a:off x="7064375" y="5867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MIA</a:t>
            </a:r>
          </a:p>
        </p:txBody>
      </p:sp>
      <p:sp>
        <p:nvSpPr>
          <p:cNvPr id="29704" name="Oval 7"/>
          <p:cNvSpPr>
            <a:spLocks noChangeArrowheads="1"/>
          </p:cNvSpPr>
          <p:nvPr/>
        </p:nvSpPr>
        <p:spPr bwMode="auto">
          <a:xfrm>
            <a:off x="4511675" y="562927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DFW</a:t>
            </a:r>
          </a:p>
        </p:txBody>
      </p:sp>
      <p:sp>
        <p:nvSpPr>
          <p:cNvPr id="29705" name="Oval 8"/>
          <p:cNvSpPr>
            <a:spLocks noChangeArrowheads="1"/>
          </p:cNvSpPr>
          <p:nvPr/>
        </p:nvSpPr>
        <p:spPr bwMode="auto">
          <a:xfrm>
            <a:off x="2590800" y="4343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SFO</a:t>
            </a:r>
          </a:p>
        </p:txBody>
      </p:sp>
      <p:sp>
        <p:nvSpPr>
          <p:cNvPr id="29706" name="Oval 9"/>
          <p:cNvSpPr>
            <a:spLocks noChangeArrowheads="1"/>
          </p:cNvSpPr>
          <p:nvPr/>
        </p:nvSpPr>
        <p:spPr bwMode="auto">
          <a:xfrm>
            <a:off x="2743200" y="5486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LAX</a:t>
            </a:r>
          </a:p>
        </p:txBody>
      </p:sp>
      <p:sp>
        <p:nvSpPr>
          <p:cNvPr id="29707" name="Oval 10"/>
          <p:cNvSpPr>
            <a:spLocks noChangeArrowheads="1"/>
          </p:cNvSpPr>
          <p:nvPr/>
        </p:nvSpPr>
        <p:spPr bwMode="auto">
          <a:xfrm>
            <a:off x="6378575" y="4724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LGA</a:t>
            </a:r>
          </a:p>
        </p:txBody>
      </p:sp>
      <p:sp>
        <p:nvSpPr>
          <p:cNvPr id="29708" name="Oval 11"/>
          <p:cNvSpPr>
            <a:spLocks noChangeArrowheads="1"/>
          </p:cNvSpPr>
          <p:nvPr/>
        </p:nvSpPr>
        <p:spPr bwMode="auto">
          <a:xfrm>
            <a:off x="762000" y="52578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HNL</a:t>
            </a:r>
          </a:p>
        </p:txBody>
      </p:sp>
      <p:cxnSp>
        <p:nvCxnSpPr>
          <p:cNvPr id="29709" name="AutoShape 12"/>
          <p:cNvCxnSpPr>
            <a:cxnSpLocks noChangeShapeType="1"/>
            <a:stCxn id="29705" idx="6"/>
            <a:endCxn id="29701" idx="2"/>
          </p:cNvCxnSpPr>
          <p:nvPr/>
        </p:nvCxnSpPr>
        <p:spPr bwMode="auto">
          <a:xfrm flipV="1">
            <a:off x="3546475" y="4343400"/>
            <a:ext cx="1235075" cy="228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0" name="AutoShape 13"/>
          <p:cNvCxnSpPr>
            <a:cxnSpLocks noChangeShapeType="1"/>
            <a:stCxn id="29704" idx="0"/>
            <a:endCxn id="29701" idx="4"/>
          </p:cNvCxnSpPr>
          <p:nvPr/>
        </p:nvCxnSpPr>
        <p:spPr bwMode="auto">
          <a:xfrm flipV="1">
            <a:off x="4979988" y="4591050"/>
            <a:ext cx="288925" cy="1019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1" name="AutoShape 14"/>
          <p:cNvCxnSpPr>
            <a:cxnSpLocks noChangeShapeType="1"/>
            <a:stCxn id="29704" idx="7"/>
            <a:endCxn id="29707" idx="3"/>
          </p:cNvCxnSpPr>
          <p:nvPr/>
        </p:nvCxnSpPr>
        <p:spPr bwMode="auto">
          <a:xfrm flipV="1">
            <a:off x="5311775" y="5133975"/>
            <a:ext cx="1203325" cy="5429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2" name="AutoShape 15"/>
          <p:cNvCxnSpPr>
            <a:cxnSpLocks noChangeShapeType="1"/>
            <a:stCxn id="29707" idx="0"/>
            <a:endCxn id="29702" idx="3"/>
          </p:cNvCxnSpPr>
          <p:nvPr/>
        </p:nvCxnSpPr>
        <p:spPr bwMode="auto">
          <a:xfrm flipV="1">
            <a:off x="6846888" y="4368800"/>
            <a:ext cx="604837" cy="3365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3" name="AutoShape 16"/>
          <p:cNvCxnSpPr>
            <a:cxnSpLocks noChangeShapeType="1"/>
            <a:stCxn id="29701" idx="6"/>
            <a:endCxn id="29702" idx="2"/>
          </p:cNvCxnSpPr>
          <p:nvPr/>
        </p:nvCxnSpPr>
        <p:spPr bwMode="auto">
          <a:xfrm flipV="1">
            <a:off x="5756275" y="4187825"/>
            <a:ext cx="1539875" cy="1555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4" name="AutoShape 17"/>
          <p:cNvCxnSpPr>
            <a:cxnSpLocks noChangeShapeType="1"/>
            <a:stCxn id="29708" idx="6"/>
            <a:endCxn id="29706" idx="2"/>
          </p:cNvCxnSpPr>
          <p:nvPr/>
        </p:nvCxnSpPr>
        <p:spPr bwMode="auto">
          <a:xfrm>
            <a:off x="1717675" y="5486400"/>
            <a:ext cx="1006475" cy="228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5" name="AutoShape 18"/>
          <p:cNvCxnSpPr>
            <a:cxnSpLocks noChangeShapeType="1"/>
            <a:stCxn id="29705" idx="4"/>
            <a:endCxn id="29706" idx="0"/>
          </p:cNvCxnSpPr>
          <p:nvPr/>
        </p:nvCxnSpPr>
        <p:spPr bwMode="auto">
          <a:xfrm>
            <a:off x="3059113" y="4819650"/>
            <a:ext cx="152400" cy="647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6" name="AutoShape 19"/>
          <p:cNvCxnSpPr>
            <a:cxnSpLocks noChangeShapeType="1"/>
            <a:stCxn id="29707" idx="4"/>
            <a:endCxn id="29703" idx="0"/>
          </p:cNvCxnSpPr>
          <p:nvPr/>
        </p:nvCxnSpPr>
        <p:spPr bwMode="auto">
          <a:xfrm>
            <a:off x="6846888" y="5200650"/>
            <a:ext cx="685800" cy="647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7" name="AutoShape 20"/>
          <p:cNvCxnSpPr>
            <a:cxnSpLocks noChangeShapeType="1"/>
            <a:endCxn id="29704" idx="6"/>
          </p:cNvCxnSpPr>
          <p:nvPr/>
        </p:nvCxnSpPr>
        <p:spPr bwMode="auto">
          <a:xfrm flipH="1" flipV="1">
            <a:off x="5467350" y="5857875"/>
            <a:ext cx="15970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8" name="AutoShape 21"/>
          <p:cNvCxnSpPr>
            <a:cxnSpLocks noChangeShapeType="1"/>
            <a:stCxn id="29706" idx="6"/>
            <a:endCxn id="29704" idx="2"/>
          </p:cNvCxnSpPr>
          <p:nvPr/>
        </p:nvCxnSpPr>
        <p:spPr bwMode="auto">
          <a:xfrm>
            <a:off x="3698875" y="5715000"/>
            <a:ext cx="793750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9" name="AutoShape 22"/>
          <p:cNvCxnSpPr>
            <a:cxnSpLocks noChangeShapeType="1"/>
            <a:stCxn id="29706" idx="7"/>
            <a:endCxn id="29701" idx="3"/>
          </p:cNvCxnSpPr>
          <p:nvPr/>
        </p:nvCxnSpPr>
        <p:spPr bwMode="auto">
          <a:xfrm flipV="1">
            <a:off x="3543300" y="4524375"/>
            <a:ext cx="1393825" cy="1009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20" name="Text Box 23"/>
          <p:cNvSpPr txBox="1">
            <a:spLocks noChangeArrowheads="1"/>
          </p:cNvSpPr>
          <p:nvPr/>
        </p:nvSpPr>
        <p:spPr bwMode="auto">
          <a:xfrm rot="-347285">
            <a:off x="6081713" y="3940175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849</a:t>
            </a:r>
          </a:p>
        </p:txBody>
      </p:sp>
      <p:sp>
        <p:nvSpPr>
          <p:cNvPr id="29721" name="Text Box 24"/>
          <p:cNvSpPr txBox="1">
            <a:spLocks noChangeArrowheads="1"/>
          </p:cNvSpPr>
          <p:nvPr/>
        </p:nvSpPr>
        <p:spPr bwMode="auto">
          <a:xfrm rot="-4662247">
            <a:off x="4760119" y="4672806"/>
            <a:ext cx="598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29722" name="Text Box 25"/>
          <p:cNvSpPr txBox="1">
            <a:spLocks noChangeArrowheads="1"/>
          </p:cNvSpPr>
          <p:nvPr/>
        </p:nvSpPr>
        <p:spPr bwMode="auto">
          <a:xfrm rot="-1544869">
            <a:off x="5435600" y="50895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1387</a:t>
            </a:r>
          </a:p>
        </p:txBody>
      </p:sp>
      <p:sp>
        <p:nvSpPr>
          <p:cNvPr id="29723" name="Text Box 26"/>
          <p:cNvSpPr txBox="1">
            <a:spLocks noChangeArrowheads="1"/>
          </p:cNvSpPr>
          <p:nvPr/>
        </p:nvSpPr>
        <p:spPr bwMode="auto">
          <a:xfrm rot="-2136302">
            <a:off x="3622675" y="48514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1743</a:t>
            </a:r>
          </a:p>
        </p:txBody>
      </p:sp>
      <p:sp>
        <p:nvSpPr>
          <p:cNvPr id="29724" name="Text Box 27"/>
          <p:cNvSpPr txBox="1">
            <a:spLocks noChangeArrowheads="1"/>
          </p:cNvSpPr>
          <p:nvPr/>
        </p:nvSpPr>
        <p:spPr bwMode="auto">
          <a:xfrm rot="-689345">
            <a:off x="3733800" y="41148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1843</a:t>
            </a:r>
          </a:p>
        </p:txBody>
      </p:sp>
      <p:sp>
        <p:nvSpPr>
          <p:cNvPr id="29725" name="Text Box 28"/>
          <p:cNvSpPr txBox="1">
            <a:spLocks noChangeArrowheads="1"/>
          </p:cNvSpPr>
          <p:nvPr/>
        </p:nvSpPr>
        <p:spPr bwMode="auto">
          <a:xfrm rot="2626382">
            <a:off x="7031038" y="53181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1099</a:t>
            </a:r>
          </a:p>
        </p:txBody>
      </p:sp>
      <p:sp>
        <p:nvSpPr>
          <p:cNvPr id="29726" name="Text Box 29"/>
          <p:cNvSpPr txBox="1">
            <a:spLocks noChangeArrowheads="1"/>
          </p:cNvSpPr>
          <p:nvPr/>
        </p:nvSpPr>
        <p:spPr bwMode="auto">
          <a:xfrm rot="565849">
            <a:off x="5975350" y="56229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1120</a:t>
            </a:r>
          </a:p>
        </p:txBody>
      </p:sp>
      <p:sp>
        <p:nvSpPr>
          <p:cNvPr id="29727" name="Text Box 30"/>
          <p:cNvSpPr txBox="1">
            <a:spLocks noChangeArrowheads="1"/>
          </p:cNvSpPr>
          <p:nvPr/>
        </p:nvSpPr>
        <p:spPr bwMode="auto">
          <a:xfrm rot="695916">
            <a:off x="3775075" y="544195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29728" name="Text Box 31"/>
          <p:cNvSpPr txBox="1">
            <a:spLocks noChangeArrowheads="1"/>
          </p:cNvSpPr>
          <p:nvPr/>
        </p:nvSpPr>
        <p:spPr bwMode="auto">
          <a:xfrm rot="4665015">
            <a:off x="2994819" y="4979194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29729" name="Text Box 32"/>
          <p:cNvSpPr txBox="1">
            <a:spLocks noChangeArrowheads="1"/>
          </p:cNvSpPr>
          <p:nvPr/>
        </p:nvSpPr>
        <p:spPr bwMode="auto">
          <a:xfrm rot="832501">
            <a:off x="1927225" y="52578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2555</a:t>
            </a:r>
          </a:p>
        </p:txBody>
      </p:sp>
      <p:sp>
        <p:nvSpPr>
          <p:cNvPr id="29730" name="Text Box 33"/>
          <p:cNvSpPr txBox="1">
            <a:spLocks noChangeArrowheads="1"/>
          </p:cNvSpPr>
          <p:nvPr/>
        </p:nvSpPr>
        <p:spPr bwMode="auto">
          <a:xfrm rot="-1891667">
            <a:off x="6783388" y="4241800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142</a:t>
            </a:r>
          </a:p>
        </p:txBody>
      </p:sp>
      <p:cxnSp>
        <p:nvCxnSpPr>
          <p:cNvPr id="29731" name="AutoShape 34"/>
          <p:cNvCxnSpPr>
            <a:cxnSpLocks noChangeShapeType="1"/>
            <a:stCxn id="29702" idx="4"/>
            <a:endCxn id="29703" idx="7"/>
          </p:cNvCxnSpPr>
          <p:nvPr/>
        </p:nvCxnSpPr>
        <p:spPr bwMode="auto">
          <a:xfrm>
            <a:off x="7783513" y="4435475"/>
            <a:ext cx="80962" cy="14795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32" name="Text Box 35"/>
          <p:cNvSpPr txBox="1">
            <a:spLocks noChangeArrowheads="1"/>
          </p:cNvSpPr>
          <p:nvPr/>
        </p:nvSpPr>
        <p:spPr bwMode="auto">
          <a:xfrm rot="5207815">
            <a:off x="7662863" y="4827587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1205</a:t>
            </a:r>
          </a:p>
        </p:txBody>
      </p:sp>
      <p:pic>
        <p:nvPicPr>
          <p:cNvPr id="29733" name="Picture 36" descr="BD19857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214313"/>
            <a:ext cx="1916112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AF470D-3580-4256-9091-080C4461785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Dijkstra’s Algorithm</a:t>
            </a:r>
          </a:p>
        </p:txBody>
      </p:sp>
      <p:sp>
        <p:nvSpPr>
          <p:cNvPr id="307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3352800" cy="4495800"/>
          </a:xfrm>
        </p:spPr>
        <p:txBody>
          <a:bodyPr/>
          <a:lstStyle/>
          <a:p>
            <a:pPr eaLnBrk="1" hangingPunct="1"/>
            <a:r>
              <a:rPr lang="en-US" altLang="en-US" sz="2000"/>
              <a:t>The distance of a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from a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is the length of a shortest path between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endParaRPr lang="en-US" altLang="en-US" sz="2000"/>
          </a:p>
          <a:p>
            <a:pPr eaLnBrk="1" hangingPunct="1"/>
            <a:r>
              <a:rPr lang="en-US" altLang="en-US" sz="2000"/>
              <a:t>Dijkstra’s algorithm computes the distances of all the vertices from a given start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endParaRPr lang="en-US" altLang="en-US" sz="2000"/>
          </a:p>
          <a:p>
            <a:pPr eaLnBrk="1" hangingPunct="1"/>
            <a:r>
              <a:rPr lang="en-US" altLang="en-US" sz="2000"/>
              <a:t>Assumptions:</a:t>
            </a:r>
          </a:p>
          <a:p>
            <a:pPr lvl="1" eaLnBrk="1" hangingPunct="1"/>
            <a:r>
              <a:rPr lang="en-US" altLang="en-US" sz="1800"/>
              <a:t>the graph is connected</a:t>
            </a:r>
          </a:p>
          <a:p>
            <a:pPr lvl="1" eaLnBrk="1" hangingPunct="1"/>
            <a:r>
              <a:rPr lang="en-US" altLang="en-US" sz="1800"/>
              <a:t>the edges are undirected</a:t>
            </a:r>
          </a:p>
          <a:p>
            <a:pPr lvl="1" eaLnBrk="1" hangingPunct="1"/>
            <a:r>
              <a:rPr lang="en-US" altLang="en-US" sz="1800"/>
              <a:t>the edge weights are </a:t>
            </a:r>
            <a:r>
              <a:rPr lang="en-US" altLang="en-US" sz="1800">
                <a:solidFill>
                  <a:schemeClr val="tx2"/>
                </a:solidFill>
              </a:rPr>
              <a:t>nonnegative</a:t>
            </a:r>
            <a:endParaRPr lang="en-US" altLang="en-US" sz="2800">
              <a:solidFill>
                <a:schemeClr val="tx2"/>
              </a:solidFill>
            </a:endParaRPr>
          </a:p>
        </p:txBody>
      </p:sp>
      <p:sp>
        <p:nvSpPr>
          <p:cNvPr id="30725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419600" y="1752600"/>
            <a:ext cx="4191000" cy="4724400"/>
          </a:xfrm>
        </p:spPr>
        <p:txBody>
          <a:bodyPr/>
          <a:lstStyle/>
          <a:p>
            <a:pPr eaLnBrk="1" hangingPunct="1"/>
            <a:r>
              <a:rPr lang="en-US" altLang="en-US" sz="2000"/>
              <a:t>We grow a “</a:t>
            </a:r>
            <a:r>
              <a:rPr lang="en-US" altLang="en-US" sz="2000" b="1">
                <a:solidFill>
                  <a:schemeClr val="tx2"/>
                </a:solidFill>
              </a:rPr>
              <a:t>cloud</a:t>
            </a:r>
            <a:r>
              <a:rPr lang="en-US" altLang="en-US" sz="2000"/>
              <a:t>” of vertices, beginning with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and eventually covering all the vertices</a:t>
            </a:r>
          </a:p>
          <a:p>
            <a:pPr eaLnBrk="1" hangingPunct="1"/>
            <a:r>
              <a:rPr lang="en-US" altLang="en-US" sz="2000"/>
              <a:t>We store with each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a label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representing the distance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from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in the subgraph consisting of the cloud and its adjacent vertices</a:t>
            </a:r>
          </a:p>
          <a:p>
            <a:pPr eaLnBrk="1" hangingPunct="1"/>
            <a:r>
              <a:rPr lang="en-US" altLang="en-US" sz="2000"/>
              <a:t>At each step</a:t>
            </a:r>
          </a:p>
          <a:p>
            <a:pPr lvl="1" eaLnBrk="1" hangingPunct="1"/>
            <a:r>
              <a:rPr lang="en-US" altLang="en-US" sz="1800"/>
              <a:t>We add to the cloud the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u </a:t>
            </a:r>
            <a:r>
              <a:rPr lang="en-US" altLang="en-US" sz="1800"/>
              <a:t>outside the cloud with the smallest distance label,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en-US" altLang="en-US" sz="1800"/>
              <a:t>We update the labels of the vertices adjacent to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</a:t>
            </a:r>
          </a:p>
        </p:txBody>
      </p:sp>
      <p:pic>
        <p:nvPicPr>
          <p:cNvPr id="30726" name="Picture 5" descr="j01494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52400"/>
            <a:ext cx="1600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79EA91-1E3B-4F29-B613-4347B78805A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Edge Relaxation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3810000" cy="44196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To </a:t>
            </a:r>
            <a:r>
              <a:rPr lang="en-US" altLang="en-US" sz="2000" u="sng" dirty="0"/>
              <a:t>remove cycle</a:t>
            </a:r>
          </a:p>
          <a:p>
            <a:pPr eaLnBrk="1" hangingPunct="1"/>
            <a:r>
              <a:rPr lang="en-US" altLang="en-US" sz="2000" dirty="0"/>
              <a:t>Consider an edge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e </a:t>
            </a:r>
            <a:r>
              <a:rPr lang="en-US" altLang="en-US" sz="2000" b="1" i="1" dirty="0"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u,z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such that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u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/>
              <a:t>is the vertex most recently added to the cloud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/>
              <a:t> is not in the cloud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The relaxation of edge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e </a:t>
            </a:r>
            <a:r>
              <a:rPr lang="en-US" altLang="en-US" sz="2000" dirty="0"/>
              <a:t>updates distance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as follows: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	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min{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,d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u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weight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dirty="0">
                <a:latin typeface="Times New Roman" panose="02020603050405020304" pitchFamily="18" charset="0"/>
              </a:rPr>
              <a:t>)}</a:t>
            </a:r>
          </a:p>
        </p:txBody>
      </p:sp>
      <p:sp>
        <p:nvSpPr>
          <p:cNvPr id="31749" name="AutoShape 20"/>
          <p:cNvSpPr>
            <a:spLocks noChangeArrowheads="1"/>
          </p:cNvSpPr>
          <p:nvPr/>
        </p:nvSpPr>
        <p:spPr bwMode="auto">
          <a:xfrm rot="5400000">
            <a:off x="6324601" y="3971925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50" name="Rectangle 17"/>
          <p:cNvSpPr>
            <a:spLocks noChangeArrowheads="1"/>
          </p:cNvSpPr>
          <p:nvPr/>
        </p:nvSpPr>
        <p:spPr bwMode="auto">
          <a:xfrm>
            <a:off x="7708900" y="2286000"/>
            <a:ext cx="1098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75</a:t>
            </a:r>
          </a:p>
        </p:txBody>
      </p:sp>
      <p:sp>
        <p:nvSpPr>
          <p:cNvPr id="31751" name="Freeform 13"/>
          <p:cNvSpPr>
            <a:spLocks/>
          </p:cNvSpPr>
          <p:nvPr/>
        </p:nvSpPr>
        <p:spPr bwMode="auto">
          <a:xfrm>
            <a:off x="4300538" y="2065338"/>
            <a:ext cx="2844800" cy="1712912"/>
          </a:xfrm>
          <a:custGeom>
            <a:avLst/>
            <a:gdLst>
              <a:gd name="T0" fmla="*/ 2147483646 w 1792"/>
              <a:gd name="T1" fmla="*/ 2147483646 h 1079"/>
              <a:gd name="T2" fmla="*/ 2147483646 w 1792"/>
              <a:gd name="T3" fmla="*/ 2147483646 h 1079"/>
              <a:gd name="T4" fmla="*/ 2147483646 w 1792"/>
              <a:gd name="T5" fmla="*/ 2147483646 h 1079"/>
              <a:gd name="T6" fmla="*/ 2147483646 w 1792"/>
              <a:gd name="T7" fmla="*/ 2147483646 h 1079"/>
              <a:gd name="T8" fmla="*/ 2147483646 w 1792"/>
              <a:gd name="T9" fmla="*/ 2147483646 h 1079"/>
              <a:gd name="T10" fmla="*/ 2147483646 w 1792"/>
              <a:gd name="T11" fmla="*/ 2147483646 h 1079"/>
              <a:gd name="T12" fmla="*/ 2147483646 w 1792"/>
              <a:gd name="T13" fmla="*/ 2147483646 h 1079"/>
              <a:gd name="T14" fmla="*/ 2147483646 w 1792"/>
              <a:gd name="T15" fmla="*/ 2147483646 h 1079"/>
              <a:gd name="T16" fmla="*/ 2147483646 w 1792"/>
              <a:gd name="T17" fmla="*/ 2147483646 h 10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792" h="1079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8013700" y="2667000"/>
            <a:ext cx="277813" cy="2778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cxnSp>
        <p:nvCxnSpPr>
          <p:cNvPr id="31753" name="AutoShape 9"/>
          <p:cNvCxnSpPr>
            <a:cxnSpLocks noChangeShapeType="1"/>
            <a:stCxn id="31756" idx="7"/>
            <a:endCxn id="31757" idx="2"/>
          </p:cNvCxnSpPr>
          <p:nvPr/>
        </p:nvCxnSpPr>
        <p:spPr bwMode="auto">
          <a:xfrm rot="-5400000">
            <a:off x="5400675" y="1895475"/>
            <a:ext cx="500063" cy="18653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4" name="AutoShape 10"/>
          <p:cNvCxnSpPr>
            <a:cxnSpLocks noChangeShapeType="1"/>
            <a:stCxn id="31756" idx="6"/>
            <a:endCxn id="31758" idx="2"/>
          </p:cNvCxnSpPr>
          <p:nvPr/>
        </p:nvCxnSpPr>
        <p:spPr bwMode="auto">
          <a:xfrm>
            <a:off x="4772025" y="3189288"/>
            <a:ext cx="1587500" cy="16827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5" name="AutoShape 11"/>
          <p:cNvCxnSpPr>
            <a:cxnSpLocks noChangeShapeType="1"/>
            <a:stCxn id="31757" idx="6"/>
            <a:endCxn id="31752" idx="1"/>
          </p:cNvCxnSpPr>
          <p:nvPr/>
        </p:nvCxnSpPr>
        <p:spPr bwMode="auto">
          <a:xfrm>
            <a:off x="6894513" y="2578100"/>
            <a:ext cx="1160462" cy="120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56" name="Oval 5"/>
          <p:cNvSpPr>
            <a:spLocks noChangeArrowheads="1"/>
          </p:cNvSpPr>
          <p:nvPr/>
        </p:nvSpPr>
        <p:spPr bwMode="auto">
          <a:xfrm>
            <a:off x="4479925" y="3051175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31757" name="Oval 7"/>
          <p:cNvSpPr>
            <a:spLocks noChangeArrowheads="1"/>
          </p:cNvSpPr>
          <p:nvPr/>
        </p:nvSpPr>
        <p:spPr bwMode="auto">
          <a:xfrm>
            <a:off x="6596063" y="2438400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31758" name="Oval 14"/>
          <p:cNvSpPr>
            <a:spLocks noChangeArrowheads="1"/>
          </p:cNvSpPr>
          <p:nvPr/>
        </p:nvSpPr>
        <p:spPr bwMode="auto">
          <a:xfrm>
            <a:off x="6373813" y="3217863"/>
            <a:ext cx="277812" cy="2778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31759" name="AutoShape 15"/>
          <p:cNvCxnSpPr>
            <a:cxnSpLocks noChangeShapeType="1"/>
            <a:stCxn id="31758" idx="6"/>
            <a:endCxn id="31752" idx="3"/>
          </p:cNvCxnSpPr>
          <p:nvPr/>
        </p:nvCxnSpPr>
        <p:spPr bwMode="auto">
          <a:xfrm flipV="1">
            <a:off x="6670675" y="2913063"/>
            <a:ext cx="1384300" cy="4445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5994400" y="2128838"/>
            <a:ext cx="10461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50</a:t>
            </a:r>
            <a:endParaRPr lang="en-US" altLang="en-US" sz="18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1" name="Rectangle 18"/>
          <p:cNvSpPr>
            <a:spLocks noChangeArrowheads="1"/>
          </p:cNvSpPr>
          <p:nvPr/>
        </p:nvSpPr>
        <p:spPr bwMode="auto">
          <a:xfrm rot="230089">
            <a:off x="7327900" y="230505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31762" name="Rectangle 21"/>
          <p:cNvSpPr>
            <a:spLocks noChangeArrowheads="1"/>
          </p:cNvSpPr>
          <p:nvPr/>
        </p:nvSpPr>
        <p:spPr bwMode="auto">
          <a:xfrm>
            <a:off x="8231188" y="2743200"/>
            <a:ext cx="273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1763" name="Rectangle 22"/>
          <p:cNvSpPr>
            <a:spLocks noChangeArrowheads="1"/>
          </p:cNvSpPr>
          <p:nvPr/>
        </p:nvSpPr>
        <p:spPr bwMode="auto">
          <a:xfrm>
            <a:off x="4481513" y="2757488"/>
            <a:ext cx="273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4" name="Rectangle 23"/>
          <p:cNvSpPr>
            <a:spLocks noChangeArrowheads="1"/>
          </p:cNvSpPr>
          <p:nvPr/>
        </p:nvSpPr>
        <p:spPr bwMode="auto">
          <a:xfrm>
            <a:off x="6413500" y="25908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5" name="Rectangle 27"/>
          <p:cNvSpPr>
            <a:spLocks noChangeArrowheads="1"/>
          </p:cNvSpPr>
          <p:nvPr/>
        </p:nvSpPr>
        <p:spPr bwMode="auto">
          <a:xfrm>
            <a:off x="7707313" y="4756150"/>
            <a:ext cx="1098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31766" name="Freeform 28"/>
          <p:cNvSpPr>
            <a:spLocks/>
          </p:cNvSpPr>
          <p:nvPr/>
        </p:nvSpPr>
        <p:spPr bwMode="auto">
          <a:xfrm>
            <a:off x="4298950" y="4535488"/>
            <a:ext cx="2844800" cy="1712912"/>
          </a:xfrm>
          <a:custGeom>
            <a:avLst/>
            <a:gdLst>
              <a:gd name="T0" fmla="*/ 2147483646 w 1792"/>
              <a:gd name="T1" fmla="*/ 2147483646 h 1079"/>
              <a:gd name="T2" fmla="*/ 2147483646 w 1792"/>
              <a:gd name="T3" fmla="*/ 2147483646 h 1079"/>
              <a:gd name="T4" fmla="*/ 2147483646 w 1792"/>
              <a:gd name="T5" fmla="*/ 2147483646 h 1079"/>
              <a:gd name="T6" fmla="*/ 2147483646 w 1792"/>
              <a:gd name="T7" fmla="*/ 2147483646 h 1079"/>
              <a:gd name="T8" fmla="*/ 2147483646 w 1792"/>
              <a:gd name="T9" fmla="*/ 2147483646 h 1079"/>
              <a:gd name="T10" fmla="*/ 2147483646 w 1792"/>
              <a:gd name="T11" fmla="*/ 2147483646 h 1079"/>
              <a:gd name="T12" fmla="*/ 2147483646 w 1792"/>
              <a:gd name="T13" fmla="*/ 2147483646 h 1079"/>
              <a:gd name="T14" fmla="*/ 2147483646 w 1792"/>
              <a:gd name="T15" fmla="*/ 2147483646 h 1079"/>
              <a:gd name="T16" fmla="*/ 2147483646 w 1792"/>
              <a:gd name="T17" fmla="*/ 2147483646 h 10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792" h="1079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67" name="Oval 29"/>
          <p:cNvSpPr>
            <a:spLocks noChangeArrowheads="1"/>
          </p:cNvSpPr>
          <p:nvPr/>
        </p:nvSpPr>
        <p:spPr bwMode="auto">
          <a:xfrm>
            <a:off x="8012113" y="5137150"/>
            <a:ext cx="277812" cy="2778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cxnSp>
        <p:nvCxnSpPr>
          <p:cNvPr id="31768" name="AutoShape 30"/>
          <p:cNvCxnSpPr>
            <a:cxnSpLocks noChangeShapeType="1"/>
            <a:stCxn id="31771" idx="7"/>
            <a:endCxn id="31772" idx="2"/>
          </p:cNvCxnSpPr>
          <p:nvPr/>
        </p:nvCxnSpPr>
        <p:spPr bwMode="auto">
          <a:xfrm rot="-5400000">
            <a:off x="5399087" y="4365626"/>
            <a:ext cx="500063" cy="18653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9" name="AutoShape 31"/>
          <p:cNvCxnSpPr>
            <a:cxnSpLocks noChangeShapeType="1"/>
            <a:stCxn id="31771" idx="6"/>
            <a:endCxn id="31773" idx="2"/>
          </p:cNvCxnSpPr>
          <p:nvPr/>
        </p:nvCxnSpPr>
        <p:spPr bwMode="auto">
          <a:xfrm>
            <a:off x="4770438" y="5659438"/>
            <a:ext cx="1587500" cy="16827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0" name="AutoShape 32"/>
          <p:cNvCxnSpPr>
            <a:cxnSpLocks noChangeShapeType="1"/>
            <a:stCxn id="31772" idx="6"/>
            <a:endCxn id="31767" idx="1"/>
          </p:cNvCxnSpPr>
          <p:nvPr/>
        </p:nvCxnSpPr>
        <p:spPr bwMode="auto">
          <a:xfrm>
            <a:off x="6892925" y="5048250"/>
            <a:ext cx="1160463" cy="120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71" name="Oval 33"/>
          <p:cNvSpPr>
            <a:spLocks noChangeArrowheads="1"/>
          </p:cNvSpPr>
          <p:nvPr/>
        </p:nvSpPr>
        <p:spPr bwMode="auto">
          <a:xfrm>
            <a:off x="4478338" y="5521325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31772" name="Oval 34"/>
          <p:cNvSpPr>
            <a:spLocks noChangeArrowheads="1"/>
          </p:cNvSpPr>
          <p:nvPr/>
        </p:nvSpPr>
        <p:spPr bwMode="auto">
          <a:xfrm>
            <a:off x="6594475" y="4908550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31773" name="Oval 35"/>
          <p:cNvSpPr>
            <a:spLocks noChangeArrowheads="1"/>
          </p:cNvSpPr>
          <p:nvPr/>
        </p:nvSpPr>
        <p:spPr bwMode="auto">
          <a:xfrm>
            <a:off x="6372225" y="5688013"/>
            <a:ext cx="277813" cy="2778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31774" name="AutoShape 36"/>
          <p:cNvCxnSpPr>
            <a:cxnSpLocks noChangeShapeType="1"/>
            <a:stCxn id="31773" idx="6"/>
            <a:endCxn id="31767" idx="3"/>
          </p:cNvCxnSpPr>
          <p:nvPr/>
        </p:nvCxnSpPr>
        <p:spPr bwMode="auto">
          <a:xfrm flipV="1">
            <a:off x="6669088" y="5383213"/>
            <a:ext cx="1384300" cy="4445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75" name="Rectangle 37"/>
          <p:cNvSpPr>
            <a:spLocks noChangeArrowheads="1"/>
          </p:cNvSpPr>
          <p:nvPr/>
        </p:nvSpPr>
        <p:spPr bwMode="auto">
          <a:xfrm>
            <a:off x="5992813" y="4598988"/>
            <a:ext cx="10461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50</a:t>
            </a:r>
            <a:endParaRPr lang="en-US" altLang="en-US" sz="18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6" name="Rectangle 38"/>
          <p:cNvSpPr>
            <a:spLocks noChangeArrowheads="1"/>
          </p:cNvSpPr>
          <p:nvPr/>
        </p:nvSpPr>
        <p:spPr bwMode="auto">
          <a:xfrm rot="230089">
            <a:off x="7326313" y="47752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10</a:t>
            </a:r>
            <a:endParaRPr lang="en-US" altLang="en-US" sz="18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7" name="Rectangle 39"/>
          <p:cNvSpPr>
            <a:spLocks noChangeArrowheads="1"/>
          </p:cNvSpPr>
          <p:nvPr/>
        </p:nvSpPr>
        <p:spPr bwMode="auto">
          <a:xfrm>
            <a:off x="8229600" y="5213350"/>
            <a:ext cx="273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1778" name="Rectangle 40"/>
          <p:cNvSpPr>
            <a:spLocks noChangeArrowheads="1"/>
          </p:cNvSpPr>
          <p:nvPr/>
        </p:nvSpPr>
        <p:spPr bwMode="auto">
          <a:xfrm>
            <a:off x="4479925" y="5227638"/>
            <a:ext cx="273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9" name="Rectangle 41"/>
          <p:cNvSpPr>
            <a:spLocks noChangeArrowheads="1"/>
          </p:cNvSpPr>
          <p:nvPr/>
        </p:nvSpPr>
        <p:spPr bwMode="auto">
          <a:xfrm>
            <a:off x="6411913" y="506095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80" name="Picture 42" descr="j019835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46050"/>
            <a:ext cx="2044700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81" name="Text Box 43"/>
          <p:cNvSpPr txBox="1">
            <a:spLocks noChangeArrowheads="1"/>
          </p:cNvSpPr>
          <p:nvPr/>
        </p:nvSpPr>
        <p:spPr bwMode="auto">
          <a:xfrm>
            <a:off x="7181850" y="2514600"/>
            <a:ext cx="28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31782" name="Text Box 44"/>
          <p:cNvSpPr txBox="1">
            <a:spLocks noChangeArrowheads="1"/>
          </p:cNvSpPr>
          <p:nvPr/>
        </p:nvSpPr>
        <p:spPr bwMode="auto">
          <a:xfrm>
            <a:off x="7181850" y="5029200"/>
            <a:ext cx="28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B84597-9A6F-4289-8BFF-BC7C3FC4342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63574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Dijkstra’s - Detailed Steps</a:t>
            </a:r>
          </a:p>
        </p:txBody>
      </p:sp>
      <p:sp>
        <p:nvSpPr>
          <p:cNvPr id="32773" name="Oval 3"/>
          <p:cNvSpPr>
            <a:spLocks noChangeAspect="1" noChangeArrowheads="1"/>
          </p:cNvSpPr>
          <p:nvPr/>
        </p:nvSpPr>
        <p:spPr bwMode="auto">
          <a:xfrm>
            <a:off x="2135188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2774" name="Oval 4"/>
          <p:cNvSpPr>
            <a:spLocks noChangeAspect="1" noChangeArrowheads="1"/>
          </p:cNvSpPr>
          <p:nvPr/>
        </p:nvSpPr>
        <p:spPr bwMode="auto">
          <a:xfrm>
            <a:off x="762000" y="2254250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</a:p>
        </p:txBody>
      </p:sp>
      <p:sp>
        <p:nvSpPr>
          <p:cNvPr id="32775" name="Oval 5"/>
          <p:cNvSpPr>
            <a:spLocks noChangeAspect="1" noChangeArrowheads="1"/>
          </p:cNvSpPr>
          <p:nvPr/>
        </p:nvSpPr>
        <p:spPr bwMode="auto">
          <a:xfrm>
            <a:off x="2133600" y="1447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2776" name="Oval 6"/>
          <p:cNvSpPr>
            <a:spLocks noChangeAspect="1" noChangeArrowheads="1"/>
          </p:cNvSpPr>
          <p:nvPr/>
        </p:nvSpPr>
        <p:spPr bwMode="auto">
          <a:xfrm>
            <a:off x="1371600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2777" name="AutoShape 7"/>
          <p:cNvCxnSpPr>
            <a:cxnSpLocks noChangeAspect="1" noChangeShapeType="1"/>
            <a:stCxn id="32775" idx="2"/>
            <a:endCxn id="32774" idx="0"/>
          </p:cNvCxnSpPr>
          <p:nvPr/>
        </p:nvCxnSpPr>
        <p:spPr bwMode="auto">
          <a:xfrm rot="10800000" flipV="1">
            <a:off x="944563" y="1630363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8" name="AutoShape 8"/>
          <p:cNvCxnSpPr>
            <a:cxnSpLocks noChangeAspect="1" noChangeShapeType="1"/>
            <a:stCxn id="32776" idx="2"/>
            <a:endCxn id="32774" idx="4"/>
          </p:cNvCxnSpPr>
          <p:nvPr/>
        </p:nvCxnSpPr>
        <p:spPr bwMode="auto">
          <a:xfrm rot="10800000">
            <a:off x="944563" y="26289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9" name="AutoShape 9"/>
          <p:cNvCxnSpPr>
            <a:cxnSpLocks noChangeAspect="1" noChangeShapeType="1"/>
            <a:stCxn id="32776" idx="6"/>
            <a:endCxn id="32773" idx="3"/>
          </p:cNvCxnSpPr>
          <p:nvPr/>
        </p:nvCxnSpPr>
        <p:spPr bwMode="auto">
          <a:xfrm flipV="1">
            <a:off x="1746250" y="2576513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0" name="AutoShape 10"/>
          <p:cNvCxnSpPr>
            <a:cxnSpLocks noChangeAspect="1" noChangeShapeType="1"/>
            <a:stCxn id="32775" idx="4"/>
            <a:endCxn id="32773" idx="0"/>
          </p:cNvCxnSpPr>
          <p:nvPr/>
        </p:nvCxnSpPr>
        <p:spPr bwMode="auto">
          <a:xfrm>
            <a:off x="2316163" y="1831975"/>
            <a:ext cx="1587" cy="41116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1" name="AutoShape 11"/>
          <p:cNvCxnSpPr>
            <a:cxnSpLocks noChangeAspect="1" noChangeShapeType="1"/>
            <a:stCxn id="32774" idx="6"/>
            <a:endCxn id="32773" idx="2"/>
          </p:cNvCxnSpPr>
          <p:nvPr/>
        </p:nvCxnSpPr>
        <p:spPr bwMode="auto">
          <a:xfrm>
            <a:off x="1136650" y="24368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82" name="Oval 12"/>
          <p:cNvSpPr>
            <a:spLocks noChangeAspect="1" noChangeArrowheads="1"/>
          </p:cNvSpPr>
          <p:nvPr/>
        </p:nvSpPr>
        <p:spPr bwMode="auto">
          <a:xfrm>
            <a:off x="3497263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32783" name="AutoShape 13"/>
          <p:cNvCxnSpPr>
            <a:cxnSpLocks noChangeAspect="1" noChangeShapeType="1"/>
            <a:stCxn id="32786" idx="6"/>
            <a:endCxn id="32782" idx="4"/>
          </p:cNvCxnSpPr>
          <p:nvPr/>
        </p:nvCxnSpPr>
        <p:spPr bwMode="auto">
          <a:xfrm flipV="1">
            <a:off x="3260725" y="26289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4" name="AutoShape 14"/>
          <p:cNvCxnSpPr>
            <a:cxnSpLocks noChangeAspect="1" noChangeShapeType="1"/>
            <a:stCxn id="32782" idx="0"/>
            <a:endCxn id="32775" idx="6"/>
          </p:cNvCxnSpPr>
          <p:nvPr/>
        </p:nvCxnSpPr>
        <p:spPr bwMode="auto">
          <a:xfrm rot="5400000" flipH="1">
            <a:off x="2792412" y="1355726"/>
            <a:ext cx="612775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5" name="AutoShape 15"/>
          <p:cNvCxnSpPr>
            <a:cxnSpLocks noChangeAspect="1" noChangeShapeType="1"/>
            <a:stCxn id="32773" idx="6"/>
            <a:endCxn id="32782" idx="2"/>
          </p:cNvCxnSpPr>
          <p:nvPr/>
        </p:nvCxnSpPr>
        <p:spPr bwMode="auto">
          <a:xfrm>
            <a:off x="2509838" y="24368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86" name="Oval 16"/>
          <p:cNvSpPr>
            <a:spLocks noChangeAspect="1" noChangeArrowheads="1"/>
          </p:cNvSpPr>
          <p:nvPr/>
        </p:nvSpPr>
        <p:spPr bwMode="auto">
          <a:xfrm>
            <a:off x="2886075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2787" name="AutoShape 17"/>
          <p:cNvCxnSpPr>
            <a:cxnSpLocks noChangeAspect="1" noChangeShapeType="1"/>
            <a:stCxn id="32773" idx="5"/>
            <a:endCxn id="32786" idx="2"/>
          </p:cNvCxnSpPr>
          <p:nvPr/>
        </p:nvCxnSpPr>
        <p:spPr bwMode="auto">
          <a:xfrm rot="16200000" flipH="1">
            <a:off x="2327275" y="26971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90" name="AutoShape 20"/>
          <p:cNvSpPr>
            <a:spLocks noChangeArrowheads="1"/>
          </p:cNvSpPr>
          <p:nvPr/>
        </p:nvSpPr>
        <p:spPr bwMode="auto">
          <a:xfrm rot="5400000">
            <a:off x="2138363" y="35671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97" name="Text Box 27"/>
          <p:cNvSpPr txBox="1">
            <a:spLocks noChangeArrowheads="1"/>
          </p:cNvSpPr>
          <p:nvPr/>
        </p:nvSpPr>
        <p:spPr bwMode="auto">
          <a:xfrm>
            <a:off x="3206750" y="1462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98" name="Text Box 28"/>
          <p:cNvSpPr txBox="1">
            <a:spLocks noChangeArrowheads="1"/>
          </p:cNvSpPr>
          <p:nvPr/>
        </p:nvSpPr>
        <p:spPr bwMode="auto">
          <a:xfrm>
            <a:off x="1066800" y="1524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2799" name="Text Box 33"/>
          <p:cNvSpPr txBox="1">
            <a:spLocks noChangeArrowheads="1"/>
          </p:cNvSpPr>
          <p:nvPr/>
        </p:nvSpPr>
        <p:spPr bwMode="auto">
          <a:xfrm>
            <a:off x="14478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800" name="Text Box 34"/>
          <p:cNvSpPr txBox="1">
            <a:spLocks noChangeArrowheads="1"/>
          </p:cNvSpPr>
          <p:nvPr/>
        </p:nvSpPr>
        <p:spPr bwMode="auto">
          <a:xfrm>
            <a:off x="28956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01" name="Text Box 35"/>
          <p:cNvSpPr txBox="1">
            <a:spLocks noChangeArrowheads="1"/>
          </p:cNvSpPr>
          <p:nvPr/>
        </p:nvSpPr>
        <p:spPr bwMode="auto">
          <a:xfrm>
            <a:off x="7620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802" name="Text Box 37"/>
          <p:cNvSpPr txBox="1">
            <a:spLocks noChangeArrowheads="1"/>
          </p:cNvSpPr>
          <p:nvPr/>
        </p:nvSpPr>
        <p:spPr bwMode="auto">
          <a:xfrm>
            <a:off x="35052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803" name="Text Box 38"/>
          <p:cNvSpPr txBox="1">
            <a:spLocks noChangeArrowheads="1"/>
          </p:cNvSpPr>
          <p:nvPr/>
        </p:nvSpPr>
        <p:spPr bwMode="auto">
          <a:xfrm>
            <a:off x="1981200" y="1828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804" name="Text Box 39"/>
          <p:cNvSpPr txBox="1">
            <a:spLocks noChangeArrowheads="1"/>
          </p:cNvSpPr>
          <p:nvPr/>
        </p:nvSpPr>
        <p:spPr bwMode="auto">
          <a:xfrm>
            <a:off x="18288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805" name="Text Box 40"/>
          <p:cNvSpPr txBox="1">
            <a:spLocks noChangeArrowheads="1"/>
          </p:cNvSpPr>
          <p:nvPr/>
        </p:nvSpPr>
        <p:spPr bwMode="auto">
          <a:xfrm>
            <a:off x="24765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" name="Freeform 71">
            <a:extLst>
              <a:ext uri="{FF2B5EF4-FFF2-40B4-BE49-F238E27FC236}">
                <a16:creationId xmlns:a16="http://schemas.microsoft.com/office/drawing/2014/main" id="{2299DB80-7383-D405-A5F8-26B079027261}"/>
              </a:ext>
            </a:extLst>
          </p:cNvPr>
          <p:cNvSpPr>
            <a:spLocks/>
          </p:cNvSpPr>
          <p:nvPr/>
        </p:nvSpPr>
        <p:spPr bwMode="auto">
          <a:xfrm>
            <a:off x="1858963" y="4027488"/>
            <a:ext cx="1044575" cy="736600"/>
          </a:xfrm>
          <a:custGeom>
            <a:avLst/>
            <a:gdLst>
              <a:gd name="T0" fmla="*/ 2147483646 w 658"/>
              <a:gd name="T1" fmla="*/ 2147483646 h 464"/>
              <a:gd name="T2" fmla="*/ 2147483646 w 658"/>
              <a:gd name="T3" fmla="*/ 2147483646 h 464"/>
              <a:gd name="T4" fmla="*/ 2147483646 w 658"/>
              <a:gd name="T5" fmla="*/ 2147483646 h 464"/>
              <a:gd name="T6" fmla="*/ 2147483646 w 658"/>
              <a:gd name="T7" fmla="*/ 2147483646 h 464"/>
              <a:gd name="T8" fmla="*/ 2147483646 w 658"/>
              <a:gd name="T9" fmla="*/ 2147483646 h 4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58" h="464">
                <a:moveTo>
                  <a:pt x="329" y="13"/>
                </a:moveTo>
                <a:cubicBezTo>
                  <a:pt x="437" y="26"/>
                  <a:pt x="658" y="186"/>
                  <a:pt x="653" y="259"/>
                </a:cubicBezTo>
                <a:cubicBezTo>
                  <a:pt x="647" y="328"/>
                  <a:pt x="407" y="464"/>
                  <a:pt x="299" y="451"/>
                </a:cubicBezTo>
                <a:cubicBezTo>
                  <a:pt x="191" y="438"/>
                  <a:pt x="0" y="254"/>
                  <a:pt x="5" y="181"/>
                </a:cubicBezTo>
                <a:cubicBezTo>
                  <a:pt x="10" y="108"/>
                  <a:pt x="221" y="0"/>
                  <a:pt x="329" y="1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B99D96A9-E9DA-A4D6-5FF4-D9D2242C93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5188" y="50736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A75546B7-33E8-2B65-81F5-4B3E8404B0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5073650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D91E2FAA-51C5-68B2-F395-D8D25A41C2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42672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2B85919E-F466-4EED-E9CC-097907539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58816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27478D85-6A21-F4DF-BE22-0202CB7FC32F}"/>
              </a:ext>
            </a:extLst>
          </p:cNvPr>
          <p:cNvCxnSpPr>
            <a:cxnSpLocks noChangeAspect="1" noChangeShapeType="1"/>
            <a:stCxn id="5" idx="2"/>
            <a:endCxn id="4" idx="0"/>
          </p:cNvCxnSpPr>
          <p:nvPr/>
        </p:nvCxnSpPr>
        <p:spPr bwMode="auto">
          <a:xfrm rot="10800000" flipV="1">
            <a:off x="944563" y="4449763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2E007109-BF35-239B-CD43-7A6DD4F5020A}"/>
              </a:ext>
            </a:extLst>
          </p:cNvPr>
          <p:cNvCxnSpPr>
            <a:cxnSpLocks noChangeAspect="1" noChangeShapeType="1"/>
            <a:stCxn id="6" idx="2"/>
            <a:endCxn id="4" idx="4"/>
          </p:cNvCxnSpPr>
          <p:nvPr/>
        </p:nvCxnSpPr>
        <p:spPr bwMode="auto">
          <a:xfrm rot="10800000">
            <a:off x="944563" y="54483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81AF629D-742F-5333-6E51-B5015CDFEF02}"/>
              </a:ext>
            </a:extLst>
          </p:cNvPr>
          <p:cNvCxnSpPr>
            <a:cxnSpLocks noChangeAspect="1" noChangeShapeType="1"/>
            <a:stCxn id="6" idx="6"/>
            <a:endCxn id="3" idx="3"/>
          </p:cNvCxnSpPr>
          <p:nvPr/>
        </p:nvCxnSpPr>
        <p:spPr bwMode="auto">
          <a:xfrm flipV="1">
            <a:off x="1746250" y="5395913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18B10E1A-E202-C0CD-9596-14E2D73569BD}"/>
              </a:ext>
            </a:extLst>
          </p:cNvPr>
          <p:cNvCxnSpPr>
            <a:cxnSpLocks noChangeAspect="1" noChangeShapeType="1"/>
            <a:stCxn id="5" idx="4"/>
            <a:endCxn id="3" idx="0"/>
          </p:cNvCxnSpPr>
          <p:nvPr/>
        </p:nvCxnSpPr>
        <p:spPr bwMode="auto">
          <a:xfrm>
            <a:off x="2316163" y="4651375"/>
            <a:ext cx="1587" cy="41116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05A56AEF-5483-D84E-678F-053214162D18}"/>
              </a:ext>
            </a:extLst>
          </p:cNvPr>
          <p:cNvCxnSpPr>
            <a:cxnSpLocks noChangeAspect="1" noChangeShapeType="1"/>
            <a:stCxn id="4" idx="6"/>
            <a:endCxn id="3" idx="2"/>
          </p:cNvCxnSpPr>
          <p:nvPr/>
        </p:nvCxnSpPr>
        <p:spPr bwMode="auto">
          <a:xfrm>
            <a:off x="1136650" y="52562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2">
            <a:extLst>
              <a:ext uri="{FF2B5EF4-FFF2-40B4-BE49-F238E27FC236}">
                <a16:creationId xmlns:a16="http://schemas.microsoft.com/office/drawing/2014/main" id="{963E0F88-6A81-3B09-C345-10CD3A1FB7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97263" y="50736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54B30498-6D38-D9D8-06FC-F35162FF1600}"/>
              </a:ext>
            </a:extLst>
          </p:cNvPr>
          <p:cNvCxnSpPr>
            <a:cxnSpLocks noChangeAspect="1" noChangeShapeType="1"/>
            <a:stCxn id="16" idx="6"/>
            <a:endCxn id="12" idx="4"/>
          </p:cNvCxnSpPr>
          <p:nvPr/>
        </p:nvCxnSpPr>
        <p:spPr bwMode="auto">
          <a:xfrm flipV="1">
            <a:off x="3260725" y="54483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595A055E-DF8C-ED1B-CEF7-D6E70A75E3FE}"/>
              </a:ext>
            </a:extLst>
          </p:cNvPr>
          <p:cNvCxnSpPr>
            <a:cxnSpLocks noChangeAspect="1" noChangeShapeType="1"/>
            <a:stCxn id="12" idx="0"/>
            <a:endCxn id="5" idx="6"/>
          </p:cNvCxnSpPr>
          <p:nvPr/>
        </p:nvCxnSpPr>
        <p:spPr bwMode="auto">
          <a:xfrm rot="5400000" flipH="1">
            <a:off x="2792412" y="4175126"/>
            <a:ext cx="612775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15">
            <a:extLst>
              <a:ext uri="{FF2B5EF4-FFF2-40B4-BE49-F238E27FC236}">
                <a16:creationId xmlns:a16="http://schemas.microsoft.com/office/drawing/2014/main" id="{6A9DCAFC-D136-603D-F4B8-2855F2C4A407}"/>
              </a:ext>
            </a:extLst>
          </p:cNvPr>
          <p:cNvCxnSpPr>
            <a:cxnSpLocks noChangeAspect="1" noChangeShapeType="1"/>
            <a:stCxn id="3" idx="6"/>
            <a:endCxn id="12" idx="2"/>
          </p:cNvCxnSpPr>
          <p:nvPr/>
        </p:nvCxnSpPr>
        <p:spPr bwMode="auto">
          <a:xfrm>
            <a:off x="2509838" y="52562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6">
            <a:extLst>
              <a:ext uri="{FF2B5EF4-FFF2-40B4-BE49-F238E27FC236}">
                <a16:creationId xmlns:a16="http://schemas.microsoft.com/office/drawing/2014/main" id="{61E52F43-B62D-D393-9B45-CBCFFE0467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86075" y="58816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09FE7F03-9225-DF00-7E4E-B1C129E8CD46}"/>
              </a:ext>
            </a:extLst>
          </p:cNvPr>
          <p:cNvCxnSpPr>
            <a:cxnSpLocks noChangeAspect="1" noChangeShapeType="1"/>
            <a:stCxn id="3" idx="5"/>
            <a:endCxn id="16" idx="2"/>
          </p:cNvCxnSpPr>
          <p:nvPr/>
        </p:nvCxnSpPr>
        <p:spPr bwMode="auto">
          <a:xfrm rot="16200000" flipH="1">
            <a:off x="2327275" y="55165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21">
            <a:extLst>
              <a:ext uri="{FF2B5EF4-FFF2-40B4-BE49-F238E27FC236}">
                <a16:creationId xmlns:a16="http://schemas.microsoft.com/office/drawing/2014/main" id="{FD21ADF3-2261-45DC-ABCF-6308B9D09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4038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087FE83A-1162-4287-EB9D-2F716BE65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4865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6BA52EDA-5EAE-0696-32E5-CBA05D891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4865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83604E3D-F613-2CF3-AA85-1E6BEAF38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4865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2" name="Text Box 25">
            <a:extLst>
              <a:ext uri="{FF2B5EF4-FFF2-40B4-BE49-F238E27FC236}">
                <a16:creationId xmlns:a16="http://schemas.microsoft.com/office/drawing/2014/main" id="{4B58ABD1-3AE5-3E63-7A6E-24CDA6D83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584825"/>
            <a:ext cx="347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C75622C8-4E28-39A4-0200-4D1C46D5A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5584825"/>
            <a:ext cx="347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4" name="Text Box 27">
            <a:extLst>
              <a:ext uri="{FF2B5EF4-FFF2-40B4-BE49-F238E27FC236}">
                <a16:creationId xmlns:a16="http://schemas.microsoft.com/office/drawing/2014/main" id="{D8318516-10BD-902F-B0AC-7B6EF185C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0" y="4281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0D54721A-28E5-6F59-A86B-7227F0729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343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DDEE2D01-46AE-A748-3EFB-315EC15FF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76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7" name="Text Box 34">
            <a:extLst>
              <a:ext uri="{FF2B5EF4-FFF2-40B4-BE49-F238E27FC236}">
                <a16:creationId xmlns:a16="http://schemas.microsoft.com/office/drawing/2014/main" id="{A929294D-F73E-F404-0993-01340F42F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876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" name="Text Box 35">
            <a:extLst>
              <a:ext uri="{FF2B5EF4-FFF2-40B4-BE49-F238E27FC236}">
                <a16:creationId xmlns:a16="http://schemas.microsoft.com/office/drawing/2014/main" id="{E1EF3A2A-6BEA-3894-0ABB-5C8D2F118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7531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id="{3B2B060D-CF71-1D7A-E132-A0C0D9F3A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7531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0" name="Text Box 38">
            <a:extLst>
              <a:ext uri="{FF2B5EF4-FFF2-40B4-BE49-F238E27FC236}">
                <a16:creationId xmlns:a16="http://schemas.microsoft.com/office/drawing/2014/main" id="{EC2B6B89-279F-2D13-450F-9C02C7BD1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648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" name="Text Box 39">
            <a:extLst>
              <a:ext uri="{FF2B5EF4-FFF2-40B4-BE49-F238E27FC236}">
                <a16:creationId xmlns:a16="http://schemas.microsoft.com/office/drawing/2014/main" id="{9287B115-2B3E-A47A-C278-5702CFF6C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486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C0D48E05-E82E-5C45-97BC-A56C61175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5486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B64D3E40-8072-61CF-046F-46D1896FAFA1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3974431" y="3543300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4" name="Freeform 72">
            <a:extLst>
              <a:ext uri="{FF2B5EF4-FFF2-40B4-BE49-F238E27FC236}">
                <a16:creationId xmlns:a16="http://schemas.microsoft.com/office/drawing/2014/main" id="{364FC3E1-6AA4-55FB-12F4-06F7649F8586}"/>
              </a:ext>
            </a:extLst>
          </p:cNvPr>
          <p:cNvSpPr>
            <a:spLocks/>
          </p:cNvSpPr>
          <p:nvPr/>
        </p:nvSpPr>
        <p:spPr bwMode="auto">
          <a:xfrm>
            <a:off x="6394450" y="1320800"/>
            <a:ext cx="1073150" cy="1536700"/>
          </a:xfrm>
          <a:custGeom>
            <a:avLst/>
            <a:gdLst>
              <a:gd name="T0" fmla="*/ 2147483646 w 676"/>
              <a:gd name="T1" fmla="*/ 2147483646 h 968"/>
              <a:gd name="T2" fmla="*/ 2147483646 w 676"/>
              <a:gd name="T3" fmla="*/ 2147483646 h 968"/>
              <a:gd name="T4" fmla="*/ 2147483646 w 676"/>
              <a:gd name="T5" fmla="*/ 2147483646 h 968"/>
              <a:gd name="T6" fmla="*/ 2147483646 w 676"/>
              <a:gd name="T7" fmla="*/ 2147483646 h 968"/>
              <a:gd name="T8" fmla="*/ 2147483646 w 676"/>
              <a:gd name="T9" fmla="*/ 2147483646 h 968"/>
              <a:gd name="T10" fmla="*/ 2147483646 w 676"/>
              <a:gd name="T11" fmla="*/ 2147483646 h 968"/>
              <a:gd name="T12" fmla="*/ 2147483646 w 676"/>
              <a:gd name="T13" fmla="*/ 2147483646 h 9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76" h="968">
                <a:moveTo>
                  <a:pt x="370" y="7"/>
                </a:moveTo>
                <a:cubicBezTo>
                  <a:pt x="468" y="14"/>
                  <a:pt x="604" y="72"/>
                  <a:pt x="640" y="181"/>
                </a:cubicBezTo>
                <a:cubicBezTo>
                  <a:pt x="676" y="290"/>
                  <a:pt x="640" y="531"/>
                  <a:pt x="586" y="661"/>
                </a:cubicBezTo>
                <a:cubicBezTo>
                  <a:pt x="532" y="791"/>
                  <a:pt x="404" y="968"/>
                  <a:pt x="316" y="961"/>
                </a:cubicBezTo>
                <a:cubicBezTo>
                  <a:pt x="228" y="954"/>
                  <a:pt x="102" y="756"/>
                  <a:pt x="58" y="619"/>
                </a:cubicBezTo>
                <a:cubicBezTo>
                  <a:pt x="14" y="482"/>
                  <a:pt x="0" y="241"/>
                  <a:pt x="52" y="139"/>
                </a:cubicBezTo>
                <a:cubicBezTo>
                  <a:pt x="104" y="37"/>
                  <a:pt x="272" y="0"/>
                  <a:pt x="370" y="7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" name="Oval 73">
            <a:extLst>
              <a:ext uri="{FF2B5EF4-FFF2-40B4-BE49-F238E27FC236}">
                <a16:creationId xmlns:a16="http://schemas.microsoft.com/office/drawing/2014/main" id="{614AB844-621D-1806-9678-C2510859B1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2178050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6" name="Oval 74">
            <a:extLst>
              <a:ext uri="{FF2B5EF4-FFF2-40B4-BE49-F238E27FC236}">
                <a16:creationId xmlns:a16="http://schemas.microsoft.com/office/drawing/2014/main" id="{566822C7-CE3E-715E-108F-E99CAFD608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2178050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7" name="Oval 75">
            <a:extLst>
              <a:ext uri="{FF2B5EF4-FFF2-40B4-BE49-F238E27FC236}">
                <a16:creationId xmlns:a16="http://schemas.microsoft.com/office/drawing/2014/main" id="{DFDA8351-3834-DD28-175A-08DC8D192E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5600" y="1371600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8" name="Oval 76">
            <a:extLst>
              <a:ext uri="{FF2B5EF4-FFF2-40B4-BE49-F238E27FC236}">
                <a16:creationId xmlns:a16="http://schemas.microsoft.com/office/drawing/2014/main" id="{5F66D253-EE67-3EAC-4030-6CE0B420EE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986087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9" name="AutoShape 77">
            <a:extLst>
              <a:ext uri="{FF2B5EF4-FFF2-40B4-BE49-F238E27FC236}">
                <a16:creationId xmlns:a16="http://schemas.microsoft.com/office/drawing/2014/main" id="{4C622AFB-0477-3B81-9B0E-C30C1B64CA9E}"/>
              </a:ext>
            </a:extLst>
          </p:cNvPr>
          <p:cNvCxnSpPr>
            <a:cxnSpLocks noChangeAspect="1" noChangeShapeType="1"/>
            <a:stCxn id="37" idx="2"/>
            <a:endCxn id="36" idx="0"/>
          </p:cNvCxnSpPr>
          <p:nvPr/>
        </p:nvCxnSpPr>
        <p:spPr bwMode="auto">
          <a:xfrm rot="10800000" flipV="1">
            <a:off x="5516563" y="1554162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AutoShape 78">
            <a:extLst>
              <a:ext uri="{FF2B5EF4-FFF2-40B4-BE49-F238E27FC236}">
                <a16:creationId xmlns:a16="http://schemas.microsoft.com/office/drawing/2014/main" id="{A688C335-A39C-9B43-1FFC-5795043D3752}"/>
              </a:ext>
            </a:extLst>
          </p:cNvPr>
          <p:cNvCxnSpPr>
            <a:cxnSpLocks noChangeAspect="1" noChangeShapeType="1"/>
            <a:stCxn id="38" idx="2"/>
            <a:endCxn id="36" idx="4"/>
          </p:cNvCxnSpPr>
          <p:nvPr/>
        </p:nvCxnSpPr>
        <p:spPr bwMode="auto">
          <a:xfrm rot="10800000">
            <a:off x="5516563" y="25527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79">
            <a:extLst>
              <a:ext uri="{FF2B5EF4-FFF2-40B4-BE49-F238E27FC236}">
                <a16:creationId xmlns:a16="http://schemas.microsoft.com/office/drawing/2014/main" id="{2007017D-4BE4-A68E-F78A-B65E53AFD97F}"/>
              </a:ext>
            </a:extLst>
          </p:cNvPr>
          <p:cNvCxnSpPr>
            <a:cxnSpLocks noChangeAspect="1" noChangeShapeType="1"/>
            <a:stCxn id="38" idx="6"/>
            <a:endCxn id="35" idx="3"/>
          </p:cNvCxnSpPr>
          <p:nvPr/>
        </p:nvCxnSpPr>
        <p:spPr bwMode="auto">
          <a:xfrm flipV="1">
            <a:off x="6318250" y="2509837"/>
            <a:ext cx="441325" cy="6588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80">
            <a:extLst>
              <a:ext uri="{FF2B5EF4-FFF2-40B4-BE49-F238E27FC236}">
                <a16:creationId xmlns:a16="http://schemas.microsoft.com/office/drawing/2014/main" id="{FF737BA1-02C6-5274-E277-B0FCFC5E43F1}"/>
              </a:ext>
            </a:extLst>
          </p:cNvPr>
          <p:cNvCxnSpPr>
            <a:cxnSpLocks noChangeAspect="1" noChangeShapeType="1"/>
            <a:stCxn id="37" idx="4"/>
            <a:endCxn id="35" idx="0"/>
          </p:cNvCxnSpPr>
          <p:nvPr/>
        </p:nvCxnSpPr>
        <p:spPr bwMode="auto">
          <a:xfrm>
            <a:off x="6888163" y="1755775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81">
            <a:extLst>
              <a:ext uri="{FF2B5EF4-FFF2-40B4-BE49-F238E27FC236}">
                <a16:creationId xmlns:a16="http://schemas.microsoft.com/office/drawing/2014/main" id="{E53F32D3-4C50-E388-CF43-BEA4A59CC1D9}"/>
              </a:ext>
            </a:extLst>
          </p:cNvPr>
          <p:cNvCxnSpPr>
            <a:cxnSpLocks noChangeAspect="1" noChangeShapeType="1"/>
            <a:stCxn id="36" idx="6"/>
            <a:endCxn id="35" idx="2"/>
          </p:cNvCxnSpPr>
          <p:nvPr/>
        </p:nvCxnSpPr>
        <p:spPr bwMode="auto">
          <a:xfrm>
            <a:off x="5708650" y="2360612"/>
            <a:ext cx="9779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Oval 82">
            <a:extLst>
              <a:ext uri="{FF2B5EF4-FFF2-40B4-BE49-F238E27FC236}">
                <a16:creationId xmlns:a16="http://schemas.microsoft.com/office/drawing/2014/main" id="{95185F10-89CC-EF50-6060-40A5758EC5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69263" y="2178050"/>
            <a:ext cx="366712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5" name="AutoShape 83">
            <a:extLst>
              <a:ext uri="{FF2B5EF4-FFF2-40B4-BE49-F238E27FC236}">
                <a16:creationId xmlns:a16="http://schemas.microsoft.com/office/drawing/2014/main" id="{97203C88-CB43-497E-12B0-B9A087A5AE42}"/>
              </a:ext>
            </a:extLst>
          </p:cNvPr>
          <p:cNvCxnSpPr>
            <a:cxnSpLocks noChangeAspect="1" noChangeShapeType="1"/>
            <a:stCxn id="48" idx="6"/>
            <a:endCxn id="44" idx="4"/>
          </p:cNvCxnSpPr>
          <p:nvPr/>
        </p:nvCxnSpPr>
        <p:spPr bwMode="auto">
          <a:xfrm flipV="1">
            <a:off x="7832725" y="25527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84">
            <a:extLst>
              <a:ext uri="{FF2B5EF4-FFF2-40B4-BE49-F238E27FC236}">
                <a16:creationId xmlns:a16="http://schemas.microsoft.com/office/drawing/2014/main" id="{28455266-85C4-BD71-5B6B-B0979162FBB3}"/>
              </a:ext>
            </a:extLst>
          </p:cNvPr>
          <p:cNvCxnSpPr>
            <a:cxnSpLocks noChangeAspect="1" noChangeShapeType="1"/>
            <a:stCxn id="44" idx="0"/>
            <a:endCxn id="37" idx="6"/>
          </p:cNvCxnSpPr>
          <p:nvPr/>
        </p:nvCxnSpPr>
        <p:spPr bwMode="auto">
          <a:xfrm rot="5400000" flipH="1">
            <a:off x="7364412" y="1279525"/>
            <a:ext cx="612775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85">
            <a:extLst>
              <a:ext uri="{FF2B5EF4-FFF2-40B4-BE49-F238E27FC236}">
                <a16:creationId xmlns:a16="http://schemas.microsoft.com/office/drawing/2014/main" id="{09D4E2AB-4823-8D36-2D51-00B059FBDE7A}"/>
              </a:ext>
            </a:extLst>
          </p:cNvPr>
          <p:cNvCxnSpPr>
            <a:cxnSpLocks noChangeAspect="1" noChangeShapeType="1"/>
            <a:stCxn id="35" idx="6"/>
            <a:endCxn id="44" idx="2"/>
          </p:cNvCxnSpPr>
          <p:nvPr/>
        </p:nvCxnSpPr>
        <p:spPr bwMode="auto">
          <a:xfrm>
            <a:off x="7091363" y="2360612"/>
            <a:ext cx="966787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86">
            <a:extLst>
              <a:ext uri="{FF2B5EF4-FFF2-40B4-BE49-F238E27FC236}">
                <a16:creationId xmlns:a16="http://schemas.microsoft.com/office/drawing/2014/main" id="{E991EA37-055F-C260-A3DA-FD20F7D7DF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58075" y="2986087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9" name="AutoShape 87">
            <a:extLst>
              <a:ext uri="{FF2B5EF4-FFF2-40B4-BE49-F238E27FC236}">
                <a16:creationId xmlns:a16="http://schemas.microsoft.com/office/drawing/2014/main" id="{8988D689-3DEE-317E-4BEE-B3935DB58F56}"/>
              </a:ext>
            </a:extLst>
          </p:cNvPr>
          <p:cNvCxnSpPr>
            <a:cxnSpLocks noChangeAspect="1" noChangeShapeType="1"/>
            <a:stCxn id="35" idx="5"/>
            <a:endCxn id="48" idx="2"/>
          </p:cNvCxnSpPr>
          <p:nvPr/>
        </p:nvCxnSpPr>
        <p:spPr bwMode="auto">
          <a:xfrm rot="16200000" flipH="1">
            <a:off x="6904037" y="2625725"/>
            <a:ext cx="658813" cy="427038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Text Box 88">
            <a:extLst>
              <a:ext uri="{FF2B5EF4-FFF2-40B4-BE49-F238E27FC236}">
                <a16:creationId xmlns:a16="http://schemas.microsoft.com/office/drawing/2014/main" id="{6CB5536B-7B51-ECC9-1EDB-F7E302935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0" y="12954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" name="Text Box 89">
            <a:extLst>
              <a:ext uri="{FF2B5EF4-FFF2-40B4-BE49-F238E27FC236}">
                <a16:creationId xmlns:a16="http://schemas.microsoft.com/office/drawing/2014/main" id="{0D5E1E2A-623A-7532-A207-948581C66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1970087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2" name="Text Box 90">
            <a:extLst>
              <a:ext uri="{FF2B5EF4-FFF2-40B4-BE49-F238E27FC236}">
                <a16:creationId xmlns:a16="http://schemas.microsoft.com/office/drawing/2014/main" id="{04558B84-0B5B-A57F-25F6-AF9F17AA2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1970087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3" name="Text Box 91">
            <a:extLst>
              <a:ext uri="{FF2B5EF4-FFF2-40B4-BE49-F238E27FC236}">
                <a16:creationId xmlns:a16="http://schemas.microsoft.com/office/drawing/2014/main" id="{AC3F5B23-C2A9-8A28-4B91-843C55C54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1970087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4" name="Text Box 92">
            <a:extLst>
              <a:ext uri="{FF2B5EF4-FFF2-40B4-BE49-F238E27FC236}">
                <a16:creationId xmlns:a16="http://schemas.microsoft.com/office/drawing/2014/main" id="{A6DE57D5-1684-3870-2188-657B64ABF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0" y="2693987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5" name="Text Box 93">
            <a:extLst>
              <a:ext uri="{FF2B5EF4-FFF2-40B4-BE49-F238E27FC236}">
                <a16:creationId xmlns:a16="http://schemas.microsoft.com/office/drawing/2014/main" id="{F96F2795-CD03-DE56-72E5-63143239A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693987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11</a:t>
            </a:r>
          </a:p>
        </p:txBody>
      </p:sp>
      <p:sp>
        <p:nvSpPr>
          <p:cNvPr id="56" name="Text Box 94">
            <a:extLst>
              <a:ext uri="{FF2B5EF4-FFF2-40B4-BE49-F238E27FC236}">
                <a16:creationId xmlns:a16="http://schemas.microsoft.com/office/drawing/2014/main" id="{3C8ED76B-DC1B-05EF-4CA8-7C776588D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0" y="1385887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7" name="Text Box 95">
            <a:extLst>
              <a:ext uri="{FF2B5EF4-FFF2-40B4-BE49-F238E27FC236}">
                <a16:creationId xmlns:a16="http://schemas.microsoft.com/office/drawing/2014/main" id="{98F94F20-8BA3-A21F-8C15-96928C37C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4478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8" name="Text Box 96">
            <a:extLst>
              <a:ext uri="{FF2B5EF4-FFF2-40B4-BE49-F238E27FC236}">
                <a16:creationId xmlns:a16="http://schemas.microsoft.com/office/drawing/2014/main" id="{D25206A5-C39F-58BB-8EAB-85C1C2C9B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9812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9" name="Text Box 97">
            <a:extLst>
              <a:ext uri="{FF2B5EF4-FFF2-40B4-BE49-F238E27FC236}">
                <a16:creationId xmlns:a16="http://schemas.microsoft.com/office/drawing/2014/main" id="{1DCF6042-F92B-0AED-909A-4D6445A3C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9812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0" name="Text Box 98">
            <a:extLst>
              <a:ext uri="{FF2B5EF4-FFF2-40B4-BE49-F238E27FC236}">
                <a16:creationId xmlns:a16="http://schemas.microsoft.com/office/drawing/2014/main" id="{F63F62C4-2101-1E6A-BFFC-D7355212D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8575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1" name="Text Box 99">
            <a:extLst>
              <a:ext uri="{FF2B5EF4-FFF2-40B4-BE49-F238E27FC236}">
                <a16:creationId xmlns:a16="http://schemas.microsoft.com/office/drawing/2014/main" id="{4F209253-E218-3805-339F-6C78FF52B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8575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62" name="Text Box 100">
            <a:extLst>
              <a:ext uri="{FF2B5EF4-FFF2-40B4-BE49-F238E27FC236}">
                <a16:creationId xmlns:a16="http://schemas.microsoft.com/office/drawing/2014/main" id="{51054DB8-1DF3-2995-573B-4517AF72A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7526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3" name="Text Box 101">
            <a:extLst>
              <a:ext uri="{FF2B5EF4-FFF2-40B4-BE49-F238E27FC236}">
                <a16:creationId xmlns:a16="http://schemas.microsoft.com/office/drawing/2014/main" id="{B2812971-3A14-4635-F065-0A1393904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5908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68" name="Text Box 102">
            <a:extLst>
              <a:ext uri="{FF2B5EF4-FFF2-40B4-BE49-F238E27FC236}">
                <a16:creationId xmlns:a16="http://schemas.microsoft.com/office/drawing/2014/main" id="{332F2FCD-4483-BD9A-772D-94D986AEB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0" y="259080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769" name="AutoShape 18">
            <a:extLst>
              <a:ext uri="{FF2B5EF4-FFF2-40B4-BE49-F238E27FC236}">
                <a16:creationId xmlns:a16="http://schemas.microsoft.com/office/drawing/2014/main" id="{BA65DA24-61D1-639F-E06B-2DA9BDE1DCE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34163" y="35671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32900" name="Group 165">
            <a:extLst>
              <a:ext uri="{FF2B5EF4-FFF2-40B4-BE49-F238E27FC236}">
                <a16:creationId xmlns:a16="http://schemas.microsoft.com/office/drawing/2014/main" id="{F9D9EDE5-B8F4-7C39-A7DA-5BC5E5FE4912}"/>
              </a:ext>
            </a:extLst>
          </p:cNvPr>
          <p:cNvGrpSpPr>
            <a:grpSpLocks/>
          </p:cNvGrpSpPr>
          <p:nvPr/>
        </p:nvGrpSpPr>
        <p:grpSpPr bwMode="auto">
          <a:xfrm>
            <a:off x="5314950" y="3962400"/>
            <a:ext cx="3390900" cy="2227262"/>
            <a:chOff x="3396" y="901"/>
            <a:chExt cx="2136" cy="1403"/>
          </a:xfrm>
        </p:grpSpPr>
        <p:sp>
          <p:nvSpPr>
            <p:cNvPr id="32901" name="Freeform 103">
              <a:extLst>
                <a:ext uri="{FF2B5EF4-FFF2-40B4-BE49-F238E27FC236}">
                  <a16:creationId xmlns:a16="http://schemas.microsoft.com/office/drawing/2014/main" id="{31ED9C8B-2756-A382-D490-6158BB872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901"/>
              <a:ext cx="1479" cy="1042"/>
            </a:xfrm>
            <a:custGeom>
              <a:avLst/>
              <a:gdLst>
                <a:gd name="T0" fmla="*/ 447 w 1479"/>
                <a:gd name="T1" fmla="*/ 23 h 1042"/>
                <a:gd name="T2" fmla="*/ 1113 w 1479"/>
                <a:gd name="T3" fmla="*/ 149 h 1042"/>
                <a:gd name="T4" fmla="*/ 1413 w 1479"/>
                <a:gd name="T5" fmla="*/ 917 h 1042"/>
                <a:gd name="T6" fmla="*/ 717 w 1479"/>
                <a:gd name="T7" fmla="*/ 899 h 1042"/>
                <a:gd name="T8" fmla="*/ 249 w 1479"/>
                <a:gd name="T9" fmla="*/ 983 h 1042"/>
                <a:gd name="T10" fmla="*/ 69 w 1479"/>
                <a:gd name="T11" fmla="*/ 646 h 1042"/>
                <a:gd name="T12" fmla="*/ 63 w 1479"/>
                <a:gd name="T13" fmla="*/ 166 h 1042"/>
                <a:gd name="T14" fmla="*/ 447 w 1479"/>
                <a:gd name="T15" fmla="*/ 23 h 10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9" h="1042">
                  <a:moveTo>
                    <a:pt x="447" y="23"/>
                  </a:moveTo>
                  <a:cubicBezTo>
                    <a:pt x="622" y="20"/>
                    <a:pt x="952" y="0"/>
                    <a:pt x="1113" y="149"/>
                  </a:cubicBezTo>
                  <a:cubicBezTo>
                    <a:pt x="1274" y="298"/>
                    <a:pt x="1479" y="792"/>
                    <a:pt x="1413" y="917"/>
                  </a:cubicBezTo>
                  <a:cubicBezTo>
                    <a:pt x="1347" y="1042"/>
                    <a:pt x="911" y="888"/>
                    <a:pt x="717" y="899"/>
                  </a:cubicBezTo>
                  <a:cubicBezTo>
                    <a:pt x="523" y="910"/>
                    <a:pt x="357" y="1025"/>
                    <a:pt x="249" y="983"/>
                  </a:cubicBezTo>
                  <a:cubicBezTo>
                    <a:pt x="141" y="941"/>
                    <a:pt x="100" y="782"/>
                    <a:pt x="69" y="646"/>
                  </a:cubicBezTo>
                  <a:cubicBezTo>
                    <a:pt x="38" y="510"/>
                    <a:pt x="0" y="270"/>
                    <a:pt x="63" y="166"/>
                  </a:cubicBezTo>
                  <a:cubicBezTo>
                    <a:pt x="126" y="62"/>
                    <a:pt x="272" y="26"/>
                    <a:pt x="447" y="23"/>
                  </a:cubicBezTo>
                  <a:close/>
                </a:path>
              </a:pathLst>
            </a:custGeom>
            <a:solidFill>
              <a:srgbClr val="DDDDDD"/>
            </a:solidFill>
            <a:ln w="12700" cap="flat" cmpd="sng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902" name="Oval 104">
              <a:extLst>
                <a:ext uri="{FF2B5EF4-FFF2-40B4-BE49-F238E27FC236}">
                  <a16:creationId xmlns:a16="http://schemas.microsoft.com/office/drawing/2014/main" id="{2E3F6996-5F8A-BACF-5EAD-B7774FFD5A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61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2903" name="Oval 105">
              <a:extLst>
                <a:ext uri="{FF2B5EF4-FFF2-40B4-BE49-F238E27FC236}">
                  <a16:creationId xmlns:a16="http://schemas.microsoft.com/office/drawing/2014/main" id="{2DB26092-0797-5053-61C4-AE083F259C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1564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2904" name="Oval 106">
              <a:extLst>
                <a:ext uri="{FF2B5EF4-FFF2-40B4-BE49-F238E27FC236}">
                  <a16:creationId xmlns:a16="http://schemas.microsoft.com/office/drawing/2014/main" id="{3887DD08-DA7B-C535-DEDD-4B67AD9CF9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60" y="105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32905" name="Oval 107">
              <a:extLst>
                <a:ext uri="{FF2B5EF4-FFF2-40B4-BE49-F238E27FC236}">
                  <a16:creationId xmlns:a16="http://schemas.microsoft.com/office/drawing/2014/main" id="{44F72750-B5FC-9EA6-954F-455FD60A3F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80" y="207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2906" name="AutoShape 108">
              <a:extLst>
                <a:ext uri="{FF2B5EF4-FFF2-40B4-BE49-F238E27FC236}">
                  <a16:creationId xmlns:a16="http://schemas.microsoft.com/office/drawing/2014/main" id="{DF3F82BA-88EA-FF3B-4998-A761CC13786B}"/>
                </a:ext>
              </a:extLst>
            </p:cNvPr>
            <p:cNvCxnSpPr>
              <a:cxnSpLocks noChangeAspect="1" noChangeShapeType="1"/>
              <a:stCxn id="32904" idx="2"/>
              <a:endCxn id="32903" idx="0"/>
            </p:cNvCxnSpPr>
            <p:nvPr/>
          </p:nvCxnSpPr>
          <p:spPr bwMode="auto">
            <a:xfrm rot="10800000" flipV="1">
              <a:off x="3511" y="1171"/>
              <a:ext cx="736" cy="386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907" name="AutoShape 109">
              <a:extLst>
                <a:ext uri="{FF2B5EF4-FFF2-40B4-BE49-F238E27FC236}">
                  <a16:creationId xmlns:a16="http://schemas.microsoft.com/office/drawing/2014/main" id="{4638AB5C-04D2-88D2-BD10-79A4DC191B7E}"/>
                </a:ext>
              </a:extLst>
            </p:cNvPr>
            <p:cNvCxnSpPr>
              <a:cxnSpLocks noChangeAspect="1" noChangeShapeType="1"/>
              <a:stCxn id="32905" idx="2"/>
              <a:endCxn id="32903" idx="4"/>
            </p:cNvCxnSpPr>
            <p:nvPr/>
          </p:nvCxnSpPr>
          <p:spPr bwMode="auto">
            <a:xfrm rot="10800000">
              <a:off x="3511" y="1800"/>
              <a:ext cx="262" cy="388"/>
            </a:xfrm>
            <a:prstGeom prst="curvedConnector2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908" name="AutoShape 110">
              <a:extLst>
                <a:ext uri="{FF2B5EF4-FFF2-40B4-BE49-F238E27FC236}">
                  <a16:creationId xmlns:a16="http://schemas.microsoft.com/office/drawing/2014/main" id="{AA4AE13E-0103-B5EE-0CE9-53AC8F873E1E}"/>
                </a:ext>
              </a:extLst>
            </p:cNvPr>
            <p:cNvCxnSpPr>
              <a:cxnSpLocks noChangeAspect="1" noChangeShapeType="1"/>
              <a:stCxn id="32905" idx="6"/>
              <a:endCxn id="32902" idx="3"/>
            </p:cNvCxnSpPr>
            <p:nvPr/>
          </p:nvCxnSpPr>
          <p:spPr bwMode="auto">
            <a:xfrm flipV="1">
              <a:off x="4016" y="1773"/>
              <a:ext cx="278" cy="415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909" name="AutoShape 111">
              <a:extLst>
                <a:ext uri="{FF2B5EF4-FFF2-40B4-BE49-F238E27FC236}">
                  <a16:creationId xmlns:a16="http://schemas.microsoft.com/office/drawing/2014/main" id="{E55C066A-4B48-DA39-FD85-3323689F4C50}"/>
                </a:ext>
              </a:extLst>
            </p:cNvPr>
            <p:cNvCxnSpPr>
              <a:cxnSpLocks noChangeAspect="1" noChangeShapeType="1"/>
              <a:stCxn id="32904" idx="4"/>
              <a:endCxn id="32902" idx="0"/>
            </p:cNvCxnSpPr>
            <p:nvPr/>
          </p:nvCxnSpPr>
          <p:spPr bwMode="auto">
            <a:xfrm>
              <a:off x="4375" y="1298"/>
              <a:ext cx="1" cy="25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910" name="AutoShape 112">
              <a:extLst>
                <a:ext uri="{FF2B5EF4-FFF2-40B4-BE49-F238E27FC236}">
                  <a16:creationId xmlns:a16="http://schemas.microsoft.com/office/drawing/2014/main" id="{5FAA3628-5F74-43D8-BC80-1222D939E54C}"/>
                </a:ext>
              </a:extLst>
            </p:cNvPr>
            <p:cNvCxnSpPr>
              <a:cxnSpLocks noChangeAspect="1" noChangeShapeType="1"/>
              <a:stCxn id="32903" idx="6"/>
              <a:endCxn id="32902" idx="2"/>
            </p:cNvCxnSpPr>
            <p:nvPr/>
          </p:nvCxnSpPr>
          <p:spPr bwMode="auto">
            <a:xfrm>
              <a:off x="3632" y="1679"/>
              <a:ext cx="61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911" name="Oval 113">
              <a:extLst>
                <a:ext uri="{FF2B5EF4-FFF2-40B4-BE49-F238E27FC236}">
                  <a16:creationId xmlns:a16="http://schemas.microsoft.com/office/drawing/2014/main" id="{D5CF9F52-D0FB-79F8-F1E6-666046FC5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19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D</a:t>
              </a:r>
            </a:p>
          </p:txBody>
        </p:sp>
        <p:cxnSp>
          <p:nvCxnSpPr>
            <p:cNvPr id="32912" name="AutoShape 114">
              <a:extLst>
                <a:ext uri="{FF2B5EF4-FFF2-40B4-BE49-F238E27FC236}">
                  <a16:creationId xmlns:a16="http://schemas.microsoft.com/office/drawing/2014/main" id="{73DB9EB6-23F5-D0DD-06D4-0DD9D0D508DC}"/>
                </a:ext>
              </a:extLst>
            </p:cNvPr>
            <p:cNvCxnSpPr>
              <a:cxnSpLocks noChangeAspect="1" noChangeShapeType="1"/>
              <a:stCxn id="32915" idx="6"/>
              <a:endCxn id="32911" idx="4"/>
            </p:cNvCxnSpPr>
            <p:nvPr/>
          </p:nvCxnSpPr>
          <p:spPr bwMode="auto">
            <a:xfrm flipV="1">
              <a:off x="4970" y="1806"/>
              <a:ext cx="264" cy="382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913" name="AutoShape 115">
              <a:extLst>
                <a:ext uri="{FF2B5EF4-FFF2-40B4-BE49-F238E27FC236}">
                  <a16:creationId xmlns:a16="http://schemas.microsoft.com/office/drawing/2014/main" id="{81DF1956-C927-3D78-A822-38B5A824FC36}"/>
                </a:ext>
              </a:extLst>
            </p:cNvPr>
            <p:cNvCxnSpPr>
              <a:cxnSpLocks noChangeAspect="1" noChangeShapeType="1"/>
              <a:stCxn id="32911" idx="0"/>
              <a:endCxn id="32904" idx="6"/>
            </p:cNvCxnSpPr>
            <p:nvPr/>
          </p:nvCxnSpPr>
          <p:spPr bwMode="auto">
            <a:xfrm rot="5400000" flipH="1">
              <a:off x="4678" y="995"/>
              <a:ext cx="380" cy="732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914" name="AutoShape 116">
              <a:extLst>
                <a:ext uri="{FF2B5EF4-FFF2-40B4-BE49-F238E27FC236}">
                  <a16:creationId xmlns:a16="http://schemas.microsoft.com/office/drawing/2014/main" id="{496BF13A-DCA5-06FF-009E-53624CA30779}"/>
                </a:ext>
              </a:extLst>
            </p:cNvPr>
            <p:cNvCxnSpPr>
              <a:cxnSpLocks noChangeAspect="1" noChangeShapeType="1"/>
              <a:stCxn id="32902" idx="6"/>
              <a:endCxn id="32911" idx="2"/>
            </p:cNvCxnSpPr>
            <p:nvPr/>
          </p:nvCxnSpPr>
          <p:spPr bwMode="auto">
            <a:xfrm>
              <a:off x="4503" y="1679"/>
              <a:ext cx="603" cy="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915" name="Oval 117">
              <a:extLst>
                <a:ext uri="{FF2B5EF4-FFF2-40B4-BE49-F238E27FC236}">
                  <a16:creationId xmlns:a16="http://schemas.microsoft.com/office/drawing/2014/main" id="{D32E18F8-6E9F-9A0F-CE70-E0817B9DD6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34" y="207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32916" name="AutoShape 118">
              <a:extLst>
                <a:ext uri="{FF2B5EF4-FFF2-40B4-BE49-F238E27FC236}">
                  <a16:creationId xmlns:a16="http://schemas.microsoft.com/office/drawing/2014/main" id="{3A419D77-A417-C9F5-E12A-A6DE3C9FD7CD}"/>
                </a:ext>
              </a:extLst>
            </p:cNvPr>
            <p:cNvCxnSpPr>
              <a:cxnSpLocks noChangeAspect="1" noChangeShapeType="1"/>
              <a:stCxn id="32902" idx="5"/>
              <a:endCxn id="32915" idx="2"/>
            </p:cNvCxnSpPr>
            <p:nvPr/>
          </p:nvCxnSpPr>
          <p:spPr bwMode="auto">
            <a:xfrm rot="16200000" flipH="1">
              <a:off x="4385" y="1846"/>
              <a:ext cx="415" cy="269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917" name="Text Box 119">
              <a:extLst>
                <a:ext uri="{FF2B5EF4-FFF2-40B4-BE49-F238E27FC236}">
                  <a16:creationId xmlns:a16="http://schemas.microsoft.com/office/drawing/2014/main" id="{622F3B69-2206-F79E-F6E7-69FDFDDB2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91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918" name="Text Box 120">
              <a:extLst>
                <a:ext uri="{FF2B5EF4-FFF2-40B4-BE49-F238E27FC236}">
                  <a16:creationId xmlns:a16="http://schemas.microsoft.com/office/drawing/2014/main" id="{764D0002-B777-B5F2-7066-2914B3406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4" y="143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32919" name="Text Box 121">
              <a:extLst>
                <a:ext uri="{FF2B5EF4-FFF2-40B4-BE49-F238E27FC236}">
                  <a16:creationId xmlns:a16="http://schemas.microsoft.com/office/drawing/2014/main" id="{526803A3-3A0E-87E7-9B8E-A99E9995A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" y="143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2920" name="Text Box 122">
              <a:extLst>
                <a:ext uri="{FF2B5EF4-FFF2-40B4-BE49-F238E27FC236}">
                  <a16:creationId xmlns:a16="http://schemas.microsoft.com/office/drawing/2014/main" id="{E1F35A2F-9E98-0098-27D2-8955358D3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" y="143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</a:p>
          </p:txBody>
        </p:sp>
        <p:sp>
          <p:nvSpPr>
            <p:cNvPr id="32921" name="Text Box 123">
              <a:extLst>
                <a:ext uri="{FF2B5EF4-FFF2-40B4-BE49-F238E27FC236}">
                  <a16:creationId xmlns:a16="http://schemas.microsoft.com/office/drawing/2014/main" id="{59452B13-E4E1-D12A-53EA-D25F92556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" y="188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32922" name="Text Box 124">
              <a:extLst>
                <a:ext uri="{FF2B5EF4-FFF2-40B4-BE49-F238E27FC236}">
                  <a16:creationId xmlns:a16="http://schemas.microsoft.com/office/drawing/2014/main" id="{C2A0D23A-A683-8D9A-DA7D-C557B0FE8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88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</a:p>
          </p:txBody>
        </p:sp>
        <p:sp>
          <p:nvSpPr>
            <p:cNvPr id="32923" name="Text Box 125">
              <a:extLst>
                <a:ext uri="{FF2B5EF4-FFF2-40B4-BE49-F238E27FC236}">
                  <a16:creationId xmlns:a16="http://schemas.microsoft.com/office/drawing/2014/main" id="{BE0E928C-388D-69F1-F8D9-91B88BF65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" y="1065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924" name="Text Box 126">
              <a:extLst>
                <a:ext uri="{FF2B5EF4-FFF2-40B4-BE49-F238E27FC236}">
                  <a16:creationId xmlns:a16="http://schemas.microsoft.com/office/drawing/2014/main" id="{896C5EED-5B53-35AA-8F61-A12008878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110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2925" name="Text Box 127">
              <a:extLst>
                <a:ext uri="{FF2B5EF4-FFF2-40B4-BE49-F238E27FC236}">
                  <a16:creationId xmlns:a16="http://schemas.microsoft.com/office/drawing/2014/main" id="{E3014294-103D-10AA-EF1C-7E1FF4883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8" y="144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2926" name="Text Box 128">
              <a:extLst>
                <a:ext uri="{FF2B5EF4-FFF2-40B4-BE49-F238E27FC236}">
                  <a16:creationId xmlns:a16="http://schemas.microsoft.com/office/drawing/2014/main" id="{025853B3-E9D7-05F3-7BA3-40E38077B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144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927" name="Text Box 129">
              <a:extLst>
                <a:ext uri="{FF2B5EF4-FFF2-40B4-BE49-F238E27FC236}">
                  <a16:creationId xmlns:a16="http://schemas.microsoft.com/office/drawing/2014/main" id="{805D560B-83BA-E5B6-F97A-07D0513B9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99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928" name="Text Box 130">
              <a:extLst>
                <a:ext uri="{FF2B5EF4-FFF2-40B4-BE49-F238E27FC236}">
                  <a16:creationId xmlns:a16="http://schemas.microsoft.com/office/drawing/2014/main" id="{7202D288-0835-5EE9-D1EA-C54EFABF2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" y="199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929" name="Text Box 131">
              <a:extLst>
                <a:ext uri="{FF2B5EF4-FFF2-40B4-BE49-F238E27FC236}">
                  <a16:creationId xmlns:a16="http://schemas.microsoft.com/office/drawing/2014/main" id="{1521246A-2AD2-93C7-33A8-CA184ABE7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129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930" name="Text Box 132">
              <a:extLst>
                <a:ext uri="{FF2B5EF4-FFF2-40B4-BE49-F238E27FC236}">
                  <a16:creationId xmlns:a16="http://schemas.microsoft.com/office/drawing/2014/main" id="{A2B402EF-8E64-6A34-04E8-D0DB31872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182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931" name="Text Box 133">
              <a:extLst>
                <a:ext uri="{FF2B5EF4-FFF2-40B4-BE49-F238E27FC236}">
                  <a16:creationId xmlns:a16="http://schemas.microsoft.com/office/drawing/2014/main" id="{3BD2691B-2CCF-4430-71E9-B67652E64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6" y="182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9</a:t>
              </a:r>
            </a:p>
          </p:txBody>
        </p:sp>
      </p:grpSp>
      <p:sp>
        <p:nvSpPr>
          <p:cNvPr id="32932" name="Text Box 28">
            <a:extLst>
              <a:ext uri="{FF2B5EF4-FFF2-40B4-BE49-F238E27FC236}">
                <a16:creationId xmlns:a16="http://schemas.microsoft.com/office/drawing/2014/main" id="{8E21F291-7696-B291-9E1F-905F63DDC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346" y="1078468"/>
            <a:ext cx="6206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Start</a:t>
            </a:r>
          </a:p>
        </p:txBody>
      </p:sp>
      <p:cxnSp>
        <p:nvCxnSpPr>
          <p:cNvPr id="32933" name="Straight Arrow Connector 32932">
            <a:extLst>
              <a:ext uri="{FF2B5EF4-FFF2-40B4-BE49-F238E27FC236}">
                <a16:creationId xmlns:a16="http://schemas.microsoft.com/office/drawing/2014/main" id="{F07D6545-D43E-7958-BEC1-B8B56A7C2941}"/>
              </a:ext>
            </a:extLst>
          </p:cNvPr>
          <p:cNvCxnSpPr>
            <a:stCxn id="32932" idx="3"/>
          </p:cNvCxnSpPr>
          <p:nvPr/>
        </p:nvCxnSpPr>
        <p:spPr bwMode="auto">
          <a:xfrm>
            <a:off x="1874029" y="1263134"/>
            <a:ext cx="238934" cy="14656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99225" y="62484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0908A8-BDBE-403E-8394-7E6FC2CEE31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3795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65163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Dijkstra’s - Detailed Steps (cont.)</a:t>
            </a:r>
          </a:p>
        </p:txBody>
      </p:sp>
      <p:sp>
        <p:nvSpPr>
          <p:cNvPr id="33796" name="Freeform 2051"/>
          <p:cNvSpPr>
            <a:spLocks/>
          </p:cNvSpPr>
          <p:nvPr/>
        </p:nvSpPr>
        <p:spPr bwMode="auto">
          <a:xfrm>
            <a:off x="4975225" y="1162050"/>
            <a:ext cx="3711575" cy="2387600"/>
          </a:xfrm>
          <a:custGeom>
            <a:avLst/>
            <a:gdLst>
              <a:gd name="T0" fmla="*/ 2147483646 w 2338"/>
              <a:gd name="T1" fmla="*/ 0 h 1504"/>
              <a:gd name="T2" fmla="*/ 2147483646 w 2338"/>
              <a:gd name="T3" fmla="*/ 2147483646 h 1504"/>
              <a:gd name="T4" fmla="*/ 2147483646 w 2338"/>
              <a:gd name="T5" fmla="*/ 2147483646 h 1504"/>
              <a:gd name="T6" fmla="*/ 2147483646 w 2338"/>
              <a:gd name="T7" fmla="*/ 2147483646 h 1504"/>
              <a:gd name="T8" fmla="*/ 2147483646 w 2338"/>
              <a:gd name="T9" fmla="*/ 2147483646 h 1504"/>
              <a:gd name="T10" fmla="*/ 2147483646 w 2338"/>
              <a:gd name="T11" fmla="*/ 2147483646 h 1504"/>
              <a:gd name="T12" fmla="*/ 2147483646 w 2338"/>
              <a:gd name="T13" fmla="*/ 2147483646 h 1504"/>
              <a:gd name="T14" fmla="*/ 2147483646 w 2338"/>
              <a:gd name="T15" fmla="*/ 2147483646 h 1504"/>
              <a:gd name="T16" fmla="*/ 2147483646 w 2338"/>
              <a:gd name="T17" fmla="*/ 2147483646 h 1504"/>
              <a:gd name="T18" fmla="*/ 2147483646 w 2338"/>
              <a:gd name="T19" fmla="*/ 2147483646 h 1504"/>
              <a:gd name="T20" fmla="*/ 2147483646 w 2338"/>
              <a:gd name="T21" fmla="*/ 0 h 15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38" h="1504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797" name="Oval 2052"/>
          <p:cNvSpPr>
            <a:spLocks noChangeAspect="1" noChangeArrowheads="1"/>
          </p:cNvSpPr>
          <p:nvPr/>
        </p:nvSpPr>
        <p:spPr bwMode="auto">
          <a:xfrm>
            <a:off x="6499225" y="217805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3798" name="Oval 2053"/>
          <p:cNvSpPr>
            <a:spLocks noChangeAspect="1" noChangeArrowheads="1"/>
          </p:cNvSpPr>
          <p:nvPr/>
        </p:nvSpPr>
        <p:spPr bwMode="auto">
          <a:xfrm>
            <a:off x="5126037" y="21780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33799" name="Oval 2054"/>
          <p:cNvSpPr>
            <a:spLocks noChangeAspect="1" noChangeArrowheads="1"/>
          </p:cNvSpPr>
          <p:nvPr/>
        </p:nvSpPr>
        <p:spPr bwMode="auto">
          <a:xfrm>
            <a:off x="6497637" y="13716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3800" name="Oval 2055"/>
          <p:cNvSpPr>
            <a:spLocks noChangeAspect="1" noChangeArrowheads="1"/>
          </p:cNvSpPr>
          <p:nvPr/>
        </p:nvSpPr>
        <p:spPr bwMode="auto">
          <a:xfrm>
            <a:off x="5735637" y="298608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33801" name="AutoShape 2056"/>
          <p:cNvCxnSpPr>
            <a:cxnSpLocks noChangeAspect="1" noChangeShapeType="1"/>
            <a:stCxn id="33799" idx="2"/>
            <a:endCxn id="33798" idx="0"/>
          </p:cNvCxnSpPr>
          <p:nvPr/>
        </p:nvCxnSpPr>
        <p:spPr bwMode="auto">
          <a:xfrm rot="10800000" flipV="1">
            <a:off x="5308600" y="1554163"/>
            <a:ext cx="1168400" cy="6032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2" name="AutoShape 2057"/>
          <p:cNvCxnSpPr>
            <a:cxnSpLocks noChangeAspect="1" noChangeShapeType="1"/>
            <a:stCxn id="33800" idx="2"/>
            <a:endCxn id="33798" idx="4"/>
          </p:cNvCxnSpPr>
          <p:nvPr/>
        </p:nvCxnSpPr>
        <p:spPr bwMode="auto">
          <a:xfrm rot="10800000">
            <a:off x="5308600" y="2562225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3" name="AutoShape 2058"/>
          <p:cNvCxnSpPr>
            <a:cxnSpLocks noChangeAspect="1" noChangeShapeType="1"/>
            <a:stCxn id="33800" idx="6"/>
            <a:endCxn id="33797" idx="3"/>
          </p:cNvCxnSpPr>
          <p:nvPr/>
        </p:nvCxnSpPr>
        <p:spPr bwMode="auto">
          <a:xfrm flipV="1">
            <a:off x="6119812" y="2509838"/>
            <a:ext cx="431800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4" name="AutoShape 2059"/>
          <p:cNvCxnSpPr>
            <a:cxnSpLocks noChangeAspect="1" noChangeShapeType="1"/>
            <a:stCxn id="33799" idx="4"/>
            <a:endCxn id="33797" idx="0"/>
          </p:cNvCxnSpPr>
          <p:nvPr/>
        </p:nvCxnSpPr>
        <p:spPr bwMode="auto">
          <a:xfrm>
            <a:off x="6680200" y="1755775"/>
            <a:ext cx="1587" cy="4016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5" name="AutoShape 2060"/>
          <p:cNvCxnSpPr>
            <a:cxnSpLocks noChangeAspect="1" noChangeShapeType="1"/>
            <a:stCxn id="33798" idx="6"/>
            <a:endCxn id="33797" idx="2"/>
          </p:cNvCxnSpPr>
          <p:nvPr/>
        </p:nvCxnSpPr>
        <p:spPr bwMode="auto">
          <a:xfrm>
            <a:off x="5510212" y="2360613"/>
            <a:ext cx="9683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06" name="Oval 2061"/>
          <p:cNvSpPr>
            <a:spLocks noChangeAspect="1" noChangeArrowheads="1"/>
          </p:cNvSpPr>
          <p:nvPr/>
        </p:nvSpPr>
        <p:spPr bwMode="auto">
          <a:xfrm>
            <a:off x="7861300" y="217805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33807" name="AutoShape 2062"/>
          <p:cNvCxnSpPr>
            <a:cxnSpLocks noChangeAspect="1" noChangeShapeType="1"/>
            <a:stCxn id="33810" idx="6"/>
            <a:endCxn id="33806" idx="4"/>
          </p:cNvCxnSpPr>
          <p:nvPr/>
        </p:nvCxnSpPr>
        <p:spPr bwMode="auto">
          <a:xfrm flipV="1">
            <a:off x="7624762" y="2562225"/>
            <a:ext cx="4191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8" name="AutoShape 2063"/>
          <p:cNvCxnSpPr>
            <a:cxnSpLocks noChangeAspect="1" noChangeShapeType="1"/>
            <a:stCxn id="33806" idx="0"/>
            <a:endCxn id="33799" idx="6"/>
          </p:cNvCxnSpPr>
          <p:nvPr/>
        </p:nvCxnSpPr>
        <p:spPr bwMode="auto">
          <a:xfrm rot="5400000" flipH="1">
            <a:off x="7161212" y="1274763"/>
            <a:ext cx="603250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9" name="AutoShape 2064"/>
          <p:cNvCxnSpPr>
            <a:cxnSpLocks noChangeAspect="1" noChangeShapeType="1"/>
            <a:stCxn id="33797" idx="6"/>
            <a:endCxn id="33806" idx="2"/>
          </p:cNvCxnSpPr>
          <p:nvPr/>
        </p:nvCxnSpPr>
        <p:spPr bwMode="auto">
          <a:xfrm>
            <a:off x="6883400" y="2360613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10" name="Oval 2065"/>
          <p:cNvSpPr>
            <a:spLocks noChangeAspect="1" noChangeArrowheads="1"/>
          </p:cNvSpPr>
          <p:nvPr/>
        </p:nvSpPr>
        <p:spPr bwMode="auto">
          <a:xfrm>
            <a:off x="7250112" y="29860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3811" name="AutoShape 2066"/>
          <p:cNvCxnSpPr>
            <a:cxnSpLocks noChangeAspect="1" noChangeShapeType="1"/>
            <a:stCxn id="33797" idx="5"/>
            <a:endCxn id="33810" idx="2"/>
          </p:cNvCxnSpPr>
          <p:nvPr/>
        </p:nvCxnSpPr>
        <p:spPr bwMode="auto">
          <a:xfrm rot="16200000" flipH="1">
            <a:off x="6696075" y="2625725"/>
            <a:ext cx="658812" cy="427038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12" name="Text Box 2067"/>
          <p:cNvSpPr txBox="1">
            <a:spLocks noChangeArrowheads="1"/>
          </p:cNvSpPr>
          <p:nvPr/>
        </p:nvSpPr>
        <p:spPr bwMode="auto">
          <a:xfrm>
            <a:off x="6732587" y="1143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813" name="Text Box 2068"/>
          <p:cNvSpPr txBox="1">
            <a:spLocks noChangeArrowheads="1"/>
          </p:cNvSpPr>
          <p:nvPr/>
        </p:nvSpPr>
        <p:spPr bwMode="auto">
          <a:xfrm>
            <a:off x="8123237" y="1970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3814" name="Text Box 2069"/>
          <p:cNvSpPr txBox="1">
            <a:spLocks noChangeArrowheads="1"/>
          </p:cNvSpPr>
          <p:nvPr/>
        </p:nvSpPr>
        <p:spPr bwMode="auto">
          <a:xfrm>
            <a:off x="6764337" y="1970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3815" name="Text Box 2070"/>
          <p:cNvSpPr txBox="1">
            <a:spLocks noChangeArrowheads="1"/>
          </p:cNvSpPr>
          <p:nvPr/>
        </p:nvSpPr>
        <p:spPr bwMode="auto">
          <a:xfrm>
            <a:off x="5392737" y="1970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33816" name="Text Box 2071"/>
          <p:cNvSpPr txBox="1">
            <a:spLocks noChangeArrowheads="1"/>
          </p:cNvSpPr>
          <p:nvPr/>
        </p:nvSpPr>
        <p:spPr bwMode="auto">
          <a:xfrm>
            <a:off x="5607050" y="2693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3817" name="Text Box 2072"/>
          <p:cNvSpPr txBox="1">
            <a:spLocks noChangeArrowheads="1"/>
          </p:cNvSpPr>
          <p:nvPr/>
        </p:nvSpPr>
        <p:spPr bwMode="auto">
          <a:xfrm>
            <a:off x="7431087" y="26939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3818" name="Text Box 2073"/>
          <p:cNvSpPr txBox="1">
            <a:spLocks noChangeArrowheads="1"/>
          </p:cNvSpPr>
          <p:nvPr/>
        </p:nvSpPr>
        <p:spPr bwMode="auto">
          <a:xfrm>
            <a:off x="7570787" y="13858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19" name="Text Box 2074"/>
          <p:cNvSpPr txBox="1">
            <a:spLocks noChangeArrowheads="1"/>
          </p:cNvSpPr>
          <p:nvPr/>
        </p:nvSpPr>
        <p:spPr bwMode="auto">
          <a:xfrm>
            <a:off x="5430837" y="1447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3820" name="Text Box 2075"/>
          <p:cNvSpPr txBox="1">
            <a:spLocks noChangeArrowheads="1"/>
          </p:cNvSpPr>
          <p:nvPr/>
        </p:nvSpPr>
        <p:spPr bwMode="auto">
          <a:xfrm>
            <a:off x="5811837" y="1981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3821" name="Text Box 2076"/>
          <p:cNvSpPr txBox="1">
            <a:spLocks noChangeArrowheads="1"/>
          </p:cNvSpPr>
          <p:nvPr/>
        </p:nvSpPr>
        <p:spPr bwMode="auto">
          <a:xfrm>
            <a:off x="7259637" y="1981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22" name="Text Box 2077"/>
          <p:cNvSpPr txBox="1">
            <a:spLocks noChangeArrowheads="1"/>
          </p:cNvSpPr>
          <p:nvPr/>
        </p:nvSpPr>
        <p:spPr bwMode="auto">
          <a:xfrm>
            <a:off x="5126037" y="2857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23" name="Text Box 2078"/>
          <p:cNvSpPr txBox="1">
            <a:spLocks noChangeArrowheads="1"/>
          </p:cNvSpPr>
          <p:nvPr/>
        </p:nvSpPr>
        <p:spPr bwMode="auto">
          <a:xfrm>
            <a:off x="7869237" y="2857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24" name="Text Box 2079"/>
          <p:cNvSpPr txBox="1">
            <a:spLocks noChangeArrowheads="1"/>
          </p:cNvSpPr>
          <p:nvPr/>
        </p:nvSpPr>
        <p:spPr bwMode="auto">
          <a:xfrm>
            <a:off x="6345237" y="1752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25" name="Text Box 2080"/>
          <p:cNvSpPr txBox="1">
            <a:spLocks noChangeArrowheads="1"/>
          </p:cNvSpPr>
          <p:nvPr/>
        </p:nvSpPr>
        <p:spPr bwMode="auto">
          <a:xfrm>
            <a:off x="6192837" y="2590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26" name="Text Box 2081"/>
          <p:cNvSpPr txBox="1">
            <a:spLocks noChangeArrowheads="1"/>
          </p:cNvSpPr>
          <p:nvPr/>
        </p:nvSpPr>
        <p:spPr bwMode="auto">
          <a:xfrm>
            <a:off x="6840537" y="2590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3827" name="Freeform 2082"/>
          <p:cNvSpPr>
            <a:spLocks/>
          </p:cNvSpPr>
          <p:nvPr/>
        </p:nvSpPr>
        <p:spPr bwMode="auto">
          <a:xfrm>
            <a:off x="4876800" y="4094162"/>
            <a:ext cx="3567113" cy="2459038"/>
          </a:xfrm>
          <a:custGeom>
            <a:avLst/>
            <a:gdLst>
              <a:gd name="T0" fmla="*/ 2147483646 w 2247"/>
              <a:gd name="T1" fmla="*/ 2147483646 h 1549"/>
              <a:gd name="T2" fmla="*/ 2147483646 w 2247"/>
              <a:gd name="T3" fmla="*/ 2147483646 h 1549"/>
              <a:gd name="T4" fmla="*/ 2147483646 w 2247"/>
              <a:gd name="T5" fmla="*/ 2147483646 h 1549"/>
              <a:gd name="T6" fmla="*/ 2147483646 w 2247"/>
              <a:gd name="T7" fmla="*/ 2147483646 h 1549"/>
              <a:gd name="T8" fmla="*/ 2147483646 w 2247"/>
              <a:gd name="T9" fmla="*/ 2147483646 h 1549"/>
              <a:gd name="T10" fmla="*/ 2147483646 w 2247"/>
              <a:gd name="T11" fmla="*/ 2147483646 h 1549"/>
              <a:gd name="T12" fmla="*/ 2147483646 w 2247"/>
              <a:gd name="T13" fmla="*/ 2147483646 h 1549"/>
              <a:gd name="T14" fmla="*/ 2147483646 w 2247"/>
              <a:gd name="T15" fmla="*/ 2147483646 h 1549"/>
              <a:gd name="T16" fmla="*/ 2147483646 w 2247"/>
              <a:gd name="T17" fmla="*/ 2147483646 h 154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247" h="1549">
                <a:moveTo>
                  <a:pt x="1274" y="23"/>
                </a:moveTo>
                <a:cubicBezTo>
                  <a:pt x="1508" y="25"/>
                  <a:pt x="1779" y="0"/>
                  <a:pt x="1940" y="149"/>
                </a:cubicBezTo>
                <a:cubicBezTo>
                  <a:pt x="2101" y="298"/>
                  <a:pt x="2247" y="698"/>
                  <a:pt x="2240" y="917"/>
                </a:cubicBezTo>
                <a:cubicBezTo>
                  <a:pt x="2233" y="1136"/>
                  <a:pt x="2197" y="1373"/>
                  <a:pt x="1899" y="1461"/>
                </a:cubicBezTo>
                <a:cubicBezTo>
                  <a:pt x="1601" y="1549"/>
                  <a:pt x="760" y="1516"/>
                  <a:pt x="452" y="1446"/>
                </a:cubicBezTo>
                <a:cubicBezTo>
                  <a:pt x="144" y="1376"/>
                  <a:pt x="100" y="1203"/>
                  <a:pt x="50" y="1038"/>
                </a:cubicBezTo>
                <a:cubicBezTo>
                  <a:pt x="0" y="873"/>
                  <a:pt x="71" y="606"/>
                  <a:pt x="152" y="456"/>
                </a:cubicBezTo>
                <a:cubicBezTo>
                  <a:pt x="233" y="306"/>
                  <a:pt x="349" y="210"/>
                  <a:pt x="536" y="138"/>
                </a:cubicBezTo>
                <a:cubicBezTo>
                  <a:pt x="723" y="66"/>
                  <a:pt x="1040" y="21"/>
                  <a:pt x="1274" y="2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828" name="Oval 2083"/>
          <p:cNvSpPr>
            <a:spLocks noChangeAspect="1" noChangeArrowheads="1"/>
          </p:cNvSpPr>
          <p:nvPr/>
        </p:nvSpPr>
        <p:spPr bwMode="auto">
          <a:xfrm>
            <a:off x="6519863" y="5146675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3829" name="Oval 2084"/>
          <p:cNvSpPr>
            <a:spLocks noChangeAspect="1" noChangeArrowheads="1"/>
          </p:cNvSpPr>
          <p:nvPr/>
        </p:nvSpPr>
        <p:spPr bwMode="auto">
          <a:xfrm>
            <a:off x="5146675" y="5146675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33830" name="Oval 2085"/>
          <p:cNvSpPr>
            <a:spLocks noChangeAspect="1" noChangeArrowheads="1"/>
          </p:cNvSpPr>
          <p:nvPr/>
        </p:nvSpPr>
        <p:spPr bwMode="auto">
          <a:xfrm>
            <a:off x="6518275" y="4340225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3831" name="Oval 2086"/>
          <p:cNvSpPr>
            <a:spLocks noChangeAspect="1" noChangeArrowheads="1"/>
          </p:cNvSpPr>
          <p:nvPr/>
        </p:nvSpPr>
        <p:spPr bwMode="auto">
          <a:xfrm>
            <a:off x="5756275" y="5954712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33832" name="AutoShape 2087"/>
          <p:cNvCxnSpPr>
            <a:cxnSpLocks noChangeAspect="1" noChangeShapeType="1"/>
            <a:stCxn id="33830" idx="2"/>
            <a:endCxn id="33829" idx="0"/>
          </p:cNvCxnSpPr>
          <p:nvPr/>
        </p:nvCxnSpPr>
        <p:spPr bwMode="auto">
          <a:xfrm rot="10800000" flipV="1">
            <a:off x="5329238" y="4522787"/>
            <a:ext cx="1168400" cy="6032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33" name="AutoShape 2088"/>
          <p:cNvCxnSpPr>
            <a:cxnSpLocks noChangeAspect="1" noChangeShapeType="1"/>
            <a:stCxn id="33831" idx="2"/>
            <a:endCxn id="33829" idx="4"/>
          </p:cNvCxnSpPr>
          <p:nvPr/>
        </p:nvCxnSpPr>
        <p:spPr bwMode="auto">
          <a:xfrm rot="10800000">
            <a:off x="5329238" y="5530850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34" name="AutoShape 2089"/>
          <p:cNvCxnSpPr>
            <a:cxnSpLocks noChangeAspect="1" noChangeShapeType="1"/>
            <a:stCxn id="33831" idx="6"/>
            <a:endCxn id="33828" idx="3"/>
          </p:cNvCxnSpPr>
          <p:nvPr/>
        </p:nvCxnSpPr>
        <p:spPr bwMode="auto">
          <a:xfrm flipV="1">
            <a:off x="6140450" y="5478462"/>
            <a:ext cx="431800" cy="6588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35" name="AutoShape 2090"/>
          <p:cNvCxnSpPr>
            <a:cxnSpLocks noChangeAspect="1" noChangeShapeType="1"/>
            <a:stCxn id="33830" idx="4"/>
            <a:endCxn id="33828" idx="0"/>
          </p:cNvCxnSpPr>
          <p:nvPr/>
        </p:nvCxnSpPr>
        <p:spPr bwMode="auto">
          <a:xfrm>
            <a:off x="6700838" y="4724400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36" name="AutoShape 2091"/>
          <p:cNvCxnSpPr>
            <a:cxnSpLocks noChangeAspect="1" noChangeShapeType="1"/>
            <a:stCxn id="33829" idx="6"/>
            <a:endCxn id="33828" idx="2"/>
          </p:cNvCxnSpPr>
          <p:nvPr/>
        </p:nvCxnSpPr>
        <p:spPr bwMode="auto">
          <a:xfrm>
            <a:off x="5530850" y="5329237"/>
            <a:ext cx="9683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37" name="Oval 2092"/>
          <p:cNvSpPr>
            <a:spLocks noChangeAspect="1" noChangeArrowheads="1"/>
          </p:cNvSpPr>
          <p:nvPr/>
        </p:nvSpPr>
        <p:spPr bwMode="auto">
          <a:xfrm>
            <a:off x="7881938" y="5146675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33838" name="AutoShape 2093"/>
          <p:cNvCxnSpPr>
            <a:cxnSpLocks noChangeAspect="1" noChangeShapeType="1"/>
            <a:stCxn id="33841" idx="6"/>
            <a:endCxn id="33837" idx="4"/>
          </p:cNvCxnSpPr>
          <p:nvPr/>
        </p:nvCxnSpPr>
        <p:spPr bwMode="auto">
          <a:xfrm flipV="1">
            <a:off x="7654925" y="5530850"/>
            <a:ext cx="409575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39" name="AutoShape 2094"/>
          <p:cNvCxnSpPr>
            <a:cxnSpLocks noChangeAspect="1" noChangeShapeType="1"/>
            <a:stCxn id="33837" idx="0"/>
            <a:endCxn id="33830" idx="6"/>
          </p:cNvCxnSpPr>
          <p:nvPr/>
        </p:nvCxnSpPr>
        <p:spPr bwMode="auto">
          <a:xfrm rot="5400000" flipH="1">
            <a:off x="7181850" y="4243387"/>
            <a:ext cx="603250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40" name="AutoShape 2095"/>
          <p:cNvCxnSpPr>
            <a:cxnSpLocks noChangeAspect="1" noChangeShapeType="1"/>
            <a:stCxn id="33828" idx="6"/>
            <a:endCxn id="33837" idx="2"/>
          </p:cNvCxnSpPr>
          <p:nvPr/>
        </p:nvCxnSpPr>
        <p:spPr bwMode="auto">
          <a:xfrm>
            <a:off x="6904038" y="5329237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41" name="Oval 2096"/>
          <p:cNvSpPr>
            <a:spLocks noChangeAspect="1" noChangeArrowheads="1"/>
          </p:cNvSpPr>
          <p:nvPr/>
        </p:nvSpPr>
        <p:spPr bwMode="auto">
          <a:xfrm>
            <a:off x="7270750" y="5954712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cxnSp>
        <p:nvCxnSpPr>
          <p:cNvPr id="33842" name="AutoShape 2097"/>
          <p:cNvCxnSpPr>
            <a:cxnSpLocks noChangeAspect="1" noChangeShapeType="1"/>
            <a:stCxn id="33828" idx="5"/>
            <a:endCxn id="33841" idx="2"/>
          </p:cNvCxnSpPr>
          <p:nvPr/>
        </p:nvCxnSpPr>
        <p:spPr bwMode="auto">
          <a:xfrm rot="16200000" flipH="1">
            <a:off x="6711950" y="5599112"/>
            <a:ext cx="658813" cy="417513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43" name="Text Box 2098"/>
          <p:cNvSpPr txBox="1">
            <a:spLocks noChangeArrowheads="1"/>
          </p:cNvSpPr>
          <p:nvPr/>
        </p:nvSpPr>
        <p:spPr bwMode="auto">
          <a:xfrm>
            <a:off x="6753225" y="41116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3844" name="Text Box 2099"/>
          <p:cNvSpPr txBox="1">
            <a:spLocks noChangeArrowheads="1"/>
          </p:cNvSpPr>
          <p:nvPr/>
        </p:nvSpPr>
        <p:spPr bwMode="auto">
          <a:xfrm>
            <a:off x="8143875" y="4938712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3845" name="Text Box 2100"/>
          <p:cNvSpPr txBox="1">
            <a:spLocks noChangeArrowheads="1"/>
          </p:cNvSpPr>
          <p:nvPr/>
        </p:nvSpPr>
        <p:spPr bwMode="auto">
          <a:xfrm>
            <a:off x="6784975" y="4938712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3846" name="Text Box 2101"/>
          <p:cNvSpPr txBox="1">
            <a:spLocks noChangeArrowheads="1"/>
          </p:cNvSpPr>
          <p:nvPr/>
        </p:nvSpPr>
        <p:spPr bwMode="auto">
          <a:xfrm>
            <a:off x="5413375" y="4938712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33847" name="Text Box 2102"/>
          <p:cNvSpPr txBox="1">
            <a:spLocks noChangeArrowheads="1"/>
          </p:cNvSpPr>
          <p:nvPr/>
        </p:nvSpPr>
        <p:spPr bwMode="auto">
          <a:xfrm>
            <a:off x="5627688" y="5662612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3848" name="Text Box 2103"/>
          <p:cNvSpPr txBox="1">
            <a:spLocks noChangeArrowheads="1"/>
          </p:cNvSpPr>
          <p:nvPr/>
        </p:nvSpPr>
        <p:spPr bwMode="auto">
          <a:xfrm>
            <a:off x="7451725" y="5662612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3849" name="Text Box 2104"/>
          <p:cNvSpPr txBox="1">
            <a:spLocks noChangeArrowheads="1"/>
          </p:cNvSpPr>
          <p:nvPr/>
        </p:nvSpPr>
        <p:spPr bwMode="auto">
          <a:xfrm>
            <a:off x="7591425" y="4354512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50" name="Text Box 2105"/>
          <p:cNvSpPr txBox="1">
            <a:spLocks noChangeArrowheads="1"/>
          </p:cNvSpPr>
          <p:nvPr/>
        </p:nvSpPr>
        <p:spPr bwMode="auto">
          <a:xfrm>
            <a:off x="5451475" y="44164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3851" name="Text Box 2106"/>
          <p:cNvSpPr txBox="1">
            <a:spLocks noChangeArrowheads="1"/>
          </p:cNvSpPr>
          <p:nvPr/>
        </p:nvSpPr>
        <p:spPr bwMode="auto">
          <a:xfrm>
            <a:off x="5832475" y="49498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3852" name="Text Box 2107"/>
          <p:cNvSpPr txBox="1">
            <a:spLocks noChangeArrowheads="1"/>
          </p:cNvSpPr>
          <p:nvPr/>
        </p:nvSpPr>
        <p:spPr bwMode="auto">
          <a:xfrm>
            <a:off x="7280275" y="49498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853" name="Text Box 2108"/>
          <p:cNvSpPr txBox="1">
            <a:spLocks noChangeArrowheads="1"/>
          </p:cNvSpPr>
          <p:nvPr/>
        </p:nvSpPr>
        <p:spPr bwMode="auto">
          <a:xfrm>
            <a:off x="5146675" y="58261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54" name="Text Box 2109"/>
          <p:cNvSpPr txBox="1">
            <a:spLocks noChangeArrowheads="1"/>
          </p:cNvSpPr>
          <p:nvPr/>
        </p:nvSpPr>
        <p:spPr bwMode="auto">
          <a:xfrm>
            <a:off x="7889875" y="58261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55" name="Text Box 2110"/>
          <p:cNvSpPr txBox="1">
            <a:spLocks noChangeArrowheads="1"/>
          </p:cNvSpPr>
          <p:nvPr/>
        </p:nvSpPr>
        <p:spPr bwMode="auto">
          <a:xfrm>
            <a:off x="6365875" y="47212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56" name="Text Box 2111"/>
          <p:cNvSpPr txBox="1">
            <a:spLocks noChangeArrowheads="1"/>
          </p:cNvSpPr>
          <p:nvPr/>
        </p:nvSpPr>
        <p:spPr bwMode="auto">
          <a:xfrm>
            <a:off x="6213475" y="55594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57" name="Text Box 2112"/>
          <p:cNvSpPr txBox="1">
            <a:spLocks noChangeArrowheads="1"/>
          </p:cNvSpPr>
          <p:nvPr/>
        </p:nvSpPr>
        <p:spPr bwMode="auto">
          <a:xfrm>
            <a:off x="6861175" y="5559425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" name="AutoShape 18">
            <a:extLst>
              <a:ext uri="{FF2B5EF4-FFF2-40B4-BE49-F238E27FC236}">
                <a16:creationId xmlns:a16="http://schemas.microsoft.com/office/drawing/2014/main" id="{1588E70F-D87E-7DED-2280-4C43CF491E1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39904" y="3641726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Freeform 134">
            <a:extLst>
              <a:ext uri="{FF2B5EF4-FFF2-40B4-BE49-F238E27FC236}">
                <a16:creationId xmlns:a16="http://schemas.microsoft.com/office/drawing/2014/main" id="{E7A7037E-3661-DE3F-3A95-C06FE3FC5E35}"/>
              </a:ext>
            </a:extLst>
          </p:cNvPr>
          <p:cNvSpPr>
            <a:spLocks/>
          </p:cNvSpPr>
          <p:nvPr/>
        </p:nvSpPr>
        <p:spPr bwMode="auto">
          <a:xfrm>
            <a:off x="933450" y="4086225"/>
            <a:ext cx="3105150" cy="2390775"/>
          </a:xfrm>
          <a:custGeom>
            <a:avLst/>
            <a:gdLst>
              <a:gd name="T0" fmla="*/ 2147483646 w 1956"/>
              <a:gd name="T1" fmla="*/ 2147483646 h 1506"/>
              <a:gd name="T2" fmla="*/ 2147483646 w 1956"/>
              <a:gd name="T3" fmla="*/ 2147483646 h 1506"/>
              <a:gd name="T4" fmla="*/ 2147483646 w 1956"/>
              <a:gd name="T5" fmla="*/ 2147483646 h 1506"/>
              <a:gd name="T6" fmla="*/ 2147483646 w 1956"/>
              <a:gd name="T7" fmla="*/ 2147483646 h 1506"/>
              <a:gd name="T8" fmla="*/ 2147483646 w 1956"/>
              <a:gd name="T9" fmla="*/ 2147483646 h 1506"/>
              <a:gd name="T10" fmla="*/ 2147483646 w 1956"/>
              <a:gd name="T11" fmla="*/ 2147483646 h 1506"/>
              <a:gd name="T12" fmla="*/ 2147483646 w 1956"/>
              <a:gd name="T13" fmla="*/ 2147483646 h 1506"/>
              <a:gd name="T14" fmla="*/ 2147483646 w 1956"/>
              <a:gd name="T15" fmla="*/ 2147483646 h 1506"/>
              <a:gd name="T16" fmla="*/ 2147483646 w 1956"/>
              <a:gd name="T17" fmla="*/ 2147483646 h 1506"/>
              <a:gd name="T18" fmla="*/ 2147483646 w 1956"/>
              <a:gd name="T19" fmla="*/ 2147483646 h 1506"/>
              <a:gd name="T20" fmla="*/ 2147483646 w 1956"/>
              <a:gd name="T21" fmla="*/ 2147483646 h 15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956" h="1506">
                <a:moveTo>
                  <a:pt x="886" y="23"/>
                </a:moveTo>
                <a:cubicBezTo>
                  <a:pt x="1061" y="20"/>
                  <a:pt x="1391" y="0"/>
                  <a:pt x="1552" y="149"/>
                </a:cubicBezTo>
                <a:cubicBezTo>
                  <a:pt x="1713" y="298"/>
                  <a:pt x="1956" y="787"/>
                  <a:pt x="1852" y="917"/>
                </a:cubicBezTo>
                <a:cubicBezTo>
                  <a:pt x="1748" y="1047"/>
                  <a:pt x="1146" y="847"/>
                  <a:pt x="928" y="930"/>
                </a:cubicBezTo>
                <a:cubicBezTo>
                  <a:pt x="710" y="1013"/>
                  <a:pt x="680" y="1330"/>
                  <a:pt x="544" y="1416"/>
                </a:cubicBezTo>
                <a:cubicBezTo>
                  <a:pt x="408" y="1502"/>
                  <a:pt x="197" y="1506"/>
                  <a:pt x="112" y="1446"/>
                </a:cubicBezTo>
                <a:cubicBezTo>
                  <a:pt x="27" y="1386"/>
                  <a:pt x="0" y="1150"/>
                  <a:pt x="34" y="1056"/>
                </a:cubicBezTo>
                <a:cubicBezTo>
                  <a:pt x="68" y="962"/>
                  <a:pt x="237" y="950"/>
                  <a:pt x="316" y="882"/>
                </a:cubicBezTo>
                <a:cubicBezTo>
                  <a:pt x="395" y="814"/>
                  <a:pt x="477" y="765"/>
                  <a:pt x="508" y="646"/>
                </a:cubicBezTo>
                <a:cubicBezTo>
                  <a:pt x="539" y="527"/>
                  <a:pt x="439" y="270"/>
                  <a:pt x="502" y="166"/>
                </a:cubicBezTo>
                <a:cubicBezTo>
                  <a:pt x="565" y="62"/>
                  <a:pt x="711" y="26"/>
                  <a:pt x="886" y="2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Oval 135">
            <a:extLst>
              <a:ext uri="{FF2B5EF4-FFF2-40B4-BE49-F238E27FC236}">
                <a16:creationId xmlns:a16="http://schemas.microsoft.com/office/drawing/2014/main" id="{160004BE-CC41-FB57-9174-E4F199C273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0563" y="513873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5" name="Oval 136">
            <a:extLst>
              <a:ext uri="{FF2B5EF4-FFF2-40B4-BE49-F238E27FC236}">
                <a16:creationId xmlns:a16="http://schemas.microsoft.com/office/drawing/2014/main" id="{23C2D616-E6FD-2C51-3488-FCF54BB512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375" y="513873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6" name="Oval 137">
            <a:extLst>
              <a:ext uri="{FF2B5EF4-FFF2-40B4-BE49-F238E27FC236}">
                <a16:creationId xmlns:a16="http://schemas.microsoft.com/office/drawing/2014/main" id="{249652A6-0FFB-0294-A669-BAD8C0C180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8975" y="433228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7" name="Oval 138">
            <a:extLst>
              <a:ext uri="{FF2B5EF4-FFF2-40B4-BE49-F238E27FC236}">
                <a16:creationId xmlns:a16="http://schemas.microsoft.com/office/drawing/2014/main" id="{1F81F820-424B-7A68-842D-1CEA7B890A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6975" y="5946775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8" name="AutoShape 139">
            <a:extLst>
              <a:ext uri="{FF2B5EF4-FFF2-40B4-BE49-F238E27FC236}">
                <a16:creationId xmlns:a16="http://schemas.microsoft.com/office/drawing/2014/main" id="{E22A6677-1868-CAA5-EFDE-2706033B407B}"/>
              </a:ext>
            </a:extLst>
          </p:cNvPr>
          <p:cNvCxnSpPr>
            <a:cxnSpLocks noChangeAspect="1" noChangeShapeType="1"/>
            <a:stCxn id="6" idx="2"/>
            <a:endCxn id="5" idx="0"/>
          </p:cNvCxnSpPr>
          <p:nvPr/>
        </p:nvCxnSpPr>
        <p:spPr bwMode="auto">
          <a:xfrm rot="10800000" flipV="1">
            <a:off x="769938" y="4514850"/>
            <a:ext cx="1168400" cy="612775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140">
            <a:extLst>
              <a:ext uri="{FF2B5EF4-FFF2-40B4-BE49-F238E27FC236}">
                <a16:creationId xmlns:a16="http://schemas.microsoft.com/office/drawing/2014/main" id="{AA819B41-927B-32A7-65C1-F5D76416C7A1}"/>
              </a:ext>
            </a:extLst>
          </p:cNvPr>
          <p:cNvCxnSpPr>
            <a:cxnSpLocks noChangeAspect="1" noChangeShapeType="1"/>
            <a:stCxn id="7" idx="2"/>
            <a:endCxn id="5" idx="4"/>
          </p:cNvCxnSpPr>
          <p:nvPr/>
        </p:nvCxnSpPr>
        <p:spPr bwMode="auto">
          <a:xfrm rot="10800000">
            <a:off x="769938" y="5513388"/>
            <a:ext cx="406400" cy="6159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41">
            <a:extLst>
              <a:ext uri="{FF2B5EF4-FFF2-40B4-BE49-F238E27FC236}">
                <a16:creationId xmlns:a16="http://schemas.microsoft.com/office/drawing/2014/main" id="{47B6134B-998C-1480-A84B-DDA0B10AEF86}"/>
              </a:ext>
            </a:extLst>
          </p:cNvPr>
          <p:cNvCxnSpPr>
            <a:cxnSpLocks noChangeAspect="1" noChangeShapeType="1"/>
            <a:stCxn id="7" idx="6"/>
            <a:endCxn id="4" idx="3"/>
          </p:cNvCxnSpPr>
          <p:nvPr/>
        </p:nvCxnSpPr>
        <p:spPr bwMode="auto">
          <a:xfrm flipV="1">
            <a:off x="1581150" y="5470525"/>
            <a:ext cx="431800" cy="6588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42">
            <a:extLst>
              <a:ext uri="{FF2B5EF4-FFF2-40B4-BE49-F238E27FC236}">
                <a16:creationId xmlns:a16="http://schemas.microsoft.com/office/drawing/2014/main" id="{F378A9EA-5F29-091E-2C6B-8D721ECC6BAC}"/>
              </a:ext>
            </a:extLst>
          </p:cNvPr>
          <p:cNvCxnSpPr>
            <a:cxnSpLocks noChangeAspect="1" noChangeShapeType="1"/>
            <a:stCxn id="6" idx="4"/>
            <a:endCxn id="4" idx="0"/>
          </p:cNvCxnSpPr>
          <p:nvPr/>
        </p:nvCxnSpPr>
        <p:spPr bwMode="auto">
          <a:xfrm>
            <a:off x="2141538" y="4716463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143">
            <a:extLst>
              <a:ext uri="{FF2B5EF4-FFF2-40B4-BE49-F238E27FC236}">
                <a16:creationId xmlns:a16="http://schemas.microsoft.com/office/drawing/2014/main" id="{34AF4AA5-636B-0853-87C2-FA8386BE854E}"/>
              </a:ext>
            </a:extLst>
          </p:cNvPr>
          <p:cNvCxnSpPr>
            <a:cxnSpLocks noChangeAspect="1" noChangeShapeType="1"/>
            <a:stCxn id="5" idx="6"/>
            <a:endCxn id="4" idx="2"/>
          </p:cNvCxnSpPr>
          <p:nvPr/>
        </p:nvCxnSpPr>
        <p:spPr bwMode="auto">
          <a:xfrm>
            <a:off x="962025" y="5321300"/>
            <a:ext cx="9779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44">
            <a:extLst>
              <a:ext uri="{FF2B5EF4-FFF2-40B4-BE49-F238E27FC236}">
                <a16:creationId xmlns:a16="http://schemas.microsoft.com/office/drawing/2014/main" id="{174B73A7-BE66-5B25-5171-98050FC82C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22638" y="513873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14" name="AutoShape 145">
            <a:extLst>
              <a:ext uri="{FF2B5EF4-FFF2-40B4-BE49-F238E27FC236}">
                <a16:creationId xmlns:a16="http://schemas.microsoft.com/office/drawing/2014/main" id="{ECD7FD46-3A39-72C5-9057-30A2C2BAC9C7}"/>
              </a:ext>
            </a:extLst>
          </p:cNvPr>
          <p:cNvCxnSpPr>
            <a:cxnSpLocks noChangeAspect="1" noChangeShapeType="1"/>
            <a:stCxn id="17" idx="6"/>
            <a:endCxn id="13" idx="4"/>
          </p:cNvCxnSpPr>
          <p:nvPr/>
        </p:nvCxnSpPr>
        <p:spPr bwMode="auto">
          <a:xfrm flipV="1">
            <a:off x="3086100" y="5522913"/>
            <a:ext cx="4191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146">
            <a:extLst>
              <a:ext uri="{FF2B5EF4-FFF2-40B4-BE49-F238E27FC236}">
                <a16:creationId xmlns:a16="http://schemas.microsoft.com/office/drawing/2014/main" id="{EAEC126B-5282-B483-460E-F86ADF24FB4D}"/>
              </a:ext>
            </a:extLst>
          </p:cNvPr>
          <p:cNvCxnSpPr>
            <a:cxnSpLocks noChangeAspect="1" noChangeShapeType="1"/>
            <a:stCxn id="13" idx="0"/>
            <a:endCxn id="6" idx="6"/>
          </p:cNvCxnSpPr>
          <p:nvPr/>
        </p:nvCxnSpPr>
        <p:spPr bwMode="auto">
          <a:xfrm rot="5400000" flipH="1">
            <a:off x="2622550" y="4235450"/>
            <a:ext cx="603250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147">
            <a:extLst>
              <a:ext uri="{FF2B5EF4-FFF2-40B4-BE49-F238E27FC236}">
                <a16:creationId xmlns:a16="http://schemas.microsoft.com/office/drawing/2014/main" id="{21913F98-C8F1-AB9A-EBA7-8742197DE078}"/>
              </a:ext>
            </a:extLst>
          </p:cNvPr>
          <p:cNvCxnSpPr>
            <a:cxnSpLocks noChangeAspect="1" noChangeShapeType="1"/>
            <a:stCxn id="4" idx="6"/>
            <a:endCxn id="13" idx="2"/>
          </p:cNvCxnSpPr>
          <p:nvPr/>
        </p:nvCxnSpPr>
        <p:spPr bwMode="auto">
          <a:xfrm>
            <a:off x="2344738" y="5321300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48">
            <a:extLst>
              <a:ext uri="{FF2B5EF4-FFF2-40B4-BE49-F238E27FC236}">
                <a16:creationId xmlns:a16="http://schemas.microsoft.com/office/drawing/2014/main" id="{AB21931F-29F2-428D-6BBE-79AC69018E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1450" y="5946775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18" name="AutoShape 149">
            <a:extLst>
              <a:ext uri="{FF2B5EF4-FFF2-40B4-BE49-F238E27FC236}">
                <a16:creationId xmlns:a16="http://schemas.microsoft.com/office/drawing/2014/main" id="{4ECB0BBE-A528-6198-8287-8BAD37212D7B}"/>
              </a:ext>
            </a:extLst>
          </p:cNvPr>
          <p:cNvCxnSpPr>
            <a:cxnSpLocks noChangeAspect="1" noChangeShapeType="1"/>
            <a:stCxn id="4" idx="5"/>
            <a:endCxn id="17" idx="2"/>
          </p:cNvCxnSpPr>
          <p:nvPr/>
        </p:nvCxnSpPr>
        <p:spPr bwMode="auto">
          <a:xfrm rot="16200000" flipH="1">
            <a:off x="2157412" y="5586413"/>
            <a:ext cx="658813" cy="427038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 Box 150">
            <a:extLst>
              <a:ext uri="{FF2B5EF4-FFF2-40B4-BE49-F238E27FC236}">
                <a16:creationId xmlns:a16="http://schemas.microsoft.com/office/drawing/2014/main" id="{AA3E6059-F426-D277-EE9E-171EB41AB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41036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" name="Text Box 151">
            <a:extLst>
              <a:ext uri="{FF2B5EF4-FFF2-40B4-BE49-F238E27FC236}">
                <a16:creationId xmlns:a16="http://schemas.microsoft.com/office/drawing/2014/main" id="{6CFACAF8-85C8-E06A-8DB1-4991A347A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4575" y="4930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" name="Text Box 152">
            <a:extLst>
              <a:ext uri="{FF2B5EF4-FFF2-40B4-BE49-F238E27FC236}">
                <a16:creationId xmlns:a16="http://schemas.microsoft.com/office/drawing/2014/main" id="{31E0E459-1C6F-7E9A-6932-6D5E0DF8A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930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" name="Text Box 153">
            <a:extLst>
              <a:ext uri="{FF2B5EF4-FFF2-40B4-BE49-F238E27FC236}">
                <a16:creationId xmlns:a16="http://schemas.microsoft.com/office/drawing/2014/main" id="{76355A2C-5C2E-CE73-996B-29FBD2E2E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49307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23" name="Text Box 154">
            <a:extLst>
              <a:ext uri="{FF2B5EF4-FFF2-40B4-BE49-F238E27FC236}">
                <a16:creationId xmlns:a16="http://schemas.microsoft.com/office/drawing/2014/main" id="{9D51A00D-6FA9-34EE-AB7A-1E92E9893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5654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4" name="Text Box 155">
            <a:extLst>
              <a:ext uri="{FF2B5EF4-FFF2-40B4-BE49-F238E27FC236}">
                <a16:creationId xmlns:a16="http://schemas.microsoft.com/office/drawing/2014/main" id="{1647C15E-86A1-0DB6-7D9C-A72FE5A37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56546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5" name="Text Box 156">
            <a:extLst>
              <a:ext uri="{FF2B5EF4-FFF2-40B4-BE49-F238E27FC236}">
                <a16:creationId xmlns:a16="http://schemas.microsoft.com/office/drawing/2014/main" id="{7949328F-AEB4-FC06-6346-CE85344F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434657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" name="Text Box 157">
            <a:extLst>
              <a:ext uri="{FF2B5EF4-FFF2-40B4-BE49-F238E27FC236}">
                <a16:creationId xmlns:a16="http://schemas.microsoft.com/office/drawing/2014/main" id="{3408159E-8C7E-7DAF-E502-10BD2DCEA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4408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7" name="Text Box 158">
            <a:extLst>
              <a:ext uri="{FF2B5EF4-FFF2-40B4-BE49-F238E27FC236}">
                <a16:creationId xmlns:a16="http://schemas.microsoft.com/office/drawing/2014/main" id="{DFB65ABD-132C-6929-822D-B5D1A5960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175" y="49418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8" name="Text Box 159">
            <a:extLst>
              <a:ext uri="{FF2B5EF4-FFF2-40B4-BE49-F238E27FC236}">
                <a16:creationId xmlns:a16="http://schemas.microsoft.com/office/drawing/2014/main" id="{756B0918-A630-DBB9-241F-FEA3D307B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49418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" name="Text Box 160">
            <a:extLst>
              <a:ext uri="{FF2B5EF4-FFF2-40B4-BE49-F238E27FC236}">
                <a16:creationId xmlns:a16="http://schemas.microsoft.com/office/drawing/2014/main" id="{60569F67-BFC0-B95D-9A22-1FCA46D3B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58181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" name="Text Box 161">
            <a:extLst>
              <a:ext uri="{FF2B5EF4-FFF2-40B4-BE49-F238E27FC236}">
                <a16:creationId xmlns:a16="http://schemas.microsoft.com/office/drawing/2014/main" id="{577EBFFE-5A6A-3A07-7922-03D29535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58181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1" name="Text Box 162">
            <a:extLst>
              <a:ext uri="{FF2B5EF4-FFF2-40B4-BE49-F238E27FC236}">
                <a16:creationId xmlns:a16="http://schemas.microsoft.com/office/drawing/2014/main" id="{4D8CDCDF-2BC4-A165-8C41-8B79C54D5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575" y="47132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" name="Text Box 163">
            <a:extLst>
              <a:ext uri="{FF2B5EF4-FFF2-40B4-BE49-F238E27FC236}">
                <a16:creationId xmlns:a16="http://schemas.microsoft.com/office/drawing/2014/main" id="{FBC5B966-D7F5-0A6D-0275-AEB9A051C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5" y="5551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" name="Text Box 164">
            <a:extLst>
              <a:ext uri="{FF2B5EF4-FFF2-40B4-BE49-F238E27FC236}">
                <a16:creationId xmlns:a16="http://schemas.microsoft.com/office/drawing/2014/main" id="{ED248FD2-F9F8-BDB5-D5B9-81127EB8C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55514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" name="AutoShape 19">
            <a:extLst>
              <a:ext uri="{FF2B5EF4-FFF2-40B4-BE49-F238E27FC236}">
                <a16:creationId xmlns:a16="http://schemas.microsoft.com/office/drawing/2014/main" id="{D6E7BD41-EE86-2B45-2C8D-66575C03F767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3898231" y="3619500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5" name="Oval 3">
            <a:extLst>
              <a:ext uri="{FF2B5EF4-FFF2-40B4-BE49-F238E27FC236}">
                <a16:creationId xmlns:a16="http://schemas.microsoft.com/office/drawing/2014/main" id="{0A0E9319-DE15-686A-E943-FB82E4522A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5188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0D13B185-A172-B803-5869-D8E87DDB74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254250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</a:p>
        </p:txBody>
      </p:sp>
      <p:sp>
        <p:nvSpPr>
          <p:cNvPr id="37" name="Oval 5">
            <a:extLst>
              <a:ext uri="{FF2B5EF4-FFF2-40B4-BE49-F238E27FC236}">
                <a16:creationId xmlns:a16="http://schemas.microsoft.com/office/drawing/2014/main" id="{182C7A3E-8F2B-7A4F-FCAE-DF450BE143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1447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8" name="Oval 6">
            <a:extLst>
              <a:ext uri="{FF2B5EF4-FFF2-40B4-BE49-F238E27FC236}">
                <a16:creationId xmlns:a16="http://schemas.microsoft.com/office/drawing/2014/main" id="{1A2894CB-E8F0-A200-CC39-B3F21F0518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9" name="AutoShape 7">
            <a:extLst>
              <a:ext uri="{FF2B5EF4-FFF2-40B4-BE49-F238E27FC236}">
                <a16:creationId xmlns:a16="http://schemas.microsoft.com/office/drawing/2014/main" id="{40B3329D-629E-6426-4B37-0115C080336E}"/>
              </a:ext>
            </a:extLst>
          </p:cNvPr>
          <p:cNvCxnSpPr>
            <a:cxnSpLocks noChangeAspect="1" noChangeShapeType="1"/>
            <a:stCxn id="37" idx="2"/>
            <a:endCxn id="36" idx="0"/>
          </p:cNvCxnSpPr>
          <p:nvPr/>
        </p:nvCxnSpPr>
        <p:spPr bwMode="auto">
          <a:xfrm rot="10800000" flipV="1">
            <a:off x="944563" y="1630363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AutoShape 8">
            <a:extLst>
              <a:ext uri="{FF2B5EF4-FFF2-40B4-BE49-F238E27FC236}">
                <a16:creationId xmlns:a16="http://schemas.microsoft.com/office/drawing/2014/main" id="{0168ABF9-4153-2177-9E3F-211C0E35F5DE}"/>
              </a:ext>
            </a:extLst>
          </p:cNvPr>
          <p:cNvCxnSpPr>
            <a:cxnSpLocks noChangeAspect="1" noChangeShapeType="1"/>
            <a:stCxn id="38" idx="2"/>
            <a:endCxn id="36" idx="4"/>
          </p:cNvCxnSpPr>
          <p:nvPr/>
        </p:nvCxnSpPr>
        <p:spPr bwMode="auto">
          <a:xfrm rot="10800000">
            <a:off x="944563" y="26289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9">
            <a:extLst>
              <a:ext uri="{FF2B5EF4-FFF2-40B4-BE49-F238E27FC236}">
                <a16:creationId xmlns:a16="http://schemas.microsoft.com/office/drawing/2014/main" id="{367231A1-42BB-BF10-82FD-33F35ABBD964}"/>
              </a:ext>
            </a:extLst>
          </p:cNvPr>
          <p:cNvCxnSpPr>
            <a:cxnSpLocks noChangeAspect="1" noChangeShapeType="1"/>
            <a:stCxn id="38" idx="6"/>
            <a:endCxn id="35" idx="3"/>
          </p:cNvCxnSpPr>
          <p:nvPr/>
        </p:nvCxnSpPr>
        <p:spPr bwMode="auto">
          <a:xfrm flipV="1">
            <a:off x="1746250" y="2576513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10">
            <a:extLst>
              <a:ext uri="{FF2B5EF4-FFF2-40B4-BE49-F238E27FC236}">
                <a16:creationId xmlns:a16="http://schemas.microsoft.com/office/drawing/2014/main" id="{5DFC2F6C-7C94-1809-B0D6-283371945132}"/>
              </a:ext>
            </a:extLst>
          </p:cNvPr>
          <p:cNvCxnSpPr>
            <a:cxnSpLocks noChangeAspect="1" noChangeShapeType="1"/>
            <a:stCxn id="37" idx="4"/>
            <a:endCxn id="35" idx="0"/>
          </p:cNvCxnSpPr>
          <p:nvPr/>
        </p:nvCxnSpPr>
        <p:spPr bwMode="auto">
          <a:xfrm>
            <a:off x="2316163" y="1831975"/>
            <a:ext cx="1587" cy="41116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AutoShape 11">
            <a:extLst>
              <a:ext uri="{FF2B5EF4-FFF2-40B4-BE49-F238E27FC236}">
                <a16:creationId xmlns:a16="http://schemas.microsoft.com/office/drawing/2014/main" id="{7993E4A6-2D67-B64D-B5B6-0F12CDC18F37}"/>
              </a:ext>
            </a:extLst>
          </p:cNvPr>
          <p:cNvCxnSpPr>
            <a:cxnSpLocks noChangeAspect="1" noChangeShapeType="1"/>
            <a:stCxn id="36" idx="6"/>
            <a:endCxn id="35" idx="2"/>
          </p:cNvCxnSpPr>
          <p:nvPr/>
        </p:nvCxnSpPr>
        <p:spPr bwMode="auto">
          <a:xfrm>
            <a:off x="1136650" y="24368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Oval 12">
            <a:extLst>
              <a:ext uri="{FF2B5EF4-FFF2-40B4-BE49-F238E27FC236}">
                <a16:creationId xmlns:a16="http://schemas.microsoft.com/office/drawing/2014/main" id="{E1586696-4008-C314-C198-C7D7C83856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97263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5" name="AutoShape 13">
            <a:extLst>
              <a:ext uri="{FF2B5EF4-FFF2-40B4-BE49-F238E27FC236}">
                <a16:creationId xmlns:a16="http://schemas.microsoft.com/office/drawing/2014/main" id="{FF0A75AE-81D7-3175-BCF6-B40517299314}"/>
              </a:ext>
            </a:extLst>
          </p:cNvPr>
          <p:cNvCxnSpPr>
            <a:cxnSpLocks noChangeAspect="1" noChangeShapeType="1"/>
            <a:stCxn id="48" idx="6"/>
            <a:endCxn id="44" idx="4"/>
          </p:cNvCxnSpPr>
          <p:nvPr/>
        </p:nvCxnSpPr>
        <p:spPr bwMode="auto">
          <a:xfrm flipV="1">
            <a:off x="3260725" y="26289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4">
            <a:extLst>
              <a:ext uri="{FF2B5EF4-FFF2-40B4-BE49-F238E27FC236}">
                <a16:creationId xmlns:a16="http://schemas.microsoft.com/office/drawing/2014/main" id="{95BF7678-8210-C601-939D-26D40FF67131}"/>
              </a:ext>
            </a:extLst>
          </p:cNvPr>
          <p:cNvCxnSpPr>
            <a:cxnSpLocks noChangeAspect="1" noChangeShapeType="1"/>
            <a:stCxn id="44" idx="0"/>
            <a:endCxn id="37" idx="6"/>
          </p:cNvCxnSpPr>
          <p:nvPr/>
        </p:nvCxnSpPr>
        <p:spPr bwMode="auto">
          <a:xfrm rot="5400000" flipH="1">
            <a:off x="2792412" y="1355726"/>
            <a:ext cx="612775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15">
            <a:extLst>
              <a:ext uri="{FF2B5EF4-FFF2-40B4-BE49-F238E27FC236}">
                <a16:creationId xmlns:a16="http://schemas.microsoft.com/office/drawing/2014/main" id="{44821CC1-C37C-CE15-6AAD-67F339183EC7}"/>
              </a:ext>
            </a:extLst>
          </p:cNvPr>
          <p:cNvCxnSpPr>
            <a:cxnSpLocks noChangeAspect="1" noChangeShapeType="1"/>
            <a:stCxn id="35" idx="6"/>
            <a:endCxn id="44" idx="2"/>
          </p:cNvCxnSpPr>
          <p:nvPr/>
        </p:nvCxnSpPr>
        <p:spPr bwMode="auto">
          <a:xfrm>
            <a:off x="2509838" y="24368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16">
            <a:extLst>
              <a:ext uri="{FF2B5EF4-FFF2-40B4-BE49-F238E27FC236}">
                <a16:creationId xmlns:a16="http://schemas.microsoft.com/office/drawing/2014/main" id="{D645FE81-AFD9-C680-F6AC-E7FDDF13E6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86075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9" name="AutoShape 17">
            <a:extLst>
              <a:ext uri="{FF2B5EF4-FFF2-40B4-BE49-F238E27FC236}">
                <a16:creationId xmlns:a16="http://schemas.microsoft.com/office/drawing/2014/main" id="{8187E40A-8B9E-A207-82E5-34AD9080E1DC}"/>
              </a:ext>
            </a:extLst>
          </p:cNvPr>
          <p:cNvCxnSpPr>
            <a:cxnSpLocks noChangeAspect="1" noChangeShapeType="1"/>
            <a:stCxn id="35" idx="5"/>
            <a:endCxn id="48" idx="2"/>
          </p:cNvCxnSpPr>
          <p:nvPr/>
        </p:nvCxnSpPr>
        <p:spPr bwMode="auto">
          <a:xfrm rot="16200000" flipH="1">
            <a:off x="2327275" y="26971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Text Box 27">
            <a:extLst>
              <a:ext uri="{FF2B5EF4-FFF2-40B4-BE49-F238E27FC236}">
                <a16:creationId xmlns:a16="http://schemas.microsoft.com/office/drawing/2014/main" id="{3211E596-16D4-5440-D906-BADC6236D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0" y="1462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1" name="Text Box 28">
            <a:extLst>
              <a:ext uri="{FF2B5EF4-FFF2-40B4-BE49-F238E27FC236}">
                <a16:creationId xmlns:a16="http://schemas.microsoft.com/office/drawing/2014/main" id="{06620CB5-F1A1-BC05-DD90-B4DDE0B9E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24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2" name="Text Box 33">
            <a:extLst>
              <a:ext uri="{FF2B5EF4-FFF2-40B4-BE49-F238E27FC236}">
                <a16:creationId xmlns:a16="http://schemas.microsoft.com/office/drawing/2014/main" id="{D4ACB94C-3F69-0481-1F41-EE46FEF0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53" name="Text Box 34">
            <a:extLst>
              <a:ext uri="{FF2B5EF4-FFF2-40B4-BE49-F238E27FC236}">
                <a16:creationId xmlns:a16="http://schemas.microsoft.com/office/drawing/2014/main" id="{85170D2D-2DC5-2ED7-A199-DC78C9B8A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4" name="Text Box 35">
            <a:extLst>
              <a:ext uri="{FF2B5EF4-FFF2-40B4-BE49-F238E27FC236}">
                <a16:creationId xmlns:a16="http://schemas.microsoft.com/office/drawing/2014/main" id="{C79467A8-1BE8-0097-33C6-E21B7D53C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" name="Text Box 37">
            <a:extLst>
              <a:ext uri="{FF2B5EF4-FFF2-40B4-BE49-F238E27FC236}">
                <a16:creationId xmlns:a16="http://schemas.microsoft.com/office/drawing/2014/main" id="{0B856E6D-81C1-4C8C-3BD4-16A1C5DF9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6" name="Text Box 38">
            <a:extLst>
              <a:ext uri="{FF2B5EF4-FFF2-40B4-BE49-F238E27FC236}">
                <a16:creationId xmlns:a16="http://schemas.microsoft.com/office/drawing/2014/main" id="{45E2935F-99CE-A9CD-25AF-80840A365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828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7" name="Text Box 39">
            <a:extLst>
              <a:ext uri="{FF2B5EF4-FFF2-40B4-BE49-F238E27FC236}">
                <a16:creationId xmlns:a16="http://schemas.microsoft.com/office/drawing/2014/main" id="{005430A2-CDF3-C3F5-B278-1374AF295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8" name="Text Box 40">
            <a:extLst>
              <a:ext uri="{FF2B5EF4-FFF2-40B4-BE49-F238E27FC236}">
                <a16:creationId xmlns:a16="http://schemas.microsoft.com/office/drawing/2014/main" id="{3A4AFB2E-1A10-105E-47EA-740814DDD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B84597-9A6F-4289-8BFF-BC7C3FC4342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 dirty="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865187"/>
          </a:xfrm>
          <a:noFill/>
        </p:spPr>
        <p:txBody>
          <a:bodyPr/>
          <a:lstStyle/>
          <a:p>
            <a:pPr eaLnBrk="1" hangingPunct="1"/>
            <a:r>
              <a:rPr lang="en-US" altLang="en-US" sz="4000" dirty="0"/>
              <a:t>Dijkstra’s - Simple Steps</a:t>
            </a:r>
          </a:p>
        </p:txBody>
      </p:sp>
      <p:sp>
        <p:nvSpPr>
          <p:cNvPr id="32788" name="AutoShape 18"/>
          <p:cNvSpPr>
            <a:spLocks noChangeArrowheads="1"/>
          </p:cNvSpPr>
          <p:nvPr/>
        </p:nvSpPr>
        <p:spPr bwMode="auto">
          <a:xfrm rot="5400000">
            <a:off x="6538912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89" name="AutoShape 19"/>
          <p:cNvSpPr>
            <a:spLocks noChangeArrowheads="1"/>
          </p:cNvSpPr>
          <p:nvPr/>
        </p:nvSpPr>
        <p:spPr bwMode="auto">
          <a:xfrm rot="8100000" flipH="1" flipV="1">
            <a:off x="4248555" y="3599569"/>
            <a:ext cx="618315" cy="311496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807" name="Oval 73"/>
          <p:cNvSpPr>
            <a:spLocks noChangeAspect="1" noChangeArrowheads="1"/>
          </p:cNvSpPr>
          <p:nvPr/>
        </p:nvSpPr>
        <p:spPr bwMode="auto">
          <a:xfrm>
            <a:off x="2211388" y="550068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2809" name="Oval 75"/>
          <p:cNvSpPr>
            <a:spLocks noChangeAspect="1" noChangeArrowheads="1"/>
          </p:cNvSpPr>
          <p:nvPr/>
        </p:nvSpPr>
        <p:spPr bwMode="auto">
          <a:xfrm>
            <a:off x="2209800" y="469423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cxnSp>
        <p:nvCxnSpPr>
          <p:cNvPr id="32814" name="AutoShape 80"/>
          <p:cNvCxnSpPr>
            <a:cxnSpLocks noChangeAspect="1" noChangeShapeType="1"/>
            <a:stCxn id="32809" idx="4"/>
            <a:endCxn id="32807" idx="0"/>
          </p:cNvCxnSpPr>
          <p:nvPr/>
        </p:nvCxnSpPr>
        <p:spPr bwMode="auto">
          <a:xfrm>
            <a:off x="2392363" y="5078413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822" name="Text Box 88"/>
          <p:cNvSpPr txBox="1">
            <a:spLocks noChangeArrowheads="1"/>
          </p:cNvSpPr>
          <p:nvPr/>
        </p:nvSpPr>
        <p:spPr bwMode="auto">
          <a:xfrm>
            <a:off x="2520950" y="4465638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824" name="Text Box 90"/>
          <p:cNvSpPr txBox="1">
            <a:spLocks noChangeArrowheads="1"/>
          </p:cNvSpPr>
          <p:nvPr/>
        </p:nvSpPr>
        <p:spPr bwMode="auto">
          <a:xfrm>
            <a:off x="2476500" y="5292725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2834" name="Text Box 100"/>
          <p:cNvSpPr txBox="1">
            <a:spLocks noChangeArrowheads="1"/>
          </p:cNvSpPr>
          <p:nvPr/>
        </p:nvSpPr>
        <p:spPr bwMode="auto">
          <a:xfrm>
            <a:off x="2057400" y="5075238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839" name="Oval 135"/>
          <p:cNvSpPr>
            <a:spLocks noChangeAspect="1" noChangeArrowheads="1"/>
          </p:cNvSpPr>
          <p:nvPr/>
        </p:nvSpPr>
        <p:spPr bwMode="auto">
          <a:xfrm>
            <a:off x="6230938" y="5167313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2841" name="Oval 137"/>
          <p:cNvSpPr>
            <a:spLocks noChangeAspect="1" noChangeArrowheads="1"/>
          </p:cNvSpPr>
          <p:nvPr/>
        </p:nvSpPr>
        <p:spPr bwMode="auto">
          <a:xfrm>
            <a:off x="6229350" y="4360863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2842" name="Oval 138"/>
          <p:cNvSpPr>
            <a:spLocks noChangeAspect="1" noChangeArrowheads="1"/>
          </p:cNvSpPr>
          <p:nvPr/>
        </p:nvSpPr>
        <p:spPr bwMode="auto">
          <a:xfrm>
            <a:off x="5467350" y="59753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32845" name="AutoShape 141"/>
          <p:cNvCxnSpPr>
            <a:cxnSpLocks noChangeAspect="1" noChangeShapeType="1"/>
            <a:stCxn id="32842" idx="6"/>
            <a:endCxn id="32839" idx="3"/>
          </p:cNvCxnSpPr>
          <p:nvPr/>
        </p:nvCxnSpPr>
        <p:spPr bwMode="auto">
          <a:xfrm flipV="1">
            <a:off x="5851525" y="5499100"/>
            <a:ext cx="431800" cy="6588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846" name="AutoShape 142"/>
          <p:cNvCxnSpPr>
            <a:cxnSpLocks noChangeAspect="1" noChangeShapeType="1"/>
            <a:stCxn id="32841" idx="4"/>
            <a:endCxn id="32839" idx="0"/>
          </p:cNvCxnSpPr>
          <p:nvPr/>
        </p:nvCxnSpPr>
        <p:spPr bwMode="auto">
          <a:xfrm>
            <a:off x="6411913" y="4745038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848" name="Oval 144"/>
          <p:cNvSpPr>
            <a:spLocks noChangeAspect="1" noChangeArrowheads="1"/>
          </p:cNvSpPr>
          <p:nvPr/>
        </p:nvSpPr>
        <p:spPr bwMode="auto">
          <a:xfrm>
            <a:off x="7593013" y="5167313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32851" name="AutoShape 147"/>
          <p:cNvCxnSpPr>
            <a:cxnSpLocks noChangeAspect="1" noChangeShapeType="1"/>
            <a:stCxn id="32839" idx="6"/>
            <a:endCxn id="32848" idx="2"/>
          </p:cNvCxnSpPr>
          <p:nvPr/>
        </p:nvCxnSpPr>
        <p:spPr bwMode="auto">
          <a:xfrm>
            <a:off x="6615113" y="5349875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854" name="Text Box 150"/>
          <p:cNvSpPr txBox="1">
            <a:spLocks noChangeArrowheads="1"/>
          </p:cNvSpPr>
          <p:nvPr/>
        </p:nvSpPr>
        <p:spPr bwMode="auto">
          <a:xfrm>
            <a:off x="6540500" y="4132263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855" name="Text Box 151"/>
          <p:cNvSpPr txBox="1">
            <a:spLocks noChangeArrowheads="1"/>
          </p:cNvSpPr>
          <p:nvPr/>
        </p:nvSpPr>
        <p:spPr bwMode="auto">
          <a:xfrm>
            <a:off x="7854950" y="495935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2856" name="Text Box 152"/>
          <p:cNvSpPr txBox="1">
            <a:spLocks noChangeArrowheads="1"/>
          </p:cNvSpPr>
          <p:nvPr/>
        </p:nvSpPr>
        <p:spPr bwMode="auto">
          <a:xfrm>
            <a:off x="6496050" y="495935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2858" name="Text Box 154"/>
          <p:cNvSpPr txBox="1">
            <a:spLocks noChangeArrowheads="1"/>
          </p:cNvSpPr>
          <p:nvPr/>
        </p:nvSpPr>
        <p:spPr bwMode="auto">
          <a:xfrm>
            <a:off x="5397500" y="563880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2863" name="Text Box 159"/>
          <p:cNvSpPr txBox="1">
            <a:spLocks noChangeArrowheads="1"/>
          </p:cNvSpPr>
          <p:nvPr/>
        </p:nvSpPr>
        <p:spPr bwMode="auto">
          <a:xfrm>
            <a:off x="6991350" y="4970463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66" name="Text Box 162"/>
          <p:cNvSpPr txBox="1">
            <a:spLocks noChangeArrowheads="1"/>
          </p:cNvSpPr>
          <p:nvPr/>
        </p:nvSpPr>
        <p:spPr bwMode="auto">
          <a:xfrm>
            <a:off x="6076950" y="4741863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867" name="Text Box 163"/>
          <p:cNvSpPr txBox="1">
            <a:spLocks noChangeArrowheads="1"/>
          </p:cNvSpPr>
          <p:nvPr/>
        </p:nvSpPr>
        <p:spPr bwMode="auto">
          <a:xfrm>
            <a:off x="5924550" y="5580063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" name="Oval 135">
            <a:extLst>
              <a:ext uri="{FF2B5EF4-FFF2-40B4-BE49-F238E27FC236}">
                <a16:creationId xmlns:a16="http://schemas.microsoft.com/office/drawing/2014/main" id="{D5791267-191D-C5FB-4D82-6E49F87A47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4738" y="2482850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" name="Oval 137">
            <a:extLst>
              <a:ext uri="{FF2B5EF4-FFF2-40B4-BE49-F238E27FC236}">
                <a16:creationId xmlns:a16="http://schemas.microsoft.com/office/drawing/2014/main" id="{9B23A7CC-C512-2E69-75A2-A8BB4699D7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3150" y="1676400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cxnSp>
        <p:nvCxnSpPr>
          <p:cNvPr id="6" name="AutoShape 142">
            <a:extLst>
              <a:ext uri="{FF2B5EF4-FFF2-40B4-BE49-F238E27FC236}">
                <a16:creationId xmlns:a16="http://schemas.microsoft.com/office/drawing/2014/main" id="{9153319F-DB0E-C8EE-A598-C04387AFB48B}"/>
              </a:ext>
            </a:extLst>
          </p:cNvPr>
          <p:cNvCxnSpPr>
            <a:cxnSpLocks noChangeAspect="1" noChangeShapeType="1"/>
            <a:stCxn id="3" idx="4"/>
            <a:endCxn id="2" idx="0"/>
          </p:cNvCxnSpPr>
          <p:nvPr/>
        </p:nvCxnSpPr>
        <p:spPr bwMode="auto">
          <a:xfrm>
            <a:off x="6335713" y="2060575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Oval 144">
            <a:extLst>
              <a:ext uri="{FF2B5EF4-FFF2-40B4-BE49-F238E27FC236}">
                <a16:creationId xmlns:a16="http://schemas.microsoft.com/office/drawing/2014/main" id="{FED179A9-8167-A65B-32DC-69D0380C07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16813" y="2482850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8" name="AutoShape 147">
            <a:extLst>
              <a:ext uri="{FF2B5EF4-FFF2-40B4-BE49-F238E27FC236}">
                <a16:creationId xmlns:a16="http://schemas.microsoft.com/office/drawing/2014/main" id="{312FC063-EE99-E7BC-E2CF-F690C11131B0}"/>
              </a:ext>
            </a:extLst>
          </p:cNvPr>
          <p:cNvCxnSpPr>
            <a:cxnSpLocks noChangeAspect="1" noChangeShapeType="1"/>
            <a:stCxn id="2" idx="6"/>
            <a:endCxn id="7" idx="2"/>
          </p:cNvCxnSpPr>
          <p:nvPr/>
        </p:nvCxnSpPr>
        <p:spPr bwMode="auto">
          <a:xfrm>
            <a:off x="6538913" y="2665412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Box 151">
            <a:extLst>
              <a:ext uri="{FF2B5EF4-FFF2-40B4-BE49-F238E27FC236}">
                <a16:creationId xmlns:a16="http://schemas.microsoft.com/office/drawing/2014/main" id="{503F6C1D-53CA-DA99-89E2-10164A0A0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0" y="2274887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0" name="Text Box 152">
            <a:extLst>
              <a:ext uri="{FF2B5EF4-FFF2-40B4-BE49-F238E27FC236}">
                <a16:creationId xmlns:a16="http://schemas.microsoft.com/office/drawing/2014/main" id="{89151743-A50C-6626-23FE-5F1AE8E1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850" y="2274887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Text Box 159">
            <a:extLst>
              <a:ext uri="{FF2B5EF4-FFF2-40B4-BE49-F238E27FC236}">
                <a16:creationId xmlns:a16="http://schemas.microsoft.com/office/drawing/2014/main" id="{20796A68-D44C-4692-D3B0-A0792C71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150" y="22860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" name="Text Box 162">
            <a:extLst>
              <a:ext uri="{FF2B5EF4-FFF2-40B4-BE49-F238E27FC236}">
                <a16:creationId xmlns:a16="http://schemas.microsoft.com/office/drawing/2014/main" id="{174A743E-2999-7BAC-CF33-57762AA55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20574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" name="Text Box 150">
            <a:extLst>
              <a:ext uri="{FF2B5EF4-FFF2-40B4-BE49-F238E27FC236}">
                <a16:creationId xmlns:a16="http://schemas.microsoft.com/office/drawing/2014/main" id="{2F826CE9-2872-73EA-E495-4CB4FF4CC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50" y="14478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2A2B97-EE09-7870-6DD3-05F44E3C28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5188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28D7E1-F522-DADF-504D-C033538AC7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254250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EB3569ED-7F5B-0053-5138-26B492D9E5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1447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A46155EF-6827-9270-3921-60F93FCA4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16" name="AutoShape 7">
            <a:extLst>
              <a:ext uri="{FF2B5EF4-FFF2-40B4-BE49-F238E27FC236}">
                <a16:creationId xmlns:a16="http://schemas.microsoft.com/office/drawing/2014/main" id="{45AF7EA7-03A1-6DCF-E5E0-194B519419E2}"/>
              </a:ext>
            </a:extLst>
          </p:cNvPr>
          <p:cNvCxnSpPr>
            <a:cxnSpLocks noChangeAspect="1" noChangeShapeType="1"/>
            <a:stCxn id="11" idx="2"/>
            <a:endCxn id="5" idx="0"/>
          </p:cNvCxnSpPr>
          <p:nvPr/>
        </p:nvCxnSpPr>
        <p:spPr bwMode="auto">
          <a:xfrm rot="10800000" flipV="1">
            <a:off x="944563" y="1630363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8">
            <a:extLst>
              <a:ext uri="{FF2B5EF4-FFF2-40B4-BE49-F238E27FC236}">
                <a16:creationId xmlns:a16="http://schemas.microsoft.com/office/drawing/2014/main" id="{8B9BFF6A-55B1-E3BF-55EB-537F21FD313C}"/>
              </a:ext>
            </a:extLst>
          </p:cNvPr>
          <p:cNvCxnSpPr>
            <a:cxnSpLocks noChangeAspect="1" noChangeShapeType="1"/>
            <a:stCxn id="14" idx="2"/>
            <a:endCxn id="5" idx="4"/>
          </p:cNvCxnSpPr>
          <p:nvPr/>
        </p:nvCxnSpPr>
        <p:spPr bwMode="auto">
          <a:xfrm rot="10800000">
            <a:off x="944563" y="26289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9">
            <a:extLst>
              <a:ext uri="{FF2B5EF4-FFF2-40B4-BE49-F238E27FC236}">
                <a16:creationId xmlns:a16="http://schemas.microsoft.com/office/drawing/2014/main" id="{7C11E4FD-BA50-4577-5B46-B38BF3328D2E}"/>
              </a:ext>
            </a:extLst>
          </p:cNvPr>
          <p:cNvCxnSpPr>
            <a:cxnSpLocks noChangeAspect="1" noChangeShapeType="1"/>
            <a:stCxn id="14" idx="6"/>
            <a:endCxn id="4" idx="3"/>
          </p:cNvCxnSpPr>
          <p:nvPr/>
        </p:nvCxnSpPr>
        <p:spPr bwMode="auto">
          <a:xfrm flipV="1">
            <a:off x="1746250" y="2576513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0">
            <a:extLst>
              <a:ext uri="{FF2B5EF4-FFF2-40B4-BE49-F238E27FC236}">
                <a16:creationId xmlns:a16="http://schemas.microsoft.com/office/drawing/2014/main" id="{0EA92C85-0865-C668-DA34-5B1CB64FC396}"/>
              </a:ext>
            </a:extLst>
          </p:cNvPr>
          <p:cNvCxnSpPr>
            <a:cxnSpLocks noChangeAspect="1" noChangeShapeType="1"/>
            <a:stCxn id="11" idx="4"/>
            <a:endCxn id="4" idx="0"/>
          </p:cNvCxnSpPr>
          <p:nvPr/>
        </p:nvCxnSpPr>
        <p:spPr bwMode="auto">
          <a:xfrm>
            <a:off x="2316163" y="1831975"/>
            <a:ext cx="1587" cy="41116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11">
            <a:extLst>
              <a:ext uri="{FF2B5EF4-FFF2-40B4-BE49-F238E27FC236}">
                <a16:creationId xmlns:a16="http://schemas.microsoft.com/office/drawing/2014/main" id="{DF5048AA-FE8E-2585-84BF-0CDB7AE1D3C1}"/>
              </a:ext>
            </a:extLst>
          </p:cNvPr>
          <p:cNvCxnSpPr>
            <a:cxnSpLocks noChangeAspect="1" noChangeShapeType="1"/>
            <a:stCxn id="5" idx="6"/>
            <a:endCxn id="4" idx="2"/>
          </p:cNvCxnSpPr>
          <p:nvPr/>
        </p:nvCxnSpPr>
        <p:spPr bwMode="auto">
          <a:xfrm>
            <a:off x="1136650" y="24368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val 12">
            <a:extLst>
              <a:ext uri="{FF2B5EF4-FFF2-40B4-BE49-F238E27FC236}">
                <a16:creationId xmlns:a16="http://schemas.microsoft.com/office/drawing/2014/main" id="{7BAADDBB-EA69-DA18-3084-B9E004C7E3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97263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2" name="AutoShape 13">
            <a:extLst>
              <a:ext uri="{FF2B5EF4-FFF2-40B4-BE49-F238E27FC236}">
                <a16:creationId xmlns:a16="http://schemas.microsoft.com/office/drawing/2014/main" id="{8C29B73D-FBE9-908E-E2ED-9A489829F8AB}"/>
              </a:ext>
            </a:extLst>
          </p:cNvPr>
          <p:cNvCxnSpPr>
            <a:cxnSpLocks noChangeAspect="1" noChangeShapeType="1"/>
            <a:stCxn id="25" idx="6"/>
            <a:endCxn id="21" idx="4"/>
          </p:cNvCxnSpPr>
          <p:nvPr/>
        </p:nvCxnSpPr>
        <p:spPr bwMode="auto">
          <a:xfrm flipV="1">
            <a:off x="3260725" y="26289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14">
            <a:extLst>
              <a:ext uri="{FF2B5EF4-FFF2-40B4-BE49-F238E27FC236}">
                <a16:creationId xmlns:a16="http://schemas.microsoft.com/office/drawing/2014/main" id="{E43DF82A-1276-62C8-B44A-0F4636940C89}"/>
              </a:ext>
            </a:extLst>
          </p:cNvPr>
          <p:cNvCxnSpPr>
            <a:cxnSpLocks noChangeAspect="1" noChangeShapeType="1"/>
            <a:stCxn id="21" idx="0"/>
            <a:endCxn id="11" idx="6"/>
          </p:cNvCxnSpPr>
          <p:nvPr/>
        </p:nvCxnSpPr>
        <p:spPr bwMode="auto">
          <a:xfrm rot="5400000" flipH="1">
            <a:off x="2792412" y="1355726"/>
            <a:ext cx="612775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15">
            <a:extLst>
              <a:ext uri="{FF2B5EF4-FFF2-40B4-BE49-F238E27FC236}">
                <a16:creationId xmlns:a16="http://schemas.microsoft.com/office/drawing/2014/main" id="{F7B5E009-457E-DFF1-1A01-0FCE3D81B72E}"/>
              </a:ext>
            </a:extLst>
          </p:cNvPr>
          <p:cNvCxnSpPr>
            <a:cxnSpLocks noChangeAspect="1" noChangeShapeType="1"/>
            <a:stCxn id="4" idx="6"/>
            <a:endCxn id="21" idx="2"/>
          </p:cNvCxnSpPr>
          <p:nvPr/>
        </p:nvCxnSpPr>
        <p:spPr bwMode="auto">
          <a:xfrm>
            <a:off x="2509838" y="24368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60D4A6D3-3ADB-FEB2-53C3-0F834AAA52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86075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0C5BA7A3-8003-A742-8A49-F81094730441}"/>
              </a:ext>
            </a:extLst>
          </p:cNvPr>
          <p:cNvCxnSpPr>
            <a:cxnSpLocks noChangeAspect="1" noChangeShapeType="1"/>
            <a:stCxn id="4" idx="5"/>
            <a:endCxn id="25" idx="2"/>
          </p:cNvCxnSpPr>
          <p:nvPr/>
        </p:nvCxnSpPr>
        <p:spPr bwMode="auto">
          <a:xfrm rot="16200000" flipH="1">
            <a:off x="2327275" y="26971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 Box 27">
            <a:extLst>
              <a:ext uri="{FF2B5EF4-FFF2-40B4-BE49-F238E27FC236}">
                <a16:creationId xmlns:a16="http://schemas.microsoft.com/office/drawing/2014/main" id="{2E355B45-8B6D-BE34-0910-0EE4CB3EC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0" y="1462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1BE7CEDE-13C3-7E2C-F954-7B5CEA100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24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CEC4429D-526D-F1A4-FC31-A97BC803C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8EA40E52-648B-34D5-9392-A7A8CCD65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415DE0D9-6D91-3E99-A905-7A81573AC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" name="Text Box 37">
            <a:extLst>
              <a:ext uri="{FF2B5EF4-FFF2-40B4-BE49-F238E27FC236}">
                <a16:creationId xmlns:a16="http://schemas.microsoft.com/office/drawing/2014/main" id="{6460341F-A72F-FAFA-ABC5-E301D93F8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" name="Text Box 38">
            <a:extLst>
              <a:ext uri="{FF2B5EF4-FFF2-40B4-BE49-F238E27FC236}">
                <a16:creationId xmlns:a16="http://schemas.microsoft.com/office/drawing/2014/main" id="{AC841AE3-75BB-6E79-0F2B-37CCEEAC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828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" name="Text Box 39">
            <a:extLst>
              <a:ext uri="{FF2B5EF4-FFF2-40B4-BE49-F238E27FC236}">
                <a16:creationId xmlns:a16="http://schemas.microsoft.com/office/drawing/2014/main" id="{624CC621-5B0B-1713-3461-9B006ED40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" name="Text Box 40">
            <a:extLst>
              <a:ext uri="{FF2B5EF4-FFF2-40B4-BE49-F238E27FC236}">
                <a16:creationId xmlns:a16="http://schemas.microsoft.com/office/drawing/2014/main" id="{6B8887F6-2D5D-5A2D-5076-211FB3224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6" name="AutoShape 18">
            <a:extLst>
              <a:ext uri="{FF2B5EF4-FFF2-40B4-BE49-F238E27FC236}">
                <a16:creationId xmlns:a16="http://schemas.microsoft.com/office/drawing/2014/main" id="{A6EF3F0D-F5D2-7166-D6F7-20EDCC17D96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119312" y="37195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938876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4F622-DE70-C536-A2F9-CDEF7B64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374CEF04-6964-B485-8D9D-1CCEAFA6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B84597-9A6F-4289-8BFF-BC7C3FC4342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 dirty="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F1EBC4BC-D493-78CD-BCC6-939FCB3F9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01000" cy="865187"/>
          </a:xfrm>
          <a:noFill/>
        </p:spPr>
        <p:txBody>
          <a:bodyPr/>
          <a:lstStyle/>
          <a:p>
            <a:pPr eaLnBrk="1" hangingPunct="1"/>
            <a:r>
              <a:rPr lang="en-US" altLang="en-US" sz="4000" dirty="0"/>
              <a:t>Dijkstra’s - Simple Steps (cont.)</a:t>
            </a:r>
          </a:p>
        </p:txBody>
      </p:sp>
      <p:sp>
        <p:nvSpPr>
          <p:cNvPr id="97" name="Oval 2052">
            <a:extLst>
              <a:ext uri="{FF2B5EF4-FFF2-40B4-BE49-F238E27FC236}">
                <a16:creationId xmlns:a16="http://schemas.microsoft.com/office/drawing/2014/main" id="{C94C07A4-8A2B-CFD8-12E8-BC31657016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8" y="248285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98" name="Oval 2053">
            <a:extLst>
              <a:ext uri="{FF2B5EF4-FFF2-40B4-BE49-F238E27FC236}">
                <a16:creationId xmlns:a16="http://schemas.microsoft.com/office/drawing/2014/main" id="{EA7E7E21-692B-BD23-DFED-52BF7E5A5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24828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99" name="Oval 2054">
            <a:extLst>
              <a:ext uri="{FF2B5EF4-FFF2-40B4-BE49-F238E27FC236}">
                <a16:creationId xmlns:a16="http://schemas.microsoft.com/office/drawing/2014/main" id="{067AE5F2-91D2-F416-65BC-545DDA3BE2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5600" y="16764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00" name="Oval 2055">
            <a:extLst>
              <a:ext uri="{FF2B5EF4-FFF2-40B4-BE49-F238E27FC236}">
                <a16:creationId xmlns:a16="http://schemas.microsoft.com/office/drawing/2014/main" id="{32F75879-B71B-1A5E-FFE3-AC1A4F6077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9088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101" name="AutoShape 2057">
            <a:extLst>
              <a:ext uri="{FF2B5EF4-FFF2-40B4-BE49-F238E27FC236}">
                <a16:creationId xmlns:a16="http://schemas.microsoft.com/office/drawing/2014/main" id="{6AE1F851-03C9-A097-0F51-06BDAE1AF415}"/>
              </a:ext>
            </a:extLst>
          </p:cNvPr>
          <p:cNvCxnSpPr>
            <a:cxnSpLocks noChangeAspect="1" noChangeShapeType="1"/>
            <a:stCxn id="100" idx="2"/>
            <a:endCxn id="98" idx="4"/>
          </p:cNvCxnSpPr>
          <p:nvPr/>
        </p:nvCxnSpPr>
        <p:spPr bwMode="auto">
          <a:xfrm rot="10800000">
            <a:off x="5516563" y="2867025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AutoShape 2058">
            <a:extLst>
              <a:ext uri="{FF2B5EF4-FFF2-40B4-BE49-F238E27FC236}">
                <a16:creationId xmlns:a16="http://schemas.microsoft.com/office/drawing/2014/main" id="{E2E0396E-7515-AB92-4099-2271D2AA3D69}"/>
              </a:ext>
            </a:extLst>
          </p:cNvPr>
          <p:cNvCxnSpPr>
            <a:cxnSpLocks noChangeAspect="1" noChangeShapeType="1"/>
            <a:stCxn id="100" idx="6"/>
            <a:endCxn id="97" idx="3"/>
          </p:cNvCxnSpPr>
          <p:nvPr/>
        </p:nvCxnSpPr>
        <p:spPr bwMode="auto">
          <a:xfrm flipV="1">
            <a:off x="6327775" y="2814638"/>
            <a:ext cx="431800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AutoShape 2059">
            <a:extLst>
              <a:ext uri="{FF2B5EF4-FFF2-40B4-BE49-F238E27FC236}">
                <a16:creationId xmlns:a16="http://schemas.microsoft.com/office/drawing/2014/main" id="{1CF8D0C8-059F-5F53-B278-F9917BBCE9F6}"/>
              </a:ext>
            </a:extLst>
          </p:cNvPr>
          <p:cNvCxnSpPr>
            <a:cxnSpLocks noChangeAspect="1" noChangeShapeType="1"/>
            <a:stCxn id="99" idx="4"/>
            <a:endCxn id="97" idx="0"/>
          </p:cNvCxnSpPr>
          <p:nvPr/>
        </p:nvCxnSpPr>
        <p:spPr bwMode="auto">
          <a:xfrm>
            <a:off x="6888163" y="2060575"/>
            <a:ext cx="1587" cy="4016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Oval 2061">
            <a:extLst>
              <a:ext uri="{FF2B5EF4-FFF2-40B4-BE49-F238E27FC236}">
                <a16:creationId xmlns:a16="http://schemas.microsoft.com/office/drawing/2014/main" id="{380B227B-F16C-8EE1-1A68-22D3913C3A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69263" y="248285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105" name="AutoShape 2064">
            <a:extLst>
              <a:ext uri="{FF2B5EF4-FFF2-40B4-BE49-F238E27FC236}">
                <a16:creationId xmlns:a16="http://schemas.microsoft.com/office/drawing/2014/main" id="{B68EFAC0-B9F1-083D-DCC2-DBF4F8822069}"/>
              </a:ext>
            </a:extLst>
          </p:cNvPr>
          <p:cNvCxnSpPr>
            <a:cxnSpLocks noChangeAspect="1" noChangeShapeType="1"/>
            <a:stCxn id="97" idx="6"/>
            <a:endCxn id="104" idx="2"/>
          </p:cNvCxnSpPr>
          <p:nvPr/>
        </p:nvCxnSpPr>
        <p:spPr bwMode="auto">
          <a:xfrm>
            <a:off x="7091363" y="2665413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Text Box 2067">
            <a:extLst>
              <a:ext uri="{FF2B5EF4-FFF2-40B4-BE49-F238E27FC236}">
                <a16:creationId xmlns:a16="http://schemas.microsoft.com/office/drawing/2014/main" id="{CF1FFEEC-0975-0723-0EAF-9A503228C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0" y="144780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07" name="Text Box 2068">
            <a:extLst>
              <a:ext uri="{FF2B5EF4-FFF2-40B4-BE49-F238E27FC236}">
                <a16:creationId xmlns:a16="http://schemas.microsoft.com/office/drawing/2014/main" id="{645FBB92-7690-EB26-CBA9-A7CBAC07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2274888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08" name="Text Box 2069">
            <a:extLst>
              <a:ext uri="{FF2B5EF4-FFF2-40B4-BE49-F238E27FC236}">
                <a16:creationId xmlns:a16="http://schemas.microsoft.com/office/drawing/2014/main" id="{48BF4158-5A83-7740-3385-271DBAF9F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2274888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09" name="Text Box 2070">
            <a:extLst>
              <a:ext uri="{FF2B5EF4-FFF2-40B4-BE49-F238E27FC236}">
                <a16:creationId xmlns:a16="http://schemas.microsoft.com/office/drawing/2014/main" id="{23D39B3E-C37E-AA35-11A4-1A0580B4F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2274888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110" name="Text Box 2071">
            <a:extLst>
              <a:ext uri="{FF2B5EF4-FFF2-40B4-BE49-F238E27FC236}">
                <a16:creationId xmlns:a16="http://schemas.microsoft.com/office/drawing/2014/main" id="{0804597F-B7FD-3AE0-08F5-0AD0B0054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2998788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111" name="Text Box 2076">
            <a:extLst>
              <a:ext uri="{FF2B5EF4-FFF2-40B4-BE49-F238E27FC236}">
                <a16:creationId xmlns:a16="http://schemas.microsoft.com/office/drawing/2014/main" id="{11C57B16-5F23-C7AE-E006-D38F5C490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28600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12" name="Text Box 2077">
            <a:extLst>
              <a:ext uri="{FF2B5EF4-FFF2-40B4-BE49-F238E27FC236}">
                <a16:creationId xmlns:a16="http://schemas.microsoft.com/office/drawing/2014/main" id="{736E0BA3-1528-86FA-FB7E-0E5510959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16230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13" name="Text Box 2079">
            <a:extLst>
              <a:ext uri="{FF2B5EF4-FFF2-40B4-BE49-F238E27FC236}">
                <a16:creationId xmlns:a16="http://schemas.microsoft.com/office/drawing/2014/main" id="{F2A85CA7-F446-9523-CCA9-592105C56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05740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14" name="Text Box 2080">
            <a:extLst>
              <a:ext uri="{FF2B5EF4-FFF2-40B4-BE49-F238E27FC236}">
                <a16:creationId xmlns:a16="http://schemas.microsoft.com/office/drawing/2014/main" id="{C046D4BA-A726-2B58-0C12-05012A90A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895600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5" name="Oval 2083">
            <a:extLst>
              <a:ext uri="{FF2B5EF4-FFF2-40B4-BE49-F238E27FC236}">
                <a16:creationId xmlns:a16="http://schemas.microsoft.com/office/drawing/2014/main" id="{E5BF2A3A-65D9-8995-97A6-B7C2954BB6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88138" y="5226050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16" name="Oval 2084">
            <a:extLst>
              <a:ext uri="{FF2B5EF4-FFF2-40B4-BE49-F238E27FC236}">
                <a16:creationId xmlns:a16="http://schemas.microsoft.com/office/drawing/2014/main" id="{3210F2F9-96B4-3CC3-6D52-166F06F7D7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14950" y="5226050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17" name="Oval 2085">
            <a:extLst>
              <a:ext uri="{FF2B5EF4-FFF2-40B4-BE49-F238E27FC236}">
                <a16:creationId xmlns:a16="http://schemas.microsoft.com/office/drawing/2014/main" id="{E7C60370-79DC-2ABE-BFF5-1CBC48E114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86550" y="4419600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18" name="Oval 2086">
            <a:extLst>
              <a:ext uri="{FF2B5EF4-FFF2-40B4-BE49-F238E27FC236}">
                <a16:creationId xmlns:a16="http://schemas.microsoft.com/office/drawing/2014/main" id="{1B97F187-E82E-317C-EEF1-1CC78B25DD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4550" y="6034087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119" name="AutoShape 2088">
            <a:extLst>
              <a:ext uri="{FF2B5EF4-FFF2-40B4-BE49-F238E27FC236}">
                <a16:creationId xmlns:a16="http://schemas.microsoft.com/office/drawing/2014/main" id="{DF29E90F-230B-D69B-B412-E67F01EE1D2E}"/>
              </a:ext>
            </a:extLst>
          </p:cNvPr>
          <p:cNvCxnSpPr>
            <a:cxnSpLocks noChangeAspect="1" noChangeShapeType="1"/>
            <a:stCxn id="118" idx="2"/>
            <a:endCxn id="116" idx="4"/>
          </p:cNvCxnSpPr>
          <p:nvPr/>
        </p:nvCxnSpPr>
        <p:spPr bwMode="auto">
          <a:xfrm rot="10800000">
            <a:off x="5497513" y="5610225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AutoShape 2089">
            <a:extLst>
              <a:ext uri="{FF2B5EF4-FFF2-40B4-BE49-F238E27FC236}">
                <a16:creationId xmlns:a16="http://schemas.microsoft.com/office/drawing/2014/main" id="{69AD6DEC-E321-308D-B479-7A404E692189}"/>
              </a:ext>
            </a:extLst>
          </p:cNvPr>
          <p:cNvCxnSpPr>
            <a:cxnSpLocks noChangeAspect="1" noChangeShapeType="1"/>
            <a:stCxn id="118" idx="6"/>
            <a:endCxn id="115" idx="3"/>
          </p:cNvCxnSpPr>
          <p:nvPr/>
        </p:nvCxnSpPr>
        <p:spPr bwMode="auto">
          <a:xfrm flipV="1">
            <a:off x="6308725" y="5557837"/>
            <a:ext cx="431800" cy="6588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" name="AutoShape 2090">
            <a:extLst>
              <a:ext uri="{FF2B5EF4-FFF2-40B4-BE49-F238E27FC236}">
                <a16:creationId xmlns:a16="http://schemas.microsoft.com/office/drawing/2014/main" id="{FA083237-D81F-73C0-D258-D4B6FE38002F}"/>
              </a:ext>
            </a:extLst>
          </p:cNvPr>
          <p:cNvCxnSpPr>
            <a:cxnSpLocks noChangeAspect="1" noChangeShapeType="1"/>
            <a:stCxn id="117" idx="4"/>
            <a:endCxn id="115" idx="0"/>
          </p:cNvCxnSpPr>
          <p:nvPr/>
        </p:nvCxnSpPr>
        <p:spPr bwMode="auto">
          <a:xfrm>
            <a:off x="6869113" y="4803775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" name="Oval 2092">
            <a:extLst>
              <a:ext uri="{FF2B5EF4-FFF2-40B4-BE49-F238E27FC236}">
                <a16:creationId xmlns:a16="http://schemas.microsoft.com/office/drawing/2014/main" id="{440AB064-2754-9FDB-BC01-BDFA26ABF3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50213" y="5226050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123" name="AutoShape 2093">
            <a:extLst>
              <a:ext uri="{FF2B5EF4-FFF2-40B4-BE49-F238E27FC236}">
                <a16:creationId xmlns:a16="http://schemas.microsoft.com/office/drawing/2014/main" id="{94410D73-E364-3385-32C1-50DDEBD920A6}"/>
              </a:ext>
            </a:extLst>
          </p:cNvPr>
          <p:cNvCxnSpPr>
            <a:cxnSpLocks noChangeAspect="1" noChangeShapeType="1"/>
            <a:stCxn id="125" idx="6"/>
            <a:endCxn id="122" idx="4"/>
          </p:cNvCxnSpPr>
          <p:nvPr/>
        </p:nvCxnSpPr>
        <p:spPr bwMode="auto">
          <a:xfrm flipV="1">
            <a:off x="7823200" y="5610225"/>
            <a:ext cx="409575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AutoShape 2095">
            <a:extLst>
              <a:ext uri="{FF2B5EF4-FFF2-40B4-BE49-F238E27FC236}">
                <a16:creationId xmlns:a16="http://schemas.microsoft.com/office/drawing/2014/main" id="{6D7B3DB4-C3A0-5143-8A22-C2DEEB3BDE18}"/>
              </a:ext>
            </a:extLst>
          </p:cNvPr>
          <p:cNvCxnSpPr>
            <a:cxnSpLocks noChangeAspect="1" noChangeShapeType="1"/>
            <a:stCxn id="115" idx="6"/>
            <a:endCxn id="122" idx="2"/>
          </p:cNvCxnSpPr>
          <p:nvPr/>
        </p:nvCxnSpPr>
        <p:spPr bwMode="auto">
          <a:xfrm>
            <a:off x="7072313" y="5408612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5" name="Oval 2096">
            <a:extLst>
              <a:ext uri="{FF2B5EF4-FFF2-40B4-BE49-F238E27FC236}">
                <a16:creationId xmlns:a16="http://schemas.microsoft.com/office/drawing/2014/main" id="{DFA6CA9F-9546-941D-17AF-1A6770ED4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39025" y="6034087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126" name="Text Box 2098">
            <a:extLst>
              <a:ext uri="{FF2B5EF4-FFF2-40B4-BE49-F238E27FC236}">
                <a16:creationId xmlns:a16="http://schemas.microsoft.com/office/drawing/2014/main" id="{FF4C7C42-0420-8F5D-0004-027552EFF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7700" y="41910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27" name="Text Box 2099">
            <a:extLst>
              <a:ext uri="{FF2B5EF4-FFF2-40B4-BE49-F238E27FC236}">
                <a16:creationId xmlns:a16="http://schemas.microsoft.com/office/drawing/2014/main" id="{B4824ED6-1038-4901-FBD4-37E138FBF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2150" y="5018087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28" name="Text Box 2100">
            <a:extLst>
              <a:ext uri="{FF2B5EF4-FFF2-40B4-BE49-F238E27FC236}">
                <a16:creationId xmlns:a16="http://schemas.microsoft.com/office/drawing/2014/main" id="{CEAD327E-B3AF-EA82-DC53-492629CA3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0" y="5018087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9" name="Text Box 2101">
            <a:extLst>
              <a:ext uri="{FF2B5EF4-FFF2-40B4-BE49-F238E27FC236}">
                <a16:creationId xmlns:a16="http://schemas.microsoft.com/office/drawing/2014/main" id="{3D2766BE-3D80-C0D8-A190-ACF0699B9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1650" y="5018087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130" name="Text Box 2102">
            <a:extLst>
              <a:ext uri="{FF2B5EF4-FFF2-40B4-BE49-F238E27FC236}">
                <a16:creationId xmlns:a16="http://schemas.microsoft.com/office/drawing/2014/main" id="{4933AFF4-7DDE-D742-551C-838DA3407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5741987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131" name="Text Box 2103">
            <a:extLst>
              <a:ext uri="{FF2B5EF4-FFF2-40B4-BE49-F238E27FC236}">
                <a16:creationId xmlns:a16="http://schemas.microsoft.com/office/drawing/2014/main" id="{12B1F18D-241D-6D27-C870-23F2BCFFD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741987"/>
            <a:ext cx="298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132" name="Text Box 2107">
            <a:extLst>
              <a:ext uri="{FF2B5EF4-FFF2-40B4-BE49-F238E27FC236}">
                <a16:creationId xmlns:a16="http://schemas.microsoft.com/office/drawing/2014/main" id="{1106C109-C48D-8865-18C6-F7C4B3181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550" y="50292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3" name="Text Box 2108">
            <a:extLst>
              <a:ext uri="{FF2B5EF4-FFF2-40B4-BE49-F238E27FC236}">
                <a16:creationId xmlns:a16="http://schemas.microsoft.com/office/drawing/2014/main" id="{CABA0946-D7D4-7502-8DD9-18904EFF9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0" y="59055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4" name="Text Box 2109">
            <a:extLst>
              <a:ext uri="{FF2B5EF4-FFF2-40B4-BE49-F238E27FC236}">
                <a16:creationId xmlns:a16="http://schemas.microsoft.com/office/drawing/2014/main" id="{5BB7B6BC-95C2-EF89-A8F2-98CD7C0B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150" y="59055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5" name="Text Box 2110">
            <a:extLst>
              <a:ext uri="{FF2B5EF4-FFF2-40B4-BE49-F238E27FC236}">
                <a16:creationId xmlns:a16="http://schemas.microsoft.com/office/drawing/2014/main" id="{EA0F5A14-7B95-064F-894A-5438C4008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150" y="48006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6" name="Text Box 2111">
            <a:extLst>
              <a:ext uri="{FF2B5EF4-FFF2-40B4-BE49-F238E27FC236}">
                <a16:creationId xmlns:a16="http://schemas.microsoft.com/office/drawing/2014/main" id="{AEBA5868-58C7-F928-7093-D947CD678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5638800"/>
            <a:ext cx="2984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37" name="AutoShape 18">
            <a:extLst>
              <a:ext uri="{FF2B5EF4-FFF2-40B4-BE49-F238E27FC236}">
                <a16:creationId xmlns:a16="http://schemas.microsoft.com/office/drawing/2014/main" id="{286D5A1F-685E-902C-D1EC-4DBB9F7F289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19888" y="36433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BDBDA4-4613-7FD2-C62C-BF766E334B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5188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B697BB-A2DB-A0B1-D5F3-316052313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254250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00863B67-74DB-3792-975B-8C8DCA428F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1447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52440FE0-048F-5602-5C08-B2C732DAE1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16" name="AutoShape 7">
            <a:extLst>
              <a:ext uri="{FF2B5EF4-FFF2-40B4-BE49-F238E27FC236}">
                <a16:creationId xmlns:a16="http://schemas.microsoft.com/office/drawing/2014/main" id="{BCF676BC-A171-9D48-B12B-20AE7645A102}"/>
              </a:ext>
            </a:extLst>
          </p:cNvPr>
          <p:cNvCxnSpPr>
            <a:cxnSpLocks noChangeAspect="1" noChangeShapeType="1"/>
            <a:stCxn id="11" idx="2"/>
            <a:endCxn id="5" idx="0"/>
          </p:cNvCxnSpPr>
          <p:nvPr/>
        </p:nvCxnSpPr>
        <p:spPr bwMode="auto">
          <a:xfrm rot="10800000" flipV="1">
            <a:off x="944563" y="1630363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8">
            <a:extLst>
              <a:ext uri="{FF2B5EF4-FFF2-40B4-BE49-F238E27FC236}">
                <a16:creationId xmlns:a16="http://schemas.microsoft.com/office/drawing/2014/main" id="{4F6CC04B-393C-B300-7B22-FB3CE862AAAC}"/>
              </a:ext>
            </a:extLst>
          </p:cNvPr>
          <p:cNvCxnSpPr>
            <a:cxnSpLocks noChangeAspect="1" noChangeShapeType="1"/>
            <a:stCxn id="14" idx="2"/>
            <a:endCxn id="5" idx="4"/>
          </p:cNvCxnSpPr>
          <p:nvPr/>
        </p:nvCxnSpPr>
        <p:spPr bwMode="auto">
          <a:xfrm rot="10800000">
            <a:off x="944563" y="26289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9">
            <a:extLst>
              <a:ext uri="{FF2B5EF4-FFF2-40B4-BE49-F238E27FC236}">
                <a16:creationId xmlns:a16="http://schemas.microsoft.com/office/drawing/2014/main" id="{FB9AF189-6C7B-B57B-1FED-5328C3363B73}"/>
              </a:ext>
            </a:extLst>
          </p:cNvPr>
          <p:cNvCxnSpPr>
            <a:cxnSpLocks noChangeAspect="1" noChangeShapeType="1"/>
            <a:stCxn id="14" idx="6"/>
            <a:endCxn id="4" idx="3"/>
          </p:cNvCxnSpPr>
          <p:nvPr/>
        </p:nvCxnSpPr>
        <p:spPr bwMode="auto">
          <a:xfrm flipV="1">
            <a:off x="1746250" y="2576513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0">
            <a:extLst>
              <a:ext uri="{FF2B5EF4-FFF2-40B4-BE49-F238E27FC236}">
                <a16:creationId xmlns:a16="http://schemas.microsoft.com/office/drawing/2014/main" id="{50ECA507-1B07-D408-E7E7-B0838A5F7AED}"/>
              </a:ext>
            </a:extLst>
          </p:cNvPr>
          <p:cNvCxnSpPr>
            <a:cxnSpLocks noChangeAspect="1" noChangeShapeType="1"/>
            <a:stCxn id="11" idx="4"/>
            <a:endCxn id="4" idx="0"/>
          </p:cNvCxnSpPr>
          <p:nvPr/>
        </p:nvCxnSpPr>
        <p:spPr bwMode="auto">
          <a:xfrm>
            <a:off x="2316163" y="1831975"/>
            <a:ext cx="1587" cy="41116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11">
            <a:extLst>
              <a:ext uri="{FF2B5EF4-FFF2-40B4-BE49-F238E27FC236}">
                <a16:creationId xmlns:a16="http://schemas.microsoft.com/office/drawing/2014/main" id="{672C9D5F-3505-DD21-9767-0BFEB5629A18}"/>
              </a:ext>
            </a:extLst>
          </p:cNvPr>
          <p:cNvCxnSpPr>
            <a:cxnSpLocks noChangeAspect="1" noChangeShapeType="1"/>
            <a:stCxn id="5" idx="6"/>
            <a:endCxn id="4" idx="2"/>
          </p:cNvCxnSpPr>
          <p:nvPr/>
        </p:nvCxnSpPr>
        <p:spPr bwMode="auto">
          <a:xfrm>
            <a:off x="1136650" y="24368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val 12">
            <a:extLst>
              <a:ext uri="{FF2B5EF4-FFF2-40B4-BE49-F238E27FC236}">
                <a16:creationId xmlns:a16="http://schemas.microsoft.com/office/drawing/2014/main" id="{E5AF422E-66CA-3C90-1B4C-B03B35500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97263" y="22542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2" name="AutoShape 13">
            <a:extLst>
              <a:ext uri="{FF2B5EF4-FFF2-40B4-BE49-F238E27FC236}">
                <a16:creationId xmlns:a16="http://schemas.microsoft.com/office/drawing/2014/main" id="{20C33D4D-1CEF-578A-5519-0E31A6C60534}"/>
              </a:ext>
            </a:extLst>
          </p:cNvPr>
          <p:cNvCxnSpPr>
            <a:cxnSpLocks noChangeAspect="1" noChangeShapeType="1"/>
            <a:stCxn id="25" idx="6"/>
            <a:endCxn id="21" idx="4"/>
          </p:cNvCxnSpPr>
          <p:nvPr/>
        </p:nvCxnSpPr>
        <p:spPr bwMode="auto">
          <a:xfrm flipV="1">
            <a:off x="3260725" y="26289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14">
            <a:extLst>
              <a:ext uri="{FF2B5EF4-FFF2-40B4-BE49-F238E27FC236}">
                <a16:creationId xmlns:a16="http://schemas.microsoft.com/office/drawing/2014/main" id="{09FC8A41-9865-8279-29CC-DC358BC63F1C}"/>
              </a:ext>
            </a:extLst>
          </p:cNvPr>
          <p:cNvCxnSpPr>
            <a:cxnSpLocks noChangeAspect="1" noChangeShapeType="1"/>
            <a:stCxn id="21" idx="0"/>
            <a:endCxn id="11" idx="6"/>
          </p:cNvCxnSpPr>
          <p:nvPr/>
        </p:nvCxnSpPr>
        <p:spPr bwMode="auto">
          <a:xfrm rot="5400000" flipH="1">
            <a:off x="2792412" y="1355726"/>
            <a:ext cx="612775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15">
            <a:extLst>
              <a:ext uri="{FF2B5EF4-FFF2-40B4-BE49-F238E27FC236}">
                <a16:creationId xmlns:a16="http://schemas.microsoft.com/office/drawing/2014/main" id="{89428BF0-B623-A656-3A37-3CEF5C5DAC94}"/>
              </a:ext>
            </a:extLst>
          </p:cNvPr>
          <p:cNvCxnSpPr>
            <a:cxnSpLocks noChangeAspect="1" noChangeShapeType="1"/>
            <a:stCxn id="4" idx="6"/>
            <a:endCxn id="21" idx="2"/>
          </p:cNvCxnSpPr>
          <p:nvPr/>
        </p:nvCxnSpPr>
        <p:spPr bwMode="auto">
          <a:xfrm>
            <a:off x="2509838" y="24368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65DB612B-ECEC-EE8E-1848-6EF5826850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86075" y="3062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5FCF59D8-BAD1-5D12-57F1-C0FBC5B87F47}"/>
              </a:ext>
            </a:extLst>
          </p:cNvPr>
          <p:cNvCxnSpPr>
            <a:cxnSpLocks noChangeAspect="1" noChangeShapeType="1"/>
            <a:stCxn id="4" idx="5"/>
            <a:endCxn id="25" idx="2"/>
          </p:cNvCxnSpPr>
          <p:nvPr/>
        </p:nvCxnSpPr>
        <p:spPr bwMode="auto">
          <a:xfrm rot="16200000" flipH="1">
            <a:off x="2327275" y="26971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 Box 27">
            <a:extLst>
              <a:ext uri="{FF2B5EF4-FFF2-40B4-BE49-F238E27FC236}">
                <a16:creationId xmlns:a16="http://schemas.microsoft.com/office/drawing/2014/main" id="{50E680C1-D5AD-F41E-CAB0-DD42E8E01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0" y="14620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F605ACA1-FAE3-99FA-98A0-D2D0ED4E0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24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888E63BA-C85E-D269-E2EF-411A6CB55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5EBC1BA7-B7DE-495F-6E54-F1DEE9B0D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057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DDF22804-BA3D-3D61-3F30-A55C6292D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" name="Text Box 37">
            <a:extLst>
              <a:ext uri="{FF2B5EF4-FFF2-40B4-BE49-F238E27FC236}">
                <a16:creationId xmlns:a16="http://schemas.microsoft.com/office/drawing/2014/main" id="{E5F157C2-D2DD-7B29-06DD-41CB1C889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9337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" name="Text Box 38">
            <a:extLst>
              <a:ext uri="{FF2B5EF4-FFF2-40B4-BE49-F238E27FC236}">
                <a16:creationId xmlns:a16="http://schemas.microsoft.com/office/drawing/2014/main" id="{0B478687-D60E-6E7C-B93A-62CF7B6BA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8288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" name="Text Box 39">
            <a:extLst>
              <a:ext uri="{FF2B5EF4-FFF2-40B4-BE49-F238E27FC236}">
                <a16:creationId xmlns:a16="http://schemas.microsoft.com/office/drawing/2014/main" id="{75A17BED-1FBE-41CD-060A-488616577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" name="Text Box 40">
            <a:extLst>
              <a:ext uri="{FF2B5EF4-FFF2-40B4-BE49-F238E27FC236}">
                <a16:creationId xmlns:a16="http://schemas.microsoft.com/office/drawing/2014/main" id="{1A85B2F7-08B3-2430-E355-682F961D8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6670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58659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E57C-5E26-B81F-4C0E-48C8A9CC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4969A704-AC08-C0B6-E73C-A0D545053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75063-6DF7-4F00-9372-2DC78EBB8E2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277E79E-1CC2-C936-BAE4-82A92B951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Dijkstra’s Algorithm</a:t>
            </a:r>
          </a:p>
        </p:txBody>
      </p:sp>
      <p:sp>
        <p:nvSpPr>
          <p:cNvPr id="3482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09B28C5-13C0-7636-B922-7C5EE7BFC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3276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priority queue stores the vertices outside the cloud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Key: distance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Element: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insert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inserts vertex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distance is the key</a:t>
            </a: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We store one label with each vertex: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Distance (d(v) label)</a:t>
            </a:r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88472449-1823-8F3B-6C9B-889D59CAA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598613"/>
            <a:ext cx="4514850" cy="50167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DijkstraDistances(G, s)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Input: Graph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 and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vertex s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Output: Shortest paths from 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Q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empty minheap priority queue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  with distance as key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in G.vertices()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s</a:t>
            </a: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	   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v.distance 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0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    v.distance 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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  Q.insert(v)</a:t>
            </a: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while not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Q.isEmpty()</a:t>
            </a: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u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Q.removeMin()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G.incidentEdges(u)</a:t>
            </a: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nsolas" panose="020B0609020204030204" pitchFamily="49" charset="0"/>
              </a:rPr>
              <a:t>    // relax edge e</a:t>
            </a: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z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G.opposite(u,e)</a:t>
            </a: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r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u.d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istance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+ e.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weight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r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&lt; z.d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istance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lvl="1" eaLnBrk="1" hangingPunct="1"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z.distance = r</a:t>
            </a:r>
          </a:p>
        </p:txBody>
      </p:sp>
      <p:pic>
        <p:nvPicPr>
          <p:cNvPr id="34822" name="Picture 5" descr="TN00621_">
            <a:extLst>
              <a:ext uri="{FF2B5EF4-FFF2-40B4-BE49-F238E27FC236}">
                <a16:creationId xmlns:a16="http://schemas.microsoft.com/office/drawing/2014/main" id="{9E752B8F-22D4-D3BA-2181-5C78B932A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52400"/>
            <a:ext cx="1390650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8152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EAE422-12D1-401D-BEA7-EBF2D3BD5C9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358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00200"/>
            <a:ext cx="79248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Graph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Method </a:t>
            </a:r>
            <a:r>
              <a:rPr lang="en-US" altLang="en-US" sz="1800" dirty="0" err="1"/>
              <a:t>incidentEdges</a:t>
            </a:r>
            <a:r>
              <a:rPr lang="en-US" altLang="en-US" sz="1800" dirty="0"/>
              <a:t> is called once for each vertex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Label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We set/get the distance of vertex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(deg(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>
                <a:latin typeface="Times New Roman" panose="02020603050405020304" pitchFamily="18" charset="0"/>
              </a:rPr>
              <a:t>))</a:t>
            </a:r>
            <a:r>
              <a:rPr lang="en-US" altLang="en-US" sz="1800" dirty="0"/>
              <a:t> times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Setting/getting a label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(1)</a:t>
            </a:r>
            <a:r>
              <a:rPr lang="en-US" altLang="en-US" sz="1800" dirty="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Priority queue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Each vertex is inserted once into and removed once from the priority queue, where each insertion or removal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(log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The key of a vertex in the priority queue is modified at most </a:t>
            </a:r>
            <a:r>
              <a:rPr lang="en-US" altLang="en-US" sz="1800" dirty="0" err="1">
                <a:latin typeface="Times New Roman" panose="02020603050405020304" pitchFamily="18" charset="0"/>
              </a:rPr>
              <a:t>deg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times, where each key change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(log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time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err="1"/>
              <a:t>Dijkstra’s</a:t>
            </a:r>
            <a:r>
              <a:rPr lang="en-US" altLang="en-US" sz="2000" dirty="0"/>
              <a:t> algorithm runs in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O</a:t>
            </a:r>
            <a:r>
              <a:rPr lang="en-US" altLang="en-US" sz="2000" u="sng" dirty="0">
                <a:latin typeface="Times New Roman" panose="02020603050405020304" pitchFamily="18" charset="0"/>
              </a:rPr>
              <a:t>((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n </a:t>
            </a:r>
            <a:r>
              <a:rPr lang="en-US" altLang="en-US" sz="2000" u="sng" dirty="0">
                <a:latin typeface="Symbol" panose="05050102010706020507" pitchFamily="18" charset="2"/>
              </a:rPr>
              <a:t>+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 m</a:t>
            </a:r>
            <a:r>
              <a:rPr lang="en-US" altLang="en-US" sz="2000" u="sng" dirty="0">
                <a:latin typeface="Times New Roman" panose="02020603050405020304" pitchFamily="18" charset="0"/>
              </a:rPr>
              <a:t>) log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n</a:t>
            </a:r>
            <a:r>
              <a:rPr lang="en-US" altLang="en-US" sz="2000" u="sng" dirty="0">
                <a:latin typeface="Times New Roman" panose="02020603050405020304" pitchFamily="18" charset="0"/>
              </a:rPr>
              <a:t>)</a:t>
            </a:r>
            <a:r>
              <a:rPr lang="en-US" altLang="en-US" sz="2000" u="sng" dirty="0"/>
              <a:t> </a:t>
            </a:r>
            <a:r>
              <a:rPr lang="en-US" altLang="en-US" sz="2000" dirty="0"/>
              <a:t>time provided the graph is represented by the </a:t>
            </a:r>
            <a:r>
              <a:rPr lang="en-US" altLang="en-US" sz="2000" u="sng" dirty="0"/>
              <a:t>adjacency list</a:t>
            </a:r>
            <a:r>
              <a:rPr lang="en-US" altLang="en-US" sz="2000" dirty="0"/>
              <a:t>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Recall that </a:t>
            </a:r>
            <a:r>
              <a:rPr lang="en-US" altLang="en-US" b="1" dirty="0" err="1">
                <a:latin typeface="Symbol" panose="05050102010706020507" pitchFamily="18" charset="2"/>
              </a:rPr>
              <a:t>S</a:t>
            </a:r>
            <a:r>
              <a:rPr lang="en-US" altLang="en-US" sz="1800" b="1" i="1" baseline="-25000" dirty="0" err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</a:rPr>
              <a:t>deg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</a:rPr>
              <a:t>= </a:t>
            </a:r>
            <a:r>
              <a:rPr lang="en-US" altLang="en-US" sz="1800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running time can also be expressed as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O</a:t>
            </a:r>
            <a:r>
              <a:rPr lang="en-US" altLang="en-US" sz="2000" u="sng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m</a:t>
            </a:r>
            <a:r>
              <a:rPr lang="en-US" altLang="en-US" sz="2000" u="sng" dirty="0">
                <a:latin typeface="Times New Roman" panose="02020603050405020304" pitchFamily="18" charset="0"/>
              </a:rPr>
              <a:t> log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n</a:t>
            </a:r>
            <a:r>
              <a:rPr lang="en-US" altLang="en-US" sz="2000" u="sng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since the graph is connected</a:t>
            </a:r>
          </a:p>
        </p:txBody>
      </p:sp>
      <p:pic>
        <p:nvPicPr>
          <p:cNvPr id="35845" name="Picture 6" descr="TN00621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52400"/>
            <a:ext cx="1390650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F738AD-DCF6-405C-8BA0-D91485ACE9D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Dijkstra’s Algorithm Works</a:t>
            </a:r>
          </a:p>
        </p:txBody>
      </p:sp>
      <p:sp>
        <p:nvSpPr>
          <p:cNvPr id="368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010400" cy="1174750"/>
          </a:xfrm>
        </p:spPr>
        <p:txBody>
          <a:bodyPr/>
          <a:lstStyle/>
          <a:p>
            <a:pPr eaLnBrk="1" hangingPunct="1"/>
            <a:r>
              <a:rPr lang="en-US" altLang="en-US" sz="2400"/>
              <a:t>Dijkstra’s algorithm is based on the greedy method. It adds vertices by increasing distance.</a:t>
            </a:r>
          </a:p>
        </p:txBody>
      </p:sp>
      <p:sp>
        <p:nvSpPr>
          <p:cNvPr id="36869" name="Freeform 70"/>
          <p:cNvSpPr>
            <a:spLocks/>
          </p:cNvSpPr>
          <p:nvPr/>
        </p:nvSpPr>
        <p:spPr bwMode="auto">
          <a:xfrm>
            <a:off x="5356225" y="2717800"/>
            <a:ext cx="3711575" cy="2387600"/>
          </a:xfrm>
          <a:custGeom>
            <a:avLst/>
            <a:gdLst>
              <a:gd name="T0" fmla="*/ 2147483646 w 2338"/>
              <a:gd name="T1" fmla="*/ 0 h 1504"/>
              <a:gd name="T2" fmla="*/ 2147483646 w 2338"/>
              <a:gd name="T3" fmla="*/ 2147483646 h 1504"/>
              <a:gd name="T4" fmla="*/ 2147483646 w 2338"/>
              <a:gd name="T5" fmla="*/ 2147483646 h 1504"/>
              <a:gd name="T6" fmla="*/ 2147483646 w 2338"/>
              <a:gd name="T7" fmla="*/ 2147483646 h 1504"/>
              <a:gd name="T8" fmla="*/ 2147483646 w 2338"/>
              <a:gd name="T9" fmla="*/ 2147483646 h 1504"/>
              <a:gd name="T10" fmla="*/ 2147483646 w 2338"/>
              <a:gd name="T11" fmla="*/ 2147483646 h 1504"/>
              <a:gd name="T12" fmla="*/ 2147483646 w 2338"/>
              <a:gd name="T13" fmla="*/ 2147483646 h 1504"/>
              <a:gd name="T14" fmla="*/ 2147483646 w 2338"/>
              <a:gd name="T15" fmla="*/ 2147483646 h 1504"/>
              <a:gd name="T16" fmla="*/ 2147483646 w 2338"/>
              <a:gd name="T17" fmla="*/ 2147483646 h 1504"/>
              <a:gd name="T18" fmla="*/ 2147483646 w 2338"/>
              <a:gd name="T19" fmla="*/ 2147483646 h 1504"/>
              <a:gd name="T20" fmla="*/ 2147483646 w 2338"/>
              <a:gd name="T21" fmla="*/ 0 h 15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38" h="1504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6870" name="Oval 71"/>
          <p:cNvSpPr>
            <a:spLocks noChangeAspect="1" noChangeArrowheads="1"/>
          </p:cNvSpPr>
          <p:nvPr/>
        </p:nvSpPr>
        <p:spPr bwMode="auto">
          <a:xfrm>
            <a:off x="6880225" y="3733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6871" name="Oval 72"/>
          <p:cNvSpPr>
            <a:spLocks noChangeAspect="1" noChangeArrowheads="1"/>
          </p:cNvSpPr>
          <p:nvPr/>
        </p:nvSpPr>
        <p:spPr bwMode="auto">
          <a:xfrm>
            <a:off x="5507038" y="373380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36872" name="Oval 73"/>
          <p:cNvSpPr>
            <a:spLocks noChangeAspect="1" noChangeArrowheads="1"/>
          </p:cNvSpPr>
          <p:nvPr/>
        </p:nvSpPr>
        <p:spPr bwMode="auto">
          <a:xfrm>
            <a:off x="6878638" y="292735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6873" name="Oval 74"/>
          <p:cNvSpPr>
            <a:spLocks noChangeAspect="1" noChangeArrowheads="1"/>
          </p:cNvSpPr>
          <p:nvPr/>
        </p:nvSpPr>
        <p:spPr bwMode="auto">
          <a:xfrm>
            <a:off x="6116638" y="454183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36874" name="AutoShape 75"/>
          <p:cNvCxnSpPr>
            <a:cxnSpLocks noChangeAspect="1" noChangeShapeType="1"/>
            <a:stCxn id="36872" idx="2"/>
            <a:endCxn id="36871" idx="0"/>
          </p:cNvCxnSpPr>
          <p:nvPr/>
        </p:nvCxnSpPr>
        <p:spPr bwMode="auto">
          <a:xfrm rot="10800000" flipV="1">
            <a:off x="5689600" y="3109913"/>
            <a:ext cx="1168400" cy="6032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5" name="AutoShape 76"/>
          <p:cNvCxnSpPr>
            <a:cxnSpLocks noChangeAspect="1" noChangeShapeType="1"/>
            <a:stCxn id="36873" idx="2"/>
            <a:endCxn id="36871" idx="4"/>
          </p:cNvCxnSpPr>
          <p:nvPr/>
        </p:nvCxnSpPr>
        <p:spPr bwMode="auto">
          <a:xfrm rot="10800000">
            <a:off x="5689600" y="4117975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6" name="AutoShape 77"/>
          <p:cNvCxnSpPr>
            <a:cxnSpLocks noChangeAspect="1" noChangeShapeType="1"/>
            <a:stCxn id="36873" idx="6"/>
            <a:endCxn id="36870" idx="3"/>
          </p:cNvCxnSpPr>
          <p:nvPr/>
        </p:nvCxnSpPr>
        <p:spPr bwMode="auto">
          <a:xfrm flipV="1">
            <a:off x="6500813" y="4065588"/>
            <a:ext cx="431800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7" name="AutoShape 78"/>
          <p:cNvCxnSpPr>
            <a:cxnSpLocks noChangeAspect="1" noChangeShapeType="1"/>
            <a:stCxn id="36872" idx="4"/>
            <a:endCxn id="36870" idx="0"/>
          </p:cNvCxnSpPr>
          <p:nvPr/>
        </p:nvCxnSpPr>
        <p:spPr bwMode="auto">
          <a:xfrm>
            <a:off x="7061200" y="3311525"/>
            <a:ext cx="1588" cy="4016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8" name="AutoShape 79"/>
          <p:cNvCxnSpPr>
            <a:cxnSpLocks noChangeAspect="1" noChangeShapeType="1"/>
            <a:stCxn id="36871" idx="6"/>
            <a:endCxn id="36870" idx="2"/>
          </p:cNvCxnSpPr>
          <p:nvPr/>
        </p:nvCxnSpPr>
        <p:spPr bwMode="auto">
          <a:xfrm>
            <a:off x="5891213" y="3916363"/>
            <a:ext cx="9683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79" name="Oval 80"/>
          <p:cNvSpPr>
            <a:spLocks noChangeAspect="1" noChangeArrowheads="1"/>
          </p:cNvSpPr>
          <p:nvPr/>
        </p:nvSpPr>
        <p:spPr bwMode="auto">
          <a:xfrm>
            <a:off x="8242300" y="3733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36880" name="AutoShape 81"/>
          <p:cNvCxnSpPr>
            <a:cxnSpLocks noChangeAspect="1" noChangeShapeType="1"/>
            <a:stCxn id="36883" idx="6"/>
            <a:endCxn id="36879" idx="4"/>
          </p:cNvCxnSpPr>
          <p:nvPr/>
        </p:nvCxnSpPr>
        <p:spPr bwMode="auto">
          <a:xfrm flipV="1">
            <a:off x="8005763" y="4117975"/>
            <a:ext cx="4191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1" name="AutoShape 82"/>
          <p:cNvCxnSpPr>
            <a:cxnSpLocks noChangeAspect="1" noChangeShapeType="1"/>
            <a:stCxn id="36879" idx="0"/>
            <a:endCxn id="36872" idx="6"/>
          </p:cNvCxnSpPr>
          <p:nvPr/>
        </p:nvCxnSpPr>
        <p:spPr bwMode="auto">
          <a:xfrm rot="5400000" flipH="1">
            <a:off x="7542213" y="2830513"/>
            <a:ext cx="603250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2" name="AutoShape 83"/>
          <p:cNvCxnSpPr>
            <a:cxnSpLocks noChangeAspect="1" noChangeShapeType="1"/>
            <a:stCxn id="36870" idx="6"/>
            <a:endCxn id="36879" idx="2"/>
          </p:cNvCxnSpPr>
          <p:nvPr/>
        </p:nvCxnSpPr>
        <p:spPr bwMode="auto">
          <a:xfrm>
            <a:off x="7264400" y="3916363"/>
            <a:ext cx="957263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83" name="Oval 84"/>
          <p:cNvSpPr>
            <a:spLocks noChangeAspect="1" noChangeArrowheads="1"/>
          </p:cNvSpPr>
          <p:nvPr/>
        </p:nvSpPr>
        <p:spPr bwMode="auto">
          <a:xfrm>
            <a:off x="7631113" y="4541838"/>
            <a:ext cx="366712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6884" name="AutoShape 85"/>
          <p:cNvCxnSpPr>
            <a:cxnSpLocks noChangeAspect="1" noChangeShapeType="1"/>
            <a:stCxn id="36870" idx="5"/>
            <a:endCxn id="36883" idx="2"/>
          </p:cNvCxnSpPr>
          <p:nvPr/>
        </p:nvCxnSpPr>
        <p:spPr bwMode="auto">
          <a:xfrm rot="16200000" flipH="1">
            <a:off x="7077076" y="4181475"/>
            <a:ext cx="658812" cy="427037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85" name="Text Box 86"/>
          <p:cNvSpPr txBox="1">
            <a:spLocks noChangeArrowheads="1"/>
          </p:cNvSpPr>
          <p:nvPr/>
        </p:nvSpPr>
        <p:spPr bwMode="auto">
          <a:xfrm>
            <a:off x="7113588" y="26987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886" name="Text Box 87"/>
          <p:cNvSpPr txBox="1">
            <a:spLocks noChangeArrowheads="1"/>
          </p:cNvSpPr>
          <p:nvPr/>
        </p:nvSpPr>
        <p:spPr bwMode="auto">
          <a:xfrm>
            <a:off x="8504238" y="3525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6887" name="Text Box 88"/>
          <p:cNvSpPr txBox="1">
            <a:spLocks noChangeArrowheads="1"/>
          </p:cNvSpPr>
          <p:nvPr/>
        </p:nvSpPr>
        <p:spPr bwMode="auto">
          <a:xfrm>
            <a:off x="7145338" y="3525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6888" name="Text Box 89"/>
          <p:cNvSpPr txBox="1">
            <a:spLocks noChangeArrowheads="1"/>
          </p:cNvSpPr>
          <p:nvPr/>
        </p:nvSpPr>
        <p:spPr bwMode="auto">
          <a:xfrm>
            <a:off x="5773738" y="3525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36889" name="Text Box 90"/>
          <p:cNvSpPr txBox="1">
            <a:spLocks noChangeArrowheads="1"/>
          </p:cNvSpPr>
          <p:nvPr/>
        </p:nvSpPr>
        <p:spPr bwMode="auto">
          <a:xfrm>
            <a:off x="5988050" y="4249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6890" name="Text Box 91"/>
          <p:cNvSpPr txBox="1">
            <a:spLocks noChangeArrowheads="1"/>
          </p:cNvSpPr>
          <p:nvPr/>
        </p:nvSpPr>
        <p:spPr bwMode="auto">
          <a:xfrm>
            <a:off x="7812088" y="4249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6891" name="Text Box 92"/>
          <p:cNvSpPr txBox="1">
            <a:spLocks noChangeArrowheads="1"/>
          </p:cNvSpPr>
          <p:nvPr/>
        </p:nvSpPr>
        <p:spPr bwMode="auto">
          <a:xfrm>
            <a:off x="7951788" y="2941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6892" name="Text Box 93"/>
          <p:cNvSpPr txBox="1">
            <a:spLocks noChangeArrowheads="1"/>
          </p:cNvSpPr>
          <p:nvPr/>
        </p:nvSpPr>
        <p:spPr bwMode="auto">
          <a:xfrm>
            <a:off x="5811838" y="3003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6893" name="Text Box 94"/>
          <p:cNvSpPr txBox="1">
            <a:spLocks noChangeArrowheads="1"/>
          </p:cNvSpPr>
          <p:nvPr/>
        </p:nvSpPr>
        <p:spPr bwMode="auto">
          <a:xfrm>
            <a:off x="6192838" y="3613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6894" name="Text Box 95"/>
          <p:cNvSpPr txBox="1">
            <a:spLocks noChangeArrowheads="1"/>
          </p:cNvSpPr>
          <p:nvPr/>
        </p:nvSpPr>
        <p:spPr bwMode="auto">
          <a:xfrm>
            <a:off x="7640638" y="3613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895" name="Text Box 96"/>
          <p:cNvSpPr txBox="1">
            <a:spLocks noChangeArrowheads="1"/>
          </p:cNvSpPr>
          <p:nvPr/>
        </p:nvSpPr>
        <p:spPr bwMode="auto">
          <a:xfrm>
            <a:off x="5507038" y="4413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896" name="Text Box 97"/>
          <p:cNvSpPr txBox="1">
            <a:spLocks noChangeArrowheads="1"/>
          </p:cNvSpPr>
          <p:nvPr/>
        </p:nvSpPr>
        <p:spPr bwMode="auto">
          <a:xfrm>
            <a:off x="8250238" y="4413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6897" name="Text Box 98"/>
          <p:cNvSpPr txBox="1">
            <a:spLocks noChangeArrowheads="1"/>
          </p:cNvSpPr>
          <p:nvPr/>
        </p:nvSpPr>
        <p:spPr bwMode="auto">
          <a:xfrm>
            <a:off x="6726238" y="3308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898" name="Text Box 99"/>
          <p:cNvSpPr txBox="1">
            <a:spLocks noChangeArrowheads="1"/>
          </p:cNvSpPr>
          <p:nvPr/>
        </p:nvSpPr>
        <p:spPr bwMode="auto">
          <a:xfrm>
            <a:off x="6573838" y="414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6899" name="Text Box 100"/>
          <p:cNvSpPr txBox="1">
            <a:spLocks noChangeArrowheads="1"/>
          </p:cNvSpPr>
          <p:nvPr/>
        </p:nvSpPr>
        <p:spPr bwMode="auto">
          <a:xfrm>
            <a:off x="7221538" y="414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pic>
        <p:nvPicPr>
          <p:cNvPr id="36900" name="Picture 102" descr="j023216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763" y="228600"/>
            <a:ext cx="963612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01" name="Rectangle 10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381000" y="2362200"/>
            <a:ext cx="4897438" cy="390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/>
            <a:r>
              <a:rPr lang="en-US" altLang="en-US" sz="2000"/>
              <a:t>Suppose it didn’t find all shortest distances. Let F be the first wrong vertex the algorithm processed.</a:t>
            </a:r>
          </a:p>
          <a:p>
            <a:pPr lvl="1" eaLnBrk="1" hangingPunct="1"/>
            <a:r>
              <a:rPr lang="en-US" altLang="en-US" sz="2000"/>
              <a:t>When the previous node, D, on the true shortest path was considered, its distance was correct.</a:t>
            </a:r>
          </a:p>
          <a:p>
            <a:pPr lvl="1" eaLnBrk="1" hangingPunct="1"/>
            <a:r>
              <a:rPr lang="en-US" altLang="en-US" sz="2000"/>
              <a:t>But the edge (D,F) was </a:t>
            </a:r>
            <a:r>
              <a:rPr lang="en-US" altLang="en-US" sz="2000" b="1">
                <a:solidFill>
                  <a:schemeClr val="tx2"/>
                </a:solidFill>
              </a:rPr>
              <a:t>relaxed</a:t>
            </a:r>
            <a:r>
              <a:rPr lang="en-US" altLang="en-US" sz="2000"/>
              <a:t> at that time!</a:t>
            </a:r>
          </a:p>
          <a:p>
            <a:pPr lvl="1" eaLnBrk="1" hangingPunct="1"/>
            <a:r>
              <a:rPr lang="en-US" altLang="en-US" sz="2000"/>
              <a:t>Thus, so long as d(F)</a:t>
            </a:r>
            <a:r>
              <a:rPr lang="en-US" altLang="en-US" sz="2000" u="sng"/>
              <a:t>&gt;</a:t>
            </a:r>
            <a:r>
              <a:rPr lang="en-US" altLang="en-US" sz="2000"/>
              <a:t>d(D), F’s distance cannot be wrong.  That is, there is no wrong vertex.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7E22B8-5987-4C90-9585-A45850E5FB6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968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Why It Doesn’t Work for Negative-Weight Edges</a:t>
            </a:r>
          </a:p>
        </p:txBody>
      </p:sp>
      <p:sp>
        <p:nvSpPr>
          <p:cNvPr id="378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3168650"/>
            <a:ext cx="4592638" cy="2470150"/>
          </a:xfrm>
        </p:spPr>
        <p:txBody>
          <a:bodyPr/>
          <a:lstStyle/>
          <a:p>
            <a:pPr lvl="1" eaLnBrk="1" hangingPunct="1"/>
            <a:r>
              <a:rPr lang="en-US" altLang="en-US" sz="2000"/>
              <a:t>If a node with a negative incident edge were to be added late to the cloud, it could mess up distances for vertices already in the cloud. </a:t>
            </a:r>
          </a:p>
        </p:txBody>
      </p:sp>
      <p:sp>
        <p:nvSpPr>
          <p:cNvPr id="37893" name="Freeform 4"/>
          <p:cNvSpPr>
            <a:spLocks/>
          </p:cNvSpPr>
          <p:nvPr/>
        </p:nvSpPr>
        <p:spPr bwMode="auto">
          <a:xfrm>
            <a:off x="5203825" y="2717800"/>
            <a:ext cx="3711575" cy="2387600"/>
          </a:xfrm>
          <a:custGeom>
            <a:avLst/>
            <a:gdLst>
              <a:gd name="T0" fmla="*/ 2147483646 w 2338"/>
              <a:gd name="T1" fmla="*/ 0 h 1504"/>
              <a:gd name="T2" fmla="*/ 2147483646 w 2338"/>
              <a:gd name="T3" fmla="*/ 2147483646 h 1504"/>
              <a:gd name="T4" fmla="*/ 2147483646 w 2338"/>
              <a:gd name="T5" fmla="*/ 2147483646 h 1504"/>
              <a:gd name="T6" fmla="*/ 2147483646 w 2338"/>
              <a:gd name="T7" fmla="*/ 2147483646 h 1504"/>
              <a:gd name="T8" fmla="*/ 2147483646 w 2338"/>
              <a:gd name="T9" fmla="*/ 2147483646 h 1504"/>
              <a:gd name="T10" fmla="*/ 2147483646 w 2338"/>
              <a:gd name="T11" fmla="*/ 2147483646 h 1504"/>
              <a:gd name="T12" fmla="*/ 2147483646 w 2338"/>
              <a:gd name="T13" fmla="*/ 2147483646 h 1504"/>
              <a:gd name="T14" fmla="*/ 2147483646 w 2338"/>
              <a:gd name="T15" fmla="*/ 2147483646 h 1504"/>
              <a:gd name="T16" fmla="*/ 2147483646 w 2338"/>
              <a:gd name="T17" fmla="*/ 2147483646 h 1504"/>
              <a:gd name="T18" fmla="*/ 2147483646 w 2338"/>
              <a:gd name="T19" fmla="*/ 2147483646 h 1504"/>
              <a:gd name="T20" fmla="*/ 2147483646 w 2338"/>
              <a:gd name="T21" fmla="*/ 0 h 15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38" h="1504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4" name="Oval 5"/>
          <p:cNvSpPr>
            <a:spLocks noChangeAspect="1" noChangeArrowheads="1"/>
          </p:cNvSpPr>
          <p:nvPr/>
        </p:nvSpPr>
        <p:spPr bwMode="auto">
          <a:xfrm>
            <a:off x="6727825" y="3733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7895" name="Oval 6"/>
          <p:cNvSpPr>
            <a:spLocks noChangeAspect="1" noChangeArrowheads="1"/>
          </p:cNvSpPr>
          <p:nvPr/>
        </p:nvSpPr>
        <p:spPr bwMode="auto">
          <a:xfrm>
            <a:off x="5354638" y="373380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37896" name="Oval 7"/>
          <p:cNvSpPr>
            <a:spLocks noChangeAspect="1" noChangeArrowheads="1"/>
          </p:cNvSpPr>
          <p:nvPr/>
        </p:nvSpPr>
        <p:spPr bwMode="auto">
          <a:xfrm>
            <a:off x="6726238" y="292735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7897" name="Oval 8"/>
          <p:cNvSpPr>
            <a:spLocks noChangeAspect="1" noChangeArrowheads="1"/>
          </p:cNvSpPr>
          <p:nvPr/>
        </p:nvSpPr>
        <p:spPr bwMode="auto">
          <a:xfrm>
            <a:off x="5964238" y="454183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37898" name="AutoShape 9"/>
          <p:cNvCxnSpPr>
            <a:cxnSpLocks noChangeAspect="1" noChangeShapeType="1"/>
            <a:stCxn id="37896" idx="2"/>
            <a:endCxn id="37895" idx="0"/>
          </p:cNvCxnSpPr>
          <p:nvPr/>
        </p:nvCxnSpPr>
        <p:spPr bwMode="auto">
          <a:xfrm rot="10800000" flipV="1">
            <a:off x="5537200" y="3109913"/>
            <a:ext cx="1168400" cy="6032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899" name="AutoShape 10"/>
          <p:cNvCxnSpPr>
            <a:cxnSpLocks noChangeAspect="1" noChangeShapeType="1"/>
            <a:stCxn id="37897" idx="2"/>
            <a:endCxn id="37895" idx="4"/>
          </p:cNvCxnSpPr>
          <p:nvPr/>
        </p:nvCxnSpPr>
        <p:spPr bwMode="auto">
          <a:xfrm rot="10800000">
            <a:off x="5537200" y="4117975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0" name="AutoShape 11"/>
          <p:cNvCxnSpPr>
            <a:cxnSpLocks noChangeAspect="1" noChangeShapeType="1"/>
            <a:stCxn id="37897" idx="6"/>
            <a:endCxn id="37894" idx="3"/>
          </p:cNvCxnSpPr>
          <p:nvPr/>
        </p:nvCxnSpPr>
        <p:spPr bwMode="auto">
          <a:xfrm flipV="1">
            <a:off x="6348413" y="4065588"/>
            <a:ext cx="431800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1" name="AutoShape 12"/>
          <p:cNvCxnSpPr>
            <a:cxnSpLocks noChangeAspect="1" noChangeShapeType="1"/>
            <a:stCxn id="37896" idx="4"/>
            <a:endCxn id="37894" idx="0"/>
          </p:cNvCxnSpPr>
          <p:nvPr/>
        </p:nvCxnSpPr>
        <p:spPr bwMode="auto">
          <a:xfrm>
            <a:off x="6908800" y="3311525"/>
            <a:ext cx="1588" cy="401638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2" name="AutoShape 13"/>
          <p:cNvCxnSpPr>
            <a:cxnSpLocks noChangeAspect="1" noChangeShapeType="1"/>
            <a:stCxn id="37895" idx="6"/>
            <a:endCxn id="37894" idx="2"/>
          </p:cNvCxnSpPr>
          <p:nvPr/>
        </p:nvCxnSpPr>
        <p:spPr bwMode="auto">
          <a:xfrm>
            <a:off x="5738813" y="3916363"/>
            <a:ext cx="9683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3" name="Oval 14"/>
          <p:cNvSpPr>
            <a:spLocks noChangeAspect="1" noChangeArrowheads="1"/>
          </p:cNvSpPr>
          <p:nvPr/>
        </p:nvSpPr>
        <p:spPr bwMode="auto">
          <a:xfrm>
            <a:off x="8089900" y="37338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37904" name="AutoShape 15"/>
          <p:cNvCxnSpPr>
            <a:cxnSpLocks noChangeAspect="1" noChangeShapeType="1"/>
            <a:stCxn id="37907" idx="6"/>
            <a:endCxn id="37903" idx="4"/>
          </p:cNvCxnSpPr>
          <p:nvPr/>
        </p:nvCxnSpPr>
        <p:spPr bwMode="auto">
          <a:xfrm flipV="1">
            <a:off x="7853363" y="4117975"/>
            <a:ext cx="4191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5" name="AutoShape 16"/>
          <p:cNvCxnSpPr>
            <a:cxnSpLocks noChangeAspect="1" noChangeShapeType="1"/>
            <a:stCxn id="37903" idx="0"/>
            <a:endCxn id="37896" idx="6"/>
          </p:cNvCxnSpPr>
          <p:nvPr/>
        </p:nvCxnSpPr>
        <p:spPr bwMode="auto">
          <a:xfrm rot="5400000" flipH="1">
            <a:off x="7389813" y="2830513"/>
            <a:ext cx="603250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6" name="AutoShape 17"/>
          <p:cNvCxnSpPr>
            <a:cxnSpLocks noChangeAspect="1" noChangeShapeType="1"/>
            <a:stCxn id="37894" idx="6"/>
            <a:endCxn id="37903" idx="2"/>
          </p:cNvCxnSpPr>
          <p:nvPr/>
        </p:nvCxnSpPr>
        <p:spPr bwMode="auto">
          <a:xfrm>
            <a:off x="7112000" y="3916363"/>
            <a:ext cx="957263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7" name="Oval 18"/>
          <p:cNvSpPr>
            <a:spLocks noChangeAspect="1" noChangeArrowheads="1"/>
          </p:cNvSpPr>
          <p:nvPr/>
        </p:nvSpPr>
        <p:spPr bwMode="auto">
          <a:xfrm>
            <a:off x="7478713" y="4541838"/>
            <a:ext cx="366712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7908" name="AutoShape 19"/>
          <p:cNvCxnSpPr>
            <a:cxnSpLocks noChangeAspect="1" noChangeShapeType="1"/>
            <a:stCxn id="37894" idx="5"/>
            <a:endCxn id="37907" idx="2"/>
          </p:cNvCxnSpPr>
          <p:nvPr/>
        </p:nvCxnSpPr>
        <p:spPr bwMode="auto">
          <a:xfrm rot="16200000" flipH="1">
            <a:off x="6924676" y="4181475"/>
            <a:ext cx="658812" cy="427037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09" name="Text Box 20"/>
          <p:cNvSpPr txBox="1">
            <a:spLocks noChangeArrowheads="1"/>
          </p:cNvSpPr>
          <p:nvPr/>
        </p:nvSpPr>
        <p:spPr bwMode="auto">
          <a:xfrm>
            <a:off x="6961188" y="26987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7910" name="Text Box 21"/>
          <p:cNvSpPr txBox="1">
            <a:spLocks noChangeArrowheads="1"/>
          </p:cNvSpPr>
          <p:nvPr/>
        </p:nvSpPr>
        <p:spPr bwMode="auto">
          <a:xfrm>
            <a:off x="8351838" y="3525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37911" name="Text Box 22"/>
          <p:cNvSpPr txBox="1">
            <a:spLocks noChangeArrowheads="1"/>
          </p:cNvSpPr>
          <p:nvPr/>
        </p:nvSpPr>
        <p:spPr bwMode="auto">
          <a:xfrm>
            <a:off x="6992938" y="3525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7912" name="Text Box 23"/>
          <p:cNvSpPr txBox="1">
            <a:spLocks noChangeArrowheads="1"/>
          </p:cNvSpPr>
          <p:nvPr/>
        </p:nvSpPr>
        <p:spPr bwMode="auto">
          <a:xfrm>
            <a:off x="5621338" y="35258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37913" name="Text Box 24"/>
          <p:cNvSpPr txBox="1">
            <a:spLocks noChangeArrowheads="1"/>
          </p:cNvSpPr>
          <p:nvPr/>
        </p:nvSpPr>
        <p:spPr bwMode="auto">
          <a:xfrm>
            <a:off x="5835650" y="4249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7914" name="Text Box 25"/>
          <p:cNvSpPr txBox="1">
            <a:spLocks noChangeArrowheads="1"/>
          </p:cNvSpPr>
          <p:nvPr/>
        </p:nvSpPr>
        <p:spPr bwMode="auto">
          <a:xfrm>
            <a:off x="7659688" y="42497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37915" name="Text Box 26"/>
          <p:cNvSpPr txBox="1">
            <a:spLocks noChangeArrowheads="1"/>
          </p:cNvSpPr>
          <p:nvPr/>
        </p:nvSpPr>
        <p:spPr bwMode="auto">
          <a:xfrm>
            <a:off x="7799388" y="29416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7916" name="Text Box 27"/>
          <p:cNvSpPr txBox="1">
            <a:spLocks noChangeArrowheads="1"/>
          </p:cNvSpPr>
          <p:nvPr/>
        </p:nvSpPr>
        <p:spPr bwMode="auto">
          <a:xfrm>
            <a:off x="5659438" y="3003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7917" name="Text Box 28"/>
          <p:cNvSpPr txBox="1">
            <a:spLocks noChangeArrowheads="1"/>
          </p:cNvSpPr>
          <p:nvPr/>
        </p:nvSpPr>
        <p:spPr bwMode="auto">
          <a:xfrm>
            <a:off x="6040438" y="3613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7918" name="Text Box 29"/>
          <p:cNvSpPr txBox="1">
            <a:spLocks noChangeArrowheads="1"/>
          </p:cNvSpPr>
          <p:nvPr/>
        </p:nvSpPr>
        <p:spPr bwMode="auto">
          <a:xfrm>
            <a:off x="7488238" y="3613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919" name="Text Box 30"/>
          <p:cNvSpPr txBox="1">
            <a:spLocks noChangeArrowheads="1"/>
          </p:cNvSpPr>
          <p:nvPr/>
        </p:nvSpPr>
        <p:spPr bwMode="auto">
          <a:xfrm>
            <a:off x="5354638" y="4413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920" name="Text Box 31"/>
          <p:cNvSpPr txBox="1">
            <a:spLocks noChangeArrowheads="1"/>
          </p:cNvSpPr>
          <p:nvPr/>
        </p:nvSpPr>
        <p:spPr bwMode="auto">
          <a:xfrm>
            <a:off x="8097838" y="44132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7921" name="Text Box 32"/>
          <p:cNvSpPr txBox="1">
            <a:spLocks noChangeArrowheads="1"/>
          </p:cNvSpPr>
          <p:nvPr/>
        </p:nvSpPr>
        <p:spPr bwMode="auto">
          <a:xfrm>
            <a:off x="6573838" y="33083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922" name="Text Box 33"/>
          <p:cNvSpPr txBox="1">
            <a:spLocks noChangeArrowheads="1"/>
          </p:cNvSpPr>
          <p:nvPr/>
        </p:nvSpPr>
        <p:spPr bwMode="auto">
          <a:xfrm>
            <a:off x="6421438" y="41465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7923" name="Text Box 34"/>
          <p:cNvSpPr txBox="1">
            <a:spLocks noChangeArrowheads="1"/>
          </p:cNvSpPr>
          <p:nvPr/>
        </p:nvSpPr>
        <p:spPr bwMode="auto">
          <a:xfrm>
            <a:off x="7092950" y="414655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-8</a:t>
            </a:r>
          </a:p>
        </p:txBody>
      </p:sp>
      <p:pic>
        <p:nvPicPr>
          <p:cNvPr id="37924" name="Picture 35" descr="j023216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763" y="228600"/>
            <a:ext cx="963612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25" name="Picture 36" descr="NA01595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228600"/>
            <a:ext cx="1630363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26" name="Rectangle 3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616075"/>
            <a:ext cx="7050088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Dijkstra’s algorithm is based on the greedy method. It adds vertices by increasing distance.</a:t>
            </a:r>
          </a:p>
        </p:txBody>
      </p:sp>
      <p:sp>
        <p:nvSpPr>
          <p:cNvPr id="37927" name="Text Box 38"/>
          <p:cNvSpPr txBox="1">
            <a:spLocks noChangeArrowheads="1"/>
          </p:cNvSpPr>
          <p:nvPr/>
        </p:nvSpPr>
        <p:spPr bwMode="auto">
          <a:xfrm>
            <a:off x="4813300" y="5257800"/>
            <a:ext cx="37211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C’s true distance is 1, but it is already in the cloud with d(C)=5!</a:t>
            </a:r>
          </a:p>
        </p:txBody>
      </p:sp>
      <p:sp>
        <p:nvSpPr>
          <p:cNvPr id="37928" name="Line 39"/>
          <p:cNvSpPr>
            <a:spLocks noChangeShapeType="1"/>
          </p:cNvSpPr>
          <p:nvPr/>
        </p:nvSpPr>
        <p:spPr bwMode="auto">
          <a:xfrm flipH="1" flipV="1">
            <a:off x="6872288" y="4191000"/>
            <a:ext cx="38100" cy="11604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9AB8B5-1D9B-4DAD-BA46-02336DBBF19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Minimum Spanning Trees (MST)</a:t>
            </a:r>
          </a:p>
        </p:txBody>
      </p:sp>
      <p:sp>
        <p:nvSpPr>
          <p:cNvPr id="38916" name="Freeform 581"/>
          <p:cNvSpPr>
            <a:spLocks/>
          </p:cNvSpPr>
          <p:nvPr/>
        </p:nvSpPr>
        <p:spPr bwMode="auto">
          <a:xfrm>
            <a:off x="6597650" y="3321050"/>
            <a:ext cx="804863" cy="131763"/>
          </a:xfrm>
          <a:custGeom>
            <a:avLst/>
            <a:gdLst>
              <a:gd name="T0" fmla="*/ 2147483646 w 507"/>
              <a:gd name="T1" fmla="*/ 2147483646 h 83"/>
              <a:gd name="T2" fmla="*/ 2147483646 w 507"/>
              <a:gd name="T3" fmla="*/ 2147483646 h 83"/>
              <a:gd name="T4" fmla="*/ 2147483646 w 507"/>
              <a:gd name="T5" fmla="*/ 2147483646 h 83"/>
              <a:gd name="T6" fmla="*/ 2147483646 w 507"/>
              <a:gd name="T7" fmla="*/ 2147483646 h 83"/>
              <a:gd name="T8" fmla="*/ 2147483646 w 507"/>
              <a:gd name="T9" fmla="*/ 2147483646 h 83"/>
              <a:gd name="T10" fmla="*/ 2147483646 w 507"/>
              <a:gd name="T11" fmla="*/ 2147483646 h 83"/>
              <a:gd name="T12" fmla="*/ 2147483646 w 507"/>
              <a:gd name="T13" fmla="*/ 2147483646 h 83"/>
              <a:gd name="T14" fmla="*/ 2147483646 w 507"/>
              <a:gd name="T15" fmla="*/ 2147483646 h 83"/>
              <a:gd name="T16" fmla="*/ 2147483646 w 507"/>
              <a:gd name="T17" fmla="*/ 2147483646 h 83"/>
              <a:gd name="T18" fmla="*/ 2147483646 w 507"/>
              <a:gd name="T19" fmla="*/ 2147483646 h 83"/>
              <a:gd name="T20" fmla="*/ 2147483646 w 507"/>
              <a:gd name="T21" fmla="*/ 2147483646 h 83"/>
              <a:gd name="T22" fmla="*/ 2147483646 w 507"/>
              <a:gd name="T23" fmla="*/ 2147483646 h 83"/>
              <a:gd name="T24" fmla="*/ 2147483646 w 507"/>
              <a:gd name="T25" fmla="*/ 2147483646 h 83"/>
              <a:gd name="T26" fmla="*/ 2147483646 w 507"/>
              <a:gd name="T27" fmla="*/ 2147483646 h 83"/>
              <a:gd name="T28" fmla="*/ 2147483646 w 507"/>
              <a:gd name="T29" fmla="*/ 2147483646 h 83"/>
              <a:gd name="T30" fmla="*/ 2147483646 w 507"/>
              <a:gd name="T31" fmla="*/ 2147483646 h 83"/>
              <a:gd name="T32" fmla="*/ 2147483646 w 507"/>
              <a:gd name="T33" fmla="*/ 2147483646 h 83"/>
              <a:gd name="T34" fmla="*/ 2147483646 w 507"/>
              <a:gd name="T35" fmla="*/ 2147483646 h 83"/>
              <a:gd name="T36" fmla="*/ 0 w 507"/>
              <a:gd name="T37" fmla="*/ 2147483646 h 83"/>
              <a:gd name="T38" fmla="*/ 0 w 507"/>
              <a:gd name="T39" fmla="*/ 2147483646 h 83"/>
              <a:gd name="T40" fmla="*/ 2147483646 w 507"/>
              <a:gd name="T41" fmla="*/ 2147483646 h 83"/>
              <a:gd name="T42" fmla="*/ 2147483646 w 507"/>
              <a:gd name="T43" fmla="*/ 2147483646 h 83"/>
              <a:gd name="T44" fmla="*/ 2147483646 w 507"/>
              <a:gd name="T45" fmla="*/ 2147483646 h 83"/>
              <a:gd name="T46" fmla="*/ 2147483646 w 507"/>
              <a:gd name="T47" fmla="*/ 0 h 83"/>
              <a:gd name="T48" fmla="*/ 2147483646 w 507"/>
              <a:gd name="T49" fmla="*/ 0 h 83"/>
              <a:gd name="T50" fmla="*/ 2147483646 w 507"/>
              <a:gd name="T51" fmla="*/ 0 h 83"/>
              <a:gd name="T52" fmla="*/ 2147483646 w 507"/>
              <a:gd name="T53" fmla="*/ 0 h 83"/>
              <a:gd name="T54" fmla="*/ 2147483646 w 507"/>
              <a:gd name="T55" fmla="*/ 0 h 83"/>
              <a:gd name="T56" fmla="*/ 2147483646 w 507"/>
              <a:gd name="T57" fmla="*/ 0 h 83"/>
              <a:gd name="T58" fmla="*/ 2147483646 w 507"/>
              <a:gd name="T59" fmla="*/ 2147483646 h 83"/>
              <a:gd name="T60" fmla="*/ 2147483646 w 507"/>
              <a:gd name="T61" fmla="*/ 2147483646 h 83"/>
              <a:gd name="T62" fmla="*/ 2147483646 w 507"/>
              <a:gd name="T63" fmla="*/ 2147483646 h 83"/>
              <a:gd name="T64" fmla="*/ 2147483646 w 507"/>
              <a:gd name="T65" fmla="*/ 2147483646 h 83"/>
              <a:gd name="T66" fmla="*/ 2147483646 w 507"/>
              <a:gd name="T67" fmla="*/ 2147483646 h 83"/>
              <a:gd name="T68" fmla="*/ 2147483646 w 507"/>
              <a:gd name="T69" fmla="*/ 2147483646 h 83"/>
              <a:gd name="T70" fmla="*/ 2147483646 w 507"/>
              <a:gd name="T71" fmla="*/ 2147483646 h 83"/>
              <a:gd name="T72" fmla="*/ 2147483646 w 507"/>
              <a:gd name="T73" fmla="*/ 2147483646 h 83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507" h="83">
                <a:moveTo>
                  <a:pt x="504" y="83"/>
                </a:moveTo>
                <a:lnTo>
                  <a:pt x="425" y="45"/>
                </a:lnTo>
                <a:lnTo>
                  <a:pt x="345" y="17"/>
                </a:lnTo>
                <a:lnTo>
                  <a:pt x="266" y="7"/>
                </a:lnTo>
                <a:lnTo>
                  <a:pt x="183" y="7"/>
                </a:lnTo>
                <a:lnTo>
                  <a:pt x="97" y="24"/>
                </a:lnTo>
                <a:lnTo>
                  <a:pt x="100" y="24"/>
                </a:lnTo>
                <a:lnTo>
                  <a:pt x="3" y="52"/>
                </a:lnTo>
                <a:lnTo>
                  <a:pt x="0" y="45"/>
                </a:lnTo>
                <a:lnTo>
                  <a:pt x="97" y="17"/>
                </a:lnTo>
                <a:lnTo>
                  <a:pt x="183" y="0"/>
                </a:lnTo>
                <a:lnTo>
                  <a:pt x="266" y="0"/>
                </a:lnTo>
                <a:lnTo>
                  <a:pt x="345" y="10"/>
                </a:lnTo>
                <a:lnTo>
                  <a:pt x="349" y="10"/>
                </a:lnTo>
                <a:lnTo>
                  <a:pt x="428" y="38"/>
                </a:lnTo>
                <a:lnTo>
                  <a:pt x="507" y="76"/>
                </a:lnTo>
                <a:lnTo>
                  <a:pt x="504" y="8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17" name="Rectangle 582"/>
          <p:cNvSpPr>
            <a:spLocks noChangeArrowheads="1"/>
          </p:cNvSpPr>
          <p:nvPr/>
        </p:nvSpPr>
        <p:spPr bwMode="auto">
          <a:xfrm>
            <a:off x="7391400" y="3441700"/>
            <a:ext cx="11113" cy="476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18" name="Freeform 583"/>
          <p:cNvSpPr>
            <a:spLocks/>
          </p:cNvSpPr>
          <p:nvPr/>
        </p:nvSpPr>
        <p:spPr bwMode="auto">
          <a:xfrm>
            <a:off x="7200900" y="3446463"/>
            <a:ext cx="201613" cy="307975"/>
          </a:xfrm>
          <a:custGeom>
            <a:avLst/>
            <a:gdLst>
              <a:gd name="T0" fmla="*/ 2147483646 w 127"/>
              <a:gd name="T1" fmla="*/ 0 h 194"/>
              <a:gd name="T2" fmla="*/ 2147483646 w 127"/>
              <a:gd name="T3" fmla="*/ 2147483646 h 194"/>
              <a:gd name="T4" fmla="*/ 2147483646 w 127"/>
              <a:gd name="T5" fmla="*/ 2147483646 h 194"/>
              <a:gd name="T6" fmla="*/ 2147483646 w 127"/>
              <a:gd name="T7" fmla="*/ 2147483646 h 194"/>
              <a:gd name="T8" fmla="*/ 2147483646 w 127"/>
              <a:gd name="T9" fmla="*/ 2147483646 h 194"/>
              <a:gd name="T10" fmla="*/ 2147483646 w 127"/>
              <a:gd name="T11" fmla="*/ 2147483646 h 194"/>
              <a:gd name="T12" fmla="*/ 2147483646 w 127"/>
              <a:gd name="T13" fmla="*/ 2147483646 h 194"/>
              <a:gd name="T14" fmla="*/ 2147483646 w 127"/>
              <a:gd name="T15" fmla="*/ 2147483646 h 194"/>
              <a:gd name="T16" fmla="*/ 2147483646 w 127"/>
              <a:gd name="T17" fmla="*/ 2147483646 h 194"/>
              <a:gd name="T18" fmla="*/ 2147483646 w 127"/>
              <a:gd name="T19" fmla="*/ 2147483646 h 194"/>
              <a:gd name="T20" fmla="*/ 2147483646 w 127"/>
              <a:gd name="T21" fmla="*/ 2147483646 h 194"/>
              <a:gd name="T22" fmla="*/ 2147483646 w 127"/>
              <a:gd name="T23" fmla="*/ 2147483646 h 194"/>
              <a:gd name="T24" fmla="*/ 2147483646 w 127"/>
              <a:gd name="T25" fmla="*/ 2147483646 h 194"/>
              <a:gd name="T26" fmla="*/ 2147483646 w 127"/>
              <a:gd name="T27" fmla="*/ 2147483646 h 194"/>
              <a:gd name="T28" fmla="*/ 2147483646 w 127"/>
              <a:gd name="T29" fmla="*/ 2147483646 h 194"/>
              <a:gd name="T30" fmla="*/ 0 w 127"/>
              <a:gd name="T31" fmla="*/ 2147483646 h 194"/>
              <a:gd name="T32" fmla="*/ 0 w 127"/>
              <a:gd name="T33" fmla="*/ 2147483646 h 194"/>
              <a:gd name="T34" fmla="*/ 2147483646 w 127"/>
              <a:gd name="T35" fmla="*/ 2147483646 h 194"/>
              <a:gd name="T36" fmla="*/ 2147483646 w 127"/>
              <a:gd name="T37" fmla="*/ 2147483646 h 194"/>
              <a:gd name="T38" fmla="*/ 2147483646 w 127"/>
              <a:gd name="T39" fmla="*/ 2147483646 h 194"/>
              <a:gd name="T40" fmla="*/ 2147483646 w 127"/>
              <a:gd name="T41" fmla="*/ 2147483646 h 194"/>
              <a:gd name="T42" fmla="*/ 2147483646 w 127"/>
              <a:gd name="T43" fmla="*/ 2147483646 h 194"/>
              <a:gd name="T44" fmla="*/ 2147483646 w 127"/>
              <a:gd name="T45" fmla="*/ 2147483646 h 194"/>
              <a:gd name="T46" fmla="*/ 2147483646 w 127"/>
              <a:gd name="T47" fmla="*/ 2147483646 h 194"/>
              <a:gd name="T48" fmla="*/ 2147483646 w 127"/>
              <a:gd name="T49" fmla="*/ 2147483646 h 194"/>
              <a:gd name="T50" fmla="*/ 2147483646 w 127"/>
              <a:gd name="T51" fmla="*/ 2147483646 h 194"/>
              <a:gd name="T52" fmla="*/ 2147483646 w 127"/>
              <a:gd name="T53" fmla="*/ 2147483646 h 194"/>
              <a:gd name="T54" fmla="*/ 2147483646 w 127"/>
              <a:gd name="T55" fmla="*/ 2147483646 h 194"/>
              <a:gd name="T56" fmla="*/ 2147483646 w 127"/>
              <a:gd name="T57" fmla="*/ 2147483646 h 194"/>
              <a:gd name="T58" fmla="*/ 2147483646 w 127"/>
              <a:gd name="T59" fmla="*/ 0 h 194"/>
              <a:gd name="T60" fmla="*/ 2147483646 w 127"/>
              <a:gd name="T61" fmla="*/ 0 h 19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127" h="194">
                <a:moveTo>
                  <a:pt x="127" y="0"/>
                </a:moveTo>
                <a:lnTo>
                  <a:pt x="110" y="73"/>
                </a:lnTo>
                <a:lnTo>
                  <a:pt x="110" y="76"/>
                </a:lnTo>
                <a:lnTo>
                  <a:pt x="93" y="111"/>
                </a:lnTo>
                <a:lnTo>
                  <a:pt x="69" y="142"/>
                </a:lnTo>
                <a:lnTo>
                  <a:pt x="38" y="173"/>
                </a:lnTo>
                <a:lnTo>
                  <a:pt x="3" y="194"/>
                </a:lnTo>
                <a:lnTo>
                  <a:pt x="0" y="187"/>
                </a:lnTo>
                <a:lnTo>
                  <a:pt x="34" y="166"/>
                </a:lnTo>
                <a:lnTo>
                  <a:pt x="34" y="170"/>
                </a:lnTo>
                <a:lnTo>
                  <a:pt x="65" y="139"/>
                </a:lnTo>
                <a:lnTo>
                  <a:pt x="62" y="139"/>
                </a:lnTo>
                <a:lnTo>
                  <a:pt x="86" y="107"/>
                </a:lnTo>
                <a:lnTo>
                  <a:pt x="103" y="73"/>
                </a:lnTo>
                <a:lnTo>
                  <a:pt x="120" y="0"/>
                </a:lnTo>
                <a:lnTo>
                  <a:pt x="12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19" name="Freeform 584"/>
          <p:cNvSpPr>
            <a:spLocks/>
          </p:cNvSpPr>
          <p:nvPr/>
        </p:nvSpPr>
        <p:spPr bwMode="auto">
          <a:xfrm>
            <a:off x="7134225" y="3743325"/>
            <a:ext cx="71438" cy="38100"/>
          </a:xfrm>
          <a:custGeom>
            <a:avLst/>
            <a:gdLst>
              <a:gd name="T0" fmla="*/ 2147483646 w 45"/>
              <a:gd name="T1" fmla="*/ 2147483646 h 24"/>
              <a:gd name="T2" fmla="*/ 2147483646 w 45"/>
              <a:gd name="T3" fmla="*/ 2147483646 h 24"/>
              <a:gd name="T4" fmla="*/ 0 w 45"/>
              <a:gd name="T5" fmla="*/ 2147483646 h 24"/>
              <a:gd name="T6" fmla="*/ 0 w 45"/>
              <a:gd name="T7" fmla="*/ 2147483646 h 24"/>
              <a:gd name="T8" fmla="*/ 0 w 45"/>
              <a:gd name="T9" fmla="*/ 2147483646 h 24"/>
              <a:gd name="T10" fmla="*/ 2147483646 w 45"/>
              <a:gd name="T11" fmla="*/ 0 h 24"/>
              <a:gd name="T12" fmla="*/ 2147483646 w 4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24">
                <a:moveTo>
                  <a:pt x="45" y="7"/>
                </a:moveTo>
                <a:lnTo>
                  <a:pt x="4" y="24"/>
                </a:lnTo>
                <a:lnTo>
                  <a:pt x="0" y="24"/>
                </a:lnTo>
                <a:lnTo>
                  <a:pt x="0" y="17"/>
                </a:lnTo>
                <a:lnTo>
                  <a:pt x="42" y="0"/>
                </a:lnTo>
                <a:lnTo>
                  <a:pt x="45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0" name="Rectangle 585"/>
          <p:cNvSpPr>
            <a:spLocks noChangeArrowheads="1"/>
          </p:cNvSpPr>
          <p:nvPr/>
        </p:nvSpPr>
        <p:spPr bwMode="auto">
          <a:xfrm>
            <a:off x="7058025" y="3787775"/>
            <a:ext cx="4763" cy="1111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21" name="Freeform 586"/>
          <p:cNvSpPr>
            <a:spLocks/>
          </p:cNvSpPr>
          <p:nvPr/>
        </p:nvSpPr>
        <p:spPr bwMode="auto">
          <a:xfrm>
            <a:off x="7062788" y="3770313"/>
            <a:ext cx="71437" cy="28575"/>
          </a:xfrm>
          <a:custGeom>
            <a:avLst/>
            <a:gdLst>
              <a:gd name="T0" fmla="*/ 2147483646 w 45"/>
              <a:gd name="T1" fmla="*/ 2147483646 h 18"/>
              <a:gd name="T2" fmla="*/ 2147483646 w 45"/>
              <a:gd name="T3" fmla="*/ 0 h 18"/>
              <a:gd name="T4" fmla="*/ 0 w 45"/>
              <a:gd name="T5" fmla="*/ 2147483646 h 18"/>
              <a:gd name="T6" fmla="*/ 0 w 45"/>
              <a:gd name="T7" fmla="*/ 2147483646 h 18"/>
              <a:gd name="T8" fmla="*/ 2147483646 w 45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5" h="18">
                <a:moveTo>
                  <a:pt x="45" y="7"/>
                </a:moveTo>
                <a:lnTo>
                  <a:pt x="45" y="0"/>
                </a:lnTo>
                <a:lnTo>
                  <a:pt x="0" y="11"/>
                </a:lnTo>
                <a:lnTo>
                  <a:pt x="0" y="18"/>
                </a:lnTo>
                <a:lnTo>
                  <a:pt x="45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2" name="Freeform 587"/>
          <p:cNvSpPr>
            <a:spLocks/>
          </p:cNvSpPr>
          <p:nvPr/>
        </p:nvSpPr>
        <p:spPr bwMode="auto">
          <a:xfrm>
            <a:off x="7062788" y="3787775"/>
            <a:ext cx="11112" cy="11113"/>
          </a:xfrm>
          <a:custGeom>
            <a:avLst/>
            <a:gdLst>
              <a:gd name="T0" fmla="*/ 0 w 7"/>
              <a:gd name="T1" fmla="*/ 2147483646 h 7"/>
              <a:gd name="T2" fmla="*/ 2147483646 w 7"/>
              <a:gd name="T3" fmla="*/ 2147483646 h 7"/>
              <a:gd name="T4" fmla="*/ 2147483646 w 7"/>
              <a:gd name="T5" fmla="*/ 0 h 7"/>
              <a:gd name="T6" fmla="*/ 2147483646 w 7"/>
              <a:gd name="T7" fmla="*/ 0 h 7"/>
              <a:gd name="T8" fmla="*/ 0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0" y="7"/>
                </a:moveTo>
                <a:lnTo>
                  <a:pt x="4" y="7"/>
                </a:lnTo>
                <a:lnTo>
                  <a:pt x="7" y="0"/>
                </a:lnTo>
                <a:lnTo>
                  <a:pt x="4" y="0"/>
                </a:lnTo>
                <a:lnTo>
                  <a:pt x="0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3" name="Freeform 588"/>
          <p:cNvSpPr>
            <a:spLocks/>
          </p:cNvSpPr>
          <p:nvPr/>
        </p:nvSpPr>
        <p:spPr bwMode="auto">
          <a:xfrm>
            <a:off x="6778625" y="3638550"/>
            <a:ext cx="290513" cy="160338"/>
          </a:xfrm>
          <a:custGeom>
            <a:avLst/>
            <a:gdLst>
              <a:gd name="T0" fmla="*/ 2147483646 w 183"/>
              <a:gd name="T1" fmla="*/ 2147483646 h 101"/>
              <a:gd name="T2" fmla="*/ 2147483646 w 183"/>
              <a:gd name="T3" fmla="*/ 2147483646 h 101"/>
              <a:gd name="T4" fmla="*/ 2147483646 w 183"/>
              <a:gd name="T5" fmla="*/ 2147483646 h 101"/>
              <a:gd name="T6" fmla="*/ 2147483646 w 183"/>
              <a:gd name="T7" fmla="*/ 2147483646 h 101"/>
              <a:gd name="T8" fmla="*/ 0 w 183"/>
              <a:gd name="T9" fmla="*/ 2147483646 h 101"/>
              <a:gd name="T10" fmla="*/ 0 w 183"/>
              <a:gd name="T11" fmla="*/ 2147483646 h 101"/>
              <a:gd name="T12" fmla="*/ 0 w 183"/>
              <a:gd name="T13" fmla="*/ 0 h 101"/>
              <a:gd name="T14" fmla="*/ 2147483646 w 183"/>
              <a:gd name="T15" fmla="*/ 0 h 101"/>
              <a:gd name="T16" fmla="*/ 2147483646 w 183"/>
              <a:gd name="T17" fmla="*/ 2147483646 h 101"/>
              <a:gd name="T18" fmla="*/ 2147483646 w 183"/>
              <a:gd name="T19" fmla="*/ 2147483646 h 101"/>
              <a:gd name="T20" fmla="*/ 2147483646 w 183"/>
              <a:gd name="T21" fmla="*/ 2147483646 h 101"/>
              <a:gd name="T22" fmla="*/ 2147483646 w 183"/>
              <a:gd name="T23" fmla="*/ 2147483646 h 101"/>
              <a:gd name="T24" fmla="*/ 2147483646 w 183"/>
              <a:gd name="T25" fmla="*/ 2147483646 h 10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3" h="101">
                <a:moveTo>
                  <a:pt x="179" y="101"/>
                </a:moveTo>
                <a:lnTo>
                  <a:pt x="100" y="45"/>
                </a:lnTo>
                <a:lnTo>
                  <a:pt x="0" y="7"/>
                </a:lnTo>
                <a:lnTo>
                  <a:pt x="0" y="0"/>
                </a:lnTo>
                <a:lnTo>
                  <a:pt x="3" y="0"/>
                </a:lnTo>
                <a:lnTo>
                  <a:pt x="103" y="38"/>
                </a:lnTo>
                <a:lnTo>
                  <a:pt x="183" y="94"/>
                </a:lnTo>
                <a:lnTo>
                  <a:pt x="179" y="10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4" name="Freeform 589"/>
          <p:cNvSpPr>
            <a:spLocks/>
          </p:cNvSpPr>
          <p:nvPr/>
        </p:nvSpPr>
        <p:spPr bwMode="auto">
          <a:xfrm>
            <a:off x="6559550" y="3595688"/>
            <a:ext cx="219075" cy="53975"/>
          </a:xfrm>
          <a:custGeom>
            <a:avLst/>
            <a:gdLst>
              <a:gd name="T0" fmla="*/ 2147483646 w 138"/>
              <a:gd name="T1" fmla="*/ 2147483646 h 34"/>
              <a:gd name="T2" fmla="*/ 0 w 138"/>
              <a:gd name="T3" fmla="*/ 2147483646 h 34"/>
              <a:gd name="T4" fmla="*/ 0 w 138"/>
              <a:gd name="T5" fmla="*/ 2147483646 h 34"/>
              <a:gd name="T6" fmla="*/ 0 w 138"/>
              <a:gd name="T7" fmla="*/ 0 h 34"/>
              <a:gd name="T8" fmla="*/ 0 w 138"/>
              <a:gd name="T9" fmla="*/ 0 h 34"/>
              <a:gd name="T10" fmla="*/ 2147483646 w 138"/>
              <a:gd name="T11" fmla="*/ 2147483646 h 34"/>
              <a:gd name="T12" fmla="*/ 2147483646 w 138"/>
              <a:gd name="T13" fmla="*/ 2147483646 h 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34">
                <a:moveTo>
                  <a:pt x="138" y="34"/>
                </a:moveTo>
                <a:lnTo>
                  <a:pt x="0" y="7"/>
                </a:lnTo>
                <a:lnTo>
                  <a:pt x="0" y="0"/>
                </a:lnTo>
                <a:lnTo>
                  <a:pt x="138" y="27"/>
                </a:lnTo>
                <a:lnTo>
                  <a:pt x="138" y="3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5" name="Rectangle 590"/>
          <p:cNvSpPr>
            <a:spLocks noChangeArrowheads="1"/>
          </p:cNvSpPr>
          <p:nvPr/>
        </p:nvSpPr>
        <p:spPr bwMode="auto">
          <a:xfrm>
            <a:off x="6246813" y="3567113"/>
            <a:ext cx="4762" cy="1111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26" name="Freeform 591"/>
          <p:cNvSpPr>
            <a:spLocks/>
          </p:cNvSpPr>
          <p:nvPr/>
        </p:nvSpPr>
        <p:spPr bwMode="auto">
          <a:xfrm>
            <a:off x="6251575" y="3567113"/>
            <a:ext cx="307975" cy="39687"/>
          </a:xfrm>
          <a:custGeom>
            <a:avLst/>
            <a:gdLst>
              <a:gd name="T0" fmla="*/ 2147483646 w 194"/>
              <a:gd name="T1" fmla="*/ 2147483646 h 25"/>
              <a:gd name="T2" fmla="*/ 2147483646 w 194"/>
              <a:gd name="T3" fmla="*/ 2147483646 h 25"/>
              <a:gd name="T4" fmla="*/ 0 w 194"/>
              <a:gd name="T5" fmla="*/ 0 h 25"/>
              <a:gd name="T6" fmla="*/ 0 w 194"/>
              <a:gd name="T7" fmla="*/ 2147483646 h 25"/>
              <a:gd name="T8" fmla="*/ 2147483646 w 194"/>
              <a:gd name="T9" fmla="*/ 2147483646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4" h="25">
                <a:moveTo>
                  <a:pt x="194" y="25"/>
                </a:moveTo>
                <a:lnTo>
                  <a:pt x="194" y="18"/>
                </a:lnTo>
                <a:lnTo>
                  <a:pt x="0" y="0"/>
                </a:lnTo>
                <a:lnTo>
                  <a:pt x="0" y="7"/>
                </a:lnTo>
                <a:lnTo>
                  <a:pt x="194" y="25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7" name="Rectangle 592"/>
          <p:cNvSpPr>
            <a:spLocks noChangeArrowheads="1"/>
          </p:cNvSpPr>
          <p:nvPr/>
        </p:nvSpPr>
        <p:spPr bwMode="auto">
          <a:xfrm>
            <a:off x="6251575" y="3567113"/>
            <a:ext cx="6350" cy="1111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28" name="Freeform 593"/>
          <p:cNvSpPr>
            <a:spLocks/>
          </p:cNvSpPr>
          <p:nvPr/>
        </p:nvSpPr>
        <p:spPr bwMode="auto">
          <a:xfrm>
            <a:off x="5232400" y="3567113"/>
            <a:ext cx="1019175" cy="307975"/>
          </a:xfrm>
          <a:custGeom>
            <a:avLst/>
            <a:gdLst>
              <a:gd name="T0" fmla="*/ 2147483646 w 642"/>
              <a:gd name="T1" fmla="*/ 2147483646 h 194"/>
              <a:gd name="T2" fmla="*/ 2147483646 w 642"/>
              <a:gd name="T3" fmla="*/ 2147483646 h 194"/>
              <a:gd name="T4" fmla="*/ 2147483646 w 642"/>
              <a:gd name="T5" fmla="*/ 2147483646 h 194"/>
              <a:gd name="T6" fmla="*/ 2147483646 w 642"/>
              <a:gd name="T7" fmla="*/ 2147483646 h 194"/>
              <a:gd name="T8" fmla="*/ 2147483646 w 642"/>
              <a:gd name="T9" fmla="*/ 2147483646 h 194"/>
              <a:gd name="T10" fmla="*/ 2147483646 w 642"/>
              <a:gd name="T11" fmla="*/ 2147483646 h 194"/>
              <a:gd name="T12" fmla="*/ 2147483646 w 642"/>
              <a:gd name="T13" fmla="*/ 2147483646 h 194"/>
              <a:gd name="T14" fmla="*/ 2147483646 w 642"/>
              <a:gd name="T15" fmla="*/ 2147483646 h 194"/>
              <a:gd name="T16" fmla="*/ 2147483646 w 642"/>
              <a:gd name="T17" fmla="*/ 2147483646 h 194"/>
              <a:gd name="T18" fmla="*/ 2147483646 w 642"/>
              <a:gd name="T19" fmla="*/ 2147483646 h 194"/>
              <a:gd name="T20" fmla="*/ 2147483646 w 642"/>
              <a:gd name="T21" fmla="*/ 2147483646 h 194"/>
              <a:gd name="T22" fmla="*/ 2147483646 w 642"/>
              <a:gd name="T23" fmla="*/ 2147483646 h 194"/>
              <a:gd name="T24" fmla="*/ 2147483646 w 642"/>
              <a:gd name="T25" fmla="*/ 2147483646 h 194"/>
              <a:gd name="T26" fmla="*/ 2147483646 w 642"/>
              <a:gd name="T27" fmla="*/ 2147483646 h 194"/>
              <a:gd name="T28" fmla="*/ 2147483646 w 642"/>
              <a:gd name="T29" fmla="*/ 2147483646 h 194"/>
              <a:gd name="T30" fmla="*/ 2147483646 w 642"/>
              <a:gd name="T31" fmla="*/ 2147483646 h 194"/>
              <a:gd name="T32" fmla="*/ 2147483646 w 642"/>
              <a:gd name="T33" fmla="*/ 2147483646 h 194"/>
              <a:gd name="T34" fmla="*/ 2147483646 w 642"/>
              <a:gd name="T35" fmla="*/ 2147483646 h 194"/>
              <a:gd name="T36" fmla="*/ 0 w 642"/>
              <a:gd name="T37" fmla="*/ 2147483646 h 194"/>
              <a:gd name="T38" fmla="*/ 0 w 642"/>
              <a:gd name="T39" fmla="*/ 2147483646 h 194"/>
              <a:gd name="T40" fmla="*/ 2147483646 w 642"/>
              <a:gd name="T41" fmla="*/ 2147483646 h 194"/>
              <a:gd name="T42" fmla="*/ 2147483646 w 642"/>
              <a:gd name="T43" fmla="*/ 2147483646 h 194"/>
              <a:gd name="T44" fmla="*/ 2147483646 w 642"/>
              <a:gd name="T45" fmla="*/ 2147483646 h 194"/>
              <a:gd name="T46" fmla="*/ 2147483646 w 642"/>
              <a:gd name="T47" fmla="*/ 2147483646 h 194"/>
              <a:gd name="T48" fmla="*/ 2147483646 w 642"/>
              <a:gd name="T49" fmla="*/ 2147483646 h 194"/>
              <a:gd name="T50" fmla="*/ 2147483646 w 642"/>
              <a:gd name="T51" fmla="*/ 2147483646 h 194"/>
              <a:gd name="T52" fmla="*/ 2147483646 w 642"/>
              <a:gd name="T53" fmla="*/ 2147483646 h 194"/>
              <a:gd name="T54" fmla="*/ 2147483646 w 642"/>
              <a:gd name="T55" fmla="*/ 2147483646 h 194"/>
              <a:gd name="T56" fmla="*/ 2147483646 w 642"/>
              <a:gd name="T57" fmla="*/ 2147483646 h 194"/>
              <a:gd name="T58" fmla="*/ 2147483646 w 642"/>
              <a:gd name="T59" fmla="*/ 2147483646 h 194"/>
              <a:gd name="T60" fmla="*/ 2147483646 w 642"/>
              <a:gd name="T61" fmla="*/ 2147483646 h 194"/>
              <a:gd name="T62" fmla="*/ 2147483646 w 642"/>
              <a:gd name="T63" fmla="*/ 2147483646 h 194"/>
              <a:gd name="T64" fmla="*/ 2147483646 w 642"/>
              <a:gd name="T65" fmla="*/ 0 h 194"/>
              <a:gd name="T66" fmla="*/ 2147483646 w 642"/>
              <a:gd name="T67" fmla="*/ 0 h 194"/>
              <a:gd name="T68" fmla="*/ 2147483646 w 642"/>
              <a:gd name="T69" fmla="*/ 0 h 194"/>
              <a:gd name="T70" fmla="*/ 2147483646 w 642"/>
              <a:gd name="T71" fmla="*/ 0 h 194"/>
              <a:gd name="T72" fmla="*/ 2147483646 w 642"/>
              <a:gd name="T73" fmla="*/ 2147483646 h 19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42" h="194">
                <a:moveTo>
                  <a:pt x="642" y="7"/>
                </a:moveTo>
                <a:lnTo>
                  <a:pt x="546" y="7"/>
                </a:lnTo>
                <a:lnTo>
                  <a:pt x="446" y="18"/>
                </a:lnTo>
                <a:lnTo>
                  <a:pt x="339" y="42"/>
                </a:lnTo>
                <a:lnTo>
                  <a:pt x="342" y="42"/>
                </a:lnTo>
                <a:lnTo>
                  <a:pt x="232" y="80"/>
                </a:lnTo>
                <a:lnTo>
                  <a:pt x="121" y="132"/>
                </a:lnTo>
                <a:lnTo>
                  <a:pt x="4" y="194"/>
                </a:lnTo>
                <a:lnTo>
                  <a:pt x="0" y="187"/>
                </a:lnTo>
                <a:lnTo>
                  <a:pt x="118" y="125"/>
                </a:lnTo>
                <a:lnTo>
                  <a:pt x="228" y="73"/>
                </a:lnTo>
                <a:lnTo>
                  <a:pt x="339" y="35"/>
                </a:lnTo>
                <a:lnTo>
                  <a:pt x="446" y="11"/>
                </a:lnTo>
                <a:lnTo>
                  <a:pt x="546" y="0"/>
                </a:lnTo>
                <a:lnTo>
                  <a:pt x="642" y="0"/>
                </a:lnTo>
                <a:lnTo>
                  <a:pt x="642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9" name="Freeform 594"/>
          <p:cNvSpPr>
            <a:spLocks/>
          </p:cNvSpPr>
          <p:nvPr/>
        </p:nvSpPr>
        <p:spPr bwMode="auto">
          <a:xfrm>
            <a:off x="5046663" y="3863975"/>
            <a:ext cx="192087" cy="131763"/>
          </a:xfrm>
          <a:custGeom>
            <a:avLst/>
            <a:gdLst>
              <a:gd name="T0" fmla="*/ 2147483646 w 121"/>
              <a:gd name="T1" fmla="*/ 2147483646 h 83"/>
              <a:gd name="T2" fmla="*/ 2147483646 w 121"/>
              <a:gd name="T3" fmla="*/ 2147483646 h 83"/>
              <a:gd name="T4" fmla="*/ 2147483646 w 121"/>
              <a:gd name="T5" fmla="*/ 2147483646 h 83"/>
              <a:gd name="T6" fmla="*/ 0 w 121"/>
              <a:gd name="T7" fmla="*/ 2147483646 h 83"/>
              <a:gd name="T8" fmla="*/ 0 w 121"/>
              <a:gd name="T9" fmla="*/ 2147483646 h 83"/>
              <a:gd name="T10" fmla="*/ 2147483646 w 121"/>
              <a:gd name="T11" fmla="*/ 0 h 83"/>
              <a:gd name="T12" fmla="*/ 2147483646 w 121"/>
              <a:gd name="T13" fmla="*/ 2147483646 h 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1" h="83">
                <a:moveTo>
                  <a:pt x="121" y="7"/>
                </a:moveTo>
                <a:lnTo>
                  <a:pt x="3" y="83"/>
                </a:lnTo>
                <a:lnTo>
                  <a:pt x="0" y="76"/>
                </a:lnTo>
                <a:lnTo>
                  <a:pt x="117" y="0"/>
                </a:lnTo>
                <a:lnTo>
                  <a:pt x="121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0" name="Freeform 595"/>
          <p:cNvSpPr>
            <a:spLocks/>
          </p:cNvSpPr>
          <p:nvPr/>
        </p:nvSpPr>
        <p:spPr bwMode="auto">
          <a:xfrm>
            <a:off x="4854575" y="4121150"/>
            <a:ext cx="11113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0 w 7"/>
              <a:gd name="T5" fmla="*/ 0 h 7"/>
              <a:gd name="T6" fmla="*/ 2147483646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7"/>
                </a:moveTo>
                <a:lnTo>
                  <a:pt x="4" y="7"/>
                </a:lnTo>
                <a:lnTo>
                  <a:pt x="0" y="0"/>
                </a:lnTo>
                <a:lnTo>
                  <a:pt x="4" y="0"/>
                </a:lnTo>
                <a:lnTo>
                  <a:pt x="7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1" name="Freeform 596"/>
          <p:cNvSpPr>
            <a:spLocks/>
          </p:cNvSpPr>
          <p:nvPr/>
        </p:nvSpPr>
        <p:spPr bwMode="auto">
          <a:xfrm>
            <a:off x="4860925" y="3984625"/>
            <a:ext cx="190500" cy="147638"/>
          </a:xfrm>
          <a:custGeom>
            <a:avLst/>
            <a:gdLst>
              <a:gd name="T0" fmla="*/ 2147483646 w 120"/>
              <a:gd name="T1" fmla="*/ 2147483646 h 93"/>
              <a:gd name="T2" fmla="*/ 2147483646 w 120"/>
              <a:gd name="T3" fmla="*/ 0 h 93"/>
              <a:gd name="T4" fmla="*/ 0 w 120"/>
              <a:gd name="T5" fmla="*/ 2147483646 h 93"/>
              <a:gd name="T6" fmla="*/ 2147483646 w 120"/>
              <a:gd name="T7" fmla="*/ 2147483646 h 93"/>
              <a:gd name="T8" fmla="*/ 2147483646 w 120"/>
              <a:gd name="T9" fmla="*/ 2147483646 h 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" h="93">
                <a:moveTo>
                  <a:pt x="120" y="7"/>
                </a:moveTo>
                <a:lnTo>
                  <a:pt x="117" y="0"/>
                </a:lnTo>
                <a:lnTo>
                  <a:pt x="0" y="86"/>
                </a:lnTo>
                <a:lnTo>
                  <a:pt x="3" y="93"/>
                </a:lnTo>
                <a:lnTo>
                  <a:pt x="120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2" name="Freeform 597"/>
          <p:cNvSpPr>
            <a:spLocks/>
          </p:cNvSpPr>
          <p:nvPr/>
        </p:nvSpPr>
        <p:spPr bwMode="auto">
          <a:xfrm>
            <a:off x="4854575" y="4121150"/>
            <a:ext cx="11113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0 w 7"/>
              <a:gd name="T5" fmla="*/ 0 h 7"/>
              <a:gd name="T6" fmla="*/ 0 w 7"/>
              <a:gd name="T7" fmla="*/ 2147483646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7"/>
                </a:moveTo>
                <a:lnTo>
                  <a:pt x="7" y="4"/>
                </a:lnTo>
                <a:lnTo>
                  <a:pt x="0" y="0"/>
                </a:lnTo>
                <a:lnTo>
                  <a:pt x="0" y="4"/>
                </a:lnTo>
                <a:lnTo>
                  <a:pt x="7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3" name="Freeform 598"/>
          <p:cNvSpPr>
            <a:spLocks/>
          </p:cNvSpPr>
          <p:nvPr/>
        </p:nvSpPr>
        <p:spPr bwMode="auto">
          <a:xfrm>
            <a:off x="4789488" y="4127500"/>
            <a:ext cx="76200" cy="433388"/>
          </a:xfrm>
          <a:custGeom>
            <a:avLst/>
            <a:gdLst>
              <a:gd name="T0" fmla="*/ 2147483646 w 48"/>
              <a:gd name="T1" fmla="*/ 2147483646 h 273"/>
              <a:gd name="T2" fmla="*/ 2147483646 w 48"/>
              <a:gd name="T3" fmla="*/ 2147483646 h 273"/>
              <a:gd name="T4" fmla="*/ 2147483646 w 48"/>
              <a:gd name="T5" fmla="*/ 2147483646 h 273"/>
              <a:gd name="T6" fmla="*/ 2147483646 w 48"/>
              <a:gd name="T7" fmla="*/ 2147483646 h 273"/>
              <a:gd name="T8" fmla="*/ 2147483646 w 48"/>
              <a:gd name="T9" fmla="*/ 2147483646 h 273"/>
              <a:gd name="T10" fmla="*/ 2147483646 w 48"/>
              <a:gd name="T11" fmla="*/ 2147483646 h 273"/>
              <a:gd name="T12" fmla="*/ 2147483646 w 48"/>
              <a:gd name="T13" fmla="*/ 2147483646 h 273"/>
              <a:gd name="T14" fmla="*/ 2147483646 w 48"/>
              <a:gd name="T15" fmla="*/ 2147483646 h 273"/>
              <a:gd name="T16" fmla="*/ 2147483646 w 48"/>
              <a:gd name="T17" fmla="*/ 2147483646 h 273"/>
              <a:gd name="T18" fmla="*/ 2147483646 w 48"/>
              <a:gd name="T19" fmla="*/ 2147483646 h 273"/>
              <a:gd name="T20" fmla="*/ 2147483646 w 48"/>
              <a:gd name="T21" fmla="*/ 2147483646 h 273"/>
              <a:gd name="T22" fmla="*/ 2147483646 w 48"/>
              <a:gd name="T23" fmla="*/ 2147483646 h 273"/>
              <a:gd name="T24" fmla="*/ 2147483646 w 48"/>
              <a:gd name="T25" fmla="*/ 2147483646 h 273"/>
              <a:gd name="T26" fmla="*/ 2147483646 w 48"/>
              <a:gd name="T27" fmla="*/ 2147483646 h 273"/>
              <a:gd name="T28" fmla="*/ 2147483646 w 48"/>
              <a:gd name="T29" fmla="*/ 2147483646 h 273"/>
              <a:gd name="T30" fmla="*/ 2147483646 w 48"/>
              <a:gd name="T31" fmla="*/ 2147483646 h 273"/>
              <a:gd name="T32" fmla="*/ 2147483646 w 48"/>
              <a:gd name="T33" fmla="*/ 2147483646 h 273"/>
              <a:gd name="T34" fmla="*/ 2147483646 w 48"/>
              <a:gd name="T35" fmla="*/ 2147483646 h 273"/>
              <a:gd name="T36" fmla="*/ 2147483646 w 48"/>
              <a:gd name="T37" fmla="*/ 2147483646 h 273"/>
              <a:gd name="T38" fmla="*/ 2147483646 w 48"/>
              <a:gd name="T39" fmla="*/ 2147483646 h 273"/>
              <a:gd name="T40" fmla="*/ 2147483646 w 48"/>
              <a:gd name="T41" fmla="*/ 2147483646 h 273"/>
              <a:gd name="T42" fmla="*/ 2147483646 w 48"/>
              <a:gd name="T43" fmla="*/ 2147483646 h 273"/>
              <a:gd name="T44" fmla="*/ 2147483646 w 48"/>
              <a:gd name="T45" fmla="*/ 2147483646 h 273"/>
              <a:gd name="T46" fmla="*/ 0 w 48"/>
              <a:gd name="T47" fmla="*/ 2147483646 h 273"/>
              <a:gd name="T48" fmla="*/ 0 w 48"/>
              <a:gd name="T49" fmla="*/ 2147483646 h 273"/>
              <a:gd name="T50" fmla="*/ 0 w 48"/>
              <a:gd name="T51" fmla="*/ 2147483646 h 273"/>
              <a:gd name="T52" fmla="*/ 0 w 48"/>
              <a:gd name="T53" fmla="*/ 2147483646 h 273"/>
              <a:gd name="T54" fmla="*/ 0 w 48"/>
              <a:gd name="T55" fmla="*/ 2147483646 h 273"/>
              <a:gd name="T56" fmla="*/ 0 w 48"/>
              <a:gd name="T57" fmla="*/ 2147483646 h 273"/>
              <a:gd name="T58" fmla="*/ 2147483646 w 48"/>
              <a:gd name="T59" fmla="*/ 2147483646 h 273"/>
              <a:gd name="T60" fmla="*/ 2147483646 w 48"/>
              <a:gd name="T61" fmla="*/ 2147483646 h 273"/>
              <a:gd name="T62" fmla="*/ 2147483646 w 48"/>
              <a:gd name="T63" fmla="*/ 2147483646 h 273"/>
              <a:gd name="T64" fmla="*/ 2147483646 w 48"/>
              <a:gd name="T65" fmla="*/ 2147483646 h 273"/>
              <a:gd name="T66" fmla="*/ 2147483646 w 48"/>
              <a:gd name="T67" fmla="*/ 2147483646 h 273"/>
              <a:gd name="T68" fmla="*/ 2147483646 w 48"/>
              <a:gd name="T69" fmla="*/ 2147483646 h 273"/>
              <a:gd name="T70" fmla="*/ 2147483646 w 48"/>
              <a:gd name="T71" fmla="*/ 0 h 273"/>
              <a:gd name="T72" fmla="*/ 2147483646 w 48"/>
              <a:gd name="T73" fmla="*/ 2147483646 h 273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48" h="273">
                <a:moveTo>
                  <a:pt x="48" y="3"/>
                </a:moveTo>
                <a:lnTo>
                  <a:pt x="27" y="52"/>
                </a:lnTo>
                <a:lnTo>
                  <a:pt x="10" y="97"/>
                </a:lnTo>
                <a:lnTo>
                  <a:pt x="10" y="93"/>
                </a:lnTo>
                <a:lnTo>
                  <a:pt x="7" y="142"/>
                </a:lnTo>
                <a:lnTo>
                  <a:pt x="7" y="187"/>
                </a:lnTo>
                <a:lnTo>
                  <a:pt x="13" y="228"/>
                </a:lnTo>
                <a:lnTo>
                  <a:pt x="31" y="270"/>
                </a:lnTo>
                <a:lnTo>
                  <a:pt x="24" y="273"/>
                </a:lnTo>
                <a:lnTo>
                  <a:pt x="7" y="232"/>
                </a:lnTo>
                <a:lnTo>
                  <a:pt x="7" y="228"/>
                </a:lnTo>
                <a:lnTo>
                  <a:pt x="0" y="187"/>
                </a:lnTo>
                <a:lnTo>
                  <a:pt x="0" y="142"/>
                </a:lnTo>
                <a:lnTo>
                  <a:pt x="3" y="93"/>
                </a:lnTo>
                <a:lnTo>
                  <a:pt x="20" y="48"/>
                </a:lnTo>
                <a:lnTo>
                  <a:pt x="41" y="0"/>
                </a:lnTo>
                <a:lnTo>
                  <a:pt x="48" y="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4" name="Freeform 599"/>
          <p:cNvSpPr>
            <a:spLocks/>
          </p:cNvSpPr>
          <p:nvPr/>
        </p:nvSpPr>
        <p:spPr bwMode="auto">
          <a:xfrm>
            <a:off x="4827588" y="4556125"/>
            <a:ext cx="42862" cy="71438"/>
          </a:xfrm>
          <a:custGeom>
            <a:avLst/>
            <a:gdLst>
              <a:gd name="T0" fmla="*/ 2147483646 w 27"/>
              <a:gd name="T1" fmla="*/ 0 h 45"/>
              <a:gd name="T2" fmla="*/ 2147483646 w 27"/>
              <a:gd name="T3" fmla="*/ 2147483646 h 45"/>
              <a:gd name="T4" fmla="*/ 2147483646 w 27"/>
              <a:gd name="T5" fmla="*/ 2147483646 h 45"/>
              <a:gd name="T6" fmla="*/ 2147483646 w 27"/>
              <a:gd name="T7" fmla="*/ 2147483646 h 45"/>
              <a:gd name="T8" fmla="*/ 2147483646 w 27"/>
              <a:gd name="T9" fmla="*/ 2147483646 h 45"/>
              <a:gd name="T10" fmla="*/ 0 w 27"/>
              <a:gd name="T11" fmla="*/ 2147483646 h 45"/>
              <a:gd name="T12" fmla="*/ 2147483646 w 27"/>
              <a:gd name="T13" fmla="*/ 0 h 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" h="45">
                <a:moveTo>
                  <a:pt x="7" y="0"/>
                </a:moveTo>
                <a:lnTo>
                  <a:pt x="27" y="41"/>
                </a:lnTo>
                <a:lnTo>
                  <a:pt x="21" y="45"/>
                </a:lnTo>
                <a:lnTo>
                  <a:pt x="0" y="3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5" name="Freeform 600"/>
          <p:cNvSpPr>
            <a:spLocks/>
          </p:cNvSpPr>
          <p:nvPr/>
        </p:nvSpPr>
        <p:spPr bwMode="auto">
          <a:xfrm>
            <a:off x="4903788" y="4681538"/>
            <a:ext cx="11112" cy="11112"/>
          </a:xfrm>
          <a:custGeom>
            <a:avLst/>
            <a:gdLst>
              <a:gd name="T0" fmla="*/ 2147483646 w 7"/>
              <a:gd name="T1" fmla="*/ 0 h 7"/>
              <a:gd name="T2" fmla="*/ 2147483646 w 7"/>
              <a:gd name="T3" fmla="*/ 2147483646 h 7"/>
              <a:gd name="T4" fmla="*/ 0 w 7"/>
              <a:gd name="T5" fmla="*/ 2147483646 h 7"/>
              <a:gd name="T6" fmla="*/ 0 w 7"/>
              <a:gd name="T7" fmla="*/ 2147483646 h 7"/>
              <a:gd name="T8" fmla="*/ 2147483646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0"/>
                </a:moveTo>
                <a:lnTo>
                  <a:pt x="7" y="4"/>
                </a:lnTo>
                <a:lnTo>
                  <a:pt x="0" y="7"/>
                </a:lnTo>
                <a:lnTo>
                  <a:pt x="0" y="4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6" name="Freeform 601"/>
          <p:cNvSpPr>
            <a:spLocks/>
          </p:cNvSpPr>
          <p:nvPr/>
        </p:nvSpPr>
        <p:spPr bwMode="auto">
          <a:xfrm>
            <a:off x="4860925" y="4621213"/>
            <a:ext cx="53975" cy="66675"/>
          </a:xfrm>
          <a:custGeom>
            <a:avLst/>
            <a:gdLst>
              <a:gd name="T0" fmla="*/ 2147483646 w 34"/>
              <a:gd name="T1" fmla="*/ 0 h 42"/>
              <a:gd name="T2" fmla="*/ 0 w 34"/>
              <a:gd name="T3" fmla="*/ 2147483646 h 42"/>
              <a:gd name="T4" fmla="*/ 2147483646 w 34"/>
              <a:gd name="T5" fmla="*/ 2147483646 h 42"/>
              <a:gd name="T6" fmla="*/ 2147483646 w 34"/>
              <a:gd name="T7" fmla="*/ 2147483646 h 42"/>
              <a:gd name="T8" fmla="*/ 2147483646 w 34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" h="42">
                <a:moveTo>
                  <a:pt x="6" y="0"/>
                </a:moveTo>
                <a:lnTo>
                  <a:pt x="0" y="4"/>
                </a:lnTo>
                <a:lnTo>
                  <a:pt x="27" y="42"/>
                </a:lnTo>
                <a:lnTo>
                  <a:pt x="34" y="38"/>
                </a:lnTo>
                <a:lnTo>
                  <a:pt x="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7" name="Freeform 602"/>
          <p:cNvSpPr>
            <a:spLocks/>
          </p:cNvSpPr>
          <p:nvPr/>
        </p:nvSpPr>
        <p:spPr bwMode="auto">
          <a:xfrm>
            <a:off x="4903788" y="4676775"/>
            <a:ext cx="11112" cy="11113"/>
          </a:xfrm>
          <a:custGeom>
            <a:avLst/>
            <a:gdLst>
              <a:gd name="T0" fmla="*/ 2147483646 w 7"/>
              <a:gd name="T1" fmla="*/ 0 h 7"/>
              <a:gd name="T2" fmla="*/ 2147483646 w 7"/>
              <a:gd name="T3" fmla="*/ 0 h 7"/>
              <a:gd name="T4" fmla="*/ 0 w 7"/>
              <a:gd name="T5" fmla="*/ 2147483646 h 7"/>
              <a:gd name="T6" fmla="*/ 2147483646 w 7"/>
              <a:gd name="T7" fmla="*/ 2147483646 h 7"/>
              <a:gd name="T8" fmla="*/ 2147483646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0"/>
                </a:moveTo>
                <a:lnTo>
                  <a:pt x="4" y="0"/>
                </a:lnTo>
                <a:lnTo>
                  <a:pt x="0" y="7"/>
                </a:lnTo>
                <a:lnTo>
                  <a:pt x="4" y="7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8" name="Freeform 603"/>
          <p:cNvSpPr>
            <a:spLocks/>
          </p:cNvSpPr>
          <p:nvPr/>
        </p:nvSpPr>
        <p:spPr bwMode="auto">
          <a:xfrm>
            <a:off x="4910138" y="4676775"/>
            <a:ext cx="722312" cy="120650"/>
          </a:xfrm>
          <a:custGeom>
            <a:avLst/>
            <a:gdLst>
              <a:gd name="T0" fmla="*/ 2147483646 w 455"/>
              <a:gd name="T1" fmla="*/ 0 h 76"/>
              <a:gd name="T2" fmla="*/ 2147483646 w 455"/>
              <a:gd name="T3" fmla="*/ 2147483646 h 76"/>
              <a:gd name="T4" fmla="*/ 2147483646 w 455"/>
              <a:gd name="T5" fmla="*/ 2147483646 h 76"/>
              <a:gd name="T6" fmla="*/ 2147483646 w 455"/>
              <a:gd name="T7" fmla="*/ 2147483646 h 76"/>
              <a:gd name="T8" fmla="*/ 2147483646 w 455"/>
              <a:gd name="T9" fmla="*/ 2147483646 h 76"/>
              <a:gd name="T10" fmla="*/ 2147483646 w 455"/>
              <a:gd name="T11" fmla="*/ 2147483646 h 76"/>
              <a:gd name="T12" fmla="*/ 2147483646 w 455"/>
              <a:gd name="T13" fmla="*/ 2147483646 h 76"/>
              <a:gd name="T14" fmla="*/ 2147483646 w 455"/>
              <a:gd name="T15" fmla="*/ 2147483646 h 76"/>
              <a:gd name="T16" fmla="*/ 2147483646 w 455"/>
              <a:gd name="T17" fmla="*/ 2147483646 h 76"/>
              <a:gd name="T18" fmla="*/ 2147483646 w 455"/>
              <a:gd name="T19" fmla="*/ 2147483646 h 76"/>
              <a:gd name="T20" fmla="*/ 2147483646 w 455"/>
              <a:gd name="T21" fmla="*/ 2147483646 h 76"/>
              <a:gd name="T22" fmla="*/ 2147483646 w 455"/>
              <a:gd name="T23" fmla="*/ 2147483646 h 76"/>
              <a:gd name="T24" fmla="*/ 2147483646 w 455"/>
              <a:gd name="T25" fmla="*/ 2147483646 h 76"/>
              <a:gd name="T26" fmla="*/ 2147483646 w 455"/>
              <a:gd name="T27" fmla="*/ 2147483646 h 76"/>
              <a:gd name="T28" fmla="*/ 2147483646 w 455"/>
              <a:gd name="T29" fmla="*/ 2147483646 h 76"/>
              <a:gd name="T30" fmla="*/ 2147483646 w 455"/>
              <a:gd name="T31" fmla="*/ 2147483646 h 76"/>
              <a:gd name="T32" fmla="*/ 2147483646 w 455"/>
              <a:gd name="T33" fmla="*/ 2147483646 h 76"/>
              <a:gd name="T34" fmla="*/ 2147483646 w 455"/>
              <a:gd name="T35" fmla="*/ 2147483646 h 76"/>
              <a:gd name="T36" fmla="*/ 2147483646 w 455"/>
              <a:gd name="T37" fmla="*/ 2147483646 h 76"/>
              <a:gd name="T38" fmla="*/ 2147483646 w 455"/>
              <a:gd name="T39" fmla="*/ 2147483646 h 76"/>
              <a:gd name="T40" fmla="*/ 2147483646 w 455"/>
              <a:gd name="T41" fmla="*/ 2147483646 h 76"/>
              <a:gd name="T42" fmla="*/ 2147483646 w 455"/>
              <a:gd name="T43" fmla="*/ 2147483646 h 76"/>
              <a:gd name="T44" fmla="*/ 2147483646 w 455"/>
              <a:gd name="T45" fmla="*/ 2147483646 h 76"/>
              <a:gd name="T46" fmla="*/ 2147483646 w 455"/>
              <a:gd name="T47" fmla="*/ 2147483646 h 76"/>
              <a:gd name="T48" fmla="*/ 2147483646 w 455"/>
              <a:gd name="T49" fmla="*/ 2147483646 h 76"/>
              <a:gd name="T50" fmla="*/ 2147483646 w 455"/>
              <a:gd name="T51" fmla="*/ 2147483646 h 76"/>
              <a:gd name="T52" fmla="*/ 2147483646 w 455"/>
              <a:gd name="T53" fmla="*/ 2147483646 h 76"/>
              <a:gd name="T54" fmla="*/ 2147483646 w 455"/>
              <a:gd name="T55" fmla="*/ 2147483646 h 76"/>
              <a:gd name="T56" fmla="*/ 2147483646 w 455"/>
              <a:gd name="T57" fmla="*/ 2147483646 h 76"/>
              <a:gd name="T58" fmla="*/ 2147483646 w 455"/>
              <a:gd name="T59" fmla="*/ 2147483646 h 76"/>
              <a:gd name="T60" fmla="*/ 2147483646 w 455"/>
              <a:gd name="T61" fmla="*/ 2147483646 h 76"/>
              <a:gd name="T62" fmla="*/ 2147483646 w 455"/>
              <a:gd name="T63" fmla="*/ 2147483646 h 76"/>
              <a:gd name="T64" fmla="*/ 2147483646 w 455"/>
              <a:gd name="T65" fmla="*/ 2147483646 h 76"/>
              <a:gd name="T66" fmla="*/ 2147483646 w 455"/>
              <a:gd name="T67" fmla="*/ 2147483646 h 76"/>
              <a:gd name="T68" fmla="*/ 2147483646 w 455"/>
              <a:gd name="T69" fmla="*/ 2147483646 h 76"/>
              <a:gd name="T70" fmla="*/ 0 w 455"/>
              <a:gd name="T71" fmla="*/ 2147483646 h 76"/>
              <a:gd name="T72" fmla="*/ 2147483646 w 455"/>
              <a:gd name="T73" fmla="*/ 0 h 7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455" h="76">
                <a:moveTo>
                  <a:pt x="3" y="0"/>
                </a:moveTo>
                <a:lnTo>
                  <a:pt x="79" y="34"/>
                </a:lnTo>
                <a:lnTo>
                  <a:pt x="152" y="58"/>
                </a:lnTo>
                <a:lnTo>
                  <a:pt x="148" y="58"/>
                </a:lnTo>
                <a:lnTo>
                  <a:pt x="224" y="69"/>
                </a:lnTo>
                <a:lnTo>
                  <a:pt x="300" y="69"/>
                </a:lnTo>
                <a:lnTo>
                  <a:pt x="372" y="55"/>
                </a:lnTo>
                <a:lnTo>
                  <a:pt x="452" y="31"/>
                </a:lnTo>
                <a:lnTo>
                  <a:pt x="455" y="38"/>
                </a:lnTo>
                <a:lnTo>
                  <a:pt x="376" y="62"/>
                </a:lnTo>
                <a:lnTo>
                  <a:pt x="372" y="62"/>
                </a:lnTo>
                <a:lnTo>
                  <a:pt x="300" y="76"/>
                </a:lnTo>
                <a:lnTo>
                  <a:pt x="224" y="76"/>
                </a:lnTo>
                <a:lnTo>
                  <a:pt x="148" y="65"/>
                </a:lnTo>
                <a:lnTo>
                  <a:pt x="76" y="41"/>
                </a:lnTo>
                <a:lnTo>
                  <a:pt x="0" y="7"/>
                </a:lnTo>
                <a:lnTo>
                  <a:pt x="3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39" name="Freeform 604"/>
          <p:cNvSpPr>
            <a:spLocks/>
          </p:cNvSpPr>
          <p:nvPr/>
        </p:nvSpPr>
        <p:spPr bwMode="auto">
          <a:xfrm>
            <a:off x="5627688" y="4659313"/>
            <a:ext cx="125412" cy="77787"/>
          </a:xfrm>
          <a:custGeom>
            <a:avLst/>
            <a:gdLst>
              <a:gd name="T0" fmla="*/ 0 w 79"/>
              <a:gd name="T1" fmla="*/ 2147483646 h 49"/>
              <a:gd name="T2" fmla="*/ 2147483646 w 79"/>
              <a:gd name="T3" fmla="*/ 0 h 49"/>
              <a:gd name="T4" fmla="*/ 2147483646 w 79"/>
              <a:gd name="T5" fmla="*/ 0 h 49"/>
              <a:gd name="T6" fmla="*/ 2147483646 w 79"/>
              <a:gd name="T7" fmla="*/ 2147483646 h 49"/>
              <a:gd name="T8" fmla="*/ 2147483646 w 79"/>
              <a:gd name="T9" fmla="*/ 2147483646 h 49"/>
              <a:gd name="T10" fmla="*/ 2147483646 w 79"/>
              <a:gd name="T11" fmla="*/ 2147483646 h 49"/>
              <a:gd name="T12" fmla="*/ 0 w 79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9" h="49">
                <a:moveTo>
                  <a:pt x="0" y="42"/>
                </a:moveTo>
                <a:lnTo>
                  <a:pt x="76" y="0"/>
                </a:lnTo>
                <a:lnTo>
                  <a:pt x="79" y="7"/>
                </a:lnTo>
                <a:lnTo>
                  <a:pt x="3" y="49"/>
                </a:lnTo>
                <a:lnTo>
                  <a:pt x="0" y="4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0" name="Freeform 605"/>
          <p:cNvSpPr>
            <a:spLocks/>
          </p:cNvSpPr>
          <p:nvPr/>
        </p:nvSpPr>
        <p:spPr bwMode="auto">
          <a:xfrm>
            <a:off x="5880100" y="4572000"/>
            <a:ext cx="11113" cy="11113"/>
          </a:xfrm>
          <a:custGeom>
            <a:avLst/>
            <a:gdLst>
              <a:gd name="T0" fmla="*/ 0 w 7"/>
              <a:gd name="T1" fmla="*/ 0 h 7"/>
              <a:gd name="T2" fmla="*/ 2147483646 w 7"/>
              <a:gd name="T3" fmla="*/ 0 h 7"/>
              <a:gd name="T4" fmla="*/ 2147483646 w 7"/>
              <a:gd name="T5" fmla="*/ 2147483646 h 7"/>
              <a:gd name="T6" fmla="*/ 2147483646 w 7"/>
              <a:gd name="T7" fmla="*/ 2147483646 h 7"/>
              <a:gd name="T8" fmla="*/ 0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0" y="0"/>
                </a:moveTo>
                <a:lnTo>
                  <a:pt x="3" y="0"/>
                </a:lnTo>
                <a:lnTo>
                  <a:pt x="7" y="7"/>
                </a:lnTo>
                <a:lnTo>
                  <a:pt x="3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1" name="Freeform 606"/>
          <p:cNvSpPr>
            <a:spLocks/>
          </p:cNvSpPr>
          <p:nvPr/>
        </p:nvSpPr>
        <p:spPr bwMode="auto">
          <a:xfrm>
            <a:off x="5748338" y="4572000"/>
            <a:ext cx="136525" cy="98425"/>
          </a:xfrm>
          <a:custGeom>
            <a:avLst/>
            <a:gdLst>
              <a:gd name="T0" fmla="*/ 0 w 86"/>
              <a:gd name="T1" fmla="*/ 2147483646 h 62"/>
              <a:gd name="T2" fmla="*/ 2147483646 w 86"/>
              <a:gd name="T3" fmla="*/ 2147483646 h 62"/>
              <a:gd name="T4" fmla="*/ 2147483646 w 86"/>
              <a:gd name="T5" fmla="*/ 2147483646 h 62"/>
              <a:gd name="T6" fmla="*/ 2147483646 w 86"/>
              <a:gd name="T7" fmla="*/ 0 h 62"/>
              <a:gd name="T8" fmla="*/ 0 w 86"/>
              <a:gd name="T9" fmla="*/ 2147483646 h 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6" h="62">
                <a:moveTo>
                  <a:pt x="0" y="55"/>
                </a:moveTo>
                <a:lnTo>
                  <a:pt x="3" y="62"/>
                </a:lnTo>
                <a:lnTo>
                  <a:pt x="86" y="7"/>
                </a:lnTo>
                <a:lnTo>
                  <a:pt x="83" y="0"/>
                </a:lnTo>
                <a:lnTo>
                  <a:pt x="0" y="55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2" name="Freeform 607"/>
          <p:cNvSpPr>
            <a:spLocks/>
          </p:cNvSpPr>
          <p:nvPr/>
        </p:nvSpPr>
        <p:spPr bwMode="auto">
          <a:xfrm>
            <a:off x="5873750" y="4572000"/>
            <a:ext cx="11113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0 h 7"/>
              <a:gd name="T4" fmla="*/ 0 w 7"/>
              <a:gd name="T5" fmla="*/ 2147483646 h 7"/>
              <a:gd name="T6" fmla="*/ 0 w 7"/>
              <a:gd name="T7" fmla="*/ 2147483646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3"/>
                </a:moveTo>
                <a:lnTo>
                  <a:pt x="7" y="0"/>
                </a:lnTo>
                <a:lnTo>
                  <a:pt x="0" y="3"/>
                </a:lnTo>
                <a:lnTo>
                  <a:pt x="0" y="7"/>
                </a:lnTo>
                <a:lnTo>
                  <a:pt x="7" y="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3" name="Freeform 608"/>
          <p:cNvSpPr>
            <a:spLocks/>
          </p:cNvSpPr>
          <p:nvPr/>
        </p:nvSpPr>
        <p:spPr bwMode="auto">
          <a:xfrm>
            <a:off x="5873750" y="4576763"/>
            <a:ext cx="696913" cy="455612"/>
          </a:xfrm>
          <a:custGeom>
            <a:avLst/>
            <a:gdLst>
              <a:gd name="T0" fmla="*/ 2147483646 w 439"/>
              <a:gd name="T1" fmla="*/ 0 h 287"/>
              <a:gd name="T2" fmla="*/ 2147483646 w 439"/>
              <a:gd name="T3" fmla="*/ 2147483646 h 287"/>
              <a:gd name="T4" fmla="*/ 2147483646 w 439"/>
              <a:gd name="T5" fmla="*/ 2147483646 h 287"/>
              <a:gd name="T6" fmla="*/ 2147483646 w 439"/>
              <a:gd name="T7" fmla="*/ 2147483646 h 287"/>
              <a:gd name="T8" fmla="*/ 2147483646 w 439"/>
              <a:gd name="T9" fmla="*/ 2147483646 h 287"/>
              <a:gd name="T10" fmla="*/ 2147483646 w 439"/>
              <a:gd name="T11" fmla="*/ 2147483646 h 287"/>
              <a:gd name="T12" fmla="*/ 2147483646 w 439"/>
              <a:gd name="T13" fmla="*/ 2147483646 h 287"/>
              <a:gd name="T14" fmla="*/ 2147483646 w 439"/>
              <a:gd name="T15" fmla="*/ 2147483646 h 287"/>
              <a:gd name="T16" fmla="*/ 2147483646 w 439"/>
              <a:gd name="T17" fmla="*/ 2147483646 h 287"/>
              <a:gd name="T18" fmla="*/ 2147483646 w 439"/>
              <a:gd name="T19" fmla="*/ 2147483646 h 287"/>
              <a:gd name="T20" fmla="*/ 2147483646 w 439"/>
              <a:gd name="T21" fmla="*/ 2147483646 h 287"/>
              <a:gd name="T22" fmla="*/ 2147483646 w 439"/>
              <a:gd name="T23" fmla="*/ 2147483646 h 287"/>
              <a:gd name="T24" fmla="*/ 2147483646 w 439"/>
              <a:gd name="T25" fmla="*/ 2147483646 h 287"/>
              <a:gd name="T26" fmla="*/ 2147483646 w 439"/>
              <a:gd name="T27" fmla="*/ 2147483646 h 287"/>
              <a:gd name="T28" fmla="*/ 2147483646 w 439"/>
              <a:gd name="T29" fmla="*/ 2147483646 h 287"/>
              <a:gd name="T30" fmla="*/ 2147483646 w 439"/>
              <a:gd name="T31" fmla="*/ 2147483646 h 287"/>
              <a:gd name="T32" fmla="*/ 2147483646 w 439"/>
              <a:gd name="T33" fmla="*/ 2147483646 h 287"/>
              <a:gd name="T34" fmla="*/ 2147483646 w 439"/>
              <a:gd name="T35" fmla="*/ 2147483646 h 287"/>
              <a:gd name="T36" fmla="*/ 2147483646 w 439"/>
              <a:gd name="T37" fmla="*/ 2147483646 h 287"/>
              <a:gd name="T38" fmla="*/ 2147483646 w 439"/>
              <a:gd name="T39" fmla="*/ 2147483646 h 287"/>
              <a:gd name="T40" fmla="*/ 2147483646 w 439"/>
              <a:gd name="T41" fmla="*/ 2147483646 h 287"/>
              <a:gd name="T42" fmla="*/ 2147483646 w 439"/>
              <a:gd name="T43" fmla="*/ 2147483646 h 287"/>
              <a:gd name="T44" fmla="*/ 2147483646 w 439"/>
              <a:gd name="T45" fmla="*/ 2147483646 h 287"/>
              <a:gd name="T46" fmla="*/ 2147483646 w 439"/>
              <a:gd name="T47" fmla="*/ 2147483646 h 287"/>
              <a:gd name="T48" fmla="*/ 2147483646 w 439"/>
              <a:gd name="T49" fmla="*/ 2147483646 h 287"/>
              <a:gd name="T50" fmla="*/ 2147483646 w 439"/>
              <a:gd name="T51" fmla="*/ 2147483646 h 287"/>
              <a:gd name="T52" fmla="*/ 2147483646 w 439"/>
              <a:gd name="T53" fmla="*/ 2147483646 h 287"/>
              <a:gd name="T54" fmla="*/ 2147483646 w 439"/>
              <a:gd name="T55" fmla="*/ 2147483646 h 287"/>
              <a:gd name="T56" fmla="*/ 2147483646 w 439"/>
              <a:gd name="T57" fmla="*/ 2147483646 h 287"/>
              <a:gd name="T58" fmla="*/ 2147483646 w 439"/>
              <a:gd name="T59" fmla="*/ 2147483646 h 287"/>
              <a:gd name="T60" fmla="*/ 2147483646 w 439"/>
              <a:gd name="T61" fmla="*/ 2147483646 h 287"/>
              <a:gd name="T62" fmla="*/ 2147483646 w 439"/>
              <a:gd name="T63" fmla="*/ 2147483646 h 287"/>
              <a:gd name="T64" fmla="*/ 2147483646 w 439"/>
              <a:gd name="T65" fmla="*/ 2147483646 h 287"/>
              <a:gd name="T66" fmla="*/ 2147483646 w 439"/>
              <a:gd name="T67" fmla="*/ 2147483646 h 287"/>
              <a:gd name="T68" fmla="*/ 2147483646 w 439"/>
              <a:gd name="T69" fmla="*/ 2147483646 h 287"/>
              <a:gd name="T70" fmla="*/ 0 w 439"/>
              <a:gd name="T71" fmla="*/ 2147483646 h 287"/>
              <a:gd name="T72" fmla="*/ 2147483646 w 439"/>
              <a:gd name="T73" fmla="*/ 0 h 28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439" h="287">
                <a:moveTo>
                  <a:pt x="7" y="0"/>
                </a:moveTo>
                <a:lnTo>
                  <a:pt x="45" y="83"/>
                </a:lnTo>
                <a:lnTo>
                  <a:pt x="97" y="149"/>
                </a:lnTo>
                <a:lnTo>
                  <a:pt x="97" y="146"/>
                </a:lnTo>
                <a:lnTo>
                  <a:pt x="162" y="201"/>
                </a:lnTo>
                <a:lnTo>
                  <a:pt x="242" y="239"/>
                </a:lnTo>
                <a:lnTo>
                  <a:pt x="332" y="267"/>
                </a:lnTo>
                <a:lnTo>
                  <a:pt x="328" y="267"/>
                </a:lnTo>
                <a:lnTo>
                  <a:pt x="439" y="280"/>
                </a:lnTo>
                <a:lnTo>
                  <a:pt x="439" y="287"/>
                </a:lnTo>
                <a:lnTo>
                  <a:pt x="328" y="274"/>
                </a:lnTo>
                <a:lnTo>
                  <a:pt x="238" y="246"/>
                </a:lnTo>
                <a:lnTo>
                  <a:pt x="159" y="208"/>
                </a:lnTo>
                <a:lnTo>
                  <a:pt x="93" y="153"/>
                </a:lnTo>
                <a:lnTo>
                  <a:pt x="90" y="153"/>
                </a:lnTo>
                <a:lnTo>
                  <a:pt x="38" y="87"/>
                </a:lnTo>
                <a:lnTo>
                  <a:pt x="0" y="4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4" name="Freeform 609"/>
          <p:cNvSpPr>
            <a:spLocks/>
          </p:cNvSpPr>
          <p:nvPr/>
        </p:nvSpPr>
        <p:spPr bwMode="auto">
          <a:xfrm>
            <a:off x="6570663" y="5021263"/>
            <a:ext cx="201612" cy="11112"/>
          </a:xfrm>
          <a:custGeom>
            <a:avLst/>
            <a:gdLst>
              <a:gd name="T0" fmla="*/ 0 w 127"/>
              <a:gd name="T1" fmla="*/ 0 h 7"/>
              <a:gd name="T2" fmla="*/ 2147483646 w 127"/>
              <a:gd name="T3" fmla="*/ 0 h 7"/>
              <a:gd name="T4" fmla="*/ 2147483646 w 127"/>
              <a:gd name="T5" fmla="*/ 0 h 7"/>
              <a:gd name="T6" fmla="*/ 2147483646 w 127"/>
              <a:gd name="T7" fmla="*/ 2147483646 h 7"/>
              <a:gd name="T8" fmla="*/ 2147483646 w 127"/>
              <a:gd name="T9" fmla="*/ 2147483646 h 7"/>
              <a:gd name="T10" fmla="*/ 0 w 127"/>
              <a:gd name="T11" fmla="*/ 2147483646 h 7"/>
              <a:gd name="T12" fmla="*/ 0 w 127"/>
              <a:gd name="T13" fmla="*/ 0 h 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7" h="7">
                <a:moveTo>
                  <a:pt x="0" y="0"/>
                </a:moveTo>
                <a:lnTo>
                  <a:pt x="127" y="0"/>
                </a:lnTo>
                <a:lnTo>
                  <a:pt x="127" y="7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5" name="Rectangle 610"/>
          <p:cNvSpPr>
            <a:spLocks noChangeArrowheads="1"/>
          </p:cNvSpPr>
          <p:nvPr/>
        </p:nvSpPr>
        <p:spPr bwMode="auto">
          <a:xfrm>
            <a:off x="7002463" y="5000625"/>
            <a:ext cx="6350" cy="1111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46" name="Freeform 611"/>
          <p:cNvSpPr>
            <a:spLocks/>
          </p:cNvSpPr>
          <p:nvPr/>
        </p:nvSpPr>
        <p:spPr bwMode="auto">
          <a:xfrm>
            <a:off x="6772275" y="5000625"/>
            <a:ext cx="230188" cy="31750"/>
          </a:xfrm>
          <a:custGeom>
            <a:avLst/>
            <a:gdLst>
              <a:gd name="T0" fmla="*/ 0 w 145"/>
              <a:gd name="T1" fmla="*/ 2147483646 h 20"/>
              <a:gd name="T2" fmla="*/ 0 w 145"/>
              <a:gd name="T3" fmla="*/ 2147483646 h 20"/>
              <a:gd name="T4" fmla="*/ 2147483646 w 145"/>
              <a:gd name="T5" fmla="*/ 2147483646 h 20"/>
              <a:gd name="T6" fmla="*/ 2147483646 w 145"/>
              <a:gd name="T7" fmla="*/ 0 h 20"/>
              <a:gd name="T8" fmla="*/ 0 w 145"/>
              <a:gd name="T9" fmla="*/ 2147483646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5" h="20">
                <a:moveTo>
                  <a:pt x="0" y="13"/>
                </a:moveTo>
                <a:lnTo>
                  <a:pt x="0" y="20"/>
                </a:lnTo>
                <a:lnTo>
                  <a:pt x="145" y="7"/>
                </a:lnTo>
                <a:lnTo>
                  <a:pt x="145" y="0"/>
                </a:lnTo>
                <a:lnTo>
                  <a:pt x="0" y="1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7" name="Freeform 612"/>
          <p:cNvSpPr>
            <a:spLocks/>
          </p:cNvSpPr>
          <p:nvPr/>
        </p:nvSpPr>
        <p:spPr bwMode="auto">
          <a:xfrm>
            <a:off x="6997700" y="5000625"/>
            <a:ext cx="11113" cy="11113"/>
          </a:xfrm>
          <a:custGeom>
            <a:avLst/>
            <a:gdLst>
              <a:gd name="T0" fmla="*/ 2147483646 w 7"/>
              <a:gd name="T1" fmla="*/ 0 h 7"/>
              <a:gd name="T2" fmla="*/ 0 w 7"/>
              <a:gd name="T3" fmla="*/ 0 h 7"/>
              <a:gd name="T4" fmla="*/ 2147483646 w 7"/>
              <a:gd name="T5" fmla="*/ 2147483646 h 7"/>
              <a:gd name="T6" fmla="*/ 2147483646 w 7"/>
              <a:gd name="T7" fmla="*/ 2147483646 h 7"/>
              <a:gd name="T8" fmla="*/ 2147483646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3" y="0"/>
                </a:moveTo>
                <a:lnTo>
                  <a:pt x="0" y="0"/>
                </a:lnTo>
                <a:lnTo>
                  <a:pt x="3" y="7"/>
                </a:lnTo>
                <a:lnTo>
                  <a:pt x="7" y="7"/>
                </a:lnTo>
                <a:lnTo>
                  <a:pt x="3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8" name="Freeform 613"/>
          <p:cNvSpPr>
            <a:spLocks/>
          </p:cNvSpPr>
          <p:nvPr/>
        </p:nvSpPr>
        <p:spPr bwMode="auto">
          <a:xfrm>
            <a:off x="7002463" y="3897313"/>
            <a:ext cx="411162" cy="1114425"/>
          </a:xfrm>
          <a:custGeom>
            <a:avLst/>
            <a:gdLst>
              <a:gd name="T0" fmla="*/ 2147483646 w 259"/>
              <a:gd name="T1" fmla="*/ 2147483646 h 702"/>
              <a:gd name="T2" fmla="*/ 2147483646 w 259"/>
              <a:gd name="T3" fmla="*/ 2147483646 h 702"/>
              <a:gd name="T4" fmla="*/ 2147483646 w 259"/>
              <a:gd name="T5" fmla="*/ 2147483646 h 702"/>
              <a:gd name="T6" fmla="*/ 2147483646 w 259"/>
              <a:gd name="T7" fmla="*/ 2147483646 h 702"/>
              <a:gd name="T8" fmla="*/ 2147483646 w 259"/>
              <a:gd name="T9" fmla="*/ 2147483646 h 702"/>
              <a:gd name="T10" fmla="*/ 2147483646 w 259"/>
              <a:gd name="T11" fmla="*/ 2147483646 h 702"/>
              <a:gd name="T12" fmla="*/ 2147483646 w 259"/>
              <a:gd name="T13" fmla="*/ 2147483646 h 702"/>
              <a:gd name="T14" fmla="*/ 2147483646 w 259"/>
              <a:gd name="T15" fmla="*/ 2147483646 h 702"/>
              <a:gd name="T16" fmla="*/ 2147483646 w 259"/>
              <a:gd name="T17" fmla="*/ 2147483646 h 702"/>
              <a:gd name="T18" fmla="*/ 2147483646 w 259"/>
              <a:gd name="T19" fmla="*/ 2147483646 h 702"/>
              <a:gd name="T20" fmla="*/ 2147483646 w 259"/>
              <a:gd name="T21" fmla="*/ 2147483646 h 702"/>
              <a:gd name="T22" fmla="*/ 2147483646 w 259"/>
              <a:gd name="T23" fmla="*/ 2147483646 h 702"/>
              <a:gd name="T24" fmla="*/ 2147483646 w 259"/>
              <a:gd name="T25" fmla="*/ 2147483646 h 702"/>
              <a:gd name="T26" fmla="*/ 2147483646 w 259"/>
              <a:gd name="T27" fmla="*/ 2147483646 h 702"/>
              <a:gd name="T28" fmla="*/ 2147483646 w 259"/>
              <a:gd name="T29" fmla="*/ 2147483646 h 702"/>
              <a:gd name="T30" fmla="*/ 2147483646 w 259"/>
              <a:gd name="T31" fmla="*/ 2147483646 h 702"/>
              <a:gd name="T32" fmla="*/ 2147483646 w 259"/>
              <a:gd name="T33" fmla="*/ 2147483646 h 702"/>
              <a:gd name="T34" fmla="*/ 2147483646 w 259"/>
              <a:gd name="T35" fmla="*/ 2147483646 h 702"/>
              <a:gd name="T36" fmla="*/ 2147483646 w 259"/>
              <a:gd name="T37" fmla="*/ 2147483646 h 702"/>
              <a:gd name="T38" fmla="*/ 2147483646 w 259"/>
              <a:gd name="T39" fmla="*/ 2147483646 h 702"/>
              <a:gd name="T40" fmla="*/ 2147483646 w 259"/>
              <a:gd name="T41" fmla="*/ 2147483646 h 702"/>
              <a:gd name="T42" fmla="*/ 2147483646 w 259"/>
              <a:gd name="T43" fmla="*/ 2147483646 h 702"/>
              <a:gd name="T44" fmla="*/ 2147483646 w 259"/>
              <a:gd name="T45" fmla="*/ 2147483646 h 702"/>
              <a:gd name="T46" fmla="*/ 2147483646 w 259"/>
              <a:gd name="T47" fmla="*/ 2147483646 h 702"/>
              <a:gd name="T48" fmla="*/ 2147483646 w 259"/>
              <a:gd name="T49" fmla="*/ 2147483646 h 702"/>
              <a:gd name="T50" fmla="*/ 2147483646 w 259"/>
              <a:gd name="T51" fmla="*/ 2147483646 h 702"/>
              <a:gd name="T52" fmla="*/ 2147483646 w 259"/>
              <a:gd name="T53" fmla="*/ 2147483646 h 702"/>
              <a:gd name="T54" fmla="*/ 2147483646 w 259"/>
              <a:gd name="T55" fmla="*/ 2147483646 h 702"/>
              <a:gd name="T56" fmla="*/ 2147483646 w 259"/>
              <a:gd name="T57" fmla="*/ 2147483646 h 702"/>
              <a:gd name="T58" fmla="*/ 2147483646 w 259"/>
              <a:gd name="T59" fmla="*/ 2147483646 h 702"/>
              <a:gd name="T60" fmla="*/ 2147483646 w 259"/>
              <a:gd name="T61" fmla="*/ 2147483646 h 702"/>
              <a:gd name="T62" fmla="*/ 2147483646 w 259"/>
              <a:gd name="T63" fmla="*/ 2147483646 h 702"/>
              <a:gd name="T64" fmla="*/ 2147483646 w 259"/>
              <a:gd name="T65" fmla="*/ 2147483646 h 702"/>
              <a:gd name="T66" fmla="*/ 2147483646 w 259"/>
              <a:gd name="T67" fmla="*/ 2147483646 h 702"/>
              <a:gd name="T68" fmla="*/ 2147483646 w 259"/>
              <a:gd name="T69" fmla="*/ 2147483646 h 702"/>
              <a:gd name="T70" fmla="*/ 2147483646 w 259"/>
              <a:gd name="T71" fmla="*/ 2147483646 h 702"/>
              <a:gd name="T72" fmla="*/ 2147483646 w 259"/>
              <a:gd name="T73" fmla="*/ 2147483646 h 702"/>
              <a:gd name="T74" fmla="*/ 2147483646 w 259"/>
              <a:gd name="T75" fmla="*/ 2147483646 h 702"/>
              <a:gd name="T76" fmla="*/ 2147483646 w 259"/>
              <a:gd name="T77" fmla="*/ 2147483646 h 702"/>
              <a:gd name="T78" fmla="*/ 2147483646 w 259"/>
              <a:gd name="T79" fmla="*/ 2147483646 h 702"/>
              <a:gd name="T80" fmla="*/ 2147483646 w 259"/>
              <a:gd name="T81" fmla="*/ 2147483646 h 702"/>
              <a:gd name="T82" fmla="*/ 2147483646 w 259"/>
              <a:gd name="T83" fmla="*/ 2147483646 h 702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259" h="702">
                <a:moveTo>
                  <a:pt x="0" y="695"/>
                </a:moveTo>
                <a:lnTo>
                  <a:pt x="56" y="650"/>
                </a:lnTo>
                <a:lnTo>
                  <a:pt x="56" y="653"/>
                </a:lnTo>
                <a:lnTo>
                  <a:pt x="104" y="605"/>
                </a:lnTo>
                <a:lnTo>
                  <a:pt x="100" y="605"/>
                </a:lnTo>
                <a:lnTo>
                  <a:pt x="142" y="553"/>
                </a:lnTo>
                <a:lnTo>
                  <a:pt x="180" y="501"/>
                </a:lnTo>
                <a:lnTo>
                  <a:pt x="208" y="446"/>
                </a:lnTo>
                <a:lnTo>
                  <a:pt x="228" y="394"/>
                </a:lnTo>
                <a:lnTo>
                  <a:pt x="245" y="339"/>
                </a:lnTo>
                <a:lnTo>
                  <a:pt x="252" y="287"/>
                </a:lnTo>
                <a:lnTo>
                  <a:pt x="252" y="235"/>
                </a:lnTo>
                <a:lnTo>
                  <a:pt x="242" y="183"/>
                </a:lnTo>
                <a:lnTo>
                  <a:pt x="242" y="186"/>
                </a:lnTo>
                <a:lnTo>
                  <a:pt x="228" y="138"/>
                </a:lnTo>
                <a:lnTo>
                  <a:pt x="204" y="90"/>
                </a:lnTo>
                <a:lnTo>
                  <a:pt x="173" y="48"/>
                </a:lnTo>
                <a:lnTo>
                  <a:pt x="176" y="48"/>
                </a:lnTo>
                <a:lnTo>
                  <a:pt x="138" y="7"/>
                </a:lnTo>
                <a:lnTo>
                  <a:pt x="142" y="0"/>
                </a:lnTo>
                <a:lnTo>
                  <a:pt x="142" y="3"/>
                </a:lnTo>
                <a:lnTo>
                  <a:pt x="180" y="45"/>
                </a:lnTo>
                <a:lnTo>
                  <a:pt x="211" y="86"/>
                </a:lnTo>
                <a:lnTo>
                  <a:pt x="235" y="135"/>
                </a:lnTo>
                <a:lnTo>
                  <a:pt x="249" y="183"/>
                </a:lnTo>
                <a:lnTo>
                  <a:pt x="259" y="235"/>
                </a:lnTo>
                <a:lnTo>
                  <a:pt x="259" y="287"/>
                </a:lnTo>
                <a:lnTo>
                  <a:pt x="252" y="339"/>
                </a:lnTo>
                <a:lnTo>
                  <a:pt x="252" y="342"/>
                </a:lnTo>
                <a:lnTo>
                  <a:pt x="235" y="397"/>
                </a:lnTo>
                <a:lnTo>
                  <a:pt x="214" y="449"/>
                </a:lnTo>
                <a:lnTo>
                  <a:pt x="187" y="504"/>
                </a:lnTo>
                <a:lnTo>
                  <a:pt x="149" y="556"/>
                </a:lnTo>
                <a:lnTo>
                  <a:pt x="107" y="608"/>
                </a:lnTo>
                <a:lnTo>
                  <a:pt x="59" y="657"/>
                </a:lnTo>
                <a:lnTo>
                  <a:pt x="4" y="702"/>
                </a:lnTo>
                <a:lnTo>
                  <a:pt x="0" y="695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49" name="Freeform 614"/>
          <p:cNvSpPr>
            <a:spLocks/>
          </p:cNvSpPr>
          <p:nvPr/>
        </p:nvSpPr>
        <p:spPr bwMode="auto">
          <a:xfrm>
            <a:off x="7151688" y="3836988"/>
            <a:ext cx="76200" cy="71437"/>
          </a:xfrm>
          <a:custGeom>
            <a:avLst/>
            <a:gdLst>
              <a:gd name="T0" fmla="*/ 2147483646 w 48"/>
              <a:gd name="T1" fmla="*/ 2147483646 h 45"/>
              <a:gd name="T2" fmla="*/ 0 w 48"/>
              <a:gd name="T3" fmla="*/ 2147483646 h 45"/>
              <a:gd name="T4" fmla="*/ 0 w 48"/>
              <a:gd name="T5" fmla="*/ 2147483646 h 45"/>
              <a:gd name="T6" fmla="*/ 2147483646 w 48"/>
              <a:gd name="T7" fmla="*/ 0 h 45"/>
              <a:gd name="T8" fmla="*/ 2147483646 w 48"/>
              <a:gd name="T9" fmla="*/ 0 h 45"/>
              <a:gd name="T10" fmla="*/ 2147483646 w 48"/>
              <a:gd name="T11" fmla="*/ 2147483646 h 45"/>
              <a:gd name="T12" fmla="*/ 2147483646 w 48"/>
              <a:gd name="T13" fmla="*/ 2147483646 h 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8" h="45">
                <a:moveTo>
                  <a:pt x="44" y="45"/>
                </a:moveTo>
                <a:lnTo>
                  <a:pt x="0" y="7"/>
                </a:lnTo>
                <a:lnTo>
                  <a:pt x="3" y="0"/>
                </a:lnTo>
                <a:lnTo>
                  <a:pt x="48" y="38"/>
                </a:lnTo>
                <a:lnTo>
                  <a:pt x="44" y="45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0" name="Freeform 615"/>
          <p:cNvSpPr>
            <a:spLocks/>
          </p:cNvSpPr>
          <p:nvPr/>
        </p:nvSpPr>
        <p:spPr bwMode="auto">
          <a:xfrm>
            <a:off x="7058025" y="3781425"/>
            <a:ext cx="11113" cy="11113"/>
          </a:xfrm>
          <a:custGeom>
            <a:avLst/>
            <a:gdLst>
              <a:gd name="T0" fmla="*/ 2147483646 w 7"/>
              <a:gd name="T1" fmla="*/ 2147483646 h 7"/>
              <a:gd name="T2" fmla="*/ 0 w 7"/>
              <a:gd name="T3" fmla="*/ 2147483646 h 7"/>
              <a:gd name="T4" fmla="*/ 2147483646 w 7"/>
              <a:gd name="T5" fmla="*/ 0 h 7"/>
              <a:gd name="T6" fmla="*/ 2147483646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3" y="7"/>
                </a:moveTo>
                <a:lnTo>
                  <a:pt x="0" y="7"/>
                </a:lnTo>
                <a:lnTo>
                  <a:pt x="3" y="0"/>
                </a:lnTo>
                <a:lnTo>
                  <a:pt x="7" y="0"/>
                </a:lnTo>
                <a:lnTo>
                  <a:pt x="3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1" name="Freeform 616"/>
          <p:cNvSpPr>
            <a:spLocks/>
          </p:cNvSpPr>
          <p:nvPr/>
        </p:nvSpPr>
        <p:spPr bwMode="auto">
          <a:xfrm>
            <a:off x="7062788" y="3781425"/>
            <a:ext cx="93662" cy="66675"/>
          </a:xfrm>
          <a:custGeom>
            <a:avLst/>
            <a:gdLst>
              <a:gd name="T0" fmla="*/ 2147483646 w 59"/>
              <a:gd name="T1" fmla="*/ 2147483646 h 42"/>
              <a:gd name="T2" fmla="*/ 2147483646 w 59"/>
              <a:gd name="T3" fmla="*/ 2147483646 h 42"/>
              <a:gd name="T4" fmla="*/ 2147483646 w 59"/>
              <a:gd name="T5" fmla="*/ 0 h 42"/>
              <a:gd name="T6" fmla="*/ 0 w 59"/>
              <a:gd name="T7" fmla="*/ 2147483646 h 42"/>
              <a:gd name="T8" fmla="*/ 2147483646 w 59"/>
              <a:gd name="T9" fmla="*/ 2147483646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9" h="42">
                <a:moveTo>
                  <a:pt x="56" y="42"/>
                </a:moveTo>
                <a:lnTo>
                  <a:pt x="59" y="35"/>
                </a:lnTo>
                <a:lnTo>
                  <a:pt x="4" y="0"/>
                </a:lnTo>
                <a:lnTo>
                  <a:pt x="0" y="7"/>
                </a:lnTo>
                <a:lnTo>
                  <a:pt x="56" y="4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2" name="Freeform 617"/>
          <p:cNvSpPr>
            <a:spLocks/>
          </p:cNvSpPr>
          <p:nvPr/>
        </p:nvSpPr>
        <p:spPr bwMode="auto">
          <a:xfrm>
            <a:off x="7062788" y="3781425"/>
            <a:ext cx="11112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2147483646 w 7"/>
              <a:gd name="T5" fmla="*/ 0 h 7"/>
              <a:gd name="T6" fmla="*/ 0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4" y="7"/>
                </a:moveTo>
                <a:lnTo>
                  <a:pt x="7" y="7"/>
                </a:lnTo>
                <a:lnTo>
                  <a:pt x="4" y="0"/>
                </a:lnTo>
                <a:lnTo>
                  <a:pt x="0" y="0"/>
                </a:lnTo>
                <a:lnTo>
                  <a:pt x="4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3" name="Freeform 618"/>
          <p:cNvSpPr>
            <a:spLocks/>
          </p:cNvSpPr>
          <p:nvPr/>
        </p:nvSpPr>
        <p:spPr bwMode="auto">
          <a:xfrm>
            <a:off x="6148388" y="3781425"/>
            <a:ext cx="920750" cy="500063"/>
          </a:xfrm>
          <a:custGeom>
            <a:avLst/>
            <a:gdLst>
              <a:gd name="T0" fmla="*/ 2147483646 w 580"/>
              <a:gd name="T1" fmla="*/ 2147483646 h 315"/>
              <a:gd name="T2" fmla="*/ 2147483646 w 580"/>
              <a:gd name="T3" fmla="*/ 2147483646 h 315"/>
              <a:gd name="T4" fmla="*/ 2147483646 w 580"/>
              <a:gd name="T5" fmla="*/ 2147483646 h 315"/>
              <a:gd name="T6" fmla="*/ 2147483646 w 580"/>
              <a:gd name="T7" fmla="*/ 2147483646 h 315"/>
              <a:gd name="T8" fmla="*/ 2147483646 w 580"/>
              <a:gd name="T9" fmla="*/ 2147483646 h 315"/>
              <a:gd name="T10" fmla="*/ 2147483646 w 580"/>
              <a:gd name="T11" fmla="*/ 2147483646 h 315"/>
              <a:gd name="T12" fmla="*/ 2147483646 w 580"/>
              <a:gd name="T13" fmla="*/ 2147483646 h 315"/>
              <a:gd name="T14" fmla="*/ 2147483646 w 580"/>
              <a:gd name="T15" fmla="*/ 2147483646 h 315"/>
              <a:gd name="T16" fmla="*/ 2147483646 w 580"/>
              <a:gd name="T17" fmla="*/ 2147483646 h 315"/>
              <a:gd name="T18" fmla="*/ 2147483646 w 580"/>
              <a:gd name="T19" fmla="*/ 2147483646 h 315"/>
              <a:gd name="T20" fmla="*/ 2147483646 w 580"/>
              <a:gd name="T21" fmla="*/ 2147483646 h 315"/>
              <a:gd name="T22" fmla="*/ 2147483646 w 580"/>
              <a:gd name="T23" fmla="*/ 2147483646 h 315"/>
              <a:gd name="T24" fmla="*/ 2147483646 w 580"/>
              <a:gd name="T25" fmla="*/ 2147483646 h 315"/>
              <a:gd name="T26" fmla="*/ 2147483646 w 580"/>
              <a:gd name="T27" fmla="*/ 2147483646 h 315"/>
              <a:gd name="T28" fmla="*/ 2147483646 w 580"/>
              <a:gd name="T29" fmla="*/ 2147483646 h 315"/>
              <a:gd name="T30" fmla="*/ 0 w 580"/>
              <a:gd name="T31" fmla="*/ 2147483646 h 315"/>
              <a:gd name="T32" fmla="*/ 0 w 580"/>
              <a:gd name="T33" fmla="*/ 2147483646 h 315"/>
              <a:gd name="T34" fmla="*/ 2147483646 w 580"/>
              <a:gd name="T35" fmla="*/ 2147483646 h 315"/>
              <a:gd name="T36" fmla="*/ 2147483646 w 580"/>
              <a:gd name="T37" fmla="*/ 2147483646 h 315"/>
              <a:gd name="T38" fmla="*/ 2147483646 w 580"/>
              <a:gd name="T39" fmla="*/ 2147483646 h 315"/>
              <a:gd name="T40" fmla="*/ 2147483646 w 580"/>
              <a:gd name="T41" fmla="*/ 2147483646 h 315"/>
              <a:gd name="T42" fmla="*/ 2147483646 w 580"/>
              <a:gd name="T43" fmla="*/ 2147483646 h 315"/>
              <a:gd name="T44" fmla="*/ 2147483646 w 580"/>
              <a:gd name="T45" fmla="*/ 2147483646 h 315"/>
              <a:gd name="T46" fmla="*/ 2147483646 w 580"/>
              <a:gd name="T47" fmla="*/ 2147483646 h 315"/>
              <a:gd name="T48" fmla="*/ 2147483646 w 580"/>
              <a:gd name="T49" fmla="*/ 2147483646 h 315"/>
              <a:gd name="T50" fmla="*/ 2147483646 w 580"/>
              <a:gd name="T51" fmla="*/ 2147483646 h 315"/>
              <a:gd name="T52" fmla="*/ 2147483646 w 580"/>
              <a:gd name="T53" fmla="*/ 2147483646 h 315"/>
              <a:gd name="T54" fmla="*/ 2147483646 w 580"/>
              <a:gd name="T55" fmla="*/ 2147483646 h 315"/>
              <a:gd name="T56" fmla="*/ 2147483646 w 580"/>
              <a:gd name="T57" fmla="*/ 2147483646 h 315"/>
              <a:gd name="T58" fmla="*/ 2147483646 w 580"/>
              <a:gd name="T59" fmla="*/ 0 h 315"/>
              <a:gd name="T60" fmla="*/ 2147483646 w 580"/>
              <a:gd name="T61" fmla="*/ 2147483646 h 315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580" h="315">
                <a:moveTo>
                  <a:pt x="580" y="7"/>
                </a:moveTo>
                <a:lnTo>
                  <a:pt x="393" y="80"/>
                </a:lnTo>
                <a:lnTo>
                  <a:pt x="297" y="125"/>
                </a:lnTo>
                <a:lnTo>
                  <a:pt x="197" y="176"/>
                </a:lnTo>
                <a:lnTo>
                  <a:pt x="100" y="239"/>
                </a:lnTo>
                <a:lnTo>
                  <a:pt x="3" y="315"/>
                </a:lnTo>
                <a:lnTo>
                  <a:pt x="0" y="311"/>
                </a:lnTo>
                <a:lnTo>
                  <a:pt x="0" y="308"/>
                </a:lnTo>
                <a:lnTo>
                  <a:pt x="96" y="232"/>
                </a:lnTo>
                <a:lnTo>
                  <a:pt x="193" y="170"/>
                </a:lnTo>
                <a:lnTo>
                  <a:pt x="293" y="118"/>
                </a:lnTo>
                <a:lnTo>
                  <a:pt x="390" y="73"/>
                </a:lnTo>
                <a:lnTo>
                  <a:pt x="576" y="0"/>
                </a:lnTo>
                <a:lnTo>
                  <a:pt x="580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4" name="Freeform 619"/>
          <p:cNvSpPr>
            <a:spLocks/>
          </p:cNvSpPr>
          <p:nvPr/>
        </p:nvSpPr>
        <p:spPr bwMode="auto">
          <a:xfrm>
            <a:off x="6000750" y="4275138"/>
            <a:ext cx="152400" cy="142875"/>
          </a:xfrm>
          <a:custGeom>
            <a:avLst/>
            <a:gdLst>
              <a:gd name="T0" fmla="*/ 2147483646 w 96"/>
              <a:gd name="T1" fmla="*/ 2147483646 h 90"/>
              <a:gd name="T2" fmla="*/ 2147483646 w 96"/>
              <a:gd name="T3" fmla="*/ 2147483646 h 90"/>
              <a:gd name="T4" fmla="*/ 2147483646 w 96"/>
              <a:gd name="T5" fmla="*/ 2147483646 h 90"/>
              <a:gd name="T6" fmla="*/ 0 w 96"/>
              <a:gd name="T7" fmla="*/ 2147483646 h 90"/>
              <a:gd name="T8" fmla="*/ 2147483646 w 96"/>
              <a:gd name="T9" fmla="*/ 2147483646 h 90"/>
              <a:gd name="T10" fmla="*/ 2147483646 w 96"/>
              <a:gd name="T11" fmla="*/ 0 h 90"/>
              <a:gd name="T12" fmla="*/ 2147483646 w 96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6" h="90">
                <a:moveTo>
                  <a:pt x="96" y="4"/>
                </a:moveTo>
                <a:lnTo>
                  <a:pt x="7" y="90"/>
                </a:lnTo>
                <a:lnTo>
                  <a:pt x="0" y="87"/>
                </a:lnTo>
                <a:lnTo>
                  <a:pt x="3" y="87"/>
                </a:lnTo>
                <a:lnTo>
                  <a:pt x="93" y="0"/>
                </a:lnTo>
                <a:lnTo>
                  <a:pt x="96" y="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5" name="Freeform 620"/>
          <p:cNvSpPr>
            <a:spLocks/>
          </p:cNvSpPr>
          <p:nvPr/>
        </p:nvSpPr>
        <p:spPr bwMode="auto">
          <a:xfrm>
            <a:off x="5873750" y="4576763"/>
            <a:ext cx="11113" cy="11112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0 w 7"/>
              <a:gd name="T5" fmla="*/ 2147483646 h 7"/>
              <a:gd name="T6" fmla="*/ 0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4"/>
                </a:moveTo>
                <a:lnTo>
                  <a:pt x="7" y="7"/>
                </a:lnTo>
                <a:lnTo>
                  <a:pt x="0" y="4"/>
                </a:lnTo>
                <a:lnTo>
                  <a:pt x="0" y="0"/>
                </a:lnTo>
                <a:lnTo>
                  <a:pt x="7" y="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6" name="Freeform 621"/>
          <p:cNvSpPr>
            <a:spLocks/>
          </p:cNvSpPr>
          <p:nvPr/>
        </p:nvSpPr>
        <p:spPr bwMode="auto">
          <a:xfrm>
            <a:off x="5873750" y="4413250"/>
            <a:ext cx="138113" cy="169863"/>
          </a:xfrm>
          <a:custGeom>
            <a:avLst/>
            <a:gdLst>
              <a:gd name="T0" fmla="*/ 2147483646 w 87"/>
              <a:gd name="T1" fmla="*/ 2147483646 h 107"/>
              <a:gd name="T2" fmla="*/ 2147483646 w 87"/>
              <a:gd name="T3" fmla="*/ 0 h 107"/>
              <a:gd name="T4" fmla="*/ 0 w 87"/>
              <a:gd name="T5" fmla="*/ 2147483646 h 107"/>
              <a:gd name="T6" fmla="*/ 2147483646 w 87"/>
              <a:gd name="T7" fmla="*/ 2147483646 h 107"/>
              <a:gd name="T8" fmla="*/ 2147483646 w 87"/>
              <a:gd name="T9" fmla="*/ 2147483646 h 1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" h="107">
                <a:moveTo>
                  <a:pt x="87" y="3"/>
                </a:moveTo>
                <a:lnTo>
                  <a:pt x="80" y="0"/>
                </a:lnTo>
                <a:lnTo>
                  <a:pt x="0" y="103"/>
                </a:lnTo>
                <a:lnTo>
                  <a:pt x="7" y="107"/>
                </a:lnTo>
                <a:lnTo>
                  <a:pt x="87" y="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7" name="Rectangle 622"/>
          <p:cNvSpPr>
            <a:spLocks noChangeArrowheads="1"/>
          </p:cNvSpPr>
          <p:nvPr/>
        </p:nvSpPr>
        <p:spPr bwMode="auto">
          <a:xfrm>
            <a:off x="5873750" y="4576763"/>
            <a:ext cx="11113" cy="635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58" name="Freeform 623"/>
          <p:cNvSpPr>
            <a:spLocks/>
          </p:cNvSpPr>
          <p:nvPr/>
        </p:nvSpPr>
        <p:spPr bwMode="auto">
          <a:xfrm>
            <a:off x="5868988" y="3776663"/>
            <a:ext cx="230187" cy="800100"/>
          </a:xfrm>
          <a:custGeom>
            <a:avLst/>
            <a:gdLst>
              <a:gd name="T0" fmla="*/ 2147483646 w 145"/>
              <a:gd name="T1" fmla="*/ 2147483646 h 504"/>
              <a:gd name="T2" fmla="*/ 0 w 145"/>
              <a:gd name="T3" fmla="*/ 2147483646 h 504"/>
              <a:gd name="T4" fmla="*/ 0 w 145"/>
              <a:gd name="T5" fmla="*/ 2147483646 h 504"/>
              <a:gd name="T6" fmla="*/ 0 w 145"/>
              <a:gd name="T7" fmla="*/ 2147483646 h 504"/>
              <a:gd name="T8" fmla="*/ 2147483646 w 145"/>
              <a:gd name="T9" fmla="*/ 2147483646 h 504"/>
              <a:gd name="T10" fmla="*/ 2147483646 w 145"/>
              <a:gd name="T11" fmla="*/ 2147483646 h 504"/>
              <a:gd name="T12" fmla="*/ 2147483646 w 145"/>
              <a:gd name="T13" fmla="*/ 2147483646 h 504"/>
              <a:gd name="T14" fmla="*/ 2147483646 w 145"/>
              <a:gd name="T15" fmla="*/ 2147483646 h 504"/>
              <a:gd name="T16" fmla="*/ 2147483646 w 145"/>
              <a:gd name="T17" fmla="*/ 2147483646 h 504"/>
              <a:gd name="T18" fmla="*/ 2147483646 w 145"/>
              <a:gd name="T19" fmla="*/ 2147483646 h 504"/>
              <a:gd name="T20" fmla="*/ 2147483646 w 145"/>
              <a:gd name="T21" fmla="*/ 2147483646 h 504"/>
              <a:gd name="T22" fmla="*/ 2147483646 w 145"/>
              <a:gd name="T23" fmla="*/ 2147483646 h 504"/>
              <a:gd name="T24" fmla="*/ 2147483646 w 145"/>
              <a:gd name="T25" fmla="*/ 2147483646 h 504"/>
              <a:gd name="T26" fmla="*/ 2147483646 w 145"/>
              <a:gd name="T27" fmla="*/ 2147483646 h 504"/>
              <a:gd name="T28" fmla="*/ 2147483646 w 145"/>
              <a:gd name="T29" fmla="*/ 2147483646 h 504"/>
              <a:gd name="T30" fmla="*/ 2147483646 w 145"/>
              <a:gd name="T31" fmla="*/ 2147483646 h 504"/>
              <a:gd name="T32" fmla="*/ 2147483646 w 145"/>
              <a:gd name="T33" fmla="*/ 0 h 504"/>
              <a:gd name="T34" fmla="*/ 2147483646 w 145"/>
              <a:gd name="T35" fmla="*/ 0 h 504"/>
              <a:gd name="T36" fmla="*/ 2147483646 w 145"/>
              <a:gd name="T37" fmla="*/ 2147483646 h 504"/>
              <a:gd name="T38" fmla="*/ 2147483646 w 145"/>
              <a:gd name="T39" fmla="*/ 2147483646 h 504"/>
              <a:gd name="T40" fmla="*/ 2147483646 w 145"/>
              <a:gd name="T41" fmla="*/ 2147483646 h 504"/>
              <a:gd name="T42" fmla="*/ 2147483646 w 145"/>
              <a:gd name="T43" fmla="*/ 2147483646 h 504"/>
              <a:gd name="T44" fmla="*/ 2147483646 w 145"/>
              <a:gd name="T45" fmla="*/ 2147483646 h 504"/>
              <a:gd name="T46" fmla="*/ 2147483646 w 145"/>
              <a:gd name="T47" fmla="*/ 2147483646 h 504"/>
              <a:gd name="T48" fmla="*/ 2147483646 w 145"/>
              <a:gd name="T49" fmla="*/ 2147483646 h 504"/>
              <a:gd name="T50" fmla="*/ 2147483646 w 145"/>
              <a:gd name="T51" fmla="*/ 2147483646 h 504"/>
              <a:gd name="T52" fmla="*/ 2147483646 w 145"/>
              <a:gd name="T53" fmla="*/ 2147483646 h 504"/>
              <a:gd name="T54" fmla="*/ 2147483646 w 145"/>
              <a:gd name="T55" fmla="*/ 2147483646 h 504"/>
              <a:gd name="T56" fmla="*/ 2147483646 w 145"/>
              <a:gd name="T57" fmla="*/ 2147483646 h 504"/>
              <a:gd name="T58" fmla="*/ 2147483646 w 145"/>
              <a:gd name="T59" fmla="*/ 2147483646 h 504"/>
              <a:gd name="T60" fmla="*/ 2147483646 w 145"/>
              <a:gd name="T61" fmla="*/ 2147483646 h 504"/>
              <a:gd name="T62" fmla="*/ 2147483646 w 145"/>
              <a:gd name="T63" fmla="*/ 2147483646 h 504"/>
              <a:gd name="T64" fmla="*/ 2147483646 w 145"/>
              <a:gd name="T65" fmla="*/ 2147483646 h 504"/>
              <a:gd name="T66" fmla="*/ 2147483646 w 145"/>
              <a:gd name="T67" fmla="*/ 2147483646 h 504"/>
              <a:gd name="T68" fmla="*/ 2147483646 w 145"/>
              <a:gd name="T69" fmla="*/ 2147483646 h 504"/>
              <a:gd name="T70" fmla="*/ 2147483646 w 145"/>
              <a:gd name="T71" fmla="*/ 2147483646 h 504"/>
              <a:gd name="T72" fmla="*/ 2147483646 w 145"/>
              <a:gd name="T73" fmla="*/ 2147483646 h 50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45" h="504">
                <a:moveTo>
                  <a:pt x="3" y="504"/>
                </a:moveTo>
                <a:lnTo>
                  <a:pt x="0" y="421"/>
                </a:lnTo>
                <a:lnTo>
                  <a:pt x="10" y="335"/>
                </a:lnTo>
                <a:lnTo>
                  <a:pt x="27" y="245"/>
                </a:lnTo>
                <a:lnTo>
                  <a:pt x="58" y="159"/>
                </a:lnTo>
                <a:lnTo>
                  <a:pt x="93" y="76"/>
                </a:lnTo>
                <a:lnTo>
                  <a:pt x="138" y="0"/>
                </a:lnTo>
                <a:lnTo>
                  <a:pt x="145" y="3"/>
                </a:lnTo>
                <a:lnTo>
                  <a:pt x="100" y="79"/>
                </a:lnTo>
                <a:lnTo>
                  <a:pt x="65" y="162"/>
                </a:lnTo>
                <a:lnTo>
                  <a:pt x="34" y="249"/>
                </a:lnTo>
                <a:lnTo>
                  <a:pt x="34" y="245"/>
                </a:lnTo>
                <a:lnTo>
                  <a:pt x="17" y="335"/>
                </a:lnTo>
                <a:lnTo>
                  <a:pt x="7" y="421"/>
                </a:lnTo>
                <a:lnTo>
                  <a:pt x="10" y="504"/>
                </a:lnTo>
                <a:lnTo>
                  <a:pt x="3" y="50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59" name="Freeform 624"/>
          <p:cNvSpPr>
            <a:spLocks/>
          </p:cNvSpPr>
          <p:nvPr/>
        </p:nvSpPr>
        <p:spPr bwMode="auto">
          <a:xfrm>
            <a:off x="6088063" y="3667125"/>
            <a:ext cx="87312" cy="114300"/>
          </a:xfrm>
          <a:custGeom>
            <a:avLst/>
            <a:gdLst>
              <a:gd name="T0" fmla="*/ 0 w 55"/>
              <a:gd name="T1" fmla="*/ 2147483646 h 72"/>
              <a:gd name="T2" fmla="*/ 2147483646 w 55"/>
              <a:gd name="T3" fmla="*/ 0 h 72"/>
              <a:gd name="T4" fmla="*/ 2147483646 w 55"/>
              <a:gd name="T5" fmla="*/ 0 h 72"/>
              <a:gd name="T6" fmla="*/ 2147483646 w 55"/>
              <a:gd name="T7" fmla="*/ 2147483646 h 72"/>
              <a:gd name="T8" fmla="*/ 2147483646 w 55"/>
              <a:gd name="T9" fmla="*/ 2147483646 h 72"/>
              <a:gd name="T10" fmla="*/ 2147483646 w 55"/>
              <a:gd name="T11" fmla="*/ 2147483646 h 72"/>
              <a:gd name="T12" fmla="*/ 0 w 55"/>
              <a:gd name="T13" fmla="*/ 2147483646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5" h="72">
                <a:moveTo>
                  <a:pt x="0" y="69"/>
                </a:moveTo>
                <a:lnTo>
                  <a:pt x="48" y="0"/>
                </a:lnTo>
                <a:lnTo>
                  <a:pt x="52" y="0"/>
                </a:lnTo>
                <a:lnTo>
                  <a:pt x="55" y="3"/>
                </a:lnTo>
                <a:lnTo>
                  <a:pt x="7" y="72"/>
                </a:lnTo>
                <a:lnTo>
                  <a:pt x="0" y="69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0" name="Freeform 625"/>
          <p:cNvSpPr>
            <a:spLocks/>
          </p:cNvSpPr>
          <p:nvPr/>
        </p:nvSpPr>
        <p:spPr bwMode="auto">
          <a:xfrm>
            <a:off x="6251575" y="3573463"/>
            <a:ext cx="6350" cy="4762"/>
          </a:xfrm>
          <a:custGeom>
            <a:avLst/>
            <a:gdLst>
              <a:gd name="T0" fmla="*/ 0 w 4"/>
              <a:gd name="T1" fmla="*/ 0 h 3"/>
              <a:gd name="T2" fmla="*/ 0 w 4"/>
              <a:gd name="T3" fmla="*/ 0 h 3"/>
              <a:gd name="T4" fmla="*/ 2147483646 w 4"/>
              <a:gd name="T5" fmla="*/ 2147483646 h 3"/>
              <a:gd name="T6" fmla="*/ 2147483646 w 4"/>
              <a:gd name="T7" fmla="*/ 2147483646 h 3"/>
              <a:gd name="T8" fmla="*/ 0 w 4"/>
              <a:gd name="T9" fmla="*/ 0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" h="3">
                <a:moveTo>
                  <a:pt x="0" y="0"/>
                </a:moveTo>
                <a:lnTo>
                  <a:pt x="0" y="0"/>
                </a:lnTo>
                <a:lnTo>
                  <a:pt x="4" y="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1" name="Freeform 626"/>
          <p:cNvSpPr>
            <a:spLocks/>
          </p:cNvSpPr>
          <p:nvPr/>
        </p:nvSpPr>
        <p:spPr bwMode="auto">
          <a:xfrm>
            <a:off x="6170613" y="3573463"/>
            <a:ext cx="87312" cy="98425"/>
          </a:xfrm>
          <a:custGeom>
            <a:avLst/>
            <a:gdLst>
              <a:gd name="T0" fmla="*/ 0 w 55"/>
              <a:gd name="T1" fmla="*/ 2147483646 h 62"/>
              <a:gd name="T2" fmla="*/ 2147483646 w 55"/>
              <a:gd name="T3" fmla="*/ 2147483646 h 62"/>
              <a:gd name="T4" fmla="*/ 2147483646 w 55"/>
              <a:gd name="T5" fmla="*/ 2147483646 h 62"/>
              <a:gd name="T6" fmla="*/ 2147483646 w 55"/>
              <a:gd name="T7" fmla="*/ 0 h 62"/>
              <a:gd name="T8" fmla="*/ 0 w 55"/>
              <a:gd name="T9" fmla="*/ 2147483646 h 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5" h="62">
                <a:moveTo>
                  <a:pt x="0" y="59"/>
                </a:moveTo>
                <a:lnTo>
                  <a:pt x="3" y="62"/>
                </a:lnTo>
                <a:lnTo>
                  <a:pt x="55" y="3"/>
                </a:lnTo>
                <a:lnTo>
                  <a:pt x="51" y="0"/>
                </a:lnTo>
                <a:lnTo>
                  <a:pt x="0" y="59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2" name="Rectangle 627"/>
          <p:cNvSpPr>
            <a:spLocks noChangeArrowheads="1"/>
          </p:cNvSpPr>
          <p:nvPr/>
        </p:nvSpPr>
        <p:spPr bwMode="auto">
          <a:xfrm>
            <a:off x="4854575" y="4121150"/>
            <a:ext cx="6350" cy="1111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63" name="Freeform 628"/>
          <p:cNvSpPr>
            <a:spLocks/>
          </p:cNvSpPr>
          <p:nvPr/>
        </p:nvSpPr>
        <p:spPr bwMode="auto">
          <a:xfrm>
            <a:off x="4860925" y="4121150"/>
            <a:ext cx="815975" cy="269875"/>
          </a:xfrm>
          <a:custGeom>
            <a:avLst/>
            <a:gdLst>
              <a:gd name="T0" fmla="*/ 0 w 514"/>
              <a:gd name="T1" fmla="*/ 0 h 170"/>
              <a:gd name="T2" fmla="*/ 2147483646 w 514"/>
              <a:gd name="T3" fmla="*/ 2147483646 h 170"/>
              <a:gd name="T4" fmla="*/ 2147483646 w 514"/>
              <a:gd name="T5" fmla="*/ 2147483646 h 170"/>
              <a:gd name="T6" fmla="*/ 2147483646 w 514"/>
              <a:gd name="T7" fmla="*/ 2147483646 h 170"/>
              <a:gd name="T8" fmla="*/ 2147483646 w 514"/>
              <a:gd name="T9" fmla="*/ 2147483646 h 170"/>
              <a:gd name="T10" fmla="*/ 2147483646 w 514"/>
              <a:gd name="T11" fmla="*/ 2147483646 h 170"/>
              <a:gd name="T12" fmla="*/ 2147483646 w 514"/>
              <a:gd name="T13" fmla="*/ 2147483646 h 170"/>
              <a:gd name="T14" fmla="*/ 2147483646 w 514"/>
              <a:gd name="T15" fmla="*/ 2147483646 h 170"/>
              <a:gd name="T16" fmla="*/ 2147483646 w 514"/>
              <a:gd name="T17" fmla="*/ 2147483646 h 170"/>
              <a:gd name="T18" fmla="*/ 2147483646 w 514"/>
              <a:gd name="T19" fmla="*/ 2147483646 h 170"/>
              <a:gd name="T20" fmla="*/ 2147483646 w 514"/>
              <a:gd name="T21" fmla="*/ 2147483646 h 170"/>
              <a:gd name="T22" fmla="*/ 2147483646 w 514"/>
              <a:gd name="T23" fmla="*/ 2147483646 h 170"/>
              <a:gd name="T24" fmla="*/ 2147483646 w 514"/>
              <a:gd name="T25" fmla="*/ 2147483646 h 170"/>
              <a:gd name="T26" fmla="*/ 2147483646 w 514"/>
              <a:gd name="T27" fmla="*/ 2147483646 h 170"/>
              <a:gd name="T28" fmla="*/ 2147483646 w 514"/>
              <a:gd name="T29" fmla="*/ 2147483646 h 170"/>
              <a:gd name="T30" fmla="*/ 2147483646 w 514"/>
              <a:gd name="T31" fmla="*/ 2147483646 h 170"/>
              <a:gd name="T32" fmla="*/ 2147483646 w 514"/>
              <a:gd name="T33" fmla="*/ 2147483646 h 170"/>
              <a:gd name="T34" fmla="*/ 2147483646 w 514"/>
              <a:gd name="T35" fmla="*/ 2147483646 h 170"/>
              <a:gd name="T36" fmla="*/ 2147483646 w 514"/>
              <a:gd name="T37" fmla="*/ 2147483646 h 170"/>
              <a:gd name="T38" fmla="*/ 2147483646 w 514"/>
              <a:gd name="T39" fmla="*/ 2147483646 h 170"/>
              <a:gd name="T40" fmla="*/ 2147483646 w 514"/>
              <a:gd name="T41" fmla="*/ 2147483646 h 170"/>
              <a:gd name="T42" fmla="*/ 2147483646 w 514"/>
              <a:gd name="T43" fmla="*/ 2147483646 h 170"/>
              <a:gd name="T44" fmla="*/ 2147483646 w 514"/>
              <a:gd name="T45" fmla="*/ 2147483646 h 170"/>
              <a:gd name="T46" fmla="*/ 2147483646 w 514"/>
              <a:gd name="T47" fmla="*/ 2147483646 h 170"/>
              <a:gd name="T48" fmla="*/ 2147483646 w 514"/>
              <a:gd name="T49" fmla="*/ 2147483646 h 170"/>
              <a:gd name="T50" fmla="*/ 2147483646 w 514"/>
              <a:gd name="T51" fmla="*/ 2147483646 h 170"/>
              <a:gd name="T52" fmla="*/ 2147483646 w 514"/>
              <a:gd name="T53" fmla="*/ 2147483646 h 170"/>
              <a:gd name="T54" fmla="*/ 2147483646 w 514"/>
              <a:gd name="T55" fmla="*/ 2147483646 h 170"/>
              <a:gd name="T56" fmla="*/ 2147483646 w 514"/>
              <a:gd name="T57" fmla="*/ 2147483646 h 170"/>
              <a:gd name="T58" fmla="*/ 2147483646 w 514"/>
              <a:gd name="T59" fmla="*/ 2147483646 h 170"/>
              <a:gd name="T60" fmla="*/ 2147483646 w 514"/>
              <a:gd name="T61" fmla="*/ 2147483646 h 170"/>
              <a:gd name="T62" fmla="*/ 2147483646 w 514"/>
              <a:gd name="T63" fmla="*/ 2147483646 h 170"/>
              <a:gd name="T64" fmla="*/ 2147483646 w 514"/>
              <a:gd name="T65" fmla="*/ 2147483646 h 170"/>
              <a:gd name="T66" fmla="*/ 2147483646 w 514"/>
              <a:gd name="T67" fmla="*/ 2147483646 h 170"/>
              <a:gd name="T68" fmla="*/ 2147483646 w 514"/>
              <a:gd name="T69" fmla="*/ 2147483646 h 170"/>
              <a:gd name="T70" fmla="*/ 0 w 514"/>
              <a:gd name="T71" fmla="*/ 2147483646 h 170"/>
              <a:gd name="T72" fmla="*/ 0 w 514"/>
              <a:gd name="T73" fmla="*/ 0 h 1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514" h="170">
                <a:moveTo>
                  <a:pt x="0" y="0"/>
                </a:moveTo>
                <a:lnTo>
                  <a:pt x="93" y="7"/>
                </a:lnTo>
                <a:lnTo>
                  <a:pt x="186" y="25"/>
                </a:lnTo>
                <a:lnTo>
                  <a:pt x="276" y="45"/>
                </a:lnTo>
                <a:lnTo>
                  <a:pt x="279" y="45"/>
                </a:lnTo>
                <a:lnTo>
                  <a:pt x="362" y="77"/>
                </a:lnTo>
                <a:lnTo>
                  <a:pt x="441" y="115"/>
                </a:lnTo>
                <a:lnTo>
                  <a:pt x="514" y="163"/>
                </a:lnTo>
                <a:lnTo>
                  <a:pt x="510" y="170"/>
                </a:lnTo>
                <a:lnTo>
                  <a:pt x="438" y="121"/>
                </a:lnTo>
                <a:lnTo>
                  <a:pt x="359" y="83"/>
                </a:lnTo>
                <a:lnTo>
                  <a:pt x="276" y="52"/>
                </a:lnTo>
                <a:lnTo>
                  <a:pt x="186" y="32"/>
                </a:lnTo>
                <a:lnTo>
                  <a:pt x="93" y="14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4" name="Freeform 629"/>
          <p:cNvSpPr>
            <a:spLocks/>
          </p:cNvSpPr>
          <p:nvPr/>
        </p:nvSpPr>
        <p:spPr bwMode="auto">
          <a:xfrm>
            <a:off x="5670550" y="4379913"/>
            <a:ext cx="115888" cy="98425"/>
          </a:xfrm>
          <a:custGeom>
            <a:avLst/>
            <a:gdLst>
              <a:gd name="T0" fmla="*/ 2147483646 w 73"/>
              <a:gd name="T1" fmla="*/ 0 h 62"/>
              <a:gd name="T2" fmla="*/ 2147483646 w 73"/>
              <a:gd name="T3" fmla="*/ 2147483646 h 62"/>
              <a:gd name="T4" fmla="*/ 2147483646 w 73"/>
              <a:gd name="T5" fmla="*/ 2147483646 h 62"/>
              <a:gd name="T6" fmla="*/ 2147483646 w 73"/>
              <a:gd name="T7" fmla="*/ 2147483646 h 62"/>
              <a:gd name="T8" fmla="*/ 2147483646 w 73"/>
              <a:gd name="T9" fmla="*/ 2147483646 h 62"/>
              <a:gd name="T10" fmla="*/ 0 w 73"/>
              <a:gd name="T11" fmla="*/ 2147483646 h 62"/>
              <a:gd name="T12" fmla="*/ 2147483646 w 73"/>
              <a:gd name="T13" fmla="*/ 0 h 6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3" h="62">
                <a:moveTo>
                  <a:pt x="4" y="0"/>
                </a:moveTo>
                <a:lnTo>
                  <a:pt x="73" y="55"/>
                </a:lnTo>
                <a:lnTo>
                  <a:pt x="73" y="59"/>
                </a:lnTo>
                <a:lnTo>
                  <a:pt x="70" y="62"/>
                </a:lnTo>
                <a:lnTo>
                  <a:pt x="0" y="7"/>
                </a:lnTo>
                <a:lnTo>
                  <a:pt x="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5" name="Freeform 630"/>
          <p:cNvSpPr>
            <a:spLocks/>
          </p:cNvSpPr>
          <p:nvPr/>
        </p:nvSpPr>
        <p:spPr bwMode="auto">
          <a:xfrm>
            <a:off x="5880100" y="4576763"/>
            <a:ext cx="4763" cy="6350"/>
          </a:xfrm>
          <a:custGeom>
            <a:avLst/>
            <a:gdLst>
              <a:gd name="T0" fmla="*/ 2147483646 w 3"/>
              <a:gd name="T1" fmla="*/ 0 h 4"/>
              <a:gd name="T2" fmla="*/ 2147483646 w 3"/>
              <a:gd name="T3" fmla="*/ 0 h 4"/>
              <a:gd name="T4" fmla="*/ 0 w 3"/>
              <a:gd name="T5" fmla="*/ 2147483646 h 4"/>
              <a:gd name="T6" fmla="*/ 0 w 3"/>
              <a:gd name="T7" fmla="*/ 2147483646 h 4"/>
              <a:gd name="T8" fmla="*/ 2147483646 w 3"/>
              <a:gd name="T9" fmla="*/ 0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" h="4">
                <a:moveTo>
                  <a:pt x="3" y="0"/>
                </a:moveTo>
                <a:lnTo>
                  <a:pt x="3" y="0"/>
                </a:lnTo>
                <a:lnTo>
                  <a:pt x="0" y="4"/>
                </a:lnTo>
                <a:lnTo>
                  <a:pt x="3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6" name="Freeform 631"/>
          <p:cNvSpPr>
            <a:spLocks/>
          </p:cNvSpPr>
          <p:nvPr/>
        </p:nvSpPr>
        <p:spPr bwMode="auto">
          <a:xfrm>
            <a:off x="5781675" y="4473575"/>
            <a:ext cx="103188" cy="109538"/>
          </a:xfrm>
          <a:custGeom>
            <a:avLst/>
            <a:gdLst>
              <a:gd name="T0" fmla="*/ 2147483646 w 65"/>
              <a:gd name="T1" fmla="*/ 0 h 69"/>
              <a:gd name="T2" fmla="*/ 0 w 65"/>
              <a:gd name="T3" fmla="*/ 2147483646 h 69"/>
              <a:gd name="T4" fmla="*/ 2147483646 w 65"/>
              <a:gd name="T5" fmla="*/ 2147483646 h 69"/>
              <a:gd name="T6" fmla="*/ 2147483646 w 65"/>
              <a:gd name="T7" fmla="*/ 2147483646 h 69"/>
              <a:gd name="T8" fmla="*/ 2147483646 w 65"/>
              <a:gd name="T9" fmla="*/ 0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5" h="69">
                <a:moveTo>
                  <a:pt x="3" y="0"/>
                </a:moveTo>
                <a:lnTo>
                  <a:pt x="0" y="3"/>
                </a:lnTo>
                <a:lnTo>
                  <a:pt x="62" y="69"/>
                </a:lnTo>
                <a:lnTo>
                  <a:pt x="65" y="65"/>
                </a:lnTo>
                <a:lnTo>
                  <a:pt x="3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7" name="Rectangle 632"/>
          <p:cNvSpPr>
            <a:spLocks noChangeArrowheads="1"/>
          </p:cNvSpPr>
          <p:nvPr/>
        </p:nvSpPr>
        <p:spPr bwMode="auto">
          <a:xfrm>
            <a:off x="7375525" y="3140075"/>
            <a:ext cx="6350" cy="1111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68" name="Freeform 633"/>
          <p:cNvSpPr>
            <a:spLocks/>
          </p:cNvSpPr>
          <p:nvPr/>
        </p:nvSpPr>
        <p:spPr bwMode="auto">
          <a:xfrm>
            <a:off x="6481763" y="3095625"/>
            <a:ext cx="893762" cy="219075"/>
          </a:xfrm>
          <a:custGeom>
            <a:avLst/>
            <a:gdLst>
              <a:gd name="T0" fmla="*/ 2147483646 w 563"/>
              <a:gd name="T1" fmla="*/ 2147483646 h 138"/>
              <a:gd name="T2" fmla="*/ 2147483646 w 563"/>
              <a:gd name="T3" fmla="*/ 2147483646 h 138"/>
              <a:gd name="T4" fmla="*/ 2147483646 w 563"/>
              <a:gd name="T5" fmla="*/ 2147483646 h 138"/>
              <a:gd name="T6" fmla="*/ 2147483646 w 563"/>
              <a:gd name="T7" fmla="*/ 2147483646 h 138"/>
              <a:gd name="T8" fmla="*/ 2147483646 w 563"/>
              <a:gd name="T9" fmla="*/ 2147483646 h 138"/>
              <a:gd name="T10" fmla="*/ 2147483646 w 563"/>
              <a:gd name="T11" fmla="*/ 2147483646 h 138"/>
              <a:gd name="T12" fmla="*/ 2147483646 w 563"/>
              <a:gd name="T13" fmla="*/ 2147483646 h 138"/>
              <a:gd name="T14" fmla="*/ 2147483646 w 563"/>
              <a:gd name="T15" fmla="*/ 2147483646 h 138"/>
              <a:gd name="T16" fmla="*/ 2147483646 w 563"/>
              <a:gd name="T17" fmla="*/ 2147483646 h 138"/>
              <a:gd name="T18" fmla="*/ 2147483646 w 563"/>
              <a:gd name="T19" fmla="*/ 2147483646 h 138"/>
              <a:gd name="T20" fmla="*/ 2147483646 w 563"/>
              <a:gd name="T21" fmla="*/ 2147483646 h 138"/>
              <a:gd name="T22" fmla="*/ 2147483646 w 563"/>
              <a:gd name="T23" fmla="*/ 2147483646 h 138"/>
              <a:gd name="T24" fmla="*/ 2147483646 w 563"/>
              <a:gd name="T25" fmla="*/ 2147483646 h 138"/>
              <a:gd name="T26" fmla="*/ 2147483646 w 563"/>
              <a:gd name="T27" fmla="*/ 2147483646 h 138"/>
              <a:gd name="T28" fmla="*/ 2147483646 w 563"/>
              <a:gd name="T29" fmla="*/ 2147483646 h 138"/>
              <a:gd name="T30" fmla="*/ 2147483646 w 563"/>
              <a:gd name="T31" fmla="*/ 2147483646 h 138"/>
              <a:gd name="T32" fmla="*/ 2147483646 w 563"/>
              <a:gd name="T33" fmla="*/ 2147483646 h 138"/>
              <a:gd name="T34" fmla="*/ 2147483646 w 563"/>
              <a:gd name="T35" fmla="*/ 2147483646 h 138"/>
              <a:gd name="T36" fmla="*/ 0 w 563"/>
              <a:gd name="T37" fmla="*/ 2147483646 h 138"/>
              <a:gd name="T38" fmla="*/ 0 w 563"/>
              <a:gd name="T39" fmla="*/ 2147483646 h 138"/>
              <a:gd name="T40" fmla="*/ 2147483646 w 563"/>
              <a:gd name="T41" fmla="*/ 2147483646 h 138"/>
              <a:gd name="T42" fmla="*/ 2147483646 w 563"/>
              <a:gd name="T43" fmla="*/ 2147483646 h 138"/>
              <a:gd name="T44" fmla="*/ 2147483646 w 563"/>
              <a:gd name="T45" fmla="*/ 2147483646 h 138"/>
              <a:gd name="T46" fmla="*/ 2147483646 w 563"/>
              <a:gd name="T47" fmla="*/ 2147483646 h 138"/>
              <a:gd name="T48" fmla="*/ 2147483646 w 563"/>
              <a:gd name="T49" fmla="*/ 2147483646 h 138"/>
              <a:gd name="T50" fmla="*/ 2147483646 w 563"/>
              <a:gd name="T51" fmla="*/ 2147483646 h 138"/>
              <a:gd name="T52" fmla="*/ 2147483646 w 563"/>
              <a:gd name="T53" fmla="*/ 2147483646 h 138"/>
              <a:gd name="T54" fmla="*/ 2147483646 w 563"/>
              <a:gd name="T55" fmla="*/ 2147483646 h 138"/>
              <a:gd name="T56" fmla="*/ 2147483646 w 563"/>
              <a:gd name="T57" fmla="*/ 2147483646 h 138"/>
              <a:gd name="T58" fmla="*/ 2147483646 w 563"/>
              <a:gd name="T59" fmla="*/ 0 h 138"/>
              <a:gd name="T60" fmla="*/ 2147483646 w 563"/>
              <a:gd name="T61" fmla="*/ 0 h 138"/>
              <a:gd name="T62" fmla="*/ 2147483646 w 563"/>
              <a:gd name="T63" fmla="*/ 0 h 138"/>
              <a:gd name="T64" fmla="*/ 2147483646 w 563"/>
              <a:gd name="T65" fmla="*/ 2147483646 h 138"/>
              <a:gd name="T66" fmla="*/ 2147483646 w 563"/>
              <a:gd name="T67" fmla="*/ 2147483646 h 138"/>
              <a:gd name="T68" fmla="*/ 2147483646 w 563"/>
              <a:gd name="T69" fmla="*/ 2147483646 h 138"/>
              <a:gd name="T70" fmla="*/ 2147483646 w 563"/>
              <a:gd name="T71" fmla="*/ 2147483646 h 138"/>
              <a:gd name="T72" fmla="*/ 2147483646 w 563"/>
              <a:gd name="T73" fmla="*/ 2147483646 h 138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563" h="138">
                <a:moveTo>
                  <a:pt x="563" y="35"/>
                </a:moveTo>
                <a:lnTo>
                  <a:pt x="456" y="14"/>
                </a:lnTo>
                <a:lnTo>
                  <a:pt x="356" y="7"/>
                </a:lnTo>
                <a:lnTo>
                  <a:pt x="259" y="17"/>
                </a:lnTo>
                <a:lnTo>
                  <a:pt x="170" y="38"/>
                </a:lnTo>
                <a:lnTo>
                  <a:pt x="173" y="38"/>
                </a:lnTo>
                <a:lnTo>
                  <a:pt x="87" y="80"/>
                </a:lnTo>
                <a:lnTo>
                  <a:pt x="4" y="138"/>
                </a:lnTo>
                <a:lnTo>
                  <a:pt x="0" y="135"/>
                </a:lnTo>
                <a:lnTo>
                  <a:pt x="0" y="131"/>
                </a:lnTo>
                <a:lnTo>
                  <a:pt x="83" y="73"/>
                </a:lnTo>
                <a:lnTo>
                  <a:pt x="170" y="31"/>
                </a:lnTo>
                <a:lnTo>
                  <a:pt x="259" y="10"/>
                </a:lnTo>
                <a:lnTo>
                  <a:pt x="356" y="0"/>
                </a:lnTo>
                <a:lnTo>
                  <a:pt x="456" y="7"/>
                </a:lnTo>
                <a:lnTo>
                  <a:pt x="563" y="28"/>
                </a:lnTo>
                <a:lnTo>
                  <a:pt x="563" y="35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69" name="Freeform 634"/>
          <p:cNvSpPr>
            <a:spLocks/>
          </p:cNvSpPr>
          <p:nvPr/>
        </p:nvSpPr>
        <p:spPr bwMode="auto">
          <a:xfrm>
            <a:off x="6356350" y="3309938"/>
            <a:ext cx="131763" cy="120650"/>
          </a:xfrm>
          <a:custGeom>
            <a:avLst/>
            <a:gdLst>
              <a:gd name="T0" fmla="*/ 2147483646 w 83"/>
              <a:gd name="T1" fmla="*/ 2147483646 h 76"/>
              <a:gd name="T2" fmla="*/ 2147483646 w 83"/>
              <a:gd name="T3" fmla="*/ 2147483646 h 76"/>
              <a:gd name="T4" fmla="*/ 2147483646 w 83"/>
              <a:gd name="T5" fmla="*/ 2147483646 h 76"/>
              <a:gd name="T6" fmla="*/ 0 w 83"/>
              <a:gd name="T7" fmla="*/ 2147483646 h 76"/>
              <a:gd name="T8" fmla="*/ 2147483646 w 83"/>
              <a:gd name="T9" fmla="*/ 2147483646 h 76"/>
              <a:gd name="T10" fmla="*/ 2147483646 w 83"/>
              <a:gd name="T11" fmla="*/ 0 h 76"/>
              <a:gd name="T12" fmla="*/ 2147483646 w 83"/>
              <a:gd name="T13" fmla="*/ 2147483646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3" h="76">
                <a:moveTo>
                  <a:pt x="83" y="3"/>
                </a:moveTo>
                <a:lnTo>
                  <a:pt x="7" y="76"/>
                </a:lnTo>
                <a:lnTo>
                  <a:pt x="0" y="72"/>
                </a:lnTo>
                <a:lnTo>
                  <a:pt x="3" y="72"/>
                </a:lnTo>
                <a:lnTo>
                  <a:pt x="79" y="0"/>
                </a:lnTo>
                <a:lnTo>
                  <a:pt x="83" y="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0" name="Freeform 635"/>
          <p:cNvSpPr>
            <a:spLocks/>
          </p:cNvSpPr>
          <p:nvPr/>
        </p:nvSpPr>
        <p:spPr bwMode="auto">
          <a:xfrm>
            <a:off x="6246813" y="3567113"/>
            <a:ext cx="11112" cy="11112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0 w 7"/>
              <a:gd name="T5" fmla="*/ 2147483646 h 7"/>
              <a:gd name="T6" fmla="*/ 0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4"/>
                </a:moveTo>
                <a:lnTo>
                  <a:pt x="7" y="7"/>
                </a:lnTo>
                <a:lnTo>
                  <a:pt x="0" y="4"/>
                </a:lnTo>
                <a:lnTo>
                  <a:pt x="0" y="0"/>
                </a:lnTo>
                <a:lnTo>
                  <a:pt x="7" y="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1" name="Freeform 636"/>
          <p:cNvSpPr>
            <a:spLocks/>
          </p:cNvSpPr>
          <p:nvPr/>
        </p:nvSpPr>
        <p:spPr bwMode="auto">
          <a:xfrm>
            <a:off x="6246813" y="3424238"/>
            <a:ext cx="120650" cy="149225"/>
          </a:xfrm>
          <a:custGeom>
            <a:avLst/>
            <a:gdLst>
              <a:gd name="T0" fmla="*/ 2147483646 w 76"/>
              <a:gd name="T1" fmla="*/ 2147483646 h 94"/>
              <a:gd name="T2" fmla="*/ 2147483646 w 76"/>
              <a:gd name="T3" fmla="*/ 0 h 94"/>
              <a:gd name="T4" fmla="*/ 0 w 76"/>
              <a:gd name="T5" fmla="*/ 2147483646 h 94"/>
              <a:gd name="T6" fmla="*/ 2147483646 w 76"/>
              <a:gd name="T7" fmla="*/ 2147483646 h 94"/>
              <a:gd name="T8" fmla="*/ 2147483646 w 76"/>
              <a:gd name="T9" fmla="*/ 2147483646 h 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6" h="94">
                <a:moveTo>
                  <a:pt x="76" y="4"/>
                </a:moveTo>
                <a:lnTo>
                  <a:pt x="69" y="0"/>
                </a:lnTo>
                <a:lnTo>
                  <a:pt x="0" y="90"/>
                </a:lnTo>
                <a:lnTo>
                  <a:pt x="7" y="94"/>
                </a:lnTo>
                <a:lnTo>
                  <a:pt x="76" y="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2" name="Freeform 637"/>
          <p:cNvSpPr>
            <a:spLocks/>
          </p:cNvSpPr>
          <p:nvPr/>
        </p:nvSpPr>
        <p:spPr bwMode="auto">
          <a:xfrm>
            <a:off x="7002463" y="5000625"/>
            <a:ext cx="11112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2147483646 w 7"/>
              <a:gd name="T5" fmla="*/ 0 h 7"/>
              <a:gd name="T6" fmla="*/ 0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4" y="7"/>
                </a:moveTo>
                <a:lnTo>
                  <a:pt x="7" y="7"/>
                </a:lnTo>
                <a:lnTo>
                  <a:pt x="4" y="0"/>
                </a:lnTo>
                <a:lnTo>
                  <a:pt x="0" y="0"/>
                </a:lnTo>
                <a:lnTo>
                  <a:pt x="4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3" name="Freeform 638"/>
          <p:cNvSpPr>
            <a:spLocks/>
          </p:cNvSpPr>
          <p:nvPr/>
        </p:nvSpPr>
        <p:spPr bwMode="auto">
          <a:xfrm>
            <a:off x="5095875" y="4879975"/>
            <a:ext cx="1912938" cy="393700"/>
          </a:xfrm>
          <a:custGeom>
            <a:avLst/>
            <a:gdLst>
              <a:gd name="T0" fmla="*/ 2147483646 w 1205"/>
              <a:gd name="T1" fmla="*/ 2147483646 h 248"/>
              <a:gd name="T2" fmla="*/ 2147483646 w 1205"/>
              <a:gd name="T3" fmla="*/ 2147483646 h 248"/>
              <a:gd name="T4" fmla="*/ 2147483646 w 1205"/>
              <a:gd name="T5" fmla="*/ 2147483646 h 248"/>
              <a:gd name="T6" fmla="*/ 2147483646 w 1205"/>
              <a:gd name="T7" fmla="*/ 2147483646 h 248"/>
              <a:gd name="T8" fmla="*/ 2147483646 w 1205"/>
              <a:gd name="T9" fmla="*/ 2147483646 h 248"/>
              <a:gd name="T10" fmla="*/ 2147483646 w 1205"/>
              <a:gd name="T11" fmla="*/ 2147483646 h 248"/>
              <a:gd name="T12" fmla="*/ 2147483646 w 1205"/>
              <a:gd name="T13" fmla="*/ 2147483646 h 248"/>
              <a:gd name="T14" fmla="*/ 2147483646 w 1205"/>
              <a:gd name="T15" fmla="*/ 2147483646 h 248"/>
              <a:gd name="T16" fmla="*/ 2147483646 w 1205"/>
              <a:gd name="T17" fmla="*/ 2147483646 h 248"/>
              <a:gd name="T18" fmla="*/ 2147483646 w 1205"/>
              <a:gd name="T19" fmla="*/ 2147483646 h 248"/>
              <a:gd name="T20" fmla="*/ 2147483646 w 1205"/>
              <a:gd name="T21" fmla="*/ 2147483646 h 248"/>
              <a:gd name="T22" fmla="*/ 2147483646 w 1205"/>
              <a:gd name="T23" fmla="*/ 2147483646 h 248"/>
              <a:gd name="T24" fmla="*/ 2147483646 w 1205"/>
              <a:gd name="T25" fmla="*/ 2147483646 h 248"/>
              <a:gd name="T26" fmla="*/ 2147483646 w 1205"/>
              <a:gd name="T27" fmla="*/ 2147483646 h 248"/>
              <a:gd name="T28" fmla="*/ 2147483646 w 1205"/>
              <a:gd name="T29" fmla="*/ 2147483646 h 248"/>
              <a:gd name="T30" fmla="*/ 2147483646 w 1205"/>
              <a:gd name="T31" fmla="*/ 2147483646 h 248"/>
              <a:gd name="T32" fmla="*/ 2147483646 w 1205"/>
              <a:gd name="T33" fmla="*/ 2147483646 h 248"/>
              <a:gd name="T34" fmla="*/ 2147483646 w 1205"/>
              <a:gd name="T35" fmla="*/ 2147483646 h 248"/>
              <a:gd name="T36" fmla="*/ 2147483646 w 1205"/>
              <a:gd name="T37" fmla="*/ 2147483646 h 248"/>
              <a:gd name="T38" fmla="*/ 2147483646 w 1205"/>
              <a:gd name="T39" fmla="*/ 2147483646 h 248"/>
              <a:gd name="T40" fmla="*/ 0 w 1205"/>
              <a:gd name="T41" fmla="*/ 2147483646 h 248"/>
              <a:gd name="T42" fmla="*/ 2147483646 w 1205"/>
              <a:gd name="T43" fmla="*/ 0 h 248"/>
              <a:gd name="T44" fmla="*/ 2147483646 w 1205"/>
              <a:gd name="T45" fmla="*/ 2147483646 h 248"/>
              <a:gd name="T46" fmla="*/ 2147483646 w 1205"/>
              <a:gd name="T47" fmla="*/ 2147483646 h 248"/>
              <a:gd name="T48" fmla="*/ 2147483646 w 1205"/>
              <a:gd name="T49" fmla="*/ 2147483646 h 248"/>
              <a:gd name="T50" fmla="*/ 2147483646 w 1205"/>
              <a:gd name="T51" fmla="*/ 2147483646 h 248"/>
              <a:gd name="T52" fmla="*/ 2147483646 w 1205"/>
              <a:gd name="T53" fmla="*/ 2147483646 h 248"/>
              <a:gd name="T54" fmla="*/ 2147483646 w 1205"/>
              <a:gd name="T55" fmla="*/ 2147483646 h 248"/>
              <a:gd name="T56" fmla="*/ 2147483646 w 1205"/>
              <a:gd name="T57" fmla="*/ 2147483646 h 248"/>
              <a:gd name="T58" fmla="*/ 2147483646 w 1205"/>
              <a:gd name="T59" fmla="*/ 2147483646 h 248"/>
              <a:gd name="T60" fmla="*/ 2147483646 w 1205"/>
              <a:gd name="T61" fmla="*/ 2147483646 h 248"/>
              <a:gd name="T62" fmla="*/ 2147483646 w 1205"/>
              <a:gd name="T63" fmla="*/ 2147483646 h 248"/>
              <a:gd name="T64" fmla="*/ 2147483646 w 1205"/>
              <a:gd name="T65" fmla="*/ 2147483646 h 248"/>
              <a:gd name="T66" fmla="*/ 2147483646 w 1205"/>
              <a:gd name="T67" fmla="*/ 2147483646 h 248"/>
              <a:gd name="T68" fmla="*/ 2147483646 w 1205"/>
              <a:gd name="T69" fmla="*/ 2147483646 h 248"/>
              <a:gd name="T70" fmla="*/ 2147483646 w 1205"/>
              <a:gd name="T71" fmla="*/ 2147483646 h 248"/>
              <a:gd name="T72" fmla="*/ 2147483646 w 1205"/>
              <a:gd name="T73" fmla="*/ 2147483646 h 248"/>
              <a:gd name="T74" fmla="*/ 2147483646 w 1205"/>
              <a:gd name="T75" fmla="*/ 2147483646 h 248"/>
              <a:gd name="T76" fmla="*/ 2147483646 w 1205"/>
              <a:gd name="T77" fmla="*/ 2147483646 h 248"/>
              <a:gd name="T78" fmla="*/ 2147483646 w 1205"/>
              <a:gd name="T79" fmla="*/ 2147483646 h 248"/>
              <a:gd name="T80" fmla="*/ 2147483646 w 1205"/>
              <a:gd name="T81" fmla="*/ 2147483646 h 248"/>
              <a:gd name="T82" fmla="*/ 2147483646 w 1205"/>
              <a:gd name="T83" fmla="*/ 2147483646 h 24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1205" h="248">
                <a:moveTo>
                  <a:pt x="1205" y="83"/>
                </a:moveTo>
                <a:lnTo>
                  <a:pt x="1112" y="134"/>
                </a:lnTo>
                <a:lnTo>
                  <a:pt x="1015" y="176"/>
                </a:lnTo>
                <a:lnTo>
                  <a:pt x="922" y="207"/>
                </a:lnTo>
                <a:lnTo>
                  <a:pt x="918" y="207"/>
                </a:lnTo>
                <a:lnTo>
                  <a:pt x="825" y="228"/>
                </a:lnTo>
                <a:lnTo>
                  <a:pt x="732" y="242"/>
                </a:lnTo>
                <a:lnTo>
                  <a:pt x="642" y="248"/>
                </a:lnTo>
                <a:lnTo>
                  <a:pt x="552" y="245"/>
                </a:lnTo>
                <a:lnTo>
                  <a:pt x="463" y="231"/>
                </a:lnTo>
                <a:lnTo>
                  <a:pt x="376" y="214"/>
                </a:lnTo>
                <a:lnTo>
                  <a:pt x="293" y="186"/>
                </a:lnTo>
                <a:lnTo>
                  <a:pt x="214" y="152"/>
                </a:lnTo>
                <a:lnTo>
                  <a:pt x="138" y="110"/>
                </a:lnTo>
                <a:lnTo>
                  <a:pt x="69" y="62"/>
                </a:lnTo>
                <a:lnTo>
                  <a:pt x="0" y="6"/>
                </a:lnTo>
                <a:lnTo>
                  <a:pt x="3" y="3"/>
                </a:lnTo>
                <a:lnTo>
                  <a:pt x="3" y="0"/>
                </a:lnTo>
                <a:lnTo>
                  <a:pt x="73" y="55"/>
                </a:lnTo>
                <a:lnTo>
                  <a:pt x="142" y="103"/>
                </a:lnTo>
                <a:lnTo>
                  <a:pt x="217" y="145"/>
                </a:lnTo>
                <a:lnTo>
                  <a:pt x="297" y="179"/>
                </a:lnTo>
                <a:lnTo>
                  <a:pt x="380" y="207"/>
                </a:lnTo>
                <a:lnTo>
                  <a:pt x="376" y="207"/>
                </a:lnTo>
                <a:lnTo>
                  <a:pt x="463" y="224"/>
                </a:lnTo>
                <a:lnTo>
                  <a:pt x="552" y="238"/>
                </a:lnTo>
                <a:lnTo>
                  <a:pt x="642" y="242"/>
                </a:lnTo>
                <a:lnTo>
                  <a:pt x="732" y="235"/>
                </a:lnTo>
                <a:lnTo>
                  <a:pt x="825" y="221"/>
                </a:lnTo>
                <a:lnTo>
                  <a:pt x="918" y="200"/>
                </a:lnTo>
                <a:lnTo>
                  <a:pt x="1012" y="169"/>
                </a:lnTo>
                <a:lnTo>
                  <a:pt x="1108" y="127"/>
                </a:lnTo>
                <a:lnTo>
                  <a:pt x="1201" y="76"/>
                </a:lnTo>
                <a:lnTo>
                  <a:pt x="1205" y="8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4" name="Freeform 639"/>
          <p:cNvSpPr>
            <a:spLocks/>
          </p:cNvSpPr>
          <p:nvPr/>
        </p:nvSpPr>
        <p:spPr bwMode="auto">
          <a:xfrm>
            <a:off x="4991100" y="4791075"/>
            <a:ext cx="109538" cy="98425"/>
          </a:xfrm>
          <a:custGeom>
            <a:avLst/>
            <a:gdLst>
              <a:gd name="T0" fmla="*/ 2147483646 w 69"/>
              <a:gd name="T1" fmla="*/ 2147483646 h 62"/>
              <a:gd name="T2" fmla="*/ 2147483646 w 69"/>
              <a:gd name="T3" fmla="*/ 2147483646 h 62"/>
              <a:gd name="T4" fmla="*/ 0 w 69"/>
              <a:gd name="T5" fmla="*/ 2147483646 h 62"/>
              <a:gd name="T6" fmla="*/ 2147483646 w 69"/>
              <a:gd name="T7" fmla="*/ 0 h 62"/>
              <a:gd name="T8" fmla="*/ 2147483646 w 69"/>
              <a:gd name="T9" fmla="*/ 0 h 62"/>
              <a:gd name="T10" fmla="*/ 2147483646 w 69"/>
              <a:gd name="T11" fmla="*/ 2147483646 h 62"/>
              <a:gd name="T12" fmla="*/ 2147483646 w 69"/>
              <a:gd name="T13" fmla="*/ 2147483646 h 6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9" h="62">
                <a:moveTo>
                  <a:pt x="66" y="62"/>
                </a:moveTo>
                <a:lnTo>
                  <a:pt x="4" y="4"/>
                </a:lnTo>
                <a:lnTo>
                  <a:pt x="0" y="4"/>
                </a:lnTo>
                <a:lnTo>
                  <a:pt x="7" y="0"/>
                </a:lnTo>
                <a:lnTo>
                  <a:pt x="69" y="59"/>
                </a:lnTo>
                <a:lnTo>
                  <a:pt x="66" y="6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5" name="Freeform 640"/>
          <p:cNvSpPr>
            <a:spLocks/>
          </p:cNvSpPr>
          <p:nvPr/>
        </p:nvSpPr>
        <p:spPr bwMode="auto">
          <a:xfrm>
            <a:off x="4903788" y="4676775"/>
            <a:ext cx="11112" cy="11113"/>
          </a:xfrm>
          <a:custGeom>
            <a:avLst/>
            <a:gdLst>
              <a:gd name="T0" fmla="*/ 0 w 7"/>
              <a:gd name="T1" fmla="*/ 2147483646 h 7"/>
              <a:gd name="T2" fmla="*/ 0 w 7"/>
              <a:gd name="T3" fmla="*/ 2147483646 h 7"/>
              <a:gd name="T4" fmla="*/ 2147483646 w 7"/>
              <a:gd name="T5" fmla="*/ 0 h 7"/>
              <a:gd name="T6" fmla="*/ 2147483646 w 7"/>
              <a:gd name="T7" fmla="*/ 2147483646 h 7"/>
              <a:gd name="T8" fmla="*/ 0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0" y="7"/>
                </a:moveTo>
                <a:lnTo>
                  <a:pt x="0" y="3"/>
                </a:lnTo>
                <a:lnTo>
                  <a:pt x="7" y="0"/>
                </a:lnTo>
                <a:lnTo>
                  <a:pt x="7" y="3"/>
                </a:lnTo>
                <a:lnTo>
                  <a:pt x="0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6" name="Freeform 641"/>
          <p:cNvSpPr>
            <a:spLocks/>
          </p:cNvSpPr>
          <p:nvPr/>
        </p:nvSpPr>
        <p:spPr bwMode="auto">
          <a:xfrm>
            <a:off x="4903788" y="4681538"/>
            <a:ext cx="98425" cy="115887"/>
          </a:xfrm>
          <a:custGeom>
            <a:avLst/>
            <a:gdLst>
              <a:gd name="T0" fmla="*/ 2147483646 w 62"/>
              <a:gd name="T1" fmla="*/ 2147483646 h 73"/>
              <a:gd name="T2" fmla="*/ 2147483646 w 62"/>
              <a:gd name="T3" fmla="*/ 2147483646 h 73"/>
              <a:gd name="T4" fmla="*/ 2147483646 w 62"/>
              <a:gd name="T5" fmla="*/ 0 h 73"/>
              <a:gd name="T6" fmla="*/ 0 w 62"/>
              <a:gd name="T7" fmla="*/ 2147483646 h 73"/>
              <a:gd name="T8" fmla="*/ 2147483646 w 62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2" h="73">
                <a:moveTo>
                  <a:pt x="55" y="73"/>
                </a:moveTo>
                <a:lnTo>
                  <a:pt x="62" y="69"/>
                </a:lnTo>
                <a:lnTo>
                  <a:pt x="7" y="0"/>
                </a:lnTo>
                <a:lnTo>
                  <a:pt x="0" y="4"/>
                </a:lnTo>
                <a:lnTo>
                  <a:pt x="55" y="7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7" name="Freeform 642"/>
          <p:cNvSpPr>
            <a:spLocks/>
          </p:cNvSpPr>
          <p:nvPr/>
        </p:nvSpPr>
        <p:spPr bwMode="auto">
          <a:xfrm>
            <a:off x="4854575" y="4127500"/>
            <a:ext cx="11113" cy="11113"/>
          </a:xfrm>
          <a:custGeom>
            <a:avLst/>
            <a:gdLst>
              <a:gd name="T0" fmla="*/ 0 w 7"/>
              <a:gd name="T1" fmla="*/ 0 h 7"/>
              <a:gd name="T2" fmla="*/ 0 w 7"/>
              <a:gd name="T3" fmla="*/ 2147483646 h 7"/>
              <a:gd name="T4" fmla="*/ 2147483646 w 7"/>
              <a:gd name="T5" fmla="*/ 2147483646 h 7"/>
              <a:gd name="T6" fmla="*/ 2147483646 w 7"/>
              <a:gd name="T7" fmla="*/ 2147483646 h 7"/>
              <a:gd name="T8" fmla="*/ 0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0" y="0"/>
                </a:moveTo>
                <a:lnTo>
                  <a:pt x="0" y="3"/>
                </a:lnTo>
                <a:lnTo>
                  <a:pt x="7" y="7"/>
                </a:lnTo>
                <a:lnTo>
                  <a:pt x="7" y="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8" name="Freeform 643"/>
          <p:cNvSpPr>
            <a:spLocks/>
          </p:cNvSpPr>
          <p:nvPr/>
        </p:nvSpPr>
        <p:spPr bwMode="auto">
          <a:xfrm>
            <a:off x="4854575" y="2887663"/>
            <a:ext cx="2257425" cy="1244600"/>
          </a:xfrm>
          <a:custGeom>
            <a:avLst/>
            <a:gdLst>
              <a:gd name="T0" fmla="*/ 2147483646 w 1422"/>
              <a:gd name="T1" fmla="*/ 2147483646 h 784"/>
              <a:gd name="T2" fmla="*/ 2147483646 w 1422"/>
              <a:gd name="T3" fmla="*/ 2147483646 h 784"/>
              <a:gd name="T4" fmla="*/ 2147483646 w 1422"/>
              <a:gd name="T5" fmla="*/ 2147483646 h 784"/>
              <a:gd name="T6" fmla="*/ 2147483646 w 1422"/>
              <a:gd name="T7" fmla="*/ 2147483646 h 784"/>
              <a:gd name="T8" fmla="*/ 2147483646 w 1422"/>
              <a:gd name="T9" fmla="*/ 2147483646 h 784"/>
              <a:gd name="T10" fmla="*/ 2147483646 w 1422"/>
              <a:gd name="T11" fmla="*/ 2147483646 h 784"/>
              <a:gd name="T12" fmla="*/ 2147483646 w 1422"/>
              <a:gd name="T13" fmla="*/ 2147483646 h 784"/>
              <a:gd name="T14" fmla="*/ 2147483646 w 1422"/>
              <a:gd name="T15" fmla="*/ 2147483646 h 784"/>
              <a:gd name="T16" fmla="*/ 2147483646 w 1422"/>
              <a:gd name="T17" fmla="*/ 2147483646 h 784"/>
              <a:gd name="T18" fmla="*/ 2147483646 w 1422"/>
              <a:gd name="T19" fmla="*/ 2147483646 h 784"/>
              <a:gd name="T20" fmla="*/ 2147483646 w 1422"/>
              <a:gd name="T21" fmla="*/ 2147483646 h 784"/>
              <a:gd name="T22" fmla="*/ 2147483646 w 1422"/>
              <a:gd name="T23" fmla="*/ 2147483646 h 784"/>
              <a:gd name="T24" fmla="*/ 2147483646 w 1422"/>
              <a:gd name="T25" fmla="*/ 2147483646 h 784"/>
              <a:gd name="T26" fmla="*/ 2147483646 w 1422"/>
              <a:gd name="T27" fmla="*/ 2147483646 h 784"/>
              <a:gd name="T28" fmla="*/ 2147483646 w 1422"/>
              <a:gd name="T29" fmla="*/ 2147483646 h 784"/>
              <a:gd name="T30" fmla="*/ 2147483646 w 1422"/>
              <a:gd name="T31" fmla="*/ 0 h 784"/>
              <a:gd name="T32" fmla="*/ 2147483646 w 1422"/>
              <a:gd name="T33" fmla="*/ 0 h 784"/>
              <a:gd name="T34" fmla="*/ 2147483646 w 1422"/>
              <a:gd name="T35" fmla="*/ 2147483646 h 784"/>
              <a:gd name="T36" fmla="*/ 2147483646 w 1422"/>
              <a:gd name="T37" fmla="*/ 2147483646 h 784"/>
              <a:gd name="T38" fmla="*/ 2147483646 w 1422"/>
              <a:gd name="T39" fmla="*/ 2147483646 h 784"/>
              <a:gd name="T40" fmla="*/ 2147483646 w 1422"/>
              <a:gd name="T41" fmla="*/ 2147483646 h 784"/>
              <a:gd name="T42" fmla="*/ 2147483646 w 1422"/>
              <a:gd name="T43" fmla="*/ 2147483646 h 784"/>
              <a:gd name="T44" fmla="*/ 2147483646 w 1422"/>
              <a:gd name="T45" fmla="*/ 2147483646 h 784"/>
              <a:gd name="T46" fmla="*/ 2147483646 w 1422"/>
              <a:gd name="T47" fmla="*/ 2147483646 h 784"/>
              <a:gd name="T48" fmla="*/ 2147483646 w 1422"/>
              <a:gd name="T49" fmla="*/ 2147483646 h 784"/>
              <a:gd name="T50" fmla="*/ 2147483646 w 1422"/>
              <a:gd name="T51" fmla="*/ 2147483646 h 784"/>
              <a:gd name="T52" fmla="*/ 2147483646 w 1422"/>
              <a:gd name="T53" fmla="*/ 2147483646 h 784"/>
              <a:gd name="T54" fmla="*/ 2147483646 w 1422"/>
              <a:gd name="T55" fmla="*/ 2147483646 h 784"/>
              <a:gd name="T56" fmla="*/ 2147483646 w 1422"/>
              <a:gd name="T57" fmla="*/ 2147483646 h 784"/>
              <a:gd name="T58" fmla="*/ 2147483646 w 1422"/>
              <a:gd name="T59" fmla="*/ 2147483646 h 784"/>
              <a:gd name="T60" fmla="*/ 2147483646 w 1422"/>
              <a:gd name="T61" fmla="*/ 2147483646 h 784"/>
              <a:gd name="T62" fmla="*/ 2147483646 w 1422"/>
              <a:gd name="T63" fmla="*/ 2147483646 h 784"/>
              <a:gd name="T64" fmla="*/ 2147483646 w 1422"/>
              <a:gd name="T65" fmla="*/ 2147483646 h 784"/>
              <a:gd name="T66" fmla="*/ 2147483646 w 1422"/>
              <a:gd name="T67" fmla="*/ 2147483646 h 784"/>
              <a:gd name="T68" fmla="*/ 2147483646 w 1422"/>
              <a:gd name="T69" fmla="*/ 2147483646 h 784"/>
              <a:gd name="T70" fmla="*/ 2147483646 w 1422"/>
              <a:gd name="T71" fmla="*/ 2147483646 h 784"/>
              <a:gd name="T72" fmla="*/ 2147483646 w 1422"/>
              <a:gd name="T73" fmla="*/ 2147483646 h 784"/>
              <a:gd name="T74" fmla="*/ 2147483646 w 1422"/>
              <a:gd name="T75" fmla="*/ 2147483646 h 784"/>
              <a:gd name="T76" fmla="*/ 2147483646 w 1422"/>
              <a:gd name="T77" fmla="*/ 2147483646 h 784"/>
              <a:gd name="T78" fmla="*/ 2147483646 w 1422"/>
              <a:gd name="T79" fmla="*/ 2147483646 h 784"/>
              <a:gd name="T80" fmla="*/ 2147483646 w 1422"/>
              <a:gd name="T81" fmla="*/ 2147483646 h 784"/>
              <a:gd name="T82" fmla="*/ 2147483646 w 1422"/>
              <a:gd name="T83" fmla="*/ 2147483646 h 78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1422" h="784">
                <a:moveTo>
                  <a:pt x="0" y="781"/>
                </a:moveTo>
                <a:lnTo>
                  <a:pt x="52" y="639"/>
                </a:lnTo>
                <a:lnTo>
                  <a:pt x="121" y="515"/>
                </a:lnTo>
                <a:lnTo>
                  <a:pt x="200" y="404"/>
                </a:lnTo>
                <a:lnTo>
                  <a:pt x="204" y="404"/>
                </a:lnTo>
                <a:lnTo>
                  <a:pt x="297" y="304"/>
                </a:lnTo>
                <a:lnTo>
                  <a:pt x="297" y="300"/>
                </a:lnTo>
                <a:lnTo>
                  <a:pt x="401" y="217"/>
                </a:lnTo>
                <a:lnTo>
                  <a:pt x="508" y="148"/>
                </a:lnTo>
                <a:lnTo>
                  <a:pt x="622" y="93"/>
                </a:lnTo>
                <a:lnTo>
                  <a:pt x="742" y="52"/>
                </a:lnTo>
                <a:lnTo>
                  <a:pt x="860" y="20"/>
                </a:lnTo>
                <a:lnTo>
                  <a:pt x="981" y="3"/>
                </a:lnTo>
                <a:lnTo>
                  <a:pt x="1098" y="0"/>
                </a:lnTo>
                <a:lnTo>
                  <a:pt x="1212" y="10"/>
                </a:lnTo>
                <a:lnTo>
                  <a:pt x="1319" y="31"/>
                </a:lnTo>
                <a:lnTo>
                  <a:pt x="1322" y="31"/>
                </a:lnTo>
                <a:lnTo>
                  <a:pt x="1422" y="62"/>
                </a:lnTo>
                <a:lnTo>
                  <a:pt x="1419" y="69"/>
                </a:lnTo>
                <a:lnTo>
                  <a:pt x="1319" y="38"/>
                </a:lnTo>
                <a:lnTo>
                  <a:pt x="1212" y="17"/>
                </a:lnTo>
                <a:lnTo>
                  <a:pt x="1098" y="7"/>
                </a:lnTo>
                <a:lnTo>
                  <a:pt x="981" y="10"/>
                </a:lnTo>
                <a:lnTo>
                  <a:pt x="860" y="27"/>
                </a:lnTo>
                <a:lnTo>
                  <a:pt x="863" y="27"/>
                </a:lnTo>
                <a:lnTo>
                  <a:pt x="746" y="58"/>
                </a:lnTo>
                <a:lnTo>
                  <a:pt x="625" y="100"/>
                </a:lnTo>
                <a:lnTo>
                  <a:pt x="511" y="155"/>
                </a:lnTo>
                <a:lnTo>
                  <a:pt x="404" y="224"/>
                </a:lnTo>
                <a:lnTo>
                  <a:pt x="300" y="307"/>
                </a:lnTo>
                <a:lnTo>
                  <a:pt x="207" y="408"/>
                </a:lnTo>
                <a:lnTo>
                  <a:pt x="128" y="518"/>
                </a:lnTo>
                <a:lnTo>
                  <a:pt x="59" y="643"/>
                </a:lnTo>
                <a:lnTo>
                  <a:pt x="7" y="784"/>
                </a:lnTo>
                <a:lnTo>
                  <a:pt x="0" y="78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79" name="Freeform 644"/>
          <p:cNvSpPr>
            <a:spLocks/>
          </p:cNvSpPr>
          <p:nvPr/>
        </p:nvSpPr>
        <p:spPr bwMode="auto">
          <a:xfrm>
            <a:off x="7107238" y="2986088"/>
            <a:ext cx="147637" cy="82550"/>
          </a:xfrm>
          <a:custGeom>
            <a:avLst/>
            <a:gdLst>
              <a:gd name="T0" fmla="*/ 2147483646 w 93"/>
              <a:gd name="T1" fmla="*/ 0 h 52"/>
              <a:gd name="T2" fmla="*/ 2147483646 w 93"/>
              <a:gd name="T3" fmla="*/ 2147483646 h 52"/>
              <a:gd name="T4" fmla="*/ 2147483646 w 93"/>
              <a:gd name="T5" fmla="*/ 2147483646 h 52"/>
              <a:gd name="T6" fmla="*/ 2147483646 w 93"/>
              <a:gd name="T7" fmla="*/ 2147483646 h 52"/>
              <a:gd name="T8" fmla="*/ 2147483646 w 93"/>
              <a:gd name="T9" fmla="*/ 2147483646 h 52"/>
              <a:gd name="T10" fmla="*/ 0 w 93"/>
              <a:gd name="T11" fmla="*/ 2147483646 h 52"/>
              <a:gd name="T12" fmla="*/ 2147483646 w 93"/>
              <a:gd name="T13" fmla="*/ 0 h 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3" h="52">
                <a:moveTo>
                  <a:pt x="3" y="0"/>
                </a:moveTo>
                <a:lnTo>
                  <a:pt x="93" y="45"/>
                </a:lnTo>
                <a:lnTo>
                  <a:pt x="90" y="52"/>
                </a:lnTo>
                <a:lnTo>
                  <a:pt x="0" y="7"/>
                </a:lnTo>
                <a:lnTo>
                  <a:pt x="3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0" name="Freeform 645"/>
          <p:cNvSpPr>
            <a:spLocks/>
          </p:cNvSpPr>
          <p:nvPr/>
        </p:nvSpPr>
        <p:spPr bwMode="auto">
          <a:xfrm>
            <a:off x="7375525" y="3140075"/>
            <a:ext cx="11113" cy="11113"/>
          </a:xfrm>
          <a:custGeom>
            <a:avLst/>
            <a:gdLst>
              <a:gd name="T0" fmla="*/ 2147483646 w 7"/>
              <a:gd name="T1" fmla="*/ 0 h 7"/>
              <a:gd name="T2" fmla="*/ 2147483646 w 7"/>
              <a:gd name="T3" fmla="*/ 0 h 7"/>
              <a:gd name="T4" fmla="*/ 2147483646 w 7"/>
              <a:gd name="T5" fmla="*/ 2147483646 h 7"/>
              <a:gd name="T6" fmla="*/ 0 w 7"/>
              <a:gd name="T7" fmla="*/ 2147483646 h 7"/>
              <a:gd name="T8" fmla="*/ 2147483646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4" y="0"/>
                </a:moveTo>
                <a:lnTo>
                  <a:pt x="7" y="0"/>
                </a:lnTo>
                <a:lnTo>
                  <a:pt x="4" y="7"/>
                </a:lnTo>
                <a:lnTo>
                  <a:pt x="0" y="7"/>
                </a:lnTo>
                <a:lnTo>
                  <a:pt x="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1" name="Freeform 646"/>
          <p:cNvSpPr>
            <a:spLocks/>
          </p:cNvSpPr>
          <p:nvPr/>
        </p:nvSpPr>
        <p:spPr bwMode="auto">
          <a:xfrm>
            <a:off x="7250113" y="3057525"/>
            <a:ext cx="131762" cy="93663"/>
          </a:xfrm>
          <a:custGeom>
            <a:avLst/>
            <a:gdLst>
              <a:gd name="T0" fmla="*/ 2147483646 w 83"/>
              <a:gd name="T1" fmla="*/ 0 h 59"/>
              <a:gd name="T2" fmla="*/ 0 w 83"/>
              <a:gd name="T3" fmla="*/ 2147483646 h 59"/>
              <a:gd name="T4" fmla="*/ 2147483646 w 83"/>
              <a:gd name="T5" fmla="*/ 2147483646 h 59"/>
              <a:gd name="T6" fmla="*/ 2147483646 w 83"/>
              <a:gd name="T7" fmla="*/ 2147483646 h 59"/>
              <a:gd name="T8" fmla="*/ 2147483646 w 83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3" h="59">
                <a:moveTo>
                  <a:pt x="3" y="0"/>
                </a:moveTo>
                <a:lnTo>
                  <a:pt x="0" y="7"/>
                </a:lnTo>
                <a:lnTo>
                  <a:pt x="79" y="59"/>
                </a:lnTo>
                <a:lnTo>
                  <a:pt x="83" y="52"/>
                </a:lnTo>
                <a:lnTo>
                  <a:pt x="3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2" name="Freeform 647"/>
          <p:cNvSpPr>
            <a:spLocks/>
          </p:cNvSpPr>
          <p:nvPr/>
        </p:nvSpPr>
        <p:spPr bwMode="auto">
          <a:xfrm>
            <a:off x="7370763" y="3140075"/>
            <a:ext cx="11112" cy="11113"/>
          </a:xfrm>
          <a:custGeom>
            <a:avLst/>
            <a:gdLst>
              <a:gd name="T0" fmla="*/ 2147483646 w 7"/>
              <a:gd name="T1" fmla="*/ 0 h 7"/>
              <a:gd name="T2" fmla="*/ 2147483646 w 7"/>
              <a:gd name="T3" fmla="*/ 0 h 7"/>
              <a:gd name="T4" fmla="*/ 0 w 7"/>
              <a:gd name="T5" fmla="*/ 2147483646 h 7"/>
              <a:gd name="T6" fmla="*/ 2147483646 w 7"/>
              <a:gd name="T7" fmla="*/ 2147483646 h 7"/>
              <a:gd name="T8" fmla="*/ 2147483646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0"/>
                </a:moveTo>
                <a:lnTo>
                  <a:pt x="3" y="0"/>
                </a:lnTo>
                <a:lnTo>
                  <a:pt x="0" y="7"/>
                </a:lnTo>
                <a:lnTo>
                  <a:pt x="3" y="7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3" name="Freeform 648"/>
          <p:cNvSpPr>
            <a:spLocks/>
          </p:cNvSpPr>
          <p:nvPr/>
        </p:nvSpPr>
        <p:spPr bwMode="auto">
          <a:xfrm>
            <a:off x="7292975" y="3140075"/>
            <a:ext cx="488950" cy="1771650"/>
          </a:xfrm>
          <a:custGeom>
            <a:avLst/>
            <a:gdLst>
              <a:gd name="T0" fmla="*/ 2147483646 w 308"/>
              <a:gd name="T1" fmla="*/ 2147483646 h 1116"/>
              <a:gd name="T2" fmla="*/ 2147483646 w 308"/>
              <a:gd name="T3" fmla="*/ 2147483646 h 1116"/>
              <a:gd name="T4" fmla="*/ 2147483646 w 308"/>
              <a:gd name="T5" fmla="*/ 2147483646 h 1116"/>
              <a:gd name="T6" fmla="*/ 2147483646 w 308"/>
              <a:gd name="T7" fmla="*/ 2147483646 h 1116"/>
              <a:gd name="T8" fmla="*/ 2147483646 w 308"/>
              <a:gd name="T9" fmla="*/ 2147483646 h 1116"/>
              <a:gd name="T10" fmla="*/ 2147483646 w 308"/>
              <a:gd name="T11" fmla="*/ 2147483646 h 1116"/>
              <a:gd name="T12" fmla="*/ 2147483646 w 308"/>
              <a:gd name="T13" fmla="*/ 2147483646 h 1116"/>
              <a:gd name="T14" fmla="*/ 2147483646 w 308"/>
              <a:gd name="T15" fmla="*/ 2147483646 h 1116"/>
              <a:gd name="T16" fmla="*/ 2147483646 w 308"/>
              <a:gd name="T17" fmla="*/ 2147483646 h 1116"/>
              <a:gd name="T18" fmla="*/ 2147483646 w 308"/>
              <a:gd name="T19" fmla="*/ 2147483646 h 1116"/>
              <a:gd name="T20" fmla="*/ 2147483646 w 308"/>
              <a:gd name="T21" fmla="*/ 2147483646 h 1116"/>
              <a:gd name="T22" fmla="*/ 2147483646 w 308"/>
              <a:gd name="T23" fmla="*/ 2147483646 h 1116"/>
              <a:gd name="T24" fmla="*/ 2147483646 w 308"/>
              <a:gd name="T25" fmla="*/ 2147483646 h 1116"/>
              <a:gd name="T26" fmla="*/ 2147483646 w 308"/>
              <a:gd name="T27" fmla="*/ 2147483646 h 1116"/>
              <a:gd name="T28" fmla="*/ 2147483646 w 308"/>
              <a:gd name="T29" fmla="*/ 2147483646 h 1116"/>
              <a:gd name="T30" fmla="*/ 2147483646 w 308"/>
              <a:gd name="T31" fmla="*/ 2147483646 h 1116"/>
              <a:gd name="T32" fmla="*/ 2147483646 w 308"/>
              <a:gd name="T33" fmla="*/ 2147483646 h 1116"/>
              <a:gd name="T34" fmla="*/ 2147483646 w 308"/>
              <a:gd name="T35" fmla="*/ 2147483646 h 1116"/>
              <a:gd name="T36" fmla="*/ 2147483646 w 308"/>
              <a:gd name="T37" fmla="*/ 2147483646 h 1116"/>
              <a:gd name="T38" fmla="*/ 2147483646 w 308"/>
              <a:gd name="T39" fmla="*/ 2147483646 h 1116"/>
              <a:gd name="T40" fmla="*/ 2147483646 w 308"/>
              <a:gd name="T41" fmla="*/ 2147483646 h 1116"/>
              <a:gd name="T42" fmla="*/ 0 w 308"/>
              <a:gd name="T43" fmla="*/ 2147483646 h 1116"/>
              <a:gd name="T44" fmla="*/ 2147483646 w 308"/>
              <a:gd name="T45" fmla="*/ 2147483646 h 1116"/>
              <a:gd name="T46" fmla="*/ 2147483646 w 308"/>
              <a:gd name="T47" fmla="*/ 2147483646 h 1116"/>
              <a:gd name="T48" fmla="*/ 2147483646 w 308"/>
              <a:gd name="T49" fmla="*/ 2147483646 h 1116"/>
              <a:gd name="T50" fmla="*/ 2147483646 w 308"/>
              <a:gd name="T51" fmla="*/ 2147483646 h 1116"/>
              <a:gd name="T52" fmla="*/ 2147483646 w 308"/>
              <a:gd name="T53" fmla="*/ 2147483646 h 1116"/>
              <a:gd name="T54" fmla="*/ 2147483646 w 308"/>
              <a:gd name="T55" fmla="*/ 2147483646 h 1116"/>
              <a:gd name="T56" fmla="*/ 2147483646 w 308"/>
              <a:gd name="T57" fmla="*/ 2147483646 h 1116"/>
              <a:gd name="T58" fmla="*/ 2147483646 w 308"/>
              <a:gd name="T59" fmla="*/ 2147483646 h 1116"/>
              <a:gd name="T60" fmla="*/ 2147483646 w 308"/>
              <a:gd name="T61" fmla="*/ 2147483646 h 1116"/>
              <a:gd name="T62" fmla="*/ 2147483646 w 308"/>
              <a:gd name="T63" fmla="*/ 2147483646 h 1116"/>
              <a:gd name="T64" fmla="*/ 2147483646 w 308"/>
              <a:gd name="T65" fmla="*/ 2147483646 h 1116"/>
              <a:gd name="T66" fmla="*/ 2147483646 w 308"/>
              <a:gd name="T67" fmla="*/ 2147483646 h 1116"/>
              <a:gd name="T68" fmla="*/ 2147483646 w 308"/>
              <a:gd name="T69" fmla="*/ 2147483646 h 1116"/>
              <a:gd name="T70" fmla="*/ 2147483646 w 308"/>
              <a:gd name="T71" fmla="*/ 2147483646 h 1116"/>
              <a:gd name="T72" fmla="*/ 2147483646 w 308"/>
              <a:gd name="T73" fmla="*/ 2147483646 h 1116"/>
              <a:gd name="T74" fmla="*/ 2147483646 w 308"/>
              <a:gd name="T75" fmla="*/ 2147483646 h 1116"/>
              <a:gd name="T76" fmla="*/ 2147483646 w 308"/>
              <a:gd name="T77" fmla="*/ 2147483646 h 1116"/>
              <a:gd name="T78" fmla="*/ 2147483646 w 308"/>
              <a:gd name="T79" fmla="*/ 2147483646 h 1116"/>
              <a:gd name="T80" fmla="*/ 2147483646 w 308"/>
              <a:gd name="T81" fmla="*/ 2147483646 h 1116"/>
              <a:gd name="T82" fmla="*/ 2147483646 w 308"/>
              <a:gd name="T83" fmla="*/ 2147483646 h 111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08" h="1116">
                <a:moveTo>
                  <a:pt x="56" y="0"/>
                </a:moveTo>
                <a:lnTo>
                  <a:pt x="125" y="52"/>
                </a:lnTo>
                <a:lnTo>
                  <a:pt x="125" y="55"/>
                </a:lnTo>
                <a:lnTo>
                  <a:pt x="187" y="117"/>
                </a:lnTo>
                <a:lnTo>
                  <a:pt x="232" y="190"/>
                </a:lnTo>
                <a:lnTo>
                  <a:pt x="270" y="269"/>
                </a:lnTo>
                <a:lnTo>
                  <a:pt x="294" y="359"/>
                </a:lnTo>
                <a:lnTo>
                  <a:pt x="308" y="453"/>
                </a:lnTo>
                <a:lnTo>
                  <a:pt x="308" y="549"/>
                </a:lnTo>
                <a:lnTo>
                  <a:pt x="297" y="643"/>
                </a:lnTo>
                <a:lnTo>
                  <a:pt x="277" y="739"/>
                </a:lnTo>
                <a:lnTo>
                  <a:pt x="277" y="743"/>
                </a:lnTo>
                <a:lnTo>
                  <a:pt x="245" y="833"/>
                </a:lnTo>
                <a:lnTo>
                  <a:pt x="201" y="916"/>
                </a:lnTo>
                <a:lnTo>
                  <a:pt x="145" y="995"/>
                </a:lnTo>
                <a:lnTo>
                  <a:pt x="80" y="1061"/>
                </a:lnTo>
                <a:lnTo>
                  <a:pt x="4" y="1116"/>
                </a:lnTo>
                <a:lnTo>
                  <a:pt x="0" y="1109"/>
                </a:lnTo>
                <a:lnTo>
                  <a:pt x="76" y="1054"/>
                </a:lnTo>
                <a:lnTo>
                  <a:pt x="76" y="1058"/>
                </a:lnTo>
                <a:lnTo>
                  <a:pt x="142" y="992"/>
                </a:lnTo>
                <a:lnTo>
                  <a:pt x="138" y="992"/>
                </a:lnTo>
                <a:lnTo>
                  <a:pt x="194" y="912"/>
                </a:lnTo>
                <a:lnTo>
                  <a:pt x="239" y="829"/>
                </a:lnTo>
                <a:lnTo>
                  <a:pt x="270" y="739"/>
                </a:lnTo>
                <a:lnTo>
                  <a:pt x="290" y="643"/>
                </a:lnTo>
                <a:lnTo>
                  <a:pt x="301" y="549"/>
                </a:lnTo>
                <a:lnTo>
                  <a:pt x="301" y="453"/>
                </a:lnTo>
                <a:lnTo>
                  <a:pt x="287" y="359"/>
                </a:lnTo>
                <a:lnTo>
                  <a:pt x="287" y="363"/>
                </a:lnTo>
                <a:lnTo>
                  <a:pt x="263" y="273"/>
                </a:lnTo>
                <a:lnTo>
                  <a:pt x="225" y="193"/>
                </a:lnTo>
                <a:lnTo>
                  <a:pt x="180" y="121"/>
                </a:lnTo>
                <a:lnTo>
                  <a:pt x="183" y="121"/>
                </a:lnTo>
                <a:lnTo>
                  <a:pt x="121" y="58"/>
                </a:lnTo>
                <a:lnTo>
                  <a:pt x="52" y="7"/>
                </a:lnTo>
                <a:lnTo>
                  <a:pt x="56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4" name="Freeform 649"/>
          <p:cNvSpPr>
            <a:spLocks/>
          </p:cNvSpPr>
          <p:nvPr/>
        </p:nvSpPr>
        <p:spPr bwMode="auto">
          <a:xfrm>
            <a:off x="7156450" y="4900613"/>
            <a:ext cx="142875" cy="71437"/>
          </a:xfrm>
          <a:custGeom>
            <a:avLst/>
            <a:gdLst>
              <a:gd name="T0" fmla="*/ 2147483646 w 90"/>
              <a:gd name="T1" fmla="*/ 2147483646 h 45"/>
              <a:gd name="T2" fmla="*/ 2147483646 w 90"/>
              <a:gd name="T3" fmla="*/ 2147483646 h 45"/>
              <a:gd name="T4" fmla="*/ 0 w 90"/>
              <a:gd name="T5" fmla="*/ 2147483646 h 45"/>
              <a:gd name="T6" fmla="*/ 0 w 90"/>
              <a:gd name="T7" fmla="*/ 2147483646 h 45"/>
              <a:gd name="T8" fmla="*/ 0 w 90"/>
              <a:gd name="T9" fmla="*/ 2147483646 h 45"/>
              <a:gd name="T10" fmla="*/ 2147483646 w 90"/>
              <a:gd name="T11" fmla="*/ 0 h 45"/>
              <a:gd name="T12" fmla="*/ 2147483646 w 90"/>
              <a:gd name="T13" fmla="*/ 2147483646 h 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45">
                <a:moveTo>
                  <a:pt x="90" y="7"/>
                </a:moveTo>
                <a:lnTo>
                  <a:pt x="3" y="45"/>
                </a:lnTo>
                <a:lnTo>
                  <a:pt x="0" y="45"/>
                </a:lnTo>
                <a:lnTo>
                  <a:pt x="0" y="38"/>
                </a:lnTo>
                <a:lnTo>
                  <a:pt x="86" y="0"/>
                </a:lnTo>
                <a:lnTo>
                  <a:pt x="90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5" name="Rectangle 650"/>
          <p:cNvSpPr>
            <a:spLocks noChangeArrowheads="1"/>
          </p:cNvSpPr>
          <p:nvPr/>
        </p:nvSpPr>
        <p:spPr bwMode="auto">
          <a:xfrm>
            <a:off x="6997700" y="5000625"/>
            <a:ext cx="4763" cy="1111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86" name="Freeform 651"/>
          <p:cNvSpPr>
            <a:spLocks/>
          </p:cNvSpPr>
          <p:nvPr/>
        </p:nvSpPr>
        <p:spPr bwMode="auto">
          <a:xfrm>
            <a:off x="7002463" y="4960938"/>
            <a:ext cx="153987" cy="50800"/>
          </a:xfrm>
          <a:custGeom>
            <a:avLst/>
            <a:gdLst>
              <a:gd name="T0" fmla="*/ 2147483646 w 97"/>
              <a:gd name="T1" fmla="*/ 2147483646 h 32"/>
              <a:gd name="T2" fmla="*/ 2147483646 w 97"/>
              <a:gd name="T3" fmla="*/ 0 h 32"/>
              <a:gd name="T4" fmla="*/ 0 w 97"/>
              <a:gd name="T5" fmla="*/ 2147483646 h 32"/>
              <a:gd name="T6" fmla="*/ 0 w 97"/>
              <a:gd name="T7" fmla="*/ 2147483646 h 32"/>
              <a:gd name="T8" fmla="*/ 2147483646 w 97"/>
              <a:gd name="T9" fmla="*/ 2147483646 h 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7" h="32">
                <a:moveTo>
                  <a:pt x="97" y="7"/>
                </a:moveTo>
                <a:lnTo>
                  <a:pt x="97" y="0"/>
                </a:lnTo>
                <a:lnTo>
                  <a:pt x="0" y="25"/>
                </a:lnTo>
                <a:lnTo>
                  <a:pt x="0" y="32"/>
                </a:lnTo>
                <a:lnTo>
                  <a:pt x="97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7" name="Freeform 652"/>
          <p:cNvSpPr>
            <a:spLocks/>
          </p:cNvSpPr>
          <p:nvPr/>
        </p:nvSpPr>
        <p:spPr bwMode="auto">
          <a:xfrm>
            <a:off x="7375525" y="3140075"/>
            <a:ext cx="11113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2147483646 w 7"/>
              <a:gd name="T5" fmla="*/ 0 h 7"/>
              <a:gd name="T6" fmla="*/ 0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4" y="7"/>
                </a:moveTo>
                <a:lnTo>
                  <a:pt x="7" y="7"/>
                </a:lnTo>
                <a:lnTo>
                  <a:pt x="4" y="0"/>
                </a:lnTo>
                <a:lnTo>
                  <a:pt x="0" y="0"/>
                </a:lnTo>
                <a:lnTo>
                  <a:pt x="4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8" name="Freeform 653"/>
          <p:cNvSpPr>
            <a:spLocks/>
          </p:cNvSpPr>
          <p:nvPr/>
        </p:nvSpPr>
        <p:spPr bwMode="auto">
          <a:xfrm>
            <a:off x="7058025" y="3140075"/>
            <a:ext cx="323850" cy="433388"/>
          </a:xfrm>
          <a:custGeom>
            <a:avLst/>
            <a:gdLst>
              <a:gd name="T0" fmla="*/ 2147483646 w 204"/>
              <a:gd name="T1" fmla="*/ 2147483646 h 273"/>
              <a:gd name="T2" fmla="*/ 2147483646 w 204"/>
              <a:gd name="T3" fmla="*/ 2147483646 h 273"/>
              <a:gd name="T4" fmla="*/ 2147483646 w 204"/>
              <a:gd name="T5" fmla="*/ 2147483646 h 273"/>
              <a:gd name="T6" fmla="*/ 2147483646 w 204"/>
              <a:gd name="T7" fmla="*/ 2147483646 h 273"/>
              <a:gd name="T8" fmla="*/ 2147483646 w 204"/>
              <a:gd name="T9" fmla="*/ 2147483646 h 273"/>
              <a:gd name="T10" fmla="*/ 2147483646 w 204"/>
              <a:gd name="T11" fmla="*/ 2147483646 h 273"/>
              <a:gd name="T12" fmla="*/ 2147483646 w 204"/>
              <a:gd name="T13" fmla="*/ 2147483646 h 273"/>
              <a:gd name="T14" fmla="*/ 2147483646 w 204"/>
              <a:gd name="T15" fmla="*/ 2147483646 h 273"/>
              <a:gd name="T16" fmla="*/ 2147483646 w 204"/>
              <a:gd name="T17" fmla="*/ 2147483646 h 273"/>
              <a:gd name="T18" fmla="*/ 2147483646 w 204"/>
              <a:gd name="T19" fmla="*/ 2147483646 h 273"/>
              <a:gd name="T20" fmla="*/ 2147483646 w 204"/>
              <a:gd name="T21" fmla="*/ 2147483646 h 273"/>
              <a:gd name="T22" fmla="*/ 2147483646 w 204"/>
              <a:gd name="T23" fmla="*/ 2147483646 h 273"/>
              <a:gd name="T24" fmla="*/ 2147483646 w 204"/>
              <a:gd name="T25" fmla="*/ 2147483646 h 273"/>
              <a:gd name="T26" fmla="*/ 2147483646 w 204"/>
              <a:gd name="T27" fmla="*/ 2147483646 h 273"/>
              <a:gd name="T28" fmla="*/ 2147483646 w 204"/>
              <a:gd name="T29" fmla="*/ 2147483646 h 273"/>
              <a:gd name="T30" fmla="*/ 0 w 204"/>
              <a:gd name="T31" fmla="*/ 2147483646 h 273"/>
              <a:gd name="T32" fmla="*/ 0 w 204"/>
              <a:gd name="T33" fmla="*/ 2147483646 h 273"/>
              <a:gd name="T34" fmla="*/ 2147483646 w 204"/>
              <a:gd name="T35" fmla="*/ 2147483646 h 273"/>
              <a:gd name="T36" fmla="*/ 2147483646 w 204"/>
              <a:gd name="T37" fmla="*/ 2147483646 h 273"/>
              <a:gd name="T38" fmla="*/ 2147483646 w 204"/>
              <a:gd name="T39" fmla="*/ 2147483646 h 273"/>
              <a:gd name="T40" fmla="*/ 2147483646 w 204"/>
              <a:gd name="T41" fmla="*/ 2147483646 h 273"/>
              <a:gd name="T42" fmla="*/ 2147483646 w 204"/>
              <a:gd name="T43" fmla="*/ 2147483646 h 273"/>
              <a:gd name="T44" fmla="*/ 2147483646 w 204"/>
              <a:gd name="T45" fmla="*/ 2147483646 h 273"/>
              <a:gd name="T46" fmla="*/ 2147483646 w 204"/>
              <a:gd name="T47" fmla="*/ 2147483646 h 273"/>
              <a:gd name="T48" fmla="*/ 2147483646 w 204"/>
              <a:gd name="T49" fmla="*/ 2147483646 h 273"/>
              <a:gd name="T50" fmla="*/ 2147483646 w 204"/>
              <a:gd name="T51" fmla="*/ 2147483646 h 273"/>
              <a:gd name="T52" fmla="*/ 2147483646 w 204"/>
              <a:gd name="T53" fmla="*/ 2147483646 h 273"/>
              <a:gd name="T54" fmla="*/ 2147483646 w 204"/>
              <a:gd name="T55" fmla="*/ 2147483646 h 273"/>
              <a:gd name="T56" fmla="*/ 2147483646 w 204"/>
              <a:gd name="T57" fmla="*/ 2147483646 h 273"/>
              <a:gd name="T58" fmla="*/ 2147483646 w 204"/>
              <a:gd name="T59" fmla="*/ 0 h 273"/>
              <a:gd name="T60" fmla="*/ 2147483646 w 204"/>
              <a:gd name="T61" fmla="*/ 2147483646 h 273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04" h="273">
                <a:moveTo>
                  <a:pt x="204" y="7"/>
                </a:moveTo>
                <a:lnTo>
                  <a:pt x="117" y="79"/>
                </a:lnTo>
                <a:lnTo>
                  <a:pt x="79" y="121"/>
                </a:lnTo>
                <a:lnTo>
                  <a:pt x="48" y="169"/>
                </a:lnTo>
                <a:lnTo>
                  <a:pt x="21" y="221"/>
                </a:lnTo>
                <a:lnTo>
                  <a:pt x="21" y="217"/>
                </a:lnTo>
                <a:lnTo>
                  <a:pt x="7" y="273"/>
                </a:lnTo>
                <a:lnTo>
                  <a:pt x="0" y="273"/>
                </a:lnTo>
                <a:lnTo>
                  <a:pt x="14" y="217"/>
                </a:lnTo>
                <a:lnTo>
                  <a:pt x="41" y="166"/>
                </a:lnTo>
                <a:lnTo>
                  <a:pt x="72" y="117"/>
                </a:lnTo>
                <a:lnTo>
                  <a:pt x="76" y="117"/>
                </a:lnTo>
                <a:lnTo>
                  <a:pt x="114" y="76"/>
                </a:lnTo>
                <a:lnTo>
                  <a:pt x="114" y="72"/>
                </a:lnTo>
                <a:lnTo>
                  <a:pt x="200" y="0"/>
                </a:lnTo>
                <a:lnTo>
                  <a:pt x="204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89" name="Freeform 654"/>
          <p:cNvSpPr>
            <a:spLocks/>
          </p:cNvSpPr>
          <p:nvPr/>
        </p:nvSpPr>
        <p:spPr bwMode="auto">
          <a:xfrm>
            <a:off x="7046913" y="3573463"/>
            <a:ext cx="22225" cy="103187"/>
          </a:xfrm>
          <a:custGeom>
            <a:avLst/>
            <a:gdLst>
              <a:gd name="T0" fmla="*/ 2147483646 w 14"/>
              <a:gd name="T1" fmla="*/ 0 h 65"/>
              <a:gd name="T2" fmla="*/ 2147483646 w 14"/>
              <a:gd name="T3" fmla="*/ 2147483646 h 65"/>
              <a:gd name="T4" fmla="*/ 2147483646 w 14"/>
              <a:gd name="T5" fmla="*/ 2147483646 h 65"/>
              <a:gd name="T6" fmla="*/ 0 w 14"/>
              <a:gd name="T7" fmla="*/ 2147483646 h 65"/>
              <a:gd name="T8" fmla="*/ 0 w 14"/>
              <a:gd name="T9" fmla="*/ 2147483646 h 65"/>
              <a:gd name="T10" fmla="*/ 2147483646 w 14"/>
              <a:gd name="T11" fmla="*/ 0 h 65"/>
              <a:gd name="T12" fmla="*/ 2147483646 w 14"/>
              <a:gd name="T13" fmla="*/ 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65">
                <a:moveTo>
                  <a:pt x="14" y="0"/>
                </a:moveTo>
                <a:lnTo>
                  <a:pt x="7" y="65"/>
                </a:lnTo>
                <a:lnTo>
                  <a:pt x="0" y="65"/>
                </a:lnTo>
                <a:lnTo>
                  <a:pt x="7" y="0"/>
                </a:lnTo>
                <a:lnTo>
                  <a:pt x="14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0" name="Rectangle 655"/>
          <p:cNvSpPr>
            <a:spLocks noChangeArrowheads="1"/>
          </p:cNvSpPr>
          <p:nvPr/>
        </p:nvSpPr>
        <p:spPr bwMode="auto">
          <a:xfrm>
            <a:off x="7058025" y="3787775"/>
            <a:ext cx="11113" cy="476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91" name="Freeform 656"/>
          <p:cNvSpPr>
            <a:spLocks/>
          </p:cNvSpPr>
          <p:nvPr/>
        </p:nvSpPr>
        <p:spPr bwMode="auto">
          <a:xfrm>
            <a:off x="7046913" y="3676650"/>
            <a:ext cx="22225" cy="111125"/>
          </a:xfrm>
          <a:custGeom>
            <a:avLst/>
            <a:gdLst>
              <a:gd name="T0" fmla="*/ 2147483646 w 14"/>
              <a:gd name="T1" fmla="*/ 0 h 70"/>
              <a:gd name="T2" fmla="*/ 0 w 14"/>
              <a:gd name="T3" fmla="*/ 0 h 70"/>
              <a:gd name="T4" fmla="*/ 2147483646 w 14"/>
              <a:gd name="T5" fmla="*/ 2147483646 h 70"/>
              <a:gd name="T6" fmla="*/ 2147483646 w 14"/>
              <a:gd name="T7" fmla="*/ 2147483646 h 70"/>
              <a:gd name="T8" fmla="*/ 2147483646 w 14"/>
              <a:gd name="T9" fmla="*/ 0 h 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" h="70">
                <a:moveTo>
                  <a:pt x="7" y="0"/>
                </a:moveTo>
                <a:lnTo>
                  <a:pt x="0" y="0"/>
                </a:lnTo>
                <a:lnTo>
                  <a:pt x="7" y="70"/>
                </a:lnTo>
                <a:lnTo>
                  <a:pt x="14" y="70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2" name="Freeform 657"/>
          <p:cNvSpPr>
            <a:spLocks/>
          </p:cNvSpPr>
          <p:nvPr/>
        </p:nvSpPr>
        <p:spPr bwMode="auto">
          <a:xfrm>
            <a:off x="7058025" y="3781425"/>
            <a:ext cx="11113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0 h 7"/>
              <a:gd name="T4" fmla="*/ 0 w 7"/>
              <a:gd name="T5" fmla="*/ 2147483646 h 7"/>
              <a:gd name="T6" fmla="*/ 0 w 7"/>
              <a:gd name="T7" fmla="*/ 2147483646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4"/>
                </a:moveTo>
                <a:lnTo>
                  <a:pt x="7" y="0"/>
                </a:lnTo>
                <a:lnTo>
                  <a:pt x="0" y="4"/>
                </a:lnTo>
                <a:lnTo>
                  <a:pt x="0" y="7"/>
                </a:lnTo>
                <a:lnTo>
                  <a:pt x="7" y="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3" name="Freeform 658"/>
          <p:cNvSpPr>
            <a:spLocks/>
          </p:cNvSpPr>
          <p:nvPr/>
        </p:nvSpPr>
        <p:spPr bwMode="auto">
          <a:xfrm>
            <a:off x="7058025" y="3787775"/>
            <a:ext cx="93663" cy="323850"/>
          </a:xfrm>
          <a:custGeom>
            <a:avLst/>
            <a:gdLst>
              <a:gd name="T0" fmla="*/ 2147483646 w 59"/>
              <a:gd name="T1" fmla="*/ 0 h 204"/>
              <a:gd name="T2" fmla="*/ 2147483646 w 59"/>
              <a:gd name="T3" fmla="*/ 2147483646 h 204"/>
              <a:gd name="T4" fmla="*/ 2147483646 w 59"/>
              <a:gd name="T5" fmla="*/ 2147483646 h 204"/>
              <a:gd name="T6" fmla="*/ 2147483646 w 59"/>
              <a:gd name="T7" fmla="*/ 2147483646 h 204"/>
              <a:gd name="T8" fmla="*/ 2147483646 w 59"/>
              <a:gd name="T9" fmla="*/ 2147483646 h 204"/>
              <a:gd name="T10" fmla="*/ 2147483646 w 59"/>
              <a:gd name="T11" fmla="*/ 2147483646 h 204"/>
              <a:gd name="T12" fmla="*/ 2147483646 w 59"/>
              <a:gd name="T13" fmla="*/ 2147483646 h 204"/>
              <a:gd name="T14" fmla="*/ 2147483646 w 59"/>
              <a:gd name="T15" fmla="*/ 2147483646 h 204"/>
              <a:gd name="T16" fmla="*/ 2147483646 w 59"/>
              <a:gd name="T17" fmla="*/ 2147483646 h 204"/>
              <a:gd name="T18" fmla="*/ 2147483646 w 59"/>
              <a:gd name="T19" fmla="*/ 2147483646 h 204"/>
              <a:gd name="T20" fmla="*/ 2147483646 w 59"/>
              <a:gd name="T21" fmla="*/ 2147483646 h 204"/>
              <a:gd name="T22" fmla="*/ 2147483646 w 59"/>
              <a:gd name="T23" fmla="*/ 2147483646 h 204"/>
              <a:gd name="T24" fmla="*/ 2147483646 w 59"/>
              <a:gd name="T25" fmla="*/ 2147483646 h 204"/>
              <a:gd name="T26" fmla="*/ 2147483646 w 59"/>
              <a:gd name="T27" fmla="*/ 2147483646 h 204"/>
              <a:gd name="T28" fmla="*/ 2147483646 w 59"/>
              <a:gd name="T29" fmla="*/ 2147483646 h 204"/>
              <a:gd name="T30" fmla="*/ 2147483646 w 59"/>
              <a:gd name="T31" fmla="*/ 2147483646 h 204"/>
              <a:gd name="T32" fmla="*/ 2147483646 w 59"/>
              <a:gd name="T33" fmla="*/ 2147483646 h 204"/>
              <a:gd name="T34" fmla="*/ 2147483646 w 59"/>
              <a:gd name="T35" fmla="*/ 2147483646 h 204"/>
              <a:gd name="T36" fmla="*/ 2147483646 w 59"/>
              <a:gd name="T37" fmla="*/ 2147483646 h 204"/>
              <a:gd name="T38" fmla="*/ 2147483646 w 59"/>
              <a:gd name="T39" fmla="*/ 2147483646 h 204"/>
              <a:gd name="T40" fmla="*/ 2147483646 w 59"/>
              <a:gd name="T41" fmla="*/ 2147483646 h 204"/>
              <a:gd name="T42" fmla="*/ 2147483646 w 59"/>
              <a:gd name="T43" fmla="*/ 2147483646 h 204"/>
              <a:gd name="T44" fmla="*/ 2147483646 w 59"/>
              <a:gd name="T45" fmla="*/ 2147483646 h 204"/>
              <a:gd name="T46" fmla="*/ 2147483646 w 59"/>
              <a:gd name="T47" fmla="*/ 2147483646 h 204"/>
              <a:gd name="T48" fmla="*/ 2147483646 w 59"/>
              <a:gd name="T49" fmla="*/ 2147483646 h 204"/>
              <a:gd name="T50" fmla="*/ 2147483646 w 59"/>
              <a:gd name="T51" fmla="*/ 2147483646 h 204"/>
              <a:gd name="T52" fmla="*/ 2147483646 w 59"/>
              <a:gd name="T53" fmla="*/ 2147483646 h 204"/>
              <a:gd name="T54" fmla="*/ 2147483646 w 59"/>
              <a:gd name="T55" fmla="*/ 2147483646 h 204"/>
              <a:gd name="T56" fmla="*/ 2147483646 w 59"/>
              <a:gd name="T57" fmla="*/ 2147483646 h 204"/>
              <a:gd name="T58" fmla="*/ 0 w 59"/>
              <a:gd name="T59" fmla="*/ 2147483646 h 204"/>
              <a:gd name="T60" fmla="*/ 2147483646 w 59"/>
              <a:gd name="T61" fmla="*/ 0 h 20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59" h="204">
                <a:moveTo>
                  <a:pt x="7" y="0"/>
                </a:moveTo>
                <a:lnTo>
                  <a:pt x="31" y="38"/>
                </a:lnTo>
                <a:lnTo>
                  <a:pt x="48" y="76"/>
                </a:lnTo>
                <a:lnTo>
                  <a:pt x="59" y="110"/>
                </a:lnTo>
                <a:lnTo>
                  <a:pt x="59" y="145"/>
                </a:lnTo>
                <a:lnTo>
                  <a:pt x="45" y="200"/>
                </a:lnTo>
                <a:lnTo>
                  <a:pt x="45" y="204"/>
                </a:lnTo>
                <a:lnTo>
                  <a:pt x="38" y="200"/>
                </a:lnTo>
                <a:lnTo>
                  <a:pt x="52" y="145"/>
                </a:lnTo>
                <a:lnTo>
                  <a:pt x="52" y="110"/>
                </a:lnTo>
                <a:lnTo>
                  <a:pt x="52" y="114"/>
                </a:lnTo>
                <a:lnTo>
                  <a:pt x="41" y="79"/>
                </a:lnTo>
                <a:lnTo>
                  <a:pt x="24" y="41"/>
                </a:lnTo>
                <a:lnTo>
                  <a:pt x="0" y="3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4" name="Freeform 659"/>
          <p:cNvSpPr>
            <a:spLocks/>
          </p:cNvSpPr>
          <p:nvPr/>
        </p:nvSpPr>
        <p:spPr bwMode="auto">
          <a:xfrm>
            <a:off x="7091363" y="4105275"/>
            <a:ext cx="38100" cy="44450"/>
          </a:xfrm>
          <a:custGeom>
            <a:avLst/>
            <a:gdLst>
              <a:gd name="T0" fmla="*/ 2147483646 w 24"/>
              <a:gd name="T1" fmla="*/ 2147483646 h 28"/>
              <a:gd name="T2" fmla="*/ 2147483646 w 24"/>
              <a:gd name="T3" fmla="*/ 2147483646 h 28"/>
              <a:gd name="T4" fmla="*/ 2147483646 w 24"/>
              <a:gd name="T5" fmla="*/ 2147483646 h 28"/>
              <a:gd name="T6" fmla="*/ 2147483646 w 24"/>
              <a:gd name="T7" fmla="*/ 2147483646 h 28"/>
              <a:gd name="T8" fmla="*/ 0 w 24"/>
              <a:gd name="T9" fmla="*/ 2147483646 h 28"/>
              <a:gd name="T10" fmla="*/ 2147483646 w 24"/>
              <a:gd name="T11" fmla="*/ 0 h 28"/>
              <a:gd name="T12" fmla="*/ 2147483646 w 24"/>
              <a:gd name="T13" fmla="*/ 2147483646 h 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" h="28">
                <a:moveTo>
                  <a:pt x="24" y="4"/>
                </a:moveTo>
                <a:lnTo>
                  <a:pt x="7" y="28"/>
                </a:lnTo>
                <a:lnTo>
                  <a:pt x="3" y="24"/>
                </a:lnTo>
                <a:lnTo>
                  <a:pt x="0" y="24"/>
                </a:lnTo>
                <a:lnTo>
                  <a:pt x="17" y="0"/>
                </a:lnTo>
                <a:lnTo>
                  <a:pt x="24" y="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5" name="Freeform 660"/>
          <p:cNvSpPr>
            <a:spLocks/>
          </p:cNvSpPr>
          <p:nvPr/>
        </p:nvSpPr>
        <p:spPr bwMode="auto">
          <a:xfrm>
            <a:off x="7069138" y="4171950"/>
            <a:ext cx="4762" cy="4763"/>
          </a:xfrm>
          <a:custGeom>
            <a:avLst/>
            <a:gdLst>
              <a:gd name="T0" fmla="*/ 2147483646 w 3"/>
              <a:gd name="T1" fmla="*/ 2147483646 h 3"/>
              <a:gd name="T2" fmla="*/ 2147483646 w 3"/>
              <a:gd name="T3" fmla="*/ 2147483646 h 3"/>
              <a:gd name="T4" fmla="*/ 0 w 3"/>
              <a:gd name="T5" fmla="*/ 0 h 3"/>
              <a:gd name="T6" fmla="*/ 0 w 3"/>
              <a:gd name="T7" fmla="*/ 0 h 3"/>
              <a:gd name="T8" fmla="*/ 2147483646 w 3"/>
              <a:gd name="T9" fmla="*/ 2147483646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" h="3">
                <a:moveTo>
                  <a:pt x="3" y="3"/>
                </a:moveTo>
                <a:lnTo>
                  <a:pt x="3" y="3"/>
                </a:lnTo>
                <a:lnTo>
                  <a:pt x="0" y="0"/>
                </a:lnTo>
                <a:lnTo>
                  <a:pt x="3" y="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6" name="Freeform 661"/>
          <p:cNvSpPr>
            <a:spLocks/>
          </p:cNvSpPr>
          <p:nvPr/>
        </p:nvSpPr>
        <p:spPr bwMode="auto">
          <a:xfrm>
            <a:off x="7069138" y="4143375"/>
            <a:ext cx="33337" cy="33338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0 h 21"/>
              <a:gd name="T4" fmla="*/ 0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" h="21">
                <a:moveTo>
                  <a:pt x="21" y="4"/>
                </a:moveTo>
                <a:lnTo>
                  <a:pt x="17" y="0"/>
                </a:lnTo>
                <a:lnTo>
                  <a:pt x="0" y="18"/>
                </a:lnTo>
                <a:lnTo>
                  <a:pt x="3" y="21"/>
                </a:lnTo>
                <a:lnTo>
                  <a:pt x="21" y="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7" name="Freeform 662"/>
          <p:cNvSpPr>
            <a:spLocks/>
          </p:cNvSpPr>
          <p:nvPr/>
        </p:nvSpPr>
        <p:spPr bwMode="auto">
          <a:xfrm>
            <a:off x="6246813" y="3562350"/>
            <a:ext cx="11112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0 h 7"/>
              <a:gd name="T4" fmla="*/ 0 w 7"/>
              <a:gd name="T5" fmla="*/ 2147483646 h 7"/>
              <a:gd name="T6" fmla="*/ 0 w 7"/>
              <a:gd name="T7" fmla="*/ 2147483646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3"/>
                </a:moveTo>
                <a:lnTo>
                  <a:pt x="7" y="0"/>
                </a:lnTo>
                <a:lnTo>
                  <a:pt x="0" y="3"/>
                </a:lnTo>
                <a:lnTo>
                  <a:pt x="0" y="7"/>
                </a:lnTo>
                <a:lnTo>
                  <a:pt x="7" y="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8" name="Freeform 663"/>
          <p:cNvSpPr>
            <a:spLocks/>
          </p:cNvSpPr>
          <p:nvPr/>
        </p:nvSpPr>
        <p:spPr bwMode="auto">
          <a:xfrm>
            <a:off x="6246813" y="3567113"/>
            <a:ext cx="569912" cy="549275"/>
          </a:xfrm>
          <a:custGeom>
            <a:avLst/>
            <a:gdLst>
              <a:gd name="T0" fmla="*/ 2147483646 w 359"/>
              <a:gd name="T1" fmla="*/ 0 h 346"/>
              <a:gd name="T2" fmla="*/ 2147483646 w 359"/>
              <a:gd name="T3" fmla="*/ 2147483646 h 346"/>
              <a:gd name="T4" fmla="*/ 2147483646 w 359"/>
              <a:gd name="T5" fmla="*/ 2147483646 h 346"/>
              <a:gd name="T6" fmla="*/ 2147483646 w 359"/>
              <a:gd name="T7" fmla="*/ 2147483646 h 346"/>
              <a:gd name="T8" fmla="*/ 2147483646 w 359"/>
              <a:gd name="T9" fmla="*/ 2147483646 h 346"/>
              <a:gd name="T10" fmla="*/ 2147483646 w 359"/>
              <a:gd name="T11" fmla="*/ 2147483646 h 346"/>
              <a:gd name="T12" fmla="*/ 2147483646 w 359"/>
              <a:gd name="T13" fmla="*/ 2147483646 h 346"/>
              <a:gd name="T14" fmla="*/ 2147483646 w 359"/>
              <a:gd name="T15" fmla="*/ 2147483646 h 346"/>
              <a:gd name="T16" fmla="*/ 2147483646 w 359"/>
              <a:gd name="T17" fmla="*/ 2147483646 h 346"/>
              <a:gd name="T18" fmla="*/ 2147483646 w 359"/>
              <a:gd name="T19" fmla="*/ 2147483646 h 346"/>
              <a:gd name="T20" fmla="*/ 2147483646 w 359"/>
              <a:gd name="T21" fmla="*/ 2147483646 h 346"/>
              <a:gd name="T22" fmla="*/ 2147483646 w 359"/>
              <a:gd name="T23" fmla="*/ 2147483646 h 346"/>
              <a:gd name="T24" fmla="*/ 2147483646 w 359"/>
              <a:gd name="T25" fmla="*/ 2147483646 h 346"/>
              <a:gd name="T26" fmla="*/ 2147483646 w 359"/>
              <a:gd name="T27" fmla="*/ 2147483646 h 346"/>
              <a:gd name="T28" fmla="*/ 2147483646 w 359"/>
              <a:gd name="T29" fmla="*/ 2147483646 h 346"/>
              <a:gd name="T30" fmla="*/ 2147483646 w 359"/>
              <a:gd name="T31" fmla="*/ 2147483646 h 346"/>
              <a:gd name="T32" fmla="*/ 2147483646 w 359"/>
              <a:gd name="T33" fmla="*/ 2147483646 h 346"/>
              <a:gd name="T34" fmla="*/ 2147483646 w 359"/>
              <a:gd name="T35" fmla="*/ 2147483646 h 346"/>
              <a:gd name="T36" fmla="*/ 2147483646 w 359"/>
              <a:gd name="T37" fmla="*/ 2147483646 h 346"/>
              <a:gd name="T38" fmla="*/ 2147483646 w 359"/>
              <a:gd name="T39" fmla="*/ 2147483646 h 346"/>
              <a:gd name="T40" fmla="*/ 2147483646 w 359"/>
              <a:gd name="T41" fmla="*/ 2147483646 h 346"/>
              <a:gd name="T42" fmla="*/ 2147483646 w 359"/>
              <a:gd name="T43" fmla="*/ 2147483646 h 346"/>
              <a:gd name="T44" fmla="*/ 2147483646 w 359"/>
              <a:gd name="T45" fmla="*/ 2147483646 h 346"/>
              <a:gd name="T46" fmla="*/ 2147483646 w 359"/>
              <a:gd name="T47" fmla="*/ 2147483646 h 346"/>
              <a:gd name="T48" fmla="*/ 2147483646 w 359"/>
              <a:gd name="T49" fmla="*/ 2147483646 h 346"/>
              <a:gd name="T50" fmla="*/ 2147483646 w 359"/>
              <a:gd name="T51" fmla="*/ 2147483646 h 346"/>
              <a:gd name="T52" fmla="*/ 2147483646 w 359"/>
              <a:gd name="T53" fmla="*/ 2147483646 h 346"/>
              <a:gd name="T54" fmla="*/ 2147483646 w 359"/>
              <a:gd name="T55" fmla="*/ 2147483646 h 346"/>
              <a:gd name="T56" fmla="*/ 2147483646 w 359"/>
              <a:gd name="T57" fmla="*/ 2147483646 h 346"/>
              <a:gd name="T58" fmla="*/ 2147483646 w 359"/>
              <a:gd name="T59" fmla="*/ 2147483646 h 346"/>
              <a:gd name="T60" fmla="*/ 2147483646 w 359"/>
              <a:gd name="T61" fmla="*/ 2147483646 h 346"/>
              <a:gd name="T62" fmla="*/ 2147483646 w 359"/>
              <a:gd name="T63" fmla="*/ 2147483646 h 346"/>
              <a:gd name="T64" fmla="*/ 2147483646 w 359"/>
              <a:gd name="T65" fmla="*/ 2147483646 h 346"/>
              <a:gd name="T66" fmla="*/ 2147483646 w 359"/>
              <a:gd name="T67" fmla="*/ 2147483646 h 346"/>
              <a:gd name="T68" fmla="*/ 2147483646 w 359"/>
              <a:gd name="T69" fmla="*/ 2147483646 h 346"/>
              <a:gd name="T70" fmla="*/ 0 w 359"/>
              <a:gd name="T71" fmla="*/ 2147483646 h 346"/>
              <a:gd name="T72" fmla="*/ 2147483646 w 359"/>
              <a:gd name="T73" fmla="*/ 0 h 34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359" h="346">
                <a:moveTo>
                  <a:pt x="7" y="0"/>
                </a:moveTo>
                <a:lnTo>
                  <a:pt x="31" y="83"/>
                </a:lnTo>
                <a:lnTo>
                  <a:pt x="76" y="156"/>
                </a:lnTo>
                <a:lnTo>
                  <a:pt x="135" y="218"/>
                </a:lnTo>
                <a:lnTo>
                  <a:pt x="135" y="215"/>
                </a:lnTo>
                <a:lnTo>
                  <a:pt x="200" y="267"/>
                </a:lnTo>
                <a:lnTo>
                  <a:pt x="276" y="308"/>
                </a:lnTo>
                <a:lnTo>
                  <a:pt x="359" y="339"/>
                </a:lnTo>
                <a:lnTo>
                  <a:pt x="356" y="346"/>
                </a:lnTo>
                <a:lnTo>
                  <a:pt x="273" y="315"/>
                </a:lnTo>
                <a:lnTo>
                  <a:pt x="197" y="273"/>
                </a:lnTo>
                <a:lnTo>
                  <a:pt x="131" y="222"/>
                </a:lnTo>
                <a:lnTo>
                  <a:pt x="72" y="159"/>
                </a:lnTo>
                <a:lnTo>
                  <a:pt x="69" y="159"/>
                </a:lnTo>
                <a:lnTo>
                  <a:pt x="24" y="87"/>
                </a:lnTo>
                <a:lnTo>
                  <a:pt x="0" y="4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99" name="Freeform 664"/>
          <p:cNvSpPr>
            <a:spLocks/>
          </p:cNvSpPr>
          <p:nvPr/>
        </p:nvSpPr>
        <p:spPr bwMode="auto">
          <a:xfrm>
            <a:off x="6811963" y="4105275"/>
            <a:ext cx="130175" cy="49213"/>
          </a:xfrm>
          <a:custGeom>
            <a:avLst/>
            <a:gdLst>
              <a:gd name="T0" fmla="*/ 2147483646 w 82"/>
              <a:gd name="T1" fmla="*/ 0 h 31"/>
              <a:gd name="T2" fmla="*/ 2147483646 w 82"/>
              <a:gd name="T3" fmla="*/ 2147483646 h 31"/>
              <a:gd name="T4" fmla="*/ 2147483646 w 82"/>
              <a:gd name="T5" fmla="*/ 2147483646 h 31"/>
              <a:gd name="T6" fmla="*/ 2147483646 w 82"/>
              <a:gd name="T7" fmla="*/ 2147483646 h 31"/>
              <a:gd name="T8" fmla="*/ 2147483646 w 82"/>
              <a:gd name="T9" fmla="*/ 2147483646 h 31"/>
              <a:gd name="T10" fmla="*/ 0 w 82"/>
              <a:gd name="T11" fmla="*/ 2147483646 h 31"/>
              <a:gd name="T12" fmla="*/ 2147483646 w 82"/>
              <a:gd name="T13" fmla="*/ 0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2" h="31">
                <a:moveTo>
                  <a:pt x="3" y="0"/>
                </a:moveTo>
                <a:lnTo>
                  <a:pt x="82" y="24"/>
                </a:lnTo>
                <a:lnTo>
                  <a:pt x="79" y="24"/>
                </a:lnTo>
                <a:lnTo>
                  <a:pt x="79" y="31"/>
                </a:lnTo>
                <a:lnTo>
                  <a:pt x="0" y="7"/>
                </a:lnTo>
                <a:lnTo>
                  <a:pt x="3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0" name="Rectangle 665"/>
          <p:cNvSpPr>
            <a:spLocks noChangeArrowheads="1"/>
          </p:cNvSpPr>
          <p:nvPr/>
        </p:nvSpPr>
        <p:spPr bwMode="auto">
          <a:xfrm>
            <a:off x="7069138" y="4165600"/>
            <a:ext cx="4762" cy="11113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9001" name="Freeform 666"/>
          <p:cNvSpPr>
            <a:spLocks/>
          </p:cNvSpPr>
          <p:nvPr/>
        </p:nvSpPr>
        <p:spPr bwMode="auto">
          <a:xfrm>
            <a:off x="6937375" y="4143375"/>
            <a:ext cx="131763" cy="33338"/>
          </a:xfrm>
          <a:custGeom>
            <a:avLst/>
            <a:gdLst>
              <a:gd name="T0" fmla="*/ 0 w 83"/>
              <a:gd name="T1" fmla="*/ 0 h 21"/>
              <a:gd name="T2" fmla="*/ 0 w 83"/>
              <a:gd name="T3" fmla="*/ 2147483646 h 21"/>
              <a:gd name="T4" fmla="*/ 2147483646 w 83"/>
              <a:gd name="T5" fmla="*/ 2147483646 h 21"/>
              <a:gd name="T6" fmla="*/ 2147483646 w 83"/>
              <a:gd name="T7" fmla="*/ 2147483646 h 21"/>
              <a:gd name="T8" fmla="*/ 0 w 83"/>
              <a:gd name="T9" fmla="*/ 0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3" h="21">
                <a:moveTo>
                  <a:pt x="0" y="0"/>
                </a:moveTo>
                <a:lnTo>
                  <a:pt x="0" y="7"/>
                </a:lnTo>
                <a:lnTo>
                  <a:pt x="83" y="21"/>
                </a:lnTo>
                <a:lnTo>
                  <a:pt x="83" y="1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2" name="Freeform 667"/>
          <p:cNvSpPr>
            <a:spLocks/>
          </p:cNvSpPr>
          <p:nvPr/>
        </p:nvSpPr>
        <p:spPr bwMode="auto">
          <a:xfrm>
            <a:off x="7397750" y="3441700"/>
            <a:ext cx="11113" cy="11113"/>
          </a:xfrm>
          <a:custGeom>
            <a:avLst/>
            <a:gdLst>
              <a:gd name="T0" fmla="*/ 0 w 7"/>
              <a:gd name="T1" fmla="*/ 2147483646 h 7"/>
              <a:gd name="T2" fmla="*/ 2147483646 w 7"/>
              <a:gd name="T3" fmla="*/ 2147483646 h 7"/>
              <a:gd name="T4" fmla="*/ 2147483646 w 7"/>
              <a:gd name="T5" fmla="*/ 0 h 7"/>
              <a:gd name="T6" fmla="*/ 2147483646 w 7"/>
              <a:gd name="T7" fmla="*/ 0 h 7"/>
              <a:gd name="T8" fmla="*/ 0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0" y="7"/>
                </a:moveTo>
                <a:lnTo>
                  <a:pt x="3" y="7"/>
                </a:lnTo>
                <a:lnTo>
                  <a:pt x="7" y="0"/>
                </a:lnTo>
                <a:lnTo>
                  <a:pt x="3" y="0"/>
                </a:lnTo>
                <a:lnTo>
                  <a:pt x="0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3" name="Freeform 668"/>
          <p:cNvSpPr>
            <a:spLocks/>
          </p:cNvSpPr>
          <p:nvPr/>
        </p:nvSpPr>
        <p:spPr bwMode="auto">
          <a:xfrm>
            <a:off x="6432550" y="3392488"/>
            <a:ext cx="169863" cy="87312"/>
          </a:xfrm>
          <a:custGeom>
            <a:avLst/>
            <a:gdLst>
              <a:gd name="T0" fmla="*/ 2147483646 w 107"/>
              <a:gd name="T1" fmla="*/ 2147483646 h 55"/>
              <a:gd name="T2" fmla="*/ 2147483646 w 107"/>
              <a:gd name="T3" fmla="*/ 2147483646 h 55"/>
              <a:gd name="T4" fmla="*/ 2147483646 w 107"/>
              <a:gd name="T5" fmla="*/ 2147483646 h 55"/>
              <a:gd name="T6" fmla="*/ 0 w 107"/>
              <a:gd name="T7" fmla="*/ 2147483646 h 55"/>
              <a:gd name="T8" fmla="*/ 0 w 107"/>
              <a:gd name="T9" fmla="*/ 2147483646 h 55"/>
              <a:gd name="T10" fmla="*/ 2147483646 w 107"/>
              <a:gd name="T11" fmla="*/ 0 h 55"/>
              <a:gd name="T12" fmla="*/ 2147483646 w 107"/>
              <a:gd name="T13" fmla="*/ 2147483646 h 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7" h="55">
                <a:moveTo>
                  <a:pt x="107" y="7"/>
                </a:moveTo>
                <a:lnTo>
                  <a:pt x="4" y="55"/>
                </a:lnTo>
                <a:lnTo>
                  <a:pt x="0" y="48"/>
                </a:lnTo>
                <a:lnTo>
                  <a:pt x="104" y="0"/>
                </a:lnTo>
                <a:lnTo>
                  <a:pt x="107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4" name="Freeform 669"/>
          <p:cNvSpPr>
            <a:spLocks/>
          </p:cNvSpPr>
          <p:nvPr/>
        </p:nvSpPr>
        <p:spPr bwMode="auto">
          <a:xfrm>
            <a:off x="6246813" y="3562350"/>
            <a:ext cx="11112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0 w 7"/>
              <a:gd name="T5" fmla="*/ 0 h 7"/>
              <a:gd name="T6" fmla="*/ 2147483646 w 7"/>
              <a:gd name="T7" fmla="*/ 0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7"/>
                </a:moveTo>
                <a:lnTo>
                  <a:pt x="3" y="7"/>
                </a:lnTo>
                <a:lnTo>
                  <a:pt x="0" y="0"/>
                </a:lnTo>
                <a:lnTo>
                  <a:pt x="3" y="0"/>
                </a:lnTo>
                <a:lnTo>
                  <a:pt x="7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5" name="Freeform 670"/>
          <p:cNvSpPr>
            <a:spLocks/>
          </p:cNvSpPr>
          <p:nvPr/>
        </p:nvSpPr>
        <p:spPr bwMode="auto">
          <a:xfrm>
            <a:off x="6251575" y="3468688"/>
            <a:ext cx="187325" cy="104775"/>
          </a:xfrm>
          <a:custGeom>
            <a:avLst/>
            <a:gdLst>
              <a:gd name="T0" fmla="*/ 2147483646 w 118"/>
              <a:gd name="T1" fmla="*/ 2147483646 h 66"/>
              <a:gd name="T2" fmla="*/ 2147483646 w 118"/>
              <a:gd name="T3" fmla="*/ 0 h 66"/>
              <a:gd name="T4" fmla="*/ 0 w 118"/>
              <a:gd name="T5" fmla="*/ 2147483646 h 66"/>
              <a:gd name="T6" fmla="*/ 2147483646 w 118"/>
              <a:gd name="T7" fmla="*/ 2147483646 h 66"/>
              <a:gd name="T8" fmla="*/ 2147483646 w 118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8" h="66">
                <a:moveTo>
                  <a:pt x="118" y="7"/>
                </a:moveTo>
                <a:lnTo>
                  <a:pt x="114" y="0"/>
                </a:lnTo>
                <a:lnTo>
                  <a:pt x="0" y="59"/>
                </a:lnTo>
                <a:lnTo>
                  <a:pt x="4" y="66"/>
                </a:lnTo>
                <a:lnTo>
                  <a:pt x="118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6" name="Freeform 671"/>
          <p:cNvSpPr>
            <a:spLocks/>
          </p:cNvSpPr>
          <p:nvPr/>
        </p:nvSpPr>
        <p:spPr bwMode="auto">
          <a:xfrm>
            <a:off x="7062788" y="4165600"/>
            <a:ext cx="11112" cy="11113"/>
          </a:xfrm>
          <a:custGeom>
            <a:avLst/>
            <a:gdLst>
              <a:gd name="T0" fmla="*/ 2147483646 w 7"/>
              <a:gd name="T1" fmla="*/ 2147483646 h 7"/>
              <a:gd name="T2" fmla="*/ 2147483646 w 7"/>
              <a:gd name="T3" fmla="*/ 2147483646 h 7"/>
              <a:gd name="T4" fmla="*/ 0 w 7"/>
              <a:gd name="T5" fmla="*/ 0 h 7"/>
              <a:gd name="T6" fmla="*/ 0 w 7"/>
              <a:gd name="T7" fmla="*/ 2147483646 h 7"/>
              <a:gd name="T8" fmla="*/ 2147483646 w 7"/>
              <a:gd name="T9" fmla="*/ 2147483646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7"/>
                </a:moveTo>
                <a:lnTo>
                  <a:pt x="7" y="4"/>
                </a:lnTo>
                <a:lnTo>
                  <a:pt x="0" y="0"/>
                </a:lnTo>
                <a:lnTo>
                  <a:pt x="0" y="4"/>
                </a:lnTo>
                <a:lnTo>
                  <a:pt x="7" y="7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7" name="Freeform 672"/>
          <p:cNvSpPr>
            <a:spLocks/>
          </p:cNvSpPr>
          <p:nvPr/>
        </p:nvSpPr>
        <p:spPr bwMode="auto">
          <a:xfrm>
            <a:off x="6931025" y="4171950"/>
            <a:ext cx="142875" cy="630238"/>
          </a:xfrm>
          <a:custGeom>
            <a:avLst/>
            <a:gdLst>
              <a:gd name="T0" fmla="*/ 2147483646 w 90"/>
              <a:gd name="T1" fmla="*/ 2147483646 h 397"/>
              <a:gd name="T2" fmla="*/ 2147483646 w 90"/>
              <a:gd name="T3" fmla="*/ 2147483646 h 397"/>
              <a:gd name="T4" fmla="*/ 2147483646 w 90"/>
              <a:gd name="T5" fmla="*/ 2147483646 h 397"/>
              <a:gd name="T6" fmla="*/ 2147483646 w 90"/>
              <a:gd name="T7" fmla="*/ 2147483646 h 397"/>
              <a:gd name="T8" fmla="*/ 2147483646 w 90"/>
              <a:gd name="T9" fmla="*/ 2147483646 h 397"/>
              <a:gd name="T10" fmla="*/ 2147483646 w 90"/>
              <a:gd name="T11" fmla="*/ 2147483646 h 397"/>
              <a:gd name="T12" fmla="*/ 2147483646 w 90"/>
              <a:gd name="T13" fmla="*/ 2147483646 h 397"/>
              <a:gd name="T14" fmla="*/ 2147483646 w 90"/>
              <a:gd name="T15" fmla="*/ 2147483646 h 397"/>
              <a:gd name="T16" fmla="*/ 2147483646 w 90"/>
              <a:gd name="T17" fmla="*/ 2147483646 h 397"/>
              <a:gd name="T18" fmla="*/ 2147483646 w 90"/>
              <a:gd name="T19" fmla="*/ 2147483646 h 397"/>
              <a:gd name="T20" fmla="*/ 2147483646 w 90"/>
              <a:gd name="T21" fmla="*/ 2147483646 h 397"/>
              <a:gd name="T22" fmla="*/ 2147483646 w 90"/>
              <a:gd name="T23" fmla="*/ 2147483646 h 397"/>
              <a:gd name="T24" fmla="*/ 2147483646 w 90"/>
              <a:gd name="T25" fmla="*/ 2147483646 h 397"/>
              <a:gd name="T26" fmla="*/ 2147483646 w 90"/>
              <a:gd name="T27" fmla="*/ 2147483646 h 397"/>
              <a:gd name="T28" fmla="*/ 2147483646 w 90"/>
              <a:gd name="T29" fmla="*/ 2147483646 h 397"/>
              <a:gd name="T30" fmla="*/ 2147483646 w 90"/>
              <a:gd name="T31" fmla="*/ 2147483646 h 397"/>
              <a:gd name="T32" fmla="*/ 2147483646 w 90"/>
              <a:gd name="T33" fmla="*/ 2147483646 h 397"/>
              <a:gd name="T34" fmla="*/ 2147483646 w 90"/>
              <a:gd name="T35" fmla="*/ 2147483646 h 397"/>
              <a:gd name="T36" fmla="*/ 2147483646 w 90"/>
              <a:gd name="T37" fmla="*/ 2147483646 h 397"/>
              <a:gd name="T38" fmla="*/ 2147483646 w 90"/>
              <a:gd name="T39" fmla="*/ 2147483646 h 397"/>
              <a:gd name="T40" fmla="*/ 0 w 90"/>
              <a:gd name="T41" fmla="*/ 2147483646 h 397"/>
              <a:gd name="T42" fmla="*/ 0 w 90"/>
              <a:gd name="T43" fmla="*/ 2147483646 h 397"/>
              <a:gd name="T44" fmla="*/ 0 w 90"/>
              <a:gd name="T45" fmla="*/ 2147483646 h 397"/>
              <a:gd name="T46" fmla="*/ 0 w 90"/>
              <a:gd name="T47" fmla="*/ 2147483646 h 397"/>
              <a:gd name="T48" fmla="*/ 0 w 90"/>
              <a:gd name="T49" fmla="*/ 2147483646 h 397"/>
              <a:gd name="T50" fmla="*/ 0 w 90"/>
              <a:gd name="T51" fmla="*/ 2147483646 h 397"/>
              <a:gd name="T52" fmla="*/ 2147483646 w 90"/>
              <a:gd name="T53" fmla="*/ 2147483646 h 397"/>
              <a:gd name="T54" fmla="*/ 2147483646 w 90"/>
              <a:gd name="T55" fmla="*/ 2147483646 h 397"/>
              <a:gd name="T56" fmla="*/ 2147483646 w 90"/>
              <a:gd name="T57" fmla="*/ 2147483646 h 397"/>
              <a:gd name="T58" fmla="*/ 2147483646 w 90"/>
              <a:gd name="T59" fmla="*/ 2147483646 h 397"/>
              <a:gd name="T60" fmla="*/ 2147483646 w 90"/>
              <a:gd name="T61" fmla="*/ 2147483646 h 397"/>
              <a:gd name="T62" fmla="*/ 2147483646 w 90"/>
              <a:gd name="T63" fmla="*/ 2147483646 h 397"/>
              <a:gd name="T64" fmla="*/ 2147483646 w 90"/>
              <a:gd name="T65" fmla="*/ 2147483646 h 397"/>
              <a:gd name="T66" fmla="*/ 2147483646 w 90"/>
              <a:gd name="T67" fmla="*/ 2147483646 h 397"/>
              <a:gd name="T68" fmla="*/ 2147483646 w 90"/>
              <a:gd name="T69" fmla="*/ 2147483646 h 397"/>
              <a:gd name="T70" fmla="*/ 2147483646 w 90"/>
              <a:gd name="T71" fmla="*/ 0 h 397"/>
              <a:gd name="T72" fmla="*/ 2147483646 w 90"/>
              <a:gd name="T73" fmla="*/ 2147483646 h 39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0" h="397">
                <a:moveTo>
                  <a:pt x="90" y="3"/>
                </a:moveTo>
                <a:lnTo>
                  <a:pt x="56" y="58"/>
                </a:lnTo>
                <a:lnTo>
                  <a:pt x="32" y="121"/>
                </a:lnTo>
                <a:lnTo>
                  <a:pt x="14" y="186"/>
                </a:lnTo>
                <a:lnTo>
                  <a:pt x="14" y="183"/>
                </a:lnTo>
                <a:lnTo>
                  <a:pt x="7" y="255"/>
                </a:lnTo>
                <a:lnTo>
                  <a:pt x="7" y="328"/>
                </a:lnTo>
                <a:lnTo>
                  <a:pt x="14" y="397"/>
                </a:lnTo>
                <a:lnTo>
                  <a:pt x="7" y="397"/>
                </a:lnTo>
                <a:lnTo>
                  <a:pt x="0" y="328"/>
                </a:lnTo>
                <a:lnTo>
                  <a:pt x="0" y="255"/>
                </a:lnTo>
                <a:lnTo>
                  <a:pt x="7" y="183"/>
                </a:lnTo>
                <a:lnTo>
                  <a:pt x="25" y="117"/>
                </a:lnTo>
                <a:lnTo>
                  <a:pt x="49" y="55"/>
                </a:lnTo>
                <a:lnTo>
                  <a:pt x="83" y="0"/>
                </a:lnTo>
                <a:lnTo>
                  <a:pt x="90" y="3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8" name="Freeform 673"/>
          <p:cNvSpPr>
            <a:spLocks/>
          </p:cNvSpPr>
          <p:nvPr/>
        </p:nvSpPr>
        <p:spPr bwMode="auto">
          <a:xfrm>
            <a:off x="6942138" y="4802188"/>
            <a:ext cx="33337" cy="109537"/>
          </a:xfrm>
          <a:custGeom>
            <a:avLst/>
            <a:gdLst>
              <a:gd name="T0" fmla="*/ 2147483646 w 21"/>
              <a:gd name="T1" fmla="*/ 0 h 69"/>
              <a:gd name="T2" fmla="*/ 2147483646 w 21"/>
              <a:gd name="T3" fmla="*/ 2147483646 h 69"/>
              <a:gd name="T4" fmla="*/ 2147483646 w 21"/>
              <a:gd name="T5" fmla="*/ 2147483646 h 69"/>
              <a:gd name="T6" fmla="*/ 2147483646 w 21"/>
              <a:gd name="T7" fmla="*/ 2147483646 h 69"/>
              <a:gd name="T8" fmla="*/ 2147483646 w 21"/>
              <a:gd name="T9" fmla="*/ 2147483646 h 69"/>
              <a:gd name="T10" fmla="*/ 0 w 21"/>
              <a:gd name="T11" fmla="*/ 0 h 69"/>
              <a:gd name="T12" fmla="*/ 2147483646 w 21"/>
              <a:gd name="T13" fmla="*/ 0 h 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" h="69">
                <a:moveTo>
                  <a:pt x="7" y="0"/>
                </a:moveTo>
                <a:lnTo>
                  <a:pt x="21" y="66"/>
                </a:lnTo>
                <a:lnTo>
                  <a:pt x="14" y="69"/>
                </a:lnTo>
                <a:lnTo>
                  <a:pt x="14" y="66"/>
                </a:lnTo>
                <a:lnTo>
                  <a:pt x="0" y="0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57150" cmpd="sng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09" name="Freeform 674"/>
          <p:cNvSpPr>
            <a:spLocks/>
          </p:cNvSpPr>
          <p:nvPr/>
        </p:nvSpPr>
        <p:spPr bwMode="auto">
          <a:xfrm>
            <a:off x="6997700" y="5005388"/>
            <a:ext cx="11113" cy="11112"/>
          </a:xfrm>
          <a:custGeom>
            <a:avLst/>
            <a:gdLst>
              <a:gd name="T0" fmla="*/ 2147483646 w 7"/>
              <a:gd name="T1" fmla="*/ 0 h 7"/>
              <a:gd name="T2" fmla="*/ 2147483646 w 7"/>
              <a:gd name="T3" fmla="*/ 2147483646 h 7"/>
              <a:gd name="T4" fmla="*/ 0 w 7"/>
              <a:gd name="T5" fmla="*/ 2147483646 h 7"/>
              <a:gd name="T6" fmla="*/ 0 w 7"/>
              <a:gd name="T7" fmla="*/ 2147483646 h 7"/>
              <a:gd name="T8" fmla="*/ 2147483646 w 7"/>
              <a:gd name="T9" fmla="*/ 0 h 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" h="7">
                <a:moveTo>
                  <a:pt x="7" y="0"/>
                </a:moveTo>
                <a:lnTo>
                  <a:pt x="7" y="4"/>
                </a:lnTo>
                <a:lnTo>
                  <a:pt x="0" y="7"/>
                </a:lnTo>
                <a:lnTo>
                  <a:pt x="0" y="4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0" name="Freeform 675"/>
          <p:cNvSpPr>
            <a:spLocks/>
          </p:cNvSpPr>
          <p:nvPr/>
        </p:nvSpPr>
        <p:spPr bwMode="auto">
          <a:xfrm>
            <a:off x="6964363" y="4906963"/>
            <a:ext cx="44450" cy="104775"/>
          </a:xfrm>
          <a:custGeom>
            <a:avLst/>
            <a:gdLst>
              <a:gd name="T0" fmla="*/ 2147483646 w 28"/>
              <a:gd name="T1" fmla="*/ 0 h 66"/>
              <a:gd name="T2" fmla="*/ 0 w 28"/>
              <a:gd name="T3" fmla="*/ 2147483646 h 66"/>
              <a:gd name="T4" fmla="*/ 2147483646 w 28"/>
              <a:gd name="T5" fmla="*/ 2147483646 h 66"/>
              <a:gd name="T6" fmla="*/ 2147483646 w 28"/>
              <a:gd name="T7" fmla="*/ 2147483646 h 66"/>
              <a:gd name="T8" fmla="*/ 2147483646 w 28"/>
              <a:gd name="T9" fmla="*/ 0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" h="66">
                <a:moveTo>
                  <a:pt x="7" y="0"/>
                </a:moveTo>
                <a:lnTo>
                  <a:pt x="0" y="3"/>
                </a:lnTo>
                <a:lnTo>
                  <a:pt x="21" y="66"/>
                </a:lnTo>
                <a:lnTo>
                  <a:pt x="28" y="62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1" name="Freeform 676"/>
          <p:cNvSpPr>
            <a:spLocks/>
          </p:cNvSpPr>
          <p:nvPr/>
        </p:nvSpPr>
        <p:spPr bwMode="auto">
          <a:xfrm>
            <a:off x="6904038" y="3694113"/>
            <a:ext cx="317500" cy="192087"/>
          </a:xfrm>
          <a:custGeom>
            <a:avLst/>
            <a:gdLst>
              <a:gd name="T0" fmla="*/ 2147483646 w 200"/>
              <a:gd name="T1" fmla="*/ 2147483646 h 121"/>
              <a:gd name="T2" fmla="*/ 2147483646 w 200"/>
              <a:gd name="T3" fmla="*/ 2147483646 h 121"/>
              <a:gd name="T4" fmla="*/ 2147483646 w 200"/>
              <a:gd name="T5" fmla="*/ 2147483646 h 121"/>
              <a:gd name="T6" fmla="*/ 2147483646 w 200"/>
              <a:gd name="T7" fmla="*/ 2147483646 h 121"/>
              <a:gd name="T8" fmla="*/ 2147483646 w 200"/>
              <a:gd name="T9" fmla="*/ 0 h 121"/>
              <a:gd name="T10" fmla="*/ 2147483646 w 200"/>
              <a:gd name="T11" fmla="*/ 2147483646 h 121"/>
              <a:gd name="T12" fmla="*/ 2147483646 w 200"/>
              <a:gd name="T13" fmla="*/ 2147483646 h 121"/>
              <a:gd name="T14" fmla="*/ 2147483646 w 200"/>
              <a:gd name="T15" fmla="*/ 2147483646 h 121"/>
              <a:gd name="T16" fmla="*/ 0 w 200"/>
              <a:gd name="T17" fmla="*/ 2147483646 h 121"/>
              <a:gd name="T18" fmla="*/ 2147483646 w 200"/>
              <a:gd name="T19" fmla="*/ 2147483646 h 121"/>
              <a:gd name="T20" fmla="*/ 2147483646 w 200"/>
              <a:gd name="T21" fmla="*/ 2147483646 h 121"/>
              <a:gd name="T22" fmla="*/ 2147483646 w 200"/>
              <a:gd name="T23" fmla="*/ 2147483646 h 121"/>
              <a:gd name="T24" fmla="*/ 2147483646 w 200"/>
              <a:gd name="T25" fmla="*/ 2147483646 h 121"/>
              <a:gd name="T26" fmla="*/ 2147483646 w 200"/>
              <a:gd name="T27" fmla="*/ 2147483646 h 121"/>
              <a:gd name="T28" fmla="*/ 2147483646 w 200"/>
              <a:gd name="T29" fmla="*/ 2147483646 h 121"/>
              <a:gd name="T30" fmla="*/ 2147483646 w 200"/>
              <a:gd name="T31" fmla="*/ 2147483646 h 121"/>
              <a:gd name="T32" fmla="*/ 2147483646 w 200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0" h="121">
                <a:moveTo>
                  <a:pt x="200" y="59"/>
                </a:moveTo>
                <a:lnTo>
                  <a:pt x="190" y="38"/>
                </a:lnTo>
                <a:lnTo>
                  <a:pt x="169" y="17"/>
                </a:lnTo>
                <a:lnTo>
                  <a:pt x="138" y="3"/>
                </a:lnTo>
                <a:lnTo>
                  <a:pt x="100" y="0"/>
                </a:lnTo>
                <a:lnTo>
                  <a:pt x="62" y="3"/>
                </a:lnTo>
                <a:lnTo>
                  <a:pt x="28" y="17"/>
                </a:lnTo>
                <a:lnTo>
                  <a:pt x="7" y="38"/>
                </a:lnTo>
                <a:lnTo>
                  <a:pt x="0" y="59"/>
                </a:lnTo>
                <a:lnTo>
                  <a:pt x="7" y="83"/>
                </a:lnTo>
                <a:lnTo>
                  <a:pt x="28" y="104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4"/>
                </a:lnTo>
                <a:lnTo>
                  <a:pt x="190" y="83"/>
                </a:lnTo>
                <a:lnTo>
                  <a:pt x="200" y="59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2" name="Freeform 677"/>
          <p:cNvSpPr>
            <a:spLocks/>
          </p:cNvSpPr>
          <p:nvPr/>
        </p:nvSpPr>
        <p:spPr bwMode="auto">
          <a:xfrm>
            <a:off x="6899275" y="3687763"/>
            <a:ext cx="328613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90" y="45"/>
                </a:lnTo>
                <a:lnTo>
                  <a:pt x="193" y="45"/>
                </a:lnTo>
                <a:lnTo>
                  <a:pt x="172" y="25"/>
                </a:lnTo>
                <a:lnTo>
                  <a:pt x="141" y="11"/>
                </a:lnTo>
                <a:lnTo>
                  <a:pt x="103" y="7"/>
                </a:lnTo>
                <a:lnTo>
                  <a:pt x="65" y="11"/>
                </a:lnTo>
                <a:lnTo>
                  <a:pt x="69" y="11"/>
                </a:lnTo>
                <a:lnTo>
                  <a:pt x="34" y="25"/>
                </a:lnTo>
                <a:lnTo>
                  <a:pt x="14" y="45"/>
                </a:lnTo>
                <a:lnTo>
                  <a:pt x="7" y="66"/>
                </a:lnTo>
                <a:lnTo>
                  <a:pt x="7" y="63"/>
                </a:lnTo>
                <a:lnTo>
                  <a:pt x="14" y="87"/>
                </a:lnTo>
                <a:lnTo>
                  <a:pt x="34" y="108"/>
                </a:lnTo>
                <a:lnTo>
                  <a:pt x="34" y="104"/>
                </a:lnTo>
                <a:lnTo>
                  <a:pt x="69" y="114"/>
                </a:lnTo>
                <a:lnTo>
                  <a:pt x="65" y="114"/>
                </a:lnTo>
                <a:lnTo>
                  <a:pt x="103" y="121"/>
                </a:lnTo>
                <a:lnTo>
                  <a:pt x="141" y="114"/>
                </a:lnTo>
                <a:lnTo>
                  <a:pt x="172" y="104"/>
                </a:lnTo>
                <a:lnTo>
                  <a:pt x="172" y="108"/>
                </a:lnTo>
                <a:lnTo>
                  <a:pt x="193" y="87"/>
                </a:lnTo>
                <a:lnTo>
                  <a:pt x="190" y="87"/>
                </a:lnTo>
                <a:lnTo>
                  <a:pt x="200" y="63"/>
                </a:lnTo>
                <a:lnTo>
                  <a:pt x="207" y="66"/>
                </a:lnTo>
                <a:lnTo>
                  <a:pt x="197" y="90"/>
                </a:lnTo>
                <a:lnTo>
                  <a:pt x="176" y="111"/>
                </a:lnTo>
                <a:lnTo>
                  <a:pt x="145" y="121"/>
                </a:lnTo>
                <a:lnTo>
                  <a:pt x="141" y="121"/>
                </a:lnTo>
                <a:lnTo>
                  <a:pt x="103" y="128"/>
                </a:lnTo>
                <a:lnTo>
                  <a:pt x="65" y="121"/>
                </a:lnTo>
                <a:lnTo>
                  <a:pt x="31" y="111"/>
                </a:lnTo>
                <a:lnTo>
                  <a:pt x="10" y="90"/>
                </a:lnTo>
                <a:lnTo>
                  <a:pt x="7" y="90"/>
                </a:lnTo>
                <a:lnTo>
                  <a:pt x="0" y="66"/>
                </a:lnTo>
                <a:lnTo>
                  <a:pt x="0" y="63"/>
                </a:lnTo>
                <a:lnTo>
                  <a:pt x="7" y="42"/>
                </a:lnTo>
                <a:lnTo>
                  <a:pt x="10" y="42"/>
                </a:lnTo>
                <a:lnTo>
                  <a:pt x="31" y="21"/>
                </a:lnTo>
                <a:lnTo>
                  <a:pt x="31" y="18"/>
                </a:lnTo>
                <a:lnTo>
                  <a:pt x="65" y="4"/>
                </a:lnTo>
                <a:lnTo>
                  <a:pt x="103" y="0"/>
                </a:lnTo>
                <a:lnTo>
                  <a:pt x="141" y="4"/>
                </a:lnTo>
                <a:lnTo>
                  <a:pt x="145" y="4"/>
                </a:lnTo>
                <a:lnTo>
                  <a:pt x="176" y="18"/>
                </a:lnTo>
                <a:lnTo>
                  <a:pt x="176" y="21"/>
                </a:lnTo>
                <a:lnTo>
                  <a:pt x="197" y="42"/>
                </a:lnTo>
                <a:lnTo>
                  <a:pt x="207" y="63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3" name="Freeform 678"/>
          <p:cNvSpPr>
            <a:spLocks/>
          </p:cNvSpPr>
          <p:nvPr/>
        </p:nvSpPr>
        <p:spPr bwMode="auto">
          <a:xfrm>
            <a:off x="7216775" y="3787775"/>
            <a:ext cx="11113" cy="4763"/>
          </a:xfrm>
          <a:custGeom>
            <a:avLst/>
            <a:gdLst>
              <a:gd name="T0" fmla="*/ 0 w 7"/>
              <a:gd name="T1" fmla="*/ 0 h 3"/>
              <a:gd name="T2" fmla="*/ 0 w 7"/>
              <a:gd name="T3" fmla="*/ 0 h 3"/>
              <a:gd name="T4" fmla="*/ 0 w 7"/>
              <a:gd name="T5" fmla="*/ 2147483646 h 3"/>
              <a:gd name="T6" fmla="*/ 2147483646 w 7"/>
              <a:gd name="T7" fmla="*/ 0 h 3"/>
              <a:gd name="T8" fmla="*/ 2147483646 w 7"/>
              <a:gd name="T9" fmla="*/ 2147483646 h 3"/>
              <a:gd name="T10" fmla="*/ 2147483646 w 7"/>
              <a:gd name="T11" fmla="*/ 2147483646 h 3"/>
              <a:gd name="T12" fmla="*/ 0 w 7"/>
              <a:gd name="T13" fmla="*/ 0 h 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3">
                <a:moveTo>
                  <a:pt x="0" y="0"/>
                </a:moveTo>
                <a:lnTo>
                  <a:pt x="0" y="0"/>
                </a:lnTo>
                <a:lnTo>
                  <a:pt x="0" y="3"/>
                </a:lnTo>
                <a:lnTo>
                  <a:pt x="7" y="0"/>
                </a:lnTo>
                <a:lnTo>
                  <a:pt x="7" y="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4" name="Rectangle 679"/>
          <p:cNvSpPr>
            <a:spLocks noChangeArrowheads="1"/>
          </p:cNvSpPr>
          <p:nvPr/>
        </p:nvSpPr>
        <p:spPr bwMode="auto">
          <a:xfrm>
            <a:off x="6994525" y="3732213"/>
            <a:ext cx="169863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JFK</a:t>
            </a:r>
            <a:endParaRPr lang="en-US" altLang="en-US" sz="2400"/>
          </a:p>
        </p:txBody>
      </p:sp>
      <p:sp>
        <p:nvSpPr>
          <p:cNvPr id="39015" name="Freeform 680"/>
          <p:cNvSpPr>
            <a:spLocks/>
          </p:cNvSpPr>
          <p:nvPr/>
        </p:nvSpPr>
        <p:spPr bwMode="auto">
          <a:xfrm>
            <a:off x="7216775" y="3051175"/>
            <a:ext cx="317500" cy="192088"/>
          </a:xfrm>
          <a:custGeom>
            <a:avLst/>
            <a:gdLst>
              <a:gd name="T0" fmla="*/ 2147483646 w 200"/>
              <a:gd name="T1" fmla="*/ 2147483646 h 121"/>
              <a:gd name="T2" fmla="*/ 2147483646 w 200"/>
              <a:gd name="T3" fmla="*/ 2147483646 h 121"/>
              <a:gd name="T4" fmla="*/ 2147483646 w 200"/>
              <a:gd name="T5" fmla="*/ 2147483646 h 121"/>
              <a:gd name="T6" fmla="*/ 2147483646 w 200"/>
              <a:gd name="T7" fmla="*/ 2147483646 h 121"/>
              <a:gd name="T8" fmla="*/ 2147483646 w 200"/>
              <a:gd name="T9" fmla="*/ 0 h 121"/>
              <a:gd name="T10" fmla="*/ 2147483646 w 200"/>
              <a:gd name="T11" fmla="*/ 2147483646 h 121"/>
              <a:gd name="T12" fmla="*/ 2147483646 w 200"/>
              <a:gd name="T13" fmla="*/ 2147483646 h 121"/>
              <a:gd name="T14" fmla="*/ 2147483646 w 200"/>
              <a:gd name="T15" fmla="*/ 2147483646 h 121"/>
              <a:gd name="T16" fmla="*/ 0 w 200"/>
              <a:gd name="T17" fmla="*/ 2147483646 h 121"/>
              <a:gd name="T18" fmla="*/ 2147483646 w 200"/>
              <a:gd name="T19" fmla="*/ 2147483646 h 121"/>
              <a:gd name="T20" fmla="*/ 2147483646 w 200"/>
              <a:gd name="T21" fmla="*/ 2147483646 h 121"/>
              <a:gd name="T22" fmla="*/ 2147483646 w 200"/>
              <a:gd name="T23" fmla="*/ 2147483646 h 121"/>
              <a:gd name="T24" fmla="*/ 2147483646 w 200"/>
              <a:gd name="T25" fmla="*/ 2147483646 h 121"/>
              <a:gd name="T26" fmla="*/ 2147483646 w 200"/>
              <a:gd name="T27" fmla="*/ 2147483646 h 121"/>
              <a:gd name="T28" fmla="*/ 2147483646 w 200"/>
              <a:gd name="T29" fmla="*/ 2147483646 h 121"/>
              <a:gd name="T30" fmla="*/ 2147483646 w 200"/>
              <a:gd name="T31" fmla="*/ 2147483646 h 121"/>
              <a:gd name="T32" fmla="*/ 2147483646 w 200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0" h="121">
                <a:moveTo>
                  <a:pt x="200" y="59"/>
                </a:moveTo>
                <a:lnTo>
                  <a:pt x="190" y="38"/>
                </a:lnTo>
                <a:lnTo>
                  <a:pt x="169" y="18"/>
                </a:lnTo>
                <a:lnTo>
                  <a:pt x="138" y="4"/>
                </a:lnTo>
                <a:lnTo>
                  <a:pt x="100" y="0"/>
                </a:lnTo>
                <a:lnTo>
                  <a:pt x="62" y="4"/>
                </a:lnTo>
                <a:lnTo>
                  <a:pt x="28" y="18"/>
                </a:lnTo>
                <a:lnTo>
                  <a:pt x="7" y="38"/>
                </a:lnTo>
                <a:lnTo>
                  <a:pt x="0" y="59"/>
                </a:lnTo>
                <a:lnTo>
                  <a:pt x="7" y="83"/>
                </a:lnTo>
                <a:lnTo>
                  <a:pt x="28" y="104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4"/>
                </a:lnTo>
                <a:lnTo>
                  <a:pt x="190" y="83"/>
                </a:lnTo>
                <a:lnTo>
                  <a:pt x="200" y="59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6" name="Freeform 681"/>
          <p:cNvSpPr>
            <a:spLocks/>
          </p:cNvSpPr>
          <p:nvPr/>
        </p:nvSpPr>
        <p:spPr bwMode="auto">
          <a:xfrm>
            <a:off x="7212013" y="3046413"/>
            <a:ext cx="328612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89" y="45"/>
                </a:lnTo>
                <a:lnTo>
                  <a:pt x="193" y="45"/>
                </a:lnTo>
                <a:lnTo>
                  <a:pt x="172" y="24"/>
                </a:lnTo>
                <a:lnTo>
                  <a:pt x="141" y="10"/>
                </a:lnTo>
                <a:lnTo>
                  <a:pt x="103" y="7"/>
                </a:lnTo>
                <a:lnTo>
                  <a:pt x="65" y="10"/>
                </a:lnTo>
                <a:lnTo>
                  <a:pt x="69" y="10"/>
                </a:lnTo>
                <a:lnTo>
                  <a:pt x="34" y="24"/>
                </a:lnTo>
                <a:lnTo>
                  <a:pt x="13" y="45"/>
                </a:lnTo>
                <a:lnTo>
                  <a:pt x="6" y="66"/>
                </a:lnTo>
                <a:lnTo>
                  <a:pt x="6" y="62"/>
                </a:lnTo>
                <a:lnTo>
                  <a:pt x="13" y="86"/>
                </a:lnTo>
                <a:lnTo>
                  <a:pt x="34" y="107"/>
                </a:lnTo>
                <a:lnTo>
                  <a:pt x="34" y="104"/>
                </a:lnTo>
                <a:lnTo>
                  <a:pt x="69" y="114"/>
                </a:lnTo>
                <a:lnTo>
                  <a:pt x="65" y="114"/>
                </a:lnTo>
                <a:lnTo>
                  <a:pt x="103" y="121"/>
                </a:lnTo>
                <a:lnTo>
                  <a:pt x="141" y="114"/>
                </a:lnTo>
                <a:lnTo>
                  <a:pt x="172" y="104"/>
                </a:lnTo>
                <a:lnTo>
                  <a:pt x="172" y="107"/>
                </a:lnTo>
                <a:lnTo>
                  <a:pt x="193" y="86"/>
                </a:lnTo>
                <a:lnTo>
                  <a:pt x="189" y="86"/>
                </a:lnTo>
                <a:lnTo>
                  <a:pt x="200" y="62"/>
                </a:lnTo>
                <a:lnTo>
                  <a:pt x="207" y="66"/>
                </a:lnTo>
                <a:lnTo>
                  <a:pt x="196" y="90"/>
                </a:lnTo>
                <a:lnTo>
                  <a:pt x="176" y="111"/>
                </a:lnTo>
                <a:lnTo>
                  <a:pt x="145" y="121"/>
                </a:lnTo>
                <a:lnTo>
                  <a:pt x="141" y="121"/>
                </a:lnTo>
                <a:lnTo>
                  <a:pt x="103" y="128"/>
                </a:lnTo>
                <a:lnTo>
                  <a:pt x="65" y="121"/>
                </a:lnTo>
                <a:lnTo>
                  <a:pt x="31" y="111"/>
                </a:lnTo>
                <a:lnTo>
                  <a:pt x="10" y="90"/>
                </a:lnTo>
                <a:lnTo>
                  <a:pt x="6" y="90"/>
                </a:lnTo>
                <a:lnTo>
                  <a:pt x="0" y="66"/>
                </a:lnTo>
                <a:lnTo>
                  <a:pt x="0" y="62"/>
                </a:lnTo>
                <a:lnTo>
                  <a:pt x="6" y="41"/>
                </a:lnTo>
                <a:lnTo>
                  <a:pt x="10" y="41"/>
                </a:lnTo>
                <a:lnTo>
                  <a:pt x="31" y="21"/>
                </a:lnTo>
                <a:lnTo>
                  <a:pt x="31" y="17"/>
                </a:lnTo>
                <a:lnTo>
                  <a:pt x="65" y="3"/>
                </a:lnTo>
                <a:lnTo>
                  <a:pt x="103" y="0"/>
                </a:lnTo>
                <a:lnTo>
                  <a:pt x="141" y="3"/>
                </a:lnTo>
                <a:lnTo>
                  <a:pt x="145" y="3"/>
                </a:lnTo>
                <a:lnTo>
                  <a:pt x="176" y="17"/>
                </a:lnTo>
                <a:lnTo>
                  <a:pt x="176" y="21"/>
                </a:lnTo>
                <a:lnTo>
                  <a:pt x="196" y="41"/>
                </a:lnTo>
                <a:lnTo>
                  <a:pt x="207" y="62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7" name="Freeform 682"/>
          <p:cNvSpPr>
            <a:spLocks/>
          </p:cNvSpPr>
          <p:nvPr/>
        </p:nvSpPr>
        <p:spPr bwMode="auto">
          <a:xfrm>
            <a:off x="7529513" y="3144838"/>
            <a:ext cx="11112" cy="6350"/>
          </a:xfrm>
          <a:custGeom>
            <a:avLst/>
            <a:gdLst>
              <a:gd name="T0" fmla="*/ 0 w 7"/>
              <a:gd name="T1" fmla="*/ 0 h 4"/>
              <a:gd name="T2" fmla="*/ 0 w 7"/>
              <a:gd name="T3" fmla="*/ 0 h 4"/>
              <a:gd name="T4" fmla="*/ 0 w 7"/>
              <a:gd name="T5" fmla="*/ 2147483646 h 4"/>
              <a:gd name="T6" fmla="*/ 2147483646 w 7"/>
              <a:gd name="T7" fmla="*/ 0 h 4"/>
              <a:gd name="T8" fmla="*/ 2147483646 w 7"/>
              <a:gd name="T9" fmla="*/ 2147483646 h 4"/>
              <a:gd name="T10" fmla="*/ 2147483646 w 7"/>
              <a:gd name="T11" fmla="*/ 2147483646 h 4"/>
              <a:gd name="T12" fmla="*/ 0 w 7"/>
              <a:gd name="T13" fmla="*/ 0 h 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lnTo>
                  <a:pt x="7" y="0"/>
                </a:lnTo>
                <a:lnTo>
                  <a:pt x="7" y="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18" name="Rectangle 683"/>
          <p:cNvSpPr>
            <a:spLocks noChangeArrowheads="1"/>
          </p:cNvSpPr>
          <p:nvPr/>
        </p:nvSpPr>
        <p:spPr bwMode="auto">
          <a:xfrm>
            <a:off x="7304088" y="3090863"/>
            <a:ext cx="198437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BOS</a:t>
            </a:r>
            <a:endParaRPr lang="en-US" altLang="en-US" sz="2400"/>
          </a:p>
        </p:txBody>
      </p:sp>
      <p:sp>
        <p:nvSpPr>
          <p:cNvPr id="39019" name="Freeform 684"/>
          <p:cNvSpPr>
            <a:spLocks/>
          </p:cNvSpPr>
          <p:nvPr/>
        </p:nvSpPr>
        <p:spPr bwMode="auto">
          <a:xfrm>
            <a:off x="6843713" y="4911725"/>
            <a:ext cx="317500" cy="192088"/>
          </a:xfrm>
          <a:custGeom>
            <a:avLst/>
            <a:gdLst>
              <a:gd name="T0" fmla="*/ 2147483646 w 200"/>
              <a:gd name="T1" fmla="*/ 2147483646 h 121"/>
              <a:gd name="T2" fmla="*/ 2147483646 w 200"/>
              <a:gd name="T3" fmla="*/ 2147483646 h 121"/>
              <a:gd name="T4" fmla="*/ 2147483646 w 200"/>
              <a:gd name="T5" fmla="*/ 2147483646 h 121"/>
              <a:gd name="T6" fmla="*/ 2147483646 w 200"/>
              <a:gd name="T7" fmla="*/ 2147483646 h 121"/>
              <a:gd name="T8" fmla="*/ 2147483646 w 200"/>
              <a:gd name="T9" fmla="*/ 0 h 121"/>
              <a:gd name="T10" fmla="*/ 2147483646 w 200"/>
              <a:gd name="T11" fmla="*/ 2147483646 h 121"/>
              <a:gd name="T12" fmla="*/ 2147483646 w 200"/>
              <a:gd name="T13" fmla="*/ 2147483646 h 121"/>
              <a:gd name="T14" fmla="*/ 2147483646 w 200"/>
              <a:gd name="T15" fmla="*/ 2147483646 h 121"/>
              <a:gd name="T16" fmla="*/ 0 w 200"/>
              <a:gd name="T17" fmla="*/ 2147483646 h 121"/>
              <a:gd name="T18" fmla="*/ 2147483646 w 200"/>
              <a:gd name="T19" fmla="*/ 2147483646 h 121"/>
              <a:gd name="T20" fmla="*/ 2147483646 w 200"/>
              <a:gd name="T21" fmla="*/ 2147483646 h 121"/>
              <a:gd name="T22" fmla="*/ 2147483646 w 200"/>
              <a:gd name="T23" fmla="*/ 2147483646 h 121"/>
              <a:gd name="T24" fmla="*/ 2147483646 w 200"/>
              <a:gd name="T25" fmla="*/ 2147483646 h 121"/>
              <a:gd name="T26" fmla="*/ 2147483646 w 200"/>
              <a:gd name="T27" fmla="*/ 2147483646 h 121"/>
              <a:gd name="T28" fmla="*/ 2147483646 w 200"/>
              <a:gd name="T29" fmla="*/ 2147483646 h 121"/>
              <a:gd name="T30" fmla="*/ 2147483646 w 200"/>
              <a:gd name="T31" fmla="*/ 2147483646 h 121"/>
              <a:gd name="T32" fmla="*/ 2147483646 w 200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0" h="121">
                <a:moveTo>
                  <a:pt x="200" y="59"/>
                </a:moveTo>
                <a:lnTo>
                  <a:pt x="190" y="38"/>
                </a:lnTo>
                <a:lnTo>
                  <a:pt x="169" y="18"/>
                </a:lnTo>
                <a:lnTo>
                  <a:pt x="138" y="4"/>
                </a:lnTo>
                <a:lnTo>
                  <a:pt x="100" y="0"/>
                </a:lnTo>
                <a:lnTo>
                  <a:pt x="62" y="4"/>
                </a:lnTo>
                <a:lnTo>
                  <a:pt x="28" y="18"/>
                </a:lnTo>
                <a:lnTo>
                  <a:pt x="7" y="38"/>
                </a:lnTo>
                <a:lnTo>
                  <a:pt x="0" y="59"/>
                </a:lnTo>
                <a:lnTo>
                  <a:pt x="7" y="83"/>
                </a:lnTo>
                <a:lnTo>
                  <a:pt x="28" y="104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4"/>
                </a:lnTo>
                <a:lnTo>
                  <a:pt x="190" y="83"/>
                </a:lnTo>
                <a:lnTo>
                  <a:pt x="200" y="59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0" name="Freeform 685"/>
          <p:cNvSpPr>
            <a:spLocks/>
          </p:cNvSpPr>
          <p:nvPr/>
        </p:nvSpPr>
        <p:spPr bwMode="auto">
          <a:xfrm>
            <a:off x="6838950" y="4906963"/>
            <a:ext cx="328613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90" y="45"/>
                </a:lnTo>
                <a:lnTo>
                  <a:pt x="193" y="45"/>
                </a:lnTo>
                <a:lnTo>
                  <a:pt x="172" y="24"/>
                </a:lnTo>
                <a:lnTo>
                  <a:pt x="141" y="10"/>
                </a:lnTo>
                <a:lnTo>
                  <a:pt x="103" y="7"/>
                </a:lnTo>
                <a:lnTo>
                  <a:pt x="65" y="10"/>
                </a:lnTo>
                <a:lnTo>
                  <a:pt x="69" y="10"/>
                </a:lnTo>
                <a:lnTo>
                  <a:pt x="34" y="24"/>
                </a:lnTo>
                <a:lnTo>
                  <a:pt x="14" y="45"/>
                </a:lnTo>
                <a:lnTo>
                  <a:pt x="7" y="66"/>
                </a:lnTo>
                <a:lnTo>
                  <a:pt x="7" y="62"/>
                </a:lnTo>
                <a:lnTo>
                  <a:pt x="14" y="86"/>
                </a:lnTo>
                <a:lnTo>
                  <a:pt x="34" y="107"/>
                </a:lnTo>
                <a:lnTo>
                  <a:pt x="34" y="104"/>
                </a:lnTo>
                <a:lnTo>
                  <a:pt x="69" y="114"/>
                </a:lnTo>
                <a:lnTo>
                  <a:pt x="65" y="114"/>
                </a:lnTo>
                <a:lnTo>
                  <a:pt x="103" y="121"/>
                </a:lnTo>
                <a:lnTo>
                  <a:pt x="141" y="114"/>
                </a:lnTo>
                <a:lnTo>
                  <a:pt x="172" y="104"/>
                </a:lnTo>
                <a:lnTo>
                  <a:pt x="172" y="107"/>
                </a:lnTo>
                <a:lnTo>
                  <a:pt x="193" y="86"/>
                </a:lnTo>
                <a:lnTo>
                  <a:pt x="190" y="86"/>
                </a:lnTo>
                <a:lnTo>
                  <a:pt x="200" y="62"/>
                </a:lnTo>
                <a:lnTo>
                  <a:pt x="207" y="66"/>
                </a:lnTo>
                <a:lnTo>
                  <a:pt x="197" y="90"/>
                </a:lnTo>
                <a:lnTo>
                  <a:pt x="176" y="110"/>
                </a:lnTo>
                <a:lnTo>
                  <a:pt x="145" y="121"/>
                </a:lnTo>
                <a:lnTo>
                  <a:pt x="141" y="121"/>
                </a:lnTo>
                <a:lnTo>
                  <a:pt x="103" y="128"/>
                </a:lnTo>
                <a:lnTo>
                  <a:pt x="65" y="121"/>
                </a:lnTo>
                <a:lnTo>
                  <a:pt x="31" y="110"/>
                </a:lnTo>
                <a:lnTo>
                  <a:pt x="10" y="90"/>
                </a:lnTo>
                <a:lnTo>
                  <a:pt x="7" y="90"/>
                </a:lnTo>
                <a:lnTo>
                  <a:pt x="0" y="66"/>
                </a:lnTo>
                <a:lnTo>
                  <a:pt x="0" y="62"/>
                </a:lnTo>
                <a:lnTo>
                  <a:pt x="7" y="41"/>
                </a:lnTo>
                <a:lnTo>
                  <a:pt x="10" y="41"/>
                </a:lnTo>
                <a:lnTo>
                  <a:pt x="31" y="21"/>
                </a:lnTo>
                <a:lnTo>
                  <a:pt x="31" y="17"/>
                </a:lnTo>
                <a:lnTo>
                  <a:pt x="65" y="3"/>
                </a:lnTo>
                <a:lnTo>
                  <a:pt x="103" y="0"/>
                </a:lnTo>
                <a:lnTo>
                  <a:pt x="141" y="3"/>
                </a:lnTo>
                <a:lnTo>
                  <a:pt x="145" y="3"/>
                </a:lnTo>
                <a:lnTo>
                  <a:pt x="176" y="17"/>
                </a:lnTo>
                <a:lnTo>
                  <a:pt x="176" y="21"/>
                </a:lnTo>
                <a:lnTo>
                  <a:pt x="197" y="41"/>
                </a:lnTo>
                <a:lnTo>
                  <a:pt x="207" y="62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1" name="Freeform 686"/>
          <p:cNvSpPr>
            <a:spLocks/>
          </p:cNvSpPr>
          <p:nvPr/>
        </p:nvSpPr>
        <p:spPr bwMode="auto">
          <a:xfrm>
            <a:off x="7156450" y="5005388"/>
            <a:ext cx="11113" cy="6350"/>
          </a:xfrm>
          <a:custGeom>
            <a:avLst/>
            <a:gdLst>
              <a:gd name="T0" fmla="*/ 0 w 7"/>
              <a:gd name="T1" fmla="*/ 0 h 4"/>
              <a:gd name="T2" fmla="*/ 0 w 7"/>
              <a:gd name="T3" fmla="*/ 0 h 4"/>
              <a:gd name="T4" fmla="*/ 0 w 7"/>
              <a:gd name="T5" fmla="*/ 2147483646 h 4"/>
              <a:gd name="T6" fmla="*/ 2147483646 w 7"/>
              <a:gd name="T7" fmla="*/ 0 h 4"/>
              <a:gd name="T8" fmla="*/ 2147483646 w 7"/>
              <a:gd name="T9" fmla="*/ 2147483646 h 4"/>
              <a:gd name="T10" fmla="*/ 2147483646 w 7"/>
              <a:gd name="T11" fmla="*/ 2147483646 h 4"/>
              <a:gd name="T12" fmla="*/ 0 w 7"/>
              <a:gd name="T13" fmla="*/ 0 h 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lnTo>
                  <a:pt x="7" y="0"/>
                </a:lnTo>
                <a:lnTo>
                  <a:pt x="7" y="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2" name="Rectangle 687"/>
          <p:cNvSpPr>
            <a:spLocks noChangeArrowheads="1"/>
          </p:cNvSpPr>
          <p:nvPr/>
        </p:nvSpPr>
        <p:spPr bwMode="auto">
          <a:xfrm>
            <a:off x="6937375" y="4949825"/>
            <a:ext cx="1968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MIA</a:t>
            </a:r>
            <a:endParaRPr lang="en-US" altLang="en-US" sz="2400"/>
          </a:p>
        </p:txBody>
      </p:sp>
      <p:sp>
        <p:nvSpPr>
          <p:cNvPr id="39023" name="Freeform 688"/>
          <p:cNvSpPr>
            <a:spLocks/>
          </p:cNvSpPr>
          <p:nvPr/>
        </p:nvSpPr>
        <p:spPr bwMode="auto">
          <a:xfrm>
            <a:off x="6092825" y="3475038"/>
            <a:ext cx="319088" cy="192087"/>
          </a:xfrm>
          <a:custGeom>
            <a:avLst/>
            <a:gdLst>
              <a:gd name="T0" fmla="*/ 2147483646 w 201"/>
              <a:gd name="T1" fmla="*/ 2147483646 h 121"/>
              <a:gd name="T2" fmla="*/ 2147483646 w 201"/>
              <a:gd name="T3" fmla="*/ 2147483646 h 121"/>
              <a:gd name="T4" fmla="*/ 2147483646 w 201"/>
              <a:gd name="T5" fmla="*/ 2147483646 h 121"/>
              <a:gd name="T6" fmla="*/ 2147483646 w 201"/>
              <a:gd name="T7" fmla="*/ 2147483646 h 121"/>
              <a:gd name="T8" fmla="*/ 2147483646 w 201"/>
              <a:gd name="T9" fmla="*/ 0 h 121"/>
              <a:gd name="T10" fmla="*/ 2147483646 w 201"/>
              <a:gd name="T11" fmla="*/ 2147483646 h 121"/>
              <a:gd name="T12" fmla="*/ 2147483646 w 201"/>
              <a:gd name="T13" fmla="*/ 2147483646 h 121"/>
              <a:gd name="T14" fmla="*/ 2147483646 w 201"/>
              <a:gd name="T15" fmla="*/ 2147483646 h 121"/>
              <a:gd name="T16" fmla="*/ 0 w 201"/>
              <a:gd name="T17" fmla="*/ 2147483646 h 121"/>
              <a:gd name="T18" fmla="*/ 2147483646 w 201"/>
              <a:gd name="T19" fmla="*/ 2147483646 h 121"/>
              <a:gd name="T20" fmla="*/ 2147483646 w 201"/>
              <a:gd name="T21" fmla="*/ 2147483646 h 121"/>
              <a:gd name="T22" fmla="*/ 2147483646 w 201"/>
              <a:gd name="T23" fmla="*/ 2147483646 h 121"/>
              <a:gd name="T24" fmla="*/ 2147483646 w 201"/>
              <a:gd name="T25" fmla="*/ 2147483646 h 121"/>
              <a:gd name="T26" fmla="*/ 2147483646 w 201"/>
              <a:gd name="T27" fmla="*/ 2147483646 h 121"/>
              <a:gd name="T28" fmla="*/ 2147483646 w 201"/>
              <a:gd name="T29" fmla="*/ 2147483646 h 121"/>
              <a:gd name="T30" fmla="*/ 2147483646 w 201"/>
              <a:gd name="T31" fmla="*/ 2147483646 h 121"/>
              <a:gd name="T32" fmla="*/ 2147483646 w 201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1" h="121">
                <a:moveTo>
                  <a:pt x="201" y="58"/>
                </a:moveTo>
                <a:lnTo>
                  <a:pt x="190" y="38"/>
                </a:lnTo>
                <a:lnTo>
                  <a:pt x="169" y="17"/>
                </a:lnTo>
                <a:lnTo>
                  <a:pt x="138" y="3"/>
                </a:lnTo>
                <a:lnTo>
                  <a:pt x="100" y="0"/>
                </a:lnTo>
                <a:lnTo>
                  <a:pt x="62" y="3"/>
                </a:lnTo>
                <a:lnTo>
                  <a:pt x="28" y="17"/>
                </a:lnTo>
                <a:lnTo>
                  <a:pt x="7" y="38"/>
                </a:lnTo>
                <a:lnTo>
                  <a:pt x="0" y="58"/>
                </a:lnTo>
                <a:lnTo>
                  <a:pt x="7" y="83"/>
                </a:lnTo>
                <a:lnTo>
                  <a:pt x="28" y="103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3"/>
                </a:lnTo>
                <a:lnTo>
                  <a:pt x="190" y="83"/>
                </a:lnTo>
                <a:lnTo>
                  <a:pt x="201" y="5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4" name="Freeform 689"/>
          <p:cNvSpPr>
            <a:spLocks/>
          </p:cNvSpPr>
          <p:nvPr/>
        </p:nvSpPr>
        <p:spPr bwMode="auto">
          <a:xfrm>
            <a:off x="6088063" y="3468688"/>
            <a:ext cx="328612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90" y="45"/>
                </a:lnTo>
                <a:lnTo>
                  <a:pt x="193" y="45"/>
                </a:lnTo>
                <a:lnTo>
                  <a:pt x="172" y="24"/>
                </a:lnTo>
                <a:lnTo>
                  <a:pt x="141" y="10"/>
                </a:lnTo>
                <a:lnTo>
                  <a:pt x="103" y="7"/>
                </a:lnTo>
                <a:lnTo>
                  <a:pt x="65" y="10"/>
                </a:lnTo>
                <a:lnTo>
                  <a:pt x="69" y="10"/>
                </a:lnTo>
                <a:lnTo>
                  <a:pt x="34" y="24"/>
                </a:lnTo>
                <a:lnTo>
                  <a:pt x="14" y="45"/>
                </a:lnTo>
                <a:lnTo>
                  <a:pt x="7" y="66"/>
                </a:lnTo>
                <a:lnTo>
                  <a:pt x="7" y="62"/>
                </a:lnTo>
                <a:lnTo>
                  <a:pt x="14" y="87"/>
                </a:lnTo>
                <a:lnTo>
                  <a:pt x="34" y="107"/>
                </a:lnTo>
                <a:lnTo>
                  <a:pt x="34" y="104"/>
                </a:lnTo>
                <a:lnTo>
                  <a:pt x="69" y="114"/>
                </a:lnTo>
                <a:lnTo>
                  <a:pt x="65" y="114"/>
                </a:lnTo>
                <a:lnTo>
                  <a:pt x="103" y="121"/>
                </a:lnTo>
                <a:lnTo>
                  <a:pt x="141" y="114"/>
                </a:lnTo>
                <a:lnTo>
                  <a:pt x="172" y="104"/>
                </a:lnTo>
                <a:lnTo>
                  <a:pt x="172" y="107"/>
                </a:lnTo>
                <a:lnTo>
                  <a:pt x="193" y="87"/>
                </a:lnTo>
                <a:lnTo>
                  <a:pt x="190" y="87"/>
                </a:lnTo>
                <a:lnTo>
                  <a:pt x="200" y="62"/>
                </a:lnTo>
                <a:lnTo>
                  <a:pt x="207" y="66"/>
                </a:lnTo>
                <a:lnTo>
                  <a:pt x="197" y="90"/>
                </a:lnTo>
                <a:lnTo>
                  <a:pt x="176" y="111"/>
                </a:lnTo>
                <a:lnTo>
                  <a:pt x="145" y="121"/>
                </a:lnTo>
                <a:lnTo>
                  <a:pt x="141" y="121"/>
                </a:lnTo>
                <a:lnTo>
                  <a:pt x="103" y="128"/>
                </a:lnTo>
                <a:lnTo>
                  <a:pt x="65" y="121"/>
                </a:lnTo>
                <a:lnTo>
                  <a:pt x="31" y="111"/>
                </a:lnTo>
                <a:lnTo>
                  <a:pt x="10" y="90"/>
                </a:lnTo>
                <a:lnTo>
                  <a:pt x="7" y="90"/>
                </a:lnTo>
                <a:lnTo>
                  <a:pt x="0" y="66"/>
                </a:lnTo>
                <a:lnTo>
                  <a:pt x="0" y="62"/>
                </a:lnTo>
                <a:lnTo>
                  <a:pt x="7" y="42"/>
                </a:lnTo>
                <a:lnTo>
                  <a:pt x="10" y="42"/>
                </a:lnTo>
                <a:lnTo>
                  <a:pt x="31" y="21"/>
                </a:lnTo>
                <a:lnTo>
                  <a:pt x="31" y="17"/>
                </a:lnTo>
                <a:lnTo>
                  <a:pt x="65" y="4"/>
                </a:lnTo>
                <a:lnTo>
                  <a:pt x="103" y="0"/>
                </a:lnTo>
                <a:lnTo>
                  <a:pt x="141" y="4"/>
                </a:lnTo>
                <a:lnTo>
                  <a:pt x="145" y="4"/>
                </a:lnTo>
                <a:lnTo>
                  <a:pt x="176" y="17"/>
                </a:lnTo>
                <a:lnTo>
                  <a:pt x="176" y="21"/>
                </a:lnTo>
                <a:lnTo>
                  <a:pt x="197" y="42"/>
                </a:lnTo>
                <a:lnTo>
                  <a:pt x="207" y="62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5" name="Freeform 690"/>
          <p:cNvSpPr>
            <a:spLocks/>
          </p:cNvSpPr>
          <p:nvPr/>
        </p:nvSpPr>
        <p:spPr bwMode="auto">
          <a:xfrm>
            <a:off x="6405563" y="3567113"/>
            <a:ext cx="11112" cy="6350"/>
          </a:xfrm>
          <a:custGeom>
            <a:avLst/>
            <a:gdLst>
              <a:gd name="T0" fmla="*/ 0 w 7"/>
              <a:gd name="T1" fmla="*/ 0 h 4"/>
              <a:gd name="T2" fmla="*/ 0 w 7"/>
              <a:gd name="T3" fmla="*/ 0 h 4"/>
              <a:gd name="T4" fmla="*/ 0 w 7"/>
              <a:gd name="T5" fmla="*/ 2147483646 h 4"/>
              <a:gd name="T6" fmla="*/ 2147483646 w 7"/>
              <a:gd name="T7" fmla="*/ 0 h 4"/>
              <a:gd name="T8" fmla="*/ 2147483646 w 7"/>
              <a:gd name="T9" fmla="*/ 2147483646 h 4"/>
              <a:gd name="T10" fmla="*/ 2147483646 w 7"/>
              <a:gd name="T11" fmla="*/ 2147483646 h 4"/>
              <a:gd name="T12" fmla="*/ 0 w 7"/>
              <a:gd name="T13" fmla="*/ 0 h 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lnTo>
                  <a:pt x="7" y="0"/>
                </a:lnTo>
                <a:lnTo>
                  <a:pt x="7" y="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6" name="Rectangle 691"/>
          <p:cNvSpPr>
            <a:spLocks noChangeArrowheads="1"/>
          </p:cNvSpPr>
          <p:nvPr/>
        </p:nvSpPr>
        <p:spPr bwMode="auto">
          <a:xfrm>
            <a:off x="6173788" y="3513138"/>
            <a:ext cx="21431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ORD</a:t>
            </a:r>
            <a:endParaRPr lang="en-US" altLang="en-US" sz="2400"/>
          </a:p>
        </p:txBody>
      </p:sp>
      <p:sp>
        <p:nvSpPr>
          <p:cNvPr id="39027" name="Freeform 692"/>
          <p:cNvSpPr>
            <a:spLocks/>
          </p:cNvSpPr>
          <p:nvPr/>
        </p:nvSpPr>
        <p:spPr bwMode="auto">
          <a:xfrm>
            <a:off x="4751388" y="4587875"/>
            <a:ext cx="317500" cy="192088"/>
          </a:xfrm>
          <a:custGeom>
            <a:avLst/>
            <a:gdLst>
              <a:gd name="T0" fmla="*/ 2147483646 w 200"/>
              <a:gd name="T1" fmla="*/ 2147483646 h 121"/>
              <a:gd name="T2" fmla="*/ 2147483646 w 200"/>
              <a:gd name="T3" fmla="*/ 2147483646 h 121"/>
              <a:gd name="T4" fmla="*/ 2147483646 w 200"/>
              <a:gd name="T5" fmla="*/ 2147483646 h 121"/>
              <a:gd name="T6" fmla="*/ 2147483646 w 200"/>
              <a:gd name="T7" fmla="*/ 2147483646 h 121"/>
              <a:gd name="T8" fmla="*/ 2147483646 w 200"/>
              <a:gd name="T9" fmla="*/ 0 h 121"/>
              <a:gd name="T10" fmla="*/ 2147483646 w 200"/>
              <a:gd name="T11" fmla="*/ 2147483646 h 121"/>
              <a:gd name="T12" fmla="*/ 2147483646 w 200"/>
              <a:gd name="T13" fmla="*/ 2147483646 h 121"/>
              <a:gd name="T14" fmla="*/ 2147483646 w 200"/>
              <a:gd name="T15" fmla="*/ 2147483646 h 121"/>
              <a:gd name="T16" fmla="*/ 0 w 200"/>
              <a:gd name="T17" fmla="*/ 2147483646 h 121"/>
              <a:gd name="T18" fmla="*/ 2147483646 w 200"/>
              <a:gd name="T19" fmla="*/ 2147483646 h 121"/>
              <a:gd name="T20" fmla="*/ 2147483646 w 200"/>
              <a:gd name="T21" fmla="*/ 2147483646 h 121"/>
              <a:gd name="T22" fmla="*/ 2147483646 w 200"/>
              <a:gd name="T23" fmla="*/ 2147483646 h 121"/>
              <a:gd name="T24" fmla="*/ 2147483646 w 200"/>
              <a:gd name="T25" fmla="*/ 2147483646 h 121"/>
              <a:gd name="T26" fmla="*/ 2147483646 w 200"/>
              <a:gd name="T27" fmla="*/ 2147483646 h 121"/>
              <a:gd name="T28" fmla="*/ 2147483646 w 200"/>
              <a:gd name="T29" fmla="*/ 2147483646 h 121"/>
              <a:gd name="T30" fmla="*/ 2147483646 w 200"/>
              <a:gd name="T31" fmla="*/ 2147483646 h 121"/>
              <a:gd name="T32" fmla="*/ 2147483646 w 200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0" h="121">
                <a:moveTo>
                  <a:pt x="200" y="59"/>
                </a:moveTo>
                <a:lnTo>
                  <a:pt x="189" y="38"/>
                </a:lnTo>
                <a:lnTo>
                  <a:pt x="169" y="18"/>
                </a:lnTo>
                <a:lnTo>
                  <a:pt x="138" y="4"/>
                </a:lnTo>
                <a:lnTo>
                  <a:pt x="100" y="0"/>
                </a:lnTo>
                <a:lnTo>
                  <a:pt x="62" y="4"/>
                </a:lnTo>
                <a:lnTo>
                  <a:pt x="27" y="18"/>
                </a:lnTo>
                <a:lnTo>
                  <a:pt x="6" y="38"/>
                </a:lnTo>
                <a:lnTo>
                  <a:pt x="0" y="59"/>
                </a:lnTo>
                <a:lnTo>
                  <a:pt x="6" y="83"/>
                </a:lnTo>
                <a:lnTo>
                  <a:pt x="27" y="104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4"/>
                </a:lnTo>
                <a:lnTo>
                  <a:pt x="189" y="83"/>
                </a:lnTo>
                <a:lnTo>
                  <a:pt x="200" y="59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8" name="Freeform 693"/>
          <p:cNvSpPr>
            <a:spLocks/>
          </p:cNvSpPr>
          <p:nvPr/>
        </p:nvSpPr>
        <p:spPr bwMode="auto">
          <a:xfrm>
            <a:off x="4745038" y="4583113"/>
            <a:ext cx="328612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90" y="45"/>
                </a:lnTo>
                <a:lnTo>
                  <a:pt x="193" y="45"/>
                </a:lnTo>
                <a:lnTo>
                  <a:pt x="173" y="24"/>
                </a:lnTo>
                <a:lnTo>
                  <a:pt x="142" y="10"/>
                </a:lnTo>
                <a:lnTo>
                  <a:pt x="104" y="7"/>
                </a:lnTo>
                <a:lnTo>
                  <a:pt x="66" y="10"/>
                </a:lnTo>
                <a:lnTo>
                  <a:pt x="69" y="10"/>
                </a:lnTo>
                <a:lnTo>
                  <a:pt x="35" y="24"/>
                </a:lnTo>
                <a:lnTo>
                  <a:pt x="14" y="45"/>
                </a:lnTo>
                <a:lnTo>
                  <a:pt x="7" y="66"/>
                </a:lnTo>
                <a:lnTo>
                  <a:pt x="7" y="62"/>
                </a:lnTo>
                <a:lnTo>
                  <a:pt x="14" y="86"/>
                </a:lnTo>
                <a:lnTo>
                  <a:pt x="35" y="107"/>
                </a:lnTo>
                <a:lnTo>
                  <a:pt x="35" y="104"/>
                </a:lnTo>
                <a:lnTo>
                  <a:pt x="69" y="114"/>
                </a:lnTo>
                <a:lnTo>
                  <a:pt x="66" y="114"/>
                </a:lnTo>
                <a:lnTo>
                  <a:pt x="104" y="121"/>
                </a:lnTo>
                <a:lnTo>
                  <a:pt x="142" y="114"/>
                </a:lnTo>
                <a:lnTo>
                  <a:pt x="173" y="104"/>
                </a:lnTo>
                <a:lnTo>
                  <a:pt x="173" y="107"/>
                </a:lnTo>
                <a:lnTo>
                  <a:pt x="193" y="86"/>
                </a:lnTo>
                <a:lnTo>
                  <a:pt x="190" y="86"/>
                </a:lnTo>
                <a:lnTo>
                  <a:pt x="200" y="62"/>
                </a:lnTo>
                <a:lnTo>
                  <a:pt x="207" y="66"/>
                </a:lnTo>
                <a:lnTo>
                  <a:pt x="197" y="90"/>
                </a:lnTo>
                <a:lnTo>
                  <a:pt x="176" y="110"/>
                </a:lnTo>
                <a:lnTo>
                  <a:pt x="145" y="121"/>
                </a:lnTo>
                <a:lnTo>
                  <a:pt x="142" y="121"/>
                </a:lnTo>
                <a:lnTo>
                  <a:pt x="104" y="128"/>
                </a:lnTo>
                <a:lnTo>
                  <a:pt x="66" y="121"/>
                </a:lnTo>
                <a:lnTo>
                  <a:pt x="31" y="110"/>
                </a:lnTo>
                <a:lnTo>
                  <a:pt x="10" y="90"/>
                </a:lnTo>
                <a:lnTo>
                  <a:pt x="7" y="90"/>
                </a:lnTo>
                <a:lnTo>
                  <a:pt x="0" y="66"/>
                </a:lnTo>
                <a:lnTo>
                  <a:pt x="0" y="62"/>
                </a:lnTo>
                <a:lnTo>
                  <a:pt x="7" y="41"/>
                </a:lnTo>
                <a:lnTo>
                  <a:pt x="10" y="41"/>
                </a:lnTo>
                <a:lnTo>
                  <a:pt x="31" y="21"/>
                </a:lnTo>
                <a:lnTo>
                  <a:pt x="31" y="17"/>
                </a:lnTo>
                <a:lnTo>
                  <a:pt x="66" y="3"/>
                </a:lnTo>
                <a:lnTo>
                  <a:pt x="104" y="0"/>
                </a:lnTo>
                <a:lnTo>
                  <a:pt x="142" y="3"/>
                </a:lnTo>
                <a:lnTo>
                  <a:pt x="145" y="3"/>
                </a:lnTo>
                <a:lnTo>
                  <a:pt x="176" y="17"/>
                </a:lnTo>
                <a:lnTo>
                  <a:pt x="176" y="21"/>
                </a:lnTo>
                <a:lnTo>
                  <a:pt x="197" y="41"/>
                </a:lnTo>
                <a:lnTo>
                  <a:pt x="207" y="62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29" name="Freeform 694"/>
          <p:cNvSpPr>
            <a:spLocks/>
          </p:cNvSpPr>
          <p:nvPr/>
        </p:nvSpPr>
        <p:spPr bwMode="auto">
          <a:xfrm>
            <a:off x="5062538" y="4681538"/>
            <a:ext cx="11112" cy="6350"/>
          </a:xfrm>
          <a:custGeom>
            <a:avLst/>
            <a:gdLst>
              <a:gd name="T0" fmla="*/ 0 w 7"/>
              <a:gd name="T1" fmla="*/ 0 h 4"/>
              <a:gd name="T2" fmla="*/ 0 w 7"/>
              <a:gd name="T3" fmla="*/ 0 h 4"/>
              <a:gd name="T4" fmla="*/ 0 w 7"/>
              <a:gd name="T5" fmla="*/ 2147483646 h 4"/>
              <a:gd name="T6" fmla="*/ 2147483646 w 7"/>
              <a:gd name="T7" fmla="*/ 0 h 4"/>
              <a:gd name="T8" fmla="*/ 2147483646 w 7"/>
              <a:gd name="T9" fmla="*/ 2147483646 h 4"/>
              <a:gd name="T10" fmla="*/ 2147483646 w 7"/>
              <a:gd name="T11" fmla="*/ 2147483646 h 4"/>
              <a:gd name="T12" fmla="*/ 0 w 7"/>
              <a:gd name="T13" fmla="*/ 0 h 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lnTo>
                  <a:pt x="7" y="0"/>
                </a:lnTo>
                <a:lnTo>
                  <a:pt x="7" y="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30" name="Rectangle 695"/>
          <p:cNvSpPr>
            <a:spLocks noChangeArrowheads="1"/>
          </p:cNvSpPr>
          <p:nvPr/>
        </p:nvSpPr>
        <p:spPr bwMode="auto">
          <a:xfrm>
            <a:off x="4837113" y="4627563"/>
            <a:ext cx="20796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LAX</a:t>
            </a:r>
            <a:endParaRPr lang="en-US" altLang="en-US" sz="2400"/>
          </a:p>
        </p:txBody>
      </p:sp>
      <p:sp>
        <p:nvSpPr>
          <p:cNvPr id="39031" name="Freeform 696"/>
          <p:cNvSpPr>
            <a:spLocks/>
          </p:cNvSpPr>
          <p:nvPr/>
        </p:nvSpPr>
        <p:spPr bwMode="auto">
          <a:xfrm>
            <a:off x="5721350" y="4484688"/>
            <a:ext cx="317500" cy="192087"/>
          </a:xfrm>
          <a:custGeom>
            <a:avLst/>
            <a:gdLst>
              <a:gd name="T0" fmla="*/ 2147483646 w 200"/>
              <a:gd name="T1" fmla="*/ 2147483646 h 121"/>
              <a:gd name="T2" fmla="*/ 2147483646 w 200"/>
              <a:gd name="T3" fmla="*/ 2147483646 h 121"/>
              <a:gd name="T4" fmla="*/ 2147483646 w 200"/>
              <a:gd name="T5" fmla="*/ 2147483646 h 121"/>
              <a:gd name="T6" fmla="*/ 2147483646 w 200"/>
              <a:gd name="T7" fmla="*/ 2147483646 h 121"/>
              <a:gd name="T8" fmla="*/ 2147483646 w 200"/>
              <a:gd name="T9" fmla="*/ 0 h 121"/>
              <a:gd name="T10" fmla="*/ 2147483646 w 200"/>
              <a:gd name="T11" fmla="*/ 2147483646 h 121"/>
              <a:gd name="T12" fmla="*/ 2147483646 w 200"/>
              <a:gd name="T13" fmla="*/ 2147483646 h 121"/>
              <a:gd name="T14" fmla="*/ 2147483646 w 200"/>
              <a:gd name="T15" fmla="*/ 2147483646 h 121"/>
              <a:gd name="T16" fmla="*/ 0 w 200"/>
              <a:gd name="T17" fmla="*/ 2147483646 h 121"/>
              <a:gd name="T18" fmla="*/ 2147483646 w 200"/>
              <a:gd name="T19" fmla="*/ 2147483646 h 121"/>
              <a:gd name="T20" fmla="*/ 2147483646 w 200"/>
              <a:gd name="T21" fmla="*/ 2147483646 h 121"/>
              <a:gd name="T22" fmla="*/ 2147483646 w 200"/>
              <a:gd name="T23" fmla="*/ 2147483646 h 121"/>
              <a:gd name="T24" fmla="*/ 2147483646 w 200"/>
              <a:gd name="T25" fmla="*/ 2147483646 h 121"/>
              <a:gd name="T26" fmla="*/ 2147483646 w 200"/>
              <a:gd name="T27" fmla="*/ 2147483646 h 121"/>
              <a:gd name="T28" fmla="*/ 2147483646 w 200"/>
              <a:gd name="T29" fmla="*/ 2147483646 h 121"/>
              <a:gd name="T30" fmla="*/ 2147483646 w 200"/>
              <a:gd name="T31" fmla="*/ 2147483646 h 121"/>
              <a:gd name="T32" fmla="*/ 2147483646 w 200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0" h="121">
                <a:moveTo>
                  <a:pt x="200" y="58"/>
                </a:moveTo>
                <a:lnTo>
                  <a:pt x="189" y="38"/>
                </a:lnTo>
                <a:lnTo>
                  <a:pt x="169" y="17"/>
                </a:lnTo>
                <a:lnTo>
                  <a:pt x="138" y="3"/>
                </a:lnTo>
                <a:lnTo>
                  <a:pt x="100" y="0"/>
                </a:lnTo>
                <a:lnTo>
                  <a:pt x="62" y="3"/>
                </a:lnTo>
                <a:lnTo>
                  <a:pt x="27" y="17"/>
                </a:lnTo>
                <a:lnTo>
                  <a:pt x="6" y="38"/>
                </a:lnTo>
                <a:lnTo>
                  <a:pt x="0" y="58"/>
                </a:lnTo>
                <a:lnTo>
                  <a:pt x="6" y="83"/>
                </a:lnTo>
                <a:lnTo>
                  <a:pt x="27" y="103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3"/>
                </a:lnTo>
                <a:lnTo>
                  <a:pt x="189" y="83"/>
                </a:lnTo>
                <a:lnTo>
                  <a:pt x="200" y="5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32" name="Freeform 697"/>
          <p:cNvSpPr>
            <a:spLocks/>
          </p:cNvSpPr>
          <p:nvPr/>
        </p:nvSpPr>
        <p:spPr bwMode="auto">
          <a:xfrm>
            <a:off x="5715000" y="4478338"/>
            <a:ext cx="328613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90" y="45"/>
                </a:lnTo>
                <a:lnTo>
                  <a:pt x="193" y="45"/>
                </a:lnTo>
                <a:lnTo>
                  <a:pt x="173" y="24"/>
                </a:lnTo>
                <a:lnTo>
                  <a:pt x="142" y="11"/>
                </a:lnTo>
                <a:lnTo>
                  <a:pt x="104" y="7"/>
                </a:lnTo>
                <a:lnTo>
                  <a:pt x="66" y="11"/>
                </a:lnTo>
                <a:lnTo>
                  <a:pt x="69" y="11"/>
                </a:lnTo>
                <a:lnTo>
                  <a:pt x="35" y="24"/>
                </a:lnTo>
                <a:lnTo>
                  <a:pt x="14" y="45"/>
                </a:lnTo>
                <a:lnTo>
                  <a:pt x="7" y="66"/>
                </a:lnTo>
                <a:lnTo>
                  <a:pt x="7" y="62"/>
                </a:lnTo>
                <a:lnTo>
                  <a:pt x="14" y="87"/>
                </a:lnTo>
                <a:lnTo>
                  <a:pt x="35" y="107"/>
                </a:lnTo>
                <a:lnTo>
                  <a:pt x="35" y="104"/>
                </a:lnTo>
                <a:lnTo>
                  <a:pt x="69" y="114"/>
                </a:lnTo>
                <a:lnTo>
                  <a:pt x="66" y="114"/>
                </a:lnTo>
                <a:lnTo>
                  <a:pt x="104" y="121"/>
                </a:lnTo>
                <a:lnTo>
                  <a:pt x="142" y="114"/>
                </a:lnTo>
                <a:lnTo>
                  <a:pt x="173" y="104"/>
                </a:lnTo>
                <a:lnTo>
                  <a:pt x="173" y="107"/>
                </a:lnTo>
                <a:lnTo>
                  <a:pt x="193" y="87"/>
                </a:lnTo>
                <a:lnTo>
                  <a:pt x="190" y="87"/>
                </a:lnTo>
                <a:lnTo>
                  <a:pt x="200" y="62"/>
                </a:lnTo>
                <a:lnTo>
                  <a:pt x="207" y="66"/>
                </a:lnTo>
                <a:lnTo>
                  <a:pt x="197" y="90"/>
                </a:lnTo>
                <a:lnTo>
                  <a:pt x="176" y="111"/>
                </a:lnTo>
                <a:lnTo>
                  <a:pt x="145" y="121"/>
                </a:lnTo>
                <a:lnTo>
                  <a:pt x="142" y="121"/>
                </a:lnTo>
                <a:lnTo>
                  <a:pt x="104" y="128"/>
                </a:lnTo>
                <a:lnTo>
                  <a:pt x="66" y="121"/>
                </a:lnTo>
                <a:lnTo>
                  <a:pt x="31" y="111"/>
                </a:lnTo>
                <a:lnTo>
                  <a:pt x="10" y="90"/>
                </a:lnTo>
                <a:lnTo>
                  <a:pt x="7" y="90"/>
                </a:lnTo>
                <a:lnTo>
                  <a:pt x="0" y="66"/>
                </a:lnTo>
                <a:lnTo>
                  <a:pt x="0" y="62"/>
                </a:lnTo>
                <a:lnTo>
                  <a:pt x="7" y="42"/>
                </a:lnTo>
                <a:lnTo>
                  <a:pt x="10" y="42"/>
                </a:lnTo>
                <a:lnTo>
                  <a:pt x="31" y="21"/>
                </a:lnTo>
                <a:lnTo>
                  <a:pt x="31" y="17"/>
                </a:lnTo>
                <a:lnTo>
                  <a:pt x="66" y="4"/>
                </a:lnTo>
                <a:lnTo>
                  <a:pt x="104" y="0"/>
                </a:lnTo>
                <a:lnTo>
                  <a:pt x="142" y="4"/>
                </a:lnTo>
                <a:lnTo>
                  <a:pt x="145" y="4"/>
                </a:lnTo>
                <a:lnTo>
                  <a:pt x="176" y="17"/>
                </a:lnTo>
                <a:lnTo>
                  <a:pt x="176" y="21"/>
                </a:lnTo>
                <a:lnTo>
                  <a:pt x="197" y="42"/>
                </a:lnTo>
                <a:lnTo>
                  <a:pt x="207" y="62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33" name="Freeform 698"/>
          <p:cNvSpPr>
            <a:spLocks/>
          </p:cNvSpPr>
          <p:nvPr/>
        </p:nvSpPr>
        <p:spPr bwMode="auto">
          <a:xfrm>
            <a:off x="6032500" y="4576763"/>
            <a:ext cx="11113" cy="6350"/>
          </a:xfrm>
          <a:custGeom>
            <a:avLst/>
            <a:gdLst>
              <a:gd name="T0" fmla="*/ 0 w 7"/>
              <a:gd name="T1" fmla="*/ 0 h 4"/>
              <a:gd name="T2" fmla="*/ 0 w 7"/>
              <a:gd name="T3" fmla="*/ 0 h 4"/>
              <a:gd name="T4" fmla="*/ 0 w 7"/>
              <a:gd name="T5" fmla="*/ 2147483646 h 4"/>
              <a:gd name="T6" fmla="*/ 2147483646 w 7"/>
              <a:gd name="T7" fmla="*/ 0 h 4"/>
              <a:gd name="T8" fmla="*/ 2147483646 w 7"/>
              <a:gd name="T9" fmla="*/ 2147483646 h 4"/>
              <a:gd name="T10" fmla="*/ 2147483646 w 7"/>
              <a:gd name="T11" fmla="*/ 2147483646 h 4"/>
              <a:gd name="T12" fmla="*/ 0 w 7"/>
              <a:gd name="T13" fmla="*/ 0 h 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lnTo>
                  <a:pt x="7" y="0"/>
                </a:lnTo>
                <a:lnTo>
                  <a:pt x="7" y="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34" name="Rectangle 699"/>
          <p:cNvSpPr>
            <a:spLocks noChangeArrowheads="1"/>
          </p:cNvSpPr>
          <p:nvPr/>
        </p:nvSpPr>
        <p:spPr bwMode="auto">
          <a:xfrm>
            <a:off x="5794375" y="4522788"/>
            <a:ext cx="225425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DFW</a:t>
            </a:r>
            <a:endParaRPr lang="en-US" altLang="en-US" sz="2400"/>
          </a:p>
        </p:txBody>
      </p:sp>
      <p:sp>
        <p:nvSpPr>
          <p:cNvPr id="39035" name="Freeform 700"/>
          <p:cNvSpPr>
            <a:spLocks/>
          </p:cNvSpPr>
          <p:nvPr/>
        </p:nvSpPr>
        <p:spPr bwMode="auto">
          <a:xfrm>
            <a:off x="4700588" y="4029075"/>
            <a:ext cx="319087" cy="192088"/>
          </a:xfrm>
          <a:custGeom>
            <a:avLst/>
            <a:gdLst>
              <a:gd name="T0" fmla="*/ 2147483646 w 201"/>
              <a:gd name="T1" fmla="*/ 2147483646 h 121"/>
              <a:gd name="T2" fmla="*/ 2147483646 w 201"/>
              <a:gd name="T3" fmla="*/ 2147483646 h 121"/>
              <a:gd name="T4" fmla="*/ 2147483646 w 201"/>
              <a:gd name="T5" fmla="*/ 2147483646 h 121"/>
              <a:gd name="T6" fmla="*/ 2147483646 w 201"/>
              <a:gd name="T7" fmla="*/ 2147483646 h 121"/>
              <a:gd name="T8" fmla="*/ 2147483646 w 201"/>
              <a:gd name="T9" fmla="*/ 0 h 121"/>
              <a:gd name="T10" fmla="*/ 2147483646 w 201"/>
              <a:gd name="T11" fmla="*/ 2147483646 h 121"/>
              <a:gd name="T12" fmla="*/ 2147483646 w 201"/>
              <a:gd name="T13" fmla="*/ 2147483646 h 121"/>
              <a:gd name="T14" fmla="*/ 2147483646 w 201"/>
              <a:gd name="T15" fmla="*/ 2147483646 h 121"/>
              <a:gd name="T16" fmla="*/ 0 w 201"/>
              <a:gd name="T17" fmla="*/ 2147483646 h 121"/>
              <a:gd name="T18" fmla="*/ 2147483646 w 201"/>
              <a:gd name="T19" fmla="*/ 2147483646 h 121"/>
              <a:gd name="T20" fmla="*/ 2147483646 w 201"/>
              <a:gd name="T21" fmla="*/ 2147483646 h 121"/>
              <a:gd name="T22" fmla="*/ 2147483646 w 201"/>
              <a:gd name="T23" fmla="*/ 2147483646 h 121"/>
              <a:gd name="T24" fmla="*/ 2147483646 w 201"/>
              <a:gd name="T25" fmla="*/ 2147483646 h 121"/>
              <a:gd name="T26" fmla="*/ 2147483646 w 201"/>
              <a:gd name="T27" fmla="*/ 2147483646 h 121"/>
              <a:gd name="T28" fmla="*/ 2147483646 w 201"/>
              <a:gd name="T29" fmla="*/ 2147483646 h 121"/>
              <a:gd name="T30" fmla="*/ 2147483646 w 201"/>
              <a:gd name="T31" fmla="*/ 2147483646 h 121"/>
              <a:gd name="T32" fmla="*/ 2147483646 w 201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1" h="121">
                <a:moveTo>
                  <a:pt x="201" y="58"/>
                </a:moveTo>
                <a:lnTo>
                  <a:pt x="190" y="38"/>
                </a:lnTo>
                <a:lnTo>
                  <a:pt x="170" y="17"/>
                </a:lnTo>
                <a:lnTo>
                  <a:pt x="139" y="3"/>
                </a:lnTo>
                <a:lnTo>
                  <a:pt x="101" y="0"/>
                </a:lnTo>
                <a:lnTo>
                  <a:pt x="63" y="3"/>
                </a:lnTo>
                <a:lnTo>
                  <a:pt x="28" y="17"/>
                </a:lnTo>
                <a:lnTo>
                  <a:pt x="7" y="38"/>
                </a:lnTo>
                <a:lnTo>
                  <a:pt x="0" y="58"/>
                </a:lnTo>
                <a:lnTo>
                  <a:pt x="7" y="83"/>
                </a:lnTo>
                <a:lnTo>
                  <a:pt x="28" y="103"/>
                </a:lnTo>
                <a:lnTo>
                  <a:pt x="63" y="114"/>
                </a:lnTo>
                <a:lnTo>
                  <a:pt x="101" y="121"/>
                </a:lnTo>
                <a:lnTo>
                  <a:pt x="139" y="114"/>
                </a:lnTo>
                <a:lnTo>
                  <a:pt x="170" y="103"/>
                </a:lnTo>
                <a:lnTo>
                  <a:pt x="190" y="83"/>
                </a:lnTo>
                <a:lnTo>
                  <a:pt x="201" y="58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36" name="Freeform 701"/>
          <p:cNvSpPr>
            <a:spLocks/>
          </p:cNvSpPr>
          <p:nvPr/>
        </p:nvSpPr>
        <p:spPr bwMode="auto">
          <a:xfrm>
            <a:off x="4695825" y="4022725"/>
            <a:ext cx="328613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90" y="45"/>
                </a:lnTo>
                <a:lnTo>
                  <a:pt x="193" y="45"/>
                </a:lnTo>
                <a:lnTo>
                  <a:pt x="173" y="24"/>
                </a:lnTo>
                <a:lnTo>
                  <a:pt x="142" y="11"/>
                </a:lnTo>
                <a:lnTo>
                  <a:pt x="104" y="7"/>
                </a:lnTo>
                <a:lnTo>
                  <a:pt x="66" y="11"/>
                </a:lnTo>
                <a:lnTo>
                  <a:pt x="69" y="11"/>
                </a:lnTo>
                <a:lnTo>
                  <a:pt x="35" y="24"/>
                </a:lnTo>
                <a:lnTo>
                  <a:pt x="14" y="45"/>
                </a:lnTo>
                <a:lnTo>
                  <a:pt x="7" y="66"/>
                </a:lnTo>
                <a:lnTo>
                  <a:pt x="7" y="62"/>
                </a:lnTo>
                <a:lnTo>
                  <a:pt x="14" y="87"/>
                </a:lnTo>
                <a:lnTo>
                  <a:pt x="35" y="107"/>
                </a:lnTo>
                <a:lnTo>
                  <a:pt x="35" y="104"/>
                </a:lnTo>
                <a:lnTo>
                  <a:pt x="69" y="114"/>
                </a:lnTo>
                <a:lnTo>
                  <a:pt x="66" y="114"/>
                </a:lnTo>
                <a:lnTo>
                  <a:pt x="104" y="121"/>
                </a:lnTo>
                <a:lnTo>
                  <a:pt x="142" y="114"/>
                </a:lnTo>
                <a:lnTo>
                  <a:pt x="173" y="104"/>
                </a:lnTo>
                <a:lnTo>
                  <a:pt x="173" y="107"/>
                </a:lnTo>
                <a:lnTo>
                  <a:pt x="193" y="87"/>
                </a:lnTo>
                <a:lnTo>
                  <a:pt x="190" y="87"/>
                </a:lnTo>
                <a:lnTo>
                  <a:pt x="200" y="62"/>
                </a:lnTo>
                <a:lnTo>
                  <a:pt x="207" y="66"/>
                </a:lnTo>
                <a:lnTo>
                  <a:pt x="197" y="90"/>
                </a:lnTo>
                <a:lnTo>
                  <a:pt x="176" y="111"/>
                </a:lnTo>
                <a:lnTo>
                  <a:pt x="145" y="121"/>
                </a:lnTo>
                <a:lnTo>
                  <a:pt x="142" y="121"/>
                </a:lnTo>
                <a:lnTo>
                  <a:pt x="104" y="128"/>
                </a:lnTo>
                <a:lnTo>
                  <a:pt x="66" y="121"/>
                </a:lnTo>
                <a:lnTo>
                  <a:pt x="31" y="111"/>
                </a:lnTo>
                <a:lnTo>
                  <a:pt x="10" y="90"/>
                </a:lnTo>
                <a:lnTo>
                  <a:pt x="7" y="90"/>
                </a:lnTo>
                <a:lnTo>
                  <a:pt x="0" y="66"/>
                </a:lnTo>
                <a:lnTo>
                  <a:pt x="0" y="62"/>
                </a:lnTo>
                <a:lnTo>
                  <a:pt x="7" y="42"/>
                </a:lnTo>
                <a:lnTo>
                  <a:pt x="10" y="42"/>
                </a:lnTo>
                <a:lnTo>
                  <a:pt x="31" y="21"/>
                </a:lnTo>
                <a:lnTo>
                  <a:pt x="31" y="18"/>
                </a:lnTo>
                <a:lnTo>
                  <a:pt x="66" y="4"/>
                </a:lnTo>
                <a:lnTo>
                  <a:pt x="104" y="0"/>
                </a:lnTo>
                <a:lnTo>
                  <a:pt x="142" y="4"/>
                </a:lnTo>
                <a:lnTo>
                  <a:pt x="145" y="4"/>
                </a:lnTo>
                <a:lnTo>
                  <a:pt x="176" y="18"/>
                </a:lnTo>
                <a:lnTo>
                  <a:pt x="176" y="21"/>
                </a:lnTo>
                <a:lnTo>
                  <a:pt x="197" y="42"/>
                </a:lnTo>
                <a:lnTo>
                  <a:pt x="207" y="62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37" name="Freeform 702"/>
          <p:cNvSpPr>
            <a:spLocks/>
          </p:cNvSpPr>
          <p:nvPr/>
        </p:nvSpPr>
        <p:spPr bwMode="auto">
          <a:xfrm>
            <a:off x="5013325" y="4121150"/>
            <a:ext cx="11113" cy="6350"/>
          </a:xfrm>
          <a:custGeom>
            <a:avLst/>
            <a:gdLst>
              <a:gd name="T0" fmla="*/ 0 w 7"/>
              <a:gd name="T1" fmla="*/ 0 h 4"/>
              <a:gd name="T2" fmla="*/ 0 w 7"/>
              <a:gd name="T3" fmla="*/ 0 h 4"/>
              <a:gd name="T4" fmla="*/ 0 w 7"/>
              <a:gd name="T5" fmla="*/ 2147483646 h 4"/>
              <a:gd name="T6" fmla="*/ 2147483646 w 7"/>
              <a:gd name="T7" fmla="*/ 0 h 4"/>
              <a:gd name="T8" fmla="*/ 2147483646 w 7"/>
              <a:gd name="T9" fmla="*/ 2147483646 h 4"/>
              <a:gd name="T10" fmla="*/ 2147483646 w 7"/>
              <a:gd name="T11" fmla="*/ 2147483646 h 4"/>
              <a:gd name="T12" fmla="*/ 0 w 7"/>
              <a:gd name="T13" fmla="*/ 0 h 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4">
                <a:moveTo>
                  <a:pt x="0" y="0"/>
                </a:moveTo>
                <a:lnTo>
                  <a:pt x="0" y="0"/>
                </a:lnTo>
                <a:lnTo>
                  <a:pt x="0" y="4"/>
                </a:lnTo>
                <a:lnTo>
                  <a:pt x="7" y="0"/>
                </a:lnTo>
                <a:lnTo>
                  <a:pt x="7" y="4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38" name="Rectangle 703"/>
          <p:cNvSpPr>
            <a:spLocks noChangeArrowheads="1"/>
          </p:cNvSpPr>
          <p:nvPr/>
        </p:nvSpPr>
        <p:spPr bwMode="auto">
          <a:xfrm>
            <a:off x="4794250" y="4067175"/>
            <a:ext cx="187325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SFO</a:t>
            </a:r>
            <a:endParaRPr lang="en-US" altLang="en-US" sz="2400"/>
          </a:p>
        </p:txBody>
      </p:sp>
      <p:sp>
        <p:nvSpPr>
          <p:cNvPr id="39039" name="Freeform 704"/>
          <p:cNvSpPr>
            <a:spLocks/>
          </p:cNvSpPr>
          <p:nvPr/>
        </p:nvSpPr>
        <p:spPr bwMode="auto">
          <a:xfrm>
            <a:off x="6910388" y="4078288"/>
            <a:ext cx="317500" cy="192087"/>
          </a:xfrm>
          <a:custGeom>
            <a:avLst/>
            <a:gdLst>
              <a:gd name="T0" fmla="*/ 2147483646 w 200"/>
              <a:gd name="T1" fmla="*/ 2147483646 h 121"/>
              <a:gd name="T2" fmla="*/ 2147483646 w 200"/>
              <a:gd name="T3" fmla="*/ 2147483646 h 121"/>
              <a:gd name="T4" fmla="*/ 2147483646 w 200"/>
              <a:gd name="T5" fmla="*/ 2147483646 h 121"/>
              <a:gd name="T6" fmla="*/ 2147483646 w 200"/>
              <a:gd name="T7" fmla="*/ 2147483646 h 121"/>
              <a:gd name="T8" fmla="*/ 2147483646 w 200"/>
              <a:gd name="T9" fmla="*/ 0 h 121"/>
              <a:gd name="T10" fmla="*/ 2147483646 w 200"/>
              <a:gd name="T11" fmla="*/ 2147483646 h 121"/>
              <a:gd name="T12" fmla="*/ 2147483646 w 200"/>
              <a:gd name="T13" fmla="*/ 2147483646 h 121"/>
              <a:gd name="T14" fmla="*/ 2147483646 w 200"/>
              <a:gd name="T15" fmla="*/ 2147483646 h 121"/>
              <a:gd name="T16" fmla="*/ 0 w 200"/>
              <a:gd name="T17" fmla="*/ 2147483646 h 121"/>
              <a:gd name="T18" fmla="*/ 2147483646 w 200"/>
              <a:gd name="T19" fmla="*/ 2147483646 h 121"/>
              <a:gd name="T20" fmla="*/ 2147483646 w 200"/>
              <a:gd name="T21" fmla="*/ 2147483646 h 121"/>
              <a:gd name="T22" fmla="*/ 2147483646 w 200"/>
              <a:gd name="T23" fmla="*/ 2147483646 h 121"/>
              <a:gd name="T24" fmla="*/ 2147483646 w 200"/>
              <a:gd name="T25" fmla="*/ 2147483646 h 121"/>
              <a:gd name="T26" fmla="*/ 2147483646 w 200"/>
              <a:gd name="T27" fmla="*/ 2147483646 h 121"/>
              <a:gd name="T28" fmla="*/ 2147483646 w 200"/>
              <a:gd name="T29" fmla="*/ 2147483646 h 121"/>
              <a:gd name="T30" fmla="*/ 2147483646 w 200"/>
              <a:gd name="T31" fmla="*/ 2147483646 h 121"/>
              <a:gd name="T32" fmla="*/ 2147483646 w 200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0" h="121">
                <a:moveTo>
                  <a:pt x="200" y="59"/>
                </a:moveTo>
                <a:lnTo>
                  <a:pt x="190" y="38"/>
                </a:lnTo>
                <a:lnTo>
                  <a:pt x="169" y="17"/>
                </a:lnTo>
                <a:lnTo>
                  <a:pt x="138" y="3"/>
                </a:lnTo>
                <a:lnTo>
                  <a:pt x="100" y="0"/>
                </a:lnTo>
                <a:lnTo>
                  <a:pt x="62" y="3"/>
                </a:lnTo>
                <a:lnTo>
                  <a:pt x="27" y="17"/>
                </a:lnTo>
                <a:lnTo>
                  <a:pt x="7" y="38"/>
                </a:lnTo>
                <a:lnTo>
                  <a:pt x="0" y="59"/>
                </a:lnTo>
                <a:lnTo>
                  <a:pt x="7" y="83"/>
                </a:lnTo>
                <a:lnTo>
                  <a:pt x="27" y="104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4"/>
                </a:lnTo>
                <a:lnTo>
                  <a:pt x="190" y="83"/>
                </a:lnTo>
                <a:lnTo>
                  <a:pt x="200" y="59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40" name="Freeform 705"/>
          <p:cNvSpPr>
            <a:spLocks/>
          </p:cNvSpPr>
          <p:nvPr/>
        </p:nvSpPr>
        <p:spPr bwMode="auto">
          <a:xfrm>
            <a:off x="6904038" y="4071938"/>
            <a:ext cx="328612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0" y="66"/>
                </a:moveTo>
                <a:lnTo>
                  <a:pt x="190" y="45"/>
                </a:lnTo>
                <a:lnTo>
                  <a:pt x="194" y="45"/>
                </a:lnTo>
                <a:lnTo>
                  <a:pt x="173" y="25"/>
                </a:lnTo>
                <a:lnTo>
                  <a:pt x="142" y="11"/>
                </a:lnTo>
                <a:lnTo>
                  <a:pt x="104" y="7"/>
                </a:lnTo>
                <a:lnTo>
                  <a:pt x="66" y="11"/>
                </a:lnTo>
                <a:lnTo>
                  <a:pt x="69" y="11"/>
                </a:lnTo>
                <a:lnTo>
                  <a:pt x="35" y="25"/>
                </a:lnTo>
                <a:lnTo>
                  <a:pt x="14" y="45"/>
                </a:lnTo>
                <a:lnTo>
                  <a:pt x="7" y="66"/>
                </a:lnTo>
                <a:lnTo>
                  <a:pt x="7" y="63"/>
                </a:lnTo>
                <a:lnTo>
                  <a:pt x="14" y="87"/>
                </a:lnTo>
                <a:lnTo>
                  <a:pt x="35" y="108"/>
                </a:lnTo>
                <a:lnTo>
                  <a:pt x="35" y="104"/>
                </a:lnTo>
                <a:lnTo>
                  <a:pt x="69" y="114"/>
                </a:lnTo>
                <a:lnTo>
                  <a:pt x="66" y="114"/>
                </a:lnTo>
                <a:lnTo>
                  <a:pt x="104" y="121"/>
                </a:lnTo>
                <a:lnTo>
                  <a:pt x="142" y="114"/>
                </a:lnTo>
                <a:lnTo>
                  <a:pt x="173" y="104"/>
                </a:lnTo>
                <a:lnTo>
                  <a:pt x="173" y="108"/>
                </a:lnTo>
                <a:lnTo>
                  <a:pt x="194" y="87"/>
                </a:lnTo>
                <a:lnTo>
                  <a:pt x="190" y="87"/>
                </a:lnTo>
                <a:lnTo>
                  <a:pt x="200" y="63"/>
                </a:lnTo>
                <a:lnTo>
                  <a:pt x="207" y="66"/>
                </a:lnTo>
                <a:lnTo>
                  <a:pt x="197" y="90"/>
                </a:lnTo>
                <a:lnTo>
                  <a:pt x="176" y="111"/>
                </a:lnTo>
                <a:lnTo>
                  <a:pt x="145" y="121"/>
                </a:lnTo>
                <a:lnTo>
                  <a:pt x="142" y="121"/>
                </a:lnTo>
                <a:lnTo>
                  <a:pt x="104" y="128"/>
                </a:lnTo>
                <a:lnTo>
                  <a:pt x="66" y="121"/>
                </a:lnTo>
                <a:lnTo>
                  <a:pt x="31" y="111"/>
                </a:lnTo>
                <a:lnTo>
                  <a:pt x="11" y="90"/>
                </a:lnTo>
                <a:lnTo>
                  <a:pt x="7" y="90"/>
                </a:lnTo>
                <a:lnTo>
                  <a:pt x="0" y="66"/>
                </a:lnTo>
                <a:lnTo>
                  <a:pt x="0" y="63"/>
                </a:lnTo>
                <a:lnTo>
                  <a:pt x="7" y="42"/>
                </a:lnTo>
                <a:lnTo>
                  <a:pt x="11" y="42"/>
                </a:lnTo>
                <a:lnTo>
                  <a:pt x="31" y="21"/>
                </a:lnTo>
                <a:lnTo>
                  <a:pt x="31" y="18"/>
                </a:lnTo>
                <a:lnTo>
                  <a:pt x="66" y="4"/>
                </a:lnTo>
                <a:lnTo>
                  <a:pt x="104" y="0"/>
                </a:lnTo>
                <a:lnTo>
                  <a:pt x="142" y="4"/>
                </a:lnTo>
                <a:lnTo>
                  <a:pt x="145" y="4"/>
                </a:lnTo>
                <a:lnTo>
                  <a:pt x="176" y="18"/>
                </a:lnTo>
                <a:lnTo>
                  <a:pt x="176" y="21"/>
                </a:lnTo>
                <a:lnTo>
                  <a:pt x="197" y="42"/>
                </a:lnTo>
                <a:lnTo>
                  <a:pt x="207" y="63"/>
                </a:lnTo>
                <a:lnTo>
                  <a:pt x="200" y="66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41" name="Freeform 706"/>
          <p:cNvSpPr>
            <a:spLocks/>
          </p:cNvSpPr>
          <p:nvPr/>
        </p:nvSpPr>
        <p:spPr bwMode="auto">
          <a:xfrm>
            <a:off x="7221538" y="4171950"/>
            <a:ext cx="11112" cy="4763"/>
          </a:xfrm>
          <a:custGeom>
            <a:avLst/>
            <a:gdLst>
              <a:gd name="T0" fmla="*/ 0 w 7"/>
              <a:gd name="T1" fmla="*/ 0 h 3"/>
              <a:gd name="T2" fmla="*/ 0 w 7"/>
              <a:gd name="T3" fmla="*/ 0 h 3"/>
              <a:gd name="T4" fmla="*/ 0 w 7"/>
              <a:gd name="T5" fmla="*/ 2147483646 h 3"/>
              <a:gd name="T6" fmla="*/ 2147483646 w 7"/>
              <a:gd name="T7" fmla="*/ 0 h 3"/>
              <a:gd name="T8" fmla="*/ 2147483646 w 7"/>
              <a:gd name="T9" fmla="*/ 2147483646 h 3"/>
              <a:gd name="T10" fmla="*/ 2147483646 w 7"/>
              <a:gd name="T11" fmla="*/ 2147483646 h 3"/>
              <a:gd name="T12" fmla="*/ 0 w 7"/>
              <a:gd name="T13" fmla="*/ 0 h 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" h="3">
                <a:moveTo>
                  <a:pt x="0" y="0"/>
                </a:moveTo>
                <a:lnTo>
                  <a:pt x="0" y="0"/>
                </a:lnTo>
                <a:lnTo>
                  <a:pt x="0" y="3"/>
                </a:lnTo>
                <a:lnTo>
                  <a:pt x="7" y="0"/>
                </a:lnTo>
                <a:lnTo>
                  <a:pt x="7" y="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42" name="Rectangle 707"/>
          <p:cNvSpPr>
            <a:spLocks noChangeArrowheads="1"/>
          </p:cNvSpPr>
          <p:nvPr/>
        </p:nvSpPr>
        <p:spPr bwMode="auto">
          <a:xfrm>
            <a:off x="6997700" y="4116388"/>
            <a:ext cx="1968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BWI</a:t>
            </a:r>
            <a:endParaRPr lang="en-US" altLang="en-US" sz="2400"/>
          </a:p>
        </p:txBody>
      </p:sp>
      <p:sp>
        <p:nvSpPr>
          <p:cNvPr id="39043" name="Freeform 708"/>
          <p:cNvSpPr>
            <a:spLocks/>
          </p:cNvSpPr>
          <p:nvPr/>
        </p:nvSpPr>
        <p:spPr bwMode="auto">
          <a:xfrm>
            <a:off x="7239000" y="3348038"/>
            <a:ext cx="317500" cy="192087"/>
          </a:xfrm>
          <a:custGeom>
            <a:avLst/>
            <a:gdLst>
              <a:gd name="T0" fmla="*/ 2147483646 w 200"/>
              <a:gd name="T1" fmla="*/ 2147483646 h 121"/>
              <a:gd name="T2" fmla="*/ 2147483646 w 200"/>
              <a:gd name="T3" fmla="*/ 2147483646 h 121"/>
              <a:gd name="T4" fmla="*/ 2147483646 w 200"/>
              <a:gd name="T5" fmla="*/ 2147483646 h 121"/>
              <a:gd name="T6" fmla="*/ 2147483646 w 200"/>
              <a:gd name="T7" fmla="*/ 2147483646 h 121"/>
              <a:gd name="T8" fmla="*/ 2147483646 w 200"/>
              <a:gd name="T9" fmla="*/ 0 h 121"/>
              <a:gd name="T10" fmla="*/ 2147483646 w 200"/>
              <a:gd name="T11" fmla="*/ 2147483646 h 121"/>
              <a:gd name="T12" fmla="*/ 2147483646 w 200"/>
              <a:gd name="T13" fmla="*/ 2147483646 h 121"/>
              <a:gd name="T14" fmla="*/ 2147483646 w 200"/>
              <a:gd name="T15" fmla="*/ 2147483646 h 121"/>
              <a:gd name="T16" fmla="*/ 0 w 200"/>
              <a:gd name="T17" fmla="*/ 2147483646 h 121"/>
              <a:gd name="T18" fmla="*/ 2147483646 w 200"/>
              <a:gd name="T19" fmla="*/ 2147483646 h 121"/>
              <a:gd name="T20" fmla="*/ 2147483646 w 200"/>
              <a:gd name="T21" fmla="*/ 2147483646 h 121"/>
              <a:gd name="T22" fmla="*/ 2147483646 w 200"/>
              <a:gd name="T23" fmla="*/ 2147483646 h 121"/>
              <a:gd name="T24" fmla="*/ 2147483646 w 200"/>
              <a:gd name="T25" fmla="*/ 2147483646 h 121"/>
              <a:gd name="T26" fmla="*/ 2147483646 w 200"/>
              <a:gd name="T27" fmla="*/ 2147483646 h 121"/>
              <a:gd name="T28" fmla="*/ 2147483646 w 200"/>
              <a:gd name="T29" fmla="*/ 2147483646 h 121"/>
              <a:gd name="T30" fmla="*/ 2147483646 w 200"/>
              <a:gd name="T31" fmla="*/ 2147483646 h 121"/>
              <a:gd name="T32" fmla="*/ 2147483646 w 200"/>
              <a:gd name="T33" fmla="*/ 2147483646 h 12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00" h="121">
                <a:moveTo>
                  <a:pt x="200" y="59"/>
                </a:moveTo>
                <a:lnTo>
                  <a:pt x="190" y="38"/>
                </a:lnTo>
                <a:lnTo>
                  <a:pt x="169" y="17"/>
                </a:lnTo>
                <a:lnTo>
                  <a:pt x="138" y="4"/>
                </a:lnTo>
                <a:lnTo>
                  <a:pt x="100" y="0"/>
                </a:lnTo>
                <a:lnTo>
                  <a:pt x="62" y="4"/>
                </a:lnTo>
                <a:lnTo>
                  <a:pt x="27" y="17"/>
                </a:lnTo>
                <a:lnTo>
                  <a:pt x="7" y="38"/>
                </a:lnTo>
                <a:lnTo>
                  <a:pt x="0" y="59"/>
                </a:lnTo>
                <a:lnTo>
                  <a:pt x="7" y="83"/>
                </a:lnTo>
                <a:lnTo>
                  <a:pt x="27" y="104"/>
                </a:lnTo>
                <a:lnTo>
                  <a:pt x="62" y="114"/>
                </a:lnTo>
                <a:lnTo>
                  <a:pt x="100" y="121"/>
                </a:lnTo>
                <a:lnTo>
                  <a:pt x="138" y="114"/>
                </a:lnTo>
                <a:lnTo>
                  <a:pt x="169" y="104"/>
                </a:lnTo>
                <a:lnTo>
                  <a:pt x="190" y="83"/>
                </a:lnTo>
                <a:lnTo>
                  <a:pt x="200" y="59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44" name="Freeform 709"/>
          <p:cNvSpPr>
            <a:spLocks/>
          </p:cNvSpPr>
          <p:nvPr/>
        </p:nvSpPr>
        <p:spPr bwMode="auto">
          <a:xfrm>
            <a:off x="7232650" y="3343275"/>
            <a:ext cx="328613" cy="203200"/>
          </a:xfrm>
          <a:custGeom>
            <a:avLst/>
            <a:gdLst>
              <a:gd name="T0" fmla="*/ 2147483646 w 207"/>
              <a:gd name="T1" fmla="*/ 2147483646 h 128"/>
              <a:gd name="T2" fmla="*/ 2147483646 w 207"/>
              <a:gd name="T3" fmla="*/ 2147483646 h 128"/>
              <a:gd name="T4" fmla="*/ 2147483646 w 207"/>
              <a:gd name="T5" fmla="*/ 2147483646 h 128"/>
              <a:gd name="T6" fmla="*/ 2147483646 w 207"/>
              <a:gd name="T7" fmla="*/ 2147483646 h 128"/>
              <a:gd name="T8" fmla="*/ 2147483646 w 207"/>
              <a:gd name="T9" fmla="*/ 2147483646 h 128"/>
              <a:gd name="T10" fmla="*/ 2147483646 w 207"/>
              <a:gd name="T11" fmla="*/ 2147483646 h 128"/>
              <a:gd name="T12" fmla="*/ 2147483646 w 207"/>
              <a:gd name="T13" fmla="*/ 2147483646 h 128"/>
              <a:gd name="T14" fmla="*/ 2147483646 w 207"/>
              <a:gd name="T15" fmla="*/ 2147483646 h 128"/>
              <a:gd name="T16" fmla="*/ 2147483646 w 207"/>
              <a:gd name="T17" fmla="*/ 2147483646 h 128"/>
              <a:gd name="T18" fmla="*/ 2147483646 w 207"/>
              <a:gd name="T19" fmla="*/ 2147483646 h 128"/>
              <a:gd name="T20" fmla="*/ 2147483646 w 207"/>
              <a:gd name="T21" fmla="*/ 2147483646 h 128"/>
              <a:gd name="T22" fmla="*/ 2147483646 w 207"/>
              <a:gd name="T23" fmla="*/ 2147483646 h 128"/>
              <a:gd name="T24" fmla="*/ 2147483646 w 207"/>
              <a:gd name="T25" fmla="*/ 2147483646 h 128"/>
              <a:gd name="T26" fmla="*/ 2147483646 w 207"/>
              <a:gd name="T27" fmla="*/ 2147483646 h 128"/>
              <a:gd name="T28" fmla="*/ 2147483646 w 207"/>
              <a:gd name="T29" fmla="*/ 2147483646 h 128"/>
              <a:gd name="T30" fmla="*/ 2147483646 w 207"/>
              <a:gd name="T31" fmla="*/ 2147483646 h 128"/>
              <a:gd name="T32" fmla="*/ 2147483646 w 207"/>
              <a:gd name="T33" fmla="*/ 2147483646 h 128"/>
              <a:gd name="T34" fmla="*/ 2147483646 w 207"/>
              <a:gd name="T35" fmla="*/ 2147483646 h 128"/>
              <a:gd name="T36" fmla="*/ 2147483646 w 207"/>
              <a:gd name="T37" fmla="*/ 2147483646 h 128"/>
              <a:gd name="T38" fmla="*/ 2147483646 w 207"/>
              <a:gd name="T39" fmla="*/ 2147483646 h 128"/>
              <a:gd name="T40" fmla="*/ 2147483646 w 207"/>
              <a:gd name="T41" fmla="*/ 2147483646 h 128"/>
              <a:gd name="T42" fmla="*/ 2147483646 w 207"/>
              <a:gd name="T43" fmla="*/ 2147483646 h 128"/>
              <a:gd name="T44" fmla="*/ 2147483646 w 207"/>
              <a:gd name="T45" fmla="*/ 2147483646 h 128"/>
              <a:gd name="T46" fmla="*/ 2147483646 w 207"/>
              <a:gd name="T47" fmla="*/ 2147483646 h 128"/>
              <a:gd name="T48" fmla="*/ 2147483646 w 207"/>
              <a:gd name="T49" fmla="*/ 2147483646 h 128"/>
              <a:gd name="T50" fmla="*/ 2147483646 w 207"/>
              <a:gd name="T51" fmla="*/ 2147483646 h 128"/>
              <a:gd name="T52" fmla="*/ 2147483646 w 207"/>
              <a:gd name="T53" fmla="*/ 2147483646 h 128"/>
              <a:gd name="T54" fmla="*/ 2147483646 w 207"/>
              <a:gd name="T55" fmla="*/ 2147483646 h 128"/>
              <a:gd name="T56" fmla="*/ 2147483646 w 207"/>
              <a:gd name="T57" fmla="*/ 2147483646 h 128"/>
              <a:gd name="T58" fmla="*/ 2147483646 w 207"/>
              <a:gd name="T59" fmla="*/ 2147483646 h 128"/>
              <a:gd name="T60" fmla="*/ 2147483646 w 207"/>
              <a:gd name="T61" fmla="*/ 2147483646 h 128"/>
              <a:gd name="T62" fmla="*/ 2147483646 w 207"/>
              <a:gd name="T63" fmla="*/ 2147483646 h 128"/>
              <a:gd name="T64" fmla="*/ 2147483646 w 207"/>
              <a:gd name="T65" fmla="*/ 2147483646 h 128"/>
              <a:gd name="T66" fmla="*/ 2147483646 w 207"/>
              <a:gd name="T67" fmla="*/ 2147483646 h 128"/>
              <a:gd name="T68" fmla="*/ 2147483646 w 207"/>
              <a:gd name="T69" fmla="*/ 2147483646 h 128"/>
              <a:gd name="T70" fmla="*/ 0 w 207"/>
              <a:gd name="T71" fmla="*/ 2147483646 h 128"/>
              <a:gd name="T72" fmla="*/ 0 w 207"/>
              <a:gd name="T73" fmla="*/ 2147483646 h 128"/>
              <a:gd name="T74" fmla="*/ 2147483646 w 207"/>
              <a:gd name="T75" fmla="*/ 2147483646 h 128"/>
              <a:gd name="T76" fmla="*/ 2147483646 w 207"/>
              <a:gd name="T77" fmla="*/ 2147483646 h 128"/>
              <a:gd name="T78" fmla="*/ 2147483646 w 207"/>
              <a:gd name="T79" fmla="*/ 2147483646 h 128"/>
              <a:gd name="T80" fmla="*/ 2147483646 w 207"/>
              <a:gd name="T81" fmla="*/ 2147483646 h 128"/>
              <a:gd name="T82" fmla="*/ 2147483646 w 207"/>
              <a:gd name="T83" fmla="*/ 0 h 128"/>
              <a:gd name="T84" fmla="*/ 2147483646 w 207"/>
              <a:gd name="T85" fmla="*/ 0 h 128"/>
              <a:gd name="T86" fmla="*/ 2147483646 w 207"/>
              <a:gd name="T87" fmla="*/ 2147483646 h 128"/>
              <a:gd name="T88" fmla="*/ 2147483646 w 207"/>
              <a:gd name="T89" fmla="*/ 2147483646 h 128"/>
              <a:gd name="T90" fmla="*/ 2147483646 w 207"/>
              <a:gd name="T91" fmla="*/ 2147483646 h 128"/>
              <a:gd name="T92" fmla="*/ 2147483646 w 207"/>
              <a:gd name="T93" fmla="*/ 2147483646 h 128"/>
              <a:gd name="T94" fmla="*/ 2147483646 w 207"/>
              <a:gd name="T95" fmla="*/ 2147483646 h 128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07" h="128">
                <a:moveTo>
                  <a:pt x="201" y="65"/>
                </a:moveTo>
                <a:lnTo>
                  <a:pt x="190" y="45"/>
                </a:lnTo>
                <a:lnTo>
                  <a:pt x="194" y="45"/>
                </a:lnTo>
                <a:lnTo>
                  <a:pt x="173" y="24"/>
                </a:lnTo>
                <a:lnTo>
                  <a:pt x="142" y="10"/>
                </a:lnTo>
                <a:lnTo>
                  <a:pt x="104" y="7"/>
                </a:lnTo>
                <a:lnTo>
                  <a:pt x="66" y="10"/>
                </a:lnTo>
                <a:lnTo>
                  <a:pt x="69" y="10"/>
                </a:lnTo>
                <a:lnTo>
                  <a:pt x="35" y="24"/>
                </a:lnTo>
                <a:lnTo>
                  <a:pt x="14" y="45"/>
                </a:lnTo>
                <a:lnTo>
                  <a:pt x="7" y="65"/>
                </a:lnTo>
                <a:lnTo>
                  <a:pt x="7" y="62"/>
                </a:lnTo>
                <a:lnTo>
                  <a:pt x="14" y="86"/>
                </a:lnTo>
                <a:lnTo>
                  <a:pt x="35" y="107"/>
                </a:lnTo>
                <a:lnTo>
                  <a:pt x="35" y="103"/>
                </a:lnTo>
                <a:lnTo>
                  <a:pt x="69" y="114"/>
                </a:lnTo>
                <a:lnTo>
                  <a:pt x="66" y="114"/>
                </a:lnTo>
                <a:lnTo>
                  <a:pt x="104" y="121"/>
                </a:lnTo>
                <a:lnTo>
                  <a:pt x="142" y="114"/>
                </a:lnTo>
                <a:lnTo>
                  <a:pt x="173" y="103"/>
                </a:lnTo>
                <a:lnTo>
                  <a:pt x="173" y="107"/>
                </a:lnTo>
                <a:lnTo>
                  <a:pt x="194" y="86"/>
                </a:lnTo>
                <a:lnTo>
                  <a:pt x="190" y="86"/>
                </a:lnTo>
                <a:lnTo>
                  <a:pt x="201" y="62"/>
                </a:lnTo>
                <a:lnTo>
                  <a:pt x="207" y="65"/>
                </a:lnTo>
                <a:lnTo>
                  <a:pt x="197" y="89"/>
                </a:lnTo>
                <a:lnTo>
                  <a:pt x="176" y="110"/>
                </a:lnTo>
                <a:lnTo>
                  <a:pt x="145" y="121"/>
                </a:lnTo>
                <a:lnTo>
                  <a:pt x="142" y="121"/>
                </a:lnTo>
                <a:lnTo>
                  <a:pt x="104" y="128"/>
                </a:lnTo>
                <a:lnTo>
                  <a:pt x="66" y="121"/>
                </a:lnTo>
                <a:lnTo>
                  <a:pt x="31" y="110"/>
                </a:lnTo>
                <a:lnTo>
                  <a:pt x="11" y="89"/>
                </a:lnTo>
                <a:lnTo>
                  <a:pt x="7" y="89"/>
                </a:lnTo>
                <a:lnTo>
                  <a:pt x="0" y="65"/>
                </a:lnTo>
                <a:lnTo>
                  <a:pt x="0" y="62"/>
                </a:lnTo>
                <a:lnTo>
                  <a:pt x="7" y="41"/>
                </a:lnTo>
                <a:lnTo>
                  <a:pt x="11" y="41"/>
                </a:lnTo>
                <a:lnTo>
                  <a:pt x="31" y="20"/>
                </a:lnTo>
                <a:lnTo>
                  <a:pt x="31" y="17"/>
                </a:lnTo>
                <a:lnTo>
                  <a:pt x="66" y="3"/>
                </a:lnTo>
                <a:lnTo>
                  <a:pt x="104" y="0"/>
                </a:lnTo>
                <a:lnTo>
                  <a:pt x="142" y="3"/>
                </a:lnTo>
                <a:lnTo>
                  <a:pt x="145" y="3"/>
                </a:lnTo>
                <a:lnTo>
                  <a:pt x="176" y="17"/>
                </a:lnTo>
                <a:lnTo>
                  <a:pt x="176" y="20"/>
                </a:lnTo>
                <a:lnTo>
                  <a:pt x="197" y="41"/>
                </a:lnTo>
                <a:lnTo>
                  <a:pt x="207" y="62"/>
                </a:lnTo>
                <a:lnTo>
                  <a:pt x="201" y="65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45" name="Freeform 710"/>
          <p:cNvSpPr>
            <a:spLocks/>
          </p:cNvSpPr>
          <p:nvPr/>
        </p:nvSpPr>
        <p:spPr bwMode="auto">
          <a:xfrm>
            <a:off x="7551738" y="3441700"/>
            <a:ext cx="9525" cy="4763"/>
          </a:xfrm>
          <a:custGeom>
            <a:avLst/>
            <a:gdLst>
              <a:gd name="T0" fmla="*/ 0 w 6"/>
              <a:gd name="T1" fmla="*/ 0 h 3"/>
              <a:gd name="T2" fmla="*/ 0 w 6"/>
              <a:gd name="T3" fmla="*/ 0 h 3"/>
              <a:gd name="T4" fmla="*/ 0 w 6"/>
              <a:gd name="T5" fmla="*/ 2147483646 h 3"/>
              <a:gd name="T6" fmla="*/ 2147483646 w 6"/>
              <a:gd name="T7" fmla="*/ 0 h 3"/>
              <a:gd name="T8" fmla="*/ 2147483646 w 6"/>
              <a:gd name="T9" fmla="*/ 2147483646 h 3"/>
              <a:gd name="T10" fmla="*/ 2147483646 w 6"/>
              <a:gd name="T11" fmla="*/ 2147483646 h 3"/>
              <a:gd name="T12" fmla="*/ 0 w 6"/>
              <a:gd name="T13" fmla="*/ 0 h 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" h="3">
                <a:moveTo>
                  <a:pt x="0" y="0"/>
                </a:moveTo>
                <a:lnTo>
                  <a:pt x="0" y="0"/>
                </a:lnTo>
                <a:lnTo>
                  <a:pt x="0" y="3"/>
                </a:lnTo>
                <a:lnTo>
                  <a:pt x="6" y="0"/>
                </a:lnTo>
                <a:lnTo>
                  <a:pt x="6" y="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2700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046" name="Rectangle 711"/>
          <p:cNvSpPr>
            <a:spLocks noChangeArrowheads="1"/>
          </p:cNvSpPr>
          <p:nvPr/>
        </p:nvSpPr>
        <p:spPr bwMode="auto">
          <a:xfrm>
            <a:off x="7324725" y="3386138"/>
            <a:ext cx="2032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PVD</a:t>
            </a:r>
            <a:endParaRPr lang="en-US" altLang="en-US" sz="2400"/>
          </a:p>
        </p:txBody>
      </p:sp>
      <p:sp>
        <p:nvSpPr>
          <p:cNvPr id="39047" name="Rectangle 712"/>
          <p:cNvSpPr>
            <a:spLocks noChangeArrowheads="1"/>
          </p:cNvSpPr>
          <p:nvPr/>
        </p:nvSpPr>
        <p:spPr bwMode="auto">
          <a:xfrm>
            <a:off x="6888163" y="3117850"/>
            <a:ext cx="1524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867</a:t>
            </a:r>
            <a:endParaRPr lang="en-US" altLang="en-US" sz="2400"/>
          </a:p>
        </p:txBody>
      </p:sp>
      <p:sp>
        <p:nvSpPr>
          <p:cNvPr id="39048" name="Rectangle 713"/>
          <p:cNvSpPr>
            <a:spLocks noChangeArrowheads="1"/>
          </p:cNvSpPr>
          <p:nvPr/>
        </p:nvSpPr>
        <p:spPr bwMode="auto">
          <a:xfrm>
            <a:off x="5967413" y="3024188"/>
            <a:ext cx="2032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2704</a:t>
            </a:r>
            <a:endParaRPr lang="en-US" altLang="en-US" sz="2400"/>
          </a:p>
        </p:txBody>
      </p:sp>
      <p:sp>
        <p:nvSpPr>
          <p:cNvPr id="39049" name="Rectangle 714"/>
          <p:cNvSpPr>
            <a:spLocks noChangeArrowheads="1"/>
          </p:cNvSpPr>
          <p:nvPr/>
        </p:nvSpPr>
        <p:spPr bwMode="auto">
          <a:xfrm>
            <a:off x="7124700" y="3517900"/>
            <a:ext cx="1524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187</a:t>
            </a:r>
            <a:endParaRPr lang="en-US" altLang="en-US" sz="2400"/>
          </a:p>
        </p:txBody>
      </p:sp>
      <p:sp>
        <p:nvSpPr>
          <p:cNvPr id="39050" name="Rectangle 715"/>
          <p:cNvSpPr>
            <a:spLocks noChangeArrowheads="1"/>
          </p:cNvSpPr>
          <p:nvPr/>
        </p:nvSpPr>
        <p:spPr bwMode="auto">
          <a:xfrm>
            <a:off x="7561263" y="3897313"/>
            <a:ext cx="2032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1258</a:t>
            </a:r>
            <a:endParaRPr lang="en-US" altLang="en-US" sz="2400"/>
          </a:p>
        </p:txBody>
      </p:sp>
      <p:sp>
        <p:nvSpPr>
          <p:cNvPr id="39051" name="Rectangle 716"/>
          <p:cNvSpPr>
            <a:spLocks noChangeArrowheads="1"/>
          </p:cNvSpPr>
          <p:nvPr/>
        </p:nvSpPr>
        <p:spPr bwMode="auto">
          <a:xfrm>
            <a:off x="6789738" y="3359150"/>
            <a:ext cx="1524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849</a:t>
            </a:r>
            <a:endParaRPr lang="en-US" altLang="en-US" sz="2400"/>
          </a:p>
        </p:txBody>
      </p:sp>
      <p:sp>
        <p:nvSpPr>
          <p:cNvPr id="39052" name="Rectangle 717"/>
          <p:cNvSpPr>
            <a:spLocks noChangeArrowheads="1"/>
          </p:cNvSpPr>
          <p:nvPr/>
        </p:nvSpPr>
        <p:spPr bwMode="auto">
          <a:xfrm>
            <a:off x="7377113" y="3644900"/>
            <a:ext cx="1524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144</a:t>
            </a:r>
            <a:endParaRPr lang="en-US" altLang="en-US" sz="2400"/>
          </a:p>
        </p:txBody>
      </p:sp>
      <p:sp>
        <p:nvSpPr>
          <p:cNvPr id="39053" name="Rectangle 718"/>
          <p:cNvSpPr>
            <a:spLocks noChangeArrowheads="1"/>
          </p:cNvSpPr>
          <p:nvPr/>
        </p:nvSpPr>
        <p:spPr bwMode="auto">
          <a:xfrm>
            <a:off x="6630988" y="3633788"/>
            <a:ext cx="1524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740</a:t>
            </a:r>
            <a:endParaRPr lang="en-US" altLang="en-US" sz="2400"/>
          </a:p>
        </p:txBody>
      </p:sp>
      <p:sp>
        <p:nvSpPr>
          <p:cNvPr id="39054" name="Rectangle 719"/>
          <p:cNvSpPr>
            <a:spLocks noChangeArrowheads="1"/>
          </p:cNvSpPr>
          <p:nvPr/>
        </p:nvSpPr>
        <p:spPr bwMode="auto">
          <a:xfrm>
            <a:off x="6329363" y="4165600"/>
            <a:ext cx="2032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1391</a:t>
            </a:r>
            <a:endParaRPr lang="en-US" altLang="en-US" sz="2400"/>
          </a:p>
        </p:txBody>
      </p:sp>
      <p:sp>
        <p:nvSpPr>
          <p:cNvPr id="39055" name="Rectangle 720"/>
          <p:cNvSpPr>
            <a:spLocks noChangeArrowheads="1"/>
          </p:cNvSpPr>
          <p:nvPr/>
        </p:nvSpPr>
        <p:spPr bwMode="auto">
          <a:xfrm>
            <a:off x="6934200" y="3919538"/>
            <a:ext cx="1524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184</a:t>
            </a:r>
            <a:endParaRPr lang="en-US" altLang="en-US" sz="2400"/>
          </a:p>
        </p:txBody>
      </p:sp>
      <p:sp>
        <p:nvSpPr>
          <p:cNvPr id="39056" name="Rectangle 721"/>
          <p:cNvSpPr>
            <a:spLocks noChangeArrowheads="1"/>
          </p:cNvSpPr>
          <p:nvPr/>
        </p:nvSpPr>
        <p:spPr bwMode="auto">
          <a:xfrm>
            <a:off x="7008813" y="4522788"/>
            <a:ext cx="1524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946</a:t>
            </a:r>
            <a:endParaRPr lang="en-US" altLang="en-US" sz="2400"/>
          </a:p>
        </p:txBody>
      </p:sp>
      <p:sp>
        <p:nvSpPr>
          <p:cNvPr id="39057" name="Rectangle 722"/>
          <p:cNvSpPr>
            <a:spLocks noChangeArrowheads="1"/>
          </p:cNvSpPr>
          <p:nvPr/>
        </p:nvSpPr>
        <p:spPr bwMode="auto">
          <a:xfrm>
            <a:off x="7183438" y="4352925"/>
            <a:ext cx="2032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1090</a:t>
            </a:r>
            <a:endParaRPr lang="en-US" altLang="en-US" sz="2400"/>
          </a:p>
        </p:txBody>
      </p:sp>
      <p:sp>
        <p:nvSpPr>
          <p:cNvPr id="39058" name="Rectangle 723"/>
          <p:cNvSpPr>
            <a:spLocks noChangeArrowheads="1"/>
          </p:cNvSpPr>
          <p:nvPr/>
        </p:nvSpPr>
        <p:spPr bwMode="auto">
          <a:xfrm>
            <a:off x="6269038" y="4819650"/>
            <a:ext cx="2032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1121</a:t>
            </a:r>
            <a:endParaRPr lang="en-US" altLang="en-US" sz="2400"/>
          </a:p>
        </p:txBody>
      </p:sp>
      <p:sp>
        <p:nvSpPr>
          <p:cNvPr id="39059" name="Rectangle 724"/>
          <p:cNvSpPr>
            <a:spLocks noChangeArrowheads="1"/>
          </p:cNvSpPr>
          <p:nvPr/>
        </p:nvSpPr>
        <p:spPr bwMode="auto">
          <a:xfrm>
            <a:off x="5830888" y="5092700"/>
            <a:ext cx="2032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2342</a:t>
            </a:r>
            <a:endParaRPr lang="en-US" altLang="en-US" sz="2400"/>
          </a:p>
        </p:txBody>
      </p:sp>
      <p:sp>
        <p:nvSpPr>
          <p:cNvPr id="39060" name="Rectangle 725"/>
          <p:cNvSpPr>
            <a:spLocks noChangeArrowheads="1"/>
          </p:cNvSpPr>
          <p:nvPr/>
        </p:nvSpPr>
        <p:spPr bwMode="auto">
          <a:xfrm>
            <a:off x="5561013" y="3743325"/>
            <a:ext cx="2032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1846</a:t>
            </a:r>
            <a:endParaRPr lang="en-US" altLang="en-US" sz="2400"/>
          </a:p>
        </p:txBody>
      </p:sp>
      <p:sp>
        <p:nvSpPr>
          <p:cNvPr id="39061" name="Rectangle 726"/>
          <p:cNvSpPr>
            <a:spLocks noChangeArrowheads="1"/>
          </p:cNvSpPr>
          <p:nvPr/>
        </p:nvSpPr>
        <p:spPr bwMode="auto">
          <a:xfrm>
            <a:off x="6488113" y="3770313"/>
            <a:ext cx="1524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621</a:t>
            </a:r>
            <a:endParaRPr lang="en-US" altLang="en-US" sz="2400"/>
          </a:p>
        </p:txBody>
      </p:sp>
      <p:sp>
        <p:nvSpPr>
          <p:cNvPr id="39062" name="Rectangle 727"/>
          <p:cNvSpPr>
            <a:spLocks noChangeArrowheads="1"/>
          </p:cNvSpPr>
          <p:nvPr/>
        </p:nvSpPr>
        <p:spPr bwMode="auto">
          <a:xfrm>
            <a:off x="6065838" y="3984625"/>
            <a:ext cx="1524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802</a:t>
            </a:r>
            <a:endParaRPr lang="en-US" altLang="en-US" sz="2400"/>
          </a:p>
        </p:txBody>
      </p:sp>
      <p:sp>
        <p:nvSpPr>
          <p:cNvPr id="39063" name="Rectangle 728"/>
          <p:cNvSpPr>
            <a:spLocks noChangeArrowheads="1"/>
          </p:cNvSpPr>
          <p:nvPr/>
        </p:nvSpPr>
        <p:spPr bwMode="auto">
          <a:xfrm>
            <a:off x="5243513" y="4252913"/>
            <a:ext cx="2032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1464</a:t>
            </a:r>
            <a:endParaRPr lang="en-US" altLang="en-US" sz="2400"/>
          </a:p>
        </p:txBody>
      </p:sp>
      <p:sp>
        <p:nvSpPr>
          <p:cNvPr id="39064" name="Rectangle 729"/>
          <p:cNvSpPr>
            <a:spLocks noChangeArrowheads="1"/>
          </p:cNvSpPr>
          <p:nvPr/>
        </p:nvSpPr>
        <p:spPr bwMode="auto">
          <a:xfrm>
            <a:off x="5281613" y="4627563"/>
            <a:ext cx="2032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1235</a:t>
            </a:r>
            <a:endParaRPr lang="en-US" altLang="en-US" sz="2400"/>
          </a:p>
        </p:txBody>
      </p:sp>
      <p:sp>
        <p:nvSpPr>
          <p:cNvPr id="39065" name="Rectangle 730"/>
          <p:cNvSpPr>
            <a:spLocks noChangeArrowheads="1"/>
          </p:cNvSpPr>
          <p:nvPr/>
        </p:nvSpPr>
        <p:spPr bwMode="auto">
          <a:xfrm>
            <a:off x="4883150" y="4330700"/>
            <a:ext cx="1524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>
                <a:solidFill>
                  <a:srgbClr val="000000"/>
                </a:solidFill>
                <a:latin typeface="Times" panose="02020603050405020304" pitchFamily="18" charset="0"/>
              </a:rPr>
              <a:t>337</a:t>
            </a:r>
            <a:endParaRPr lang="en-US" altLang="en-US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372428-AF7D-488E-B0E8-6FBA100B2A7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 and Reading</a:t>
            </a:r>
          </a:p>
        </p:txBody>
      </p:sp>
      <p:sp>
        <p:nvSpPr>
          <p:cNvPr id="40964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2057400"/>
            <a:ext cx="7772400" cy="4267200"/>
          </a:xfrm>
          <a:noFill/>
        </p:spPr>
        <p:txBody>
          <a:bodyPr/>
          <a:lstStyle/>
          <a:p>
            <a:pPr eaLnBrk="1" hangingPunct="1"/>
            <a:r>
              <a:rPr lang="en-US" altLang="en-US" sz="2800"/>
              <a:t>Minimum Spanning Trees (7.3)</a:t>
            </a:r>
          </a:p>
          <a:p>
            <a:pPr lvl="1" eaLnBrk="1" hangingPunct="1"/>
            <a:r>
              <a:rPr lang="en-US" altLang="en-US" sz="2400"/>
              <a:t>Definitions</a:t>
            </a:r>
          </a:p>
          <a:p>
            <a:pPr lvl="1" eaLnBrk="1" hangingPunct="1"/>
            <a:r>
              <a:rPr lang="en-US" altLang="en-US" sz="2400"/>
              <a:t>A crucial fact</a:t>
            </a:r>
          </a:p>
          <a:p>
            <a:pPr eaLnBrk="1" hangingPunct="1"/>
            <a:r>
              <a:rPr lang="en-US" altLang="en-US" sz="2800"/>
              <a:t>The Prim-Jarnik Algorithm (7.3.2)</a:t>
            </a:r>
          </a:p>
          <a:p>
            <a:pPr eaLnBrk="1" hangingPunct="1"/>
            <a:r>
              <a:rPr lang="en-US" altLang="en-US" sz="2800"/>
              <a:t>Kruskal's Algorithm (7.3.1)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pic>
        <p:nvPicPr>
          <p:cNvPr id="40965" name="Picture 6" descr="j019766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52400"/>
            <a:ext cx="256222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DB8B3-A56C-4138-8E9F-A626481DBD2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Minimum Spanning Tree</a:t>
            </a:r>
          </a:p>
        </p:txBody>
      </p:sp>
      <p:sp>
        <p:nvSpPr>
          <p:cNvPr id="4198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04850" y="1600200"/>
            <a:ext cx="4086225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Spanning subgraph</a:t>
            </a:r>
          </a:p>
          <a:p>
            <a:pPr lvl="1" eaLnBrk="1" hangingPunct="1"/>
            <a:r>
              <a:rPr lang="en-US" altLang="en-US" sz="1800"/>
              <a:t>Subgraph of a graph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containing all the vertices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Spanning tree</a:t>
            </a:r>
          </a:p>
          <a:p>
            <a:pPr lvl="1" eaLnBrk="1" hangingPunct="1"/>
            <a:r>
              <a:rPr lang="en-US" altLang="en-US" sz="1800"/>
              <a:t>Spanning subgraph that is itself a (free) tree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Minimum spanning tree (MST)</a:t>
            </a:r>
          </a:p>
          <a:p>
            <a:pPr lvl="1" eaLnBrk="1" hangingPunct="1"/>
            <a:r>
              <a:rPr lang="en-US" altLang="en-US" sz="1800" u="sng"/>
              <a:t>Spanning tree</a:t>
            </a:r>
            <a:r>
              <a:rPr lang="en-US" altLang="en-US" sz="1800"/>
              <a:t> of a weighted graph with </a:t>
            </a:r>
            <a:r>
              <a:rPr lang="en-US" altLang="en-US" sz="1800" u="sng"/>
              <a:t>minimum total edge weight</a:t>
            </a:r>
          </a:p>
          <a:p>
            <a:pPr eaLnBrk="1" hangingPunct="1"/>
            <a:r>
              <a:rPr lang="en-US" altLang="en-US" sz="2000"/>
              <a:t>Applications</a:t>
            </a:r>
          </a:p>
          <a:p>
            <a:pPr lvl="1" eaLnBrk="1" hangingPunct="1"/>
            <a:r>
              <a:rPr lang="en-US" altLang="en-US" sz="1800"/>
              <a:t>Communications networks</a:t>
            </a:r>
          </a:p>
          <a:p>
            <a:pPr lvl="1" eaLnBrk="1" hangingPunct="1"/>
            <a:r>
              <a:rPr lang="en-US" altLang="en-US" sz="1800"/>
              <a:t>Transportation networks</a:t>
            </a:r>
          </a:p>
          <a:p>
            <a:pPr lvl="1" eaLnBrk="1" hangingPunct="1"/>
            <a:endParaRPr lang="en-US" altLang="en-US" sz="1800"/>
          </a:p>
        </p:txBody>
      </p:sp>
      <p:sp>
        <p:nvSpPr>
          <p:cNvPr id="41989" name="Oval 12"/>
          <p:cNvSpPr>
            <a:spLocks noChangeArrowheads="1"/>
          </p:cNvSpPr>
          <p:nvPr/>
        </p:nvSpPr>
        <p:spPr bwMode="auto">
          <a:xfrm>
            <a:off x="6296025" y="1905000"/>
            <a:ext cx="936625" cy="4572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ORD</a:t>
            </a:r>
          </a:p>
        </p:txBody>
      </p:sp>
      <p:sp>
        <p:nvSpPr>
          <p:cNvPr id="41990" name="Oval 99"/>
          <p:cNvSpPr>
            <a:spLocks noChangeArrowheads="1"/>
          </p:cNvSpPr>
          <p:nvPr/>
        </p:nvSpPr>
        <p:spPr bwMode="auto">
          <a:xfrm>
            <a:off x="7893050" y="2428875"/>
            <a:ext cx="936625" cy="4572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PIT</a:t>
            </a:r>
          </a:p>
        </p:txBody>
      </p:sp>
      <p:sp>
        <p:nvSpPr>
          <p:cNvPr id="41991" name="Oval 100"/>
          <p:cNvSpPr>
            <a:spLocks noChangeArrowheads="1"/>
          </p:cNvSpPr>
          <p:nvPr/>
        </p:nvSpPr>
        <p:spPr bwMode="auto">
          <a:xfrm>
            <a:off x="7500938" y="5200650"/>
            <a:ext cx="936625" cy="4572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ATL</a:t>
            </a:r>
          </a:p>
        </p:txBody>
      </p:sp>
      <p:sp>
        <p:nvSpPr>
          <p:cNvPr id="41992" name="Oval 101"/>
          <p:cNvSpPr>
            <a:spLocks noChangeArrowheads="1"/>
          </p:cNvSpPr>
          <p:nvPr/>
        </p:nvSpPr>
        <p:spPr bwMode="auto">
          <a:xfrm>
            <a:off x="6159500" y="3848100"/>
            <a:ext cx="936625" cy="4572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STL</a:t>
            </a:r>
          </a:p>
        </p:txBody>
      </p:sp>
      <p:sp>
        <p:nvSpPr>
          <p:cNvPr id="41993" name="Oval 102"/>
          <p:cNvSpPr>
            <a:spLocks noChangeArrowheads="1"/>
          </p:cNvSpPr>
          <p:nvPr/>
        </p:nvSpPr>
        <p:spPr bwMode="auto">
          <a:xfrm>
            <a:off x="4664075" y="2895600"/>
            <a:ext cx="936625" cy="4572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DEN</a:t>
            </a:r>
          </a:p>
        </p:txBody>
      </p:sp>
      <p:sp>
        <p:nvSpPr>
          <p:cNvPr id="41994" name="Oval 103"/>
          <p:cNvSpPr>
            <a:spLocks noChangeArrowheads="1"/>
          </p:cNvSpPr>
          <p:nvPr/>
        </p:nvSpPr>
        <p:spPr bwMode="auto">
          <a:xfrm>
            <a:off x="4800600" y="5143500"/>
            <a:ext cx="936625" cy="4572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DFW</a:t>
            </a:r>
          </a:p>
        </p:txBody>
      </p:sp>
      <p:sp>
        <p:nvSpPr>
          <p:cNvPr id="41995" name="Oval 104"/>
          <p:cNvSpPr>
            <a:spLocks noChangeArrowheads="1"/>
          </p:cNvSpPr>
          <p:nvPr/>
        </p:nvSpPr>
        <p:spPr bwMode="auto">
          <a:xfrm>
            <a:off x="7978775" y="3571875"/>
            <a:ext cx="936625" cy="4572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DCA</a:t>
            </a:r>
          </a:p>
        </p:txBody>
      </p:sp>
      <p:cxnSp>
        <p:nvCxnSpPr>
          <p:cNvPr id="41996" name="AutoShape 106"/>
          <p:cNvCxnSpPr>
            <a:cxnSpLocks noChangeShapeType="1"/>
            <a:stCxn id="41993" idx="7"/>
            <a:endCxn id="41989" idx="3"/>
          </p:cNvCxnSpPr>
          <p:nvPr/>
        </p:nvCxnSpPr>
        <p:spPr bwMode="auto">
          <a:xfrm flipV="1">
            <a:off x="5464175" y="2305050"/>
            <a:ext cx="968375" cy="6477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7" name="AutoShape 107"/>
          <p:cNvCxnSpPr>
            <a:cxnSpLocks noChangeShapeType="1"/>
            <a:stCxn id="41992" idx="0"/>
            <a:endCxn id="41989" idx="4"/>
          </p:cNvCxnSpPr>
          <p:nvPr/>
        </p:nvCxnSpPr>
        <p:spPr bwMode="auto">
          <a:xfrm flipV="1">
            <a:off x="6627813" y="2371725"/>
            <a:ext cx="136525" cy="14668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8" name="AutoShape 108"/>
          <p:cNvCxnSpPr>
            <a:cxnSpLocks noChangeShapeType="1"/>
            <a:stCxn id="41992" idx="6"/>
            <a:endCxn id="41995" idx="2"/>
          </p:cNvCxnSpPr>
          <p:nvPr/>
        </p:nvCxnSpPr>
        <p:spPr bwMode="auto">
          <a:xfrm flipV="1">
            <a:off x="7105650" y="3800475"/>
            <a:ext cx="863600" cy="2762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9" name="AutoShape 109"/>
          <p:cNvCxnSpPr>
            <a:cxnSpLocks noChangeShapeType="1"/>
            <a:stCxn id="41995" idx="0"/>
            <a:endCxn id="41990" idx="4"/>
          </p:cNvCxnSpPr>
          <p:nvPr/>
        </p:nvCxnSpPr>
        <p:spPr bwMode="auto">
          <a:xfrm flipH="1" flipV="1">
            <a:off x="8361363" y="2895600"/>
            <a:ext cx="85725" cy="6667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0" name="AutoShape 110"/>
          <p:cNvCxnSpPr>
            <a:cxnSpLocks noChangeShapeType="1"/>
            <a:stCxn id="41989" idx="5"/>
            <a:endCxn id="41990" idx="1"/>
          </p:cNvCxnSpPr>
          <p:nvPr/>
        </p:nvCxnSpPr>
        <p:spPr bwMode="auto">
          <a:xfrm>
            <a:off x="7096125" y="2305050"/>
            <a:ext cx="933450" cy="18097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1" name="AutoShape 112"/>
          <p:cNvCxnSpPr>
            <a:cxnSpLocks noChangeShapeType="1"/>
            <a:stCxn id="41993" idx="4"/>
            <a:endCxn id="41994" idx="0"/>
          </p:cNvCxnSpPr>
          <p:nvPr/>
        </p:nvCxnSpPr>
        <p:spPr bwMode="auto">
          <a:xfrm>
            <a:off x="5132388" y="3362325"/>
            <a:ext cx="136525" cy="1771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2" name="AutoShape 113"/>
          <p:cNvCxnSpPr>
            <a:cxnSpLocks noChangeShapeType="1"/>
            <a:stCxn id="41995" idx="4"/>
            <a:endCxn id="41991" idx="0"/>
          </p:cNvCxnSpPr>
          <p:nvPr/>
        </p:nvCxnSpPr>
        <p:spPr bwMode="auto">
          <a:xfrm flipH="1">
            <a:off x="7969250" y="4038600"/>
            <a:ext cx="477838" cy="11525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3" name="AutoShape 114"/>
          <p:cNvCxnSpPr>
            <a:cxnSpLocks noChangeShapeType="1"/>
            <a:stCxn id="41991" idx="1"/>
            <a:endCxn id="41992" idx="5"/>
          </p:cNvCxnSpPr>
          <p:nvPr/>
        </p:nvCxnSpPr>
        <p:spPr bwMode="auto">
          <a:xfrm flipH="1" flipV="1">
            <a:off x="6959600" y="4248150"/>
            <a:ext cx="677863" cy="10096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4" name="AutoShape 115"/>
          <p:cNvCxnSpPr>
            <a:cxnSpLocks noChangeShapeType="1"/>
            <a:stCxn id="41994" idx="7"/>
            <a:endCxn id="41992" idx="3"/>
          </p:cNvCxnSpPr>
          <p:nvPr/>
        </p:nvCxnSpPr>
        <p:spPr bwMode="auto">
          <a:xfrm flipV="1">
            <a:off x="5600700" y="4248150"/>
            <a:ext cx="695325" cy="9525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5" name="AutoShape 116"/>
          <p:cNvCxnSpPr>
            <a:cxnSpLocks noChangeShapeType="1"/>
            <a:stCxn id="41993" idx="5"/>
            <a:endCxn id="41992" idx="1"/>
          </p:cNvCxnSpPr>
          <p:nvPr/>
        </p:nvCxnSpPr>
        <p:spPr bwMode="auto">
          <a:xfrm>
            <a:off x="5464175" y="3295650"/>
            <a:ext cx="831850" cy="6096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6" name="Text Box 127"/>
          <p:cNvSpPr txBox="1">
            <a:spLocks noChangeArrowheads="1"/>
          </p:cNvSpPr>
          <p:nvPr/>
        </p:nvSpPr>
        <p:spPr bwMode="auto">
          <a:xfrm>
            <a:off x="7381875" y="2041525"/>
            <a:ext cx="460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</a:t>
            </a:r>
          </a:p>
        </p:txBody>
      </p:sp>
      <p:sp>
        <p:nvSpPr>
          <p:cNvPr id="42007" name="Text Box 130"/>
          <p:cNvSpPr txBox="1">
            <a:spLocks noChangeArrowheads="1"/>
          </p:cNvSpPr>
          <p:nvPr/>
        </p:nvSpPr>
        <p:spPr bwMode="auto">
          <a:xfrm>
            <a:off x="5619750" y="2346325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42008" name="Text Box 131"/>
          <p:cNvSpPr txBox="1">
            <a:spLocks noChangeArrowheads="1"/>
          </p:cNvSpPr>
          <p:nvPr/>
        </p:nvSpPr>
        <p:spPr bwMode="auto">
          <a:xfrm>
            <a:off x="5773738" y="3260725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9</a:t>
            </a:r>
          </a:p>
        </p:txBody>
      </p:sp>
      <p:sp>
        <p:nvSpPr>
          <p:cNvPr id="42009" name="Text Box 132"/>
          <p:cNvSpPr txBox="1">
            <a:spLocks noChangeArrowheads="1"/>
          </p:cNvSpPr>
          <p:nvPr/>
        </p:nvSpPr>
        <p:spPr bwMode="auto">
          <a:xfrm>
            <a:off x="5638800" y="4419600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</a:t>
            </a:r>
          </a:p>
        </p:txBody>
      </p:sp>
      <p:sp>
        <p:nvSpPr>
          <p:cNvPr id="42010" name="Text Box 133"/>
          <p:cNvSpPr txBox="1">
            <a:spLocks noChangeArrowheads="1"/>
          </p:cNvSpPr>
          <p:nvPr/>
        </p:nvSpPr>
        <p:spPr bwMode="auto">
          <a:xfrm>
            <a:off x="6675438" y="2965450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42011" name="Text Box 134"/>
          <p:cNvSpPr txBox="1">
            <a:spLocks noChangeArrowheads="1"/>
          </p:cNvSpPr>
          <p:nvPr/>
        </p:nvSpPr>
        <p:spPr bwMode="auto">
          <a:xfrm>
            <a:off x="7339013" y="3562350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2012" name="Text Box 135"/>
          <p:cNvSpPr txBox="1">
            <a:spLocks noChangeArrowheads="1"/>
          </p:cNvSpPr>
          <p:nvPr/>
        </p:nvSpPr>
        <p:spPr bwMode="auto">
          <a:xfrm>
            <a:off x="8220075" y="4459288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2013" name="Text Box 136"/>
          <p:cNvSpPr txBox="1">
            <a:spLocks noChangeArrowheads="1"/>
          </p:cNvSpPr>
          <p:nvPr/>
        </p:nvSpPr>
        <p:spPr bwMode="auto">
          <a:xfrm>
            <a:off x="7232650" y="4413250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5</a:t>
            </a:r>
          </a:p>
        </p:txBody>
      </p:sp>
      <p:sp>
        <p:nvSpPr>
          <p:cNvPr id="42014" name="Text Box 137"/>
          <p:cNvSpPr txBox="1">
            <a:spLocks noChangeArrowheads="1"/>
          </p:cNvSpPr>
          <p:nvPr/>
        </p:nvSpPr>
        <p:spPr bwMode="auto">
          <a:xfrm>
            <a:off x="8380413" y="3032125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2015" name="Text Box 138"/>
          <p:cNvSpPr txBox="1">
            <a:spLocks noChangeArrowheads="1"/>
          </p:cNvSpPr>
          <p:nvPr/>
        </p:nvSpPr>
        <p:spPr bwMode="auto">
          <a:xfrm>
            <a:off x="5181600" y="3959225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19562B-9154-459F-A327-1AF03403773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Cycle Property</a:t>
            </a:r>
          </a:p>
        </p:txBody>
      </p:sp>
      <p:sp>
        <p:nvSpPr>
          <p:cNvPr id="4301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3581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Cycle Property: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be a minimum spanning tree of a weighted graph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be an edge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that is not in </a:t>
            </a:r>
            <a:r>
              <a:rPr lang="en-US" altLang="en-US" sz="1800" b="1" i="1">
                <a:latin typeface="Times New Roman" panose="02020603050405020304" pitchFamily="18" charset="0"/>
              </a:rPr>
              <a:t>T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/>
              <a:t> let be the cycle formed by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For every edge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C,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Proof: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By contradiction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If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&gt;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we can get a spanning tree of smaller weight by replacing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endParaRPr lang="en-US" altLang="en-US" sz="1600"/>
          </a:p>
        </p:txBody>
      </p:sp>
      <p:grpSp>
        <p:nvGrpSpPr>
          <p:cNvPr id="43013" name="Group 91"/>
          <p:cNvGrpSpPr>
            <a:grpSpLocks/>
          </p:cNvGrpSpPr>
          <p:nvPr/>
        </p:nvGrpSpPr>
        <p:grpSpPr bwMode="auto">
          <a:xfrm>
            <a:off x="5189538" y="1447800"/>
            <a:ext cx="3344862" cy="2119313"/>
            <a:chOff x="3269" y="969"/>
            <a:chExt cx="2107" cy="1335"/>
          </a:xfrm>
        </p:grpSpPr>
        <p:sp>
          <p:nvSpPr>
            <p:cNvPr id="43044" name="Oval 31"/>
            <p:cNvSpPr>
              <a:spLocks noChangeArrowheads="1"/>
            </p:cNvSpPr>
            <p:nvPr/>
          </p:nvSpPr>
          <p:spPr bwMode="auto">
            <a:xfrm>
              <a:off x="3504" y="120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5" name="Oval 32"/>
            <p:cNvSpPr>
              <a:spLocks noChangeArrowheads="1"/>
            </p:cNvSpPr>
            <p:nvPr/>
          </p:nvSpPr>
          <p:spPr bwMode="auto">
            <a:xfrm>
              <a:off x="4752" y="100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6" name="Oval 33"/>
            <p:cNvSpPr>
              <a:spLocks noChangeArrowheads="1"/>
            </p:cNvSpPr>
            <p:nvPr/>
          </p:nvSpPr>
          <p:spPr bwMode="auto">
            <a:xfrm>
              <a:off x="3936" y="158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7" name="Oval 34"/>
            <p:cNvSpPr>
              <a:spLocks noChangeArrowheads="1"/>
            </p:cNvSpPr>
            <p:nvPr/>
          </p:nvSpPr>
          <p:spPr bwMode="auto">
            <a:xfrm>
              <a:off x="3312" y="20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8" name="Oval 35"/>
            <p:cNvSpPr>
              <a:spLocks noChangeArrowheads="1"/>
            </p:cNvSpPr>
            <p:nvPr/>
          </p:nvSpPr>
          <p:spPr bwMode="auto">
            <a:xfrm>
              <a:off x="5184" y="148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9" name="Oval 36"/>
            <p:cNvSpPr>
              <a:spLocks noChangeArrowheads="1"/>
            </p:cNvSpPr>
            <p:nvPr/>
          </p:nvSpPr>
          <p:spPr bwMode="auto">
            <a:xfrm>
              <a:off x="4848" y="192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cxnSp>
          <p:nvCxnSpPr>
            <p:cNvPr id="43050" name="AutoShape 37"/>
            <p:cNvCxnSpPr>
              <a:cxnSpLocks noChangeShapeType="1"/>
              <a:stCxn id="43044" idx="5"/>
              <a:endCxn id="43046" idx="1"/>
            </p:cNvCxnSpPr>
            <p:nvPr/>
          </p:nvCxnSpPr>
          <p:spPr bwMode="auto">
            <a:xfrm>
              <a:off x="3668" y="1370"/>
              <a:ext cx="296" cy="236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1" name="AutoShape 38"/>
            <p:cNvCxnSpPr>
              <a:cxnSpLocks noChangeShapeType="1"/>
              <a:stCxn id="43046" idx="3"/>
              <a:endCxn id="43047" idx="7"/>
            </p:cNvCxnSpPr>
            <p:nvPr/>
          </p:nvCxnSpPr>
          <p:spPr bwMode="auto">
            <a:xfrm flipH="1">
              <a:off x="3476" y="1754"/>
              <a:ext cx="488" cy="2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2" name="AutoShape 39"/>
            <p:cNvCxnSpPr>
              <a:cxnSpLocks noChangeShapeType="1"/>
              <a:stCxn id="43044" idx="3"/>
              <a:endCxn id="43047" idx="0"/>
            </p:cNvCxnSpPr>
            <p:nvPr/>
          </p:nvCxnSpPr>
          <p:spPr bwMode="auto">
            <a:xfrm flipH="1">
              <a:off x="3408" y="1370"/>
              <a:ext cx="124" cy="640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3" name="AutoShape 40"/>
            <p:cNvCxnSpPr>
              <a:cxnSpLocks noChangeShapeType="1"/>
              <a:stCxn id="43046" idx="6"/>
              <a:endCxn id="43049" idx="1"/>
            </p:cNvCxnSpPr>
            <p:nvPr/>
          </p:nvCxnSpPr>
          <p:spPr bwMode="auto">
            <a:xfrm>
              <a:off x="4134" y="1680"/>
              <a:ext cx="742" cy="26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4" name="AutoShape 41"/>
            <p:cNvCxnSpPr>
              <a:cxnSpLocks noChangeShapeType="1"/>
              <a:stCxn id="43047" idx="6"/>
              <a:endCxn id="43049" idx="2"/>
            </p:cNvCxnSpPr>
            <p:nvPr/>
          </p:nvCxnSpPr>
          <p:spPr bwMode="auto">
            <a:xfrm flipV="1">
              <a:off x="3510" y="2016"/>
              <a:ext cx="1332" cy="9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5" name="AutoShape 42"/>
            <p:cNvCxnSpPr>
              <a:cxnSpLocks noChangeShapeType="1"/>
              <a:stCxn id="43044" idx="6"/>
              <a:endCxn id="43045" idx="2"/>
            </p:cNvCxnSpPr>
            <p:nvPr/>
          </p:nvCxnSpPr>
          <p:spPr bwMode="auto">
            <a:xfrm flipV="1">
              <a:off x="3702" y="1104"/>
              <a:ext cx="1044" cy="19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6" name="AutoShape 43"/>
            <p:cNvCxnSpPr>
              <a:cxnSpLocks noChangeShapeType="1"/>
              <a:stCxn id="43046" idx="7"/>
              <a:endCxn id="43045" idx="3"/>
            </p:cNvCxnSpPr>
            <p:nvPr/>
          </p:nvCxnSpPr>
          <p:spPr bwMode="auto">
            <a:xfrm flipV="1">
              <a:off x="4100" y="1178"/>
              <a:ext cx="680" cy="4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7" name="AutoShape 44"/>
            <p:cNvCxnSpPr>
              <a:cxnSpLocks noChangeShapeType="1"/>
              <a:stCxn id="43048" idx="1"/>
              <a:endCxn id="43045" idx="5"/>
            </p:cNvCxnSpPr>
            <p:nvPr/>
          </p:nvCxnSpPr>
          <p:spPr bwMode="auto">
            <a:xfrm flipH="1" flipV="1">
              <a:off x="4916" y="1178"/>
              <a:ext cx="296" cy="33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8" name="AutoShape 45"/>
            <p:cNvCxnSpPr>
              <a:cxnSpLocks noChangeShapeType="1"/>
              <a:stCxn id="43049" idx="7"/>
              <a:endCxn id="43048" idx="3"/>
            </p:cNvCxnSpPr>
            <p:nvPr/>
          </p:nvCxnSpPr>
          <p:spPr bwMode="auto">
            <a:xfrm flipV="1">
              <a:off x="5012" y="1658"/>
              <a:ext cx="200" cy="28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59" name="Text Box 46"/>
            <p:cNvSpPr txBox="1">
              <a:spLocks noChangeArrowheads="1"/>
            </p:cNvSpPr>
            <p:nvPr/>
          </p:nvSpPr>
          <p:spPr bwMode="auto">
            <a:xfrm>
              <a:off x="4119" y="969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8</a:t>
              </a:r>
            </a:p>
          </p:txBody>
        </p:sp>
        <p:sp>
          <p:nvSpPr>
            <p:cNvPr id="43060" name="Text Box 47"/>
            <p:cNvSpPr txBox="1">
              <a:spLocks noChangeArrowheads="1"/>
            </p:cNvSpPr>
            <p:nvPr/>
          </p:nvSpPr>
          <p:spPr bwMode="auto">
            <a:xfrm>
              <a:off x="5093" y="1152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43061" name="Text Box 48"/>
            <p:cNvSpPr txBox="1">
              <a:spLocks noChangeArrowheads="1"/>
            </p:cNvSpPr>
            <p:nvPr/>
          </p:nvSpPr>
          <p:spPr bwMode="auto">
            <a:xfrm>
              <a:off x="3269" y="1504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3062" name="Text Box 49"/>
            <p:cNvSpPr txBox="1">
              <a:spLocks noChangeArrowheads="1"/>
            </p:cNvSpPr>
            <p:nvPr/>
          </p:nvSpPr>
          <p:spPr bwMode="auto">
            <a:xfrm>
              <a:off x="4469" y="1584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43063" name="Text Box 50"/>
            <p:cNvSpPr txBox="1">
              <a:spLocks noChangeArrowheads="1"/>
            </p:cNvSpPr>
            <p:nvPr/>
          </p:nvSpPr>
          <p:spPr bwMode="auto">
            <a:xfrm>
              <a:off x="3639" y="1449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43064" name="Text Box 51"/>
            <p:cNvSpPr txBox="1">
              <a:spLocks noChangeArrowheads="1"/>
            </p:cNvSpPr>
            <p:nvPr/>
          </p:nvSpPr>
          <p:spPr bwMode="auto">
            <a:xfrm>
              <a:off x="4042" y="2073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43065" name="Text Box 52"/>
            <p:cNvSpPr txBox="1">
              <a:spLocks noChangeArrowheads="1"/>
            </p:cNvSpPr>
            <p:nvPr/>
          </p:nvSpPr>
          <p:spPr bwMode="auto">
            <a:xfrm>
              <a:off x="5114" y="1734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43066" name="Text Box 53"/>
            <p:cNvSpPr txBox="1">
              <a:spLocks noChangeArrowheads="1"/>
            </p:cNvSpPr>
            <p:nvPr/>
          </p:nvSpPr>
          <p:spPr bwMode="auto">
            <a:xfrm>
              <a:off x="4469" y="1344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9</a:t>
              </a:r>
            </a:p>
          </p:txBody>
        </p:sp>
        <p:sp>
          <p:nvSpPr>
            <p:cNvPr id="43067" name="Text Box 54"/>
            <p:cNvSpPr txBox="1">
              <a:spLocks noChangeArrowheads="1"/>
            </p:cNvSpPr>
            <p:nvPr/>
          </p:nvSpPr>
          <p:spPr bwMode="auto">
            <a:xfrm>
              <a:off x="3769" y="1804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43068" name="Text Box 80"/>
            <p:cNvSpPr txBox="1">
              <a:spLocks noChangeArrowheads="1"/>
            </p:cNvSpPr>
            <p:nvPr/>
          </p:nvSpPr>
          <p:spPr bwMode="auto">
            <a:xfrm>
              <a:off x="4927" y="1623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3069" name="Text Box 83"/>
            <p:cNvSpPr txBox="1">
              <a:spLocks noChangeArrowheads="1"/>
            </p:cNvSpPr>
            <p:nvPr/>
          </p:nvSpPr>
          <p:spPr bwMode="auto">
            <a:xfrm>
              <a:off x="3831" y="1260"/>
              <a:ext cx="2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2000" b="1" i="1" baseline="-25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70" name="Text Box 85"/>
            <p:cNvSpPr txBox="1">
              <a:spLocks noChangeArrowheads="1"/>
            </p:cNvSpPr>
            <p:nvPr/>
          </p:nvSpPr>
          <p:spPr bwMode="auto">
            <a:xfrm>
              <a:off x="3854" y="1017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43014" name="Group 92"/>
          <p:cNvGrpSpPr>
            <a:grpSpLocks/>
          </p:cNvGrpSpPr>
          <p:nvPr/>
        </p:nvGrpSpPr>
        <p:grpSpPr bwMode="auto">
          <a:xfrm>
            <a:off x="5189538" y="4357688"/>
            <a:ext cx="3344862" cy="2119312"/>
            <a:chOff x="3269" y="2697"/>
            <a:chExt cx="2107" cy="1335"/>
          </a:xfrm>
        </p:grpSpPr>
        <p:sp>
          <p:nvSpPr>
            <p:cNvPr id="43017" name="Oval 55"/>
            <p:cNvSpPr>
              <a:spLocks noChangeArrowheads="1"/>
            </p:cNvSpPr>
            <p:nvPr/>
          </p:nvSpPr>
          <p:spPr bwMode="auto">
            <a:xfrm>
              <a:off x="3504" y="292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18" name="Oval 56"/>
            <p:cNvSpPr>
              <a:spLocks noChangeArrowheads="1"/>
            </p:cNvSpPr>
            <p:nvPr/>
          </p:nvSpPr>
          <p:spPr bwMode="auto">
            <a:xfrm>
              <a:off x="4752" y="273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19" name="Oval 57"/>
            <p:cNvSpPr>
              <a:spLocks noChangeArrowheads="1"/>
            </p:cNvSpPr>
            <p:nvPr/>
          </p:nvSpPr>
          <p:spPr bwMode="auto">
            <a:xfrm>
              <a:off x="3936" y="331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20" name="Oval 58"/>
            <p:cNvSpPr>
              <a:spLocks noChangeArrowheads="1"/>
            </p:cNvSpPr>
            <p:nvPr/>
          </p:nvSpPr>
          <p:spPr bwMode="auto">
            <a:xfrm>
              <a:off x="3312" y="374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21" name="Oval 59"/>
            <p:cNvSpPr>
              <a:spLocks noChangeArrowheads="1"/>
            </p:cNvSpPr>
            <p:nvPr/>
          </p:nvSpPr>
          <p:spPr bwMode="auto">
            <a:xfrm>
              <a:off x="5184" y="321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22" name="Oval 60"/>
            <p:cNvSpPr>
              <a:spLocks noChangeArrowheads="1"/>
            </p:cNvSpPr>
            <p:nvPr/>
          </p:nvSpPr>
          <p:spPr bwMode="auto">
            <a:xfrm>
              <a:off x="4848" y="364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cxnSp>
          <p:nvCxnSpPr>
            <p:cNvPr id="43023" name="AutoShape 61"/>
            <p:cNvCxnSpPr>
              <a:cxnSpLocks noChangeShapeType="1"/>
              <a:stCxn id="43017" idx="5"/>
              <a:endCxn id="43019" idx="1"/>
            </p:cNvCxnSpPr>
            <p:nvPr/>
          </p:nvCxnSpPr>
          <p:spPr bwMode="auto">
            <a:xfrm>
              <a:off x="3668" y="3098"/>
              <a:ext cx="296" cy="236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4" name="AutoShape 62"/>
            <p:cNvCxnSpPr>
              <a:cxnSpLocks noChangeShapeType="1"/>
              <a:stCxn id="43019" idx="3"/>
              <a:endCxn id="43020" idx="7"/>
            </p:cNvCxnSpPr>
            <p:nvPr/>
          </p:nvCxnSpPr>
          <p:spPr bwMode="auto">
            <a:xfrm flipH="1">
              <a:off x="3476" y="3482"/>
              <a:ext cx="488" cy="2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5" name="AutoShape 63"/>
            <p:cNvCxnSpPr>
              <a:cxnSpLocks noChangeShapeType="1"/>
              <a:stCxn id="43017" idx="3"/>
              <a:endCxn id="43020" idx="0"/>
            </p:cNvCxnSpPr>
            <p:nvPr/>
          </p:nvCxnSpPr>
          <p:spPr bwMode="auto">
            <a:xfrm flipH="1">
              <a:off x="3408" y="3098"/>
              <a:ext cx="124" cy="640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6" name="AutoShape 64"/>
            <p:cNvCxnSpPr>
              <a:cxnSpLocks noChangeShapeType="1"/>
              <a:stCxn id="43019" idx="6"/>
              <a:endCxn id="43022" idx="1"/>
            </p:cNvCxnSpPr>
            <p:nvPr/>
          </p:nvCxnSpPr>
          <p:spPr bwMode="auto">
            <a:xfrm>
              <a:off x="4134" y="3408"/>
              <a:ext cx="742" cy="26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7" name="AutoShape 65"/>
            <p:cNvCxnSpPr>
              <a:cxnSpLocks noChangeShapeType="1"/>
              <a:stCxn id="43020" idx="6"/>
              <a:endCxn id="43022" idx="2"/>
            </p:cNvCxnSpPr>
            <p:nvPr/>
          </p:nvCxnSpPr>
          <p:spPr bwMode="auto">
            <a:xfrm flipV="1">
              <a:off x="3510" y="3744"/>
              <a:ext cx="1332" cy="9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8" name="AutoShape 66"/>
            <p:cNvCxnSpPr>
              <a:cxnSpLocks noChangeShapeType="1"/>
              <a:stCxn id="43017" idx="6"/>
              <a:endCxn id="43018" idx="2"/>
            </p:cNvCxnSpPr>
            <p:nvPr/>
          </p:nvCxnSpPr>
          <p:spPr bwMode="auto">
            <a:xfrm flipV="1">
              <a:off x="3702" y="2832"/>
              <a:ext cx="1044" cy="19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9" name="AutoShape 67"/>
            <p:cNvCxnSpPr>
              <a:cxnSpLocks noChangeShapeType="1"/>
              <a:stCxn id="43019" idx="7"/>
              <a:endCxn id="43018" idx="3"/>
            </p:cNvCxnSpPr>
            <p:nvPr/>
          </p:nvCxnSpPr>
          <p:spPr bwMode="auto">
            <a:xfrm flipV="1">
              <a:off x="4100" y="2906"/>
              <a:ext cx="680" cy="4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30" name="AutoShape 68"/>
            <p:cNvCxnSpPr>
              <a:cxnSpLocks noChangeShapeType="1"/>
              <a:stCxn id="43021" idx="1"/>
              <a:endCxn id="43018" idx="5"/>
            </p:cNvCxnSpPr>
            <p:nvPr/>
          </p:nvCxnSpPr>
          <p:spPr bwMode="auto">
            <a:xfrm flipH="1" flipV="1">
              <a:off x="4916" y="2906"/>
              <a:ext cx="296" cy="332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31" name="AutoShape 69"/>
            <p:cNvCxnSpPr>
              <a:cxnSpLocks noChangeShapeType="1"/>
              <a:stCxn id="43022" idx="7"/>
              <a:endCxn id="43021" idx="3"/>
            </p:cNvCxnSpPr>
            <p:nvPr/>
          </p:nvCxnSpPr>
          <p:spPr bwMode="auto">
            <a:xfrm flipV="1">
              <a:off x="5012" y="3386"/>
              <a:ext cx="200" cy="284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32" name="Text Box 70"/>
            <p:cNvSpPr txBox="1">
              <a:spLocks noChangeArrowheads="1"/>
            </p:cNvSpPr>
            <p:nvPr/>
          </p:nvSpPr>
          <p:spPr bwMode="auto">
            <a:xfrm>
              <a:off x="4119" y="2697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43033" name="Text Box 71"/>
            <p:cNvSpPr txBox="1">
              <a:spLocks noChangeArrowheads="1"/>
            </p:cNvSpPr>
            <p:nvPr/>
          </p:nvSpPr>
          <p:spPr bwMode="auto">
            <a:xfrm>
              <a:off x="5093" y="2880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43034" name="Text Box 72"/>
            <p:cNvSpPr txBox="1">
              <a:spLocks noChangeArrowheads="1"/>
            </p:cNvSpPr>
            <p:nvPr/>
          </p:nvSpPr>
          <p:spPr bwMode="auto">
            <a:xfrm>
              <a:off x="3269" y="3232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3035" name="Text Box 73"/>
            <p:cNvSpPr txBox="1">
              <a:spLocks noChangeArrowheads="1"/>
            </p:cNvSpPr>
            <p:nvPr/>
          </p:nvSpPr>
          <p:spPr bwMode="auto">
            <a:xfrm>
              <a:off x="4469" y="3312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43036" name="Text Box 74"/>
            <p:cNvSpPr txBox="1">
              <a:spLocks noChangeArrowheads="1"/>
            </p:cNvSpPr>
            <p:nvPr/>
          </p:nvSpPr>
          <p:spPr bwMode="auto">
            <a:xfrm>
              <a:off x="3639" y="3177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43037" name="Text Box 75"/>
            <p:cNvSpPr txBox="1">
              <a:spLocks noChangeArrowheads="1"/>
            </p:cNvSpPr>
            <p:nvPr/>
          </p:nvSpPr>
          <p:spPr bwMode="auto">
            <a:xfrm>
              <a:off x="4042" y="3801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7</a:t>
              </a:r>
            </a:p>
          </p:txBody>
        </p:sp>
        <p:sp>
          <p:nvSpPr>
            <p:cNvPr id="43038" name="Text Box 76"/>
            <p:cNvSpPr txBox="1">
              <a:spLocks noChangeArrowheads="1"/>
            </p:cNvSpPr>
            <p:nvPr/>
          </p:nvSpPr>
          <p:spPr bwMode="auto">
            <a:xfrm>
              <a:off x="5114" y="3462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43039" name="Text Box 77"/>
            <p:cNvSpPr txBox="1">
              <a:spLocks noChangeArrowheads="1"/>
            </p:cNvSpPr>
            <p:nvPr/>
          </p:nvSpPr>
          <p:spPr bwMode="auto">
            <a:xfrm>
              <a:off x="4469" y="3072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9</a:t>
              </a:r>
            </a:p>
          </p:txBody>
        </p:sp>
        <p:sp>
          <p:nvSpPr>
            <p:cNvPr id="43040" name="Text Box 78"/>
            <p:cNvSpPr txBox="1">
              <a:spLocks noChangeArrowheads="1"/>
            </p:cNvSpPr>
            <p:nvPr/>
          </p:nvSpPr>
          <p:spPr bwMode="auto">
            <a:xfrm>
              <a:off x="3769" y="3532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8</a:t>
              </a:r>
            </a:p>
          </p:txBody>
        </p:sp>
        <p:sp>
          <p:nvSpPr>
            <p:cNvPr id="43041" name="Text Box 84"/>
            <p:cNvSpPr txBox="1">
              <a:spLocks noChangeArrowheads="1"/>
            </p:cNvSpPr>
            <p:nvPr/>
          </p:nvSpPr>
          <p:spPr bwMode="auto">
            <a:xfrm>
              <a:off x="3792" y="2995"/>
              <a:ext cx="26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2000" b="1" i="1" baseline="-250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42" name="Text Box 87"/>
            <p:cNvSpPr txBox="1">
              <a:spLocks noChangeArrowheads="1"/>
            </p:cNvSpPr>
            <p:nvPr/>
          </p:nvSpPr>
          <p:spPr bwMode="auto">
            <a:xfrm>
              <a:off x="4925" y="3357"/>
              <a:ext cx="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3043" name="Text Box 88"/>
            <p:cNvSpPr txBox="1">
              <a:spLocks noChangeArrowheads="1"/>
            </p:cNvSpPr>
            <p:nvPr/>
          </p:nvSpPr>
          <p:spPr bwMode="auto">
            <a:xfrm>
              <a:off x="3852" y="2751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i="1">
                  <a:latin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43015" name="AutoShape 79"/>
          <p:cNvSpPr>
            <a:spLocks noChangeArrowheads="1"/>
          </p:cNvSpPr>
          <p:nvPr/>
        </p:nvSpPr>
        <p:spPr bwMode="auto">
          <a:xfrm>
            <a:off x="5772150" y="3792538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3016" name="Text Box 89"/>
          <p:cNvSpPr txBox="1">
            <a:spLocks noChangeArrowheads="1"/>
          </p:cNvSpPr>
          <p:nvPr/>
        </p:nvSpPr>
        <p:spPr bwMode="auto">
          <a:xfrm>
            <a:off x="6238875" y="3640138"/>
            <a:ext cx="2600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Replacing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/>
              <a:t>yields</a:t>
            </a:r>
            <a:br>
              <a:rPr lang="en-US" altLang="en-US" sz="1800"/>
            </a:br>
            <a:r>
              <a:rPr lang="en-US" altLang="en-US" sz="1800"/>
              <a:t>a better spanning tree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7C2EB1-B3A4-49CB-A31C-15BEEBC872B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44035" name="Freeform 150"/>
          <p:cNvSpPr>
            <a:spLocks/>
          </p:cNvSpPr>
          <p:nvPr/>
        </p:nvSpPr>
        <p:spPr bwMode="auto">
          <a:xfrm>
            <a:off x="7548563" y="4191000"/>
            <a:ext cx="1293812" cy="2133600"/>
          </a:xfrm>
          <a:custGeom>
            <a:avLst/>
            <a:gdLst>
              <a:gd name="T0" fmla="*/ 2147483646 w 815"/>
              <a:gd name="T1" fmla="*/ 2147483646 h 1344"/>
              <a:gd name="T2" fmla="*/ 2147483646 w 815"/>
              <a:gd name="T3" fmla="*/ 2147483646 h 1344"/>
              <a:gd name="T4" fmla="*/ 2147483646 w 815"/>
              <a:gd name="T5" fmla="*/ 2147483646 h 1344"/>
              <a:gd name="T6" fmla="*/ 2147483646 w 815"/>
              <a:gd name="T7" fmla="*/ 2147483646 h 1344"/>
              <a:gd name="T8" fmla="*/ 2147483646 w 815"/>
              <a:gd name="T9" fmla="*/ 2147483646 h 1344"/>
              <a:gd name="T10" fmla="*/ 2147483646 w 815"/>
              <a:gd name="T11" fmla="*/ 2147483646 h 1344"/>
              <a:gd name="T12" fmla="*/ 2147483646 w 815"/>
              <a:gd name="T13" fmla="*/ 2147483646 h 13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5" h="1344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0" y="1222"/>
                  <a:pt x="594" y="1125"/>
                </a:cubicBezTo>
                <a:cubicBezTo>
                  <a:pt x="688" y="1028"/>
                  <a:pt x="811" y="840"/>
                  <a:pt x="813" y="696"/>
                </a:cubicBezTo>
                <a:cubicBezTo>
                  <a:pt x="815" y="552"/>
                  <a:pt x="716" y="363"/>
                  <a:pt x="606" y="261"/>
                </a:cubicBezTo>
                <a:cubicBezTo>
                  <a:pt x="496" y="15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4036" name="Freeform 151"/>
          <p:cNvSpPr>
            <a:spLocks/>
          </p:cNvSpPr>
          <p:nvPr/>
        </p:nvSpPr>
        <p:spPr bwMode="auto">
          <a:xfrm>
            <a:off x="5257800" y="4564063"/>
            <a:ext cx="1685925" cy="1911350"/>
          </a:xfrm>
          <a:custGeom>
            <a:avLst/>
            <a:gdLst>
              <a:gd name="T0" fmla="*/ 2147483646 w 1062"/>
              <a:gd name="T1" fmla="*/ 2147483646 h 1204"/>
              <a:gd name="T2" fmla="*/ 2147483646 w 1062"/>
              <a:gd name="T3" fmla="*/ 2147483646 h 1204"/>
              <a:gd name="T4" fmla="*/ 2147483646 w 1062"/>
              <a:gd name="T5" fmla="*/ 2147483646 h 1204"/>
              <a:gd name="T6" fmla="*/ 2147483646 w 1062"/>
              <a:gd name="T7" fmla="*/ 2147483646 h 1204"/>
              <a:gd name="T8" fmla="*/ 2147483646 w 1062"/>
              <a:gd name="T9" fmla="*/ 2147483646 h 1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2" h="1204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4037" name="Text Box 152"/>
          <p:cNvSpPr txBox="1">
            <a:spLocks noChangeArrowheads="1"/>
          </p:cNvSpPr>
          <p:nvPr/>
        </p:nvSpPr>
        <p:spPr bwMode="auto">
          <a:xfrm>
            <a:off x="5691188" y="4191000"/>
            <a:ext cx="31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44038" name="Text Box 153"/>
          <p:cNvSpPr txBox="1">
            <a:spLocks noChangeArrowheads="1"/>
          </p:cNvSpPr>
          <p:nvPr/>
        </p:nvSpPr>
        <p:spPr bwMode="auto">
          <a:xfrm>
            <a:off x="8281988" y="4191000"/>
            <a:ext cx="31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44039" name="Freeform 149"/>
          <p:cNvSpPr>
            <a:spLocks/>
          </p:cNvSpPr>
          <p:nvPr/>
        </p:nvSpPr>
        <p:spPr bwMode="auto">
          <a:xfrm>
            <a:off x="7572375" y="1219200"/>
            <a:ext cx="1250950" cy="2133600"/>
          </a:xfrm>
          <a:custGeom>
            <a:avLst/>
            <a:gdLst>
              <a:gd name="T0" fmla="*/ 2147483646 w 788"/>
              <a:gd name="T1" fmla="*/ 2147483646 h 1344"/>
              <a:gd name="T2" fmla="*/ 2147483646 w 788"/>
              <a:gd name="T3" fmla="*/ 2147483646 h 1344"/>
              <a:gd name="T4" fmla="*/ 2147483646 w 788"/>
              <a:gd name="T5" fmla="*/ 2147483646 h 1344"/>
              <a:gd name="T6" fmla="*/ 2147483646 w 788"/>
              <a:gd name="T7" fmla="*/ 2147483646 h 1344"/>
              <a:gd name="T8" fmla="*/ 2147483646 w 788"/>
              <a:gd name="T9" fmla="*/ 2147483646 h 1344"/>
              <a:gd name="T10" fmla="*/ 2147483646 w 788"/>
              <a:gd name="T11" fmla="*/ 2147483646 h 1344"/>
              <a:gd name="T12" fmla="*/ 2147483646 w 788"/>
              <a:gd name="T13" fmla="*/ 2147483646 h 13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88" h="1344">
                <a:moveTo>
                  <a:pt x="12" y="747"/>
                </a:moveTo>
                <a:cubicBezTo>
                  <a:pt x="24" y="891"/>
                  <a:pt x="149" y="1218"/>
                  <a:pt x="246" y="1281"/>
                </a:cubicBezTo>
                <a:cubicBezTo>
                  <a:pt x="343" y="1344"/>
                  <a:pt x="504" y="1232"/>
                  <a:pt x="594" y="1125"/>
                </a:cubicBezTo>
                <a:cubicBezTo>
                  <a:pt x="684" y="1018"/>
                  <a:pt x="784" y="780"/>
                  <a:pt x="786" y="636"/>
                </a:cubicBezTo>
                <a:cubicBezTo>
                  <a:pt x="788" y="492"/>
                  <a:pt x="712" y="353"/>
                  <a:pt x="606" y="261"/>
                </a:cubicBezTo>
                <a:cubicBezTo>
                  <a:pt x="500" y="169"/>
                  <a:pt x="249" y="0"/>
                  <a:pt x="150" y="81"/>
                </a:cubicBezTo>
                <a:cubicBezTo>
                  <a:pt x="51" y="162"/>
                  <a:pt x="0" y="603"/>
                  <a:pt x="12" y="747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4040" name="Freeform 148"/>
          <p:cNvSpPr>
            <a:spLocks/>
          </p:cNvSpPr>
          <p:nvPr/>
        </p:nvSpPr>
        <p:spPr bwMode="auto">
          <a:xfrm>
            <a:off x="5281613" y="1592263"/>
            <a:ext cx="1685925" cy="1911350"/>
          </a:xfrm>
          <a:custGeom>
            <a:avLst/>
            <a:gdLst>
              <a:gd name="T0" fmla="*/ 2147483646 w 1062"/>
              <a:gd name="T1" fmla="*/ 2147483646 h 1204"/>
              <a:gd name="T2" fmla="*/ 2147483646 w 1062"/>
              <a:gd name="T3" fmla="*/ 2147483646 h 1204"/>
              <a:gd name="T4" fmla="*/ 2147483646 w 1062"/>
              <a:gd name="T5" fmla="*/ 2147483646 h 1204"/>
              <a:gd name="T6" fmla="*/ 2147483646 w 1062"/>
              <a:gd name="T7" fmla="*/ 2147483646 h 1204"/>
              <a:gd name="T8" fmla="*/ 2147483646 w 1062"/>
              <a:gd name="T9" fmla="*/ 2147483646 h 1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2" h="1204">
                <a:moveTo>
                  <a:pt x="33" y="533"/>
                </a:moveTo>
                <a:cubicBezTo>
                  <a:pt x="0" y="730"/>
                  <a:pt x="17" y="1182"/>
                  <a:pt x="183" y="1193"/>
                </a:cubicBezTo>
                <a:cubicBezTo>
                  <a:pt x="349" y="1204"/>
                  <a:pt x="996" y="796"/>
                  <a:pt x="1029" y="599"/>
                </a:cubicBezTo>
                <a:cubicBezTo>
                  <a:pt x="1062" y="402"/>
                  <a:pt x="547" y="22"/>
                  <a:pt x="381" y="11"/>
                </a:cubicBezTo>
                <a:cubicBezTo>
                  <a:pt x="215" y="0"/>
                  <a:pt x="66" y="336"/>
                  <a:pt x="33" y="53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40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Partition Property</a:t>
            </a:r>
          </a:p>
        </p:txBody>
      </p:sp>
      <p:sp>
        <p:nvSpPr>
          <p:cNvPr id="4404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4724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Partition Property: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Consider a partition of the vertices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into subsets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be an edge of minimum weight across the partition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There is a minimum spanning tree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containing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Proof: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be an MST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If </a:t>
            </a:r>
            <a:r>
              <a:rPr lang="en-US" altLang="en-US" sz="1800" b="1" i="1">
                <a:latin typeface="Times New Roman" panose="02020603050405020304" pitchFamily="18" charset="0"/>
              </a:rPr>
              <a:t>T</a:t>
            </a:r>
            <a:r>
              <a:rPr lang="en-US" altLang="en-US" sz="1800"/>
              <a:t> does not contain </a:t>
            </a:r>
            <a:r>
              <a:rPr lang="en-US" altLang="en-US" sz="1800" b="1" i="1">
                <a:latin typeface="Times New Roman" panose="02020603050405020304" pitchFamily="18" charset="0"/>
              </a:rPr>
              <a:t>e,</a:t>
            </a:r>
            <a:r>
              <a:rPr lang="en-US" altLang="en-US" sz="1800"/>
              <a:t> consider the cycle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/>
              <a:t> formed by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T </a:t>
            </a:r>
            <a:r>
              <a:rPr lang="en-US" altLang="en-US" sz="1800"/>
              <a:t>and let 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/>
              <a:t> be an edge of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  <a:r>
              <a:rPr lang="en-US" altLang="en-US" sz="1800"/>
              <a:t> across the partition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By the cycle property,</a:t>
            </a:r>
            <a:br>
              <a:rPr lang="en-US" altLang="en-US" sz="1800"/>
            </a:br>
            <a:r>
              <a:rPr lang="en-US" altLang="en-US" sz="1800"/>
              <a:t>		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Thus,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obtain another MST by replacing </a:t>
            </a:r>
            <a:r>
              <a:rPr lang="en-US" altLang="en-US" sz="1800" b="1" i="1">
                <a:latin typeface="Times New Roman" panose="02020603050405020304" pitchFamily="18" charset="0"/>
              </a:rPr>
              <a:t>f  </a:t>
            </a:r>
            <a:r>
              <a:rPr lang="en-US" altLang="en-US" sz="1800"/>
              <a:t>with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4043" name="Oval 55"/>
          <p:cNvSpPr>
            <a:spLocks noChangeArrowheads="1"/>
          </p:cNvSpPr>
          <p:nvPr/>
        </p:nvSpPr>
        <p:spPr bwMode="auto">
          <a:xfrm>
            <a:off x="5791200" y="1724025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4" name="Oval 56"/>
          <p:cNvSpPr>
            <a:spLocks noChangeArrowheads="1"/>
          </p:cNvSpPr>
          <p:nvPr/>
        </p:nvSpPr>
        <p:spPr bwMode="auto">
          <a:xfrm>
            <a:off x="7772400" y="14192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5" name="Oval 57"/>
          <p:cNvSpPr>
            <a:spLocks noChangeArrowheads="1"/>
          </p:cNvSpPr>
          <p:nvPr/>
        </p:nvSpPr>
        <p:spPr bwMode="auto">
          <a:xfrm>
            <a:off x="6477000" y="2333625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6" name="Oval 58"/>
          <p:cNvSpPr>
            <a:spLocks noChangeArrowheads="1"/>
          </p:cNvSpPr>
          <p:nvPr/>
        </p:nvSpPr>
        <p:spPr bwMode="auto">
          <a:xfrm>
            <a:off x="5486400" y="3019425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7" name="Oval 59"/>
          <p:cNvSpPr>
            <a:spLocks noChangeArrowheads="1"/>
          </p:cNvSpPr>
          <p:nvPr/>
        </p:nvSpPr>
        <p:spPr bwMode="auto">
          <a:xfrm>
            <a:off x="8458200" y="21812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8" name="Oval 60"/>
          <p:cNvSpPr>
            <a:spLocks noChangeArrowheads="1"/>
          </p:cNvSpPr>
          <p:nvPr/>
        </p:nvSpPr>
        <p:spPr bwMode="auto">
          <a:xfrm>
            <a:off x="7924800" y="28670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cxnSp>
        <p:nvCxnSpPr>
          <p:cNvPr id="44049" name="AutoShape 61"/>
          <p:cNvCxnSpPr>
            <a:cxnSpLocks noChangeShapeType="1"/>
            <a:stCxn id="44043" idx="5"/>
            <a:endCxn id="44045" idx="1"/>
          </p:cNvCxnSpPr>
          <p:nvPr/>
        </p:nvCxnSpPr>
        <p:spPr bwMode="auto">
          <a:xfrm>
            <a:off x="6051550" y="1993900"/>
            <a:ext cx="469900" cy="3746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0" name="AutoShape 62"/>
          <p:cNvCxnSpPr>
            <a:cxnSpLocks noChangeShapeType="1"/>
            <a:stCxn id="44045" idx="3"/>
            <a:endCxn id="44046" idx="7"/>
          </p:cNvCxnSpPr>
          <p:nvPr/>
        </p:nvCxnSpPr>
        <p:spPr bwMode="auto">
          <a:xfrm flipH="1">
            <a:off x="5746750" y="2603500"/>
            <a:ext cx="7747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1" name="AutoShape 63"/>
          <p:cNvCxnSpPr>
            <a:cxnSpLocks noChangeShapeType="1"/>
            <a:stCxn id="44043" idx="3"/>
            <a:endCxn id="44046" idx="0"/>
          </p:cNvCxnSpPr>
          <p:nvPr/>
        </p:nvCxnSpPr>
        <p:spPr bwMode="auto">
          <a:xfrm flipH="1">
            <a:off x="5638800" y="1993900"/>
            <a:ext cx="196850" cy="10160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2" name="AutoShape 64"/>
          <p:cNvCxnSpPr>
            <a:cxnSpLocks noChangeShapeType="1"/>
            <a:stCxn id="44045" idx="6"/>
            <a:endCxn id="44048" idx="1"/>
          </p:cNvCxnSpPr>
          <p:nvPr/>
        </p:nvCxnSpPr>
        <p:spPr bwMode="auto">
          <a:xfrm>
            <a:off x="6791325" y="2486025"/>
            <a:ext cx="1177925" cy="415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3" name="AutoShape 65"/>
          <p:cNvCxnSpPr>
            <a:cxnSpLocks noChangeShapeType="1"/>
            <a:stCxn id="44046" idx="6"/>
            <a:endCxn id="44048" idx="2"/>
          </p:cNvCxnSpPr>
          <p:nvPr/>
        </p:nvCxnSpPr>
        <p:spPr bwMode="auto">
          <a:xfrm flipV="1">
            <a:off x="5800725" y="3019425"/>
            <a:ext cx="2114550" cy="1524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4" name="AutoShape 66"/>
          <p:cNvCxnSpPr>
            <a:cxnSpLocks noChangeShapeType="1"/>
            <a:stCxn id="44043" idx="6"/>
            <a:endCxn id="44044" idx="2"/>
          </p:cNvCxnSpPr>
          <p:nvPr/>
        </p:nvCxnSpPr>
        <p:spPr bwMode="auto">
          <a:xfrm flipV="1">
            <a:off x="6105525" y="1571625"/>
            <a:ext cx="165735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5" name="AutoShape 67"/>
          <p:cNvCxnSpPr>
            <a:cxnSpLocks noChangeShapeType="1"/>
            <a:stCxn id="44045" idx="7"/>
            <a:endCxn id="44044" idx="3"/>
          </p:cNvCxnSpPr>
          <p:nvPr/>
        </p:nvCxnSpPr>
        <p:spPr bwMode="auto">
          <a:xfrm flipV="1">
            <a:off x="6737350" y="1689100"/>
            <a:ext cx="1079500" cy="67945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6" name="AutoShape 68"/>
          <p:cNvCxnSpPr>
            <a:cxnSpLocks noChangeShapeType="1"/>
            <a:stCxn id="44047" idx="1"/>
            <a:endCxn id="44044" idx="5"/>
          </p:cNvCxnSpPr>
          <p:nvPr/>
        </p:nvCxnSpPr>
        <p:spPr bwMode="auto">
          <a:xfrm flipH="1" flipV="1">
            <a:off x="8032750" y="1689100"/>
            <a:ext cx="469900" cy="5270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7" name="AutoShape 69"/>
          <p:cNvCxnSpPr>
            <a:cxnSpLocks noChangeShapeType="1"/>
            <a:stCxn id="44048" idx="7"/>
            <a:endCxn id="44047" idx="3"/>
          </p:cNvCxnSpPr>
          <p:nvPr/>
        </p:nvCxnSpPr>
        <p:spPr bwMode="auto">
          <a:xfrm flipV="1">
            <a:off x="8185150" y="2451100"/>
            <a:ext cx="317500" cy="4508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8" name="Text Box 70"/>
          <p:cNvSpPr txBox="1">
            <a:spLocks noChangeArrowheads="1"/>
          </p:cNvSpPr>
          <p:nvPr/>
        </p:nvSpPr>
        <p:spPr bwMode="auto">
          <a:xfrm>
            <a:off x="6767513" y="135731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4059" name="Text Box 71"/>
          <p:cNvSpPr txBox="1">
            <a:spLocks noChangeArrowheads="1"/>
          </p:cNvSpPr>
          <p:nvPr/>
        </p:nvSpPr>
        <p:spPr bwMode="auto">
          <a:xfrm>
            <a:off x="8313738" y="1647825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4060" name="Text Box 72"/>
          <p:cNvSpPr txBox="1">
            <a:spLocks noChangeArrowheads="1"/>
          </p:cNvSpPr>
          <p:nvPr/>
        </p:nvSpPr>
        <p:spPr bwMode="auto">
          <a:xfrm>
            <a:off x="5418138" y="2206625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4061" name="Text Box 73"/>
          <p:cNvSpPr txBox="1">
            <a:spLocks noChangeArrowheads="1"/>
          </p:cNvSpPr>
          <p:nvPr/>
        </p:nvSpPr>
        <p:spPr bwMode="auto">
          <a:xfrm>
            <a:off x="7323138" y="2333625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62" name="Text Box 74"/>
          <p:cNvSpPr txBox="1">
            <a:spLocks noChangeArrowheads="1"/>
          </p:cNvSpPr>
          <p:nvPr/>
        </p:nvSpPr>
        <p:spPr bwMode="auto">
          <a:xfrm>
            <a:off x="6005513" y="211931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4063" name="Text Box 75"/>
          <p:cNvSpPr txBox="1">
            <a:spLocks noChangeArrowheads="1"/>
          </p:cNvSpPr>
          <p:nvPr/>
        </p:nvSpPr>
        <p:spPr bwMode="auto">
          <a:xfrm>
            <a:off x="6645275" y="3109913"/>
            <a:ext cx="309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4064" name="Text Box 76"/>
          <p:cNvSpPr txBox="1">
            <a:spLocks noChangeArrowheads="1"/>
          </p:cNvSpPr>
          <p:nvPr/>
        </p:nvSpPr>
        <p:spPr bwMode="auto">
          <a:xfrm>
            <a:off x="8305800" y="266700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4065" name="Text Box 77"/>
          <p:cNvSpPr txBox="1">
            <a:spLocks noChangeArrowheads="1"/>
          </p:cNvSpPr>
          <p:nvPr/>
        </p:nvSpPr>
        <p:spPr bwMode="auto">
          <a:xfrm>
            <a:off x="7323138" y="1952625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4066" name="Text Box 78"/>
          <p:cNvSpPr txBox="1">
            <a:spLocks noChangeArrowheads="1"/>
          </p:cNvSpPr>
          <p:nvPr/>
        </p:nvSpPr>
        <p:spPr bwMode="auto">
          <a:xfrm>
            <a:off x="6211888" y="2682875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67" name="Text Box 79"/>
          <p:cNvSpPr txBox="1">
            <a:spLocks noChangeArrowheads="1"/>
          </p:cNvSpPr>
          <p:nvPr/>
        </p:nvSpPr>
        <p:spPr bwMode="auto">
          <a:xfrm>
            <a:off x="7077075" y="2762250"/>
            <a:ext cx="285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4068" name="Text Box 81"/>
          <p:cNvSpPr txBox="1">
            <a:spLocks noChangeArrowheads="1"/>
          </p:cNvSpPr>
          <p:nvPr/>
        </p:nvSpPr>
        <p:spPr bwMode="auto">
          <a:xfrm>
            <a:off x="6346825" y="1433513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4069" name="AutoShape 110"/>
          <p:cNvSpPr>
            <a:spLocks noChangeArrowheads="1"/>
          </p:cNvSpPr>
          <p:nvPr/>
        </p:nvSpPr>
        <p:spPr bwMode="auto">
          <a:xfrm>
            <a:off x="5956300" y="3657600"/>
            <a:ext cx="368300" cy="457200"/>
          </a:xfrm>
          <a:prstGeom prst="downArrow">
            <a:avLst>
              <a:gd name="adj1" fmla="val 50000"/>
              <a:gd name="adj2" fmla="val 31034"/>
            </a:avLst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70" name="Oval 114"/>
          <p:cNvSpPr>
            <a:spLocks noChangeArrowheads="1"/>
          </p:cNvSpPr>
          <p:nvPr/>
        </p:nvSpPr>
        <p:spPr bwMode="auto">
          <a:xfrm>
            <a:off x="5791200" y="4710113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71" name="Oval 115"/>
          <p:cNvSpPr>
            <a:spLocks noChangeArrowheads="1"/>
          </p:cNvSpPr>
          <p:nvPr/>
        </p:nvSpPr>
        <p:spPr bwMode="auto">
          <a:xfrm>
            <a:off x="7772400" y="4405313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72" name="Oval 116"/>
          <p:cNvSpPr>
            <a:spLocks noChangeArrowheads="1"/>
          </p:cNvSpPr>
          <p:nvPr/>
        </p:nvSpPr>
        <p:spPr bwMode="auto">
          <a:xfrm>
            <a:off x="6477000" y="5319713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73" name="Oval 117"/>
          <p:cNvSpPr>
            <a:spLocks noChangeArrowheads="1"/>
          </p:cNvSpPr>
          <p:nvPr/>
        </p:nvSpPr>
        <p:spPr bwMode="auto">
          <a:xfrm>
            <a:off x="5486400" y="6005513"/>
            <a:ext cx="304800" cy="3048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74" name="Oval 118"/>
          <p:cNvSpPr>
            <a:spLocks noChangeArrowheads="1"/>
          </p:cNvSpPr>
          <p:nvPr/>
        </p:nvSpPr>
        <p:spPr bwMode="auto">
          <a:xfrm>
            <a:off x="8458200" y="5167313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75" name="Oval 119"/>
          <p:cNvSpPr>
            <a:spLocks noChangeArrowheads="1"/>
          </p:cNvSpPr>
          <p:nvPr/>
        </p:nvSpPr>
        <p:spPr bwMode="auto">
          <a:xfrm>
            <a:off x="7924800" y="5853113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cxnSp>
        <p:nvCxnSpPr>
          <p:cNvPr id="44076" name="AutoShape 120"/>
          <p:cNvCxnSpPr>
            <a:cxnSpLocks noChangeShapeType="1"/>
            <a:stCxn id="44070" idx="5"/>
            <a:endCxn id="44072" idx="1"/>
          </p:cNvCxnSpPr>
          <p:nvPr/>
        </p:nvCxnSpPr>
        <p:spPr bwMode="auto">
          <a:xfrm>
            <a:off x="6051550" y="4979988"/>
            <a:ext cx="469900" cy="3746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77" name="AutoShape 121"/>
          <p:cNvCxnSpPr>
            <a:cxnSpLocks noChangeShapeType="1"/>
            <a:stCxn id="44072" idx="3"/>
            <a:endCxn id="44073" idx="7"/>
          </p:cNvCxnSpPr>
          <p:nvPr/>
        </p:nvCxnSpPr>
        <p:spPr bwMode="auto">
          <a:xfrm flipH="1">
            <a:off x="5746750" y="5589588"/>
            <a:ext cx="7747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78" name="AutoShape 122"/>
          <p:cNvCxnSpPr>
            <a:cxnSpLocks noChangeShapeType="1"/>
            <a:stCxn id="44070" idx="3"/>
            <a:endCxn id="44073" idx="0"/>
          </p:cNvCxnSpPr>
          <p:nvPr/>
        </p:nvCxnSpPr>
        <p:spPr bwMode="auto">
          <a:xfrm flipH="1">
            <a:off x="5638800" y="4979988"/>
            <a:ext cx="196850" cy="10160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79" name="AutoShape 123"/>
          <p:cNvCxnSpPr>
            <a:cxnSpLocks noChangeShapeType="1"/>
            <a:stCxn id="44072" idx="6"/>
            <a:endCxn id="44075" idx="1"/>
          </p:cNvCxnSpPr>
          <p:nvPr/>
        </p:nvCxnSpPr>
        <p:spPr bwMode="auto">
          <a:xfrm>
            <a:off x="6791325" y="5472113"/>
            <a:ext cx="1177925" cy="415925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80" name="AutoShape 124"/>
          <p:cNvCxnSpPr>
            <a:cxnSpLocks noChangeShapeType="1"/>
            <a:stCxn id="44073" idx="6"/>
            <a:endCxn id="44075" idx="2"/>
          </p:cNvCxnSpPr>
          <p:nvPr/>
        </p:nvCxnSpPr>
        <p:spPr bwMode="auto">
          <a:xfrm flipV="1">
            <a:off x="5800725" y="6005513"/>
            <a:ext cx="2114550" cy="1524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81" name="AutoShape 125"/>
          <p:cNvCxnSpPr>
            <a:cxnSpLocks noChangeShapeType="1"/>
            <a:stCxn id="44070" idx="6"/>
            <a:endCxn id="44071" idx="2"/>
          </p:cNvCxnSpPr>
          <p:nvPr/>
        </p:nvCxnSpPr>
        <p:spPr bwMode="auto">
          <a:xfrm flipV="1">
            <a:off x="6105525" y="4557713"/>
            <a:ext cx="1657350" cy="3048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82" name="AutoShape 126"/>
          <p:cNvCxnSpPr>
            <a:cxnSpLocks noChangeShapeType="1"/>
            <a:stCxn id="44072" idx="7"/>
            <a:endCxn id="44071" idx="3"/>
          </p:cNvCxnSpPr>
          <p:nvPr/>
        </p:nvCxnSpPr>
        <p:spPr bwMode="auto">
          <a:xfrm flipV="1">
            <a:off x="6737350" y="4675188"/>
            <a:ext cx="1079500" cy="67945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83" name="AutoShape 127"/>
          <p:cNvCxnSpPr>
            <a:cxnSpLocks noChangeShapeType="1"/>
            <a:stCxn id="44074" idx="1"/>
            <a:endCxn id="44071" idx="5"/>
          </p:cNvCxnSpPr>
          <p:nvPr/>
        </p:nvCxnSpPr>
        <p:spPr bwMode="auto">
          <a:xfrm flipH="1" flipV="1">
            <a:off x="8032750" y="4675188"/>
            <a:ext cx="469900" cy="5270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84" name="AutoShape 128"/>
          <p:cNvCxnSpPr>
            <a:cxnSpLocks noChangeShapeType="1"/>
            <a:stCxn id="44075" idx="7"/>
            <a:endCxn id="44074" idx="3"/>
          </p:cNvCxnSpPr>
          <p:nvPr/>
        </p:nvCxnSpPr>
        <p:spPr bwMode="auto">
          <a:xfrm flipV="1">
            <a:off x="8185150" y="5437188"/>
            <a:ext cx="317500" cy="45085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85" name="Text Box 129"/>
          <p:cNvSpPr txBox="1">
            <a:spLocks noChangeArrowheads="1"/>
          </p:cNvSpPr>
          <p:nvPr/>
        </p:nvSpPr>
        <p:spPr bwMode="auto">
          <a:xfrm>
            <a:off x="6767513" y="4343400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4086" name="Text Box 130"/>
          <p:cNvSpPr txBox="1">
            <a:spLocks noChangeArrowheads="1"/>
          </p:cNvSpPr>
          <p:nvPr/>
        </p:nvSpPr>
        <p:spPr bwMode="auto">
          <a:xfrm>
            <a:off x="8313738" y="463391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4087" name="Text Box 131"/>
          <p:cNvSpPr txBox="1">
            <a:spLocks noChangeArrowheads="1"/>
          </p:cNvSpPr>
          <p:nvPr/>
        </p:nvSpPr>
        <p:spPr bwMode="auto">
          <a:xfrm>
            <a:off x="5418138" y="519271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4088" name="Text Box 132"/>
          <p:cNvSpPr txBox="1">
            <a:spLocks noChangeArrowheads="1"/>
          </p:cNvSpPr>
          <p:nvPr/>
        </p:nvSpPr>
        <p:spPr bwMode="auto">
          <a:xfrm>
            <a:off x="7323138" y="531971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89" name="Text Box 133"/>
          <p:cNvSpPr txBox="1">
            <a:spLocks noChangeArrowheads="1"/>
          </p:cNvSpPr>
          <p:nvPr/>
        </p:nvSpPr>
        <p:spPr bwMode="auto">
          <a:xfrm>
            <a:off x="6005513" y="5105400"/>
            <a:ext cx="3095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4090" name="Text Box 134"/>
          <p:cNvSpPr txBox="1">
            <a:spLocks noChangeArrowheads="1"/>
          </p:cNvSpPr>
          <p:nvPr/>
        </p:nvSpPr>
        <p:spPr bwMode="auto">
          <a:xfrm>
            <a:off x="6645275" y="6096000"/>
            <a:ext cx="30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4091" name="Text Box 135"/>
          <p:cNvSpPr txBox="1">
            <a:spLocks noChangeArrowheads="1"/>
          </p:cNvSpPr>
          <p:nvPr/>
        </p:nvSpPr>
        <p:spPr bwMode="auto">
          <a:xfrm>
            <a:off x="8305800" y="5653088"/>
            <a:ext cx="309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4092" name="Text Box 136"/>
          <p:cNvSpPr txBox="1">
            <a:spLocks noChangeArrowheads="1"/>
          </p:cNvSpPr>
          <p:nvPr/>
        </p:nvSpPr>
        <p:spPr bwMode="auto">
          <a:xfrm>
            <a:off x="7323138" y="493871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44093" name="Text Box 137"/>
          <p:cNvSpPr txBox="1">
            <a:spLocks noChangeArrowheads="1"/>
          </p:cNvSpPr>
          <p:nvPr/>
        </p:nvSpPr>
        <p:spPr bwMode="auto">
          <a:xfrm>
            <a:off x="6211888" y="5668963"/>
            <a:ext cx="309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94" name="Text Box 138"/>
          <p:cNvSpPr txBox="1">
            <a:spLocks noChangeArrowheads="1"/>
          </p:cNvSpPr>
          <p:nvPr/>
        </p:nvSpPr>
        <p:spPr bwMode="auto">
          <a:xfrm>
            <a:off x="7077075" y="5748338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4095" name="Text Box 139"/>
          <p:cNvSpPr txBox="1">
            <a:spLocks noChangeArrowheads="1"/>
          </p:cNvSpPr>
          <p:nvPr/>
        </p:nvSpPr>
        <p:spPr bwMode="auto">
          <a:xfrm>
            <a:off x="6346825" y="44196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4096" name="Text Box 141"/>
          <p:cNvSpPr txBox="1">
            <a:spLocks noChangeArrowheads="1"/>
          </p:cNvSpPr>
          <p:nvPr/>
        </p:nvSpPr>
        <p:spPr bwMode="auto">
          <a:xfrm>
            <a:off x="6238875" y="3505200"/>
            <a:ext cx="2600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Replacing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/>
              <a:t> with </a:t>
            </a:r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/>
              <a:t>yields</a:t>
            </a:r>
            <a:br>
              <a:rPr lang="en-US" altLang="en-US" sz="1800"/>
            </a:br>
            <a:r>
              <a:rPr lang="en-US" altLang="en-US" sz="1800"/>
              <a:t>another MST</a:t>
            </a:r>
          </a:p>
        </p:txBody>
      </p:sp>
      <p:sp>
        <p:nvSpPr>
          <p:cNvPr id="44097" name="Text Box 142"/>
          <p:cNvSpPr txBox="1">
            <a:spLocks noChangeArrowheads="1"/>
          </p:cNvSpPr>
          <p:nvPr/>
        </p:nvSpPr>
        <p:spPr bwMode="auto">
          <a:xfrm>
            <a:off x="5715000" y="1219200"/>
            <a:ext cx="31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44098" name="Text Box 143"/>
          <p:cNvSpPr txBox="1">
            <a:spLocks noChangeArrowheads="1"/>
          </p:cNvSpPr>
          <p:nvPr/>
        </p:nvSpPr>
        <p:spPr bwMode="auto">
          <a:xfrm>
            <a:off x="8305800" y="1219200"/>
            <a:ext cx="31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C615F1-B580-45C5-9B34-54C62189E8B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Prim-Jarnik’s Algorithm</a:t>
            </a:r>
          </a:p>
        </p:txBody>
      </p:sp>
      <p:sp>
        <p:nvSpPr>
          <p:cNvPr id="4506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05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Similar to Dijkstra’s algorithm (for a connected graph)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pick an arbitrary vertex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400" dirty="0"/>
              <a:t> and we grow the MST as a cloud of vertices, starting from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s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store with each vertex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400" dirty="0"/>
              <a:t> a label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  <a:r>
              <a:rPr lang="en-US" altLang="en-US" sz="2400" dirty="0"/>
              <a:t> = the smallest weight of an edge connecting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v </a:t>
            </a:r>
            <a:r>
              <a:rPr lang="en-US" altLang="en-US" sz="2400" dirty="0"/>
              <a:t>to a vertex in the cloud </a:t>
            </a:r>
          </a:p>
        </p:txBody>
      </p:sp>
      <p:pic>
        <p:nvPicPr>
          <p:cNvPr id="4506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3505200"/>
            <a:ext cx="3695700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2" name="Text Box 5"/>
          <p:cNvSpPr txBox="1">
            <a:spLocks noChangeArrowheads="1"/>
          </p:cNvSpPr>
          <p:nvPr/>
        </p:nvSpPr>
        <p:spPr bwMode="auto">
          <a:xfrm>
            <a:off x="533400" y="3429000"/>
            <a:ext cx="4076700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 At each step: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 We add to the cloud the vertex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u </a:t>
            </a:r>
            <a:r>
              <a:rPr lang="en-US" altLang="en-US" sz="2000" dirty="0"/>
              <a:t>outside the cloud with the smallest distance label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 We update the label of the vertices adjacent to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u</a:t>
            </a:r>
            <a:r>
              <a:rPr lang="en-US" altLang="en-US" sz="2000" dirty="0"/>
              <a:t> </a:t>
            </a:r>
            <a:endParaRPr lang="en-US" altLang="en-US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C945F-2CA4-AD8B-ACEC-35361E77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3B6D39A4-AB97-22C2-958F-66E83F77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556412-EEE8-4B0E-8439-E74685BC5C4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 dirty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F45F336-C7E2-FC36-1AE8-929F31626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Prim-</a:t>
            </a:r>
            <a:r>
              <a:rPr lang="en-US" altLang="en-US" dirty="0" err="1"/>
              <a:t>Jarnik’s</a:t>
            </a:r>
            <a:r>
              <a:rPr lang="en-US" altLang="en-US" dirty="0"/>
              <a:t> Algorithm (cont.)</a:t>
            </a:r>
          </a:p>
        </p:txBody>
      </p:sp>
      <p:sp>
        <p:nvSpPr>
          <p:cNvPr id="4608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78E221-0995-7567-C10C-F797FDC1F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1622425"/>
            <a:ext cx="3429000" cy="47021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priority queue stores the vertices outside the cloud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Key: distance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Element: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insert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inserts vertex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distance is the key</a:t>
            </a: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We store two labels with each vertex: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Distance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Parent edge in MST</a:t>
            </a:r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D315FE8A-0E1B-F007-455C-348573B92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518821"/>
            <a:ext cx="4648200" cy="526297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PrimJarnikMST(G, s)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Input: Graph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 and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vertex s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Output: An MST of G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Q = empty minheap priority queue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with distance as key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for each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in G.vertices()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s</a:t>
            </a: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     v.d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istance 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0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v.d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istance 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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v.parent = null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Q.insert(v)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while not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Q.isEmpty()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u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Q.removeMin()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G.incidentEdges(u)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z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G.opposite(u,e)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r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e.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weight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  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r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&lt; z.d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istance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z.distance = r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z.parent = e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20563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95068C-2525-4AED-959E-E273FE88FEE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Prim-Jarnik Example</a:t>
            </a:r>
          </a:p>
        </p:txBody>
      </p:sp>
      <p:sp>
        <p:nvSpPr>
          <p:cNvPr id="47140" name="Oval 41"/>
          <p:cNvSpPr>
            <a:spLocks noChangeArrowheads="1"/>
          </p:cNvSpPr>
          <p:nvPr/>
        </p:nvSpPr>
        <p:spPr bwMode="auto">
          <a:xfrm>
            <a:off x="2971800" y="44196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7143" name="Oval 44"/>
          <p:cNvSpPr>
            <a:spLocks noChangeArrowheads="1"/>
          </p:cNvSpPr>
          <p:nvPr/>
        </p:nvSpPr>
        <p:spPr bwMode="auto">
          <a:xfrm>
            <a:off x="2667000" y="57150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cxnSp>
        <p:nvCxnSpPr>
          <p:cNvPr id="47148" name="AutoShape 49"/>
          <p:cNvCxnSpPr>
            <a:cxnSpLocks noChangeShapeType="1"/>
            <a:stCxn id="47140" idx="3"/>
            <a:endCxn id="47143" idx="0"/>
          </p:cNvCxnSpPr>
          <p:nvPr/>
        </p:nvCxnSpPr>
        <p:spPr bwMode="auto">
          <a:xfrm flipH="1">
            <a:off x="2819400" y="46990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57" name="Text Box 58"/>
          <p:cNvSpPr txBox="1">
            <a:spLocks noChangeArrowheads="1"/>
          </p:cNvSpPr>
          <p:nvPr/>
        </p:nvSpPr>
        <p:spPr bwMode="auto">
          <a:xfrm>
            <a:off x="2598738" y="49022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7170" name="Freeform 71"/>
          <p:cNvSpPr>
            <a:spLocks/>
          </p:cNvSpPr>
          <p:nvPr/>
        </p:nvSpPr>
        <p:spPr bwMode="auto">
          <a:xfrm>
            <a:off x="5486400" y="1760538"/>
            <a:ext cx="1841500" cy="2181225"/>
          </a:xfrm>
          <a:custGeom>
            <a:avLst/>
            <a:gdLst>
              <a:gd name="T0" fmla="*/ 2147483646 w 1160"/>
              <a:gd name="T1" fmla="*/ 2147483646 h 1374"/>
              <a:gd name="T2" fmla="*/ 2147483646 w 1160"/>
              <a:gd name="T3" fmla="*/ 2147483646 h 1374"/>
              <a:gd name="T4" fmla="*/ 2147483646 w 1160"/>
              <a:gd name="T5" fmla="*/ 2147483646 h 1374"/>
              <a:gd name="T6" fmla="*/ 2147483646 w 1160"/>
              <a:gd name="T7" fmla="*/ 2147483646 h 1374"/>
              <a:gd name="T8" fmla="*/ 2147483646 w 1160"/>
              <a:gd name="T9" fmla="*/ 2147483646 h 1374"/>
              <a:gd name="T10" fmla="*/ 2147483646 w 1160"/>
              <a:gd name="T11" fmla="*/ 2147483646 h 1374"/>
              <a:gd name="T12" fmla="*/ 2147483646 w 1160"/>
              <a:gd name="T13" fmla="*/ 2147483646 h 1374"/>
              <a:gd name="T14" fmla="*/ 2147483646 w 1160"/>
              <a:gd name="T15" fmla="*/ 2147483646 h 137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160" h="1374">
                <a:moveTo>
                  <a:pt x="42" y="715"/>
                </a:moveTo>
                <a:cubicBezTo>
                  <a:pt x="48" y="877"/>
                  <a:pt x="0" y="1165"/>
                  <a:pt x="48" y="1273"/>
                </a:cubicBezTo>
                <a:cubicBezTo>
                  <a:pt x="93" y="1374"/>
                  <a:pt x="206" y="1346"/>
                  <a:pt x="312" y="1321"/>
                </a:cubicBezTo>
                <a:cubicBezTo>
                  <a:pt x="418" y="1296"/>
                  <a:pt x="544" y="1252"/>
                  <a:pt x="684" y="1123"/>
                </a:cubicBezTo>
                <a:cubicBezTo>
                  <a:pt x="824" y="994"/>
                  <a:pt x="1160" y="722"/>
                  <a:pt x="1152" y="547"/>
                </a:cubicBezTo>
                <a:cubicBezTo>
                  <a:pt x="1144" y="372"/>
                  <a:pt x="800" y="146"/>
                  <a:pt x="636" y="73"/>
                </a:cubicBezTo>
                <a:cubicBezTo>
                  <a:pt x="472" y="0"/>
                  <a:pt x="267" y="2"/>
                  <a:pt x="168" y="109"/>
                </a:cubicBezTo>
                <a:cubicBezTo>
                  <a:pt x="69" y="216"/>
                  <a:pt x="36" y="553"/>
                  <a:pt x="42" y="715"/>
                </a:cubicBezTo>
                <a:close/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7171" name="Oval 72"/>
          <p:cNvSpPr>
            <a:spLocks noChangeArrowheads="1"/>
          </p:cNvSpPr>
          <p:nvPr/>
        </p:nvSpPr>
        <p:spPr bwMode="auto">
          <a:xfrm>
            <a:off x="6011862" y="1676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7174" name="Oval 75"/>
          <p:cNvSpPr>
            <a:spLocks noChangeArrowheads="1"/>
          </p:cNvSpPr>
          <p:nvPr/>
        </p:nvSpPr>
        <p:spPr bwMode="auto">
          <a:xfrm>
            <a:off x="5707062" y="29718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cxnSp>
        <p:nvCxnSpPr>
          <p:cNvPr id="47179" name="AutoShape 80"/>
          <p:cNvCxnSpPr>
            <a:cxnSpLocks noChangeShapeType="1"/>
            <a:stCxn id="47171" idx="3"/>
            <a:endCxn id="47174" idx="0"/>
          </p:cNvCxnSpPr>
          <p:nvPr/>
        </p:nvCxnSpPr>
        <p:spPr bwMode="auto">
          <a:xfrm flipH="1">
            <a:off x="5859462" y="19558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88" name="Text Box 89"/>
          <p:cNvSpPr txBox="1">
            <a:spLocks noChangeArrowheads="1"/>
          </p:cNvSpPr>
          <p:nvPr/>
        </p:nvSpPr>
        <p:spPr bwMode="auto">
          <a:xfrm>
            <a:off x="5638800" y="21590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7202" name="Oval 103"/>
          <p:cNvSpPr>
            <a:spLocks noChangeArrowheads="1"/>
          </p:cNvSpPr>
          <p:nvPr/>
        </p:nvSpPr>
        <p:spPr bwMode="auto">
          <a:xfrm>
            <a:off x="6102350" y="4516438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7203" name="Oval 104"/>
          <p:cNvSpPr>
            <a:spLocks noChangeArrowheads="1"/>
          </p:cNvSpPr>
          <p:nvPr/>
        </p:nvSpPr>
        <p:spPr bwMode="auto">
          <a:xfrm>
            <a:off x="8083550" y="4211638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7204" name="Oval 105"/>
          <p:cNvSpPr>
            <a:spLocks noChangeArrowheads="1"/>
          </p:cNvSpPr>
          <p:nvPr/>
        </p:nvSpPr>
        <p:spPr bwMode="auto">
          <a:xfrm>
            <a:off x="6788150" y="5126038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47205" name="Oval 106"/>
          <p:cNvSpPr>
            <a:spLocks noChangeArrowheads="1"/>
          </p:cNvSpPr>
          <p:nvPr/>
        </p:nvSpPr>
        <p:spPr bwMode="auto">
          <a:xfrm>
            <a:off x="5797550" y="5811838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cxnSp>
        <p:nvCxnSpPr>
          <p:cNvPr id="47208" name="AutoShape 109"/>
          <p:cNvCxnSpPr>
            <a:cxnSpLocks noChangeShapeType="1"/>
            <a:stCxn id="47202" idx="5"/>
            <a:endCxn id="47204" idx="1"/>
          </p:cNvCxnSpPr>
          <p:nvPr/>
        </p:nvCxnSpPr>
        <p:spPr bwMode="auto">
          <a:xfrm>
            <a:off x="6362700" y="4795838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210" name="AutoShape 111"/>
          <p:cNvCxnSpPr>
            <a:cxnSpLocks noChangeShapeType="1"/>
            <a:stCxn id="47202" idx="3"/>
            <a:endCxn id="47205" idx="0"/>
          </p:cNvCxnSpPr>
          <p:nvPr/>
        </p:nvCxnSpPr>
        <p:spPr bwMode="auto">
          <a:xfrm flipH="1">
            <a:off x="5949950" y="4795838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213" name="AutoShape 114"/>
          <p:cNvCxnSpPr>
            <a:cxnSpLocks noChangeShapeType="1"/>
            <a:stCxn id="47202" idx="6"/>
            <a:endCxn id="47203" idx="2"/>
          </p:cNvCxnSpPr>
          <p:nvPr/>
        </p:nvCxnSpPr>
        <p:spPr bwMode="auto">
          <a:xfrm flipV="1">
            <a:off x="6426200" y="4364038"/>
            <a:ext cx="163830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217" name="Text Box 118"/>
          <p:cNvSpPr txBox="1">
            <a:spLocks noChangeArrowheads="1"/>
          </p:cNvSpPr>
          <p:nvPr/>
        </p:nvSpPr>
        <p:spPr bwMode="auto">
          <a:xfrm>
            <a:off x="7078663" y="4114800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7219" name="Text Box 120"/>
          <p:cNvSpPr txBox="1">
            <a:spLocks noChangeArrowheads="1"/>
          </p:cNvSpPr>
          <p:nvPr/>
        </p:nvSpPr>
        <p:spPr bwMode="auto">
          <a:xfrm>
            <a:off x="5729288" y="499903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7221" name="Text Box 122"/>
          <p:cNvSpPr txBox="1">
            <a:spLocks noChangeArrowheads="1"/>
          </p:cNvSpPr>
          <p:nvPr/>
        </p:nvSpPr>
        <p:spPr bwMode="auto">
          <a:xfrm>
            <a:off x="6316663" y="4911725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7232" name="AutoShape 133"/>
          <p:cNvSpPr>
            <a:spLocks noChangeArrowheads="1"/>
          </p:cNvSpPr>
          <p:nvPr/>
        </p:nvSpPr>
        <p:spPr bwMode="auto">
          <a:xfrm rot="5400000">
            <a:off x="6316662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7233" name="AutoShape 134"/>
          <p:cNvSpPr>
            <a:spLocks noChangeArrowheads="1"/>
          </p:cNvSpPr>
          <p:nvPr/>
        </p:nvSpPr>
        <p:spPr bwMode="auto">
          <a:xfrm rot="8100000" flipH="1" flipV="1">
            <a:off x="4276961" y="3721658"/>
            <a:ext cx="738187" cy="333375"/>
          </a:xfrm>
          <a:prstGeom prst="rightArrow">
            <a:avLst>
              <a:gd name="adj1" fmla="val 50000"/>
              <a:gd name="adj2" fmla="val 553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1" name="Oval 105"/>
          <p:cNvSpPr>
            <a:spLocks noChangeArrowheads="1"/>
          </p:cNvSpPr>
          <p:nvPr/>
        </p:nvSpPr>
        <p:spPr bwMode="auto">
          <a:xfrm>
            <a:off x="6711949" y="2235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cxnSp>
        <p:nvCxnSpPr>
          <p:cNvPr id="72" name="AutoShape 109"/>
          <p:cNvCxnSpPr>
            <a:cxnSpLocks noChangeShapeType="1"/>
            <a:endCxn id="71" idx="1"/>
          </p:cNvCxnSpPr>
          <p:nvPr/>
        </p:nvCxnSpPr>
        <p:spPr bwMode="auto">
          <a:xfrm>
            <a:off x="6286499" y="1905000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" name="Text Box 122"/>
          <p:cNvSpPr txBox="1">
            <a:spLocks noChangeArrowheads="1"/>
          </p:cNvSpPr>
          <p:nvPr/>
        </p:nvSpPr>
        <p:spPr bwMode="auto">
          <a:xfrm>
            <a:off x="6240462" y="2020887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60" name="Oval 4"/>
          <p:cNvSpPr>
            <a:spLocks noChangeArrowheads="1"/>
          </p:cNvSpPr>
          <p:nvPr/>
        </p:nvSpPr>
        <p:spPr bwMode="auto">
          <a:xfrm>
            <a:off x="1200150" y="1981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61" name="Oval 5"/>
          <p:cNvSpPr>
            <a:spLocks noChangeArrowheads="1"/>
          </p:cNvSpPr>
          <p:nvPr/>
        </p:nvSpPr>
        <p:spPr bwMode="auto">
          <a:xfrm>
            <a:off x="3181350" y="1676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1885950" y="2590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63" name="Oval 7"/>
          <p:cNvSpPr>
            <a:spLocks noChangeArrowheads="1"/>
          </p:cNvSpPr>
          <p:nvPr/>
        </p:nvSpPr>
        <p:spPr bwMode="auto">
          <a:xfrm>
            <a:off x="895350" y="3276600"/>
            <a:ext cx="304800" cy="3048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64" name="Oval 8"/>
          <p:cNvSpPr>
            <a:spLocks noChangeArrowheads="1"/>
          </p:cNvSpPr>
          <p:nvPr/>
        </p:nvSpPr>
        <p:spPr bwMode="auto">
          <a:xfrm>
            <a:off x="3867150" y="2438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65" name="Oval 9"/>
          <p:cNvSpPr>
            <a:spLocks noChangeArrowheads="1"/>
          </p:cNvSpPr>
          <p:nvPr/>
        </p:nvSpPr>
        <p:spPr bwMode="auto">
          <a:xfrm>
            <a:off x="3333750" y="3124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66" name="AutoShape 10"/>
          <p:cNvCxnSpPr>
            <a:cxnSpLocks noChangeShapeType="1"/>
            <a:stCxn id="60" idx="5"/>
            <a:endCxn id="62" idx="1"/>
          </p:cNvCxnSpPr>
          <p:nvPr/>
        </p:nvCxnSpPr>
        <p:spPr bwMode="auto">
          <a:xfrm>
            <a:off x="1460500" y="2251075"/>
            <a:ext cx="469900" cy="374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11"/>
          <p:cNvCxnSpPr>
            <a:cxnSpLocks noChangeShapeType="1"/>
            <a:stCxn id="62" idx="3"/>
            <a:endCxn id="63" idx="7"/>
          </p:cNvCxnSpPr>
          <p:nvPr/>
        </p:nvCxnSpPr>
        <p:spPr bwMode="auto">
          <a:xfrm flipH="1">
            <a:off x="1155700" y="2860675"/>
            <a:ext cx="774700" cy="4413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12"/>
          <p:cNvCxnSpPr>
            <a:cxnSpLocks noChangeShapeType="1"/>
            <a:stCxn id="60" idx="3"/>
            <a:endCxn id="63" idx="0"/>
          </p:cNvCxnSpPr>
          <p:nvPr/>
        </p:nvCxnSpPr>
        <p:spPr bwMode="auto">
          <a:xfrm flipH="1">
            <a:off x="1047750" y="2251075"/>
            <a:ext cx="196850" cy="10064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13"/>
          <p:cNvCxnSpPr>
            <a:cxnSpLocks noChangeShapeType="1"/>
            <a:stCxn id="62" idx="6"/>
            <a:endCxn id="65" idx="1"/>
          </p:cNvCxnSpPr>
          <p:nvPr/>
        </p:nvCxnSpPr>
        <p:spPr bwMode="auto">
          <a:xfrm>
            <a:off x="2200275" y="2743200"/>
            <a:ext cx="1177925" cy="415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AutoShape 14"/>
          <p:cNvCxnSpPr>
            <a:cxnSpLocks noChangeShapeType="1"/>
            <a:stCxn id="63" idx="6"/>
            <a:endCxn id="65" idx="2"/>
          </p:cNvCxnSpPr>
          <p:nvPr/>
        </p:nvCxnSpPr>
        <p:spPr bwMode="auto">
          <a:xfrm flipV="1">
            <a:off x="1219200" y="3276600"/>
            <a:ext cx="2105025" cy="1524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AutoShape 15"/>
          <p:cNvCxnSpPr>
            <a:cxnSpLocks noChangeShapeType="1"/>
            <a:stCxn id="60" idx="6"/>
            <a:endCxn id="61" idx="2"/>
          </p:cNvCxnSpPr>
          <p:nvPr/>
        </p:nvCxnSpPr>
        <p:spPr bwMode="auto">
          <a:xfrm flipV="1">
            <a:off x="1514475" y="1828800"/>
            <a:ext cx="1657350" cy="3048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AutoShape 16"/>
          <p:cNvCxnSpPr>
            <a:cxnSpLocks noChangeShapeType="1"/>
            <a:stCxn id="62" idx="7"/>
            <a:endCxn id="61" idx="3"/>
          </p:cNvCxnSpPr>
          <p:nvPr/>
        </p:nvCxnSpPr>
        <p:spPr bwMode="auto">
          <a:xfrm flipV="1">
            <a:off x="2146300" y="1946275"/>
            <a:ext cx="1079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AutoShape 17"/>
          <p:cNvCxnSpPr>
            <a:cxnSpLocks noChangeShapeType="1"/>
            <a:stCxn id="64" idx="1"/>
            <a:endCxn id="61" idx="5"/>
          </p:cNvCxnSpPr>
          <p:nvPr/>
        </p:nvCxnSpPr>
        <p:spPr bwMode="auto">
          <a:xfrm flipH="1" flipV="1">
            <a:off x="3441700" y="1946275"/>
            <a:ext cx="469900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AutoShape 18"/>
          <p:cNvCxnSpPr>
            <a:cxnSpLocks noChangeShapeType="1"/>
            <a:stCxn id="65" idx="7"/>
            <a:endCxn id="64" idx="3"/>
          </p:cNvCxnSpPr>
          <p:nvPr/>
        </p:nvCxnSpPr>
        <p:spPr bwMode="auto">
          <a:xfrm flipV="1">
            <a:off x="3594100" y="2708275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9" name="Text Box 19"/>
          <p:cNvSpPr txBox="1">
            <a:spLocks noChangeArrowheads="1"/>
          </p:cNvSpPr>
          <p:nvPr/>
        </p:nvSpPr>
        <p:spPr bwMode="auto">
          <a:xfrm>
            <a:off x="2176463" y="16002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7</a:t>
            </a:r>
          </a:p>
        </p:txBody>
      </p:sp>
      <p:sp>
        <p:nvSpPr>
          <p:cNvPr id="110" name="Text Box 20"/>
          <p:cNvSpPr txBox="1">
            <a:spLocks noChangeArrowheads="1"/>
          </p:cNvSpPr>
          <p:nvPr/>
        </p:nvSpPr>
        <p:spPr bwMode="auto">
          <a:xfrm>
            <a:off x="3667125" y="19954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111" name="Text Box 21"/>
          <p:cNvSpPr txBox="1">
            <a:spLocks noChangeArrowheads="1"/>
          </p:cNvSpPr>
          <p:nvPr/>
        </p:nvSpPr>
        <p:spPr bwMode="auto">
          <a:xfrm>
            <a:off x="827088" y="24638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12" name="Text Box 22"/>
          <p:cNvSpPr txBox="1">
            <a:spLocks noChangeArrowheads="1"/>
          </p:cNvSpPr>
          <p:nvPr/>
        </p:nvSpPr>
        <p:spPr bwMode="auto">
          <a:xfrm>
            <a:off x="2814638" y="26812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8</a:t>
            </a:r>
          </a:p>
        </p:txBody>
      </p:sp>
      <p:sp>
        <p:nvSpPr>
          <p:cNvPr id="113" name="Text Box 23"/>
          <p:cNvSpPr txBox="1">
            <a:spLocks noChangeArrowheads="1"/>
          </p:cNvSpPr>
          <p:nvPr/>
        </p:nvSpPr>
        <p:spPr bwMode="auto">
          <a:xfrm>
            <a:off x="1414463" y="23764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114" name="Text Box 24"/>
          <p:cNvSpPr txBox="1">
            <a:spLocks noChangeArrowheads="1"/>
          </p:cNvSpPr>
          <p:nvPr/>
        </p:nvSpPr>
        <p:spPr bwMode="auto">
          <a:xfrm>
            <a:off x="2054225" y="3367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5" name="Text Box 25"/>
          <p:cNvSpPr txBox="1">
            <a:spLocks noChangeArrowheads="1"/>
          </p:cNvSpPr>
          <p:nvPr/>
        </p:nvSpPr>
        <p:spPr bwMode="auto">
          <a:xfrm>
            <a:off x="3719513" y="28384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116" name="Text Box 26"/>
          <p:cNvSpPr txBox="1">
            <a:spLocks noChangeArrowheads="1"/>
          </p:cNvSpPr>
          <p:nvPr/>
        </p:nvSpPr>
        <p:spPr bwMode="auto">
          <a:xfrm>
            <a:off x="2647950" y="2224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117" name="Text Box 27"/>
          <p:cNvSpPr txBox="1">
            <a:spLocks noChangeArrowheads="1"/>
          </p:cNvSpPr>
          <p:nvPr/>
        </p:nvSpPr>
        <p:spPr bwMode="auto">
          <a:xfrm>
            <a:off x="1620838" y="29400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2" name="Text Box 28">
            <a:extLst>
              <a:ext uri="{FF2B5EF4-FFF2-40B4-BE49-F238E27FC236}">
                <a16:creationId xmlns:a16="http://schemas.microsoft.com/office/drawing/2014/main" id="{18DB2BFA-CDAE-E6F0-5176-34CA2BB08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17" y="4278868"/>
            <a:ext cx="6206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Start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A3C74D1-DFFD-A8BF-5998-3E6FB678C07E}"/>
              </a:ext>
            </a:extLst>
          </p:cNvPr>
          <p:cNvCxnSpPr/>
          <p:nvPr/>
        </p:nvCxnSpPr>
        <p:spPr bwMode="auto">
          <a:xfrm flipV="1">
            <a:off x="1047750" y="3733800"/>
            <a:ext cx="0" cy="47783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16587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95068C-2525-4AED-959E-E273FE88FEE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Prim-Jarnik Example (cont.)</a:t>
            </a:r>
          </a:p>
        </p:txBody>
      </p:sp>
      <p:sp>
        <p:nvSpPr>
          <p:cNvPr id="74" name="Oval 4"/>
          <p:cNvSpPr>
            <a:spLocks noChangeArrowheads="1"/>
          </p:cNvSpPr>
          <p:nvPr/>
        </p:nvSpPr>
        <p:spPr bwMode="auto">
          <a:xfrm>
            <a:off x="5402262" y="1846263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75" name="Oval 5"/>
          <p:cNvSpPr>
            <a:spLocks noChangeArrowheads="1"/>
          </p:cNvSpPr>
          <p:nvPr/>
        </p:nvSpPr>
        <p:spPr bwMode="auto">
          <a:xfrm>
            <a:off x="7383462" y="1541463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76" name="Oval 6"/>
          <p:cNvSpPr>
            <a:spLocks noChangeArrowheads="1"/>
          </p:cNvSpPr>
          <p:nvPr/>
        </p:nvSpPr>
        <p:spPr bwMode="auto">
          <a:xfrm>
            <a:off x="6088062" y="2455863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77" name="Oval 7"/>
          <p:cNvSpPr>
            <a:spLocks noChangeArrowheads="1"/>
          </p:cNvSpPr>
          <p:nvPr/>
        </p:nvSpPr>
        <p:spPr bwMode="auto">
          <a:xfrm>
            <a:off x="5097462" y="3141663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78" name="Oval 8"/>
          <p:cNvSpPr>
            <a:spLocks noChangeArrowheads="1"/>
          </p:cNvSpPr>
          <p:nvPr/>
        </p:nvSpPr>
        <p:spPr bwMode="auto">
          <a:xfrm>
            <a:off x="8069262" y="2303463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cxnSp>
        <p:nvCxnSpPr>
          <p:cNvPr id="79" name="AutoShape 10"/>
          <p:cNvCxnSpPr>
            <a:cxnSpLocks noChangeShapeType="1"/>
            <a:stCxn id="74" idx="5"/>
            <a:endCxn id="76" idx="1"/>
          </p:cNvCxnSpPr>
          <p:nvPr/>
        </p:nvCxnSpPr>
        <p:spPr bwMode="auto">
          <a:xfrm>
            <a:off x="5662612" y="2125663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12"/>
          <p:cNvCxnSpPr>
            <a:cxnSpLocks noChangeShapeType="1"/>
            <a:stCxn id="74" idx="3"/>
            <a:endCxn id="77" idx="0"/>
          </p:cNvCxnSpPr>
          <p:nvPr/>
        </p:nvCxnSpPr>
        <p:spPr bwMode="auto">
          <a:xfrm flipH="1">
            <a:off x="5249862" y="2125663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15"/>
          <p:cNvCxnSpPr>
            <a:cxnSpLocks noChangeShapeType="1"/>
            <a:stCxn id="74" idx="6"/>
            <a:endCxn id="75" idx="2"/>
          </p:cNvCxnSpPr>
          <p:nvPr/>
        </p:nvCxnSpPr>
        <p:spPr bwMode="auto">
          <a:xfrm flipV="1">
            <a:off x="5726112" y="1693863"/>
            <a:ext cx="163830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17"/>
          <p:cNvCxnSpPr>
            <a:cxnSpLocks noChangeShapeType="1"/>
            <a:stCxn id="78" idx="1"/>
            <a:endCxn id="75" idx="5"/>
          </p:cNvCxnSpPr>
          <p:nvPr/>
        </p:nvCxnSpPr>
        <p:spPr bwMode="auto">
          <a:xfrm flipH="1" flipV="1">
            <a:off x="7643812" y="1820863"/>
            <a:ext cx="469900" cy="5080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Text Box 19"/>
          <p:cNvSpPr txBox="1">
            <a:spLocks noChangeArrowheads="1"/>
          </p:cNvSpPr>
          <p:nvPr/>
        </p:nvSpPr>
        <p:spPr bwMode="auto">
          <a:xfrm>
            <a:off x="6378575" y="1447800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84" name="Text Box 20"/>
          <p:cNvSpPr txBox="1">
            <a:spLocks noChangeArrowheads="1"/>
          </p:cNvSpPr>
          <p:nvPr/>
        </p:nvSpPr>
        <p:spPr bwMode="auto">
          <a:xfrm>
            <a:off x="7869237" y="1860550"/>
            <a:ext cx="30956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85" name="Text Box 21"/>
          <p:cNvSpPr txBox="1">
            <a:spLocks noChangeArrowheads="1"/>
          </p:cNvSpPr>
          <p:nvPr/>
        </p:nvSpPr>
        <p:spPr bwMode="auto">
          <a:xfrm>
            <a:off x="5029200" y="2328863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86" name="Text Box 23"/>
          <p:cNvSpPr txBox="1">
            <a:spLocks noChangeArrowheads="1"/>
          </p:cNvSpPr>
          <p:nvPr/>
        </p:nvSpPr>
        <p:spPr bwMode="auto">
          <a:xfrm>
            <a:off x="5616575" y="22415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478462" y="4267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89" name="Oval 36"/>
          <p:cNvSpPr>
            <a:spLocks noChangeArrowheads="1"/>
          </p:cNvSpPr>
          <p:nvPr/>
        </p:nvSpPr>
        <p:spPr bwMode="auto">
          <a:xfrm>
            <a:off x="7459662" y="3962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90" name="Oval 37"/>
          <p:cNvSpPr>
            <a:spLocks noChangeArrowheads="1"/>
          </p:cNvSpPr>
          <p:nvPr/>
        </p:nvSpPr>
        <p:spPr bwMode="auto">
          <a:xfrm>
            <a:off x="6164262" y="48768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91" name="Oval 38"/>
          <p:cNvSpPr>
            <a:spLocks noChangeArrowheads="1"/>
          </p:cNvSpPr>
          <p:nvPr/>
        </p:nvSpPr>
        <p:spPr bwMode="auto">
          <a:xfrm>
            <a:off x="5173662" y="55626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92" name="Oval 39"/>
          <p:cNvSpPr>
            <a:spLocks noChangeArrowheads="1"/>
          </p:cNvSpPr>
          <p:nvPr/>
        </p:nvSpPr>
        <p:spPr bwMode="auto">
          <a:xfrm>
            <a:off x="8145462" y="4724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93" name="Oval 40"/>
          <p:cNvSpPr>
            <a:spLocks noChangeArrowheads="1"/>
          </p:cNvSpPr>
          <p:nvPr/>
        </p:nvSpPr>
        <p:spPr bwMode="auto">
          <a:xfrm>
            <a:off x="7612062" y="5410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94" name="AutoShape 41"/>
          <p:cNvCxnSpPr>
            <a:cxnSpLocks noChangeShapeType="1"/>
            <a:stCxn id="88" idx="5"/>
            <a:endCxn id="90" idx="1"/>
          </p:cNvCxnSpPr>
          <p:nvPr/>
        </p:nvCxnSpPr>
        <p:spPr bwMode="auto">
          <a:xfrm>
            <a:off x="5738812" y="4546600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AutoShape 43"/>
          <p:cNvCxnSpPr>
            <a:cxnSpLocks noChangeShapeType="1"/>
            <a:stCxn id="88" idx="3"/>
            <a:endCxn id="91" idx="0"/>
          </p:cNvCxnSpPr>
          <p:nvPr/>
        </p:nvCxnSpPr>
        <p:spPr bwMode="auto">
          <a:xfrm flipH="1">
            <a:off x="5326062" y="45466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AutoShape 46"/>
          <p:cNvCxnSpPr>
            <a:cxnSpLocks noChangeShapeType="1"/>
            <a:stCxn id="88" idx="6"/>
            <a:endCxn id="89" idx="2"/>
          </p:cNvCxnSpPr>
          <p:nvPr/>
        </p:nvCxnSpPr>
        <p:spPr bwMode="auto">
          <a:xfrm flipV="1">
            <a:off x="5802312" y="4114800"/>
            <a:ext cx="163830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AutoShape 48"/>
          <p:cNvCxnSpPr>
            <a:cxnSpLocks noChangeShapeType="1"/>
            <a:stCxn id="92" idx="1"/>
            <a:endCxn id="89" idx="5"/>
          </p:cNvCxnSpPr>
          <p:nvPr/>
        </p:nvCxnSpPr>
        <p:spPr bwMode="auto">
          <a:xfrm flipH="1" flipV="1">
            <a:off x="7720012" y="4241800"/>
            <a:ext cx="469900" cy="5080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AutoShape 49"/>
          <p:cNvCxnSpPr>
            <a:cxnSpLocks noChangeShapeType="1"/>
            <a:stCxn id="93" idx="7"/>
            <a:endCxn id="92" idx="3"/>
          </p:cNvCxnSpPr>
          <p:nvPr/>
        </p:nvCxnSpPr>
        <p:spPr bwMode="auto">
          <a:xfrm flipV="1">
            <a:off x="7872412" y="5003800"/>
            <a:ext cx="317500" cy="431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9" name="Text Box 50"/>
          <p:cNvSpPr txBox="1">
            <a:spLocks noChangeArrowheads="1"/>
          </p:cNvSpPr>
          <p:nvPr/>
        </p:nvSpPr>
        <p:spPr bwMode="auto">
          <a:xfrm>
            <a:off x="6454775" y="3868737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00" name="Text Box 51"/>
          <p:cNvSpPr txBox="1">
            <a:spLocks noChangeArrowheads="1"/>
          </p:cNvSpPr>
          <p:nvPr/>
        </p:nvSpPr>
        <p:spPr bwMode="auto">
          <a:xfrm>
            <a:off x="7945437" y="42814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01" name="Text Box 52"/>
          <p:cNvSpPr txBox="1">
            <a:spLocks noChangeArrowheads="1"/>
          </p:cNvSpPr>
          <p:nvPr/>
        </p:nvSpPr>
        <p:spPr bwMode="auto">
          <a:xfrm>
            <a:off x="5105400" y="47498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02" name="Text Box 54"/>
          <p:cNvSpPr txBox="1">
            <a:spLocks noChangeArrowheads="1"/>
          </p:cNvSpPr>
          <p:nvPr/>
        </p:nvSpPr>
        <p:spPr bwMode="auto">
          <a:xfrm>
            <a:off x="5692775" y="46624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03" name="Text Box 56"/>
          <p:cNvSpPr txBox="1">
            <a:spLocks noChangeArrowheads="1"/>
          </p:cNvSpPr>
          <p:nvPr/>
        </p:nvSpPr>
        <p:spPr bwMode="auto">
          <a:xfrm>
            <a:off x="7997825" y="51244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04" name="AutoShape 133"/>
          <p:cNvSpPr>
            <a:spLocks noChangeArrowheads="1"/>
          </p:cNvSpPr>
          <p:nvPr/>
        </p:nvSpPr>
        <p:spPr bwMode="auto">
          <a:xfrm rot="5400000">
            <a:off x="6767512" y="31861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" name="Oval 4"/>
          <p:cNvSpPr>
            <a:spLocks noChangeArrowheads="1"/>
          </p:cNvSpPr>
          <p:nvPr/>
        </p:nvSpPr>
        <p:spPr bwMode="auto">
          <a:xfrm>
            <a:off x="1200150" y="1981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61" name="Oval 5"/>
          <p:cNvSpPr>
            <a:spLocks noChangeArrowheads="1"/>
          </p:cNvSpPr>
          <p:nvPr/>
        </p:nvSpPr>
        <p:spPr bwMode="auto">
          <a:xfrm>
            <a:off x="3181350" y="1676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1885950" y="2590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63" name="Oval 7"/>
          <p:cNvSpPr>
            <a:spLocks noChangeArrowheads="1"/>
          </p:cNvSpPr>
          <p:nvPr/>
        </p:nvSpPr>
        <p:spPr bwMode="auto">
          <a:xfrm>
            <a:off x="895350" y="3276600"/>
            <a:ext cx="304800" cy="3048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64" name="Oval 8"/>
          <p:cNvSpPr>
            <a:spLocks noChangeArrowheads="1"/>
          </p:cNvSpPr>
          <p:nvPr/>
        </p:nvSpPr>
        <p:spPr bwMode="auto">
          <a:xfrm>
            <a:off x="3867150" y="2438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65" name="Oval 9"/>
          <p:cNvSpPr>
            <a:spLocks noChangeArrowheads="1"/>
          </p:cNvSpPr>
          <p:nvPr/>
        </p:nvSpPr>
        <p:spPr bwMode="auto">
          <a:xfrm>
            <a:off x="3333750" y="3124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66" name="AutoShape 10"/>
          <p:cNvCxnSpPr>
            <a:cxnSpLocks noChangeShapeType="1"/>
            <a:stCxn id="60" idx="5"/>
            <a:endCxn id="62" idx="1"/>
          </p:cNvCxnSpPr>
          <p:nvPr/>
        </p:nvCxnSpPr>
        <p:spPr bwMode="auto">
          <a:xfrm>
            <a:off x="1460500" y="2251075"/>
            <a:ext cx="469900" cy="374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11"/>
          <p:cNvCxnSpPr>
            <a:cxnSpLocks noChangeShapeType="1"/>
            <a:stCxn id="62" idx="3"/>
            <a:endCxn id="63" idx="7"/>
          </p:cNvCxnSpPr>
          <p:nvPr/>
        </p:nvCxnSpPr>
        <p:spPr bwMode="auto">
          <a:xfrm flipH="1">
            <a:off x="1155700" y="2860675"/>
            <a:ext cx="774700" cy="4413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12"/>
          <p:cNvCxnSpPr>
            <a:cxnSpLocks noChangeShapeType="1"/>
            <a:stCxn id="60" idx="3"/>
            <a:endCxn id="63" idx="0"/>
          </p:cNvCxnSpPr>
          <p:nvPr/>
        </p:nvCxnSpPr>
        <p:spPr bwMode="auto">
          <a:xfrm flipH="1">
            <a:off x="1047750" y="2251075"/>
            <a:ext cx="196850" cy="10064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13"/>
          <p:cNvCxnSpPr>
            <a:cxnSpLocks noChangeShapeType="1"/>
            <a:stCxn id="62" idx="6"/>
            <a:endCxn id="65" idx="1"/>
          </p:cNvCxnSpPr>
          <p:nvPr/>
        </p:nvCxnSpPr>
        <p:spPr bwMode="auto">
          <a:xfrm>
            <a:off x="2200275" y="2743200"/>
            <a:ext cx="1177925" cy="415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AutoShape 14"/>
          <p:cNvCxnSpPr>
            <a:cxnSpLocks noChangeShapeType="1"/>
            <a:stCxn id="63" idx="6"/>
            <a:endCxn id="65" idx="2"/>
          </p:cNvCxnSpPr>
          <p:nvPr/>
        </p:nvCxnSpPr>
        <p:spPr bwMode="auto">
          <a:xfrm flipV="1">
            <a:off x="1219200" y="3276600"/>
            <a:ext cx="2105025" cy="1524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AutoShape 15"/>
          <p:cNvCxnSpPr>
            <a:cxnSpLocks noChangeShapeType="1"/>
            <a:stCxn id="60" idx="6"/>
            <a:endCxn id="61" idx="2"/>
          </p:cNvCxnSpPr>
          <p:nvPr/>
        </p:nvCxnSpPr>
        <p:spPr bwMode="auto">
          <a:xfrm flipV="1">
            <a:off x="1514475" y="1828800"/>
            <a:ext cx="1657350" cy="3048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AutoShape 16"/>
          <p:cNvCxnSpPr>
            <a:cxnSpLocks noChangeShapeType="1"/>
            <a:stCxn id="62" idx="7"/>
            <a:endCxn id="61" idx="3"/>
          </p:cNvCxnSpPr>
          <p:nvPr/>
        </p:nvCxnSpPr>
        <p:spPr bwMode="auto">
          <a:xfrm flipV="1">
            <a:off x="2146300" y="1946275"/>
            <a:ext cx="1079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AutoShape 17"/>
          <p:cNvCxnSpPr>
            <a:cxnSpLocks noChangeShapeType="1"/>
            <a:stCxn id="64" idx="1"/>
            <a:endCxn id="61" idx="5"/>
          </p:cNvCxnSpPr>
          <p:nvPr/>
        </p:nvCxnSpPr>
        <p:spPr bwMode="auto">
          <a:xfrm flipH="1" flipV="1">
            <a:off x="3441700" y="1946275"/>
            <a:ext cx="469900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AutoShape 18"/>
          <p:cNvCxnSpPr>
            <a:cxnSpLocks noChangeShapeType="1"/>
            <a:stCxn id="65" idx="7"/>
            <a:endCxn id="64" idx="3"/>
          </p:cNvCxnSpPr>
          <p:nvPr/>
        </p:nvCxnSpPr>
        <p:spPr bwMode="auto">
          <a:xfrm flipV="1">
            <a:off x="3594100" y="2708275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9" name="Text Box 19"/>
          <p:cNvSpPr txBox="1">
            <a:spLocks noChangeArrowheads="1"/>
          </p:cNvSpPr>
          <p:nvPr/>
        </p:nvSpPr>
        <p:spPr bwMode="auto">
          <a:xfrm>
            <a:off x="2176463" y="1582737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110" name="Text Box 20"/>
          <p:cNvSpPr txBox="1">
            <a:spLocks noChangeArrowheads="1"/>
          </p:cNvSpPr>
          <p:nvPr/>
        </p:nvSpPr>
        <p:spPr bwMode="auto">
          <a:xfrm>
            <a:off x="3667125" y="19954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111" name="Text Box 21"/>
          <p:cNvSpPr txBox="1">
            <a:spLocks noChangeArrowheads="1"/>
          </p:cNvSpPr>
          <p:nvPr/>
        </p:nvSpPr>
        <p:spPr bwMode="auto">
          <a:xfrm>
            <a:off x="827088" y="24638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13" name="Text Box 23"/>
          <p:cNvSpPr txBox="1">
            <a:spLocks noChangeArrowheads="1"/>
          </p:cNvSpPr>
          <p:nvPr/>
        </p:nvSpPr>
        <p:spPr bwMode="auto">
          <a:xfrm>
            <a:off x="1414463" y="23764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114" name="Text Box 24"/>
          <p:cNvSpPr txBox="1">
            <a:spLocks noChangeArrowheads="1"/>
          </p:cNvSpPr>
          <p:nvPr/>
        </p:nvSpPr>
        <p:spPr bwMode="auto">
          <a:xfrm>
            <a:off x="2054225" y="3367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15" name="Text Box 25"/>
          <p:cNvSpPr txBox="1">
            <a:spLocks noChangeArrowheads="1"/>
          </p:cNvSpPr>
          <p:nvPr/>
        </p:nvSpPr>
        <p:spPr bwMode="auto">
          <a:xfrm>
            <a:off x="3719513" y="28384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116" name="Text Box 26"/>
          <p:cNvSpPr txBox="1">
            <a:spLocks noChangeArrowheads="1"/>
          </p:cNvSpPr>
          <p:nvPr/>
        </p:nvSpPr>
        <p:spPr bwMode="auto">
          <a:xfrm>
            <a:off x="2647950" y="2224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117" name="Text Box 27"/>
          <p:cNvSpPr txBox="1">
            <a:spLocks noChangeArrowheads="1"/>
          </p:cNvSpPr>
          <p:nvPr/>
        </p:nvSpPr>
        <p:spPr bwMode="auto">
          <a:xfrm>
            <a:off x="1620838" y="29400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58" name="Text Box 52"/>
          <p:cNvSpPr txBox="1">
            <a:spLocks noChangeArrowheads="1"/>
          </p:cNvSpPr>
          <p:nvPr/>
        </p:nvSpPr>
        <p:spPr bwMode="auto">
          <a:xfrm>
            <a:off x="6050453" y="5943600"/>
            <a:ext cx="2015295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MST weight = 21</a:t>
            </a:r>
          </a:p>
        </p:txBody>
      </p:sp>
      <p:sp>
        <p:nvSpPr>
          <p:cNvPr id="2" name="Text Box 22">
            <a:extLst>
              <a:ext uri="{FF2B5EF4-FFF2-40B4-BE49-F238E27FC236}">
                <a16:creationId xmlns:a16="http://schemas.microsoft.com/office/drawing/2014/main" id="{D1018E1E-D5DB-2659-6F76-482EDB058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26812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60909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635C0E-2622-4831-A41D-F55EB5D1D2E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4915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49156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Graph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Method </a:t>
            </a:r>
            <a:r>
              <a:rPr lang="en-US" altLang="en-US" sz="1800" dirty="0" err="1"/>
              <a:t>incidentEdges</a:t>
            </a:r>
            <a:r>
              <a:rPr lang="en-US" altLang="en-US" sz="1800" dirty="0"/>
              <a:t> is called once for each vertex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Label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We set/get the distance and parent labels of vertex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(deg(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z</a:t>
            </a:r>
            <a:r>
              <a:rPr lang="en-US" altLang="en-US" sz="1800" dirty="0">
                <a:latin typeface="Times New Roman" panose="02020603050405020304" pitchFamily="18" charset="0"/>
              </a:rPr>
              <a:t>))</a:t>
            </a:r>
            <a:r>
              <a:rPr lang="en-US" altLang="en-US" sz="1800" dirty="0"/>
              <a:t> times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Setting/getting a label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(1)</a:t>
            </a:r>
            <a:r>
              <a:rPr lang="en-US" altLang="en-US" sz="1800" dirty="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Priority queue operations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Each vertex is inserted once into and removed once from the priority queue, where each insertion or removal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(log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The key of a vertex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1800" dirty="0"/>
              <a:t> in the priority queue is modified at most </a:t>
            </a:r>
            <a:r>
              <a:rPr lang="en-US" altLang="en-US" sz="1800" dirty="0" err="1">
                <a:latin typeface="Times New Roman" panose="02020603050405020304" pitchFamily="18" charset="0"/>
              </a:rPr>
              <a:t>deg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w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times, where each key change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(log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 </a:t>
            </a:r>
            <a:r>
              <a:rPr lang="en-US" altLang="en-US" sz="1800" dirty="0"/>
              <a:t>time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Prim-</a:t>
            </a:r>
            <a:r>
              <a:rPr lang="en-US" altLang="en-US" sz="2000" dirty="0" err="1"/>
              <a:t>Jarnik’s</a:t>
            </a:r>
            <a:r>
              <a:rPr lang="en-US" altLang="en-US" sz="2000" dirty="0"/>
              <a:t> algorithm runs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anose="05050102010706020507" pitchFamily="18" charset="2"/>
              </a:rPr>
              <a:t>+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m</a:t>
            </a:r>
            <a:r>
              <a:rPr lang="en-US" altLang="en-US" sz="2000" dirty="0">
                <a:latin typeface="Times New Roman" panose="02020603050405020304" pitchFamily="18" charset="0"/>
              </a:rPr>
              <a:t>) 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 provided the graph is represented by the </a:t>
            </a:r>
            <a:r>
              <a:rPr lang="en-US" altLang="en-US" sz="2000" u="sng" dirty="0"/>
              <a:t>adjacency list</a:t>
            </a:r>
            <a:r>
              <a:rPr lang="en-US" altLang="en-US" sz="2000" dirty="0"/>
              <a:t>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Recall that </a:t>
            </a:r>
            <a:r>
              <a:rPr lang="en-US" altLang="en-US" sz="2400" b="1" dirty="0" err="1">
                <a:latin typeface="Symbol" panose="05050102010706020507" pitchFamily="18" charset="2"/>
              </a:rPr>
              <a:t>S</a:t>
            </a:r>
            <a:r>
              <a:rPr lang="en-US" altLang="en-US" sz="1800" b="1" i="1" baseline="-25000" dirty="0" err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</a:rPr>
              <a:t>deg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</a:rPr>
              <a:t>= </a:t>
            </a:r>
            <a:r>
              <a:rPr lang="en-US" altLang="en-US" sz="1800" dirty="0">
                <a:latin typeface="Times New Roman" panose="02020603050405020304" pitchFamily="18" charset="0"/>
              </a:rPr>
              <a:t>2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running time is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O</a:t>
            </a:r>
            <a:r>
              <a:rPr lang="en-US" altLang="en-US" sz="2000" u="sng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m</a:t>
            </a:r>
            <a:r>
              <a:rPr lang="en-US" altLang="en-US" sz="2000" u="sng" dirty="0">
                <a:latin typeface="Times New Roman" panose="02020603050405020304" pitchFamily="18" charset="0"/>
              </a:rPr>
              <a:t> log </a:t>
            </a:r>
            <a:r>
              <a:rPr lang="en-US" altLang="en-US" sz="2000" b="1" i="1" u="sng" dirty="0">
                <a:latin typeface="Times New Roman" panose="02020603050405020304" pitchFamily="18" charset="0"/>
              </a:rPr>
              <a:t>n</a:t>
            </a:r>
            <a:r>
              <a:rPr lang="en-US" altLang="en-US" sz="2000" u="sng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since the graph is connected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E89B8-1DE3-104B-C96C-909F0E49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>
            <a:extLst>
              <a:ext uri="{FF2B5EF4-FFF2-40B4-BE49-F238E27FC236}">
                <a16:creationId xmlns:a16="http://schemas.microsoft.com/office/drawing/2014/main" id="{D42EDB1B-B5D8-F5B6-A0A4-F3181A35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CBD834-BF9B-4450-8BB8-A28C097F124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CEAB2E42-BC6C-0575-7C14-268BF13C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Kruskal’s Algorithm</a:t>
            </a:r>
          </a:p>
        </p:txBody>
      </p:sp>
      <p:sp>
        <p:nvSpPr>
          <p:cNvPr id="5018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FC9A8C3-7029-EC43-621D-5836F78EE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22425"/>
            <a:ext cx="3429000" cy="470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priority queue stores the edges outside the cloud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Key: weight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Element: edge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At the end of the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We are left with one cloud that encompasses the MST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A tree </a:t>
            </a:r>
            <a:r>
              <a:rPr lang="en-US" altLang="en-US" sz="1800" i="1" dirty="0"/>
              <a:t>T</a:t>
            </a:r>
            <a:r>
              <a:rPr lang="en-US" altLang="en-US" sz="1800" dirty="0"/>
              <a:t> which is our MST</a:t>
            </a:r>
            <a:endParaRPr lang="en-US" altLang="en-US" sz="2400" dirty="0"/>
          </a:p>
        </p:txBody>
      </p:sp>
      <p:sp>
        <p:nvSpPr>
          <p:cNvPr id="50181" name="Text Box 4">
            <a:extLst>
              <a:ext uri="{FF2B5EF4-FFF2-40B4-BE49-F238E27FC236}">
                <a16:creationId xmlns:a16="http://schemas.microsoft.com/office/drawing/2014/main" id="{A7E19AC5-1C17-63DB-C3FC-A35B09A1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622425"/>
            <a:ext cx="4800600" cy="467204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KruskalMST(G)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Input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A weighted graph G.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Output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An MST T for G.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for each v in G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	Cloud(v) 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{v}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	Q = empty minheap priority queue with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  weight of edge as key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for each e in G.edges()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Q.add (e.weight, e)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T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empty tree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while T.edges() &lt; n-1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	edge e = Q.removeMin()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	u, v = endpoints of e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	if Cloud(v) != Cloud(u)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		T.addEdge(e)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		Merge Cloud(v) and Cloud(u)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	return T</a:t>
            </a:r>
          </a:p>
        </p:txBody>
      </p:sp>
    </p:spTree>
    <p:extLst>
      <p:ext uri="{BB962C8B-B14F-4D97-AF65-F5344CB8AC3E}">
        <p14:creationId xmlns:p14="http://schemas.microsoft.com/office/powerpoint/2010/main" val="1107906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C728A4-22B2-4958-B6EA-ABBD2FEB6A3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6477000" cy="1447800"/>
          </a:xfrm>
        </p:spPr>
        <p:txBody>
          <a:bodyPr/>
          <a:lstStyle/>
          <a:p>
            <a:pPr eaLnBrk="1" hangingPunct="1"/>
            <a:r>
              <a:rPr lang="en-US" altLang="en-US"/>
              <a:t>Data Structure for Kruskal Algortihm</a:t>
            </a:r>
          </a:p>
        </p:txBody>
      </p:sp>
      <p:sp>
        <p:nvSpPr>
          <p:cNvPr id="2406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524000"/>
            <a:ext cx="78486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algorithm maintains a forest of trees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An edge is accepted it if connects distinct trees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We need a data structure that maintains a </a:t>
            </a:r>
            <a:r>
              <a:rPr lang="en-US" altLang="en-US" sz="2400" b="1">
                <a:solidFill>
                  <a:schemeClr val="accent2"/>
                </a:solidFill>
              </a:rPr>
              <a:t>partition</a:t>
            </a:r>
            <a:r>
              <a:rPr lang="en-US" altLang="en-US" sz="2400"/>
              <a:t>, i.e., a collection of disjoint sets, with the operations: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-</a:t>
            </a:r>
            <a:r>
              <a:rPr lang="en-US" altLang="en-US" sz="2400" b="1">
                <a:solidFill>
                  <a:srgbClr val="C52D2D"/>
                </a:solidFill>
              </a:rPr>
              <a:t>find</a:t>
            </a:r>
            <a:r>
              <a:rPr lang="en-US" altLang="en-US" sz="2400"/>
              <a:t>(u): return the set storing u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-</a:t>
            </a:r>
            <a:r>
              <a:rPr lang="en-US" altLang="en-US" sz="2400" b="1">
                <a:solidFill>
                  <a:srgbClr val="C52D2D"/>
                </a:solidFill>
              </a:rPr>
              <a:t>union</a:t>
            </a:r>
            <a:r>
              <a:rPr lang="en-US" altLang="en-US" sz="2400"/>
              <a:t>(u,v): replace the sets storing u and v with their union</a:t>
            </a:r>
          </a:p>
        </p:txBody>
      </p:sp>
      <p:pic>
        <p:nvPicPr>
          <p:cNvPr id="2406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43400" y="3997325"/>
            <a:ext cx="3429000" cy="26320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9D4FDD-09BE-4EBE-A3FD-703E0F2A582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5105400" cy="1143000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a Partition</a:t>
            </a:r>
          </a:p>
        </p:txBody>
      </p:sp>
      <p:sp>
        <p:nvSpPr>
          <p:cNvPr id="241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391400" cy="4800600"/>
          </a:xfrm>
        </p:spPr>
        <p:txBody>
          <a:bodyPr/>
          <a:lstStyle/>
          <a:p>
            <a:pPr eaLnBrk="1" hangingPunct="1"/>
            <a:r>
              <a:rPr lang="en-US" altLang="en-US" sz="2400"/>
              <a:t>Each set is stored in a sequence</a:t>
            </a:r>
          </a:p>
          <a:p>
            <a:pPr eaLnBrk="1" hangingPunct="1"/>
            <a:r>
              <a:rPr lang="en-US" altLang="en-US" sz="2400"/>
              <a:t>Each element has a reference back to the set</a:t>
            </a:r>
          </a:p>
          <a:p>
            <a:pPr lvl="1" eaLnBrk="1" hangingPunct="1"/>
            <a:r>
              <a:rPr lang="en-US" altLang="en-US" sz="2000"/>
              <a:t>operation</a:t>
            </a:r>
            <a:r>
              <a:rPr lang="en-US" altLang="en-US" sz="2000">
                <a:solidFill>
                  <a:srgbClr val="C52D2D"/>
                </a:solidFill>
              </a:rPr>
              <a:t> find</a:t>
            </a:r>
            <a:r>
              <a:rPr lang="en-US" altLang="en-US" sz="2000"/>
              <a:t>(u) takes O(1) time, and returns the set of which u is a member.</a:t>
            </a:r>
          </a:p>
          <a:p>
            <a:pPr lvl="1" eaLnBrk="1" hangingPunct="1"/>
            <a:r>
              <a:rPr lang="en-US" altLang="en-US" sz="2000"/>
              <a:t>in operation </a:t>
            </a:r>
            <a:r>
              <a:rPr lang="en-US" altLang="en-US" sz="2000">
                <a:solidFill>
                  <a:srgbClr val="C52D2D"/>
                </a:solidFill>
              </a:rPr>
              <a:t>union</a:t>
            </a:r>
            <a:r>
              <a:rPr lang="en-US" altLang="en-US" sz="2000"/>
              <a:t>(u,v), we move the elements of the smaller set to the sequence of the larger set and update their references</a:t>
            </a:r>
          </a:p>
          <a:p>
            <a:pPr lvl="1" eaLnBrk="1" hangingPunct="1"/>
            <a:r>
              <a:rPr lang="en-US" altLang="en-US" sz="2000"/>
              <a:t>the time for operation </a:t>
            </a:r>
            <a:r>
              <a:rPr lang="en-US" altLang="en-US" sz="2000">
                <a:solidFill>
                  <a:srgbClr val="C52D2D"/>
                </a:solidFill>
              </a:rPr>
              <a:t>union</a:t>
            </a:r>
            <a:r>
              <a:rPr lang="en-US" altLang="en-US" sz="2000"/>
              <a:t>(u,v) is min(n</a:t>
            </a:r>
            <a:r>
              <a:rPr lang="en-US" altLang="en-US" sz="2000" baseline="-25000"/>
              <a:t>u</a:t>
            </a:r>
            <a:r>
              <a:rPr lang="en-US" altLang="en-US" sz="2000"/>
              <a:t>,n</a:t>
            </a:r>
            <a:r>
              <a:rPr lang="en-US" altLang="en-US" sz="2000" baseline="-25000"/>
              <a:t>v</a:t>
            </a:r>
            <a:r>
              <a:rPr lang="en-US" altLang="en-US" sz="2000"/>
              <a:t>), where n</a:t>
            </a:r>
            <a:r>
              <a:rPr lang="en-US" altLang="en-US" sz="2000" baseline="-25000"/>
              <a:t>u</a:t>
            </a:r>
            <a:r>
              <a:rPr lang="en-US" altLang="en-US" sz="2000"/>
              <a:t> and n</a:t>
            </a:r>
            <a:r>
              <a:rPr lang="en-US" altLang="en-US" sz="2000" baseline="-25000"/>
              <a:t>v</a:t>
            </a:r>
            <a:r>
              <a:rPr lang="en-US" altLang="en-US" sz="2000"/>
              <a:t> are the sizes of the sets storing u and v</a:t>
            </a:r>
          </a:p>
          <a:p>
            <a:pPr eaLnBrk="1" hangingPunct="1"/>
            <a:r>
              <a:rPr lang="en-US" altLang="en-US" sz="2400"/>
              <a:t>Whenever an element is processed, it goes into a set of size at least double, hence each element is processed at most log n times</a:t>
            </a:r>
            <a:endParaRPr lang="en-US" altLang="en-US" sz="2800"/>
          </a:p>
        </p:txBody>
      </p:sp>
      <p:pic>
        <p:nvPicPr>
          <p:cNvPr id="24166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8800" y="609600"/>
            <a:ext cx="2971800" cy="125571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1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DA125B-429A-44C1-B9B1-DA85E3027CF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Partition-Based Implementation</a:t>
            </a:r>
          </a:p>
        </p:txBody>
      </p:sp>
      <p:sp>
        <p:nvSpPr>
          <p:cNvPr id="532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7848600" cy="1524000"/>
          </a:xfrm>
        </p:spPr>
        <p:txBody>
          <a:bodyPr/>
          <a:lstStyle/>
          <a:p>
            <a:pPr eaLnBrk="1" hangingPunct="1"/>
            <a:r>
              <a:rPr lang="en-US" altLang="en-US" sz="2400"/>
              <a:t>A partition-based version of Kruskal’s Algorithm performs cloud merges as unions and tests as finds.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838200" y="2362200"/>
            <a:ext cx="7696200" cy="3785652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Kruskal(G)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Input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A weighted graph G.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Output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An MST T for G.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P = partition of the vertices of G, where each vertex forms a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separate set.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Q = empty minheap priority queue storing the edges of G,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sorted by weights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T = empty tree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while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not Q.isEmpty()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(u,v)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Q.removeMin()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if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P.find(u) != P.find(v)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  T.add (u,v)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  P.union (u,v)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return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T</a:t>
            </a:r>
            <a:endParaRPr lang="en-US" altLang="en-US" sz="1600" noProof="1">
              <a:latin typeface="Consolas" panose="020B0609020204030204" pitchFamily="49" charset="0"/>
            </a:endParaRPr>
          </a:p>
        </p:txBody>
      </p:sp>
      <p:sp>
        <p:nvSpPr>
          <p:cNvPr id="53254" name="Text Box 8"/>
          <p:cNvSpPr txBox="1">
            <a:spLocks noChangeArrowheads="1"/>
          </p:cNvSpPr>
          <p:nvPr/>
        </p:nvSpPr>
        <p:spPr bwMode="auto">
          <a:xfrm>
            <a:off x="5105400" y="4732337"/>
            <a:ext cx="3124200" cy="907941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time: </a:t>
            </a:r>
          </a:p>
          <a:p>
            <a:pPr algn="ctr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211682-2869-4E18-8E9E-3D5B2DCF4DF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01493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Kruskal Example</a:t>
            </a:r>
          </a:p>
        </p:txBody>
      </p:sp>
      <p:sp>
        <p:nvSpPr>
          <p:cNvPr id="48163" name="Freeform 34"/>
          <p:cNvSpPr>
            <a:spLocks/>
          </p:cNvSpPr>
          <p:nvPr/>
        </p:nvSpPr>
        <p:spPr bwMode="auto">
          <a:xfrm>
            <a:off x="4800600" y="3741737"/>
            <a:ext cx="4037013" cy="2582863"/>
          </a:xfrm>
          <a:custGeom>
            <a:avLst/>
            <a:gdLst>
              <a:gd name="T0" fmla="*/ 2147483646 w 2543"/>
              <a:gd name="T1" fmla="*/ 2147483646 h 1627"/>
              <a:gd name="T2" fmla="*/ 2147483646 w 2543"/>
              <a:gd name="T3" fmla="*/ 2147483646 h 1627"/>
              <a:gd name="T4" fmla="*/ 2147483646 w 2543"/>
              <a:gd name="T5" fmla="*/ 2147483646 h 1627"/>
              <a:gd name="T6" fmla="*/ 2147483646 w 2543"/>
              <a:gd name="T7" fmla="*/ 2147483646 h 1627"/>
              <a:gd name="T8" fmla="*/ 2147483646 w 2543"/>
              <a:gd name="T9" fmla="*/ 2147483646 h 1627"/>
              <a:gd name="T10" fmla="*/ 2147483646 w 2543"/>
              <a:gd name="T11" fmla="*/ 2147483646 h 1627"/>
              <a:gd name="T12" fmla="*/ 2147483646 w 2543"/>
              <a:gd name="T13" fmla="*/ 2147483646 h 1627"/>
              <a:gd name="T14" fmla="*/ 2147483646 w 2543"/>
              <a:gd name="T15" fmla="*/ 2147483646 h 1627"/>
              <a:gd name="T16" fmla="*/ 2147483646 w 2543"/>
              <a:gd name="T17" fmla="*/ 2147483646 h 1627"/>
              <a:gd name="T18" fmla="*/ 2147483646 w 2543"/>
              <a:gd name="T19" fmla="*/ 2147483646 h 162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3" h="1627">
                <a:moveTo>
                  <a:pt x="82" y="1000"/>
                </a:moveTo>
                <a:cubicBezTo>
                  <a:pt x="88" y="1162"/>
                  <a:pt x="0" y="1445"/>
                  <a:pt x="70" y="1528"/>
                </a:cubicBezTo>
                <a:cubicBezTo>
                  <a:pt x="260" y="1627"/>
                  <a:pt x="892" y="1604"/>
                  <a:pt x="1224" y="1596"/>
                </a:cubicBezTo>
                <a:cubicBezTo>
                  <a:pt x="1556" y="1588"/>
                  <a:pt x="1862" y="1588"/>
                  <a:pt x="2064" y="1482"/>
                </a:cubicBezTo>
                <a:cubicBezTo>
                  <a:pt x="2266" y="1376"/>
                  <a:pt x="2375" y="1118"/>
                  <a:pt x="2436" y="959"/>
                </a:cubicBezTo>
                <a:cubicBezTo>
                  <a:pt x="2497" y="800"/>
                  <a:pt x="2543" y="678"/>
                  <a:pt x="2430" y="527"/>
                </a:cubicBezTo>
                <a:cubicBezTo>
                  <a:pt x="2317" y="376"/>
                  <a:pt x="2000" y="104"/>
                  <a:pt x="1756" y="52"/>
                </a:cubicBezTo>
                <a:cubicBezTo>
                  <a:pt x="1512" y="0"/>
                  <a:pt x="1222" y="157"/>
                  <a:pt x="964" y="214"/>
                </a:cubicBezTo>
                <a:cubicBezTo>
                  <a:pt x="706" y="271"/>
                  <a:pt x="355" y="263"/>
                  <a:pt x="208" y="394"/>
                </a:cubicBezTo>
                <a:cubicBezTo>
                  <a:pt x="61" y="525"/>
                  <a:pt x="76" y="838"/>
                  <a:pt x="82" y="1000"/>
                </a:cubicBezTo>
                <a:close/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64" name="Oval 35"/>
          <p:cNvSpPr>
            <a:spLocks noChangeArrowheads="1"/>
          </p:cNvSpPr>
          <p:nvPr/>
        </p:nvSpPr>
        <p:spPr bwMode="auto">
          <a:xfrm>
            <a:off x="5978525" y="4648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8165" name="Oval 36"/>
          <p:cNvSpPr>
            <a:spLocks noChangeArrowheads="1"/>
          </p:cNvSpPr>
          <p:nvPr/>
        </p:nvSpPr>
        <p:spPr bwMode="auto">
          <a:xfrm>
            <a:off x="6781800" y="4343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8167" name="Oval 38"/>
          <p:cNvSpPr>
            <a:spLocks noChangeArrowheads="1"/>
          </p:cNvSpPr>
          <p:nvPr/>
        </p:nvSpPr>
        <p:spPr bwMode="auto">
          <a:xfrm>
            <a:off x="5673725" y="59436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8168" name="Oval 39"/>
          <p:cNvSpPr>
            <a:spLocks noChangeArrowheads="1"/>
          </p:cNvSpPr>
          <p:nvPr/>
        </p:nvSpPr>
        <p:spPr bwMode="auto">
          <a:xfrm>
            <a:off x="7467600" y="5105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48169" name="Oval 40"/>
          <p:cNvSpPr>
            <a:spLocks noChangeArrowheads="1"/>
          </p:cNvSpPr>
          <p:nvPr/>
        </p:nvSpPr>
        <p:spPr bwMode="auto">
          <a:xfrm>
            <a:off x="6934200" y="5791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48172" name="AutoShape 43"/>
          <p:cNvCxnSpPr>
            <a:cxnSpLocks noChangeShapeType="1"/>
            <a:stCxn id="48164" idx="3"/>
            <a:endCxn id="48167" idx="0"/>
          </p:cNvCxnSpPr>
          <p:nvPr/>
        </p:nvCxnSpPr>
        <p:spPr bwMode="auto">
          <a:xfrm flipH="1">
            <a:off x="5826125" y="49276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77" name="AutoShape 48"/>
          <p:cNvCxnSpPr>
            <a:cxnSpLocks noChangeShapeType="1"/>
            <a:stCxn id="48168" idx="1"/>
            <a:endCxn id="48165" idx="5"/>
          </p:cNvCxnSpPr>
          <p:nvPr/>
        </p:nvCxnSpPr>
        <p:spPr bwMode="auto">
          <a:xfrm flipH="1" flipV="1">
            <a:off x="7042150" y="4622800"/>
            <a:ext cx="469900" cy="5080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78" name="AutoShape 49"/>
          <p:cNvCxnSpPr>
            <a:cxnSpLocks noChangeShapeType="1"/>
            <a:stCxn id="48169" idx="7"/>
            <a:endCxn id="48168" idx="3"/>
          </p:cNvCxnSpPr>
          <p:nvPr/>
        </p:nvCxnSpPr>
        <p:spPr bwMode="auto">
          <a:xfrm flipV="1">
            <a:off x="7194550" y="5384800"/>
            <a:ext cx="317500" cy="431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80" name="Text Box 51"/>
          <p:cNvSpPr txBox="1">
            <a:spLocks noChangeArrowheads="1"/>
          </p:cNvSpPr>
          <p:nvPr/>
        </p:nvSpPr>
        <p:spPr bwMode="auto">
          <a:xfrm>
            <a:off x="7267575" y="46624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8181" name="Text Box 52"/>
          <p:cNvSpPr txBox="1">
            <a:spLocks noChangeArrowheads="1"/>
          </p:cNvSpPr>
          <p:nvPr/>
        </p:nvSpPr>
        <p:spPr bwMode="auto">
          <a:xfrm>
            <a:off x="5605463" y="51308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8185" name="Text Box 56"/>
          <p:cNvSpPr txBox="1">
            <a:spLocks noChangeArrowheads="1"/>
          </p:cNvSpPr>
          <p:nvPr/>
        </p:nvSpPr>
        <p:spPr bwMode="auto">
          <a:xfrm>
            <a:off x="7319963" y="55054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2" name="Oval 4"/>
          <p:cNvSpPr>
            <a:spLocks noChangeArrowheads="1"/>
          </p:cNvSpPr>
          <p:nvPr/>
        </p:nvSpPr>
        <p:spPr bwMode="auto">
          <a:xfrm>
            <a:off x="1200150" y="1981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3" name="Oval 5"/>
          <p:cNvSpPr>
            <a:spLocks noChangeArrowheads="1"/>
          </p:cNvSpPr>
          <p:nvPr/>
        </p:nvSpPr>
        <p:spPr bwMode="auto">
          <a:xfrm>
            <a:off x="3181350" y="1676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44" name="Oval 6"/>
          <p:cNvSpPr>
            <a:spLocks noChangeArrowheads="1"/>
          </p:cNvSpPr>
          <p:nvPr/>
        </p:nvSpPr>
        <p:spPr bwMode="auto">
          <a:xfrm>
            <a:off x="1885950" y="2590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5" name="Oval 7"/>
          <p:cNvSpPr>
            <a:spLocks noChangeArrowheads="1"/>
          </p:cNvSpPr>
          <p:nvPr/>
        </p:nvSpPr>
        <p:spPr bwMode="auto">
          <a:xfrm>
            <a:off x="895350" y="3276600"/>
            <a:ext cx="304800" cy="3048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6" name="Oval 8"/>
          <p:cNvSpPr>
            <a:spLocks noChangeArrowheads="1"/>
          </p:cNvSpPr>
          <p:nvPr/>
        </p:nvSpPr>
        <p:spPr bwMode="auto">
          <a:xfrm>
            <a:off x="3867150" y="2438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47" name="Oval 9"/>
          <p:cNvSpPr>
            <a:spLocks noChangeArrowheads="1"/>
          </p:cNvSpPr>
          <p:nvPr/>
        </p:nvSpPr>
        <p:spPr bwMode="auto">
          <a:xfrm>
            <a:off x="3333750" y="3124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8" name="AutoShape 10"/>
          <p:cNvCxnSpPr>
            <a:cxnSpLocks noChangeShapeType="1"/>
            <a:stCxn id="42" idx="5"/>
            <a:endCxn id="44" idx="1"/>
          </p:cNvCxnSpPr>
          <p:nvPr/>
        </p:nvCxnSpPr>
        <p:spPr bwMode="auto">
          <a:xfrm>
            <a:off x="1460500" y="2251075"/>
            <a:ext cx="469900" cy="374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11"/>
          <p:cNvCxnSpPr>
            <a:cxnSpLocks noChangeShapeType="1"/>
            <a:stCxn id="44" idx="3"/>
            <a:endCxn id="45" idx="7"/>
          </p:cNvCxnSpPr>
          <p:nvPr/>
        </p:nvCxnSpPr>
        <p:spPr bwMode="auto">
          <a:xfrm flipH="1">
            <a:off x="1155700" y="2860675"/>
            <a:ext cx="774700" cy="4413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12"/>
          <p:cNvCxnSpPr>
            <a:cxnSpLocks noChangeShapeType="1"/>
            <a:stCxn id="42" idx="3"/>
            <a:endCxn id="45" idx="0"/>
          </p:cNvCxnSpPr>
          <p:nvPr/>
        </p:nvCxnSpPr>
        <p:spPr bwMode="auto">
          <a:xfrm flipH="1">
            <a:off x="1047750" y="2251075"/>
            <a:ext cx="196850" cy="10064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AutoShape 13"/>
          <p:cNvCxnSpPr>
            <a:cxnSpLocks noChangeShapeType="1"/>
            <a:stCxn id="44" idx="6"/>
            <a:endCxn id="47" idx="1"/>
          </p:cNvCxnSpPr>
          <p:nvPr/>
        </p:nvCxnSpPr>
        <p:spPr bwMode="auto">
          <a:xfrm>
            <a:off x="2200275" y="2743200"/>
            <a:ext cx="1177925" cy="415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AutoShape 14"/>
          <p:cNvCxnSpPr>
            <a:cxnSpLocks noChangeShapeType="1"/>
            <a:stCxn id="45" idx="6"/>
            <a:endCxn id="47" idx="2"/>
          </p:cNvCxnSpPr>
          <p:nvPr/>
        </p:nvCxnSpPr>
        <p:spPr bwMode="auto">
          <a:xfrm flipV="1">
            <a:off x="1219200" y="3276600"/>
            <a:ext cx="2105025" cy="1524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AutoShape 15"/>
          <p:cNvCxnSpPr>
            <a:cxnSpLocks noChangeShapeType="1"/>
            <a:stCxn id="42" idx="6"/>
            <a:endCxn id="43" idx="2"/>
          </p:cNvCxnSpPr>
          <p:nvPr/>
        </p:nvCxnSpPr>
        <p:spPr bwMode="auto">
          <a:xfrm flipV="1">
            <a:off x="1514475" y="1828800"/>
            <a:ext cx="1657350" cy="3048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AutoShape 16"/>
          <p:cNvCxnSpPr>
            <a:cxnSpLocks noChangeShapeType="1"/>
            <a:stCxn id="44" idx="7"/>
            <a:endCxn id="43" idx="3"/>
          </p:cNvCxnSpPr>
          <p:nvPr/>
        </p:nvCxnSpPr>
        <p:spPr bwMode="auto">
          <a:xfrm flipV="1">
            <a:off x="2146300" y="1946275"/>
            <a:ext cx="1079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AutoShape 17"/>
          <p:cNvCxnSpPr>
            <a:cxnSpLocks noChangeShapeType="1"/>
            <a:stCxn id="46" idx="1"/>
            <a:endCxn id="43" idx="5"/>
          </p:cNvCxnSpPr>
          <p:nvPr/>
        </p:nvCxnSpPr>
        <p:spPr bwMode="auto">
          <a:xfrm flipH="1" flipV="1">
            <a:off x="3441700" y="1946275"/>
            <a:ext cx="469900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18"/>
          <p:cNvCxnSpPr>
            <a:cxnSpLocks noChangeShapeType="1"/>
            <a:stCxn id="47" idx="7"/>
            <a:endCxn id="46" idx="3"/>
          </p:cNvCxnSpPr>
          <p:nvPr/>
        </p:nvCxnSpPr>
        <p:spPr bwMode="auto">
          <a:xfrm flipV="1">
            <a:off x="3594100" y="2708275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 Box 19"/>
          <p:cNvSpPr txBox="1">
            <a:spLocks noChangeArrowheads="1"/>
          </p:cNvSpPr>
          <p:nvPr/>
        </p:nvSpPr>
        <p:spPr bwMode="auto">
          <a:xfrm>
            <a:off x="2176463" y="16002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58" name="Text Box 20"/>
          <p:cNvSpPr txBox="1">
            <a:spLocks noChangeArrowheads="1"/>
          </p:cNvSpPr>
          <p:nvPr/>
        </p:nvSpPr>
        <p:spPr bwMode="auto">
          <a:xfrm>
            <a:off x="3667125" y="19954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59" name="Text Box 21"/>
          <p:cNvSpPr txBox="1">
            <a:spLocks noChangeArrowheads="1"/>
          </p:cNvSpPr>
          <p:nvPr/>
        </p:nvSpPr>
        <p:spPr bwMode="auto">
          <a:xfrm>
            <a:off x="827088" y="24638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60" name="Text Box 22"/>
          <p:cNvSpPr txBox="1">
            <a:spLocks noChangeArrowheads="1"/>
          </p:cNvSpPr>
          <p:nvPr/>
        </p:nvSpPr>
        <p:spPr bwMode="auto">
          <a:xfrm>
            <a:off x="2795588" y="26050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8</a:t>
            </a:r>
          </a:p>
        </p:txBody>
      </p:sp>
      <p:sp>
        <p:nvSpPr>
          <p:cNvPr id="61" name="Text Box 23"/>
          <p:cNvSpPr txBox="1">
            <a:spLocks noChangeArrowheads="1"/>
          </p:cNvSpPr>
          <p:nvPr/>
        </p:nvSpPr>
        <p:spPr bwMode="auto">
          <a:xfrm>
            <a:off x="1414463" y="23764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62" name="Text Box 24"/>
          <p:cNvSpPr txBox="1">
            <a:spLocks noChangeArrowheads="1"/>
          </p:cNvSpPr>
          <p:nvPr/>
        </p:nvSpPr>
        <p:spPr bwMode="auto">
          <a:xfrm>
            <a:off x="2054225" y="3367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3719513" y="28384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64" name="Text Box 26"/>
          <p:cNvSpPr txBox="1">
            <a:spLocks noChangeArrowheads="1"/>
          </p:cNvSpPr>
          <p:nvPr/>
        </p:nvSpPr>
        <p:spPr bwMode="auto">
          <a:xfrm>
            <a:off x="2647950" y="2224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65" name="Text Box 27"/>
          <p:cNvSpPr txBox="1">
            <a:spLocks noChangeArrowheads="1"/>
          </p:cNvSpPr>
          <p:nvPr/>
        </p:nvSpPr>
        <p:spPr bwMode="auto">
          <a:xfrm>
            <a:off x="1620838" y="29400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70" name="AutoShape 135"/>
          <p:cNvSpPr>
            <a:spLocks noChangeArrowheads="1"/>
          </p:cNvSpPr>
          <p:nvPr/>
        </p:nvSpPr>
        <p:spPr bwMode="auto">
          <a:xfrm rot="5400000">
            <a:off x="2119312" y="38719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1" name="Oval 35"/>
          <p:cNvSpPr>
            <a:spLocks noChangeArrowheads="1"/>
          </p:cNvSpPr>
          <p:nvPr/>
        </p:nvSpPr>
        <p:spPr bwMode="auto">
          <a:xfrm>
            <a:off x="2201862" y="44958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72" name="Oval 38"/>
          <p:cNvSpPr>
            <a:spLocks noChangeArrowheads="1"/>
          </p:cNvSpPr>
          <p:nvPr/>
        </p:nvSpPr>
        <p:spPr bwMode="auto">
          <a:xfrm>
            <a:off x="1897062" y="5791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cxnSp>
        <p:nvCxnSpPr>
          <p:cNvPr id="73" name="AutoShape 43"/>
          <p:cNvCxnSpPr>
            <a:cxnSpLocks noChangeShapeType="1"/>
            <a:stCxn id="71" idx="3"/>
            <a:endCxn id="72" idx="0"/>
          </p:cNvCxnSpPr>
          <p:nvPr/>
        </p:nvCxnSpPr>
        <p:spPr bwMode="auto">
          <a:xfrm flipH="1">
            <a:off x="2049462" y="47752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Text Box 52"/>
          <p:cNvSpPr txBox="1">
            <a:spLocks noChangeArrowheads="1"/>
          </p:cNvSpPr>
          <p:nvPr/>
        </p:nvSpPr>
        <p:spPr bwMode="auto">
          <a:xfrm>
            <a:off x="1828800" y="49784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92" name="Oval 35"/>
          <p:cNvSpPr>
            <a:spLocks noChangeArrowheads="1"/>
          </p:cNvSpPr>
          <p:nvPr/>
        </p:nvSpPr>
        <p:spPr bwMode="auto">
          <a:xfrm>
            <a:off x="6096000" y="15240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95" name="Oval 38"/>
          <p:cNvSpPr>
            <a:spLocks noChangeArrowheads="1"/>
          </p:cNvSpPr>
          <p:nvPr/>
        </p:nvSpPr>
        <p:spPr bwMode="auto">
          <a:xfrm>
            <a:off x="5791200" y="2819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96" name="Oval 39"/>
          <p:cNvSpPr>
            <a:spLocks noChangeArrowheads="1"/>
          </p:cNvSpPr>
          <p:nvPr/>
        </p:nvSpPr>
        <p:spPr bwMode="auto">
          <a:xfrm>
            <a:off x="7585075" y="1981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97" name="Oval 40"/>
          <p:cNvSpPr>
            <a:spLocks noChangeArrowheads="1"/>
          </p:cNvSpPr>
          <p:nvPr/>
        </p:nvSpPr>
        <p:spPr bwMode="auto">
          <a:xfrm>
            <a:off x="7051675" y="26670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99" name="AutoShape 43"/>
          <p:cNvCxnSpPr>
            <a:cxnSpLocks noChangeShapeType="1"/>
            <a:stCxn id="92" idx="3"/>
            <a:endCxn id="95" idx="0"/>
          </p:cNvCxnSpPr>
          <p:nvPr/>
        </p:nvCxnSpPr>
        <p:spPr bwMode="auto">
          <a:xfrm flipH="1">
            <a:off x="5943600" y="18034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AutoShape 49"/>
          <p:cNvCxnSpPr>
            <a:cxnSpLocks noChangeShapeType="1"/>
            <a:stCxn id="97" idx="7"/>
            <a:endCxn id="96" idx="3"/>
          </p:cNvCxnSpPr>
          <p:nvPr/>
        </p:nvCxnSpPr>
        <p:spPr bwMode="auto">
          <a:xfrm flipV="1">
            <a:off x="7312025" y="2260600"/>
            <a:ext cx="317500" cy="431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Text Box 52"/>
          <p:cNvSpPr txBox="1">
            <a:spLocks noChangeArrowheads="1"/>
          </p:cNvSpPr>
          <p:nvPr/>
        </p:nvSpPr>
        <p:spPr bwMode="auto">
          <a:xfrm>
            <a:off x="5722938" y="20066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07" name="Text Box 56"/>
          <p:cNvSpPr txBox="1">
            <a:spLocks noChangeArrowheads="1"/>
          </p:cNvSpPr>
          <p:nvPr/>
        </p:nvSpPr>
        <p:spPr bwMode="auto">
          <a:xfrm>
            <a:off x="7437438" y="23812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09" name="AutoShape 134"/>
          <p:cNvSpPr>
            <a:spLocks noChangeArrowheads="1"/>
          </p:cNvSpPr>
          <p:nvPr/>
        </p:nvSpPr>
        <p:spPr bwMode="auto">
          <a:xfrm rot="8486773" flipH="1" flipV="1">
            <a:off x="4345064" y="3567013"/>
            <a:ext cx="738187" cy="333375"/>
          </a:xfrm>
          <a:prstGeom prst="rightArrow">
            <a:avLst>
              <a:gd name="adj1" fmla="val 50000"/>
              <a:gd name="adj2" fmla="val 553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6" name="AutoShape 135"/>
          <p:cNvSpPr>
            <a:spLocks noChangeArrowheads="1"/>
          </p:cNvSpPr>
          <p:nvPr/>
        </p:nvSpPr>
        <p:spPr bwMode="auto">
          <a:xfrm rot="5400000">
            <a:off x="6415088" y="35671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412758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211682-2869-4E18-8E9E-3D5B2DCF4DF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Kruskal</a:t>
            </a:r>
            <a:r>
              <a:rPr lang="en-US" altLang="en-US" dirty="0"/>
              <a:t> Example 1 – Simplest Diagram (cont.)</a:t>
            </a:r>
          </a:p>
        </p:txBody>
      </p:sp>
      <p:sp>
        <p:nvSpPr>
          <p:cNvPr id="48132" name="Freeform 3"/>
          <p:cNvSpPr>
            <a:spLocks/>
          </p:cNvSpPr>
          <p:nvPr/>
        </p:nvSpPr>
        <p:spPr bwMode="auto">
          <a:xfrm>
            <a:off x="762000" y="1630363"/>
            <a:ext cx="4037013" cy="2557462"/>
          </a:xfrm>
          <a:custGeom>
            <a:avLst/>
            <a:gdLst>
              <a:gd name="T0" fmla="*/ 2147483646 w 2543"/>
              <a:gd name="T1" fmla="*/ 2147483646 h 1611"/>
              <a:gd name="T2" fmla="*/ 2147483646 w 2543"/>
              <a:gd name="T3" fmla="*/ 2147483646 h 1611"/>
              <a:gd name="T4" fmla="*/ 2147483646 w 2543"/>
              <a:gd name="T5" fmla="*/ 2147483646 h 1611"/>
              <a:gd name="T6" fmla="*/ 2147483646 w 2543"/>
              <a:gd name="T7" fmla="*/ 2147483646 h 1611"/>
              <a:gd name="T8" fmla="*/ 2147483646 w 2543"/>
              <a:gd name="T9" fmla="*/ 2147483646 h 1611"/>
              <a:gd name="T10" fmla="*/ 2147483646 w 2543"/>
              <a:gd name="T11" fmla="*/ 2147483646 h 1611"/>
              <a:gd name="T12" fmla="*/ 2147483646 w 2543"/>
              <a:gd name="T13" fmla="*/ 2147483646 h 1611"/>
              <a:gd name="T14" fmla="*/ 2147483646 w 2543"/>
              <a:gd name="T15" fmla="*/ 2147483646 h 1611"/>
              <a:gd name="T16" fmla="*/ 2147483646 w 2543"/>
              <a:gd name="T17" fmla="*/ 2147483646 h 1611"/>
              <a:gd name="T18" fmla="*/ 2147483646 w 2543"/>
              <a:gd name="T19" fmla="*/ 2147483646 h 1611"/>
              <a:gd name="T20" fmla="*/ 2147483646 w 2543"/>
              <a:gd name="T21" fmla="*/ 2147483646 h 1611"/>
              <a:gd name="T22" fmla="*/ 2147483646 w 2543"/>
              <a:gd name="T23" fmla="*/ 2147483646 h 161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2543" h="1611">
                <a:moveTo>
                  <a:pt x="82" y="1000"/>
                </a:moveTo>
                <a:cubicBezTo>
                  <a:pt x="88" y="1162"/>
                  <a:pt x="0" y="1445"/>
                  <a:pt x="70" y="1528"/>
                </a:cubicBezTo>
                <a:cubicBezTo>
                  <a:pt x="140" y="1611"/>
                  <a:pt x="297" y="1601"/>
                  <a:pt x="502" y="1498"/>
                </a:cubicBezTo>
                <a:cubicBezTo>
                  <a:pt x="707" y="1395"/>
                  <a:pt x="1096" y="1060"/>
                  <a:pt x="1300" y="910"/>
                </a:cubicBezTo>
                <a:cubicBezTo>
                  <a:pt x="1504" y="760"/>
                  <a:pt x="1618" y="602"/>
                  <a:pt x="1728" y="599"/>
                </a:cubicBezTo>
                <a:cubicBezTo>
                  <a:pt x="1838" y="596"/>
                  <a:pt x="1844" y="833"/>
                  <a:pt x="1962" y="893"/>
                </a:cubicBezTo>
                <a:cubicBezTo>
                  <a:pt x="2080" y="953"/>
                  <a:pt x="2358" y="1020"/>
                  <a:pt x="2436" y="959"/>
                </a:cubicBezTo>
                <a:cubicBezTo>
                  <a:pt x="2514" y="898"/>
                  <a:pt x="2543" y="678"/>
                  <a:pt x="2430" y="527"/>
                </a:cubicBezTo>
                <a:cubicBezTo>
                  <a:pt x="2317" y="376"/>
                  <a:pt x="2000" y="104"/>
                  <a:pt x="1756" y="52"/>
                </a:cubicBezTo>
                <a:cubicBezTo>
                  <a:pt x="1512" y="0"/>
                  <a:pt x="1222" y="157"/>
                  <a:pt x="964" y="214"/>
                </a:cubicBezTo>
                <a:cubicBezTo>
                  <a:pt x="706" y="271"/>
                  <a:pt x="355" y="263"/>
                  <a:pt x="208" y="394"/>
                </a:cubicBezTo>
                <a:cubicBezTo>
                  <a:pt x="61" y="525"/>
                  <a:pt x="76" y="838"/>
                  <a:pt x="82" y="1000"/>
                </a:cubicBezTo>
                <a:close/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33" name="Oval 4"/>
          <p:cNvSpPr>
            <a:spLocks noChangeArrowheads="1"/>
          </p:cNvSpPr>
          <p:nvPr/>
        </p:nvSpPr>
        <p:spPr bwMode="auto">
          <a:xfrm>
            <a:off x="1143000" y="41910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8134" name="Oval 5"/>
          <p:cNvSpPr>
            <a:spLocks noChangeArrowheads="1"/>
          </p:cNvSpPr>
          <p:nvPr/>
        </p:nvSpPr>
        <p:spPr bwMode="auto">
          <a:xfrm>
            <a:off x="2667000" y="3886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8135" name="Oval 6"/>
          <p:cNvSpPr>
            <a:spLocks noChangeArrowheads="1"/>
          </p:cNvSpPr>
          <p:nvPr/>
        </p:nvSpPr>
        <p:spPr bwMode="auto">
          <a:xfrm>
            <a:off x="1828800" y="48006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48136" name="Oval 7"/>
          <p:cNvSpPr>
            <a:spLocks noChangeArrowheads="1"/>
          </p:cNvSpPr>
          <p:nvPr/>
        </p:nvSpPr>
        <p:spPr bwMode="auto">
          <a:xfrm>
            <a:off x="838200" y="5486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8137" name="Oval 8"/>
          <p:cNvSpPr>
            <a:spLocks noChangeArrowheads="1"/>
          </p:cNvSpPr>
          <p:nvPr/>
        </p:nvSpPr>
        <p:spPr bwMode="auto">
          <a:xfrm>
            <a:off x="3352800" y="4648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48138" name="Oval 9"/>
          <p:cNvSpPr>
            <a:spLocks noChangeArrowheads="1"/>
          </p:cNvSpPr>
          <p:nvPr/>
        </p:nvSpPr>
        <p:spPr bwMode="auto">
          <a:xfrm>
            <a:off x="2819400" y="5334000"/>
            <a:ext cx="304800" cy="3048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8139" name="AutoShape 10"/>
          <p:cNvCxnSpPr>
            <a:cxnSpLocks noChangeShapeType="1"/>
            <a:stCxn id="48133" idx="5"/>
            <a:endCxn id="48135" idx="1"/>
          </p:cNvCxnSpPr>
          <p:nvPr/>
        </p:nvCxnSpPr>
        <p:spPr bwMode="auto">
          <a:xfrm>
            <a:off x="1403350" y="4470400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1" name="AutoShape 12"/>
          <p:cNvCxnSpPr>
            <a:cxnSpLocks noChangeShapeType="1"/>
            <a:stCxn id="48133" idx="3"/>
            <a:endCxn id="48136" idx="0"/>
          </p:cNvCxnSpPr>
          <p:nvPr/>
        </p:nvCxnSpPr>
        <p:spPr bwMode="auto">
          <a:xfrm flipH="1">
            <a:off x="990600" y="44704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6" name="AutoShape 17"/>
          <p:cNvCxnSpPr>
            <a:cxnSpLocks noChangeShapeType="1"/>
            <a:stCxn id="48137" idx="1"/>
            <a:endCxn id="48134" idx="5"/>
          </p:cNvCxnSpPr>
          <p:nvPr/>
        </p:nvCxnSpPr>
        <p:spPr bwMode="auto">
          <a:xfrm flipH="1" flipV="1">
            <a:off x="2927350" y="4165600"/>
            <a:ext cx="469900" cy="5080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47" name="AutoShape 18"/>
          <p:cNvCxnSpPr>
            <a:cxnSpLocks noChangeShapeType="1"/>
            <a:stCxn id="48138" idx="7"/>
            <a:endCxn id="48137" idx="3"/>
          </p:cNvCxnSpPr>
          <p:nvPr/>
        </p:nvCxnSpPr>
        <p:spPr bwMode="auto">
          <a:xfrm flipV="1">
            <a:off x="3079750" y="4927600"/>
            <a:ext cx="317500" cy="4413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49" name="Text Box 20"/>
          <p:cNvSpPr txBox="1">
            <a:spLocks noChangeArrowheads="1"/>
          </p:cNvSpPr>
          <p:nvPr/>
        </p:nvSpPr>
        <p:spPr bwMode="auto">
          <a:xfrm>
            <a:off x="3152775" y="4205287"/>
            <a:ext cx="30956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8150" name="Text Box 21"/>
          <p:cNvSpPr txBox="1">
            <a:spLocks noChangeArrowheads="1"/>
          </p:cNvSpPr>
          <p:nvPr/>
        </p:nvSpPr>
        <p:spPr bwMode="auto">
          <a:xfrm>
            <a:off x="769938" y="4673600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8152" name="Text Box 23"/>
          <p:cNvSpPr txBox="1">
            <a:spLocks noChangeArrowheads="1"/>
          </p:cNvSpPr>
          <p:nvPr/>
        </p:nvSpPr>
        <p:spPr bwMode="auto">
          <a:xfrm>
            <a:off x="1357313" y="4586287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8154" name="Text Box 25"/>
          <p:cNvSpPr txBox="1">
            <a:spLocks noChangeArrowheads="1"/>
          </p:cNvSpPr>
          <p:nvPr/>
        </p:nvSpPr>
        <p:spPr bwMode="auto">
          <a:xfrm>
            <a:off x="3303414" y="5048250"/>
            <a:ext cx="311303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8163" name="Freeform 34"/>
          <p:cNvSpPr>
            <a:spLocks/>
          </p:cNvSpPr>
          <p:nvPr/>
        </p:nvSpPr>
        <p:spPr bwMode="auto">
          <a:xfrm>
            <a:off x="4733925" y="3467100"/>
            <a:ext cx="4037013" cy="2582863"/>
          </a:xfrm>
          <a:custGeom>
            <a:avLst/>
            <a:gdLst>
              <a:gd name="T0" fmla="*/ 2147483646 w 2543"/>
              <a:gd name="T1" fmla="*/ 2147483646 h 1627"/>
              <a:gd name="T2" fmla="*/ 2147483646 w 2543"/>
              <a:gd name="T3" fmla="*/ 2147483646 h 1627"/>
              <a:gd name="T4" fmla="*/ 2147483646 w 2543"/>
              <a:gd name="T5" fmla="*/ 2147483646 h 1627"/>
              <a:gd name="T6" fmla="*/ 2147483646 w 2543"/>
              <a:gd name="T7" fmla="*/ 2147483646 h 1627"/>
              <a:gd name="T8" fmla="*/ 2147483646 w 2543"/>
              <a:gd name="T9" fmla="*/ 2147483646 h 1627"/>
              <a:gd name="T10" fmla="*/ 2147483646 w 2543"/>
              <a:gd name="T11" fmla="*/ 2147483646 h 1627"/>
              <a:gd name="T12" fmla="*/ 2147483646 w 2543"/>
              <a:gd name="T13" fmla="*/ 2147483646 h 1627"/>
              <a:gd name="T14" fmla="*/ 2147483646 w 2543"/>
              <a:gd name="T15" fmla="*/ 2147483646 h 1627"/>
              <a:gd name="T16" fmla="*/ 2147483646 w 2543"/>
              <a:gd name="T17" fmla="*/ 2147483646 h 1627"/>
              <a:gd name="T18" fmla="*/ 2147483646 w 2543"/>
              <a:gd name="T19" fmla="*/ 2147483646 h 162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3" h="1627">
                <a:moveTo>
                  <a:pt x="82" y="1000"/>
                </a:moveTo>
                <a:cubicBezTo>
                  <a:pt x="88" y="1162"/>
                  <a:pt x="0" y="1445"/>
                  <a:pt x="70" y="1528"/>
                </a:cubicBezTo>
                <a:cubicBezTo>
                  <a:pt x="260" y="1627"/>
                  <a:pt x="892" y="1604"/>
                  <a:pt x="1224" y="1596"/>
                </a:cubicBezTo>
                <a:cubicBezTo>
                  <a:pt x="1556" y="1588"/>
                  <a:pt x="1862" y="1588"/>
                  <a:pt x="2064" y="1482"/>
                </a:cubicBezTo>
                <a:cubicBezTo>
                  <a:pt x="2266" y="1376"/>
                  <a:pt x="2375" y="1118"/>
                  <a:pt x="2436" y="959"/>
                </a:cubicBezTo>
                <a:cubicBezTo>
                  <a:pt x="2497" y="800"/>
                  <a:pt x="2543" y="678"/>
                  <a:pt x="2430" y="527"/>
                </a:cubicBezTo>
                <a:cubicBezTo>
                  <a:pt x="2317" y="376"/>
                  <a:pt x="2000" y="104"/>
                  <a:pt x="1756" y="52"/>
                </a:cubicBezTo>
                <a:cubicBezTo>
                  <a:pt x="1512" y="0"/>
                  <a:pt x="1222" y="157"/>
                  <a:pt x="964" y="214"/>
                </a:cubicBezTo>
                <a:cubicBezTo>
                  <a:pt x="706" y="271"/>
                  <a:pt x="355" y="263"/>
                  <a:pt x="208" y="394"/>
                </a:cubicBezTo>
                <a:cubicBezTo>
                  <a:pt x="61" y="525"/>
                  <a:pt x="76" y="838"/>
                  <a:pt x="82" y="1000"/>
                </a:cubicBezTo>
                <a:close/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8164" name="Oval 35"/>
          <p:cNvSpPr>
            <a:spLocks noChangeArrowheads="1"/>
          </p:cNvSpPr>
          <p:nvPr/>
        </p:nvSpPr>
        <p:spPr bwMode="auto">
          <a:xfrm>
            <a:off x="5638800" y="4267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48165" name="Oval 36"/>
          <p:cNvSpPr>
            <a:spLocks noChangeArrowheads="1"/>
          </p:cNvSpPr>
          <p:nvPr/>
        </p:nvSpPr>
        <p:spPr bwMode="auto">
          <a:xfrm>
            <a:off x="7620000" y="3962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8166" name="Oval 37"/>
          <p:cNvSpPr>
            <a:spLocks noChangeArrowheads="1"/>
          </p:cNvSpPr>
          <p:nvPr/>
        </p:nvSpPr>
        <p:spPr bwMode="auto">
          <a:xfrm>
            <a:off x="6324600" y="48768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48167" name="Oval 38"/>
          <p:cNvSpPr>
            <a:spLocks noChangeArrowheads="1"/>
          </p:cNvSpPr>
          <p:nvPr/>
        </p:nvSpPr>
        <p:spPr bwMode="auto">
          <a:xfrm>
            <a:off x="5334000" y="55626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8168" name="Oval 39"/>
          <p:cNvSpPr>
            <a:spLocks noChangeArrowheads="1"/>
          </p:cNvSpPr>
          <p:nvPr/>
        </p:nvSpPr>
        <p:spPr bwMode="auto">
          <a:xfrm>
            <a:off x="8305800" y="47244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sp>
        <p:nvSpPr>
          <p:cNvPr id="48169" name="Oval 40"/>
          <p:cNvSpPr>
            <a:spLocks noChangeArrowheads="1"/>
          </p:cNvSpPr>
          <p:nvPr/>
        </p:nvSpPr>
        <p:spPr bwMode="auto">
          <a:xfrm>
            <a:off x="7772400" y="5410200"/>
            <a:ext cx="304800" cy="30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48170" name="AutoShape 41"/>
          <p:cNvCxnSpPr>
            <a:cxnSpLocks noChangeShapeType="1"/>
            <a:stCxn id="48164" idx="5"/>
            <a:endCxn id="48166" idx="1"/>
          </p:cNvCxnSpPr>
          <p:nvPr/>
        </p:nvCxnSpPr>
        <p:spPr bwMode="auto">
          <a:xfrm>
            <a:off x="5899150" y="4546600"/>
            <a:ext cx="469900" cy="355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72" name="AutoShape 43"/>
          <p:cNvCxnSpPr>
            <a:cxnSpLocks noChangeShapeType="1"/>
            <a:stCxn id="48164" idx="3"/>
            <a:endCxn id="48167" idx="0"/>
          </p:cNvCxnSpPr>
          <p:nvPr/>
        </p:nvCxnSpPr>
        <p:spPr bwMode="auto">
          <a:xfrm flipH="1">
            <a:off x="5486400" y="4546600"/>
            <a:ext cx="196850" cy="9969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75" name="AutoShape 46"/>
          <p:cNvCxnSpPr>
            <a:cxnSpLocks noChangeShapeType="1"/>
            <a:stCxn id="48164" idx="6"/>
            <a:endCxn id="48165" idx="2"/>
          </p:cNvCxnSpPr>
          <p:nvPr/>
        </p:nvCxnSpPr>
        <p:spPr bwMode="auto">
          <a:xfrm flipV="1">
            <a:off x="5962650" y="4114800"/>
            <a:ext cx="1638300" cy="304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77" name="AutoShape 48"/>
          <p:cNvCxnSpPr>
            <a:cxnSpLocks noChangeShapeType="1"/>
            <a:stCxn id="48168" idx="1"/>
            <a:endCxn id="48165" idx="5"/>
          </p:cNvCxnSpPr>
          <p:nvPr/>
        </p:nvCxnSpPr>
        <p:spPr bwMode="auto">
          <a:xfrm flipH="1" flipV="1">
            <a:off x="7880350" y="4241800"/>
            <a:ext cx="469900" cy="5080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178" name="AutoShape 49"/>
          <p:cNvCxnSpPr>
            <a:cxnSpLocks noChangeShapeType="1"/>
            <a:stCxn id="48169" idx="7"/>
            <a:endCxn id="48168" idx="3"/>
          </p:cNvCxnSpPr>
          <p:nvPr/>
        </p:nvCxnSpPr>
        <p:spPr bwMode="auto">
          <a:xfrm flipV="1">
            <a:off x="8032750" y="5003800"/>
            <a:ext cx="317500" cy="4318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179" name="Text Box 50"/>
          <p:cNvSpPr txBox="1">
            <a:spLocks noChangeArrowheads="1"/>
          </p:cNvSpPr>
          <p:nvPr/>
        </p:nvSpPr>
        <p:spPr bwMode="auto">
          <a:xfrm>
            <a:off x="6615113" y="38862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8180" name="Text Box 51"/>
          <p:cNvSpPr txBox="1">
            <a:spLocks noChangeArrowheads="1"/>
          </p:cNvSpPr>
          <p:nvPr/>
        </p:nvSpPr>
        <p:spPr bwMode="auto">
          <a:xfrm>
            <a:off x="8105775" y="42814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8181" name="Text Box 52"/>
          <p:cNvSpPr txBox="1">
            <a:spLocks noChangeArrowheads="1"/>
          </p:cNvSpPr>
          <p:nvPr/>
        </p:nvSpPr>
        <p:spPr bwMode="auto">
          <a:xfrm>
            <a:off x="5265738" y="47498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8183" name="Text Box 54"/>
          <p:cNvSpPr txBox="1">
            <a:spLocks noChangeArrowheads="1"/>
          </p:cNvSpPr>
          <p:nvPr/>
        </p:nvSpPr>
        <p:spPr bwMode="auto">
          <a:xfrm>
            <a:off x="5853113" y="46624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8185" name="Text Box 56"/>
          <p:cNvSpPr txBox="1">
            <a:spLocks noChangeArrowheads="1"/>
          </p:cNvSpPr>
          <p:nvPr/>
        </p:nvSpPr>
        <p:spPr bwMode="auto">
          <a:xfrm>
            <a:off x="8158163" y="51244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8194" name="AutoShape 65"/>
          <p:cNvSpPr>
            <a:spLocks noChangeArrowheads="1"/>
          </p:cNvSpPr>
          <p:nvPr/>
        </p:nvSpPr>
        <p:spPr bwMode="auto">
          <a:xfrm rot="10800000" flipH="1" flipV="1">
            <a:off x="4367212" y="4495800"/>
            <a:ext cx="738188" cy="333375"/>
          </a:xfrm>
          <a:prstGeom prst="rightArrow">
            <a:avLst>
              <a:gd name="adj1" fmla="val 50000"/>
              <a:gd name="adj2" fmla="val 553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7" name="Oval 4"/>
          <p:cNvSpPr>
            <a:spLocks noChangeArrowheads="1"/>
          </p:cNvSpPr>
          <p:nvPr/>
        </p:nvSpPr>
        <p:spPr bwMode="auto">
          <a:xfrm>
            <a:off x="1200150" y="1981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8" name="Oval 5"/>
          <p:cNvSpPr>
            <a:spLocks noChangeArrowheads="1"/>
          </p:cNvSpPr>
          <p:nvPr/>
        </p:nvSpPr>
        <p:spPr bwMode="auto">
          <a:xfrm>
            <a:off x="3181350" y="1676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1885950" y="25908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0" name="Oval 7"/>
          <p:cNvSpPr>
            <a:spLocks noChangeArrowheads="1"/>
          </p:cNvSpPr>
          <p:nvPr/>
        </p:nvSpPr>
        <p:spPr bwMode="auto">
          <a:xfrm>
            <a:off x="895350" y="3276600"/>
            <a:ext cx="304800" cy="3048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41" name="Oval 8"/>
          <p:cNvSpPr>
            <a:spLocks noChangeArrowheads="1"/>
          </p:cNvSpPr>
          <p:nvPr/>
        </p:nvSpPr>
        <p:spPr bwMode="auto">
          <a:xfrm>
            <a:off x="3867150" y="24384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3333750" y="3124200"/>
            <a:ext cx="304800" cy="3048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3" name="AutoShape 10"/>
          <p:cNvCxnSpPr>
            <a:cxnSpLocks noChangeShapeType="1"/>
            <a:stCxn id="37" idx="5"/>
            <a:endCxn id="39" idx="1"/>
          </p:cNvCxnSpPr>
          <p:nvPr/>
        </p:nvCxnSpPr>
        <p:spPr bwMode="auto">
          <a:xfrm>
            <a:off x="1460500" y="2251075"/>
            <a:ext cx="469900" cy="374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AutoShape 11"/>
          <p:cNvCxnSpPr>
            <a:cxnSpLocks noChangeShapeType="1"/>
            <a:stCxn id="39" idx="3"/>
            <a:endCxn id="40" idx="7"/>
          </p:cNvCxnSpPr>
          <p:nvPr/>
        </p:nvCxnSpPr>
        <p:spPr bwMode="auto">
          <a:xfrm flipH="1">
            <a:off x="1155700" y="2860675"/>
            <a:ext cx="774700" cy="44132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AutoShape 12"/>
          <p:cNvCxnSpPr>
            <a:cxnSpLocks noChangeShapeType="1"/>
            <a:stCxn id="37" idx="3"/>
            <a:endCxn id="40" idx="0"/>
          </p:cNvCxnSpPr>
          <p:nvPr/>
        </p:nvCxnSpPr>
        <p:spPr bwMode="auto">
          <a:xfrm flipH="1">
            <a:off x="1047750" y="2251075"/>
            <a:ext cx="196850" cy="1006475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3"/>
          <p:cNvCxnSpPr>
            <a:cxnSpLocks noChangeShapeType="1"/>
            <a:stCxn id="39" idx="6"/>
            <a:endCxn id="42" idx="1"/>
          </p:cNvCxnSpPr>
          <p:nvPr/>
        </p:nvCxnSpPr>
        <p:spPr bwMode="auto">
          <a:xfrm>
            <a:off x="2200275" y="2743200"/>
            <a:ext cx="1177925" cy="415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14"/>
          <p:cNvCxnSpPr>
            <a:cxnSpLocks noChangeShapeType="1"/>
            <a:stCxn id="40" idx="6"/>
            <a:endCxn id="42" idx="2"/>
          </p:cNvCxnSpPr>
          <p:nvPr/>
        </p:nvCxnSpPr>
        <p:spPr bwMode="auto">
          <a:xfrm flipV="1">
            <a:off x="1219200" y="3276600"/>
            <a:ext cx="2105025" cy="152400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15"/>
          <p:cNvCxnSpPr>
            <a:cxnSpLocks noChangeShapeType="1"/>
            <a:stCxn id="37" idx="6"/>
            <a:endCxn id="38" idx="2"/>
          </p:cNvCxnSpPr>
          <p:nvPr/>
        </p:nvCxnSpPr>
        <p:spPr bwMode="auto">
          <a:xfrm flipV="1">
            <a:off x="1514475" y="1828800"/>
            <a:ext cx="1657350" cy="3048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16"/>
          <p:cNvCxnSpPr>
            <a:cxnSpLocks noChangeShapeType="1"/>
            <a:stCxn id="39" idx="7"/>
            <a:endCxn id="38" idx="3"/>
          </p:cNvCxnSpPr>
          <p:nvPr/>
        </p:nvCxnSpPr>
        <p:spPr bwMode="auto">
          <a:xfrm flipV="1">
            <a:off x="2146300" y="1946275"/>
            <a:ext cx="1079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17"/>
          <p:cNvCxnSpPr>
            <a:cxnSpLocks noChangeShapeType="1"/>
            <a:stCxn id="41" idx="1"/>
            <a:endCxn id="38" idx="5"/>
          </p:cNvCxnSpPr>
          <p:nvPr/>
        </p:nvCxnSpPr>
        <p:spPr bwMode="auto">
          <a:xfrm flipH="1" flipV="1">
            <a:off x="3441700" y="1946275"/>
            <a:ext cx="469900" cy="5270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AutoShape 18"/>
          <p:cNvCxnSpPr>
            <a:cxnSpLocks noChangeShapeType="1"/>
            <a:stCxn id="42" idx="7"/>
            <a:endCxn id="41" idx="3"/>
          </p:cNvCxnSpPr>
          <p:nvPr/>
        </p:nvCxnSpPr>
        <p:spPr bwMode="auto">
          <a:xfrm flipV="1">
            <a:off x="3594100" y="2708275"/>
            <a:ext cx="317500" cy="450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 Box 19"/>
          <p:cNvSpPr txBox="1">
            <a:spLocks noChangeArrowheads="1"/>
          </p:cNvSpPr>
          <p:nvPr/>
        </p:nvSpPr>
        <p:spPr bwMode="auto">
          <a:xfrm>
            <a:off x="2176463" y="16002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53" name="Text Box 20"/>
          <p:cNvSpPr txBox="1">
            <a:spLocks noChangeArrowheads="1"/>
          </p:cNvSpPr>
          <p:nvPr/>
        </p:nvSpPr>
        <p:spPr bwMode="auto">
          <a:xfrm>
            <a:off x="3667125" y="19954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827088" y="246380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55" name="Text Box 22"/>
          <p:cNvSpPr txBox="1">
            <a:spLocks noChangeArrowheads="1"/>
          </p:cNvSpPr>
          <p:nvPr/>
        </p:nvSpPr>
        <p:spPr bwMode="auto">
          <a:xfrm>
            <a:off x="2795588" y="26050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56" name="Text Box 23"/>
          <p:cNvSpPr txBox="1">
            <a:spLocks noChangeArrowheads="1"/>
          </p:cNvSpPr>
          <p:nvPr/>
        </p:nvSpPr>
        <p:spPr bwMode="auto">
          <a:xfrm>
            <a:off x="1414463" y="2376488"/>
            <a:ext cx="309562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57" name="Text Box 24"/>
          <p:cNvSpPr txBox="1">
            <a:spLocks noChangeArrowheads="1"/>
          </p:cNvSpPr>
          <p:nvPr/>
        </p:nvSpPr>
        <p:spPr bwMode="auto">
          <a:xfrm>
            <a:off x="2054225" y="3367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3719513" y="28384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59" name="Text Box 26"/>
          <p:cNvSpPr txBox="1">
            <a:spLocks noChangeArrowheads="1"/>
          </p:cNvSpPr>
          <p:nvPr/>
        </p:nvSpPr>
        <p:spPr bwMode="auto">
          <a:xfrm>
            <a:off x="2647950" y="2224088"/>
            <a:ext cx="309563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</a:t>
            </a:r>
          </a:p>
        </p:txBody>
      </p:sp>
      <p:sp>
        <p:nvSpPr>
          <p:cNvPr id="60" name="Text Box 27"/>
          <p:cNvSpPr txBox="1">
            <a:spLocks noChangeArrowheads="1"/>
          </p:cNvSpPr>
          <p:nvPr/>
        </p:nvSpPr>
        <p:spPr bwMode="auto">
          <a:xfrm>
            <a:off x="1620838" y="2940050"/>
            <a:ext cx="309562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61" name="Text Box 52"/>
          <p:cNvSpPr txBox="1">
            <a:spLocks noChangeArrowheads="1"/>
          </p:cNvSpPr>
          <p:nvPr/>
        </p:nvSpPr>
        <p:spPr bwMode="auto">
          <a:xfrm>
            <a:off x="6050453" y="5995373"/>
            <a:ext cx="2015295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MST weight = 21</a:t>
            </a:r>
          </a:p>
        </p:txBody>
      </p:sp>
    </p:spTree>
    <p:extLst>
      <p:ext uri="{BB962C8B-B14F-4D97-AF65-F5344CB8AC3E}">
        <p14:creationId xmlns:p14="http://schemas.microsoft.com/office/powerpoint/2010/main" val="2834581986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C0C0C0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9867</TotalTime>
  <Words>3549</Words>
  <Application>Microsoft Office PowerPoint</Application>
  <PresentationFormat>On-screen Show (4:3)</PresentationFormat>
  <Paragraphs>1008</Paragraphs>
  <Slides>38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Consolas</vt:lpstr>
      <vt:lpstr>Symbol</vt:lpstr>
      <vt:lpstr>Tahoma</vt:lpstr>
      <vt:lpstr>Times</vt:lpstr>
      <vt:lpstr>Times New Roman</vt:lpstr>
      <vt:lpstr>Wingdings</vt:lpstr>
      <vt:lpstr>Blueprint</vt:lpstr>
      <vt:lpstr>Clip</vt:lpstr>
      <vt:lpstr>Equation</vt:lpstr>
      <vt:lpstr>Lecture 09 Greedy Algorithms</vt:lpstr>
      <vt:lpstr>Outline and Reading</vt:lpstr>
      <vt:lpstr>The Greedy Method Technique</vt:lpstr>
      <vt:lpstr>Making Change</vt:lpstr>
      <vt:lpstr>The Fractional Knapsack Problem</vt:lpstr>
      <vt:lpstr>Example</vt:lpstr>
      <vt:lpstr>Example</vt:lpstr>
      <vt:lpstr>The Fractional Knapsack Algorithm</vt:lpstr>
      <vt:lpstr>Shortest Paths</vt:lpstr>
      <vt:lpstr>Outline and Reading</vt:lpstr>
      <vt:lpstr>Shortest Path Problem</vt:lpstr>
      <vt:lpstr>Shortest Path Properties</vt:lpstr>
      <vt:lpstr>Dijkstra’s Algorithm</vt:lpstr>
      <vt:lpstr>Edge Relaxation</vt:lpstr>
      <vt:lpstr>Dijkstra’s - Detailed Steps</vt:lpstr>
      <vt:lpstr>Dijkstra’s - Detailed Steps (cont.)</vt:lpstr>
      <vt:lpstr>Dijkstra’s - Simple Steps</vt:lpstr>
      <vt:lpstr>Dijkstra’s - Simple Steps (cont.)</vt:lpstr>
      <vt:lpstr>Dijkstra’s Algorithm</vt:lpstr>
      <vt:lpstr>Analysis</vt:lpstr>
      <vt:lpstr>Why Dijkstra’s Algorithm Works</vt:lpstr>
      <vt:lpstr>Why It Doesn’t Work for Negative-Weight Edges</vt:lpstr>
      <vt:lpstr>Minimum Spanning Trees (MST)</vt:lpstr>
      <vt:lpstr>Outline and Reading</vt:lpstr>
      <vt:lpstr>Minimum Spanning Tree</vt:lpstr>
      <vt:lpstr>Cycle Property</vt:lpstr>
      <vt:lpstr>Partition Property</vt:lpstr>
      <vt:lpstr>Prim-Jarnik’s Algorithm</vt:lpstr>
      <vt:lpstr>Prim-Jarnik’s Algorithm (cont.)</vt:lpstr>
      <vt:lpstr>Prim-Jarnik Example</vt:lpstr>
      <vt:lpstr>Prim-Jarnik Example (cont.)</vt:lpstr>
      <vt:lpstr>Analysis</vt:lpstr>
      <vt:lpstr>PowerPoint Presentation</vt:lpstr>
      <vt:lpstr>Data Structure for Kruskal Algortihm</vt:lpstr>
      <vt:lpstr>Representation of a Partition</vt:lpstr>
      <vt:lpstr>Partition-Based Implementation</vt:lpstr>
      <vt:lpstr>Kruskal Example</vt:lpstr>
      <vt:lpstr>Kruskal Example 1 – Simplest Diagram (cont.)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Greedy Algorithms</dc:title>
  <dc:creator>Roberto Tamassia</dc:creator>
  <cp:lastModifiedBy>Neoh Kee Lin</cp:lastModifiedBy>
  <cp:revision>1041</cp:revision>
  <cp:lastPrinted>2002-04-09T17:11:12Z</cp:lastPrinted>
  <dcterms:created xsi:type="dcterms:W3CDTF">2002-01-21T02:22:10Z</dcterms:created>
  <dcterms:modified xsi:type="dcterms:W3CDTF">2025-03-17T04:11:48Z</dcterms:modified>
</cp:coreProperties>
</file>