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7" r:id="rId2"/>
    <p:sldId id="258" r:id="rId3"/>
    <p:sldId id="268" r:id="rId4"/>
    <p:sldId id="269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96" r:id="rId23"/>
    <p:sldId id="297" r:id="rId24"/>
    <p:sldId id="298" r:id="rId25"/>
    <p:sldId id="299" r:id="rId26"/>
    <p:sldId id="300" r:id="rId27"/>
    <p:sldId id="301" r:id="rId28"/>
    <p:sldId id="302" r:id="rId2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4AFBA5-7EAA-4521-82B8-13864E9D2398}" v="7" dt="2025-01-13T02:58:38.2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902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oh Kee Lin" userId="9e68bd29-1eeb-4ae3-beb9-48fd59e465e5" providerId="ADAL" clId="{344AFBA5-7EAA-4521-82B8-13864E9D2398}"/>
    <pc:docChg chg="undo custSel addSld delSld modSld">
      <pc:chgData name="Neoh Kee Lin" userId="9e68bd29-1eeb-4ae3-beb9-48fd59e465e5" providerId="ADAL" clId="{344AFBA5-7EAA-4521-82B8-13864E9D2398}" dt="2025-01-13T03:00:24.669" v="444" actId="115"/>
      <pc:docMkLst>
        <pc:docMk/>
      </pc:docMkLst>
      <pc:sldChg chg="modSp mod">
        <pc:chgData name="Neoh Kee Lin" userId="9e68bd29-1eeb-4ae3-beb9-48fd59e465e5" providerId="ADAL" clId="{344AFBA5-7EAA-4521-82B8-13864E9D2398}" dt="2025-01-13T02:28:25.243" v="2" actId="6549"/>
        <pc:sldMkLst>
          <pc:docMk/>
          <pc:sldMk cId="0" sldId="258"/>
        </pc:sldMkLst>
        <pc:spChg chg="mod">
          <ac:chgData name="Neoh Kee Lin" userId="9e68bd29-1eeb-4ae3-beb9-48fd59e465e5" providerId="ADAL" clId="{344AFBA5-7EAA-4521-82B8-13864E9D2398}" dt="2025-01-13T02:28:25.243" v="2" actId="6549"/>
          <ac:spMkLst>
            <pc:docMk/>
            <pc:sldMk cId="0" sldId="258"/>
            <ac:spMk id="17412" creationId="{00000000-0000-0000-0000-000000000000}"/>
          </ac:spMkLst>
        </pc:spChg>
      </pc:sldChg>
      <pc:sldChg chg="del">
        <pc:chgData name="Neoh Kee Lin" userId="9e68bd29-1eeb-4ae3-beb9-48fd59e465e5" providerId="ADAL" clId="{344AFBA5-7EAA-4521-82B8-13864E9D2398}" dt="2025-01-13T02:28:55.062" v="3" actId="47"/>
        <pc:sldMkLst>
          <pc:docMk/>
          <pc:sldMk cId="0" sldId="270"/>
        </pc:sldMkLst>
      </pc:sldChg>
      <pc:sldChg chg="modSp mod">
        <pc:chgData name="Neoh Kee Lin" userId="9e68bd29-1eeb-4ae3-beb9-48fd59e465e5" providerId="ADAL" clId="{344AFBA5-7EAA-4521-82B8-13864E9D2398}" dt="2025-01-13T02:32:36.009" v="29" actId="2711"/>
        <pc:sldMkLst>
          <pc:docMk/>
          <pc:sldMk cId="0" sldId="274"/>
        </pc:sldMkLst>
        <pc:graphicFrameChg chg="modGraphic">
          <ac:chgData name="Neoh Kee Lin" userId="9e68bd29-1eeb-4ae3-beb9-48fd59e465e5" providerId="ADAL" clId="{344AFBA5-7EAA-4521-82B8-13864E9D2398}" dt="2025-01-13T02:32:36.009" v="29" actId="2711"/>
          <ac:graphicFrameMkLst>
            <pc:docMk/>
            <pc:sldMk cId="0" sldId="274"/>
            <ac:graphicFrameMk id="7" creationId="{00000000-0000-0000-0000-000000000000}"/>
          </ac:graphicFrameMkLst>
        </pc:graphicFrameChg>
      </pc:sldChg>
      <pc:sldChg chg="modSp mod">
        <pc:chgData name="Neoh Kee Lin" userId="9e68bd29-1eeb-4ae3-beb9-48fd59e465e5" providerId="ADAL" clId="{344AFBA5-7EAA-4521-82B8-13864E9D2398}" dt="2025-01-13T02:50:59.654" v="375" actId="115"/>
        <pc:sldMkLst>
          <pc:docMk/>
          <pc:sldMk cId="2132284620" sldId="296"/>
        </pc:sldMkLst>
        <pc:spChg chg="mod">
          <ac:chgData name="Neoh Kee Lin" userId="9e68bd29-1eeb-4ae3-beb9-48fd59e465e5" providerId="ADAL" clId="{344AFBA5-7EAA-4521-82B8-13864E9D2398}" dt="2025-01-13T02:50:59.654" v="375" actId="115"/>
          <ac:spMkLst>
            <pc:docMk/>
            <pc:sldMk cId="2132284620" sldId="296"/>
            <ac:spMk id="3" creationId="{DC47F74F-5AF1-5F5A-C0A8-E3EC0D8E6DEB}"/>
          </ac:spMkLst>
        </pc:spChg>
        <pc:spChg chg="mod">
          <ac:chgData name="Neoh Kee Lin" userId="9e68bd29-1eeb-4ae3-beb9-48fd59e465e5" providerId="ADAL" clId="{344AFBA5-7EAA-4521-82B8-13864E9D2398}" dt="2025-01-13T02:44:19.787" v="175" actId="313"/>
          <ac:spMkLst>
            <pc:docMk/>
            <pc:sldMk cId="2132284620" sldId="296"/>
            <ac:spMk id="4" creationId="{7ECFEF62-ECB9-B24F-8E5D-E893D5ABBADF}"/>
          </ac:spMkLst>
        </pc:spChg>
      </pc:sldChg>
      <pc:sldChg chg="modSp mod">
        <pc:chgData name="Neoh Kee Lin" userId="9e68bd29-1eeb-4ae3-beb9-48fd59e465e5" providerId="ADAL" clId="{344AFBA5-7EAA-4521-82B8-13864E9D2398}" dt="2025-01-13T02:51:26.571" v="377" actId="115"/>
        <pc:sldMkLst>
          <pc:docMk/>
          <pc:sldMk cId="2909320054" sldId="297"/>
        </pc:sldMkLst>
        <pc:spChg chg="mod">
          <ac:chgData name="Neoh Kee Lin" userId="9e68bd29-1eeb-4ae3-beb9-48fd59e465e5" providerId="ADAL" clId="{344AFBA5-7EAA-4521-82B8-13864E9D2398}" dt="2025-01-13T02:51:26.571" v="377" actId="115"/>
          <ac:spMkLst>
            <pc:docMk/>
            <pc:sldMk cId="2909320054" sldId="297"/>
            <ac:spMk id="3" creationId="{CE34145E-3091-5D69-96FA-C31D24BC8AF4}"/>
          </ac:spMkLst>
        </pc:spChg>
        <pc:spChg chg="mod">
          <ac:chgData name="Neoh Kee Lin" userId="9e68bd29-1eeb-4ae3-beb9-48fd59e465e5" providerId="ADAL" clId="{344AFBA5-7EAA-4521-82B8-13864E9D2398}" dt="2025-01-13T02:46:16.235" v="231" actId="313"/>
          <ac:spMkLst>
            <pc:docMk/>
            <pc:sldMk cId="2909320054" sldId="297"/>
            <ac:spMk id="4" creationId="{118C8AF9-1A7D-0C1D-41CD-4CDE405FDAFD}"/>
          </ac:spMkLst>
        </pc:spChg>
      </pc:sldChg>
      <pc:sldChg chg="modSp mod">
        <pc:chgData name="Neoh Kee Lin" userId="9e68bd29-1eeb-4ae3-beb9-48fd59e465e5" providerId="ADAL" clId="{344AFBA5-7EAA-4521-82B8-13864E9D2398}" dt="2025-01-13T02:53:37.936" v="379" actId="115"/>
        <pc:sldMkLst>
          <pc:docMk/>
          <pc:sldMk cId="937872832" sldId="298"/>
        </pc:sldMkLst>
        <pc:spChg chg="mod">
          <ac:chgData name="Neoh Kee Lin" userId="9e68bd29-1eeb-4ae3-beb9-48fd59e465e5" providerId="ADAL" clId="{344AFBA5-7EAA-4521-82B8-13864E9D2398}" dt="2025-01-13T02:53:37.936" v="379" actId="115"/>
          <ac:spMkLst>
            <pc:docMk/>
            <pc:sldMk cId="937872832" sldId="298"/>
            <ac:spMk id="3" creationId="{3BAAE236-09C1-D603-A5E8-E173733007B8}"/>
          </ac:spMkLst>
        </pc:spChg>
        <pc:spChg chg="mod">
          <ac:chgData name="Neoh Kee Lin" userId="9e68bd29-1eeb-4ae3-beb9-48fd59e465e5" providerId="ADAL" clId="{344AFBA5-7EAA-4521-82B8-13864E9D2398}" dt="2025-01-13T02:47:42.795" v="282" actId="313"/>
          <ac:spMkLst>
            <pc:docMk/>
            <pc:sldMk cId="937872832" sldId="298"/>
            <ac:spMk id="4" creationId="{A6DDF163-3137-0988-2FDE-147BA19760BE}"/>
          </ac:spMkLst>
        </pc:spChg>
      </pc:sldChg>
      <pc:sldChg chg="modSp mod">
        <pc:chgData name="Neoh Kee Lin" userId="9e68bd29-1eeb-4ae3-beb9-48fd59e465e5" providerId="ADAL" clId="{344AFBA5-7EAA-4521-82B8-13864E9D2398}" dt="2025-01-13T02:54:24.159" v="381" actId="115"/>
        <pc:sldMkLst>
          <pc:docMk/>
          <pc:sldMk cId="3629743004" sldId="299"/>
        </pc:sldMkLst>
        <pc:spChg chg="mod">
          <ac:chgData name="Neoh Kee Lin" userId="9e68bd29-1eeb-4ae3-beb9-48fd59e465e5" providerId="ADAL" clId="{344AFBA5-7EAA-4521-82B8-13864E9D2398}" dt="2025-01-13T02:54:24.159" v="381" actId="115"/>
          <ac:spMkLst>
            <pc:docMk/>
            <pc:sldMk cId="3629743004" sldId="299"/>
            <ac:spMk id="3" creationId="{1228DE1E-5391-DBE4-08B5-8526EEFB0223}"/>
          </ac:spMkLst>
        </pc:spChg>
        <pc:spChg chg="mod">
          <ac:chgData name="Neoh Kee Lin" userId="9e68bd29-1eeb-4ae3-beb9-48fd59e465e5" providerId="ADAL" clId="{344AFBA5-7EAA-4521-82B8-13864E9D2398}" dt="2025-01-13T02:49:41.925" v="333" actId="313"/>
          <ac:spMkLst>
            <pc:docMk/>
            <pc:sldMk cId="3629743004" sldId="299"/>
            <ac:spMk id="4" creationId="{23DD650C-A98F-E281-D710-15D6938EF096}"/>
          </ac:spMkLst>
        </pc:spChg>
      </pc:sldChg>
      <pc:sldChg chg="modSp mod">
        <pc:chgData name="Neoh Kee Lin" userId="9e68bd29-1eeb-4ae3-beb9-48fd59e465e5" providerId="ADAL" clId="{344AFBA5-7EAA-4521-82B8-13864E9D2398}" dt="2025-01-13T02:55:55.171" v="390" actId="115"/>
        <pc:sldMkLst>
          <pc:docMk/>
          <pc:sldMk cId="940566576" sldId="300"/>
        </pc:sldMkLst>
        <pc:spChg chg="mod">
          <ac:chgData name="Neoh Kee Lin" userId="9e68bd29-1eeb-4ae3-beb9-48fd59e465e5" providerId="ADAL" clId="{344AFBA5-7EAA-4521-82B8-13864E9D2398}" dt="2025-01-13T02:55:55.171" v="390" actId="115"/>
          <ac:spMkLst>
            <pc:docMk/>
            <pc:sldMk cId="940566576" sldId="300"/>
            <ac:spMk id="3" creationId="{01B7B644-E542-345F-186E-C3AE1B3B09CE}"/>
          </ac:spMkLst>
        </pc:spChg>
        <pc:spChg chg="mod">
          <ac:chgData name="Neoh Kee Lin" userId="9e68bd29-1eeb-4ae3-beb9-48fd59e465e5" providerId="ADAL" clId="{344AFBA5-7EAA-4521-82B8-13864E9D2398}" dt="2025-01-13T02:50:24.961" v="373" actId="313"/>
          <ac:spMkLst>
            <pc:docMk/>
            <pc:sldMk cId="940566576" sldId="300"/>
            <ac:spMk id="4" creationId="{DDC68691-B221-DAE0-D715-D61CB1C694A3}"/>
          </ac:spMkLst>
        </pc:spChg>
      </pc:sldChg>
      <pc:sldChg chg="modSp mod">
        <pc:chgData name="Neoh Kee Lin" userId="9e68bd29-1eeb-4ae3-beb9-48fd59e465e5" providerId="ADAL" clId="{344AFBA5-7EAA-4521-82B8-13864E9D2398}" dt="2025-01-13T02:59:24.502" v="419" actId="115"/>
        <pc:sldMkLst>
          <pc:docMk/>
          <pc:sldMk cId="3697585649" sldId="301"/>
        </pc:sldMkLst>
        <pc:spChg chg="mod">
          <ac:chgData name="Neoh Kee Lin" userId="9e68bd29-1eeb-4ae3-beb9-48fd59e465e5" providerId="ADAL" clId="{344AFBA5-7EAA-4521-82B8-13864E9D2398}" dt="2025-01-13T02:58:46.400" v="401" actId="6549"/>
          <ac:spMkLst>
            <pc:docMk/>
            <pc:sldMk cId="3697585649" sldId="301"/>
            <ac:spMk id="2" creationId="{4A72666B-7B2B-8A17-8E81-269D617D9771}"/>
          </ac:spMkLst>
        </pc:spChg>
        <pc:spChg chg="mod">
          <ac:chgData name="Neoh Kee Lin" userId="9e68bd29-1eeb-4ae3-beb9-48fd59e465e5" providerId="ADAL" clId="{344AFBA5-7EAA-4521-82B8-13864E9D2398}" dt="2025-01-13T02:59:24.502" v="419" actId="115"/>
          <ac:spMkLst>
            <pc:docMk/>
            <pc:sldMk cId="3697585649" sldId="301"/>
            <ac:spMk id="3" creationId="{E8698A1B-DE30-A025-C00B-8D1680769CC8}"/>
          </ac:spMkLst>
        </pc:spChg>
        <pc:spChg chg="mod">
          <ac:chgData name="Neoh Kee Lin" userId="9e68bd29-1eeb-4ae3-beb9-48fd59e465e5" providerId="ADAL" clId="{344AFBA5-7EAA-4521-82B8-13864E9D2398}" dt="2025-01-13T02:59:01.009" v="411" actId="6549"/>
          <ac:spMkLst>
            <pc:docMk/>
            <pc:sldMk cId="3697585649" sldId="301"/>
            <ac:spMk id="4" creationId="{9A925732-A0C4-F070-4D51-7C0233CBD1E2}"/>
          </ac:spMkLst>
        </pc:spChg>
        <pc:spChg chg="mod">
          <ac:chgData name="Neoh Kee Lin" userId="9e68bd29-1eeb-4ae3-beb9-48fd59e465e5" providerId="ADAL" clId="{344AFBA5-7EAA-4521-82B8-13864E9D2398}" dt="2025-01-13T02:58:56.305" v="407" actId="20577"/>
          <ac:spMkLst>
            <pc:docMk/>
            <pc:sldMk cId="3697585649" sldId="301"/>
            <ac:spMk id="7" creationId="{C605D1FC-AD35-C627-A4D5-2E3D3AEC5962}"/>
          </ac:spMkLst>
        </pc:spChg>
      </pc:sldChg>
      <pc:sldChg chg="modSp add mod">
        <pc:chgData name="Neoh Kee Lin" userId="9e68bd29-1eeb-4ae3-beb9-48fd59e465e5" providerId="ADAL" clId="{344AFBA5-7EAA-4521-82B8-13864E9D2398}" dt="2025-01-13T03:00:24.669" v="444" actId="115"/>
        <pc:sldMkLst>
          <pc:docMk/>
          <pc:sldMk cId="3767736307" sldId="302"/>
        </pc:sldMkLst>
        <pc:spChg chg="mod">
          <ac:chgData name="Neoh Kee Lin" userId="9e68bd29-1eeb-4ae3-beb9-48fd59e465e5" providerId="ADAL" clId="{344AFBA5-7EAA-4521-82B8-13864E9D2398}" dt="2025-01-13T02:59:34.255" v="423" actId="6549"/>
          <ac:spMkLst>
            <pc:docMk/>
            <pc:sldMk cId="3767736307" sldId="302"/>
            <ac:spMk id="2" creationId="{BFDF5623-816B-75EB-8A3C-7D5E271A619E}"/>
          </ac:spMkLst>
        </pc:spChg>
        <pc:spChg chg="mod">
          <ac:chgData name="Neoh Kee Lin" userId="9e68bd29-1eeb-4ae3-beb9-48fd59e465e5" providerId="ADAL" clId="{344AFBA5-7EAA-4521-82B8-13864E9D2398}" dt="2025-01-13T03:00:24.669" v="444" actId="115"/>
          <ac:spMkLst>
            <pc:docMk/>
            <pc:sldMk cId="3767736307" sldId="302"/>
            <ac:spMk id="3" creationId="{3D32BE27-8D0B-8ACC-71B7-943E4B123991}"/>
          </ac:spMkLst>
        </pc:spChg>
        <pc:spChg chg="mod">
          <ac:chgData name="Neoh Kee Lin" userId="9e68bd29-1eeb-4ae3-beb9-48fd59e465e5" providerId="ADAL" clId="{344AFBA5-7EAA-4521-82B8-13864E9D2398}" dt="2025-01-13T02:59:49.362" v="435" actId="6549"/>
          <ac:spMkLst>
            <pc:docMk/>
            <pc:sldMk cId="3767736307" sldId="302"/>
            <ac:spMk id="4" creationId="{359499C7-928E-62AF-C8CE-A4EEC9893B42}"/>
          </ac:spMkLst>
        </pc:spChg>
        <pc:spChg chg="mod">
          <ac:chgData name="Neoh Kee Lin" userId="9e68bd29-1eeb-4ae3-beb9-48fd59e465e5" providerId="ADAL" clId="{344AFBA5-7EAA-4521-82B8-13864E9D2398}" dt="2025-01-13T02:59:42.152" v="429" actId="20577"/>
          <ac:spMkLst>
            <pc:docMk/>
            <pc:sldMk cId="3767736307" sldId="302"/>
            <ac:spMk id="7" creationId="{1B63A5CD-7867-6960-0EF5-C78918B9AD5D}"/>
          </ac:spMkLst>
        </pc:spChg>
      </pc:sldChg>
    </pc:docChg>
  </pc:docChgLst>
  <pc:docChgLst>
    <pc:chgData name="Neoh Kee Lin" userId="9e68bd29-1eeb-4ae3-beb9-48fd59e465e5" providerId="ADAL" clId="{CA80C8CC-CF12-4FD5-A6DC-D5826116A32B}"/>
    <pc:docChg chg="modSld">
      <pc:chgData name="Neoh Kee Lin" userId="9e68bd29-1eeb-4ae3-beb9-48fd59e465e5" providerId="ADAL" clId="{CA80C8CC-CF12-4FD5-A6DC-D5826116A32B}" dt="2022-12-22T16:28:22.252" v="0" actId="948"/>
      <pc:docMkLst>
        <pc:docMk/>
      </pc:docMkLst>
      <pc:sldChg chg="modSp mod">
        <pc:chgData name="Neoh Kee Lin" userId="9e68bd29-1eeb-4ae3-beb9-48fd59e465e5" providerId="ADAL" clId="{CA80C8CC-CF12-4FD5-A6DC-D5826116A32B}" dt="2022-12-22T16:28:22.252" v="0" actId="948"/>
        <pc:sldMkLst>
          <pc:docMk/>
          <pc:sldMk cId="0" sldId="268"/>
        </pc:sldMkLst>
      </pc:sldChg>
    </pc:docChg>
  </pc:docChgLst>
  <pc:docChgLst>
    <pc:chgData name="Neoh Kee Lin" userId="9e68bd29-1eeb-4ae3-beb9-48fd59e465e5" providerId="ADAL" clId="{A0B26B99-6599-4D88-B864-81F11F5F942D}"/>
    <pc:docChg chg="undo custSel addSld delSld modSld">
      <pc:chgData name="Neoh Kee Lin" userId="9e68bd29-1eeb-4ae3-beb9-48fd59e465e5" providerId="ADAL" clId="{A0B26B99-6599-4D88-B864-81F11F5F942D}" dt="2022-11-06T18:41:17.703" v="23" actId="1036"/>
      <pc:docMkLst>
        <pc:docMk/>
      </pc:docMkLst>
      <pc:sldChg chg="modSp mod">
        <pc:chgData name="Neoh Kee Lin" userId="9e68bd29-1eeb-4ae3-beb9-48fd59e465e5" providerId="ADAL" clId="{A0B26B99-6599-4D88-B864-81F11F5F942D}" dt="2022-10-23T21:49:01.356" v="1" actId="14100"/>
        <pc:sldMkLst>
          <pc:docMk/>
          <pc:sldMk cId="0" sldId="258"/>
        </pc:sldMkLst>
      </pc:sldChg>
      <pc:sldChg chg="del">
        <pc:chgData name="Neoh Kee Lin" userId="9e68bd29-1eeb-4ae3-beb9-48fd59e465e5" providerId="ADAL" clId="{A0B26B99-6599-4D88-B864-81F11F5F942D}" dt="2022-10-23T21:49:11.998" v="2" actId="47"/>
        <pc:sldMkLst>
          <pc:docMk/>
          <pc:sldMk cId="0" sldId="259"/>
        </pc:sldMkLst>
      </pc:sldChg>
      <pc:sldChg chg="del">
        <pc:chgData name="Neoh Kee Lin" userId="9e68bd29-1eeb-4ae3-beb9-48fd59e465e5" providerId="ADAL" clId="{A0B26B99-6599-4D88-B864-81F11F5F942D}" dt="2022-10-23T21:49:12.770" v="3" actId="47"/>
        <pc:sldMkLst>
          <pc:docMk/>
          <pc:sldMk cId="0" sldId="260"/>
        </pc:sldMkLst>
      </pc:sldChg>
      <pc:sldChg chg="del">
        <pc:chgData name="Neoh Kee Lin" userId="9e68bd29-1eeb-4ae3-beb9-48fd59e465e5" providerId="ADAL" clId="{A0B26B99-6599-4D88-B864-81F11F5F942D}" dt="2022-10-23T21:49:13.276" v="4" actId="47"/>
        <pc:sldMkLst>
          <pc:docMk/>
          <pc:sldMk cId="0" sldId="261"/>
        </pc:sldMkLst>
      </pc:sldChg>
      <pc:sldChg chg="del">
        <pc:chgData name="Neoh Kee Lin" userId="9e68bd29-1eeb-4ae3-beb9-48fd59e465e5" providerId="ADAL" clId="{A0B26B99-6599-4D88-B864-81F11F5F942D}" dt="2022-10-23T21:49:14.397" v="5" actId="47"/>
        <pc:sldMkLst>
          <pc:docMk/>
          <pc:sldMk cId="0" sldId="262"/>
        </pc:sldMkLst>
      </pc:sldChg>
      <pc:sldChg chg="del">
        <pc:chgData name="Neoh Kee Lin" userId="9e68bd29-1eeb-4ae3-beb9-48fd59e465e5" providerId="ADAL" clId="{A0B26B99-6599-4D88-B864-81F11F5F942D}" dt="2022-10-23T21:49:15.120" v="6" actId="47"/>
        <pc:sldMkLst>
          <pc:docMk/>
          <pc:sldMk cId="0" sldId="263"/>
        </pc:sldMkLst>
      </pc:sldChg>
      <pc:sldChg chg="del">
        <pc:chgData name="Neoh Kee Lin" userId="9e68bd29-1eeb-4ae3-beb9-48fd59e465e5" providerId="ADAL" clId="{A0B26B99-6599-4D88-B864-81F11F5F942D}" dt="2022-10-23T21:49:16.445" v="7" actId="47"/>
        <pc:sldMkLst>
          <pc:docMk/>
          <pc:sldMk cId="0" sldId="264"/>
        </pc:sldMkLst>
      </pc:sldChg>
      <pc:sldChg chg="del">
        <pc:chgData name="Neoh Kee Lin" userId="9e68bd29-1eeb-4ae3-beb9-48fd59e465e5" providerId="ADAL" clId="{A0B26B99-6599-4D88-B864-81F11F5F942D}" dt="2022-10-23T21:49:18.491" v="8" actId="47"/>
        <pc:sldMkLst>
          <pc:docMk/>
          <pc:sldMk cId="0" sldId="265"/>
        </pc:sldMkLst>
      </pc:sldChg>
      <pc:sldChg chg="del">
        <pc:chgData name="Neoh Kee Lin" userId="9e68bd29-1eeb-4ae3-beb9-48fd59e465e5" providerId="ADAL" clId="{A0B26B99-6599-4D88-B864-81F11F5F942D}" dt="2022-10-23T21:49:19.890" v="9" actId="47"/>
        <pc:sldMkLst>
          <pc:docMk/>
          <pc:sldMk cId="0" sldId="266"/>
        </pc:sldMkLst>
      </pc:sldChg>
      <pc:sldChg chg="add del">
        <pc:chgData name="Neoh Kee Lin" userId="9e68bd29-1eeb-4ae3-beb9-48fd59e465e5" providerId="ADAL" clId="{A0B26B99-6599-4D88-B864-81F11F5F942D}" dt="2022-10-23T21:50:56.549" v="17" actId="47"/>
        <pc:sldMkLst>
          <pc:docMk/>
          <pc:sldMk cId="0" sldId="267"/>
        </pc:sldMkLst>
      </pc:sldChg>
      <pc:sldChg chg="modSp mod">
        <pc:chgData name="Neoh Kee Lin" userId="9e68bd29-1eeb-4ae3-beb9-48fd59e465e5" providerId="ADAL" clId="{A0B26B99-6599-4D88-B864-81F11F5F942D}" dt="2022-10-23T21:51:32.796" v="19" actId="14100"/>
        <pc:sldMkLst>
          <pc:docMk/>
          <pc:sldMk cId="0" sldId="272"/>
        </pc:sldMkLst>
      </pc:sldChg>
      <pc:sldChg chg="modSp">
        <pc:chgData name="Neoh Kee Lin" userId="9e68bd29-1eeb-4ae3-beb9-48fd59e465e5" providerId="ADAL" clId="{A0B26B99-6599-4D88-B864-81F11F5F942D}" dt="2022-11-06T18:40:51.860" v="21" actId="1036"/>
        <pc:sldMkLst>
          <pc:docMk/>
          <pc:sldMk cId="0" sldId="276"/>
        </pc:sldMkLst>
      </pc:sldChg>
      <pc:sldChg chg="modSp">
        <pc:chgData name="Neoh Kee Lin" userId="9e68bd29-1eeb-4ae3-beb9-48fd59e465e5" providerId="ADAL" clId="{A0B26B99-6599-4D88-B864-81F11F5F942D}" dt="2022-11-06T18:41:17.703" v="23" actId="1036"/>
        <pc:sldMkLst>
          <pc:docMk/>
          <pc:sldMk cId="0" sldId="277"/>
        </pc:sldMkLst>
      </pc:sldChg>
    </pc:docChg>
  </pc:docChgLst>
  <pc:docChgLst>
    <pc:chgData name="Neoh Kee Lin" userId="9e68bd29-1eeb-4ae3-beb9-48fd59e465e5" providerId="ADAL" clId="{74AE94DF-40E6-4BED-8952-983DC9637EFF}"/>
    <pc:docChg chg="modSld">
      <pc:chgData name="Neoh Kee Lin" userId="9e68bd29-1eeb-4ae3-beb9-48fd59e465e5" providerId="ADAL" clId="{74AE94DF-40E6-4BED-8952-983DC9637EFF}" dt="2025-01-12T23:58:00.714" v="3" actId="20577"/>
      <pc:docMkLst>
        <pc:docMk/>
      </pc:docMkLst>
      <pc:sldChg chg="modSp mod">
        <pc:chgData name="Neoh Kee Lin" userId="9e68bd29-1eeb-4ae3-beb9-48fd59e465e5" providerId="ADAL" clId="{74AE94DF-40E6-4BED-8952-983DC9637EFF}" dt="2025-01-12T23:58:00.714" v="3" actId="20577"/>
        <pc:sldMkLst>
          <pc:docMk/>
          <pc:sldMk cId="0" sldId="277"/>
        </pc:sldMkLst>
        <pc:spChg chg="mod">
          <ac:chgData name="Neoh Kee Lin" userId="9e68bd29-1eeb-4ae3-beb9-48fd59e465e5" providerId="ADAL" clId="{74AE94DF-40E6-4BED-8952-983DC9637EFF}" dt="2025-01-12T23:58:00.714" v="3" actId="20577"/>
          <ac:spMkLst>
            <pc:docMk/>
            <pc:sldMk cId="0" sldId="277"/>
            <ac:spMk id="36868" creationId="{00000000-0000-0000-0000-000000000000}"/>
          </ac:spMkLst>
        </pc:spChg>
      </pc:sldChg>
    </pc:docChg>
  </pc:docChgLst>
  <pc:docChgLst>
    <pc:chgData name="Neoh Kee Lin" userId="9e68bd29-1eeb-4ae3-beb9-48fd59e465e5" providerId="ADAL" clId="{F596807C-CEBB-4869-A0B1-3300305125EF}"/>
    <pc:docChg chg="undo custSel addSld delSld modSld sldOrd">
      <pc:chgData name="Neoh Kee Lin" userId="9e68bd29-1eeb-4ae3-beb9-48fd59e465e5" providerId="ADAL" clId="{F596807C-CEBB-4869-A0B1-3300305125EF}" dt="2025-01-05T11:07:03.300" v="1198" actId="478"/>
      <pc:docMkLst>
        <pc:docMk/>
      </pc:docMkLst>
      <pc:sldChg chg="modSp">
        <pc:chgData name="Neoh Kee Lin" userId="9e68bd29-1eeb-4ae3-beb9-48fd59e465e5" providerId="ADAL" clId="{F596807C-CEBB-4869-A0B1-3300305125EF}" dt="2025-01-03T14:44:25.324" v="653" actId="1036"/>
        <pc:sldMkLst>
          <pc:docMk/>
          <pc:sldMk cId="0" sldId="271"/>
        </pc:sldMkLst>
        <pc:spChg chg="mod">
          <ac:chgData name="Neoh Kee Lin" userId="9e68bd29-1eeb-4ae3-beb9-48fd59e465e5" providerId="ADAL" clId="{F596807C-CEBB-4869-A0B1-3300305125EF}" dt="2025-01-03T14:44:25.324" v="653" actId="1036"/>
          <ac:spMkLst>
            <pc:docMk/>
            <pc:sldMk cId="0" sldId="271"/>
            <ac:spMk id="30723" creationId="{00000000-0000-0000-0000-000000000000}"/>
          </ac:spMkLst>
        </pc:spChg>
      </pc:sldChg>
      <pc:sldChg chg="modSp">
        <pc:chgData name="Neoh Kee Lin" userId="9e68bd29-1eeb-4ae3-beb9-48fd59e465e5" providerId="ADAL" clId="{F596807C-CEBB-4869-A0B1-3300305125EF}" dt="2025-01-03T14:44:37.271" v="654" actId="1036"/>
        <pc:sldMkLst>
          <pc:docMk/>
          <pc:sldMk cId="0" sldId="272"/>
        </pc:sldMkLst>
        <pc:spChg chg="mod">
          <ac:chgData name="Neoh Kee Lin" userId="9e68bd29-1eeb-4ae3-beb9-48fd59e465e5" providerId="ADAL" clId="{F596807C-CEBB-4869-A0B1-3300305125EF}" dt="2025-01-03T14:44:37.271" v="654" actId="1036"/>
          <ac:spMkLst>
            <pc:docMk/>
            <pc:sldMk cId="0" sldId="272"/>
            <ac:spMk id="31747" creationId="{00000000-0000-0000-0000-000000000000}"/>
          </ac:spMkLst>
        </pc:spChg>
      </pc:sldChg>
      <pc:sldChg chg="modSp mod">
        <pc:chgData name="Neoh Kee Lin" userId="9e68bd29-1eeb-4ae3-beb9-48fd59e465e5" providerId="ADAL" clId="{F596807C-CEBB-4869-A0B1-3300305125EF}" dt="2025-01-03T14:43:49.795" v="652" actId="1036"/>
        <pc:sldMkLst>
          <pc:docMk/>
          <pc:sldMk cId="0" sldId="273"/>
        </pc:sldMkLst>
        <pc:spChg chg="mod">
          <ac:chgData name="Neoh Kee Lin" userId="9e68bd29-1eeb-4ae3-beb9-48fd59e465e5" providerId="ADAL" clId="{F596807C-CEBB-4869-A0B1-3300305125EF}" dt="2025-01-03T14:43:49.795" v="652" actId="1036"/>
          <ac:spMkLst>
            <pc:docMk/>
            <pc:sldMk cId="0" sldId="273"/>
            <ac:spMk id="32771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07:35.451" v="114" actId="20577"/>
          <ac:spMkLst>
            <pc:docMk/>
            <pc:sldMk cId="0" sldId="273"/>
            <ac:spMk id="32773" creationId="{00000000-0000-0000-0000-000000000000}"/>
          </ac:spMkLst>
        </pc:spChg>
      </pc:sldChg>
      <pc:sldChg chg="modSp mod">
        <pc:chgData name="Neoh Kee Lin" userId="9e68bd29-1eeb-4ae3-beb9-48fd59e465e5" providerId="ADAL" clId="{F596807C-CEBB-4869-A0B1-3300305125EF}" dt="2025-01-03T08:11:57.692" v="131" actId="6549"/>
        <pc:sldMkLst>
          <pc:docMk/>
          <pc:sldMk cId="0" sldId="277"/>
        </pc:sldMkLst>
        <pc:spChg chg="mod">
          <ac:chgData name="Neoh Kee Lin" userId="9e68bd29-1eeb-4ae3-beb9-48fd59e465e5" providerId="ADAL" clId="{F596807C-CEBB-4869-A0B1-3300305125EF}" dt="2025-01-03T08:11:29.476" v="125" actId="14100"/>
          <ac:spMkLst>
            <pc:docMk/>
            <pc:sldMk cId="0" sldId="277"/>
            <ac:spMk id="36868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11:44.906" v="127" actId="6549"/>
          <ac:spMkLst>
            <pc:docMk/>
            <pc:sldMk cId="0" sldId="277"/>
            <ac:spMk id="36878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11:53.273" v="129" actId="6549"/>
          <ac:spMkLst>
            <pc:docMk/>
            <pc:sldMk cId="0" sldId="277"/>
            <ac:spMk id="36879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11:57.692" v="131" actId="6549"/>
          <ac:spMkLst>
            <pc:docMk/>
            <pc:sldMk cId="0" sldId="277"/>
            <ac:spMk id="36881" creationId="{00000000-0000-0000-0000-000000000000}"/>
          </ac:spMkLst>
        </pc:spChg>
      </pc:sldChg>
      <pc:sldChg chg="modSp mod">
        <pc:chgData name="Neoh Kee Lin" userId="9e68bd29-1eeb-4ae3-beb9-48fd59e465e5" providerId="ADAL" clId="{F596807C-CEBB-4869-A0B1-3300305125EF}" dt="2025-01-03T17:46:27.242" v="659" actId="20577"/>
        <pc:sldMkLst>
          <pc:docMk/>
          <pc:sldMk cId="0" sldId="278"/>
        </pc:sldMkLst>
        <pc:spChg chg="mod">
          <ac:chgData name="Neoh Kee Lin" userId="9e68bd29-1eeb-4ae3-beb9-48fd59e465e5" providerId="ADAL" clId="{F596807C-CEBB-4869-A0B1-3300305125EF}" dt="2025-01-03T08:44:03.957" v="593" actId="6549"/>
          <ac:spMkLst>
            <pc:docMk/>
            <pc:sldMk cId="0" sldId="278"/>
            <ac:spMk id="37892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17:46:27.242" v="659" actId="20577"/>
          <ac:spMkLst>
            <pc:docMk/>
            <pc:sldMk cId="0" sldId="278"/>
            <ac:spMk id="37893" creationId="{00000000-0000-0000-0000-000000000000}"/>
          </ac:spMkLst>
        </pc:spChg>
      </pc:sldChg>
      <pc:sldChg chg="addSp delSp modSp mod">
        <pc:chgData name="Neoh Kee Lin" userId="9e68bd29-1eeb-4ae3-beb9-48fd59e465e5" providerId="ADAL" clId="{F596807C-CEBB-4869-A0B1-3300305125EF}" dt="2025-01-03T08:36:25.301" v="495" actId="20577"/>
        <pc:sldMkLst>
          <pc:docMk/>
          <pc:sldMk cId="0" sldId="279"/>
        </pc:sldMkLst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4" creationId="{03028DC8-41BB-E133-14A6-690268BDF08B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5" creationId="{D1F7F5FF-FC8F-3122-6DFD-6BA2229112EA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6" creationId="{CC7A6F76-5873-0D61-7DE2-C98E9B221EC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7" creationId="{B12AD3F9-32A6-55B0-D1C6-07C16DDF8538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8" creationId="{9D85C0CC-911B-9ED3-D8D4-582C9878E304}"/>
          </ac:spMkLst>
        </pc:spChg>
        <pc:spChg chg="mod">
          <ac:chgData name="Neoh Kee Lin" userId="9e68bd29-1eeb-4ae3-beb9-48fd59e465e5" providerId="ADAL" clId="{F596807C-CEBB-4869-A0B1-3300305125EF}" dt="2025-01-03T08:33:53.095" v="447" actId="20577"/>
          <ac:spMkLst>
            <pc:docMk/>
            <pc:sldMk cId="0" sldId="279"/>
            <ac:spMk id="9" creationId="{CCABE2F6-BB98-0C37-5578-CAF986A4A571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14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15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16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17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18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19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20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21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22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23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24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25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26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27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28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29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30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31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32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33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34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35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36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37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38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39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40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41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42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43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44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45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46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47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48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49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50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51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52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53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54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55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56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57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58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59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60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61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62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63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64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65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66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67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68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69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70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71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72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73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74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75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76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77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78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79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80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81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82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83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84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85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86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87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88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89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90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91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92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93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94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95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96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97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98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8999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00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01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02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03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04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05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06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07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08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09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10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11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12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13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14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15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16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17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18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19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20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21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22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23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24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25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26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27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28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29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30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31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32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33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34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35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36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37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38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39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40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41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42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43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44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45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46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47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48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49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50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51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52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53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54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55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56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57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58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59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60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61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62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63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64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65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66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67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68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69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70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71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72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73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74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75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76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77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78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79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5:09.707" v="475" actId="1076"/>
          <ac:spMkLst>
            <pc:docMk/>
            <pc:sldMk cId="0" sldId="279"/>
            <ac:spMk id="39080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81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82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83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6:25.301" v="495" actId="20577"/>
          <ac:spMkLst>
            <pc:docMk/>
            <pc:sldMk cId="0" sldId="279"/>
            <ac:spMk id="39084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85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86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87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88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89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90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91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92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93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94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95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96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97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98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099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100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101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102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103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104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105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106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107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108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3:45.589" v="445" actId="338"/>
          <ac:spMkLst>
            <pc:docMk/>
            <pc:sldMk cId="0" sldId="279"/>
            <ac:spMk id="39109" creationId="{00000000-0000-0000-0000-000000000000}"/>
          </ac:spMkLst>
        </pc:spChg>
        <pc:grpChg chg="mod">
          <ac:chgData name="Neoh Kee Lin" userId="9e68bd29-1eeb-4ae3-beb9-48fd59e465e5" providerId="ADAL" clId="{F596807C-CEBB-4869-A0B1-3300305125EF}" dt="2025-01-03T08:33:45.589" v="445" actId="338"/>
          <ac:grpSpMkLst>
            <pc:docMk/>
            <pc:sldMk cId="0" sldId="279"/>
            <ac:grpSpMk id="1" creationId="{00000000-0000-0000-0000-000000000000}"/>
          </ac:grpSpMkLst>
        </pc:grpChg>
        <pc:grpChg chg="mod">
          <ac:chgData name="Neoh Kee Lin" userId="9e68bd29-1eeb-4ae3-beb9-48fd59e465e5" providerId="ADAL" clId="{F596807C-CEBB-4869-A0B1-3300305125EF}" dt="2025-01-03T08:33:45.589" v="445" actId="338"/>
          <ac:grpSpMkLst>
            <pc:docMk/>
            <pc:sldMk cId="0" sldId="279"/>
            <ac:grpSpMk id="3" creationId="{1840F663-6988-D9C2-7A7C-0F6514697D98}"/>
          </ac:grpSpMkLst>
        </pc:grpChg>
      </pc:sldChg>
      <pc:sldChg chg="addSp delSp modSp mod ord">
        <pc:chgData name="Neoh Kee Lin" userId="9e68bd29-1eeb-4ae3-beb9-48fd59e465e5" providerId="ADAL" clId="{F596807C-CEBB-4869-A0B1-3300305125EF}" dt="2025-01-03T18:03:20.569" v="725"/>
        <pc:sldMkLst>
          <pc:docMk/>
          <pc:sldMk cId="0" sldId="280"/>
        </pc:sldMkLst>
        <pc:spChg chg="mod">
          <ac:chgData name="Neoh Kee Lin" userId="9e68bd29-1eeb-4ae3-beb9-48fd59e465e5" providerId="ADAL" clId="{F596807C-CEBB-4869-A0B1-3300305125EF}" dt="2025-01-03T08:40:02.599" v="547"/>
          <ac:spMkLst>
            <pc:docMk/>
            <pc:sldMk cId="0" sldId="280"/>
            <ac:spMk id="3" creationId="{68E5254F-650C-E53B-C54A-61616C7A4122}"/>
          </ac:spMkLst>
        </pc:spChg>
        <pc:spChg chg="mod">
          <ac:chgData name="Neoh Kee Lin" userId="9e68bd29-1eeb-4ae3-beb9-48fd59e465e5" providerId="ADAL" clId="{F596807C-CEBB-4869-A0B1-3300305125EF}" dt="2025-01-03T08:40:02.599" v="547"/>
          <ac:spMkLst>
            <pc:docMk/>
            <pc:sldMk cId="0" sldId="280"/>
            <ac:spMk id="4" creationId="{0D1D2E38-8D99-ADF6-6224-289244C7F22D}"/>
          </ac:spMkLst>
        </pc:spChg>
        <pc:spChg chg="mod">
          <ac:chgData name="Neoh Kee Lin" userId="9e68bd29-1eeb-4ae3-beb9-48fd59e465e5" providerId="ADAL" clId="{F596807C-CEBB-4869-A0B1-3300305125EF}" dt="2025-01-03T08:40:02.599" v="547"/>
          <ac:spMkLst>
            <pc:docMk/>
            <pc:sldMk cId="0" sldId="280"/>
            <ac:spMk id="5" creationId="{603634C7-E48C-2BAD-18E7-3D1B4872D909}"/>
          </ac:spMkLst>
        </pc:spChg>
        <pc:spChg chg="mod">
          <ac:chgData name="Neoh Kee Lin" userId="9e68bd29-1eeb-4ae3-beb9-48fd59e465e5" providerId="ADAL" clId="{F596807C-CEBB-4869-A0B1-3300305125EF}" dt="2025-01-03T08:40:02.599" v="547"/>
          <ac:spMkLst>
            <pc:docMk/>
            <pc:sldMk cId="0" sldId="280"/>
            <ac:spMk id="6" creationId="{11F92D6B-C15F-2B17-F27B-09AB576D4419}"/>
          </ac:spMkLst>
        </pc:spChg>
        <pc:spChg chg="mod">
          <ac:chgData name="Neoh Kee Lin" userId="9e68bd29-1eeb-4ae3-beb9-48fd59e465e5" providerId="ADAL" clId="{F596807C-CEBB-4869-A0B1-3300305125EF}" dt="2025-01-03T08:40:02.599" v="547"/>
          <ac:spMkLst>
            <pc:docMk/>
            <pc:sldMk cId="0" sldId="280"/>
            <ac:spMk id="7" creationId="{A5981017-0F20-F2EA-89C1-69DE8286E80C}"/>
          </ac:spMkLst>
        </pc:spChg>
        <pc:spChg chg="mod">
          <ac:chgData name="Neoh Kee Lin" userId="9e68bd29-1eeb-4ae3-beb9-48fd59e465e5" providerId="ADAL" clId="{F596807C-CEBB-4869-A0B1-3300305125EF}" dt="2025-01-03T08:40:02.599" v="547"/>
          <ac:spMkLst>
            <pc:docMk/>
            <pc:sldMk cId="0" sldId="280"/>
            <ac:spMk id="8" creationId="{2A1628E0-51A4-A541-196A-56D3A6459095}"/>
          </ac:spMkLst>
        </pc:spChg>
        <pc:spChg chg="mod">
          <ac:chgData name="Neoh Kee Lin" userId="9e68bd29-1eeb-4ae3-beb9-48fd59e465e5" providerId="ADAL" clId="{F596807C-CEBB-4869-A0B1-3300305125EF}" dt="2025-01-03T08:34:00.811" v="449" actId="6549"/>
          <ac:spMkLst>
            <pc:docMk/>
            <pc:sldMk cId="0" sldId="280"/>
            <ac:spMk id="39939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6:30.169" v="497" actId="20577"/>
          <ac:spMkLst>
            <pc:docMk/>
            <pc:sldMk cId="0" sldId="280"/>
            <ac:spMk id="40108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5:25.156" v="477" actId="20577"/>
          <ac:spMkLst>
            <pc:docMk/>
            <pc:sldMk cId="0" sldId="280"/>
            <ac:spMk id="40113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7:35.206" v="513" actId="20577"/>
          <ac:spMkLst>
            <pc:docMk/>
            <pc:sldMk cId="0" sldId="280"/>
            <ac:spMk id="40118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8:58.982" v="531" actId="20577"/>
          <ac:spMkLst>
            <pc:docMk/>
            <pc:sldMk cId="0" sldId="280"/>
            <ac:spMk id="40123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40:52.132" v="561" actId="20577"/>
          <ac:spMkLst>
            <pc:docMk/>
            <pc:sldMk cId="0" sldId="280"/>
            <ac:spMk id="40128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42:11.890" v="577" actId="20577"/>
          <ac:spMkLst>
            <pc:docMk/>
            <pc:sldMk cId="0" sldId="280"/>
            <ac:spMk id="40133" creationId="{00000000-0000-0000-0000-000000000000}"/>
          </ac:spMkLst>
        </pc:spChg>
        <pc:grpChg chg="add mod">
          <ac:chgData name="Neoh Kee Lin" userId="9e68bd29-1eeb-4ae3-beb9-48fd59e465e5" providerId="ADAL" clId="{F596807C-CEBB-4869-A0B1-3300305125EF}" dt="2025-01-03T08:40:02.599" v="547"/>
          <ac:grpSpMkLst>
            <pc:docMk/>
            <pc:sldMk cId="0" sldId="280"/>
            <ac:grpSpMk id="2" creationId="{5B7582A5-1BC0-D077-C581-F99E599841E7}"/>
          </ac:grpSpMkLst>
        </pc:grpChg>
      </pc:sldChg>
      <pc:sldChg chg="addSp delSp modSp mod ord">
        <pc:chgData name="Neoh Kee Lin" userId="9e68bd29-1eeb-4ae3-beb9-48fd59e465e5" providerId="ADAL" clId="{F596807C-CEBB-4869-A0B1-3300305125EF}" dt="2025-01-03T18:07:10.869" v="752"/>
        <pc:sldMkLst>
          <pc:docMk/>
          <pc:sldMk cId="0" sldId="281"/>
        </pc:sldMkLst>
        <pc:spChg chg="mod">
          <ac:chgData name="Neoh Kee Lin" userId="9e68bd29-1eeb-4ae3-beb9-48fd59e465e5" providerId="ADAL" clId="{F596807C-CEBB-4869-A0B1-3300305125EF}" dt="2025-01-03T08:40:05.645" v="549"/>
          <ac:spMkLst>
            <pc:docMk/>
            <pc:sldMk cId="0" sldId="281"/>
            <ac:spMk id="3" creationId="{34FD0F64-4288-C1B8-52BD-43017EE8FE0E}"/>
          </ac:spMkLst>
        </pc:spChg>
        <pc:spChg chg="mod">
          <ac:chgData name="Neoh Kee Lin" userId="9e68bd29-1eeb-4ae3-beb9-48fd59e465e5" providerId="ADAL" clId="{F596807C-CEBB-4869-A0B1-3300305125EF}" dt="2025-01-03T08:40:05.645" v="549"/>
          <ac:spMkLst>
            <pc:docMk/>
            <pc:sldMk cId="0" sldId="281"/>
            <ac:spMk id="4" creationId="{823FBD46-C050-19B3-32C7-B91FFE5F9680}"/>
          </ac:spMkLst>
        </pc:spChg>
        <pc:spChg chg="mod">
          <ac:chgData name="Neoh Kee Lin" userId="9e68bd29-1eeb-4ae3-beb9-48fd59e465e5" providerId="ADAL" clId="{F596807C-CEBB-4869-A0B1-3300305125EF}" dt="2025-01-03T08:40:05.645" v="549"/>
          <ac:spMkLst>
            <pc:docMk/>
            <pc:sldMk cId="0" sldId="281"/>
            <ac:spMk id="5" creationId="{822C567E-F0C7-9AF1-49DB-920BCF6CA0BF}"/>
          </ac:spMkLst>
        </pc:spChg>
        <pc:spChg chg="mod">
          <ac:chgData name="Neoh Kee Lin" userId="9e68bd29-1eeb-4ae3-beb9-48fd59e465e5" providerId="ADAL" clId="{F596807C-CEBB-4869-A0B1-3300305125EF}" dt="2025-01-03T08:40:05.645" v="549"/>
          <ac:spMkLst>
            <pc:docMk/>
            <pc:sldMk cId="0" sldId="281"/>
            <ac:spMk id="6" creationId="{C92280C5-A85A-112B-FDE8-B22E7C69C28D}"/>
          </ac:spMkLst>
        </pc:spChg>
        <pc:spChg chg="mod">
          <ac:chgData name="Neoh Kee Lin" userId="9e68bd29-1eeb-4ae3-beb9-48fd59e465e5" providerId="ADAL" clId="{F596807C-CEBB-4869-A0B1-3300305125EF}" dt="2025-01-03T08:40:05.645" v="549"/>
          <ac:spMkLst>
            <pc:docMk/>
            <pc:sldMk cId="0" sldId="281"/>
            <ac:spMk id="7" creationId="{2872C646-FDA2-4CCF-D89B-98BFC081F5FE}"/>
          </ac:spMkLst>
        </pc:spChg>
        <pc:spChg chg="mod">
          <ac:chgData name="Neoh Kee Lin" userId="9e68bd29-1eeb-4ae3-beb9-48fd59e465e5" providerId="ADAL" clId="{F596807C-CEBB-4869-A0B1-3300305125EF}" dt="2025-01-03T08:40:05.645" v="549"/>
          <ac:spMkLst>
            <pc:docMk/>
            <pc:sldMk cId="0" sldId="281"/>
            <ac:spMk id="8" creationId="{842849F3-36CD-854D-3677-41F0D71DFF99}"/>
          </ac:spMkLst>
        </pc:spChg>
        <pc:spChg chg="mod">
          <ac:chgData name="Neoh Kee Lin" userId="9e68bd29-1eeb-4ae3-beb9-48fd59e465e5" providerId="ADAL" clId="{F596807C-CEBB-4869-A0B1-3300305125EF}" dt="2025-01-03T08:34:05.115" v="451" actId="6549"/>
          <ac:spMkLst>
            <pc:docMk/>
            <pc:sldMk cId="0" sldId="281"/>
            <ac:spMk id="40963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6:37.505" v="499" actId="20577"/>
          <ac:spMkLst>
            <pc:docMk/>
            <pc:sldMk cId="0" sldId="281"/>
            <ac:spMk id="41132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5:38.244" v="483" actId="20577"/>
          <ac:spMkLst>
            <pc:docMk/>
            <pc:sldMk cId="0" sldId="281"/>
            <ac:spMk id="41137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7:41.229" v="515" actId="6549"/>
          <ac:spMkLst>
            <pc:docMk/>
            <pc:sldMk cId="0" sldId="281"/>
            <ac:spMk id="41142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9:08.581" v="533" actId="20577"/>
          <ac:spMkLst>
            <pc:docMk/>
            <pc:sldMk cId="0" sldId="281"/>
            <ac:spMk id="41147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41:00.880" v="563" actId="20577"/>
          <ac:spMkLst>
            <pc:docMk/>
            <pc:sldMk cId="0" sldId="281"/>
            <ac:spMk id="41152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42:19.459" v="579" actId="20577"/>
          <ac:spMkLst>
            <pc:docMk/>
            <pc:sldMk cId="0" sldId="281"/>
            <ac:spMk id="41157" creationId="{00000000-0000-0000-0000-000000000000}"/>
          </ac:spMkLst>
        </pc:spChg>
        <pc:grpChg chg="add mod">
          <ac:chgData name="Neoh Kee Lin" userId="9e68bd29-1eeb-4ae3-beb9-48fd59e465e5" providerId="ADAL" clId="{F596807C-CEBB-4869-A0B1-3300305125EF}" dt="2025-01-03T08:40:05.645" v="549"/>
          <ac:grpSpMkLst>
            <pc:docMk/>
            <pc:sldMk cId="0" sldId="281"/>
            <ac:grpSpMk id="2" creationId="{CF74B7AC-B37A-134F-B4DE-F2300EA52E4A}"/>
          </ac:grpSpMkLst>
        </pc:grpChg>
      </pc:sldChg>
      <pc:sldChg chg="addSp delSp modSp mod ord">
        <pc:chgData name="Neoh Kee Lin" userId="9e68bd29-1eeb-4ae3-beb9-48fd59e465e5" providerId="ADAL" clId="{F596807C-CEBB-4869-A0B1-3300305125EF}" dt="2025-01-03T18:07:13.923" v="754"/>
        <pc:sldMkLst>
          <pc:docMk/>
          <pc:sldMk cId="0" sldId="282"/>
        </pc:sldMkLst>
        <pc:spChg chg="mod">
          <ac:chgData name="Neoh Kee Lin" userId="9e68bd29-1eeb-4ae3-beb9-48fd59e465e5" providerId="ADAL" clId="{F596807C-CEBB-4869-A0B1-3300305125EF}" dt="2025-01-03T08:40:08.727" v="551"/>
          <ac:spMkLst>
            <pc:docMk/>
            <pc:sldMk cId="0" sldId="282"/>
            <ac:spMk id="3" creationId="{9CCC30BC-FAFD-65FF-98E4-394ABF1E1B1F}"/>
          </ac:spMkLst>
        </pc:spChg>
        <pc:spChg chg="mod">
          <ac:chgData name="Neoh Kee Lin" userId="9e68bd29-1eeb-4ae3-beb9-48fd59e465e5" providerId="ADAL" clId="{F596807C-CEBB-4869-A0B1-3300305125EF}" dt="2025-01-03T08:40:08.727" v="551"/>
          <ac:spMkLst>
            <pc:docMk/>
            <pc:sldMk cId="0" sldId="282"/>
            <ac:spMk id="4" creationId="{C76D5075-E523-C26D-444A-9C03357BA535}"/>
          </ac:spMkLst>
        </pc:spChg>
        <pc:spChg chg="mod">
          <ac:chgData name="Neoh Kee Lin" userId="9e68bd29-1eeb-4ae3-beb9-48fd59e465e5" providerId="ADAL" clId="{F596807C-CEBB-4869-A0B1-3300305125EF}" dt="2025-01-03T08:40:08.727" v="551"/>
          <ac:spMkLst>
            <pc:docMk/>
            <pc:sldMk cId="0" sldId="282"/>
            <ac:spMk id="5" creationId="{DAB539F2-1FBD-142F-2D1C-5A231BCA3F14}"/>
          </ac:spMkLst>
        </pc:spChg>
        <pc:spChg chg="mod">
          <ac:chgData name="Neoh Kee Lin" userId="9e68bd29-1eeb-4ae3-beb9-48fd59e465e5" providerId="ADAL" clId="{F596807C-CEBB-4869-A0B1-3300305125EF}" dt="2025-01-03T08:40:08.727" v="551"/>
          <ac:spMkLst>
            <pc:docMk/>
            <pc:sldMk cId="0" sldId="282"/>
            <ac:spMk id="6" creationId="{3977F842-D11E-0241-DC5D-F97E547BEE46}"/>
          </ac:spMkLst>
        </pc:spChg>
        <pc:spChg chg="mod">
          <ac:chgData name="Neoh Kee Lin" userId="9e68bd29-1eeb-4ae3-beb9-48fd59e465e5" providerId="ADAL" clId="{F596807C-CEBB-4869-A0B1-3300305125EF}" dt="2025-01-03T08:40:08.727" v="551"/>
          <ac:spMkLst>
            <pc:docMk/>
            <pc:sldMk cId="0" sldId="282"/>
            <ac:spMk id="7" creationId="{2AB63952-439D-B65A-70FA-FEF41ADCCCB5}"/>
          </ac:spMkLst>
        </pc:spChg>
        <pc:spChg chg="mod">
          <ac:chgData name="Neoh Kee Lin" userId="9e68bd29-1eeb-4ae3-beb9-48fd59e465e5" providerId="ADAL" clId="{F596807C-CEBB-4869-A0B1-3300305125EF}" dt="2025-01-03T08:40:08.727" v="551"/>
          <ac:spMkLst>
            <pc:docMk/>
            <pc:sldMk cId="0" sldId="282"/>
            <ac:spMk id="8" creationId="{468CD5C9-A3AC-2A80-CB55-F2F54CC8124C}"/>
          </ac:spMkLst>
        </pc:spChg>
        <pc:spChg chg="mod">
          <ac:chgData name="Neoh Kee Lin" userId="9e68bd29-1eeb-4ae3-beb9-48fd59e465e5" providerId="ADAL" clId="{F596807C-CEBB-4869-A0B1-3300305125EF}" dt="2025-01-03T08:34:08.532" v="453" actId="6549"/>
          <ac:spMkLst>
            <pc:docMk/>
            <pc:sldMk cId="0" sldId="282"/>
            <ac:spMk id="41987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6:42.297" v="501" actId="20577"/>
          <ac:spMkLst>
            <pc:docMk/>
            <pc:sldMk cId="0" sldId="282"/>
            <ac:spMk id="42156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5:45.701" v="485" actId="20577"/>
          <ac:spMkLst>
            <pc:docMk/>
            <pc:sldMk cId="0" sldId="282"/>
            <ac:spMk id="42161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7:45.925" v="517" actId="20577"/>
          <ac:spMkLst>
            <pc:docMk/>
            <pc:sldMk cId="0" sldId="282"/>
            <ac:spMk id="42166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9:16.150" v="535" actId="20577"/>
          <ac:spMkLst>
            <pc:docMk/>
            <pc:sldMk cId="0" sldId="282"/>
            <ac:spMk id="42171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41:08.679" v="565" actId="20577"/>
          <ac:spMkLst>
            <pc:docMk/>
            <pc:sldMk cId="0" sldId="282"/>
            <ac:spMk id="42176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42:26.468" v="581" actId="20577"/>
          <ac:spMkLst>
            <pc:docMk/>
            <pc:sldMk cId="0" sldId="282"/>
            <ac:spMk id="42181" creationId="{00000000-0000-0000-0000-000000000000}"/>
          </ac:spMkLst>
        </pc:spChg>
        <pc:grpChg chg="add mod">
          <ac:chgData name="Neoh Kee Lin" userId="9e68bd29-1eeb-4ae3-beb9-48fd59e465e5" providerId="ADAL" clId="{F596807C-CEBB-4869-A0B1-3300305125EF}" dt="2025-01-03T08:40:08.727" v="551"/>
          <ac:grpSpMkLst>
            <pc:docMk/>
            <pc:sldMk cId="0" sldId="282"/>
            <ac:grpSpMk id="2" creationId="{E74E6037-2526-5B6E-15D3-2C255847601A}"/>
          </ac:grpSpMkLst>
        </pc:grpChg>
      </pc:sldChg>
      <pc:sldChg chg="addSp delSp modSp mod ord modAnim">
        <pc:chgData name="Neoh Kee Lin" userId="9e68bd29-1eeb-4ae3-beb9-48fd59e465e5" providerId="ADAL" clId="{F596807C-CEBB-4869-A0B1-3300305125EF}" dt="2025-01-03T18:13:33.693" v="805" actId="478"/>
        <pc:sldMkLst>
          <pc:docMk/>
          <pc:sldMk cId="0" sldId="283"/>
        </pc:sldMkLst>
        <pc:spChg chg="mod">
          <ac:chgData name="Neoh Kee Lin" userId="9e68bd29-1eeb-4ae3-beb9-48fd59e465e5" providerId="ADAL" clId="{F596807C-CEBB-4869-A0B1-3300305125EF}" dt="2025-01-03T08:40:11.761" v="553"/>
          <ac:spMkLst>
            <pc:docMk/>
            <pc:sldMk cId="0" sldId="283"/>
            <ac:spMk id="3" creationId="{CD618E17-6416-CBF2-A563-4B3197BBFC67}"/>
          </ac:spMkLst>
        </pc:spChg>
        <pc:spChg chg="mod">
          <ac:chgData name="Neoh Kee Lin" userId="9e68bd29-1eeb-4ae3-beb9-48fd59e465e5" providerId="ADAL" clId="{F596807C-CEBB-4869-A0B1-3300305125EF}" dt="2025-01-03T08:40:11.761" v="553"/>
          <ac:spMkLst>
            <pc:docMk/>
            <pc:sldMk cId="0" sldId="283"/>
            <ac:spMk id="4" creationId="{12299B2B-34A7-2289-F712-28B2E98261F4}"/>
          </ac:spMkLst>
        </pc:spChg>
        <pc:spChg chg="mod">
          <ac:chgData name="Neoh Kee Lin" userId="9e68bd29-1eeb-4ae3-beb9-48fd59e465e5" providerId="ADAL" clId="{F596807C-CEBB-4869-A0B1-3300305125EF}" dt="2025-01-03T08:40:11.761" v="553"/>
          <ac:spMkLst>
            <pc:docMk/>
            <pc:sldMk cId="0" sldId="283"/>
            <ac:spMk id="5" creationId="{E229F891-4C99-E264-D776-7A58F6363B90}"/>
          </ac:spMkLst>
        </pc:spChg>
        <pc:spChg chg="mod">
          <ac:chgData name="Neoh Kee Lin" userId="9e68bd29-1eeb-4ae3-beb9-48fd59e465e5" providerId="ADAL" clId="{F596807C-CEBB-4869-A0B1-3300305125EF}" dt="2025-01-03T08:40:11.761" v="553"/>
          <ac:spMkLst>
            <pc:docMk/>
            <pc:sldMk cId="0" sldId="283"/>
            <ac:spMk id="6" creationId="{4E3A37E3-686F-8BF3-F4E8-B5AE4D2F9A4E}"/>
          </ac:spMkLst>
        </pc:spChg>
        <pc:spChg chg="mod">
          <ac:chgData name="Neoh Kee Lin" userId="9e68bd29-1eeb-4ae3-beb9-48fd59e465e5" providerId="ADAL" clId="{F596807C-CEBB-4869-A0B1-3300305125EF}" dt="2025-01-03T08:40:11.761" v="553"/>
          <ac:spMkLst>
            <pc:docMk/>
            <pc:sldMk cId="0" sldId="283"/>
            <ac:spMk id="7" creationId="{9E1DEEAF-EF98-E6C9-11D4-74DC2A712FE5}"/>
          </ac:spMkLst>
        </pc:spChg>
        <pc:spChg chg="mod">
          <ac:chgData name="Neoh Kee Lin" userId="9e68bd29-1eeb-4ae3-beb9-48fd59e465e5" providerId="ADAL" clId="{F596807C-CEBB-4869-A0B1-3300305125EF}" dt="2025-01-03T08:40:11.761" v="553"/>
          <ac:spMkLst>
            <pc:docMk/>
            <pc:sldMk cId="0" sldId="283"/>
            <ac:spMk id="8" creationId="{6105DE61-25A6-E28D-735C-B7A95DA3B0D5}"/>
          </ac:spMkLst>
        </pc:spChg>
        <pc:spChg chg="mod">
          <ac:chgData name="Neoh Kee Lin" userId="9e68bd29-1eeb-4ae3-beb9-48fd59e465e5" providerId="ADAL" clId="{F596807C-CEBB-4869-A0B1-3300305125EF}" dt="2025-01-03T08:34:12.180" v="455" actId="20577"/>
          <ac:spMkLst>
            <pc:docMk/>
            <pc:sldMk cId="0" sldId="283"/>
            <ac:spMk id="43011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6:51.573" v="505" actId="20577"/>
          <ac:spMkLst>
            <pc:docMk/>
            <pc:sldMk cId="0" sldId="283"/>
            <ac:spMk id="43180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5:53.715" v="487" actId="20577"/>
          <ac:spMkLst>
            <pc:docMk/>
            <pc:sldMk cId="0" sldId="283"/>
            <ac:spMk id="43185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7:58.332" v="523" actId="20577"/>
          <ac:spMkLst>
            <pc:docMk/>
            <pc:sldMk cId="0" sldId="283"/>
            <ac:spMk id="43190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9:22.805" v="537" actId="20577"/>
          <ac:spMkLst>
            <pc:docMk/>
            <pc:sldMk cId="0" sldId="283"/>
            <ac:spMk id="43195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41:21.080" v="567" actId="20577"/>
          <ac:spMkLst>
            <pc:docMk/>
            <pc:sldMk cId="0" sldId="283"/>
            <ac:spMk id="43200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42:34.324" v="583" actId="20577"/>
          <ac:spMkLst>
            <pc:docMk/>
            <pc:sldMk cId="0" sldId="283"/>
            <ac:spMk id="43205" creationId="{00000000-0000-0000-0000-000000000000}"/>
          </ac:spMkLst>
        </pc:spChg>
        <pc:grpChg chg="add mod">
          <ac:chgData name="Neoh Kee Lin" userId="9e68bd29-1eeb-4ae3-beb9-48fd59e465e5" providerId="ADAL" clId="{F596807C-CEBB-4869-A0B1-3300305125EF}" dt="2025-01-03T08:40:11.761" v="553"/>
          <ac:grpSpMkLst>
            <pc:docMk/>
            <pc:sldMk cId="0" sldId="283"/>
            <ac:grpSpMk id="2" creationId="{049108CF-D0EB-2F14-FC40-309A3E92351F}"/>
          </ac:grpSpMkLst>
        </pc:grpChg>
        <pc:cxnChg chg="add del">
          <ac:chgData name="Neoh Kee Lin" userId="9e68bd29-1eeb-4ae3-beb9-48fd59e465e5" providerId="ADAL" clId="{F596807C-CEBB-4869-A0B1-3300305125EF}" dt="2025-01-03T18:13:32.868" v="803" actId="478"/>
          <ac:cxnSpMkLst>
            <pc:docMk/>
            <pc:sldMk cId="0" sldId="283"/>
            <ac:cxnSpMk id="43207" creationId="{00000000-0000-0000-0000-000000000000}"/>
          </ac:cxnSpMkLst>
        </pc:cxnChg>
        <pc:cxnChg chg="add del">
          <ac:chgData name="Neoh Kee Lin" userId="9e68bd29-1eeb-4ae3-beb9-48fd59e465e5" providerId="ADAL" clId="{F596807C-CEBB-4869-A0B1-3300305125EF}" dt="2025-01-03T18:13:33.693" v="805" actId="478"/>
          <ac:cxnSpMkLst>
            <pc:docMk/>
            <pc:sldMk cId="0" sldId="283"/>
            <ac:cxnSpMk id="43210" creationId="{00000000-0000-0000-0000-000000000000}"/>
          </ac:cxnSpMkLst>
        </pc:cxnChg>
      </pc:sldChg>
      <pc:sldChg chg="addSp delSp modSp mod ord">
        <pc:chgData name="Neoh Kee Lin" userId="9e68bd29-1eeb-4ae3-beb9-48fd59e465e5" providerId="ADAL" clId="{F596807C-CEBB-4869-A0B1-3300305125EF}" dt="2025-01-03T18:07:40.722" v="774"/>
        <pc:sldMkLst>
          <pc:docMk/>
          <pc:sldMk cId="0" sldId="284"/>
        </pc:sldMkLst>
        <pc:spChg chg="mod">
          <ac:chgData name="Neoh Kee Lin" userId="9e68bd29-1eeb-4ae3-beb9-48fd59e465e5" providerId="ADAL" clId="{F596807C-CEBB-4869-A0B1-3300305125EF}" dt="2025-01-03T08:40:16.236" v="555"/>
          <ac:spMkLst>
            <pc:docMk/>
            <pc:sldMk cId="0" sldId="284"/>
            <ac:spMk id="3" creationId="{C4CA636E-F669-3C8F-BBC9-0A36D7EA0B37}"/>
          </ac:spMkLst>
        </pc:spChg>
        <pc:spChg chg="mod">
          <ac:chgData name="Neoh Kee Lin" userId="9e68bd29-1eeb-4ae3-beb9-48fd59e465e5" providerId="ADAL" clId="{F596807C-CEBB-4869-A0B1-3300305125EF}" dt="2025-01-03T08:40:16.236" v="555"/>
          <ac:spMkLst>
            <pc:docMk/>
            <pc:sldMk cId="0" sldId="284"/>
            <ac:spMk id="4" creationId="{D1645B14-25E9-242E-7B77-BB2EB2D1D10F}"/>
          </ac:spMkLst>
        </pc:spChg>
        <pc:spChg chg="mod">
          <ac:chgData name="Neoh Kee Lin" userId="9e68bd29-1eeb-4ae3-beb9-48fd59e465e5" providerId="ADAL" clId="{F596807C-CEBB-4869-A0B1-3300305125EF}" dt="2025-01-03T08:40:16.236" v="555"/>
          <ac:spMkLst>
            <pc:docMk/>
            <pc:sldMk cId="0" sldId="284"/>
            <ac:spMk id="5" creationId="{E55E2C51-EA38-4C9E-470E-823D09DF5C6E}"/>
          </ac:spMkLst>
        </pc:spChg>
        <pc:spChg chg="mod">
          <ac:chgData name="Neoh Kee Lin" userId="9e68bd29-1eeb-4ae3-beb9-48fd59e465e5" providerId="ADAL" clId="{F596807C-CEBB-4869-A0B1-3300305125EF}" dt="2025-01-03T08:40:16.236" v="555"/>
          <ac:spMkLst>
            <pc:docMk/>
            <pc:sldMk cId="0" sldId="284"/>
            <ac:spMk id="6" creationId="{3EEFBBC8-7B62-7F37-0118-BEBC77AC5DBF}"/>
          </ac:spMkLst>
        </pc:spChg>
        <pc:spChg chg="mod">
          <ac:chgData name="Neoh Kee Lin" userId="9e68bd29-1eeb-4ae3-beb9-48fd59e465e5" providerId="ADAL" clId="{F596807C-CEBB-4869-A0B1-3300305125EF}" dt="2025-01-03T08:40:16.236" v="555"/>
          <ac:spMkLst>
            <pc:docMk/>
            <pc:sldMk cId="0" sldId="284"/>
            <ac:spMk id="7" creationId="{6AC5A211-7073-8F39-FF92-A7133B579DDC}"/>
          </ac:spMkLst>
        </pc:spChg>
        <pc:spChg chg="mod">
          <ac:chgData name="Neoh Kee Lin" userId="9e68bd29-1eeb-4ae3-beb9-48fd59e465e5" providerId="ADAL" clId="{F596807C-CEBB-4869-A0B1-3300305125EF}" dt="2025-01-03T08:40:16.236" v="555"/>
          <ac:spMkLst>
            <pc:docMk/>
            <pc:sldMk cId="0" sldId="284"/>
            <ac:spMk id="8" creationId="{8BDCEB36-BDC3-4669-8D1D-3D3423C9F329}"/>
          </ac:spMkLst>
        </pc:spChg>
        <pc:spChg chg="mod">
          <ac:chgData name="Neoh Kee Lin" userId="9e68bd29-1eeb-4ae3-beb9-48fd59e465e5" providerId="ADAL" clId="{F596807C-CEBB-4869-A0B1-3300305125EF}" dt="2025-01-03T08:34:15.873" v="457" actId="6549"/>
          <ac:spMkLst>
            <pc:docMk/>
            <pc:sldMk cId="0" sldId="284"/>
            <ac:spMk id="44036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6:58.622" v="507" actId="20577"/>
          <ac:spMkLst>
            <pc:docMk/>
            <pc:sldMk cId="0" sldId="284"/>
            <ac:spMk id="44202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6:00.039" v="489" actId="20577"/>
          <ac:spMkLst>
            <pc:docMk/>
            <pc:sldMk cId="0" sldId="284"/>
            <ac:spMk id="44207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8:07.525" v="525" actId="20577"/>
          <ac:spMkLst>
            <pc:docMk/>
            <pc:sldMk cId="0" sldId="284"/>
            <ac:spMk id="44212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9:27.624" v="539" actId="20577"/>
          <ac:spMkLst>
            <pc:docMk/>
            <pc:sldMk cId="0" sldId="284"/>
            <ac:spMk id="44217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41:45.029" v="571" actId="20577"/>
          <ac:spMkLst>
            <pc:docMk/>
            <pc:sldMk cId="0" sldId="284"/>
            <ac:spMk id="44222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42:49.960" v="585" actId="20577"/>
          <ac:spMkLst>
            <pc:docMk/>
            <pc:sldMk cId="0" sldId="284"/>
            <ac:spMk id="44227" creationId="{00000000-0000-0000-0000-000000000000}"/>
          </ac:spMkLst>
        </pc:spChg>
        <pc:grpChg chg="add mod">
          <ac:chgData name="Neoh Kee Lin" userId="9e68bd29-1eeb-4ae3-beb9-48fd59e465e5" providerId="ADAL" clId="{F596807C-CEBB-4869-A0B1-3300305125EF}" dt="2025-01-03T08:40:16.236" v="555"/>
          <ac:grpSpMkLst>
            <pc:docMk/>
            <pc:sldMk cId="0" sldId="284"/>
            <ac:grpSpMk id="2" creationId="{EC2FCEB8-2674-115B-2925-98CF5E5D2DDD}"/>
          </ac:grpSpMkLst>
        </pc:grpChg>
      </pc:sldChg>
      <pc:sldChg chg="addSp delSp modSp mod ord">
        <pc:chgData name="Neoh Kee Lin" userId="9e68bd29-1eeb-4ae3-beb9-48fd59e465e5" providerId="ADAL" clId="{F596807C-CEBB-4869-A0B1-3300305125EF}" dt="2025-01-03T18:07:43.027" v="776"/>
        <pc:sldMkLst>
          <pc:docMk/>
          <pc:sldMk cId="0" sldId="285"/>
        </pc:sldMkLst>
        <pc:spChg chg="mod">
          <ac:chgData name="Neoh Kee Lin" userId="9e68bd29-1eeb-4ae3-beb9-48fd59e465e5" providerId="ADAL" clId="{F596807C-CEBB-4869-A0B1-3300305125EF}" dt="2025-01-03T08:40:19.522" v="557"/>
          <ac:spMkLst>
            <pc:docMk/>
            <pc:sldMk cId="0" sldId="285"/>
            <ac:spMk id="3" creationId="{AF2EDC22-EE40-B6EB-D2D5-9106B847BCE6}"/>
          </ac:spMkLst>
        </pc:spChg>
        <pc:spChg chg="mod">
          <ac:chgData name="Neoh Kee Lin" userId="9e68bd29-1eeb-4ae3-beb9-48fd59e465e5" providerId="ADAL" clId="{F596807C-CEBB-4869-A0B1-3300305125EF}" dt="2025-01-03T08:40:19.522" v="557"/>
          <ac:spMkLst>
            <pc:docMk/>
            <pc:sldMk cId="0" sldId="285"/>
            <ac:spMk id="4" creationId="{90B5544F-4CF3-8619-F578-1ACAA9B758E1}"/>
          </ac:spMkLst>
        </pc:spChg>
        <pc:spChg chg="mod">
          <ac:chgData name="Neoh Kee Lin" userId="9e68bd29-1eeb-4ae3-beb9-48fd59e465e5" providerId="ADAL" clId="{F596807C-CEBB-4869-A0B1-3300305125EF}" dt="2025-01-03T08:40:19.522" v="557"/>
          <ac:spMkLst>
            <pc:docMk/>
            <pc:sldMk cId="0" sldId="285"/>
            <ac:spMk id="5" creationId="{4428BC6B-0BAD-9692-3059-43CBDB7D2CA5}"/>
          </ac:spMkLst>
        </pc:spChg>
        <pc:spChg chg="mod">
          <ac:chgData name="Neoh Kee Lin" userId="9e68bd29-1eeb-4ae3-beb9-48fd59e465e5" providerId="ADAL" clId="{F596807C-CEBB-4869-A0B1-3300305125EF}" dt="2025-01-03T08:40:19.522" v="557"/>
          <ac:spMkLst>
            <pc:docMk/>
            <pc:sldMk cId="0" sldId="285"/>
            <ac:spMk id="6" creationId="{8DB5375A-D516-32D4-7866-8E65436367C6}"/>
          </ac:spMkLst>
        </pc:spChg>
        <pc:spChg chg="mod">
          <ac:chgData name="Neoh Kee Lin" userId="9e68bd29-1eeb-4ae3-beb9-48fd59e465e5" providerId="ADAL" clId="{F596807C-CEBB-4869-A0B1-3300305125EF}" dt="2025-01-03T08:40:19.522" v="557"/>
          <ac:spMkLst>
            <pc:docMk/>
            <pc:sldMk cId="0" sldId="285"/>
            <ac:spMk id="7" creationId="{1C1475EA-4D51-CE9D-E5CC-3654EC4DB5E3}"/>
          </ac:spMkLst>
        </pc:spChg>
        <pc:spChg chg="mod">
          <ac:chgData name="Neoh Kee Lin" userId="9e68bd29-1eeb-4ae3-beb9-48fd59e465e5" providerId="ADAL" clId="{F596807C-CEBB-4869-A0B1-3300305125EF}" dt="2025-01-03T08:40:19.522" v="557"/>
          <ac:spMkLst>
            <pc:docMk/>
            <pc:sldMk cId="0" sldId="285"/>
            <ac:spMk id="8" creationId="{E3C7B2ED-0B96-A3DC-919F-3CD52E05B818}"/>
          </ac:spMkLst>
        </pc:spChg>
        <pc:spChg chg="mod">
          <ac:chgData name="Neoh Kee Lin" userId="9e68bd29-1eeb-4ae3-beb9-48fd59e465e5" providerId="ADAL" clId="{F596807C-CEBB-4869-A0B1-3300305125EF}" dt="2025-01-03T08:34:56.905" v="474" actId="6549"/>
          <ac:spMkLst>
            <pc:docMk/>
            <pc:sldMk cId="0" sldId="285"/>
            <ac:spMk id="45060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7:11.790" v="509" actId="20577"/>
          <ac:spMkLst>
            <pc:docMk/>
            <pc:sldMk cId="0" sldId="285"/>
            <ac:spMk id="45226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6:08.471" v="491" actId="20577"/>
          <ac:spMkLst>
            <pc:docMk/>
            <pc:sldMk cId="0" sldId="285"/>
            <ac:spMk id="45231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8:21.450" v="527" actId="20577"/>
          <ac:spMkLst>
            <pc:docMk/>
            <pc:sldMk cId="0" sldId="285"/>
            <ac:spMk id="45236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9:39.322" v="543" actId="20577"/>
          <ac:spMkLst>
            <pc:docMk/>
            <pc:sldMk cId="0" sldId="285"/>
            <ac:spMk id="45241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41:52.371" v="573" actId="20577"/>
          <ac:spMkLst>
            <pc:docMk/>
            <pc:sldMk cId="0" sldId="285"/>
            <ac:spMk id="45246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42:57.761" v="587" actId="20577"/>
          <ac:spMkLst>
            <pc:docMk/>
            <pc:sldMk cId="0" sldId="285"/>
            <ac:spMk id="45251" creationId="{00000000-0000-0000-0000-000000000000}"/>
          </ac:spMkLst>
        </pc:spChg>
        <pc:grpChg chg="add mod">
          <ac:chgData name="Neoh Kee Lin" userId="9e68bd29-1eeb-4ae3-beb9-48fd59e465e5" providerId="ADAL" clId="{F596807C-CEBB-4869-A0B1-3300305125EF}" dt="2025-01-03T08:40:19.522" v="557"/>
          <ac:grpSpMkLst>
            <pc:docMk/>
            <pc:sldMk cId="0" sldId="285"/>
            <ac:grpSpMk id="2" creationId="{27D17C8D-ACDD-D1BC-C353-5786A45F2B63}"/>
          </ac:grpSpMkLst>
        </pc:grpChg>
      </pc:sldChg>
      <pc:sldChg chg="addSp delSp modSp mod ord">
        <pc:chgData name="Neoh Kee Lin" userId="9e68bd29-1eeb-4ae3-beb9-48fd59e465e5" providerId="ADAL" clId="{F596807C-CEBB-4869-A0B1-3300305125EF}" dt="2025-01-03T18:07:45.407" v="778"/>
        <pc:sldMkLst>
          <pc:docMk/>
          <pc:sldMk cId="0" sldId="286"/>
        </pc:sldMkLst>
        <pc:spChg chg="mod">
          <ac:chgData name="Neoh Kee Lin" userId="9e68bd29-1eeb-4ae3-beb9-48fd59e465e5" providerId="ADAL" clId="{F596807C-CEBB-4869-A0B1-3300305125EF}" dt="2025-01-03T08:40:27.063" v="559"/>
          <ac:spMkLst>
            <pc:docMk/>
            <pc:sldMk cId="0" sldId="286"/>
            <ac:spMk id="3" creationId="{4C82A9A7-2572-EE8E-0655-A696040B4E8B}"/>
          </ac:spMkLst>
        </pc:spChg>
        <pc:spChg chg="mod">
          <ac:chgData name="Neoh Kee Lin" userId="9e68bd29-1eeb-4ae3-beb9-48fd59e465e5" providerId="ADAL" clId="{F596807C-CEBB-4869-A0B1-3300305125EF}" dt="2025-01-03T08:40:27.063" v="559"/>
          <ac:spMkLst>
            <pc:docMk/>
            <pc:sldMk cId="0" sldId="286"/>
            <ac:spMk id="4" creationId="{6B388F31-E336-AA94-1833-F31330E206F0}"/>
          </ac:spMkLst>
        </pc:spChg>
        <pc:spChg chg="mod">
          <ac:chgData name="Neoh Kee Lin" userId="9e68bd29-1eeb-4ae3-beb9-48fd59e465e5" providerId="ADAL" clId="{F596807C-CEBB-4869-A0B1-3300305125EF}" dt="2025-01-03T08:40:27.063" v="559"/>
          <ac:spMkLst>
            <pc:docMk/>
            <pc:sldMk cId="0" sldId="286"/>
            <ac:spMk id="5" creationId="{5557DB69-E16D-09A5-1163-C13DCB190206}"/>
          </ac:spMkLst>
        </pc:spChg>
        <pc:spChg chg="mod">
          <ac:chgData name="Neoh Kee Lin" userId="9e68bd29-1eeb-4ae3-beb9-48fd59e465e5" providerId="ADAL" clId="{F596807C-CEBB-4869-A0B1-3300305125EF}" dt="2025-01-03T08:40:27.063" v="559"/>
          <ac:spMkLst>
            <pc:docMk/>
            <pc:sldMk cId="0" sldId="286"/>
            <ac:spMk id="6" creationId="{C399E30F-AB35-AFE9-B294-E2C691D9CFCE}"/>
          </ac:spMkLst>
        </pc:spChg>
        <pc:spChg chg="mod">
          <ac:chgData name="Neoh Kee Lin" userId="9e68bd29-1eeb-4ae3-beb9-48fd59e465e5" providerId="ADAL" clId="{F596807C-CEBB-4869-A0B1-3300305125EF}" dt="2025-01-03T08:40:27.063" v="559"/>
          <ac:spMkLst>
            <pc:docMk/>
            <pc:sldMk cId="0" sldId="286"/>
            <ac:spMk id="7" creationId="{BA647E2C-179B-7940-1133-11C5CE706C96}"/>
          </ac:spMkLst>
        </pc:spChg>
        <pc:spChg chg="mod">
          <ac:chgData name="Neoh Kee Lin" userId="9e68bd29-1eeb-4ae3-beb9-48fd59e465e5" providerId="ADAL" clId="{F596807C-CEBB-4869-A0B1-3300305125EF}" dt="2025-01-03T08:40:27.063" v="559"/>
          <ac:spMkLst>
            <pc:docMk/>
            <pc:sldMk cId="0" sldId="286"/>
            <ac:spMk id="8" creationId="{C85943E3-0411-54F1-E132-AAD934A6179F}"/>
          </ac:spMkLst>
        </pc:spChg>
        <pc:spChg chg="mod">
          <ac:chgData name="Neoh Kee Lin" userId="9e68bd29-1eeb-4ae3-beb9-48fd59e465e5" providerId="ADAL" clId="{F596807C-CEBB-4869-A0B1-3300305125EF}" dt="2025-01-03T08:37:19.980" v="511" actId="20577"/>
          <ac:spMkLst>
            <pc:docMk/>
            <pc:sldMk cId="0" sldId="286"/>
            <ac:spMk id="46250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6:13.947" v="493" actId="20577"/>
          <ac:spMkLst>
            <pc:docMk/>
            <pc:sldMk cId="0" sldId="286"/>
            <ac:spMk id="46255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8:26.628" v="529" actId="20577"/>
          <ac:spMkLst>
            <pc:docMk/>
            <pc:sldMk cId="0" sldId="286"/>
            <ac:spMk id="46260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39:45.622" v="545" actId="20577"/>
          <ac:spMkLst>
            <pc:docMk/>
            <pc:sldMk cId="0" sldId="286"/>
            <ac:spMk id="46265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41:58.612" v="575" actId="20577"/>
          <ac:spMkLst>
            <pc:docMk/>
            <pc:sldMk cId="0" sldId="286"/>
            <ac:spMk id="46270" creationId="{00000000-0000-0000-0000-000000000000}"/>
          </ac:spMkLst>
        </pc:spChg>
        <pc:spChg chg="mod">
          <ac:chgData name="Neoh Kee Lin" userId="9e68bd29-1eeb-4ae3-beb9-48fd59e465e5" providerId="ADAL" clId="{F596807C-CEBB-4869-A0B1-3300305125EF}" dt="2025-01-03T08:43:15.235" v="591" actId="20577"/>
          <ac:spMkLst>
            <pc:docMk/>
            <pc:sldMk cId="0" sldId="286"/>
            <ac:spMk id="46275" creationId="{00000000-0000-0000-0000-000000000000}"/>
          </ac:spMkLst>
        </pc:spChg>
        <pc:grpChg chg="add mod">
          <ac:chgData name="Neoh Kee Lin" userId="9e68bd29-1eeb-4ae3-beb9-48fd59e465e5" providerId="ADAL" clId="{F596807C-CEBB-4869-A0B1-3300305125EF}" dt="2025-01-03T08:40:27.063" v="559"/>
          <ac:grpSpMkLst>
            <pc:docMk/>
            <pc:sldMk cId="0" sldId="286"/>
            <ac:grpSpMk id="2" creationId="{213FE0AD-9A82-68A2-F4CA-B1D910845ECE}"/>
          </ac:grpSpMkLst>
        </pc:grpChg>
      </pc:sldChg>
      <pc:sldChg chg="addSp delSp modSp new mod ord modClrScheme chgLayout">
        <pc:chgData name="Neoh Kee Lin" userId="9e68bd29-1eeb-4ae3-beb9-48fd59e465e5" providerId="ADAL" clId="{F596807C-CEBB-4869-A0B1-3300305125EF}" dt="2025-01-05T11:06:58.369" v="1195" actId="478"/>
        <pc:sldMkLst>
          <pc:docMk/>
          <pc:sldMk cId="2924956391" sldId="287"/>
        </pc:sldMkLst>
        <pc:spChg chg="add mod">
          <ac:chgData name="Neoh Kee Lin" userId="9e68bd29-1eeb-4ae3-beb9-48fd59e465e5" providerId="ADAL" clId="{F596807C-CEBB-4869-A0B1-3300305125EF}" dt="2025-01-05T10:46:10.847" v="914" actId="14100"/>
          <ac:spMkLst>
            <pc:docMk/>
            <pc:sldMk cId="2924956391" sldId="287"/>
            <ac:spMk id="2" creationId="{FA63465F-9CC1-5EAC-55A2-5CAA9EA9EC8C}"/>
          </ac:spMkLst>
        </pc:spChg>
        <pc:spChg chg="mod ord">
          <ac:chgData name="Neoh Kee Lin" userId="9e68bd29-1eeb-4ae3-beb9-48fd59e465e5" providerId="ADAL" clId="{F596807C-CEBB-4869-A0B1-3300305125EF}" dt="2025-01-03T17:51:32.994" v="661" actId="700"/>
          <ac:spMkLst>
            <pc:docMk/>
            <pc:sldMk cId="2924956391" sldId="287"/>
            <ac:spMk id="6" creationId="{F5F69C54-6A89-97AF-567D-BE1B62F86E64}"/>
          </ac:spMkLst>
        </pc:spChg>
        <pc:spChg chg="add mod ord">
          <ac:chgData name="Neoh Kee Lin" userId="9e68bd29-1eeb-4ae3-beb9-48fd59e465e5" providerId="ADAL" clId="{F596807C-CEBB-4869-A0B1-3300305125EF}" dt="2025-01-03T17:53:39.921" v="686"/>
          <ac:spMkLst>
            <pc:docMk/>
            <pc:sldMk cId="2924956391" sldId="287"/>
            <ac:spMk id="7" creationId="{ED15BC2D-D1D1-5E45-9EEF-23EF3ABCCA75}"/>
          </ac:spMkLst>
        </pc:spChg>
        <pc:spChg chg="add mod ord">
          <ac:chgData name="Neoh Kee Lin" userId="9e68bd29-1eeb-4ae3-beb9-48fd59e465e5" providerId="ADAL" clId="{F596807C-CEBB-4869-A0B1-3300305125EF}" dt="2025-01-05T10:46:01.399" v="912" actId="14100"/>
          <ac:spMkLst>
            <pc:docMk/>
            <pc:sldMk cId="2924956391" sldId="287"/>
            <ac:spMk id="8" creationId="{C9F591B0-C746-175C-751F-D56CBF7AD586}"/>
          </ac:spMkLst>
        </pc:spChg>
      </pc:sldChg>
      <pc:sldChg chg="modSp add del mod">
        <pc:chgData name="Neoh Kee Lin" userId="9e68bd29-1eeb-4ae3-beb9-48fd59e465e5" providerId="ADAL" clId="{F596807C-CEBB-4869-A0B1-3300305125EF}" dt="2025-01-05T10:52:09.758" v="978" actId="47"/>
        <pc:sldMkLst>
          <pc:docMk/>
          <pc:sldMk cId="1687342826" sldId="288"/>
        </pc:sldMkLst>
      </pc:sldChg>
      <pc:sldChg chg="modSp add del mod">
        <pc:chgData name="Neoh Kee Lin" userId="9e68bd29-1eeb-4ae3-beb9-48fd59e465e5" providerId="ADAL" clId="{F596807C-CEBB-4869-A0B1-3300305125EF}" dt="2025-01-05T10:57:59.086" v="1078" actId="47"/>
        <pc:sldMkLst>
          <pc:docMk/>
          <pc:sldMk cId="911016519" sldId="289"/>
        </pc:sldMkLst>
      </pc:sldChg>
      <pc:sldChg chg="modSp add del mod ord">
        <pc:chgData name="Neoh Kee Lin" userId="9e68bd29-1eeb-4ae3-beb9-48fd59e465e5" providerId="ADAL" clId="{F596807C-CEBB-4869-A0B1-3300305125EF}" dt="2025-01-05T10:59:51.344" v="1101" actId="47"/>
        <pc:sldMkLst>
          <pc:docMk/>
          <pc:sldMk cId="4192290436" sldId="290"/>
        </pc:sldMkLst>
      </pc:sldChg>
      <pc:sldChg chg="modSp add del mod">
        <pc:chgData name="Neoh Kee Lin" userId="9e68bd29-1eeb-4ae3-beb9-48fd59e465e5" providerId="ADAL" clId="{F596807C-CEBB-4869-A0B1-3300305125EF}" dt="2025-01-05T11:01:17.440" v="1115" actId="47"/>
        <pc:sldMkLst>
          <pc:docMk/>
          <pc:sldMk cId="670839584" sldId="291"/>
        </pc:sldMkLst>
      </pc:sldChg>
      <pc:sldChg chg="modSp add del mod">
        <pc:chgData name="Neoh Kee Lin" userId="9e68bd29-1eeb-4ae3-beb9-48fd59e465e5" providerId="ADAL" clId="{F596807C-CEBB-4869-A0B1-3300305125EF}" dt="2025-01-05T11:03:17.999" v="1141" actId="47"/>
        <pc:sldMkLst>
          <pc:docMk/>
          <pc:sldMk cId="1332747957" sldId="292"/>
        </pc:sldMkLst>
      </pc:sldChg>
      <pc:sldChg chg="modSp add del mod">
        <pc:chgData name="Neoh Kee Lin" userId="9e68bd29-1eeb-4ae3-beb9-48fd59e465e5" providerId="ADAL" clId="{F596807C-CEBB-4869-A0B1-3300305125EF}" dt="2025-01-05T11:06:32.153" v="1191" actId="47"/>
        <pc:sldMkLst>
          <pc:docMk/>
          <pc:sldMk cId="3123078682" sldId="293"/>
        </pc:sldMkLst>
      </pc:sldChg>
      <pc:sldChg chg="new del">
        <pc:chgData name="Neoh Kee Lin" userId="9e68bd29-1eeb-4ae3-beb9-48fd59e465e5" providerId="ADAL" clId="{F596807C-CEBB-4869-A0B1-3300305125EF}" dt="2025-01-05T10:46:35.419" v="918" actId="2696"/>
        <pc:sldMkLst>
          <pc:docMk/>
          <pc:sldMk cId="3651186089" sldId="294"/>
        </pc:sldMkLst>
      </pc:sldChg>
      <pc:sldChg chg="new del">
        <pc:chgData name="Neoh Kee Lin" userId="9e68bd29-1eeb-4ae3-beb9-48fd59e465e5" providerId="ADAL" clId="{F596807C-CEBB-4869-A0B1-3300305125EF}" dt="2025-01-05T10:46:48.853" v="919" actId="47"/>
        <pc:sldMkLst>
          <pc:docMk/>
          <pc:sldMk cId="474924503" sldId="295"/>
        </pc:sldMkLst>
      </pc:sldChg>
      <pc:sldChg chg="addSp delSp modSp new mod">
        <pc:chgData name="Neoh Kee Lin" userId="9e68bd29-1eeb-4ae3-beb9-48fd59e465e5" providerId="ADAL" clId="{F596807C-CEBB-4869-A0B1-3300305125EF}" dt="2025-01-05T11:06:59.894" v="1196" actId="478"/>
        <pc:sldMkLst>
          <pc:docMk/>
          <pc:sldMk cId="2132284620" sldId="296"/>
        </pc:sldMkLst>
        <pc:spChg chg="mod">
          <ac:chgData name="Neoh Kee Lin" userId="9e68bd29-1eeb-4ae3-beb9-48fd59e465e5" providerId="ADAL" clId="{F596807C-CEBB-4869-A0B1-3300305125EF}" dt="2025-01-05T10:47:30.438" v="923"/>
          <ac:spMkLst>
            <pc:docMk/>
            <pc:sldMk cId="2132284620" sldId="296"/>
            <ac:spMk id="2" creationId="{0BAC08B0-9FA5-A69A-5965-5815F3D63A0C}"/>
          </ac:spMkLst>
        </pc:spChg>
        <pc:spChg chg="mod">
          <ac:chgData name="Neoh Kee Lin" userId="9e68bd29-1eeb-4ae3-beb9-48fd59e465e5" providerId="ADAL" clId="{F596807C-CEBB-4869-A0B1-3300305125EF}" dt="2025-01-05T10:54:41.592" v="1014" actId="692"/>
          <ac:spMkLst>
            <pc:docMk/>
            <pc:sldMk cId="2132284620" sldId="296"/>
            <ac:spMk id="3" creationId="{DC47F74F-5AF1-5F5A-C0A8-E3EC0D8E6DEB}"/>
          </ac:spMkLst>
        </pc:spChg>
        <pc:spChg chg="mod">
          <ac:chgData name="Neoh Kee Lin" userId="9e68bd29-1eeb-4ae3-beb9-48fd59e465e5" providerId="ADAL" clId="{F596807C-CEBB-4869-A0B1-3300305125EF}" dt="2025-01-05T10:54:46.600" v="1015" actId="207"/>
          <ac:spMkLst>
            <pc:docMk/>
            <pc:sldMk cId="2132284620" sldId="296"/>
            <ac:spMk id="4" creationId="{7ECFEF62-ECB9-B24F-8E5D-E893D5ABBADF}"/>
          </ac:spMkLst>
        </pc:spChg>
        <pc:spChg chg="add mod">
          <ac:chgData name="Neoh Kee Lin" userId="9e68bd29-1eeb-4ae3-beb9-48fd59e465e5" providerId="ADAL" clId="{F596807C-CEBB-4869-A0B1-3300305125EF}" dt="2025-01-05T10:52:59.085" v="989" actId="403"/>
          <ac:spMkLst>
            <pc:docMk/>
            <pc:sldMk cId="2132284620" sldId="296"/>
            <ac:spMk id="7" creationId="{991C7740-B30A-266B-873B-176A5874E32B}"/>
          </ac:spMkLst>
        </pc:spChg>
      </pc:sldChg>
      <pc:sldChg chg="delSp modSp add mod">
        <pc:chgData name="Neoh Kee Lin" userId="9e68bd29-1eeb-4ae3-beb9-48fd59e465e5" providerId="ADAL" clId="{F596807C-CEBB-4869-A0B1-3300305125EF}" dt="2025-01-05T11:07:01.266" v="1197" actId="478"/>
        <pc:sldMkLst>
          <pc:docMk/>
          <pc:sldMk cId="2909320054" sldId="297"/>
        </pc:sldMkLst>
        <pc:spChg chg="mod">
          <ac:chgData name="Neoh Kee Lin" userId="9e68bd29-1eeb-4ae3-beb9-48fd59e465e5" providerId="ADAL" clId="{F596807C-CEBB-4869-A0B1-3300305125EF}" dt="2025-01-05T10:53:28.919" v="992" actId="6549"/>
          <ac:spMkLst>
            <pc:docMk/>
            <pc:sldMk cId="2909320054" sldId="297"/>
            <ac:spMk id="2" creationId="{FD8E3200-80F8-A3A9-4D20-030FEF099F8C}"/>
          </ac:spMkLst>
        </pc:spChg>
        <pc:spChg chg="mod">
          <ac:chgData name="Neoh Kee Lin" userId="9e68bd29-1eeb-4ae3-beb9-48fd59e465e5" providerId="ADAL" clId="{F596807C-CEBB-4869-A0B1-3300305125EF}" dt="2025-01-05T10:56:58.138" v="1039" actId="6549"/>
          <ac:spMkLst>
            <pc:docMk/>
            <pc:sldMk cId="2909320054" sldId="297"/>
            <ac:spMk id="3" creationId="{CE34145E-3091-5D69-96FA-C31D24BC8AF4}"/>
          </ac:spMkLst>
        </pc:spChg>
        <pc:spChg chg="mod">
          <ac:chgData name="Neoh Kee Lin" userId="9e68bd29-1eeb-4ae3-beb9-48fd59e465e5" providerId="ADAL" clId="{F596807C-CEBB-4869-A0B1-3300305125EF}" dt="2025-01-05T10:57:37.845" v="1077" actId="20577"/>
          <ac:spMkLst>
            <pc:docMk/>
            <pc:sldMk cId="2909320054" sldId="297"/>
            <ac:spMk id="4" creationId="{118C8AF9-1A7D-0C1D-41CD-4CDE405FDAFD}"/>
          </ac:spMkLst>
        </pc:spChg>
        <pc:spChg chg="mod">
          <ac:chgData name="Neoh Kee Lin" userId="9e68bd29-1eeb-4ae3-beb9-48fd59e465e5" providerId="ADAL" clId="{F596807C-CEBB-4869-A0B1-3300305125EF}" dt="2025-01-05T10:53:54.307" v="1001" actId="6549"/>
          <ac:spMkLst>
            <pc:docMk/>
            <pc:sldMk cId="2909320054" sldId="297"/>
            <ac:spMk id="7" creationId="{6A1B5CC1-BD35-2D46-F4D7-95689D44CDDE}"/>
          </ac:spMkLst>
        </pc:spChg>
      </pc:sldChg>
      <pc:sldChg chg="delSp modSp add mod">
        <pc:chgData name="Neoh Kee Lin" userId="9e68bd29-1eeb-4ae3-beb9-48fd59e465e5" providerId="ADAL" clId="{F596807C-CEBB-4869-A0B1-3300305125EF}" dt="2025-01-05T11:07:03.300" v="1198" actId="478"/>
        <pc:sldMkLst>
          <pc:docMk/>
          <pc:sldMk cId="937872832" sldId="298"/>
        </pc:sldMkLst>
        <pc:spChg chg="mod">
          <ac:chgData name="Neoh Kee Lin" userId="9e68bd29-1eeb-4ae3-beb9-48fd59e465e5" providerId="ADAL" clId="{F596807C-CEBB-4869-A0B1-3300305125EF}" dt="2025-01-05T10:58:18.597" v="1081" actId="6549"/>
          <ac:spMkLst>
            <pc:docMk/>
            <pc:sldMk cId="937872832" sldId="298"/>
            <ac:spMk id="2" creationId="{5937264D-9DA3-A75D-B23B-E1D4AE3AB265}"/>
          </ac:spMkLst>
        </pc:spChg>
        <pc:spChg chg="mod">
          <ac:chgData name="Neoh Kee Lin" userId="9e68bd29-1eeb-4ae3-beb9-48fd59e465e5" providerId="ADAL" clId="{F596807C-CEBB-4869-A0B1-3300305125EF}" dt="2025-01-05T10:58:28.680" v="1087" actId="20577"/>
          <ac:spMkLst>
            <pc:docMk/>
            <pc:sldMk cId="937872832" sldId="298"/>
            <ac:spMk id="3" creationId="{3BAAE236-09C1-D603-A5E8-E173733007B8}"/>
          </ac:spMkLst>
        </pc:spChg>
        <pc:spChg chg="mod">
          <ac:chgData name="Neoh Kee Lin" userId="9e68bd29-1eeb-4ae3-beb9-48fd59e465e5" providerId="ADAL" clId="{F596807C-CEBB-4869-A0B1-3300305125EF}" dt="2025-01-05T10:59:40.341" v="1100" actId="13926"/>
          <ac:spMkLst>
            <pc:docMk/>
            <pc:sldMk cId="937872832" sldId="298"/>
            <ac:spMk id="4" creationId="{A6DDF163-3137-0988-2FDE-147BA19760BE}"/>
          </ac:spMkLst>
        </pc:spChg>
        <pc:spChg chg="mod">
          <ac:chgData name="Neoh Kee Lin" userId="9e68bd29-1eeb-4ae3-beb9-48fd59e465e5" providerId="ADAL" clId="{F596807C-CEBB-4869-A0B1-3300305125EF}" dt="2025-01-05T10:58:24.834" v="1085" actId="20577"/>
          <ac:spMkLst>
            <pc:docMk/>
            <pc:sldMk cId="937872832" sldId="298"/>
            <ac:spMk id="7" creationId="{1ABA20B6-4028-FADF-BBFF-9D920E5208BF}"/>
          </ac:spMkLst>
        </pc:spChg>
      </pc:sldChg>
      <pc:sldChg chg="delSp modSp add mod">
        <pc:chgData name="Neoh Kee Lin" userId="9e68bd29-1eeb-4ae3-beb9-48fd59e465e5" providerId="ADAL" clId="{F596807C-CEBB-4869-A0B1-3300305125EF}" dt="2025-01-05T11:06:42.660" v="1194" actId="478"/>
        <pc:sldMkLst>
          <pc:docMk/>
          <pc:sldMk cId="3629743004" sldId="299"/>
        </pc:sldMkLst>
        <pc:spChg chg="mod">
          <ac:chgData name="Neoh Kee Lin" userId="9e68bd29-1eeb-4ae3-beb9-48fd59e465e5" providerId="ADAL" clId="{F596807C-CEBB-4869-A0B1-3300305125EF}" dt="2025-01-05T10:59:59.798" v="1104" actId="6549"/>
          <ac:spMkLst>
            <pc:docMk/>
            <pc:sldMk cId="3629743004" sldId="299"/>
            <ac:spMk id="2" creationId="{07C533A8-5864-43B5-80A8-0CF30B737CFF}"/>
          </ac:spMkLst>
        </pc:spChg>
        <pc:spChg chg="mod">
          <ac:chgData name="Neoh Kee Lin" userId="9e68bd29-1eeb-4ae3-beb9-48fd59e465e5" providerId="ADAL" clId="{F596807C-CEBB-4869-A0B1-3300305125EF}" dt="2025-01-05T11:00:32.836" v="1112"/>
          <ac:spMkLst>
            <pc:docMk/>
            <pc:sldMk cId="3629743004" sldId="299"/>
            <ac:spMk id="3" creationId="{1228DE1E-5391-DBE4-08B5-8526EEFB0223}"/>
          </ac:spMkLst>
        </pc:spChg>
        <pc:spChg chg="mod">
          <ac:chgData name="Neoh Kee Lin" userId="9e68bd29-1eeb-4ae3-beb9-48fd59e465e5" providerId="ADAL" clId="{F596807C-CEBB-4869-A0B1-3300305125EF}" dt="2025-01-05T11:01:10.295" v="1114" actId="13926"/>
          <ac:spMkLst>
            <pc:docMk/>
            <pc:sldMk cId="3629743004" sldId="299"/>
            <ac:spMk id="4" creationId="{23DD650C-A98F-E281-D710-15D6938EF096}"/>
          </ac:spMkLst>
        </pc:spChg>
        <pc:spChg chg="mod">
          <ac:chgData name="Neoh Kee Lin" userId="9e68bd29-1eeb-4ae3-beb9-48fd59e465e5" providerId="ADAL" clId="{F596807C-CEBB-4869-A0B1-3300305125EF}" dt="2025-01-05T11:02:28.230" v="1136" actId="20577"/>
          <ac:spMkLst>
            <pc:docMk/>
            <pc:sldMk cId="3629743004" sldId="299"/>
            <ac:spMk id="7" creationId="{1443E66F-F921-9F75-47A0-50830A740534}"/>
          </ac:spMkLst>
        </pc:spChg>
      </pc:sldChg>
      <pc:sldChg chg="delSp modSp add mod">
        <pc:chgData name="Neoh Kee Lin" userId="9e68bd29-1eeb-4ae3-beb9-48fd59e465e5" providerId="ADAL" clId="{F596807C-CEBB-4869-A0B1-3300305125EF}" dt="2025-01-05T11:06:39.235" v="1193" actId="478"/>
        <pc:sldMkLst>
          <pc:docMk/>
          <pc:sldMk cId="940566576" sldId="300"/>
        </pc:sldMkLst>
        <pc:spChg chg="mod">
          <ac:chgData name="Neoh Kee Lin" userId="9e68bd29-1eeb-4ae3-beb9-48fd59e465e5" providerId="ADAL" clId="{F596807C-CEBB-4869-A0B1-3300305125EF}" dt="2025-01-05T11:01:27.542" v="1118" actId="20577"/>
          <ac:spMkLst>
            <pc:docMk/>
            <pc:sldMk cId="940566576" sldId="300"/>
            <ac:spMk id="2" creationId="{F0B56756-0C31-DB26-8DA3-B04417516EE6}"/>
          </ac:spMkLst>
        </pc:spChg>
        <pc:spChg chg="mod">
          <ac:chgData name="Neoh Kee Lin" userId="9e68bd29-1eeb-4ae3-beb9-48fd59e465e5" providerId="ADAL" clId="{F596807C-CEBB-4869-A0B1-3300305125EF}" dt="2025-01-05T11:01:43.143" v="1119"/>
          <ac:spMkLst>
            <pc:docMk/>
            <pc:sldMk cId="940566576" sldId="300"/>
            <ac:spMk id="3" creationId="{01B7B644-E542-345F-186E-C3AE1B3B09CE}"/>
          </ac:spMkLst>
        </pc:spChg>
        <pc:spChg chg="mod">
          <ac:chgData name="Neoh Kee Lin" userId="9e68bd29-1eeb-4ae3-beb9-48fd59e465e5" providerId="ADAL" clId="{F596807C-CEBB-4869-A0B1-3300305125EF}" dt="2025-01-05T11:05:08.039" v="1157"/>
          <ac:spMkLst>
            <pc:docMk/>
            <pc:sldMk cId="940566576" sldId="300"/>
            <ac:spMk id="4" creationId="{DDC68691-B221-DAE0-D715-D61CB1C694A3}"/>
          </ac:spMkLst>
        </pc:spChg>
        <pc:spChg chg="mod">
          <ac:chgData name="Neoh Kee Lin" userId="9e68bd29-1eeb-4ae3-beb9-48fd59e465e5" providerId="ADAL" clId="{F596807C-CEBB-4869-A0B1-3300305125EF}" dt="2025-01-05T11:02:15.906" v="1132" actId="6549"/>
          <ac:spMkLst>
            <pc:docMk/>
            <pc:sldMk cId="940566576" sldId="300"/>
            <ac:spMk id="7" creationId="{9A3D82E3-8F3D-4664-4D47-30301CB20727}"/>
          </ac:spMkLst>
        </pc:spChg>
      </pc:sldChg>
      <pc:sldChg chg="delSp modSp add mod">
        <pc:chgData name="Neoh Kee Lin" userId="9e68bd29-1eeb-4ae3-beb9-48fd59e465e5" providerId="ADAL" clId="{F596807C-CEBB-4869-A0B1-3300305125EF}" dt="2025-01-05T11:06:36.236" v="1192" actId="478"/>
        <pc:sldMkLst>
          <pc:docMk/>
          <pc:sldMk cId="3697585649" sldId="301"/>
        </pc:sldMkLst>
        <pc:spChg chg="mod">
          <ac:chgData name="Neoh Kee Lin" userId="9e68bd29-1eeb-4ae3-beb9-48fd59e465e5" providerId="ADAL" clId="{F596807C-CEBB-4869-A0B1-3300305125EF}" dt="2025-01-05T11:03:35.470" v="1143"/>
          <ac:spMkLst>
            <pc:docMk/>
            <pc:sldMk cId="3697585649" sldId="301"/>
            <ac:spMk id="2" creationId="{4A72666B-7B2B-8A17-8E81-269D617D9771}"/>
          </ac:spMkLst>
        </pc:spChg>
        <pc:spChg chg="mod">
          <ac:chgData name="Neoh Kee Lin" userId="9e68bd29-1eeb-4ae3-beb9-48fd59e465e5" providerId="ADAL" clId="{F596807C-CEBB-4869-A0B1-3300305125EF}" dt="2025-01-05T11:04:12.936" v="1146"/>
          <ac:spMkLst>
            <pc:docMk/>
            <pc:sldMk cId="3697585649" sldId="301"/>
            <ac:spMk id="3" creationId="{E8698A1B-DE30-A025-C00B-8D1680769CC8}"/>
          </ac:spMkLst>
        </pc:spChg>
        <pc:spChg chg="mod">
          <ac:chgData name="Neoh Kee Lin" userId="9e68bd29-1eeb-4ae3-beb9-48fd59e465e5" providerId="ADAL" clId="{F596807C-CEBB-4869-A0B1-3300305125EF}" dt="2025-01-05T11:06:21.023" v="1190" actId="6549"/>
          <ac:spMkLst>
            <pc:docMk/>
            <pc:sldMk cId="3697585649" sldId="301"/>
            <ac:spMk id="4" creationId="{9A925732-A0C4-F070-4D51-7C0233CBD1E2}"/>
          </ac:spMkLst>
        </pc:spChg>
        <pc:spChg chg="mod">
          <ac:chgData name="Neoh Kee Lin" userId="9e68bd29-1eeb-4ae3-beb9-48fd59e465e5" providerId="ADAL" clId="{F596807C-CEBB-4869-A0B1-3300305125EF}" dt="2025-01-05T11:05:56.800" v="1187"/>
          <ac:spMkLst>
            <pc:docMk/>
            <pc:sldMk cId="3697585649" sldId="301"/>
            <ac:spMk id="7" creationId="{C605D1FC-AD35-C627-A4D5-2E3D3AEC596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9A4E9E03-541D-4B34-A424-288CC29380ED}" type="datetimeFigureOut">
              <a:rPr lang="en-US" altLang="en-US"/>
              <a:pPr>
                <a:defRPr/>
              </a:pPr>
              <a:t>1/13/2025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4FFB8E2-6261-46DC-824B-797886C660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1823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30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Merge Sort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8A96218-FD68-4ACD-B68A-2A4DEC18C2F6}" type="datetime8">
              <a:rPr lang="en-US" altLang="en-US" sz="1300" smtClean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1/13/2025 10:28 AM</a:t>
            </a:fld>
            <a:endParaRPr lang="en-US" altLang="en-US" sz="1300">
              <a:solidFill>
                <a:srgbClr val="0000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638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82A28B-FD26-4FD4-8DFE-A445D4B2EDAA}" type="slidenum">
              <a:rPr lang="en-US" altLang="en-US" sz="13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3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63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5542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algn="ctr" eaLnBrk="1" hangingPunct="1">
                  <a:defRPr/>
                </a:pPr>
                <a:endParaRPr lang="en-US" altLang="en-US" sz="2400">
                  <a:solidFill>
                    <a:srgbClr val="40458C"/>
                  </a:solidFill>
                </a:endParaRPr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6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sp>
        <p:nvSpPr>
          <p:cNvPr id="518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18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C06973-D892-4024-BB40-55D1399F60D5}" type="datetime8">
              <a:rPr lang="en-US" altLang="en-US"/>
              <a:pPr>
                <a:defRPr/>
              </a:pPr>
              <a:t>1/13/2025 10:28 AM</a:t>
            </a:fld>
            <a:endParaRPr lang="en-US" altLang="en-US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080078-37F5-4F5B-A0BA-ACFF2ECFAE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483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42066F-1D8F-4BD0-A6E8-FF22B8CC5CAC}" type="datetime8">
              <a:rPr lang="en-US" altLang="en-US"/>
              <a:pPr>
                <a:defRPr/>
              </a:pPr>
              <a:t>1/13/2025 10:28 AM</a:t>
            </a:fld>
            <a:endParaRPr lang="en-US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8A131F-8B6B-43CA-B343-AE7F56F11FE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1171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56C442-185C-4721-A482-899FB9149EAF}" type="datetime8">
              <a:rPr lang="en-US" altLang="en-US"/>
              <a:pPr>
                <a:defRPr/>
              </a:pPr>
              <a:t>1/13/2025 10:28 AM</a:t>
            </a:fld>
            <a:endParaRPr lang="en-US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3B25BC-0385-4549-A07A-5730852E8A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6064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359285-228A-4E6D-B7DE-BBB9A80C8638}" type="datetime8">
              <a:rPr lang="en-US" altLang="en-US"/>
              <a:pPr>
                <a:defRPr/>
              </a:pPr>
              <a:t>1/13/2025 10:28 AM</a:t>
            </a:fld>
            <a:endParaRPr lang="en-US" alt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423A9C-65E7-404A-967E-26F831631E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0853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FEEE13-8173-4EE6-91DF-3526CFC8AB27}" type="datetime8">
              <a:rPr lang="en-US" altLang="en-US"/>
              <a:pPr>
                <a:defRPr/>
              </a:pPr>
              <a:t>1/13/2025 10:28 AM</a:t>
            </a:fld>
            <a:endParaRPr lang="en-US" altLang="en-US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AD0400-5B0E-4A72-A52D-6B9A653230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9493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983BF3-D897-403B-9FEC-3F2FD11E6F58}" type="datetime8">
              <a:rPr lang="en-US" altLang="en-US"/>
              <a:pPr>
                <a:defRPr/>
              </a:pPr>
              <a:t>1/13/2025 10:28 AM</a:t>
            </a:fld>
            <a:endParaRPr lang="en-US" altLang="en-US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C64A6D-B35D-4AE7-8334-992EC65D00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5237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656D8C-101E-48A6-AAB6-FA3D77330B5C}" type="datetime8">
              <a:rPr lang="en-US" altLang="en-US"/>
              <a:pPr>
                <a:defRPr/>
              </a:pPr>
              <a:t>1/13/2025 10:28 AM</a:t>
            </a:fld>
            <a:endParaRPr lang="en-US" altLang="en-US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06811B-0AFB-46D0-8470-5B13389AC1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327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BBF559-A043-4BE8-AD54-4201D3E2BCB1}" type="datetime8">
              <a:rPr lang="en-US" altLang="en-US"/>
              <a:pPr>
                <a:defRPr/>
              </a:pPr>
              <a:t>1/13/2025 10:28 AM</a:t>
            </a:fld>
            <a:endParaRPr lang="en-US" alt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DCC7BD-8704-4D88-B053-FA0707991F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2590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8CFFB3-C351-4606-84E1-B0992B741470}" type="datetime8">
              <a:rPr lang="en-US" altLang="en-US"/>
              <a:pPr>
                <a:defRPr/>
              </a:pPr>
              <a:t>1/13/2025 10:28 AM</a:t>
            </a:fld>
            <a:endParaRPr lang="en-US" alt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F95EB3-CFA7-4992-A017-E75319AC0A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9394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48A965-931C-4DA4-900B-245BD9B1C478}" type="datetime8">
              <a:rPr lang="en-US" altLang="en-US"/>
              <a:pPr>
                <a:defRPr/>
              </a:pPr>
              <a:t>1/13/2025 10:28 AM</a:t>
            </a:fld>
            <a:endParaRPr lang="en-US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C6C711-9F18-4558-AE28-4BCC3C9A6B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72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CA5629-32B9-4B76-9011-4BFEF2D4D946}" type="datetime8">
              <a:rPr lang="en-US" altLang="en-US"/>
              <a:pPr>
                <a:defRPr/>
              </a:pPr>
              <a:t>1/13/2025 10:28 AM</a:t>
            </a:fld>
            <a:endParaRPr lang="en-US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A96C6D-95B0-4563-BF5F-46B97BB203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48266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F60B03-8733-4B80-BFC5-CD451A030ED5}" type="datetime8">
              <a:rPr lang="en-US" altLang="en-US"/>
              <a:pPr>
                <a:defRPr/>
              </a:pPr>
              <a:t>1/13/2025 10:28 AM</a:t>
            </a:fld>
            <a:endParaRPr lang="en-US" alt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Chp7 Biconnectivity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6842A7-8934-45B3-8E1A-D092A312C6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332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1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2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3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4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5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6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7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8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9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0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1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2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3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4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5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6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7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8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9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90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91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2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3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4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5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6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7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8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9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0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1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2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3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4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5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6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7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8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9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0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1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2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3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4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5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6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7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8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9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</p:grpSp>
        <p:sp>
          <p:nvSpPr>
            <p:cNvPr id="1033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cs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solidFill>
                  <a:srgbClr val="40458C"/>
                </a:solidFill>
              </a:endParaRPr>
            </a:p>
          </p:txBody>
        </p:sp>
        <p:sp>
          <p:nvSpPr>
            <p:cNvPr id="1034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035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/>
              <p:cNvSpPr>
                <a:spLocks noChangeShapeType="1"/>
              </p:cNvSpPr>
              <p:nvPr/>
            </p:nvSpPr>
            <p:spPr bwMode="ltGray">
              <a:xfrm flipH="1">
                <a:off x="96" y="1037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37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38" name="Arc 62"/>
              <p:cNvSpPr>
                <a:spLocks/>
              </p:cNvSpPr>
              <p:nvPr/>
            </p:nvSpPr>
            <p:spPr bwMode="ltGray">
              <a:xfrm flipH="1">
                <a:off x="217" y="916"/>
                <a:ext cx="239" cy="239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61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40458C"/>
                </a:solidFill>
                <a:cs typeface="Arial" charset="0"/>
              </a:defRPr>
            </a:lvl1pPr>
          </a:lstStyle>
          <a:p>
            <a:pPr>
              <a:defRPr/>
            </a:pPr>
            <a:fld id="{4C99E6B0-374D-4A98-A0E3-45703BD0690A}" type="datetime8">
              <a:rPr lang="en-US" altLang="en-US"/>
              <a:pPr>
                <a:defRPr/>
              </a:pPr>
              <a:t>1/13/2025 10:28 AM</a:t>
            </a:fld>
            <a:endParaRPr lang="en-US" altLang="en-US"/>
          </a:p>
        </p:txBody>
      </p:sp>
      <p:sp>
        <p:nvSpPr>
          <p:cNvPr id="4162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40458C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4163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40458C"/>
                </a:solidFill>
              </a:defRPr>
            </a:lvl1pPr>
          </a:lstStyle>
          <a:p>
            <a:pPr>
              <a:defRPr/>
            </a:pPr>
            <a:fld id="{EE235AAA-78C2-4E1A-A93B-EC41EBED42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5" r:id="rId1"/>
    <p:sldLayoutId id="2147484066" r:id="rId2"/>
    <p:sldLayoutId id="2147484067" r:id="rId3"/>
    <p:sldLayoutId id="2147484068" r:id="rId4"/>
    <p:sldLayoutId id="2147484069" r:id="rId5"/>
    <p:sldLayoutId id="2147484070" r:id="rId6"/>
    <p:sldLayoutId id="2147484071" r:id="rId7"/>
    <p:sldLayoutId id="2147484072" r:id="rId8"/>
    <p:sldLayoutId id="2147484073" r:id="rId9"/>
    <p:sldLayoutId id="2147484074" r:id="rId10"/>
    <p:sldLayoutId id="2147484075" r:id="rId11"/>
    <p:sldLayoutId id="2147484076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1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6A4B1FA-745F-4E57-BEAD-76AB39EADFB8}" type="slidenum">
              <a:rPr lang="en-US" altLang="en-US" sz="1400" smtClean="0">
                <a:solidFill>
                  <a:srgbClr val="40458C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>
              <a:solidFill>
                <a:srgbClr val="40458C"/>
              </a:solidFill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676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Lecture 10 </a:t>
            </a:r>
            <a:br>
              <a:rPr lang="en-US" altLang="en-US"/>
            </a:br>
            <a:r>
              <a:rPr lang="en-US" altLang="en-US"/>
              <a:t>Dynamic Programming</a:t>
            </a:r>
          </a:p>
        </p:txBody>
      </p:sp>
      <p:pic>
        <p:nvPicPr>
          <p:cNvPr id="15364" name="Picture 3" descr="j019895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2667000"/>
            <a:ext cx="2819400" cy="276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7F74499-CC2D-4CA2-9672-0439E2971AAB}" type="slidenum">
              <a:rPr lang="en-US" altLang="en-US" sz="1400" smtClean="0">
                <a:solidFill>
                  <a:srgbClr val="40458C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>
              <a:solidFill>
                <a:srgbClr val="40458C"/>
              </a:solidFill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Learning Outcome</a:t>
            </a:r>
          </a:p>
        </p:txBody>
      </p:sp>
      <p:sp>
        <p:nvSpPr>
          <p:cNvPr id="1741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7772400" cy="24384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The General Technique</a:t>
            </a:r>
          </a:p>
          <a:p>
            <a:pPr eaLnBrk="1" hangingPunct="1"/>
            <a:r>
              <a:rPr lang="en-US" altLang="en-US" sz="2800" dirty="0"/>
              <a:t>0-1 Knapsack Problem</a:t>
            </a:r>
          </a:p>
          <a:p>
            <a:pPr eaLnBrk="1" hangingPunct="1"/>
            <a:r>
              <a:rPr lang="en-MY" altLang="en-US" sz="2800" dirty="0"/>
              <a:t>Transitive closure</a:t>
            </a:r>
          </a:p>
          <a:p>
            <a:pPr lvl="1" eaLnBrk="1" hangingPunct="1"/>
            <a:r>
              <a:rPr lang="en-MY" altLang="en-US" sz="2400" dirty="0"/>
              <a:t>The Floyd-</a:t>
            </a:r>
            <a:r>
              <a:rPr lang="en-MY" altLang="en-US" sz="2400" dirty="0" err="1"/>
              <a:t>Warshall</a:t>
            </a:r>
            <a:r>
              <a:rPr lang="en-MY" altLang="en-US" sz="2400" dirty="0"/>
              <a:t> Algorithm</a:t>
            </a:r>
          </a:p>
          <a:p>
            <a:pPr eaLnBrk="1" hangingPunct="1"/>
            <a:endParaRPr lang="en-US" alt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39A8807-4039-4750-8948-6410076747A7}" type="slidenum">
              <a:rPr lang="en-US" altLang="en-US" sz="1400" smtClean="0">
                <a:solidFill>
                  <a:srgbClr val="40458C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>
              <a:solidFill>
                <a:srgbClr val="40458C"/>
              </a:solidFill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6858000" cy="1143000"/>
          </a:xfrm>
        </p:spPr>
        <p:txBody>
          <a:bodyPr/>
          <a:lstStyle/>
          <a:p>
            <a:pPr eaLnBrk="1" hangingPunct="1"/>
            <a:r>
              <a:rPr lang="en-US" altLang="en-US"/>
              <a:t>The General Dynamic Programming Technique</a:t>
            </a:r>
          </a:p>
        </p:txBody>
      </p:sp>
      <p:sp>
        <p:nvSpPr>
          <p:cNvPr id="2765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077200" cy="49530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800" dirty="0"/>
              <a:t>Applies to a problem that at first seems to require a lot of time (possibly exponential), provided we have: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400" b="1" dirty="0">
                <a:solidFill>
                  <a:schemeClr val="tx2"/>
                </a:solidFill>
              </a:rPr>
              <a:t>Simple subproblems:</a:t>
            </a:r>
            <a:r>
              <a:rPr lang="en-US" altLang="en-US" sz="2400" dirty="0"/>
              <a:t> the subproblems can be defined in terms of a </a:t>
            </a:r>
            <a:r>
              <a:rPr lang="en-US" altLang="en-US" sz="2400" u="sng" dirty="0"/>
              <a:t>few variables</a:t>
            </a:r>
            <a:r>
              <a:rPr lang="en-US" altLang="en-US" sz="2400" dirty="0"/>
              <a:t>, such as j, k, l, m, and so on.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400" b="1" dirty="0">
                <a:solidFill>
                  <a:schemeClr val="tx2"/>
                </a:solidFill>
              </a:rPr>
              <a:t>Subproblem optimality:</a:t>
            </a:r>
            <a:r>
              <a:rPr lang="en-US" altLang="en-US" sz="2400" dirty="0"/>
              <a:t> the global optimum value can be defined in terms of optimal subproblems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400" b="1" dirty="0">
                <a:solidFill>
                  <a:schemeClr val="tx2"/>
                </a:solidFill>
              </a:rPr>
              <a:t>Subproblem overlap:</a:t>
            </a:r>
            <a:r>
              <a:rPr lang="en-US" altLang="en-US" sz="2400" dirty="0"/>
              <a:t> the subproblems are not independent, but instead they overlap (hence, should be constructed </a:t>
            </a:r>
            <a:r>
              <a:rPr lang="en-US" altLang="en-US" sz="2400" u="sng" dirty="0"/>
              <a:t>bottom-up</a:t>
            </a:r>
            <a:r>
              <a:rPr lang="en-US" altLang="en-US" sz="2400" dirty="0"/>
              <a:t>).</a:t>
            </a:r>
          </a:p>
        </p:txBody>
      </p:sp>
      <p:pic>
        <p:nvPicPr>
          <p:cNvPr id="27653" name="Picture 4" descr="BD07494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6488" y="228600"/>
            <a:ext cx="1198562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C067496-DB31-4B02-B067-3B54ED9A517B}" type="slidenum">
              <a:rPr lang="en-US" altLang="en-US" sz="1400" smtClean="0">
                <a:solidFill>
                  <a:srgbClr val="40458C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>
              <a:solidFill>
                <a:srgbClr val="40458C"/>
              </a:solidFill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/>
              <a:t>The 0/1 Knapsack Problem</a:t>
            </a:r>
          </a:p>
        </p:txBody>
      </p:sp>
      <p:sp>
        <p:nvSpPr>
          <p:cNvPr id="2867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2296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Given: A set S of n items, with each item </a:t>
            </a:r>
            <a:r>
              <a:rPr lang="en-US" altLang="en-US" sz="2400" dirty="0" err="1"/>
              <a:t>i</a:t>
            </a:r>
            <a:r>
              <a:rPr lang="en-US" altLang="en-US" sz="2400" dirty="0"/>
              <a:t> having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b</a:t>
            </a:r>
            <a:r>
              <a:rPr lang="en-US" altLang="en-US" sz="2000" baseline="-25000" dirty="0"/>
              <a:t>i</a:t>
            </a:r>
            <a:r>
              <a:rPr lang="en-US" altLang="en-US" sz="2000" dirty="0"/>
              <a:t> - a positive benefit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err="1"/>
              <a:t>w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 - a positive weight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Goal: Choose items with maximum total benefit but with weight at most W.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If we are </a:t>
            </a:r>
            <a:r>
              <a:rPr lang="en-US" altLang="en-US" sz="2400" b="1" dirty="0">
                <a:solidFill>
                  <a:schemeClr val="tx2"/>
                </a:solidFill>
              </a:rPr>
              <a:t>not allowed</a:t>
            </a:r>
            <a:r>
              <a:rPr lang="en-US" altLang="en-US" sz="2400" dirty="0"/>
              <a:t> to take fractional amounts, then this is the </a:t>
            </a:r>
            <a:r>
              <a:rPr lang="en-US" altLang="en-US" sz="2400" b="1" dirty="0">
                <a:solidFill>
                  <a:schemeClr val="tx2"/>
                </a:solidFill>
              </a:rPr>
              <a:t>0/1 knapsack problem</a:t>
            </a:r>
            <a:r>
              <a:rPr lang="en-US" altLang="en-US" sz="2400" dirty="0"/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In this case, we let T</a:t>
            </a:r>
            <a:r>
              <a:rPr lang="en-US" altLang="en-US" sz="2000" baseline="-25000" dirty="0"/>
              <a:t> </a:t>
            </a:r>
            <a:r>
              <a:rPr lang="en-US" altLang="en-US" sz="2000" dirty="0"/>
              <a:t>denote the set of items we take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Objective: maximize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000" dirty="0"/>
          </a:p>
          <a:p>
            <a:pPr lvl="1" eaLnBrk="1" hangingPunct="1">
              <a:lnSpc>
                <a:spcPct val="90000"/>
              </a:lnSpc>
            </a:pPr>
            <a:endParaRPr lang="en-US" alt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Constraint:</a:t>
            </a:r>
            <a:endParaRPr lang="en-US" altLang="en-US" sz="2000" b="1" dirty="0">
              <a:solidFill>
                <a:schemeClr val="tx2"/>
              </a:solidFill>
            </a:endParaRPr>
          </a:p>
        </p:txBody>
      </p:sp>
      <p:graphicFrame>
        <p:nvGraphicFramePr>
          <p:cNvPr id="28677" name="Object 4"/>
          <p:cNvGraphicFramePr>
            <a:graphicFrameLocks noChangeAspect="1"/>
          </p:cNvGraphicFramePr>
          <p:nvPr/>
        </p:nvGraphicFramePr>
        <p:xfrm>
          <a:off x="7526338" y="152400"/>
          <a:ext cx="1328737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2225644" imgH="2682844" progId="MS_ClipArt_Gallery.5">
                  <p:embed/>
                </p:oleObj>
              </mc:Choice>
              <mc:Fallback>
                <p:oleObj name="Clip" r:id="rId3" imgW="2225644" imgH="2682844" progId="MS_ClipArt_Gallery.5">
                  <p:embed/>
                  <p:pic>
                    <p:nvPicPr>
                      <p:cNvPr id="2867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6338" y="152400"/>
                        <a:ext cx="1328737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5"/>
          <p:cNvGraphicFramePr>
            <a:graphicFrameLocks noChangeAspect="1"/>
          </p:cNvGraphicFramePr>
          <p:nvPr/>
        </p:nvGraphicFramePr>
        <p:xfrm>
          <a:off x="4529138" y="4648200"/>
          <a:ext cx="817562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0057" imgH="342751" progId="Equation.3">
                  <p:embed/>
                </p:oleObj>
              </mc:Choice>
              <mc:Fallback>
                <p:oleObj name="Equation" r:id="rId5" imgW="330057" imgH="342751" progId="Equation.3">
                  <p:embed/>
                  <p:pic>
                    <p:nvPicPr>
                      <p:cNvPr id="2867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9138" y="4648200"/>
                        <a:ext cx="817562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Object 6"/>
          <p:cNvGraphicFramePr>
            <a:graphicFrameLocks noChangeAspect="1"/>
          </p:cNvGraphicFramePr>
          <p:nvPr/>
        </p:nvGraphicFramePr>
        <p:xfrm>
          <a:off x="3205163" y="5638800"/>
          <a:ext cx="1636712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60113" imgH="342751" progId="Equation.3">
                  <p:embed/>
                </p:oleObj>
              </mc:Choice>
              <mc:Fallback>
                <p:oleObj name="Equation" r:id="rId7" imgW="660113" imgH="342751" progId="Equation.3">
                  <p:embed/>
                  <p:pic>
                    <p:nvPicPr>
                      <p:cNvPr id="2867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5163" y="5638800"/>
                        <a:ext cx="1636712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79B8F0-3007-4265-9D54-CB5E7E66C56B}" type="slidenum">
              <a:rPr lang="en-US" altLang="en-US" sz="1400" smtClean="0">
                <a:solidFill>
                  <a:srgbClr val="40458C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 dirty="0">
              <a:solidFill>
                <a:srgbClr val="40458C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086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A 0/1 Knapsack Algorithm, First Attempt</a:t>
            </a:r>
          </a:p>
        </p:txBody>
      </p:sp>
      <p:sp>
        <p:nvSpPr>
          <p:cNvPr id="3072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11188" y="1524000"/>
            <a:ext cx="82296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u="sng" dirty="0"/>
              <a:t>Greedy</a:t>
            </a:r>
            <a:r>
              <a:rPr lang="en-US" altLang="en-US" sz="2400" dirty="0"/>
              <a:t>: repeatedly add item with maximum ratio, benefit/ weight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Problem: greedy method does not have </a:t>
            </a:r>
            <a:r>
              <a:rPr lang="en-US" altLang="en-US" sz="2400" dirty="0" err="1"/>
              <a:t>subproblem</a:t>
            </a:r>
            <a:r>
              <a:rPr lang="en-US" altLang="en-US" sz="2400" dirty="0"/>
              <a:t> optimality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W = 11 kg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{5, 2, 1} has benefit =28+6+1= 35, </a:t>
            </a:r>
            <a:r>
              <a:rPr lang="en-US" altLang="en-US" sz="2400" u="sng" dirty="0"/>
              <a:t>greedy not optimal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{3, 4} has optimum benefit of 40 (18+22)!</a:t>
            </a:r>
          </a:p>
        </p:txBody>
      </p:sp>
      <p:graphicFrame>
        <p:nvGraphicFramePr>
          <p:cNvPr id="30725" name="Object 4"/>
          <p:cNvGraphicFramePr>
            <a:graphicFrameLocks noChangeAspect="1"/>
          </p:cNvGraphicFramePr>
          <p:nvPr/>
        </p:nvGraphicFramePr>
        <p:xfrm>
          <a:off x="7526338" y="152400"/>
          <a:ext cx="1328737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2225644" imgH="2682844" progId="MS_ClipArt_Gallery.5">
                  <p:embed/>
                </p:oleObj>
              </mc:Choice>
              <mc:Fallback>
                <p:oleObj name="Clip" r:id="rId3" imgW="2225644" imgH="2682844" progId="MS_ClipArt_Gallery.5">
                  <p:embed/>
                  <p:pic>
                    <p:nvPicPr>
                      <p:cNvPr id="3072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6338" y="152400"/>
                        <a:ext cx="1328737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6" name="Text Box 47"/>
          <p:cNvSpPr txBox="1">
            <a:spLocks noChangeArrowheads="1"/>
          </p:cNvSpPr>
          <p:nvPr/>
        </p:nvSpPr>
        <p:spPr bwMode="auto">
          <a:xfrm>
            <a:off x="2519363" y="4921548"/>
            <a:ext cx="189388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Weight (kg):</a:t>
            </a:r>
          </a:p>
        </p:txBody>
      </p:sp>
      <p:sp>
        <p:nvSpPr>
          <p:cNvPr id="30727" name="Text Box 48"/>
          <p:cNvSpPr txBox="1">
            <a:spLocks noChangeArrowheads="1"/>
          </p:cNvSpPr>
          <p:nvPr/>
        </p:nvSpPr>
        <p:spPr bwMode="auto">
          <a:xfrm>
            <a:off x="3149558" y="5297785"/>
            <a:ext cx="12430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Benefit:</a:t>
            </a:r>
          </a:p>
        </p:txBody>
      </p:sp>
      <p:sp>
        <p:nvSpPr>
          <p:cNvPr id="30728" name="Text Box 54"/>
          <p:cNvSpPr txBox="1">
            <a:spLocks noChangeArrowheads="1"/>
          </p:cNvSpPr>
          <p:nvPr/>
        </p:nvSpPr>
        <p:spPr bwMode="auto">
          <a:xfrm>
            <a:off x="4548703" y="4865985"/>
            <a:ext cx="3529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1</a:t>
            </a:r>
          </a:p>
        </p:txBody>
      </p:sp>
      <p:sp>
        <p:nvSpPr>
          <p:cNvPr id="30729" name="Text Box 55"/>
          <p:cNvSpPr txBox="1">
            <a:spLocks noChangeArrowheads="1"/>
          </p:cNvSpPr>
          <p:nvPr/>
        </p:nvSpPr>
        <p:spPr bwMode="auto">
          <a:xfrm>
            <a:off x="5291653" y="4865985"/>
            <a:ext cx="3529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2</a:t>
            </a:r>
          </a:p>
        </p:txBody>
      </p:sp>
      <p:sp>
        <p:nvSpPr>
          <p:cNvPr id="30730" name="Text Box 56"/>
          <p:cNvSpPr txBox="1">
            <a:spLocks noChangeArrowheads="1"/>
          </p:cNvSpPr>
          <p:nvPr/>
        </p:nvSpPr>
        <p:spPr bwMode="auto">
          <a:xfrm>
            <a:off x="5982216" y="4865985"/>
            <a:ext cx="3529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5</a:t>
            </a:r>
          </a:p>
        </p:txBody>
      </p:sp>
      <p:sp>
        <p:nvSpPr>
          <p:cNvPr id="30731" name="Text Box 57"/>
          <p:cNvSpPr txBox="1">
            <a:spLocks noChangeArrowheads="1"/>
          </p:cNvSpPr>
          <p:nvPr/>
        </p:nvSpPr>
        <p:spPr bwMode="auto">
          <a:xfrm>
            <a:off x="6674366" y="4865985"/>
            <a:ext cx="3529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6</a:t>
            </a:r>
          </a:p>
        </p:txBody>
      </p:sp>
      <p:sp>
        <p:nvSpPr>
          <p:cNvPr id="30732" name="Text Box 58"/>
          <p:cNvSpPr txBox="1">
            <a:spLocks noChangeArrowheads="1"/>
          </p:cNvSpPr>
          <p:nvPr/>
        </p:nvSpPr>
        <p:spPr bwMode="auto">
          <a:xfrm>
            <a:off x="7349053" y="4865985"/>
            <a:ext cx="3529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7</a:t>
            </a:r>
          </a:p>
        </p:txBody>
      </p:sp>
      <p:sp>
        <p:nvSpPr>
          <p:cNvPr id="30733" name="Text Box 59"/>
          <p:cNvSpPr txBox="1">
            <a:spLocks noChangeArrowheads="1"/>
          </p:cNvSpPr>
          <p:nvPr/>
        </p:nvSpPr>
        <p:spPr bwMode="auto">
          <a:xfrm>
            <a:off x="4550291" y="5246985"/>
            <a:ext cx="3529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1</a:t>
            </a:r>
          </a:p>
        </p:txBody>
      </p:sp>
      <p:sp>
        <p:nvSpPr>
          <p:cNvPr id="30734" name="Text Box 60"/>
          <p:cNvSpPr txBox="1">
            <a:spLocks noChangeArrowheads="1"/>
          </p:cNvSpPr>
          <p:nvPr/>
        </p:nvSpPr>
        <p:spPr bwMode="auto">
          <a:xfrm>
            <a:off x="5290859" y="5246985"/>
            <a:ext cx="3529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6</a:t>
            </a:r>
          </a:p>
        </p:txBody>
      </p:sp>
      <p:sp>
        <p:nvSpPr>
          <p:cNvPr id="30735" name="Text Box 61"/>
          <p:cNvSpPr txBox="1">
            <a:spLocks noChangeArrowheads="1"/>
          </p:cNvSpPr>
          <p:nvPr/>
        </p:nvSpPr>
        <p:spPr bwMode="auto">
          <a:xfrm>
            <a:off x="5898852" y="5246985"/>
            <a:ext cx="5212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18</a:t>
            </a:r>
          </a:p>
        </p:txBody>
      </p:sp>
      <p:sp>
        <p:nvSpPr>
          <p:cNvPr id="30736" name="Text Box 62"/>
          <p:cNvSpPr txBox="1">
            <a:spLocks noChangeArrowheads="1"/>
          </p:cNvSpPr>
          <p:nvPr/>
        </p:nvSpPr>
        <p:spPr bwMode="auto">
          <a:xfrm>
            <a:off x="6591796" y="5246985"/>
            <a:ext cx="5212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22</a:t>
            </a:r>
          </a:p>
        </p:txBody>
      </p:sp>
      <p:sp>
        <p:nvSpPr>
          <p:cNvPr id="30737" name="Text Box 63"/>
          <p:cNvSpPr txBox="1">
            <a:spLocks noChangeArrowheads="1"/>
          </p:cNvSpPr>
          <p:nvPr/>
        </p:nvSpPr>
        <p:spPr bwMode="auto">
          <a:xfrm>
            <a:off x="7264896" y="5246985"/>
            <a:ext cx="5212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28</a:t>
            </a:r>
          </a:p>
        </p:txBody>
      </p:sp>
      <p:sp>
        <p:nvSpPr>
          <p:cNvPr id="30738" name="Text Box 64"/>
          <p:cNvSpPr txBox="1">
            <a:spLocks noChangeArrowheads="1"/>
          </p:cNvSpPr>
          <p:nvPr/>
        </p:nvSpPr>
        <p:spPr bwMode="auto">
          <a:xfrm>
            <a:off x="3227388" y="4459585"/>
            <a:ext cx="1060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Items:</a:t>
            </a:r>
          </a:p>
        </p:txBody>
      </p:sp>
      <p:sp>
        <p:nvSpPr>
          <p:cNvPr id="30739" name="Text Box 54"/>
          <p:cNvSpPr txBox="1">
            <a:spLocks noChangeArrowheads="1"/>
          </p:cNvSpPr>
          <p:nvPr/>
        </p:nvSpPr>
        <p:spPr bwMode="auto">
          <a:xfrm>
            <a:off x="4548703" y="4423073"/>
            <a:ext cx="3529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1</a:t>
            </a:r>
          </a:p>
        </p:txBody>
      </p:sp>
      <p:sp>
        <p:nvSpPr>
          <p:cNvPr id="30740" name="Text Box 54"/>
          <p:cNvSpPr txBox="1">
            <a:spLocks noChangeArrowheads="1"/>
          </p:cNvSpPr>
          <p:nvPr/>
        </p:nvSpPr>
        <p:spPr bwMode="auto">
          <a:xfrm>
            <a:off x="5262284" y="4415135"/>
            <a:ext cx="3529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2</a:t>
            </a:r>
          </a:p>
        </p:txBody>
      </p:sp>
      <p:sp>
        <p:nvSpPr>
          <p:cNvPr id="30741" name="Text Box 54"/>
          <p:cNvSpPr txBox="1">
            <a:spLocks noChangeArrowheads="1"/>
          </p:cNvSpPr>
          <p:nvPr/>
        </p:nvSpPr>
        <p:spPr bwMode="auto">
          <a:xfrm>
            <a:off x="5960784" y="4415135"/>
            <a:ext cx="3529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3</a:t>
            </a:r>
          </a:p>
        </p:txBody>
      </p:sp>
      <p:sp>
        <p:nvSpPr>
          <p:cNvPr id="30742" name="Text Box 54"/>
          <p:cNvSpPr txBox="1">
            <a:spLocks noChangeArrowheads="1"/>
          </p:cNvSpPr>
          <p:nvPr/>
        </p:nvSpPr>
        <p:spPr bwMode="auto">
          <a:xfrm>
            <a:off x="6627534" y="4415135"/>
            <a:ext cx="3529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4</a:t>
            </a:r>
          </a:p>
        </p:txBody>
      </p:sp>
      <p:sp>
        <p:nvSpPr>
          <p:cNvPr id="30743" name="Text Box 54"/>
          <p:cNvSpPr txBox="1">
            <a:spLocks noChangeArrowheads="1"/>
          </p:cNvSpPr>
          <p:nvPr/>
        </p:nvSpPr>
        <p:spPr bwMode="auto">
          <a:xfrm>
            <a:off x="7349053" y="4415135"/>
            <a:ext cx="3529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5</a:t>
            </a:r>
          </a:p>
        </p:txBody>
      </p:sp>
      <p:sp>
        <p:nvSpPr>
          <p:cNvPr id="24" name="Text Box 48"/>
          <p:cNvSpPr txBox="1">
            <a:spLocks noChangeArrowheads="1"/>
          </p:cNvSpPr>
          <p:nvPr/>
        </p:nvSpPr>
        <p:spPr bwMode="auto">
          <a:xfrm>
            <a:off x="3273655" y="5862935"/>
            <a:ext cx="44858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Value:     1      3    3.6  3.67  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1F790D8-2051-49FC-9EB5-50CF9A3287A7}" type="slidenum">
              <a:rPr lang="en-US" altLang="en-US" sz="1400" smtClean="0">
                <a:solidFill>
                  <a:srgbClr val="40458C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>
              <a:solidFill>
                <a:srgbClr val="40458C"/>
              </a:solidFill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086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A 0/1 Knapsack Algorithm, Second Attempt</a:t>
            </a:r>
          </a:p>
        </p:txBody>
      </p:sp>
      <p:sp>
        <p:nvSpPr>
          <p:cNvPr id="3174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3058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S</a:t>
            </a:r>
            <a:r>
              <a:rPr lang="en-US" altLang="en-US" sz="2800" baseline="-25000" dirty="0" err="1"/>
              <a:t>k</a:t>
            </a:r>
            <a:r>
              <a:rPr lang="en-US" altLang="en-US" sz="2800" dirty="0"/>
              <a:t>: Set of items numbered 1 to k.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Define B[</a:t>
            </a:r>
            <a:r>
              <a:rPr lang="en-US" altLang="en-US" sz="2800" dirty="0" err="1"/>
              <a:t>k,w</a:t>
            </a:r>
            <a:r>
              <a:rPr lang="en-US" altLang="en-US" sz="2800" dirty="0"/>
              <a:t>] = </a:t>
            </a:r>
            <a:r>
              <a:rPr lang="en-US" altLang="en-US" sz="2800" u="sng" dirty="0"/>
              <a:t>best selection</a:t>
            </a:r>
            <a:r>
              <a:rPr lang="en-US" altLang="en-US" sz="2800" dirty="0"/>
              <a:t> from </a:t>
            </a:r>
            <a:r>
              <a:rPr lang="en-US" altLang="en-US" sz="2800" dirty="0" err="1"/>
              <a:t>S</a:t>
            </a:r>
            <a:r>
              <a:rPr lang="en-US" altLang="en-US" sz="2800" baseline="-25000" dirty="0" err="1"/>
              <a:t>k</a:t>
            </a:r>
            <a:r>
              <a:rPr lang="en-US" altLang="en-US" sz="2800" dirty="0"/>
              <a:t> with weight at most w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Good news: this does have </a:t>
            </a:r>
            <a:r>
              <a:rPr lang="en-US" altLang="en-US" sz="2800" u="sng" dirty="0"/>
              <a:t>subproblem optimality</a:t>
            </a:r>
            <a:r>
              <a:rPr lang="en-US" altLang="en-US" sz="2800" dirty="0"/>
              <a:t>: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i.e., best subset of </a:t>
            </a:r>
            <a:r>
              <a:rPr lang="en-US" altLang="en-US" sz="2800" dirty="0" err="1"/>
              <a:t>S</a:t>
            </a:r>
            <a:r>
              <a:rPr lang="en-US" altLang="en-US" sz="2800" baseline="-25000" dirty="0" err="1"/>
              <a:t>k</a:t>
            </a:r>
            <a:r>
              <a:rPr lang="en-US" altLang="en-US" sz="2800" dirty="0"/>
              <a:t> with weight exactly w is either the best subset of S</a:t>
            </a:r>
            <a:r>
              <a:rPr lang="en-US" altLang="en-US" sz="2800" baseline="-25000" dirty="0"/>
              <a:t>k-1</a:t>
            </a:r>
            <a:r>
              <a:rPr lang="en-US" altLang="en-US" sz="2800" dirty="0"/>
              <a:t> w/ weight w or the best subset of S</a:t>
            </a:r>
            <a:r>
              <a:rPr lang="en-US" altLang="en-US" sz="2800" baseline="-25000" dirty="0"/>
              <a:t>k-1</a:t>
            </a:r>
            <a:r>
              <a:rPr lang="en-US" altLang="en-US" sz="2800" dirty="0"/>
              <a:t> w/ weight w-</a:t>
            </a:r>
            <a:r>
              <a:rPr lang="en-US" altLang="en-US" sz="2800" dirty="0" err="1"/>
              <a:t>w</a:t>
            </a:r>
            <a:r>
              <a:rPr lang="en-US" altLang="en-US" sz="2800" baseline="-25000" dirty="0" err="1"/>
              <a:t>k</a:t>
            </a:r>
            <a:r>
              <a:rPr lang="en-US" altLang="en-US" sz="2800" dirty="0"/>
              <a:t> plus item k.</a:t>
            </a:r>
          </a:p>
        </p:txBody>
      </p:sp>
      <p:graphicFrame>
        <p:nvGraphicFramePr>
          <p:cNvPr id="31749" name="Object 4"/>
          <p:cNvGraphicFramePr>
            <a:graphicFrameLocks noChangeAspect="1"/>
          </p:cNvGraphicFramePr>
          <p:nvPr/>
        </p:nvGraphicFramePr>
        <p:xfrm>
          <a:off x="7526338" y="152400"/>
          <a:ext cx="1328737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2225644" imgH="2682844" progId="MS_ClipArt_Gallery.5">
                  <p:embed/>
                </p:oleObj>
              </mc:Choice>
              <mc:Fallback>
                <p:oleObj name="Clip" r:id="rId3" imgW="2225644" imgH="2682844" progId="MS_ClipArt_Gallery.5">
                  <p:embed/>
                  <p:pic>
                    <p:nvPicPr>
                      <p:cNvPr id="3174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6338" y="152400"/>
                        <a:ext cx="1328737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6232749"/>
              </p:ext>
            </p:extLst>
          </p:nvPr>
        </p:nvGraphicFramePr>
        <p:xfrm>
          <a:off x="838200" y="3822700"/>
          <a:ext cx="81026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708400" imgH="482600" progId="Equation.3">
                  <p:embed/>
                </p:oleObj>
              </mc:Choice>
              <mc:Fallback>
                <p:oleObj name="Equation" r:id="rId5" imgW="3708400" imgH="482600" progId="Equation.3">
                  <p:embed/>
                  <p:pic>
                    <p:nvPicPr>
                      <p:cNvPr id="3175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822700"/>
                        <a:ext cx="81026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0E2A2A5-F33A-4423-9043-874A74644FB4}" type="slidenum">
              <a:rPr lang="en-US" altLang="en-US" sz="1400" smtClean="0">
                <a:solidFill>
                  <a:srgbClr val="40458C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>
              <a:solidFill>
                <a:srgbClr val="40458C"/>
              </a:solidFill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69342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The 0/1 Knapsack Algorithm</a:t>
            </a:r>
          </a:p>
        </p:txBody>
      </p:sp>
      <p:sp>
        <p:nvSpPr>
          <p:cNvPr id="3277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42672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Recall definition of B[</a:t>
            </a:r>
            <a:r>
              <a:rPr lang="en-US" altLang="en-US" sz="2400" dirty="0" err="1"/>
              <a:t>k,w</a:t>
            </a:r>
            <a:r>
              <a:rPr lang="en-US" altLang="en-US" sz="2400" dirty="0"/>
              <a:t>]: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Since B[</a:t>
            </a:r>
            <a:r>
              <a:rPr lang="en-US" altLang="en-US" sz="2400" dirty="0" err="1"/>
              <a:t>k,w</a:t>
            </a:r>
            <a:r>
              <a:rPr lang="en-US" altLang="en-US" sz="2400" dirty="0"/>
              <a:t>] is defined in terms of B[k-1,*], we can reuse the same array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Running time: </a:t>
            </a:r>
            <a:r>
              <a:rPr lang="en-US" altLang="en-US" sz="2400" u="sng" dirty="0"/>
              <a:t>O(</a:t>
            </a:r>
            <a:r>
              <a:rPr lang="en-US" altLang="en-US" sz="2400" u="sng" dirty="0" err="1"/>
              <a:t>nW</a:t>
            </a:r>
            <a:r>
              <a:rPr lang="en-US" altLang="en-US" sz="2400" u="sng" dirty="0"/>
              <a:t>)</a:t>
            </a: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400" u="sng" dirty="0"/>
              <a:t>Not a polynomial-time algorithm if W is large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This is a </a:t>
            </a:r>
            <a:r>
              <a:rPr lang="en-US" altLang="en-US" sz="2400" u="sng" dirty="0">
                <a:solidFill>
                  <a:schemeClr val="tx2"/>
                </a:solidFill>
              </a:rPr>
              <a:t>pseudo-polynomial</a:t>
            </a:r>
            <a:r>
              <a:rPr lang="en-US" altLang="en-US" sz="2400" dirty="0"/>
              <a:t> time algorithm</a:t>
            </a:r>
          </a:p>
        </p:txBody>
      </p:sp>
      <p:sp>
        <p:nvSpPr>
          <p:cNvPr id="32773" name="Text Box 4"/>
          <p:cNvSpPr txBox="1">
            <a:spLocks noChangeArrowheads="1"/>
          </p:cNvSpPr>
          <p:nvPr/>
        </p:nvSpPr>
        <p:spPr bwMode="auto">
          <a:xfrm>
            <a:off x="4495800" y="2590800"/>
            <a:ext cx="4495800" cy="346556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342900" defTabSz="3429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3429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3429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3429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6F89F7"/>
              </a:buClr>
              <a:buFont typeface="Wingdings" panose="05000000000000000000" pitchFamily="2" charset="2"/>
              <a:buNone/>
            </a:pP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Algorithm</a:t>
            </a:r>
            <a:r>
              <a:rPr lang="en-US" altLang="en-US" sz="1600" dirty="0">
                <a:solidFill>
                  <a:srgbClr val="40458C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dirty="0">
                <a:solidFill>
                  <a:srgbClr val="BE2D00"/>
                </a:solidFill>
                <a:latin typeface="Consolas" panose="020B0609020204030204" pitchFamily="49" charset="0"/>
              </a:rPr>
              <a:t>01Knapsack(S, W):</a:t>
            </a:r>
          </a:p>
          <a:p>
            <a:pPr eaLnBrk="1" hangingPunct="1">
              <a:lnSpc>
                <a:spcPct val="90000"/>
              </a:lnSpc>
              <a:buClr>
                <a:srgbClr val="6F89F7"/>
              </a:buClr>
              <a:buFont typeface="Wingdings" panose="05000000000000000000" pitchFamily="2" charset="2"/>
              <a:buNone/>
            </a:pP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Input:</a:t>
            </a:r>
            <a:r>
              <a:rPr lang="en-US" altLang="en-US" sz="1600" dirty="0">
                <a:solidFill>
                  <a:srgbClr val="40458C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dirty="0">
                <a:solidFill>
                  <a:srgbClr val="577052"/>
                </a:solidFill>
                <a:latin typeface="Consolas" panose="020B0609020204030204" pitchFamily="49" charset="0"/>
              </a:rPr>
              <a:t>set S of items w/ benefit b</a:t>
            </a:r>
            <a:r>
              <a:rPr lang="en-US" altLang="en-US" sz="1600" baseline="-25000" dirty="0">
                <a:solidFill>
                  <a:srgbClr val="577052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600" dirty="0">
                <a:solidFill>
                  <a:srgbClr val="577052"/>
                </a:solidFill>
                <a:latin typeface="Consolas" panose="020B0609020204030204" pitchFamily="49" charset="0"/>
              </a:rPr>
              <a:t> 			and weight </a:t>
            </a:r>
            <a:r>
              <a:rPr lang="en-US" altLang="en-US" sz="1600" dirty="0" err="1">
                <a:solidFill>
                  <a:srgbClr val="577052"/>
                </a:solidFill>
                <a:latin typeface="Consolas" panose="020B0609020204030204" pitchFamily="49" charset="0"/>
              </a:rPr>
              <a:t>w</a:t>
            </a:r>
            <a:r>
              <a:rPr lang="en-US" altLang="en-US" sz="1600" baseline="-25000" dirty="0" err="1">
                <a:solidFill>
                  <a:srgbClr val="577052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600" dirty="0">
                <a:solidFill>
                  <a:srgbClr val="577052"/>
                </a:solidFill>
                <a:latin typeface="Consolas" panose="020B0609020204030204" pitchFamily="49" charset="0"/>
              </a:rPr>
              <a:t>; max. weight W	</a:t>
            </a:r>
          </a:p>
          <a:p>
            <a:pPr eaLnBrk="1" hangingPunct="1">
              <a:lnSpc>
                <a:spcPct val="90000"/>
              </a:lnSpc>
              <a:buClr>
                <a:srgbClr val="6F89F7"/>
              </a:buClr>
              <a:buFont typeface="Wingdings" panose="05000000000000000000" pitchFamily="2" charset="2"/>
              <a:buNone/>
            </a:pP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Output:</a:t>
            </a:r>
            <a:r>
              <a:rPr lang="en-US" altLang="en-US" sz="1600" dirty="0">
                <a:solidFill>
                  <a:srgbClr val="40458C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dirty="0">
                <a:solidFill>
                  <a:srgbClr val="577052"/>
                </a:solidFill>
                <a:latin typeface="Consolas" panose="020B0609020204030204" pitchFamily="49" charset="0"/>
              </a:rPr>
              <a:t>benefit of best subset with 			weight at most W</a:t>
            </a:r>
          </a:p>
          <a:p>
            <a:pPr eaLnBrk="1" hangingPunct="1">
              <a:lnSpc>
                <a:spcPct val="90000"/>
              </a:lnSpc>
              <a:buClr>
                <a:srgbClr val="6F89F7"/>
              </a:buClr>
              <a:buFont typeface="Wingdings" panose="05000000000000000000" pitchFamily="2" charset="2"/>
              <a:buNone/>
            </a:pPr>
            <a:endParaRPr lang="en-US" altLang="en-US" sz="1600" dirty="0">
              <a:solidFill>
                <a:srgbClr val="577052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Clr>
                <a:srgbClr val="6F89F7"/>
              </a:buClr>
              <a:buFont typeface="Wingdings" panose="05000000000000000000" pitchFamily="2" charset="2"/>
              <a:buNone/>
            </a:pP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for</a:t>
            </a:r>
            <a:r>
              <a:rPr lang="en-US" altLang="en-US" sz="1600" dirty="0">
                <a:solidFill>
                  <a:srgbClr val="BE2D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dirty="0">
                <a:solidFill>
                  <a:srgbClr val="577052"/>
                </a:solidFill>
                <a:latin typeface="Consolas" panose="020B0609020204030204" pitchFamily="49" charset="0"/>
              </a:rPr>
              <a:t>w =</a:t>
            </a:r>
            <a:r>
              <a:rPr lang="en-US" altLang="en-US" sz="1600" dirty="0">
                <a:solidFill>
                  <a:srgbClr val="57705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0 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to </a:t>
            </a:r>
            <a:r>
              <a:rPr lang="en-US" altLang="en-US" sz="1600" dirty="0">
                <a:solidFill>
                  <a:srgbClr val="577052"/>
                </a:solidFill>
                <a:latin typeface="Consolas" panose="020B0609020204030204" pitchFamily="49" charset="0"/>
              </a:rPr>
              <a:t>W</a:t>
            </a:r>
            <a:endParaRPr lang="en-US" altLang="en-US" sz="1600" dirty="0">
              <a:solidFill>
                <a:srgbClr val="577052"/>
              </a:solidFill>
              <a:latin typeface="Consolas" panose="020B0609020204030204" pitchFamily="49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Clr>
                <a:srgbClr val="6F89F7"/>
              </a:buClr>
              <a:buFont typeface="Wingdings" panose="05000000000000000000" pitchFamily="2" charset="2"/>
              <a:buNone/>
            </a:pPr>
            <a:r>
              <a:rPr lang="en-US" altLang="en-US" sz="1600" dirty="0">
                <a:solidFill>
                  <a:srgbClr val="57705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   </a:t>
            </a:r>
            <a:r>
              <a:rPr lang="en-US" altLang="en-US" sz="1600" dirty="0">
                <a:solidFill>
                  <a:srgbClr val="577052"/>
                </a:solidFill>
                <a:latin typeface="Consolas" panose="020B0609020204030204" pitchFamily="49" charset="0"/>
              </a:rPr>
              <a:t>B[w] =</a:t>
            </a:r>
            <a:r>
              <a:rPr lang="en-US" altLang="en-US" sz="1600" dirty="0">
                <a:solidFill>
                  <a:srgbClr val="57705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sz="1600" dirty="0">
                <a:solidFill>
                  <a:srgbClr val="577052"/>
                </a:solidFill>
                <a:latin typeface="Consolas" panose="020B0609020204030204" pitchFamily="49" charset="0"/>
              </a:rPr>
              <a:t>0 </a:t>
            </a:r>
          </a:p>
          <a:p>
            <a:pPr eaLnBrk="1" hangingPunct="1">
              <a:lnSpc>
                <a:spcPct val="90000"/>
              </a:lnSpc>
              <a:buClr>
                <a:srgbClr val="6F89F7"/>
              </a:buClr>
              <a:buFont typeface="Wingdings" panose="05000000000000000000" pitchFamily="2" charset="2"/>
              <a:buNone/>
            </a:pPr>
            <a:r>
              <a:rPr lang="en-US" altLang="en-US" sz="1600" dirty="0">
                <a:solidFill>
                  <a:srgbClr val="577052"/>
                </a:solidFill>
                <a:latin typeface="Consolas" panose="020B0609020204030204" pitchFamily="49" charset="0"/>
              </a:rPr>
              <a:t>  fo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r</a:t>
            </a:r>
            <a:r>
              <a:rPr lang="en-US" altLang="en-US" sz="1600" dirty="0">
                <a:solidFill>
                  <a:srgbClr val="BE2D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dirty="0">
                <a:solidFill>
                  <a:srgbClr val="577052"/>
                </a:solidFill>
                <a:latin typeface="Consolas" panose="020B0609020204030204" pitchFamily="49" charset="0"/>
              </a:rPr>
              <a:t>k =</a:t>
            </a:r>
            <a:r>
              <a:rPr lang="en-US" altLang="en-US" sz="1600" dirty="0">
                <a:solidFill>
                  <a:srgbClr val="57705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1 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to </a:t>
            </a:r>
            <a:r>
              <a:rPr lang="en-US" altLang="en-US" sz="1600" dirty="0">
                <a:solidFill>
                  <a:srgbClr val="577052"/>
                </a:solidFill>
                <a:latin typeface="Consolas" panose="020B0609020204030204" pitchFamily="49" charset="0"/>
              </a:rPr>
              <a:t>n</a:t>
            </a:r>
            <a:endParaRPr lang="en-US" altLang="en-US" sz="1600" dirty="0">
              <a:solidFill>
                <a:srgbClr val="577052"/>
              </a:solidFill>
              <a:latin typeface="Consolas" panose="020B0609020204030204" pitchFamily="49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Clr>
                <a:srgbClr val="6F89F7"/>
              </a:buClr>
              <a:buFont typeface="Wingdings" panose="05000000000000000000" pitchFamily="2" charset="2"/>
              <a:buNone/>
            </a:pPr>
            <a:r>
              <a:rPr lang="en-US" altLang="en-US" sz="1600" dirty="0">
                <a:solidFill>
                  <a:srgbClr val="57705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   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sz="1600" dirty="0">
                <a:solidFill>
                  <a:srgbClr val="BE2D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dirty="0">
                <a:solidFill>
                  <a:srgbClr val="577052"/>
                </a:solidFill>
                <a:latin typeface="Consolas" panose="020B0609020204030204" pitchFamily="49" charset="0"/>
              </a:rPr>
              <a:t>w =</a:t>
            </a:r>
            <a:r>
              <a:rPr lang="en-US" altLang="en-US" sz="1600" dirty="0">
                <a:solidFill>
                  <a:srgbClr val="57705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W </a:t>
            </a:r>
            <a:r>
              <a:rPr lang="en-US" altLang="en-US" sz="1600" dirty="0" err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downto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sz="1600" dirty="0" err="1">
                <a:solidFill>
                  <a:srgbClr val="577052"/>
                </a:solidFill>
                <a:latin typeface="Consolas" panose="020B0609020204030204" pitchFamily="49" charset="0"/>
              </a:rPr>
              <a:t>w</a:t>
            </a:r>
            <a:r>
              <a:rPr lang="en-US" altLang="en-US" sz="1600" baseline="-25000" dirty="0" err="1">
                <a:solidFill>
                  <a:srgbClr val="577052"/>
                </a:solidFill>
                <a:latin typeface="Consolas" panose="020B0609020204030204" pitchFamily="49" charset="0"/>
              </a:rPr>
              <a:t>k</a:t>
            </a:r>
            <a:endParaRPr lang="en-US" altLang="en-US" sz="1600" baseline="-25000" dirty="0">
              <a:solidFill>
                <a:srgbClr val="577052"/>
              </a:solidFill>
              <a:latin typeface="Consolas" panose="020B0609020204030204" pitchFamily="49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Clr>
                <a:srgbClr val="6F89F7"/>
              </a:buClr>
              <a:buFont typeface="Wingdings" panose="05000000000000000000" pitchFamily="2" charset="2"/>
              <a:buNone/>
            </a:pP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if</a:t>
            </a:r>
            <a:r>
              <a:rPr lang="en-US" altLang="en-US" sz="1600" dirty="0">
                <a:solidFill>
                  <a:srgbClr val="BE2D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dirty="0">
                <a:solidFill>
                  <a:srgbClr val="577052"/>
                </a:solidFill>
                <a:latin typeface="Consolas" panose="020B0609020204030204" pitchFamily="49" charset="0"/>
              </a:rPr>
              <a:t>B[w-</a:t>
            </a:r>
            <a:r>
              <a:rPr lang="en-US" altLang="en-US" sz="1600" dirty="0" err="1">
                <a:solidFill>
                  <a:srgbClr val="577052"/>
                </a:solidFill>
                <a:latin typeface="Consolas" panose="020B0609020204030204" pitchFamily="49" charset="0"/>
              </a:rPr>
              <a:t>w</a:t>
            </a:r>
            <a:r>
              <a:rPr lang="en-US" altLang="en-US" sz="1600" baseline="-25000" dirty="0" err="1">
                <a:solidFill>
                  <a:srgbClr val="577052"/>
                </a:solidFill>
                <a:latin typeface="Consolas" panose="020B0609020204030204" pitchFamily="49" charset="0"/>
              </a:rPr>
              <a:t>k</a:t>
            </a:r>
            <a:r>
              <a:rPr lang="en-US" altLang="en-US" sz="1600" dirty="0">
                <a:solidFill>
                  <a:srgbClr val="577052"/>
                </a:solidFill>
                <a:latin typeface="Consolas" panose="020B0609020204030204" pitchFamily="49" charset="0"/>
              </a:rPr>
              <a:t>]+b</a:t>
            </a:r>
            <a:r>
              <a:rPr lang="en-US" altLang="en-US" sz="1600" baseline="-25000" dirty="0">
                <a:solidFill>
                  <a:srgbClr val="577052"/>
                </a:solidFill>
                <a:latin typeface="Consolas" panose="020B0609020204030204" pitchFamily="49" charset="0"/>
              </a:rPr>
              <a:t>k</a:t>
            </a:r>
            <a:r>
              <a:rPr lang="en-US" altLang="en-US" sz="1600" dirty="0">
                <a:solidFill>
                  <a:srgbClr val="577052"/>
                </a:solidFill>
                <a:latin typeface="Consolas" panose="020B0609020204030204" pitchFamily="49" charset="0"/>
              </a:rPr>
              <a:t> &gt; B[w]</a:t>
            </a:r>
          </a:p>
          <a:p>
            <a:pPr eaLnBrk="1" hangingPunct="1">
              <a:lnSpc>
                <a:spcPct val="90000"/>
              </a:lnSpc>
              <a:buClr>
                <a:srgbClr val="6F89F7"/>
              </a:buClr>
              <a:buFont typeface="Wingdings" panose="05000000000000000000" pitchFamily="2" charset="2"/>
              <a:buNone/>
            </a:pPr>
            <a:r>
              <a:rPr lang="en-US" altLang="en-US" sz="1600" dirty="0">
                <a:solidFill>
                  <a:srgbClr val="577052"/>
                </a:solidFill>
                <a:latin typeface="Consolas" panose="020B0609020204030204" pitchFamily="49" charset="0"/>
              </a:rPr>
              <a:t>        B[w]</a:t>
            </a:r>
            <a:r>
              <a:rPr lang="en-US" altLang="en-US" sz="1600" dirty="0">
                <a:solidFill>
                  <a:srgbClr val="57705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= </a:t>
            </a:r>
            <a:r>
              <a:rPr lang="en-US" altLang="en-US" sz="1600" dirty="0">
                <a:solidFill>
                  <a:srgbClr val="577052"/>
                </a:solidFill>
                <a:latin typeface="Consolas" panose="020B0609020204030204" pitchFamily="49" charset="0"/>
              </a:rPr>
              <a:t>B[w-</a:t>
            </a:r>
            <a:r>
              <a:rPr lang="en-US" altLang="en-US" sz="1600" dirty="0" err="1">
                <a:solidFill>
                  <a:srgbClr val="577052"/>
                </a:solidFill>
                <a:latin typeface="Consolas" panose="020B0609020204030204" pitchFamily="49" charset="0"/>
              </a:rPr>
              <a:t>w</a:t>
            </a:r>
            <a:r>
              <a:rPr lang="en-US" altLang="en-US" sz="1600" baseline="-25000" dirty="0" err="1">
                <a:solidFill>
                  <a:srgbClr val="577052"/>
                </a:solidFill>
                <a:latin typeface="Consolas" panose="020B0609020204030204" pitchFamily="49" charset="0"/>
              </a:rPr>
              <a:t>k</a:t>
            </a:r>
            <a:r>
              <a:rPr lang="en-US" altLang="en-US" sz="1600" dirty="0">
                <a:solidFill>
                  <a:srgbClr val="577052"/>
                </a:solidFill>
                <a:latin typeface="Consolas" panose="020B0609020204030204" pitchFamily="49" charset="0"/>
              </a:rPr>
              <a:t>]+b</a:t>
            </a:r>
            <a:r>
              <a:rPr lang="en-US" altLang="en-US" sz="1600" baseline="-25000" dirty="0">
                <a:solidFill>
                  <a:srgbClr val="577052"/>
                </a:solidFill>
                <a:latin typeface="Consolas" panose="020B0609020204030204" pitchFamily="49" charset="0"/>
              </a:rPr>
              <a:t>k</a:t>
            </a:r>
            <a:r>
              <a:rPr lang="en-US" altLang="en-US" sz="1600" dirty="0">
                <a:solidFill>
                  <a:srgbClr val="577052"/>
                </a:solidFill>
                <a:latin typeface="Consolas" panose="020B0609020204030204" pitchFamily="49" charset="0"/>
              </a:rPr>
              <a:t> </a:t>
            </a:r>
          </a:p>
          <a:p>
            <a:pPr eaLnBrk="1" hangingPunct="1">
              <a:lnSpc>
                <a:spcPct val="90000"/>
              </a:lnSpc>
              <a:buClr>
                <a:srgbClr val="6F89F7"/>
              </a:buClr>
              <a:buFont typeface="Wingdings" panose="05000000000000000000" pitchFamily="2" charset="2"/>
              <a:buNone/>
            </a:pPr>
            <a:endParaRPr lang="en-US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32774" name="Object 5"/>
          <p:cNvGraphicFramePr>
            <a:graphicFrameLocks noChangeAspect="1"/>
          </p:cNvGraphicFramePr>
          <p:nvPr/>
        </p:nvGraphicFramePr>
        <p:xfrm>
          <a:off x="7526338" y="152400"/>
          <a:ext cx="1328737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2225644" imgH="2682844" progId="MS_ClipArt_Gallery.5">
                  <p:embed/>
                </p:oleObj>
              </mc:Choice>
              <mc:Fallback>
                <p:oleObj name="Clip" r:id="rId3" imgW="2225644" imgH="2682844" progId="MS_ClipArt_Gallery.5">
                  <p:embed/>
                  <p:pic>
                    <p:nvPicPr>
                      <p:cNvPr id="3277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6338" y="152400"/>
                        <a:ext cx="1328737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5" name="Object 6"/>
          <p:cNvGraphicFramePr>
            <a:graphicFrameLocks noChangeAspect="1"/>
          </p:cNvGraphicFramePr>
          <p:nvPr/>
        </p:nvGraphicFramePr>
        <p:xfrm>
          <a:off x="1371600" y="1866900"/>
          <a:ext cx="5562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708400" imgH="482600" progId="Equation.3">
                  <p:embed/>
                </p:oleObj>
              </mc:Choice>
              <mc:Fallback>
                <p:oleObj name="Equation" r:id="rId5" imgW="3708400" imgH="482600" progId="Equation.3">
                  <p:embed/>
                  <p:pic>
                    <p:nvPicPr>
                      <p:cNvPr id="3277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866900"/>
                        <a:ext cx="55626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0/1 Knapsack Algorithm</a:t>
            </a:r>
          </a:p>
        </p:txBody>
      </p:sp>
      <p:sp>
        <p:nvSpPr>
          <p:cNvPr id="337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DBADF63-5AD6-497B-B9FC-FD783B763383}" type="slidenum">
              <a:rPr lang="en-US" altLang="en-US" sz="1400" smtClean="0">
                <a:solidFill>
                  <a:srgbClr val="40458C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>
              <a:solidFill>
                <a:srgbClr val="40458C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600626"/>
              </p:ext>
            </p:extLst>
          </p:nvPr>
        </p:nvGraphicFramePr>
        <p:xfrm>
          <a:off x="533403" y="2057400"/>
          <a:ext cx="8305797" cy="2533652"/>
        </p:xfrm>
        <a:graphic>
          <a:graphicData uri="http://schemas.openxmlformats.org/drawingml/2006/table">
            <a:tbl>
              <a:tblPr/>
              <a:tblGrid>
                <a:gridCol w="638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6199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44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 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 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 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 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 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 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 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 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 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 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 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2791" marR="279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1{1}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6{2}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7{1,2}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18{3}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19{1,3}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24{2,3}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25{1-3}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22{4}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24{2,3}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28{2,4}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29{1,2,6}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29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40{3,4}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22{4}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28{5}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29{1,7}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34{2,5}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35{1,2,5}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</a:t>
                      </a:r>
                    </a:p>
                  </a:txBody>
                  <a:tcPr marL="28711" marR="28711" marT="28711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3910" name="Text Box 64"/>
          <p:cNvSpPr txBox="1">
            <a:spLocks noChangeArrowheads="1"/>
          </p:cNvSpPr>
          <p:nvPr/>
        </p:nvSpPr>
        <p:spPr bwMode="auto">
          <a:xfrm>
            <a:off x="4795838" y="1524000"/>
            <a:ext cx="46196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W</a:t>
            </a:r>
          </a:p>
        </p:txBody>
      </p:sp>
      <p:sp>
        <p:nvSpPr>
          <p:cNvPr id="33911" name="Text Box 64"/>
          <p:cNvSpPr txBox="1">
            <a:spLocks noChangeArrowheads="1"/>
          </p:cNvSpPr>
          <p:nvPr/>
        </p:nvSpPr>
        <p:spPr bwMode="auto">
          <a:xfrm>
            <a:off x="152403" y="3124200"/>
            <a:ext cx="33813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k</a:t>
            </a:r>
          </a:p>
        </p:txBody>
      </p:sp>
      <p:sp>
        <p:nvSpPr>
          <p:cNvPr id="33912" name="Text Box 47"/>
          <p:cNvSpPr txBox="1">
            <a:spLocks noChangeArrowheads="1"/>
          </p:cNvSpPr>
          <p:nvPr/>
        </p:nvSpPr>
        <p:spPr bwMode="auto">
          <a:xfrm>
            <a:off x="2133600" y="5491163"/>
            <a:ext cx="189388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Weight (kg):</a:t>
            </a:r>
          </a:p>
        </p:txBody>
      </p:sp>
      <p:sp>
        <p:nvSpPr>
          <p:cNvPr id="33913" name="Text Box 48"/>
          <p:cNvSpPr txBox="1">
            <a:spLocks noChangeArrowheads="1"/>
          </p:cNvSpPr>
          <p:nvPr/>
        </p:nvSpPr>
        <p:spPr bwMode="auto">
          <a:xfrm>
            <a:off x="2763795" y="5867400"/>
            <a:ext cx="12430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Benefit:</a:t>
            </a:r>
          </a:p>
        </p:txBody>
      </p:sp>
      <p:sp>
        <p:nvSpPr>
          <p:cNvPr id="33914" name="Text Box 54"/>
          <p:cNvSpPr txBox="1">
            <a:spLocks noChangeArrowheads="1"/>
          </p:cNvSpPr>
          <p:nvPr/>
        </p:nvSpPr>
        <p:spPr bwMode="auto">
          <a:xfrm>
            <a:off x="4183062" y="5562600"/>
            <a:ext cx="31273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1</a:t>
            </a:r>
          </a:p>
        </p:txBody>
      </p:sp>
      <p:sp>
        <p:nvSpPr>
          <p:cNvPr id="33915" name="Text Box 55"/>
          <p:cNvSpPr txBox="1">
            <a:spLocks noChangeArrowheads="1"/>
          </p:cNvSpPr>
          <p:nvPr/>
        </p:nvSpPr>
        <p:spPr bwMode="auto">
          <a:xfrm>
            <a:off x="4926012" y="5562600"/>
            <a:ext cx="31273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2</a:t>
            </a:r>
          </a:p>
        </p:txBody>
      </p:sp>
      <p:sp>
        <p:nvSpPr>
          <p:cNvPr id="33916" name="Text Box 56"/>
          <p:cNvSpPr txBox="1">
            <a:spLocks noChangeArrowheads="1"/>
          </p:cNvSpPr>
          <p:nvPr/>
        </p:nvSpPr>
        <p:spPr bwMode="auto">
          <a:xfrm>
            <a:off x="5616575" y="5562600"/>
            <a:ext cx="31273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5</a:t>
            </a:r>
          </a:p>
        </p:txBody>
      </p:sp>
      <p:sp>
        <p:nvSpPr>
          <p:cNvPr id="33917" name="Text Box 57"/>
          <p:cNvSpPr txBox="1">
            <a:spLocks noChangeArrowheads="1"/>
          </p:cNvSpPr>
          <p:nvPr/>
        </p:nvSpPr>
        <p:spPr bwMode="auto">
          <a:xfrm>
            <a:off x="6308725" y="5562600"/>
            <a:ext cx="31273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6</a:t>
            </a:r>
          </a:p>
        </p:txBody>
      </p:sp>
      <p:sp>
        <p:nvSpPr>
          <p:cNvPr id="33918" name="Text Box 58"/>
          <p:cNvSpPr txBox="1">
            <a:spLocks noChangeArrowheads="1"/>
          </p:cNvSpPr>
          <p:nvPr/>
        </p:nvSpPr>
        <p:spPr bwMode="auto">
          <a:xfrm>
            <a:off x="6983412" y="5562600"/>
            <a:ext cx="31273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7</a:t>
            </a:r>
          </a:p>
        </p:txBody>
      </p:sp>
      <p:sp>
        <p:nvSpPr>
          <p:cNvPr id="33919" name="Text Box 59"/>
          <p:cNvSpPr txBox="1">
            <a:spLocks noChangeArrowheads="1"/>
          </p:cNvSpPr>
          <p:nvPr/>
        </p:nvSpPr>
        <p:spPr bwMode="auto">
          <a:xfrm>
            <a:off x="4184650" y="5943600"/>
            <a:ext cx="31273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1</a:t>
            </a:r>
          </a:p>
        </p:txBody>
      </p:sp>
      <p:sp>
        <p:nvSpPr>
          <p:cNvPr id="33920" name="Text Box 60"/>
          <p:cNvSpPr txBox="1">
            <a:spLocks noChangeArrowheads="1"/>
          </p:cNvSpPr>
          <p:nvPr/>
        </p:nvSpPr>
        <p:spPr bwMode="auto">
          <a:xfrm>
            <a:off x="4926012" y="5943600"/>
            <a:ext cx="3111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6</a:t>
            </a:r>
          </a:p>
        </p:txBody>
      </p:sp>
      <p:sp>
        <p:nvSpPr>
          <p:cNvPr id="33921" name="Text Box 61"/>
          <p:cNvSpPr txBox="1">
            <a:spLocks noChangeArrowheads="1"/>
          </p:cNvSpPr>
          <p:nvPr/>
        </p:nvSpPr>
        <p:spPr bwMode="auto">
          <a:xfrm>
            <a:off x="5554662" y="5943600"/>
            <a:ext cx="4381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18</a:t>
            </a:r>
          </a:p>
        </p:txBody>
      </p:sp>
      <p:sp>
        <p:nvSpPr>
          <p:cNvPr id="33922" name="Text Box 62"/>
          <p:cNvSpPr txBox="1">
            <a:spLocks noChangeArrowheads="1"/>
          </p:cNvSpPr>
          <p:nvPr/>
        </p:nvSpPr>
        <p:spPr bwMode="auto">
          <a:xfrm>
            <a:off x="6248400" y="5943600"/>
            <a:ext cx="436562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22</a:t>
            </a:r>
          </a:p>
        </p:txBody>
      </p:sp>
      <p:sp>
        <p:nvSpPr>
          <p:cNvPr id="33923" name="Text Box 63"/>
          <p:cNvSpPr txBox="1">
            <a:spLocks noChangeArrowheads="1"/>
          </p:cNvSpPr>
          <p:nvPr/>
        </p:nvSpPr>
        <p:spPr bwMode="auto">
          <a:xfrm>
            <a:off x="6921500" y="5943600"/>
            <a:ext cx="436562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28</a:t>
            </a:r>
          </a:p>
        </p:txBody>
      </p:sp>
      <p:sp>
        <p:nvSpPr>
          <p:cNvPr id="33924" name="Text Box 64"/>
          <p:cNvSpPr txBox="1">
            <a:spLocks noChangeArrowheads="1"/>
          </p:cNvSpPr>
          <p:nvPr/>
        </p:nvSpPr>
        <p:spPr bwMode="auto">
          <a:xfrm>
            <a:off x="2841625" y="5029200"/>
            <a:ext cx="1060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Items:</a:t>
            </a:r>
          </a:p>
        </p:txBody>
      </p:sp>
      <p:sp>
        <p:nvSpPr>
          <p:cNvPr id="33925" name="Text Box 54"/>
          <p:cNvSpPr txBox="1">
            <a:spLocks noChangeArrowheads="1"/>
          </p:cNvSpPr>
          <p:nvPr/>
        </p:nvSpPr>
        <p:spPr bwMode="auto">
          <a:xfrm>
            <a:off x="4183062" y="5119688"/>
            <a:ext cx="312738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1</a:t>
            </a:r>
          </a:p>
        </p:txBody>
      </p:sp>
      <p:sp>
        <p:nvSpPr>
          <p:cNvPr id="33926" name="Text Box 54"/>
          <p:cNvSpPr txBox="1">
            <a:spLocks noChangeArrowheads="1"/>
          </p:cNvSpPr>
          <p:nvPr/>
        </p:nvSpPr>
        <p:spPr bwMode="auto">
          <a:xfrm>
            <a:off x="4897437" y="5111750"/>
            <a:ext cx="3111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2</a:t>
            </a:r>
          </a:p>
        </p:txBody>
      </p:sp>
      <p:sp>
        <p:nvSpPr>
          <p:cNvPr id="33927" name="Text Box 54"/>
          <p:cNvSpPr txBox="1">
            <a:spLocks noChangeArrowheads="1"/>
          </p:cNvSpPr>
          <p:nvPr/>
        </p:nvSpPr>
        <p:spPr bwMode="auto">
          <a:xfrm>
            <a:off x="5595937" y="5111750"/>
            <a:ext cx="3111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3</a:t>
            </a:r>
          </a:p>
        </p:txBody>
      </p:sp>
      <p:sp>
        <p:nvSpPr>
          <p:cNvPr id="33928" name="Text Box 54"/>
          <p:cNvSpPr txBox="1">
            <a:spLocks noChangeArrowheads="1"/>
          </p:cNvSpPr>
          <p:nvPr/>
        </p:nvSpPr>
        <p:spPr bwMode="auto">
          <a:xfrm>
            <a:off x="6262687" y="5111750"/>
            <a:ext cx="3111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4</a:t>
            </a:r>
          </a:p>
        </p:txBody>
      </p:sp>
      <p:sp>
        <p:nvSpPr>
          <p:cNvPr id="33929" name="Text Box 54"/>
          <p:cNvSpPr txBox="1">
            <a:spLocks noChangeArrowheads="1"/>
          </p:cNvSpPr>
          <p:nvPr/>
        </p:nvSpPr>
        <p:spPr bwMode="auto">
          <a:xfrm>
            <a:off x="6983412" y="5111750"/>
            <a:ext cx="31273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239F629-A0CB-43DC-B099-4DEBED6B560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34819" name="Freeform 2"/>
          <p:cNvSpPr>
            <a:spLocks/>
          </p:cNvSpPr>
          <p:nvPr/>
        </p:nvSpPr>
        <p:spPr bwMode="auto">
          <a:xfrm>
            <a:off x="5791200" y="4495800"/>
            <a:ext cx="1854200" cy="1714500"/>
          </a:xfrm>
          <a:custGeom>
            <a:avLst/>
            <a:gdLst>
              <a:gd name="T0" fmla="*/ 0 w 1168"/>
              <a:gd name="T1" fmla="*/ 2147483646 h 1080"/>
              <a:gd name="T2" fmla="*/ 2147483646 w 1168"/>
              <a:gd name="T3" fmla="*/ 2147483646 h 1080"/>
              <a:gd name="T4" fmla="*/ 2147483646 w 1168"/>
              <a:gd name="T5" fmla="*/ 2147483646 h 1080"/>
              <a:gd name="T6" fmla="*/ 2147483646 w 1168"/>
              <a:gd name="T7" fmla="*/ 0 h 108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168" h="1080">
                <a:moveTo>
                  <a:pt x="0" y="1008"/>
                </a:moveTo>
                <a:cubicBezTo>
                  <a:pt x="288" y="1044"/>
                  <a:pt x="576" y="1080"/>
                  <a:pt x="768" y="1008"/>
                </a:cubicBezTo>
                <a:cubicBezTo>
                  <a:pt x="960" y="936"/>
                  <a:pt x="1136" y="744"/>
                  <a:pt x="1152" y="576"/>
                </a:cubicBezTo>
                <a:cubicBezTo>
                  <a:pt x="1168" y="408"/>
                  <a:pt x="1016" y="204"/>
                  <a:pt x="864" y="0"/>
                </a:cubicBez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Transitive Closure Problem</a:t>
            </a:r>
          </a:p>
        </p:txBody>
      </p:sp>
      <p:sp>
        <p:nvSpPr>
          <p:cNvPr id="34821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4419600" cy="4343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Given a digraph </a:t>
            </a:r>
            <a:r>
              <a:rPr lang="en-US" altLang="en-US" sz="2400" b="1" i="1">
                <a:latin typeface="Times New Roman" panose="02020603050405020304" pitchFamily="18" charset="0"/>
              </a:rPr>
              <a:t>G</a:t>
            </a:r>
            <a:r>
              <a:rPr lang="en-US" altLang="en-US" sz="2400"/>
              <a:t>, the transitive closure of </a:t>
            </a:r>
            <a:r>
              <a:rPr lang="en-US" altLang="en-US" sz="2400" b="1" i="1">
                <a:latin typeface="Times New Roman" panose="02020603050405020304" pitchFamily="18" charset="0"/>
              </a:rPr>
              <a:t>G</a:t>
            </a:r>
            <a:r>
              <a:rPr lang="en-US" altLang="en-US" sz="2400"/>
              <a:t> is the digraph </a:t>
            </a:r>
            <a:r>
              <a:rPr lang="en-US" altLang="en-US" sz="2400" b="1" i="1">
                <a:latin typeface="Times New Roman" panose="02020603050405020304" pitchFamily="18" charset="0"/>
              </a:rPr>
              <a:t>G*</a:t>
            </a:r>
            <a:r>
              <a:rPr lang="en-US" altLang="en-US" sz="2400"/>
              <a:t> such that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b="1" i="1">
                <a:latin typeface="Times New Roman" panose="02020603050405020304" pitchFamily="18" charset="0"/>
              </a:rPr>
              <a:t>G*</a:t>
            </a:r>
            <a:r>
              <a:rPr lang="en-US" altLang="en-US" sz="2400"/>
              <a:t> has the same vertices as </a:t>
            </a:r>
            <a:r>
              <a:rPr lang="en-US" altLang="en-US" sz="2400" b="1" i="1">
                <a:latin typeface="Times New Roman" panose="02020603050405020304" pitchFamily="18" charset="0"/>
              </a:rPr>
              <a:t>G</a:t>
            </a: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if </a:t>
            </a:r>
            <a:r>
              <a:rPr lang="en-US" altLang="en-US" sz="2400" b="1" i="1">
                <a:latin typeface="Times New Roman" panose="02020603050405020304" pitchFamily="18" charset="0"/>
              </a:rPr>
              <a:t>G</a:t>
            </a:r>
            <a:r>
              <a:rPr lang="en-US" altLang="en-US" sz="2400"/>
              <a:t> has a directed path from </a:t>
            </a:r>
            <a:r>
              <a:rPr lang="en-US" altLang="en-US" sz="2400" b="1" i="1">
                <a:latin typeface="Times New Roman" panose="02020603050405020304" pitchFamily="18" charset="0"/>
              </a:rPr>
              <a:t>u</a:t>
            </a:r>
            <a:r>
              <a:rPr lang="en-US" altLang="en-US" sz="2400"/>
              <a:t> to </a:t>
            </a:r>
            <a:r>
              <a:rPr lang="en-US" altLang="en-US" sz="2400" b="1" i="1">
                <a:latin typeface="Times New Roman" panose="02020603050405020304" pitchFamily="18" charset="0"/>
              </a:rPr>
              <a:t>v </a:t>
            </a:r>
            <a:r>
              <a:rPr lang="en-US" altLang="en-US" sz="2400"/>
              <a:t>(</a:t>
            </a:r>
            <a:r>
              <a:rPr lang="en-US" altLang="en-US" sz="2400" b="1" i="1">
                <a:latin typeface="Times New Roman" panose="02020603050405020304" pitchFamily="18" charset="0"/>
              </a:rPr>
              <a:t>u </a:t>
            </a:r>
            <a:r>
              <a:rPr lang="en-US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 </a:t>
            </a:r>
            <a:r>
              <a:rPr lang="en-US" altLang="en-US" sz="2400" b="1" i="1">
                <a:latin typeface="Times New Roman" panose="02020603050405020304" pitchFamily="18" charset="0"/>
              </a:rPr>
              <a:t>v</a:t>
            </a:r>
            <a:r>
              <a:rPr lang="en-US" altLang="en-US" sz="2400"/>
              <a:t>), </a:t>
            </a:r>
            <a:r>
              <a:rPr lang="en-US" altLang="en-US" sz="2400" b="1" i="1">
                <a:latin typeface="Times New Roman" panose="02020603050405020304" pitchFamily="18" charset="0"/>
              </a:rPr>
              <a:t>G*</a:t>
            </a:r>
            <a:r>
              <a:rPr lang="en-US" altLang="en-US" sz="2400"/>
              <a:t> has a directed edge from </a:t>
            </a:r>
            <a:r>
              <a:rPr lang="en-US" altLang="en-US" sz="2400" b="1" i="1">
                <a:latin typeface="Times New Roman" panose="02020603050405020304" pitchFamily="18" charset="0"/>
              </a:rPr>
              <a:t>u</a:t>
            </a:r>
            <a:r>
              <a:rPr lang="en-US" altLang="en-US" sz="2400"/>
              <a:t> to </a:t>
            </a:r>
            <a:r>
              <a:rPr lang="en-US" altLang="en-US" sz="2400" b="1" i="1">
                <a:latin typeface="Times New Roman" panose="02020603050405020304" pitchFamily="18" charset="0"/>
              </a:rPr>
              <a:t>v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The transitive closure provides reachability information about a digraph</a:t>
            </a:r>
          </a:p>
        </p:txBody>
      </p:sp>
      <p:sp>
        <p:nvSpPr>
          <p:cNvPr id="34822" name="Oval 5"/>
          <p:cNvSpPr>
            <a:spLocks noChangeArrowheads="1"/>
          </p:cNvSpPr>
          <p:nvPr/>
        </p:nvSpPr>
        <p:spPr bwMode="auto">
          <a:xfrm>
            <a:off x="5410200" y="22098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B</a:t>
            </a:r>
          </a:p>
        </p:txBody>
      </p:sp>
      <p:sp>
        <p:nvSpPr>
          <p:cNvPr id="34823" name="Oval 6"/>
          <p:cNvSpPr>
            <a:spLocks noChangeArrowheads="1"/>
          </p:cNvSpPr>
          <p:nvPr/>
        </p:nvSpPr>
        <p:spPr bwMode="auto">
          <a:xfrm>
            <a:off x="5410200" y="32004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A</a:t>
            </a:r>
          </a:p>
        </p:txBody>
      </p:sp>
      <p:sp>
        <p:nvSpPr>
          <p:cNvPr id="34824" name="Oval 7"/>
          <p:cNvSpPr>
            <a:spLocks noChangeArrowheads="1"/>
          </p:cNvSpPr>
          <p:nvPr/>
        </p:nvSpPr>
        <p:spPr bwMode="auto">
          <a:xfrm>
            <a:off x="6705600" y="16002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D</a:t>
            </a:r>
          </a:p>
        </p:txBody>
      </p:sp>
      <p:sp>
        <p:nvSpPr>
          <p:cNvPr id="34825" name="Oval 8"/>
          <p:cNvSpPr>
            <a:spLocks noChangeArrowheads="1"/>
          </p:cNvSpPr>
          <p:nvPr/>
        </p:nvSpPr>
        <p:spPr bwMode="auto">
          <a:xfrm>
            <a:off x="6705600" y="27432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C</a:t>
            </a:r>
          </a:p>
        </p:txBody>
      </p:sp>
      <p:sp>
        <p:nvSpPr>
          <p:cNvPr id="34826" name="Oval 9"/>
          <p:cNvSpPr>
            <a:spLocks noChangeArrowheads="1"/>
          </p:cNvSpPr>
          <p:nvPr/>
        </p:nvSpPr>
        <p:spPr bwMode="auto">
          <a:xfrm>
            <a:off x="7991475" y="16002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E</a:t>
            </a:r>
          </a:p>
        </p:txBody>
      </p:sp>
      <p:cxnSp>
        <p:nvCxnSpPr>
          <p:cNvPr id="34827" name="AutoShape 10"/>
          <p:cNvCxnSpPr>
            <a:cxnSpLocks noChangeShapeType="1"/>
            <a:stCxn id="34822" idx="7"/>
            <a:endCxn id="34824" idx="2"/>
          </p:cNvCxnSpPr>
          <p:nvPr/>
        </p:nvCxnSpPr>
        <p:spPr bwMode="auto">
          <a:xfrm flipV="1">
            <a:off x="5800725" y="1828800"/>
            <a:ext cx="895350" cy="438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28" name="AutoShape 11"/>
          <p:cNvCxnSpPr>
            <a:cxnSpLocks noChangeShapeType="1"/>
            <a:stCxn id="34822" idx="5"/>
            <a:endCxn id="34825" idx="2"/>
          </p:cNvCxnSpPr>
          <p:nvPr/>
        </p:nvCxnSpPr>
        <p:spPr bwMode="auto">
          <a:xfrm>
            <a:off x="5800725" y="2609850"/>
            <a:ext cx="895350" cy="361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29" name="AutoShape 12"/>
          <p:cNvCxnSpPr>
            <a:cxnSpLocks noChangeShapeType="1"/>
            <a:stCxn id="34824" idx="6"/>
            <a:endCxn id="34826" idx="2"/>
          </p:cNvCxnSpPr>
          <p:nvPr/>
        </p:nvCxnSpPr>
        <p:spPr bwMode="auto">
          <a:xfrm>
            <a:off x="7172325" y="1828800"/>
            <a:ext cx="8096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30" name="AutoShape 13"/>
          <p:cNvCxnSpPr>
            <a:cxnSpLocks noChangeShapeType="1"/>
            <a:stCxn id="34825" idx="0"/>
            <a:endCxn id="34824" idx="4"/>
          </p:cNvCxnSpPr>
          <p:nvPr/>
        </p:nvCxnSpPr>
        <p:spPr bwMode="auto">
          <a:xfrm flipV="1">
            <a:off x="6934200" y="2066925"/>
            <a:ext cx="0" cy="666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31" name="AutoShape 14"/>
          <p:cNvCxnSpPr>
            <a:cxnSpLocks noChangeShapeType="1"/>
            <a:stCxn id="34823" idx="6"/>
            <a:endCxn id="34825" idx="3"/>
          </p:cNvCxnSpPr>
          <p:nvPr/>
        </p:nvCxnSpPr>
        <p:spPr bwMode="auto">
          <a:xfrm flipV="1">
            <a:off x="5876925" y="3143250"/>
            <a:ext cx="89535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832" name="Oval 15"/>
          <p:cNvSpPr>
            <a:spLocks noChangeArrowheads="1"/>
          </p:cNvSpPr>
          <p:nvPr/>
        </p:nvSpPr>
        <p:spPr bwMode="auto">
          <a:xfrm>
            <a:off x="5410200" y="48006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B</a:t>
            </a:r>
          </a:p>
        </p:txBody>
      </p:sp>
      <p:sp>
        <p:nvSpPr>
          <p:cNvPr id="34833" name="Oval 16"/>
          <p:cNvSpPr>
            <a:spLocks noChangeArrowheads="1"/>
          </p:cNvSpPr>
          <p:nvPr/>
        </p:nvSpPr>
        <p:spPr bwMode="auto">
          <a:xfrm>
            <a:off x="5410200" y="57912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A</a:t>
            </a:r>
          </a:p>
        </p:txBody>
      </p:sp>
      <p:sp>
        <p:nvSpPr>
          <p:cNvPr id="34834" name="Oval 17"/>
          <p:cNvSpPr>
            <a:spLocks noChangeArrowheads="1"/>
          </p:cNvSpPr>
          <p:nvPr/>
        </p:nvSpPr>
        <p:spPr bwMode="auto">
          <a:xfrm>
            <a:off x="6705600" y="41910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D</a:t>
            </a:r>
          </a:p>
        </p:txBody>
      </p:sp>
      <p:sp>
        <p:nvSpPr>
          <p:cNvPr id="34835" name="Oval 18"/>
          <p:cNvSpPr>
            <a:spLocks noChangeArrowheads="1"/>
          </p:cNvSpPr>
          <p:nvPr/>
        </p:nvSpPr>
        <p:spPr bwMode="auto">
          <a:xfrm>
            <a:off x="6705600" y="53340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C</a:t>
            </a:r>
          </a:p>
        </p:txBody>
      </p:sp>
      <p:sp>
        <p:nvSpPr>
          <p:cNvPr id="34836" name="Oval 19"/>
          <p:cNvSpPr>
            <a:spLocks noChangeArrowheads="1"/>
          </p:cNvSpPr>
          <p:nvPr/>
        </p:nvSpPr>
        <p:spPr bwMode="auto">
          <a:xfrm>
            <a:off x="7991475" y="41910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E</a:t>
            </a:r>
          </a:p>
        </p:txBody>
      </p:sp>
      <p:cxnSp>
        <p:nvCxnSpPr>
          <p:cNvPr id="34837" name="AutoShape 20"/>
          <p:cNvCxnSpPr>
            <a:cxnSpLocks noChangeShapeType="1"/>
            <a:stCxn id="34832" idx="7"/>
            <a:endCxn id="34834" idx="2"/>
          </p:cNvCxnSpPr>
          <p:nvPr/>
        </p:nvCxnSpPr>
        <p:spPr bwMode="auto">
          <a:xfrm flipV="1">
            <a:off x="5800725" y="4419600"/>
            <a:ext cx="895350" cy="438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38" name="AutoShape 21"/>
          <p:cNvCxnSpPr>
            <a:cxnSpLocks noChangeShapeType="1"/>
            <a:stCxn id="34832" idx="5"/>
            <a:endCxn id="34835" idx="2"/>
          </p:cNvCxnSpPr>
          <p:nvPr/>
        </p:nvCxnSpPr>
        <p:spPr bwMode="auto">
          <a:xfrm>
            <a:off x="5800725" y="5200650"/>
            <a:ext cx="895350" cy="361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39" name="AutoShape 22"/>
          <p:cNvCxnSpPr>
            <a:cxnSpLocks noChangeShapeType="1"/>
            <a:stCxn id="34834" idx="6"/>
            <a:endCxn id="34836" idx="2"/>
          </p:cNvCxnSpPr>
          <p:nvPr/>
        </p:nvCxnSpPr>
        <p:spPr bwMode="auto">
          <a:xfrm>
            <a:off x="7172325" y="4419600"/>
            <a:ext cx="8096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40" name="AutoShape 23"/>
          <p:cNvCxnSpPr>
            <a:cxnSpLocks noChangeShapeType="1"/>
            <a:stCxn id="34835" idx="0"/>
            <a:endCxn id="34834" idx="4"/>
          </p:cNvCxnSpPr>
          <p:nvPr/>
        </p:nvCxnSpPr>
        <p:spPr bwMode="auto">
          <a:xfrm flipV="1">
            <a:off x="6934200" y="4657725"/>
            <a:ext cx="0" cy="666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41" name="AutoShape 24"/>
          <p:cNvCxnSpPr>
            <a:cxnSpLocks noChangeShapeType="1"/>
            <a:stCxn id="34833" idx="6"/>
            <a:endCxn id="34835" idx="3"/>
          </p:cNvCxnSpPr>
          <p:nvPr/>
        </p:nvCxnSpPr>
        <p:spPr bwMode="auto">
          <a:xfrm flipV="1">
            <a:off x="5876925" y="5734050"/>
            <a:ext cx="89535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42" name="AutoShape 25"/>
          <p:cNvCxnSpPr>
            <a:cxnSpLocks noChangeShapeType="1"/>
            <a:stCxn id="34832" idx="0"/>
            <a:endCxn id="34836" idx="1"/>
          </p:cNvCxnSpPr>
          <p:nvPr/>
        </p:nvCxnSpPr>
        <p:spPr bwMode="auto">
          <a:xfrm rot="-5400000">
            <a:off x="6577012" y="3309938"/>
            <a:ext cx="542925" cy="2419350"/>
          </a:xfrm>
          <a:prstGeom prst="curvedConnector3">
            <a:avLst>
              <a:gd name="adj1" fmla="val 180699"/>
            </a:avLst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43" name="AutoShape 26"/>
          <p:cNvCxnSpPr>
            <a:cxnSpLocks noChangeShapeType="1"/>
            <a:stCxn id="34833" idx="5"/>
            <a:endCxn id="34836" idx="4"/>
          </p:cNvCxnSpPr>
          <p:nvPr/>
        </p:nvCxnSpPr>
        <p:spPr bwMode="auto">
          <a:xfrm rot="5400000" flipH="1" flipV="1">
            <a:off x="6243637" y="4214813"/>
            <a:ext cx="1533525" cy="2419350"/>
          </a:xfrm>
          <a:prstGeom prst="curvedConnector3">
            <a:avLst>
              <a:gd name="adj1" fmla="val -18634"/>
            </a:avLst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44" name="AutoShape 27"/>
          <p:cNvCxnSpPr>
            <a:cxnSpLocks noChangeShapeType="1"/>
            <a:stCxn id="34835" idx="7"/>
            <a:endCxn id="34836" idx="3"/>
          </p:cNvCxnSpPr>
          <p:nvPr/>
        </p:nvCxnSpPr>
        <p:spPr bwMode="auto">
          <a:xfrm flipV="1">
            <a:off x="7096125" y="4591050"/>
            <a:ext cx="962025" cy="80010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845" name="Text Box 28"/>
          <p:cNvSpPr txBox="1">
            <a:spLocks noChangeArrowheads="1"/>
          </p:cNvSpPr>
          <p:nvPr/>
        </p:nvSpPr>
        <p:spPr bwMode="auto">
          <a:xfrm>
            <a:off x="7875588" y="2555875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34846" name="Text Box 29"/>
          <p:cNvSpPr txBox="1">
            <a:spLocks noChangeArrowheads="1"/>
          </p:cNvSpPr>
          <p:nvPr/>
        </p:nvSpPr>
        <p:spPr bwMode="auto">
          <a:xfrm>
            <a:off x="7900988" y="5867400"/>
            <a:ext cx="557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>
                <a:latin typeface="Times New Roman" panose="02020603050405020304" pitchFamily="18" charset="0"/>
              </a:rPr>
              <a:t>G*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AB55446-19DC-48FE-B7AD-541A007C547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69875"/>
            <a:ext cx="6172200" cy="1295400"/>
          </a:xfrm>
        </p:spPr>
        <p:txBody>
          <a:bodyPr/>
          <a:lstStyle/>
          <a:p>
            <a:pPr eaLnBrk="1" hangingPunct="1"/>
            <a:r>
              <a:rPr lang="en-US" altLang="en-US" dirty="0"/>
              <a:t>Computing the Transitive Closure</a:t>
            </a:r>
          </a:p>
        </p:txBody>
      </p:sp>
      <p:sp>
        <p:nvSpPr>
          <p:cNvPr id="3584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96913" y="1641475"/>
            <a:ext cx="3417887" cy="25146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We can perform DFS starting at each vertex</a:t>
            </a:r>
          </a:p>
          <a:p>
            <a:pPr lvl="1" eaLnBrk="1" hangingPunct="1"/>
            <a:r>
              <a:rPr lang="en-US" altLang="en-US" sz="2400" dirty="0"/>
              <a:t>O(n(</a:t>
            </a:r>
            <a:r>
              <a:rPr lang="en-US" altLang="en-US" sz="2400" dirty="0" err="1"/>
              <a:t>n+m</a:t>
            </a:r>
            <a:r>
              <a:rPr lang="en-US" altLang="en-US" sz="2400" dirty="0"/>
              <a:t>))</a:t>
            </a:r>
          </a:p>
        </p:txBody>
      </p:sp>
      <p:pic>
        <p:nvPicPr>
          <p:cNvPr id="35845" name="Picture 4" descr="j021069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0" y="2873375"/>
            <a:ext cx="1771650" cy="367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5846" name="Group 5"/>
          <p:cNvGrpSpPr>
            <a:grpSpLocks/>
          </p:cNvGrpSpPr>
          <p:nvPr/>
        </p:nvGrpSpPr>
        <p:grpSpPr bwMode="auto">
          <a:xfrm>
            <a:off x="4495800" y="1184275"/>
            <a:ext cx="4343400" cy="2133600"/>
            <a:chOff x="2400" y="1872"/>
            <a:chExt cx="2736" cy="1344"/>
          </a:xfrm>
        </p:grpSpPr>
        <p:sp>
          <p:nvSpPr>
            <p:cNvPr id="35848" name="Rectangle 6"/>
            <p:cNvSpPr>
              <a:spLocks noChangeArrowheads="1"/>
            </p:cNvSpPr>
            <p:nvPr/>
          </p:nvSpPr>
          <p:spPr bwMode="auto">
            <a:xfrm>
              <a:off x="2832" y="2016"/>
              <a:ext cx="2160" cy="9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 If there's a way to get  from </a:t>
              </a:r>
              <a:r>
                <a:rPr lang="en-US" altLang="en-US" sz="2400">
                  <a:solidFill>
                    <a:srgbClr val="F5313E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 to </a:t>
              </a:r>
              <a:r>
                <a:rPr lang="en-US" altLang="en-US" sz="2400">
                  <a:solidFill>
                    <a:srgbClr val="F5313E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 and from        </a:t>
              </a:r>
              <a:r>
                <a:rPr lang="en-US" altLang="en-US" sz="2400">
                  <a:solidFill>
                    <a:srgbClr val="F5313E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 to </a:t>
              </a:r>
              <a:r>
                <a:rPr lang="en-US" altLang="en-US" sz="2400">
                  <a:solidFill>
                    <a:srgbClr val="F5313E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, then there's a        way to get from </a:t>
              </a:r>
              <a:r>
                <a:rPr lang="en-US" altLang="en-US" sz="2400">
                  <a:solidFill>
                    <a:srgbClr val="F5313E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 to </a:t>
              </a:r>
              <a:r>
                <a:rPr lang="en-US" altLang="en-US" sz="2400">
                  <a:solidFill>
                    <a:srgbClr val="F5313E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.</a:t>
              </a:r>
              <a:endParaRPr lang="en-US" altLang="en-US" sz="2400" b="1">
                <a:latin typeface="Times" panose="02020603050405020304" pitchFamily="18" charset="0"/>
              </a:endParaRPr>
            </a:p>
          </p:txBody>
        </p:sp>
        <p:sp>
          <p:nvSpPr>
            <p:cNvPr id="35849" name="AutoShape 7"/>
            <p:cNvSpPr>
              <a:spLocks noChangeArrowheads="1"/>
            </p:cNvSpPr>
            <p:nvPr/>
          </p:nvSpPr>
          <p:spPr bwMode="auto">
            <a:xfrm>
              <a:off x="2400" y="1872"/>
              <a:ext cx="2736" cy="1344"/>
            </a:xfrm>
            <a:prstGeom prst="cloudCallout">
              <a:avLst>
                <a:gd name="adj1" fmla="val -46273"/>
                <a:gd name="adj2" fmla="val 74106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</p:grpSp>
      <p:sp>
        <p:nvSpPr>
          <p:cNvPr id="35847" name="Text Box 8"/>
          <p:cNvSpPr txBox="1">
            <a:spLocks noChangeArrowheads="1"/>
          </p:cNvSpPr>
          <p:nvPr/>
        </p:nvSpPr>
        <p:spPr bwMode="auto">
          <a:xfrm>
            <a:off x="4876800" y="4156075"/>
            <a:ext cx="4114800" cy="216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800"/>
              <a:t>Alternatively ... Use dynamic programming: The Floyd-Warshall Algorithm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7C73A90-484C-4655-92E8-FC9A451A555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6172200" cy="1295400"/>
          </a:xfrm>
        </p:spPr>
        <p:txBody>
          <a:bodyPr/>
          <a:lstStyle/>
          <a:p>
            <a:pPr eaLnBrk="1" hangingPunct="1"/>
            <a:r>
              <a:rPr lang="en-US" altLang="en-US" dirty="0"/>
              <a:t>Floyd-</a:t>
            </a:r>
            <a:r>
              <a:rPr lang="en-US" altLang="en-US" dirty="0" err="1"/>
              <a:t>Warshall</a:t>
            </a:r>
            <a:r>
              <a:rPr lang="en-US" altLang="en-US" dirty="0"/>
              <a:t> Transitive Closure</a:t>
            </a:r>
          </a:p>
        </p:txBody>
      </p:sp>
      <p:sp>
        <p:nvSpPr>
          <p:cNvPr id="3686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309563" y="1676400"/>
            <a:ext cx="7448550" cy="21336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Idea #1: Number the vertices 0, 1, …, n-1.</a:t>
            </a:r>
          </a:p>
          <a:p>
            <a:pPr eaLnBrk="1" hangingPunct="1"/>
            <a:r>
              <a:rPr lang="en-US" altLang="en-US" sz="2800" dirty="0"/>
              <a:t>Idea #2: Consider paths that use only vertices numbered 0</a:t>
            </a:r>
            <a:r>
              <a:rPr lang="en-US" altLang="en-US" sz="2800"/>
              <a:t>, 1, </a:t>
            </a:r>
            <a:r>
              <a:rPr lang="en-US" altLang="en-US" sz="2800" dirty="0"/>
              <a:t>…, k, as intermediate vertices:</a:t>
            </a:r>
          </a:p>
        </p:txBody>
      </p:sp>
      <p:pic>
        <p:nvPicPr>
          <p:cNvPr id="36869" name="Picture 4" descr="j021069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8113" y="304800"/>
            <a:ext cx="110013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0" name="Rectangle 5"/>
          <p:cNvSpPr>
            <a:spLocks noChangeArrowheads="1"/>
          </p:cNvSpPr>
          <p:nvPr/>
        </p:nvSpPr>
        <p:spPr bwMode="auto">
          <a:xfrm>
            <a:off x="2057400" y="4057650"/>
            <a:ext cx="23813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4473575" y="5011738"/>
            <a:ext cx="23813" cy="79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6872" name="Rectangle 7"/>
          <p:cNvSpPr>
            <a:spLocks noChangeArrowheads="1"/>
          </p:cNvSpPr>
          <p:nvPr/>
        </p:nvSpPr>
        <p:spPr bwMode="auto">
          <a:xfrm>
            <a:off x="6696075" y="5011738"/>
            <a:ext cx="22225" cy="79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6873" name="Oval 8"/>
          <p:cNvSpPr>
            <a:spLocks noChangeArrowheads="1"/>
          </p:cNvSpPr>
          <p:nvPr/>
        </p:nvSpPr>
        <p:spPr bwMode="auto">
          <a:xfrm>
            <a:off x="4149725" y="5834063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k</a:t>
            </a:r>
          </a:p>
        </p:txBody>
      </p:sp>
      <p:sp>
        <p:nvSpPr>
          <p:cNvPr id="36874" name="Oval 9"/>
          <p:cNvSpPr>
            <a:spLocks noChangeArrowheads="1"/>
          </p:cNvSpPr>
          <p:nvPr/>
        </p:nvSpPr>
        <p:spPr bwMode="auto">
          <a:xfrm>
            <a:off x="5983288" y="49609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j</a:t>
            </a:r>
          </a:p>
        </p:txBody>
      </p:sp>
      <p:sp>
        <p:nvSpPr>
          <p:cNvPr id="36875" name="Oval 10"/>
          <p:cNvSpPr>
            <a:spLocks noChangeArrowheads="1"/>
          </p:cNvSpPr>
          <p:nvPr/>
        </p:nvSpPr>
        <p:spPr bwMode="auto">
          <a:xfrm>
            <a:off x="2125663" y="4005263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i</a:t>
            </a:r>
          </a:p>
        </p:txBody>
      </p:sp>
      <p:cxnSp>
        <p:nvCxnSpPr>
          <p:cNvPr id="36876" name="AutoShape 11"/>
          <p:cNvCxnSpPr>
            <a:cxnSpLocks noChangeShapeType="1"/>
            <a:stCxn id="36875" idx="5"/>
            <a:endCxn id="36873" idx="1"/>
          </p:cNvCxnSpPr>
          <p:nvPr/>
        </p:nvCxnSpPr>
        <p:spPr bwMode="auto">
          <a:xfrm rot="16200000" flipH="1">
            <a:off x="2720975" y="4387850"/>
            <a:ext cx="1389063" cy="1630363"/>
          </a:xfrm>
          <a:prstGeom prst="curvedConnector3">
            <a:avLst>
              <a:gd name="adj1" fmla="val 49944"/>
            </a:avLst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77" name="AutoShape 12"/>
          <p:cNvCxnSpPr>
            <a:cxnSpLocks noChangeShapeType="1"/>
            <a:stCxn id="36873" idx="7"/>
            <a:endCxn id="36874" idx="3"/>
          </p:cNvCxnSpPr>
          <p:nvPr/>
        </p:nvCxnSpPr>
        <p:spPr bwMode="auto">
          <a:xfrm rot="-5400000">
            <a:off x="5127625" y="4960938"/>
            <a:ext cx="433388" cy="1439862"/>
          </a:xfrm>
          <a:prstGeom prst="curvedConnector3">
            <a:avLst>
              <a:gd name="adj1" fmla="val 49815"/>
            </a:avLst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878" name="Text Box 13"/>
          <p:cNvSpPr txBox="1">
            <a:spLocks noChangeArrowheads="1"/>
          </p:cNvSpPr>
          <p:nvPr/>
        </p:nvSpPr>
        <p:spPr bwMode="auto">
          <a:xfrm>
            <a:off x="697061" y="5138738"/>
            <a:ext cx="268099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Uses only vertices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numbered 0,…,k</a:t>
            </a:r>
          </a:p>
        </p:txBody>
      </p:sp>
      <p:sp>
        <p:nvSpPr>
          <p:cNvPr id="36879" name="Text Box 14"/>
          <p:cNvSpPr txBox="1">
            <a:spLocks noChangeArrowheads="1"/>
          </p:cNvSpPr>
          <p:nvPr/>
        </p:nvSpPr>
        <p:spPr bwMode="auto">
          <a:xfrm>
            <a:off x="5002362" y="5654675"/>
            <a:ext cx="268099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Uses only vertices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numbered 0,…,k</a:t>
            </a:r>
          </a:p>
        </p:txBody>
      </p:sp>
      <p:cxnSp>
        <p:nvCxnSpPr>
          <p:cNvPr id="36880" name="AutoShape 15"/>
          <p:cNvCxnSpPr>
            <a:cxnSpLocks noChangeShapeType="1"/>
            <a:stCxn id="36875" idx="6"/>
            <a:endCxn id="36874" idx="1"/>
          </p:cNvCxnSpPr>
          <p:nvPr/>
        </p:nvCxnSpPr>
        <p:spPr bwMode="auto">
          <a:xfrm>
            <a:off x="2700338" y="4289425"/>
            <a:ext cx="3363912" cy="735013"/>
          </a:xfrm>
          <a:prstGeom prst="curvedConnector2">
            <a:avLst/>
          </a:prstGeom>
          <a:noFill/>
          <a:ln w="38100">
            <a:solidFill>
              <a:schemeClr val="tx2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881" name="Text Box 16"/>
          <p:cNvSpPr txBox="1">
            <a:spLocks noChangeArrowheads="1"/>
          </p:cNvSpPr>
          <p:nvPr/>
        </p:nvSpPr>
        <p:spPr bwMode="auto">
          <a:xfrm>
            <a:off x="3939453" y="3505200"/>
            <a:ext cx="511319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chemeClr val="tx2"/>
                </a:solidFill>
              </a:rPr>
              <a:t>Uses only vertices numbered 0,…,k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chemeClr val="tx2"/>
                </a:solidFill>
              </a:rPr>
              <a:t>(add this edge if it’s not already in)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FBB91E6-821E-4873-8535-ADE27600FEB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Floyd-Warshall’s Algorithm</a:t>
            </a:r>
          </a:p>
        </p:txBody>
      </p:sp>
      <p:sp>
        <p:nvSpPr>
          <p:cNvPr id="3789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52400" y="1600200"/>
            <a:ext cx="3886200" cy="4572000"/>
          </a:xfrm>
        </p:spPr>
        <p:txBody>
          <a:bodyPr/>
          <a:lstStyle/>
          <a:p>
            <a:pPr eaLnBrk="1" hangingPunct="1">
              <a:lnSpc>
                <a:spcPct val="95000"/>
              </a:lnSpc>
            </a:pPr>
            <a:r>
              <a:rPr lang="en-US" altLang="en-US" sz="2000" dirty="0"/>
              <a:t>Floyd-</a:t>
            </a:r>
            <a:r>
              <a:rPr lang="en-US" altLang="en-US" sz="2000" dirty="0" err="1"/>
              <a:t>Warshall’s</a:t>
            </a:r>
            <a:r>
              <a:rPr lang="en-US" altLang="en-US" sz="2000" dirty="0"/>
              <a:t> algorithm numbers the vertices of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G</a:t>
            </a:r>
            <a:r>
              <a:rPr lang="en-US" altLang="en-US" sz="2000" dirty="0"/>
              <a:t> as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0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, …, v</a:t>
            </a:r>
            <a:r>
              <a:rPr lang="en-US" altLang="en-US" sz="2000" b="1" i="1" baseline="-25000" dirty="0">
                <a:latin typeface="Times New Roman" panose="02020603050405020304" pitchFamily="18" charset="0"/>
              </a:rPr>
              <a:t>n-1</a:t>
            </a:r>
            <a:r>
              <a:rPr lang="en-US" altLang="en-US" sz="2000" dirty="0"/>
              <a:t> and computes a series of digraphs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G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0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, …, G</a:t>
            </a:r>
            <a:r>
              <a:rPr lang="en-US" altLang="en-US" sz="2000" b="1" i="1" baseline="-25000" dirty="0">
                <a:latin typeface="Times New Roman" panose="02020603050405020304" pitchFamily="18" charset="0"/>
              </a:rPr>
              <a:t>n-1</a:t>
            </a:r>
          </a:p>
          <a:p>
            <a:pPr lvl="1" eaLnBrk="1" hangingPunct="1">
              <a:lnSpc>
                <a:spcPct val="95000"/>
              </a:lnSpc>
            </a:pPr>
            <a:r>
              <a:rPr lang="en-US" altLang="en-US" sz="1800" b="1" i="1" dirty="0" err="1">
                <a:latin typeface="Times New Roman" panose="02020603050405020304" pitchFamily="18" charset="0"/>
              </a:rPr>
              <a:t>G</a:t>
            </a:r>
            <a:r>
              <a:rPr lang="en-US" altLang="en-US" sz="1800" b="1" i="1" baseline="-25000" dirty="0" err="1">
                <a:latin typeface="Times New Roman" panose="02020603050405020304" pitchFamily="18" charset="0"/>
              </a:rPr>
              <a:t>k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/>
              <a:t>has a directed edge 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v</a:t>
            </a:r>
            <a:r>
              <a:rPr lang="en-US" altLang="en-US" sz="18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, v</a:t>
            </a:r>
            <a:r>
              <a:rPr lang="en-US" altLang="en-US" sz="1800" b="1" i="1" baseline="-25000" dirty="0">
                <a:latin typeface="Times New Roman" panose="02020603050405020304" pitchFamily="18" charset="0"/>
              </a:rPr>
              <a:t>j</a:t>
            </a:r>
            <a:r>
              <a:rPr lang="en-US" altLang="en-US" sz="1800" dirty="0">
                <a:latin typeface="Times New Roman" panose="02020603050405020304" pitchFamily="18" charset="0"/>
              </a:rPr>
              <a:t>) </a:t>
            </a:r>
            <a:r>
              <a:rPr lang="en-US" altLang="en-US" sz="1800" dirty="0"/>
              <a:t>if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G </a:t>
            </a:r>
            <a:r>
              <a:rPr lang="en-US" altLang="en-US" sz="1800" dirty="0"/>
              <a:t>has a directed path from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v</a:t>
            </a:r>
            <a:r>
              <a:rPr lang="en-US" altLang="en-US" sz="18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en-US" sz="1800" dirty="0"/>
              <a:t> to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v</a:t>
            </a:r>
            <a:r>
              <a:rPr lang="en-US" altLang="en-US" sz="1800" b="1" i="1" baseline="-25000" dirty="0">
                <a:latin typeface="Times New Roman" panose="02020603050405020304" pitchFamily="18" charset="0"/>
              </a:rPr>
              <a:t>j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/>
              <a:t>with intermediate vertices in the set </a:t>
            </a:r>
            <a:r>
              <a:rPr lang="en-US" altLang="en-US" sz="1800" dirty="0">
                <a:latin typeface="Times New Roman" panose="02020603050405020304" pitchFamily="18" charset="0"/>
              </a:rPr>
              <a:t>{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v</a:t>
            </a:r>
            <a:r>
              <a:rPr lang="en-US" altLang="en-US" sz="1800" baseline="-25000" dirty="0">
                <a:latin typeface="Times New Roman" panose="02020603050405020304" pitchFamily="18" charset="0"/>
              </a:rPr>
              <a:t>0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, …, </a:t>
            </a:r>
            <a:r>
              <a:rPr lang="en-US" altLang="en-US" sz="1800" b="1" i="1" dirty="0" err="1">
                <a:latin typeface="Times New Roman" panose="02020603050405020304" pitchFamily="18" charset="0"/>
              </a:rPr>
              <a:t>v</a:t>
            </a:r>
            <a:r>
              <a:rPr lang="en-US" altLang="en-US" sz="1800" b="1" i="1" baseline="-25000" dirty="0" err="1">
                <a:latin typeface="Times New Roman" panose="02020603050405020304" pitchFamily="18" charset="0"/>
              </a:rPr>
              <a:t>k</a:t>
            </a:r>
            <a:r>
              <a:rPr lang="en-US" altLang="en-US" sz="1800" dirty="0">
                <a:latin typeface="Times New Roman" panose="02020603050405020304" pitchFamily="18" charset="0"/>
              </a:rPr>
              <a:t>}</a:t>
            </a:r>
            <a:r>
              <a:rPr lang="en-US" altLang="en-US" sz="1800" dirty="0"/>
              <a:t> </a:t>
            </a:r>
          </a:p>
          <a:p>
            <a:pPr eaLnBrk="1" hangingPunct="1">
              <a:lnSpc>
                <a:spcPct val="95000"/>
              </a:lnSpc>
            </a:pPr>
            <a:r>
              <a:rPr lang="en-US" altLang="en-US" sz="2000" dirty="0"/>
              <a:t>We have that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G</a:t>
            </a:r>
            <a:r>
              <a:rPr lang="en-US" altLang="en-US" sz="2000" b="1" i="1" baseline="-25000" dirty="0">
                <a:latin typeface="Times New Roman" panose="02020603050405020304" pitchFamily="18" charset="0"/>
              </a:rPr>
              <a:t>n-1 </a:t>
            </a:r>
            <a:r>
              <a:rPr lang="en-US" altLang="en-US" sz="2000" dirty="0">
                <a:latin typeface="Times New Roman" panose="02020603050405020304" pitchFamily="18" charset="0"/>
              </a:rPr>
              <a:t>=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G*</a:t>
            </a:r>
            <a:endParaRPr lang="en-US" altLang="en-US" sz="2000" dirty="0"/>
          </a:p>
          <a:p>
            <a:pPr eaLnBrk="1" hangingPunct="1">
              <a:lnSpc>
                <a:spcPct val="95000"/>
              </a:lnSpc>
            </a:pPr>
            <a:r>
              <a:rPr lang="en-US" altLang="en-US" sz="2000" dirty="0"/>
              <a:t>In phase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k</a:t>
            </a:r>
            <a:r>
              <a:rPr lang="en-US" altLang="en-US" sz="2000" dirty="0"/>
              <a:t>, digraph </a:t>
            </a:r>
            <a:r>
              <a:rPr lang="en-US" altLang="en-US" sz="2000" b="1" i="1" dirty="0" err="1">
                <a:latin typeface="Times New Roman" panose="02020603050405020304" pitchFamily="18" charset="0"/>
              </a:rPr>
              <a:t>G</a:t>
            </a:r>
            <a:r>
              <a:rPr lang="en-US" altLang="en-US" sz="2000" b="1" i="1" baseline="-25000" dirty="0" err="1">
                <a:latin typeface="Times New Roman" panose="02020603050405020304" pitchFamily="18" charset="0"/>
              </a:rPr>
              <a:t>k</a:t>
            </a:r>
            <a:r>
              <a:rPr lang="en-US" altLang="en-US" sz="2000" dirty="0"/>
              <a:t> is computed from </a:t>
            </a:r>
            <a:r>
              <a:rPr lang="en-US" altLang="en-US" sz="2000" b="1" i="1" dirty="0" err="1">
                <a:latin typeface="Times New Roman" panose="02020603050405020304" pitchFamily="18" charset="0"/>
              </a:rPr>
              <a:t>G</a:t>
            </a:r>
            <a:r>
              <a:rPr lang="en-US" altLang="en-US" sz="2000" b="1" i="1" baseline="-25000" dirty="0" err="1">
                <a:latin typeface="Times New Roman" panose="02020603050405020304" pitchFamily="18" charset="0"/>
              </a:rPr>
              <a:t>k</a:t>
            </a:r>
            <a:r>
              <a:rPr lang="en-US" altLang="en-US" sz="2000" b="1" i="1" baseline="-25000" dirty="0">
                <a:latin typeface="Times New Roman" panose="02020603050405020304" pitchFamily="18" charset="0"/>
              </a:rPr>
              <a:t> </a:t>
            </a:r>
            <a:r>
              <a:rPr lang="en-US" altLang="en-US" sz="2000" b="1" i="1" baseline="-25000" dirty="0">
                <a:latin typeface="Symbol" panose="05050102010706020507" pitchFamily="18" charset="2"/>
              </a:rPr>
              <a:t>-</a:t>
            </a:r>
            <a:r>
              <a:rPr lang="en-US" altLang="en-US" sz="2000" b="1" i="1" baseline="-25000" dirty="0">
                <a:latin typeface="Times New Roman" panose="02020603050405020304" pitchFamily="18" charset="0"/>
              </a:rPr>
              <a:t> 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5000"/>
              </a:lnSpc>
            </a:pPr>
            <a:r>
              <a:rPr lang="en-US" altLang="en-US" sz="2000" dirty="0"/>
              <a:t>Running time: </a:t>
            </a:r>
            <a:r>
              <a:rPr lang="en-US" altLang="en-US" sz="2000" u="sng" dirty="0"/>
              <a:t>O(n</a:t>
            </a:r>
            <a:r>
              <a:rPr lang="en-US" altLang="en-US" sz="2000" u="sng" baseline="30000" dirty="0"/>
              <a:t>3</a:t>
            </a:r>
            <a:r>
              <a:rPr lang="en-US" altLang="en-US" sz="2000" u="sng" dirty="0"/>
              <a:t>)</a:t>
            </a:r>
            <a:r>
              <a:rPr lang="en-US" altLang="en-US" sz="2000" dirty="0"/>
              <a:t>, assuming areAdjacent is O(1) (e.g., adjacency matrix)</a:t>
            </a:r>
          </a:p>
        </p:txBody>
      </p:sp>
      <p:sp>
        <p:nvSpPr>
          <p:cNvPr id="37893" name="Text Box 4"/>
          <p:cNvSpPr txBox="1">
            <a:spLocks noChangeArrowheads="1"/>
          </p:cNvSpPr>
          <p:nvPr/>
        </p:nvSpPr>
        <p:spPr bwMode="auto">
          <a:xfrm>
            <a:off x="4038600" y="1600200"/>
            <a:ext cx="4953000" cy="378565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2286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Algorithm</a:t>
            </a:r>
            <a:r>
              <a:rPr lang="en-US" altLang="en-US" sz="1600" noProof="1"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FloydWarshall(G)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  Input:</a:t>
            </a:r>
            <a:r>
              <a:rPr lang="en-US" altLang="en-US" sz="1600" noProof="1">
                <a:latin typeface="Consolas" panose="020B0609020204030204" pitchFamily="49" charset="0"/>
              </a:rPr>
              <a:t> A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digraph G</a:t>
            </a:r>
            <a:endParaRPr lang="en-US" altLang="en-US" sz="1600" noProof="1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  Output: A t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ransitive closure G* of G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en-US" sz="1600" noProof="1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G</a:t>
            </a:r>
            <a:r>
              <a:rPr lang="en-US" altLang="en-US" sz="1600" baseline="-25000" noProof="1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=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G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  for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k = 0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to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n-1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if k &gt; 0</a:t>
            </a:r>
            <a:endParaRPr lang="en-US" altLang="en-US" sz="1600" noProof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  G</a:t>
            </a:r>
            <a:r>
              <a:rPr lang="en-US" altLang="en-US" sz="1600" baseline="-25000" noProof="1">
                <a:solidFill>
                  <a:schemeClr val="accent2"/>
                </a:solidFill>
                <a:latin typeface="Consolas" panose="020B0609020204030204" pitchFamily="49" charset="0"/>
              </a:rPr>
              <a:t>k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=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G</a:t>
            </a:r>
            <a:r>
              <a:rPr lang="en-US" altLang="en-US" sz="1600" baseline="-25000" noProof="1">
                <a:solidFill>
                  <a:schemeClr val="accent2"/>
                </a:solidFill>
                <a:latin typeface="Consolas" panose="020B0609020204030204" pitchFamily="49" charset="0"/>
              </a:rPr>
              <a:t>k-1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i = 0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to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n-1 (i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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k)</a:t>
            </a:r>
            <a:endParaRPr lang="en-US" altLang="en-US" sz="1600" noProof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      for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j = 0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to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n-1 (j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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i, k)</a:t>
            </a:r>
            <a:endParaRPr lang="en-US" altLang="en-US" sz="1600" noProof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	    if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G</a:t>
            </a:r>
            <a:r>
              <a:rPr lang="en-US" altLang="en-US" sz="1600" baseline="-25000" noProof="1">
                <a:solidFill>
                  <a:schemeClr val="accent2"/>
                </a:solidFill>
                <a:latin typeface="Consolas" panose="020B0609020204030204" pitchFamily="49" charset="0"/>
              </a:rPr>
              <a:t>k-1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.areAdjacent(v</a:t>
            </a:r>
            <a:r>
              <a:rPr lang="en-US" altLang="en-US" sz="1600" baseline="-25000" noProof="1">
                <a:solidFill>
                  <a:schemeClr val="accent2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, v</a:t>
            </a:r>
            <a:r>
              <a:rPr lang="en-US" altLang="en-US" sz="1600" baseline="-25000" noProof="1">
                <a:solidFill>
                  <a:schemeClr val="accent2"/>
                </a:solidFill>
                <a:latin typeface="Consolas" panose="020B0609020204030204" pitchFamily="49" charset="0"/>
              </a:rPr>
              <a:t>k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) 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      and G</a:t>
            </a:r>
            <a:r>
              <a:rPr lang="en-US" altLang="en-US" sz="1600" baseline="-25000" noProof="1">
                <a:solidFill>
                  <a:schemeClr val="accent2"/>
                </a:solidFill>
                <a:latin typeface="Consolas" panose="020B0609020204030204" pitchFamily="49" charset="0"/>
              </a:rPr>
              <a:t>k-1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.areAdjacent(v</a:t>
            </a:r>
            <a:r>
              <a:rPr lang="en-US" altLang="en-US" sz="1600" baseline="-25000" noProof="1">
                <a:solidFill>
                  <a:schemeClr val="accent2"/>
                </a:solidFill>
                <a:latin typeface="Consolas" panose="020B0609020204030204" pitchFamily="49" charset="0"/>
              </a:rPr>
              <a:t>k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, v</a:t>
            </a:r>
            <a:r>
              <a:rPr lang="en-US" altLang="en-US" sz="1600" baseline="-25000" noProof="1">
                <a:solidFill>
                  <a:schemeClr val="accent2"/>
                </a:solidFill>
                <a:latin typeface="Consolas" panose="020B0609020204030204" pitchFamily="49" charset="0"/>
              </a:rPr>
              <a:t>j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)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if not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G</a:t>
            </a:r>
            <a:r>
              <a:rPr lang="en-US" altLang="en-US" sz="1600" baseline="-25000" noProof="1">
                <a:solidFill>
                  <a:schemeClr val="accent2"/>
                </a:solidFill>
                <a:latin typeface="Consolas" panose="020B0609020204030204" pitchFamily="49" charset="0"/>
              </a:rPr>
              <a:t>k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.areAdjacent(v</a:t>
            </a:r>
            <a:r>
              <a:rPr lang="en-US" altLang="en-US" sz="1600" baseline="-25000" noProof="1">
                <a:solidFill>
                  <a:schemeClr val="accent2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, v</a:t>
            </a:r>
            <a:r>
              <a:rPr lang="en-US" altLang="en-US" sz="1600" baseline="-25000" noProof="1">
                <a:solidFill>
                  <a:schemeClr val="accent2"/>
                </a:solidFill>
                <a:latin typeface="Consolas" panose="020B0609020204030204" pitchFamily="49" charset="0"/>
              </a:rPr>
              <a:t>j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)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      G</a:t>
            </a:r>
            <a:r>
              <a:rPr lang="en-US" altLang="en-US" sz="1600" baseline="-25000" noProof="1">
                <a:solidFill>
                  <a:schemeClr val="accent2"/>
                </a:solidFill>
                <a:latin typeface="Consolas" panose="020B0609020204030204" pitchFamily="49" charset="0"/>
              </a:rPr>
              <a:t>k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.insertEdge(v</a:t>
            </a:r>
            <a:r>
              <a:rPr lang="en-US" altLang="en-US" sz="1600" baseline="-25000" noProof="1">
                <a:solidFill>
                  <a:schemeClr val="accent2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, v</a:t>
            </a:r>
            <a:r>
              <a:rPr lang="en-US" altLang="en-US" sz="1600" baseline="-25000" noProof="1">
                <a:solidFill>
                  <a:schemeClr val="accent2"/>
                </a:solidFill>
                <a:latin typeface="Consolas" panose="020B0609020204030204" pitchFamily="49" charset="0"/>
              </a:rPr>
              <a:t>j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)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  return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G</a:t>
            </a:r>
            <a:r>
              <a:rPr lang="en-US" altLang="en-US" sz="1600" baseline="-25000" noProof="1">
                <a:solidFill>
                  <a:schemeClr val="accent2"/>
                </a:solidFill>
                <a:latin typeface="Consolas" panose="020B0609020204030204" pitchFamily="49" charset="0"/>
              </a:rPr>
              <a:t>n</a:t>
            </a:r>
          </a:p>
        </p:txBody>
      </p:sp>
      <p:pic>
        <p:nvPicPr>
          <p:cNvPr id="37894" name="Picture 5" descr="j021069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1175" y="165100"/>
            <a:ext cx="654050" cy="135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C6079A0-6FDB-445F-B38E-204B7538278A}" type="slidenum">
              <a:rPr lang="en-US" altLang="en-US" sz="1400" smtClean="0">
                <a:solidFill>
                  <a:srgbClr val="40458C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>
              <a:solidFill>
                <a:srgbClr val="40458C"/>
              </a:solidFill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7772400" cy="1143000"/>
          </a:xfrm>
        </p:spPr>
        <p:txBody>
          <a:bodyPr/>
          <a:lstStyle/>
          <a:p>
            <a:r>
              <a:rPr lang="en-US" altLang="en-US" dirty="0"/>
              <a:t>Floyd-</a:t>
            </a:r>
            <a:r>
              <a:rPr lang="en-US" altLang="en-US" dirty="0" err="1"/>
              <a:t>Warshall</a:t>
            </a:r>
            <a:r>
              <a:rPr lang="en-US" altLang="en-US" dirty="0"/>
              <a:t> Example</a:t>
            </a:r>
          </a:p>
        </p:txBody>
      </p:sp>
      <p:sp>
        <p:nvSpPr>
          <p:cNvPr id="38916" name="Freeform 4"/>
          <p:cNvSpPr>
            <a:spLocks/>
          </p:cNvSpPr>
          <p:nvPr/>
        </p:nvSpPr>
        <p:spPr bwMode="auto">
          <a:xfrm>
            <a:off x="4310063" y="2384425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2147483646 w 18"/>
              <a:gd name="T3" fmla="*/ 0 h 16"/>
              <a:gd name="T4" fmla="*/ 0 w 18"/>
              <a:gd name="T5" fmla="*/ 0 h 16"/>
              <a:gd name="T6" fmla="*/ 0 w 18"/>
              <a:gd name="T7" fmla="*/ 0 h 16"/>
              <a:gd name="T8" fmla="*/ 0 w 18"/>
              <a:gd name="T9" fmla="*/ 2147483646 h 16"/>
              <a:gd name="T10" fmla="*/ 0 w 18"/>
              <a:gd name="T11" fmla="*/ 2147483646 h 16"/>
              <a:gd name="T12" fmla="*/ 2147483646 w 18"/>
              <a:gd name="T13" fmla="*/ 2147483646 h 16"/>
              <a:gd name="T14" fmla="*/ 2147483646 w 18"/>
              <a:gd name="T15" fmla="*/ 2147483646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18" y="0"/>
                </a:move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17" name="Freeform 5"/>
          <p:cNvSpPr>
            <a:spLocks/>
          </p:cNvSpPr>
          <p:nvPr/>
        </p:nvSpPr>
        <p:spPr bwMode="auto">
          <a:xfrm>
            <a:off x="4310063" y="2319338"/>
            <a:ext cx="214312" cy="130175"/>
          </a:xfrm>
          <a:custGeom>
            <a:avLst/>
            <a:gdLst>
              <a:gd name="T0" fmla="*/ 2147483646 w 135"/>
              <a:gd name="T1" fmla="*/ 2147483646 h 82"/>
              <a:gd name="T2" fmla="*/ 0 w 135"/>
              <a:gd name="T3" fmla="*/ 2147483646 h 82"/>
              <a:gd name="T4" fmla="*/ 2147483646 w 135"/>
              <a:gd name="T5" fmla="*/ 0 h 82"/>
              <a:gd name="T6" fmla="*/ 2147483646 w 135"/>
              <a:gd name="T7" fmla="*/ 2147483646 h 82"/>
              <a:gd name="T8" fmla="*/ 2147483646 w 135"/>
              <a:gd name="T9" fmla="*/ 2147483646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18" name="Freeform 6"/>
          <p:cNvSpPr>
            <a:spLocks/>
          </p:cNvSpPr>
          <p:nvPr/>
        </p:nvSpPr>
        <p:spPr bwMode="auto">
          <a:xfrm>
            <a:off x="4310063" y="2319338"/>
            <a:ext cx="214312" cy="130175"/>
          </a:xfrm>
          <a:custGeom>
            <a:avLst/>
            <a:gdLst>
              <a:gd name="T0" fmla="*/ 2147483646 w 135"/>
              <a:gd name="T1" fmla="*/ 2147483646 h 82"/>
              <a:gd name="T2" fmla="*/ 0 w 135"/>
              <a:gd name="T3" fmla="*/ 2147483646 h 82"/>
              <a:gd name="T4" fmla="*/ 2147483646 w 135"/>
              <a:gd name="T5" fmla="*/ 0 h 82"/>
              <a:gd name="T6" fmla="*/ 2147483646 w 135"/>
              <a:gd name="T7" fmla="*/ 2147483646 h 82"/>
              <a:gd name="T8" fmla="*/ 2147483646 w 135"/>
              <a:gd name="T9" fmla="*/ 2147483646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19" name="Freeform 7"/>
          <p:cNvSpPr>
            <a:spLocks/>
          </p:cNvSpPr>
          <p:nvPr/>
        </p:nvSpPr>
        <p:spPr bwMode="auto">
          <a:xfrm>
            <a:off x="1509713" y="4549775"/>
            <a:ext cx="242887" cy="363538"/>
          </a:xfrm>
          <a:custGeom>
            <a:avLst/>
            <a:gdLst>
              <a:gd name="T0" fmla="*/ 0 w 153"/>
              <a:gd name="T1" fmla="*/ 2147483646 h 229"/>
              <a:gd name="T2" fmla="*/ 2147483646 w 153"/>
              <a:gd name="T3" fmla="*/ 2147483646 h 229"/>
              <a:gd name="T4" fmla="*/ 2147483646 w 153"/>
              <a:gd name="T5" fmla="*/ 2147483646 h 229"/>
              <a:gd name="T6" fmla="*/ 2147483646 w 153"/>
              <a:gd name="T7" fmla="*/ 2147483646 h 229"/>
              <a:gd name="T8" fmla="*/ 2147483646 w 153"/>
              <a:gd name="T9" fmla="*/ 0 h 229"/>
              <a:gd name="T10" fmla="*/ 2147483646 w 153"/>
              <a:gd name="T11" fmla="*/ 0 h 229"/>
              <a:gd name="T12" fmla="*/ 0 w 153"/>
              <a:gd name="T13" fmla="*/ 214748364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3" h="229">
                <a:moveTo>
                  <a:pt x="0" y="221"/>
                </a:moveTo>
                <a:lnTo>
                  <a:pt x="18" y="229"/>
                </a:lnTo>
                <a:lnTo>
                  <a:pt x="153" y="8"/>
                </a:lnTo>
                <a:lnTo>
                  <a:pt x="135" y="0"/>
                </a:lnTo>
                <a:lnTo>
                  <a:pt x="0" y="2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20" name="Freeform 8"/>
          <p:cNvSpPr>
            <a:spLocks/>
          </p:cNvSpPr>
          <p:nvPr/>
        </p:nvSpPr>
        <p:spPr bwMode="auto">
          <a:xfrm>
            <a:off x="1724025" y="4186238"/>
            <a:ext cx="285750" cy="376237"/>
          </a:xfrm>
          <a:custGeom>
            <a:avLst/>
            <a:gdLst>
              <a:gd name="T0" fmla="*/ 0 w 180"/>
              <a:gd name="T1" fmla="*/ 2147483646 h 237"/>
              <a:gd name="T2" fmla="*/ 2147483646 w 180"/>
              <a:gd name="T3" fmla="*/ 2147483646 h 237"/>
              <a:gd name="T4" fmla="*/ 2147483646 w 180"/>
              <a:gd name="T5" fmla="*/ 2147483646 h 237"/>
              <a:gd name="T6" fmla="*/ 2147483646 w 180"/>
              <a:gd name="T7" fmla="*/ 2147483646 h 237"/>
              <a:gd name="T8" fmla="*/ 2147483646 w 180"/>
              <a:gd name="T9" fmla="*/ 0 h 237"/>
              <a:gd name="T10" fmla="*/ 2147483646 w 180"/>
              <a:gd name="T11" fmla="*/ 0 h 237"/>
              <a:gd name="T12" fmla="*/ 0 w 180"/>
              <a:gd name="T13" fmla="*/ 2147483646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0" h="237">
                <a:moveTo>
                  <a:pt x="0" y="229"/>
                </a:moveTo>
                <a:lnTo>
                  <a:pt x="18" y="237"/>
                </a:lnTo>
                <a:lnTo>
                  <a:pt x="180" y="9"/>
                </a:lnTo>
                <a:lnTo>
                  <a:pt x="162" y="0"/>
                </a:lnTo>
                <a:lnTo>
                  <a:pt x="0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21" name="Freeform 9"/>
          <p:cNvSpPr>
            <a:spLocks/>
          </p:cNvSpPr>
          <p:nvPr/>
        </p:nvSpPr>
        <p:spPr bwMode="auto">
          <a:xfrm>
            <a:off x="1981200" y="3824288"/>
            <a:ext cx="342900" cy="376237"/>
          </a:xfrm>
          <a:custGeom>
            <a:avLst/>
            <a:gdLst>
              <a:gd name="T0" fmla="*/ 0 w 216"/>
              <a:gd name="T1" fmla="*/ 2147483646 h 237"/>
              <a:gd name="T2" fmla="*/ 2147483646 w 216"/>
              <a:gd name="T3" fmla="*/ 2147483646 h 237"/>
              <a:gd name="T4" fmla="*/ 2147483646 w 216"/>
              <a:gd name="T5" fmla="*/ 2147483646 h 237"/>
              <a:gd name="T6" fmla="*/ 2147483646 w 216"/>
              <a:gd name="T7" fmla="*/ 2147483646 h 237"/>
              <a:gd name="T8" fmla="*/ 2147483646 w 216"/>
              <a:gd name="T9" fmla="*/ 0 h 237"/>
              <a:gd name="T10" fmla="*/ 2147483646 w 216"/>
              <a:gd name="T11" fmla="*/ 0 h 237"/>
              <a:gd name="T12" fmla="*/ 0 w 216"/>
              <a:gd name="T13" fmla="*/ 2147483646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237">
                <a:moveTo>
                  <a:pt x="0" y="228"/>
                </a:moveTo>
                <a:lnTo>
                  <a:pt x="18" y="237"/>
                </a:lnTo>
                <a:lnTo>
                  <a:pt x="216" y="8"/>
                </a:lnTo>
                <a:lnTo>
                  <a:pt x="198" y="0"/>
                </a:lnTo>
                <a:lnTo>
                  <a:pt x="0" y="2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22" name="Freeform 10"/>
          <p:cNvSpPr>
            <a:spLocks/>
          </p:cNvSpPr>
          <p:nvPr/>
        </p:nvSpPr>
        <p:spPr bwMode="auto">
          <a:xfrm>
            <a:off x="2295525" y="3448050"/>
            <a:ext cx="385763" cy="388938"/>
          </a:xfrm>
          <a:custGeom>
            <a:avLst/>
            <a:gdLst>
              <a:gd name="T0" fmla="*/ 0 w 243"/>
              <a:gd name="T1" fmla="*/ 2147483646 h 245"/>
              <a:gd name="T2" fmla="*/ 2147483646 w 243"/>
              <a:gd name="T3" fmla="*/ 2147483646 h 245"/>
              <a:gd name="T4" fmla="*/ 2147483646 w 243"/>
              <a:gd name="T5" fmla="*/ 2147483646 h 245"/>
              <a:gd name="T6" fmla="*/ 2147483646 w 243"/>
              <a:gd name="T7" fmla="*/ 2147483646 h 245"/>
              <a:gd name="T8" fmla="*/ 2147483646 w 243"/>
              <a:gd name="T9" fmla="*/ 0 h 245"/>
              <a:gd name="T10" fmla="*/ 2147483646 w 243"/>
              <a:gd name="T11" fmla="*/ 2147483646 h 245"/>
              <a:gd name="T12" fmla="*/ 0 w 243"/>
              <a:gd name="T13" fmla="*/ 2147483646 h 2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" h="245">
                <a:moveTo>
                  <a:pt x="0" y="237"/>
                </a:moveTo>
                <a:lnTo>
                  <a:pt x="18" y="245"/>
                </a:lnTo>
                <a:lnTo>
                  <a:pt x="243" y="16"/>
                </a:lnTo>
                <a:lnTo>
                  <a:pt x="234" y="0"/>
                </a:lnTo>
                <a:lnTo>
                  <a:pt x="225" y="8"/>
                </a:lnTo>
                <a:lnTo>
                  <a:pt x="0" y="2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23" name="Freeform 11"/>
          <p:cNvSpPr>
            <a:spLocks/>
          </p:cNvSpPr>
          <p:nvPr/>
        </p:nvSpPr>
        <p:spPr bwMode="auto">
          <a:xfrm>
            <a:off x="2667000" y="3124200"/>
            <a:ext cx="385763" cy="349250"/>
          </a:xfrm>
          <a:custGeom>
            <a:avLst/>
            <a:gdLst>
              <a:gd name="T0" fmla="*/ 0 w 243"/>
              <a:gd name="T1" fmla="*/ 2147483646 h 220"/>
              <a:gd name="T2" fmla="*/ 2147483646 w 243"/>
              <a:gd name="T3" fmla="*/ 2147483646 h 220"/>
              <a:gd name="T4" fmla="*/ 2147483646 w 243"/>
              <a:gd name="T5" fmla="*/ 2147483646 h 220"/>
              <a:gd name="T6" fmla="*/ 2147483646 w 243"/>
              <a:gd name="T7" fmla="*/ 2147483646 h 220"/>
              <a:gd name="T8" fmla="*/ 2147483646 w 243"/>
              <a:gd name="T9" fmla="*/ 0 h 220"/>
              <a:gd name="T10" fmla="*/ 2147483646 w 243"/>
              <a:gd name="T11" fmla="*/ 0 h 220"/>
              <a:gd name="T12" fmla="*/ 0 w 243"/>
              <a:gd name="T13" fmla="*/ 2147483646 h 2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" h="220">
                <a:moveTo>
                  <a:pt x="0" y="204"/>
                </a:moveTo>
                <a:lnTo>
                  <a:pt x="9" y="220"/>
                </a:lnTo>
                <a:lnTo>
                  <a:pt x="243" y="16"/>
                </a:lnTo>
                <a:lnTo>
                  <a:pt x="234" y="0"/>
                </a:lnTo>
                <a:lnTo>
                  <a:pt x="0" y="20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24" name="Freeform 12"/>
          <p:cNvSpPr>
            <a:spLocks/>
          </p:cNvSpPr>
          <p:nvPr/>
        </p:nvSpPr>
        <p:spPr bwMode="auto">
          <a:xfrm>
            <a:off x="3038475" y="2825750"/>
            <a:ext cx="428625" cy="323850"/>
          </a:xfrm>
          <a:custGeom>
            <a:avLst/>
            <a:gdLst>
              <a:gd name="T0" fmla="*/ 0 w 270"/>
              <a:gd name="T1" fmla="*/ 2147483646 h 204"/>
              <a:gd name="T2" fmla="*/ 2147483646 w 270"/>
              <a:gd name="T3" fmla="*/ 2147483646 h 204"/>
              <a:gd name="T4" fmla="*/ 2147483646 w 270"/>
              <a:gd name="T5" fmla="*/ 2147483646 h 204"/>
              <a:gd name="T6" fmla="*/ 2147483646 w 270"/>
              <a:gd name="T7" fmla="*/ 2147483646 h 204"/>
              <a:gd name="T8" fmla="*/ 2147483646 w 270"/>
              <a:gd name="T9" fmla="*/ 0 h 204"/>
              <a:gd name="T10" fmla="*/ 2147483646 w 270"/>
              <a:gd name="T11" fmla="*/ 0 h 204"/>
              <a:gd name="T12" fmla="*/ 0 w 270"/>
              <a:gd name="T13" fmla="*/ 2147483646 h 2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0" h="204">
                <a:moveTo>
                  <a:pt x="0" y="188"/>
                </a:moveTo>
                <a:lnTo>
                  <a:pt x="9" y="204"/>
                </a:lnTo>
                <a:lnTo>
                  <a:pt x="270" y="16"/>
                </a:lnTo>
                <a:lnTo>
                  <a:pt x="261" y="0"/>
                </a:lnTo>
                <a:lnTo>
                  <a:pt x="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25" name="Freeform 13"/>
          <p:cNvSpPr>
            <a:spLocks/>
          </p:cNvSpPr>
          <p:nvPr/>
        </p:nvSpPr>
        <p:spPr bwMode="auto">
          <a:xfrm>
            <a:off x="3452813" y="2579688"/>
            <a:ext cx="442912" cy="271462"/>
          </a:xfrm>
          <a:custGeom>
            <a:avLst/>
            <a:gdLst>
              <a:gd name="T0" fmla="*/ 0 w 279"/>
              <a:gd name="T1" fmla="*/ 2147483646 h 171"/>
              <a:gd name="T2" fmla="*/ 2147483646 w 279"/>
              <a:gd name="T3" fmla="*/ 2147483646 h 171"/>
              <a:gd name="T4" fmla="*/ 2147483646 w 279"/>
              <a:gd name="T5" fmla="*/ 2147483646 h 171"/>
              <a:gd name="T6" fmla="*/ 2147483646 w 279"/>
              <a:gd name="T7" fmla="*/ 2147483646 h 171"/>
              <a:gd name="T8" fmla="*/ 2147483646 w 279"/>
              <a:gd name="T9" fmla="*/ 0 h 171"/>
              <a:gd name="T10" fmla="*/ 2147483646 w 279"/>
              <a:gd name="T11" fmla="*/ 0 h 171"/>
              <a:gd name="T12" fmla="*/ 0 w 279"/>
              <a:gd name="T13" fmla="*/ 2147483646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9" h="171">
                <a:moveTo>
                  <a:pt x="0" y="155"/>
                </a:moveTo>
                <a:lnTo>
                  <a:pt x="9" y="171"/>
                </a:lnTo>
                <a:lnTo>
                  <a:pt x="279" y="16"/>
                </a:lnTo>
                <a:lnTo>
                  <a:pt x="270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26" name="Freeform 14"/>
          <p:cNvSpPr>
            <a:spLocks/>
          </p:cNvSpPr>
          <p:nvPr/>
        </p:nvSpPr>
        <p:spPr bwMode="auto">
          <a:xfrm>
            <a:off x="3881438" y="2371725"/>
            <a:ext cx="457200" cy="233363"/>
          </a:xfrm>
          <a:custGeom>
            <a:avLst/>
            <a:gdLst>
              <a:gd name="T0" fmla="*/ 0 w 288"/>
              <a:gd name="T1" fmla="*/ 2147483646 h 147"/>
              <a:gd name="T2" fmla="*/ 2147483646 w 288"/>
              <a:gd name="T3" fmla="*/ 2147483646 h 147"/>
              <a:gd name="T4" fmla="*/ 2147483646 w 288"/>
              <a:gd name="T5" fmla="*/ 2147483646 h 147"/>
              <a:gd name="T6" fmla="*/ 2147483646 w 288"/>
              <a:gd name="T7" fmla="*/ 0 h 147"/>
              <a:gd name="T8" fmla="*/ 0 w 288"/>
              <a:gd name="T9" fmla="*/ 2147483646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88" h="147">
                <a:moveTo>
                  <a:pt x="0" y="131"/>
                </a:moveTo>
                <a:lnTo>
                  <a:pt x="9" y="147"/>
                </a:lnTo>
                <a:lnTo>
                  <a:pt x="288" y="16"/>
                </a:lnTo>
                <a:lnTo>
                  <a:pt x="279" y="0"/>
                </a:lnTo>
                <a:lnTo>
                  <a:pt x="0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27" name="Freeform 15"/>
          <p:cNvSpPr>
            <a:spLocks/>
          </p:cNvSpPr>
          <p:nvPr/>
        </p:nvSpPr>
        <p:spPr bwMode="auto">
          <a:xfrm>
            <a:off x="1638300" y="5289550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9" y="0"/>
                </a:move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28" name="Freeform 16"/>
          <p:cNvSpPr>
            <a:spLocks/>
          </p:cNvSpPr>
          <p:nvPr/>
        </p:nvSpPr>
        <p:spPr bwMode="auto">
          <a:xfrm>
            <a:off x="1538288" y="5133975"/>
            <a:ext cx="171450" cy="193675"/>
          </a:xfrm>
          <a:custGeom>
            <a:avLst/>
            <a:gdLst>
              <a:gd name="T0" fmla="*/ 2147483646 w 108"/>
              <a:gd name="T1" fmla="*/ 2147483646 h 122"/>
              <a:gd name="T2" fmla="*/ 2147483646 w 108"/>
              <a:gd name="T3" fmla="*/ 2147483646 h 122"/>
              <a:gd name="T4" fmla="*/ 0 w 108"/>
              <a:gd name="T5" fmla="*/ 0 h 122"/>
              <a:gd name="T6" fmla="*/ 2147483646 w 108"/>
              <a:gd name="T7" fmla="*/ 2147483646 h 122"/>
              <a:gd name="T8" fmla="*/ 2147483646 w 108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29" name="Freeform 17"/>
          <p:cNvSpPr>
            <a:spLocks/>
          </p:cNvSpPr>
          <p:nvPr/>
        </p:nvSpPr>
        <p:spPr bwMode="auto">
          <a:xfrm>
            <a:off x="1538288" y="5133975"/>
            <a:ext cx="171450" cy="193675"/>
          </a:xfrm>
          <a:custGeom>
            <a:avLst/>
            <a:gdLst>
              <a:gd name="T0" fmla="*/ 2147483646 w 108"/>
              <a:gd name="T1" fmla="*/ 2147483646 h 122"/>
              <a:gd name="T2" fmla="*/ 2147483646 w 108"/>
              <a:gd name="T3" fmla="*/ 2147483646 h 122"/>
              <a:gd name="T4" fmla="*/ 0 w 108"/>
              <a:gd name="T5" fmla="*/ 0 h 122"/>
              <a:gd name="T6" fmla="*/ 2147483646 w 108"/>
              <a:gd name="T7" fmla="*/ 2147483646 h 122"/>
              <a:gd name="T8" fmla="*/ 2147483646 w 108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30" name="Freeform 18"/>
          <p:cNvSpPr>
            <a:spLocks/>
          </p:cNvSpPr>
          <p:nvPr/>
        </p:nvSpPr>
        <p:spPr bwMode="auto">
          <a:xfrm>
            <a:off x="6581775" y="5626100"/>
            <a:ext cx="300038" cy="180975"/>
          </a:xfrm>
          <a:custGeom>
            <a:avLst/>
            <a:gdLst>
              <a:gd name="T0" fmla="*/ 2147483646 w 189"/>
              <a:gd name="T1" fmla="*/ 2147483646 h 114"/>
              <a:gd name="T2" fmla="*/ 2147483646 w 189"/>
              <a:gd name="T3" fmla="*/ 0 h 114"/>
              <a:gd name="T4" fmla="*/ 0 w 189"/>
              <a:gd name="T5" fmla="*/ 2147483646 h 114"/>
              <a:gd name="T6" fmla="*/ 0 w 189"/>
              <a:gd name="T7" fmla="*/ 2147483646 h 114"/>
              <a:gd name="T8" fmla="*/ 2147483646 w 189"/>
              <a:gd name="T9" fmla="*/ 2147483646 h 114"/>
              <a:gd name="T10" fmla="*/ 2147483646 w 189"/>
              <a:gd name="T11" fmla="*/ 2147483646 h 114"/>
              <a:gd name="T12" fmla="*/ 2147483646 w 189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14">
                <a:moveTo>
                  <a:pt x="189" y="16"/>
                </a:moveTo>
                <a:lnTo>
                  <a:pt x="180" y="0"/>
                </a:lnTo>
                <a:lnTo>
                  <a:pt x="0" y="98"/>
                </a:lnTo>
                <a:lnTo>
                  <a:pt x="9" y="114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31" name="Freeform 19"/>
          <p:cNvSpPr>
            <a:spLocks/>
          </p:cNvSpPr>
          <p:nvPr/>
        </p:nvSpPr>
        <p:spPr bwMode="auto">
          <a:xfrm>
            <a:off x="6253163" y="5781675"/>
            <a:ext cx="342900" cy="155575"/>
          </a:xfrm>
          <a:custGeom>
            <a:avLst/>
            <a:gdLst>
              <a:gd name="T0" fmla="*/ 2147483646 w 216"/>
              <a:gd name="T1" fmla="*/ 2147483646 h 98"/>
              <a:gd name="T2" fmla="*/ 2147483646 w 216"/>
              <a:gd name="T3" fmla="*/ 0 h 98"/>
              <a:gd name="T4" fmla="*/ 0 w 216"/>
              <a:gd name="T5" fmla="*/ 2147483646 h 98"/>
              <a:gd name="T6" fmla="*/ 0 w 216"/>
              <a:gd name="T7" fmla="*/ 2147483646 h 98"/>
              <a:gd name="T8" fmla="*/ 2147483646 w 216"/>
              <a:gd name="T9" fmla="*/ 2147483646 h 98"/>
              <a:gd name="T10" fmla="*/ 2147483646 w 216"/>
              <a:gd name="T11" fmla="*/ 2147483646 h 98"/>
              <a:gd name="T12" fmla="*/ 2147483646 w 216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98">
                <a:moveTo>
                  <a:pt x="216" y="16"/>
                </a:moveTo>
                <a:lnTo>
                  <a:pt x="207" y="0"/>
                </a:lnTo>
                <a:lnTo>
                  <a:pt x="0" y="82"/>
                </a:lnTo>
                <a:lnTo>
                  <a:pt x="9" y="98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32" name="Freeform 20"/>
          <p:cNvSpPr>
            <a:spLocks/>
          </p:cNvSpPr>
          <p:nvPr/>
        </p:nvSpPr>
        <p:spPr bwMode="auto">
          <a:xfrm>
            <a:off x="5910263" y="5911850"/>
            <a:ext cx="357187" cy="128588"/>
          </a:xfrm>
          <a:custGeom>
            <a:avLst/>
            <a:gdLst>
              <a:gd name="T0" fmla="*/ 2147483646 w 225"/>
              <a:gd name="T1" fmla="*/ 2147483646 h 81"/>
              <a:gd name="T2" fmla="*/ 2147483646 w 225"/>
              <a:gd name="T3" fmla="*/ 0 h 81"/>
              <a:gd name="T4" fmla="*/ 0 w 225"/>
              <a:gd name="T5" fmla="*/ 2147483646 h 81"/>
              <a:gd name="T6" fmla="*/ 0 w 225"/>
              <a:gd name="T7" fmla="*/ 2147483646 h 81"/>
              <a:gd name="T8" fmla="*/ 0 w 225"/>
              <a:gd name="T9" fmla="*/ 2147483646 h 81"/>
              <a:gd name="T10" fmla="*/ 2147483646 w 225"/>
              <a:gd name="T11" fmla="*/ 2147483646 h 81"/>
              <a:gd name="T12" fmla="*/ 2147483646 w 225"/>
              <a:gd name="T13" fmla="*/ 2147483646 h 8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81">
                <a:moveTo>
                  <a:pt x="225" y="16"/>
                </a:moveTo>
                <a:lnTo>
                  <a:pt x="216" y="0"/>
                </a:lnTo>
                <a:lnTo>
                  <a:pt x="0" y="65"/>
                </a:lnTo>
                <a:lnTo>
                  <a:pt x="0" y="81"/>
                </a:lnTo>
                <a:lnTo>
                  <a:pt x="9" y="8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33" name="Freeform 21"/>
          <p:cNvSpPr>
            <a:spLocks/>
          </p:cNvSpPr>
          <p:nvPr/>
        </p:nvSpPr>
        <p:spPr bwMode="auto">
          <a:xfrm>
            <a:off x="5538788" y="6015038"/>
            <a:ext cx="371475" cy="103187"/>
          </a:xfrm>
          <a:custGeom>
            <a:avLst/>
            <a:gdLst>
              <a:gd name="T0" fmla="*/ 2147483646 w 234"/>
              <a:gd name="T1" fmla="*/ 2147483646 h 65"/>
              <a:gd name="T2" fmla="*/ 2147483646 w 234"/>
              <a:gd name="T3" fmla="*/ 0 h 65"/>
              <a:gd name="T4" fmla="*/ 0 w 234"/>
              <a:gd name="T5" fmla="*/ 2147483646 h 65"/>
              <a:gd name="T6" fmla="*/ 0 w 234"/>
              <a:gd name="T7" fmla="*/ 2147483646 h 65"/>
              <a:gd name="T8" fmla="*/ 0 w 234"/>
              <a:gd name="T9" fmla="*/ 2147483646 h 65"/>
              <a:gd name="T10" fmla="*/ 0 w 234"/>
              <a:gd name="T11" fmla="*/ 2147483646 h 65"/>
              <a:gd name="T12" fmla="*/ 2147483646 w 234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4" h="65">
                <a:moveTo>
                  <a:pt x="234" y="16"/>
                </a:moveTo>
                <a:lnTo>
                  <a:pt x="234" y="0"/>
                </a:lnTo>
                <a:lnTo>
                  <a:pt x="0" y="49"/>
                </a:lnTo>
                <a:lnTo>
                  <a:pt x="0" y="65"/>
                </a:lnTo>
                <a:lnTo>
                  <a:pt x="23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34" name="Freeform 22"/>
          <p:cNvSpPr>
            <a:spLocks/>
          </p:cNvSpPr>
          <p:nvPr/>
        </p:nvSpPr>
        <p:spPr bwMode="auto">
          <a:xfrm>
            <a:off x="4752975" y="6092825"/>
            <a:ext cx="785813" cy="90488"/>
          </a:xfrm>
          <a:custGeom>
            <a:avLst/>
            <a:gdLst>
              <a:gd name="T0" fmla="*/ 2147483646 w 495"/>
              <a:gd name="T1" fmla="*/ 2147483646 h 57"/>
              <a:gd name="T2" fmla="*/ 2147483646 w 495"/>
              <a:gd name="T3" fmla="*/ 0 h 57"/>
              <a:gd name="T4" fmla="*/ 0 w 495"/>
              <a:gd name="T5" fmla="*/ 2147483646 h 57"/>
              <a:gd name="T6" fmla="*/ 0 w 495"/>
              <a:gd name="T7" fmla="*/ 2147483646 h 57"/>
              <a:gd name="T8" fmla="*/ 0 w 495"/>
              <a:gd name="T9" fmla="*/ 2147483646 h 57"/>
              <a:gd name="T10" fmla="*/ 0 w 495"/>
              <a:gd name="T11" fmla="*/ 2147483646 h 57"/>
              <a:gd name="T12" fmla="*/ 2147483646 w 495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95" h="57">
                <a:moveTo>
                  <a:pt x="495" y="16"/>
                </a:moveTo>
                <a:lnTo>
                  <a:pt x="495" y="0"/>
                </a:lnTo>
                <a:lnTo>
                  <a:pt x="0" y="41"/>
                </a:lnTo>
                <a:lnTo>
                  <a:pt x="0" y="57"/>
                </a:lnTo>
                <a:lnTo>
                  <a:pt x="49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35" name="Freeform 23"/>
          <p:cNvSpPr>
            <a:spLocks/>
          </p:cNvSpPr>
          <p:nvPr/>
        </p:nvSpPr>
        <p:spPr bwMode="auto">
          <a:xfrm>
            <a:off x="3967163" y="6145213"/>
            <a:ext cx="785812" cy="38100"/>
          </a:xfrm>
          <a:custGeom>
            <a:avLst/>
            <a:gdLst>
              <a:gd name="T0" fmla="*/ 2147483646 w 495"/>
              <a:gd name="T1" fmla="*/ 2147483646 h 24"/>
              <a:gd name="T2" fmla="*/ 2147483646 w 495"/>
              <a:gd name="T3" fmla="*/ 2147483646 h 24"/>
              <a:gd name="T4" fmla="*/ 0 w 495"/>
              <a:gd name="T5" fmla="*/ 0 h 24"/>
              <a:gd name="T6" fmla="*/ 0 w 495"/>
              <a:gd name="T7" fmla="*/ 0 h 24"/>
              <a:gd name="T8" fmla="*/ 0 w 495"/>
              <a:gd name="T9" fmla="*/ 2147483646 h 24"/>
              <a:gd name="T10" fmla="*/ 0 w 495"/>
              <a:gd name="T11" fmla="*/ 2147483646 h 24"/>
              <a:gd name="T12" fmla="*/ 2147483646 w 495"/>
              <a:gd name="T13" fmla="*/ 2147483646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95" h="24">
                <a:moveTo>
                  <a:pt x="495" y="24"/>
                </a:moveTo>
                <a:lnTo>
                  <a:pt x="495" y="8"/>
                </a:lnTo>
                <a:lnTo>
                  <a:pt x="0" y="0"/>
                </a:lnTo>
                <a:lnTo>
                  <a:pt x="0" y="16"/>
                </a:lnTo>
                <a:lnTo>
                  <a:pt x="495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36" name="Freeform 24"/>
          <p:cNvSpPr>
            <a:spLocks/>
          </p:cNvSpPr>
          <p:nvPr/>
        </p:nvSpPr>
        <p:spPr bwMode="auto">
          <a:xfrm>
            <a:off x="3209925" y="6027738"/>
            <a:ext cx="757238" cy="142875"/>
          </a:xfrm>
          <a:custGeom>
            <a:avLst/>
            <a:gdLst>
              <a:gd name="T0" fmla="*/ 2147483646 w 477"/>
              <a:gd name="T1" fmla="*/ 2147483646 h 90"/>
              <a:gd name="T2" fmla="*/ 2147483646 w 477"/>
              <a:gd name="T3" fmla="*/ 2147483646 h 90"/>
              <a:gd name="T4" fmla="*/ 0 w 477"/>
              <a:gd name="T5" fmla="*/ 0 h 90"/>
              <a:gd name="T6" fmla="*/ 0 w 477"/>
              <a:gd name="T7" fmla="*/ 0 h 90"/>
              <a:gd name="T8" fmla="*/ 0 w 477"/>
              <a:gd name="T9" fmla="*/ 2147483646 h 90"/>
              <a:gd name="T10" fmla="*/ 0 w 477"/>
              <a:gd name="T11" fmla="*/ 2147483646 h 90"/>
              <a:gd name="T12" fmla="*/ 2147483646 w 477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77" h="90">
                <a:moveTo>
                  <a:pt x="477" y="90"/>
                </a:moveTo>
                <a:lnTo>
                  <a:pt x="477" y="74"/>
                </a:lnTo>
                <a:lnTo>
                  <a:pt x="0" y="0"/>
                </a:lnTo>
                <a:lnTo>
                  <a:pt x="0" y="17"/>
                </a:lnTo>
                <a:lnTo>
                  <a:pt x="477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37" name="Freeform 25"/>
          <p:cNvSpPr>
            <a:spLocks/>
          </p:cNvSpPr>
          <p:nvPr/>
        </p:nvSpPr>
        <p:spPr bwMode="auto">
          <a:xfrm>
            <a:off x="2852738" y="5949950"/>
            <a:ext cx="357187" cy="104775"/>
          </a:xfrm>
          <a:custGeom>
            <a:avLst/>
            <a:gdLst>
              <a:gd name="T0" fmla="*/ 2147483646 w 225"/>
              <a:gd name="T1" fmla="*/ 2147483646 h 66"/>
              <a:gd name="T2" fmla="*/ 2147483646 w 225"/>
              <a:gd name="T3" fmla="*/ 2147483646 h 66"/>
              <a:gd name="T4" fmla="*/ 0 w 225"/>
              <a:gd name="T5" fmla="*/ 0 h 66"/>
              <a:gd name="T6" fmla="*/ 2147483646 w 225"/>
              <a:gd name="T7" fmla="*/ 0 h 66"/>
              <a:gd name="T8" fmla="*/ 0 w 225"/>
              <a:gd name="T9" fmla="*/ 2147483646 h 66"/>
              <a:gd name="T10" fmla="*/ 0 w 225"/>
              <a:gd name="T11" fmla="*/ 2147483646 h 66"/>
              <a:gd name="T12" fmla="*/ 2147483646 w 225"/>
              <a:gd name="T13" fmla="*/ 2147483646 h 6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66">
                <a:moveTo>
                  <a:pt x="225" y="66"/>
                </a:moveTo>
                <a:lnTo>
                  <a:pt x="225" y="49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25" y="6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38" name="Freeform 26"/>
          <p:cNvSpPr>
            <a:spLocks/>
          </p:cNvSpPr>
          <p:nvPr/>
        </p:nvSpPr>
        <p:spPr bwMode="auto">
          <a:xfrm>
            <a:off x="2538413" y="5846763"/>
            <a:ext cx="328612" cy="130175"/>
          </a:xfrm>
          <a:custGeom>
            <a:avLst/>
            <a:gdLst>
              <a:gd name="T0" fmla="*/ 2147483646 w 207"/>
              <a:gd name="T1" fmla="*/ 2147483646 h 82"/>
              <a:gd name="T2" fmla="*/ 2147483646 w 207"/>
              <a:gd name="T3" fmla="*/ 2147483646 h 82"/>
              <a:gd name="T4" fmla="*/ 2147483646 w 207"/>
              <a:gd name="T5" fmla="*/ 0 h 82"/>
              <a:gd name="T6" fmla="*/ 2147483646 w 207"/>
              <a:gd name="T7" fmla="*/ 0 h 82"/>
              <a:gd name="T8" fmla="*/ 0 w 207"/>
              <a:gd name="T9" fmla="*/ 2147483646 h 82"/>
              <a:gd name="T10" fmla="*/ 0 w 207"/>
              <a:gd name="T11" fmla="*/ 2147483646 h 82"/>
              <a:gd name="T12" fmla="*/ 2147483646 w 207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7" h="82">
                <a:moveTo>
                  <a:pt x="198" y="82"/>
                </a:moveTo>
                <a:lnTo>
                  <a:pt x="207" y="65"/>
                </a:lnTo>
                <a:lnTo>
                  <a:pt x="9" y="0"/>
                </a:lnTo>
                <a:lnTo>
                  <a:pt x="0" y="16"/>
                </a:lnTo>
                <a:lnTo>
                  <a:pt x="198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39" name="Freeform 27"/>
          <p:cNvSpPr>
            <a:spLocks/>
          </p:cNvSpPr>
          <p:nvPr/>
        </p:nvSpPr>
        <p:spPr bwMode="auto">
          <a:xfrm>
            <a:off x="2252663" y="5729288"/>
            <a:ext cx="300037" cy="142875"/>
          </a:xfrm>
          <a:custGeom>
            <a:avLst/>
            <a:gdLst>
              <a:gd name="T0" fmla="*/ 2147483646 w 189"/>
              <a:gd name="T1" fmla="*/ 2147483646 h 90"/>
              <a:gd name="T2" fmla="*/ 2147483646 w 189"/>
              <a:gd name="T3" fmla="*/ 2147483646 h 90"/>
              <a:gd name="T4" fmla="*/ 2147483646 w 189"/>
              <a:gd name="T5" fmla="*/ 0 h 90"/>
              <a:gd name="T6" fmla="*/ 2147483646 w 189"/>
              <a:gd name="T7" fmla="*/ 0 h 90"/>
              <a:gd name="T8" fmla="*/ 0 w 189"/>
              <a:gd name="T9" fmla="*/ 2147483646 h 90"/>
              <a:gd name="T10" fmla="*/ 0 w 189"/>
              <a:gd name="T11" fmla="*/ 2147483646 h 90"/>
              <a:gd name="T12" fmla="*/ 2147483646 w 189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90">
                <a:moveTo>
                  <a:pt x="180" y="90"/>
                </a:moveTo>
                <a:lnTo>
                  <a:pt x="189" y="74"/>
                </a:lnTo>
                <a:lnTo>
                  <a:pt x="9" y="0"/>
                </a:lnTo>
                <a:lnTo>
                  <a:pt x="0" y="17"/>
                </a:lnTo>
                <a:lnTo>
                  <a:pt x="180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40" name="Freeform 28"/>
          <p:cNvSpPr>
            <a:spLocks/>
          </p:cNvSpPr>
          <p:nvPr/>
        </p:nvSpPr>
        <p:spPr bwMode="auto">
          <a:xfrm>
            <a:off x="1995488" y="5600700"/>
            <a:ext cx="271462" cy="155575"/>
          </a:xfrm>
          <a:custGeom>
            <a:avLst/>
            <a:gdLst>
              <a:gd name="T0" fmla="*/ 2147483646 w 171"/>
              <a:gd name="T1" fmla="*/ 2147483646 h 98"/>
              <a:gd name="T2" fmla="*/ 2147483646 w 171"/>
              <a:gd name="T3" fmla="*/ 2147483646 h 98"/>
              <a:gd name="T4" fmla="*/ 2147483646 w 171"/>
              <a:gd name="T5" fmla="*/ 0 h 98"/>
              <a:gd name="T6" fmla="*/ 2147483646 w 171"/>
              <a:gd name="T7" fmla="*/ 0 h 98"/>
              <a:gd name="T8" fmla="*/ 0 w 171"/>
              <a:gd name="T9" fmla="*/ 2147483646 h 98"/>
              <a:gd name="T10" fmla="*/ 0 w 171"/>
              <a:gd name="T11" fmla="*/ 2147483646 h 98"/>
              <a:gd name="T12" fmla="*/ 2147483646 w 171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1" h="98">
                <a:moveTo>
                  <a:pt x="162" y="98"/>
                </a:moveTo>
                <a:lnTo>
                  <a:pt x="171" y="81"/>
                </a:lnTo>
                <a:lnTo>
                  <a:pt x="9" y="0"/>
                </a:lnTo>
                <a:lnTo>
                  <a:pt x="0" y="16"/>
                </a:lnTo>
                <a:lnTo>
                  <a:pt x="16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41" name="Freeform 29"/>
          <p:cNvSpPr>
            <a:spLocks/>
          </p:cNvSpPr>
          <p:nvPr/>
        </p:nvSpPr>
        <p:spPr bwMode="auto">
          <a:xfrm>
            <a:off x="1795463" y="5445125"/>
            <a:ext cx="214312" cy="180975"/>
          </a:xfrm>
          <a:custGeom>
            <a:avLst/>
            <a:gdLst>
              <a:gd name="T0" fmla="*/ 2147483646 w 135"/>
              <a:gd name="T1" fmla="*/ 2147483646 h 114"/>
              <a:gd name="T2" fmla="*/ 2147483646 w 135"/>
              <a:gd name="T3" fmla="*/ 2147483646 h 114"/>
              <a:gd name="T4" fmla="*/ 2147483646 w 135"/>
              <a:gd name="T5" fmla="*/ 0 h 114"/>
              <a:gd name="T6" fmla="*/ 2147483646 w 135"/>
              <a:gd name="T7" fmla="*/ 2147483646 h 114"/>
              <a:gd name="T8" fmla="*/ 0 w 135"/>
              <a:gd name="T9" fmla="*/ 2147483646 h 114"/>
              <a:gd name="T10" fmla="*/ 2147483646 w 135"/>
              <a:gd name="T11" fmla="*/ 2147483646 h 114"/>
              <a:gd name="T12" fmla="*/ 2147483646 w 135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114">
                <a:moveTo>
                  <a:pt x="126" y="114"/>
                </a:moveTo>
                <a:lnTo>
                  <a:pt x="135" y="98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26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42" name="Freeform 30"/>
          <p:cNvSpPr>
            <a:spLocks/>
          </p:cNvSpPr>
          <p:nvPr/>
        </p:nvSpPr>
        <p:spPr bwMode="auto">
          <a:xfrm>
            <a:off x="1638300" y="5302250"/>
            <a:ext cx="185738" cy="168275"/>
          </a:xfrm>
          <a:custGeom>
            <a:avLst/>
            <a:gdLst>
              <a:gd name="T0" fmla="*/ 2147483646 w 117"/>
              <a:gd name="T1" fmla="*/ 2147483646 h 106"/>
              <a:gd name="T2" fmla="*/ 2147483646 w 117"/>
              <a:gd name="T3" fmla="*/ 2147483646 h 106"/>
              <a:gd name="T4" fmla="*/ 2147483646 w 117"/>
              <a:gd name="T5" fmla="*/ 0 h 106"/>
              <a:gd name="T6" fmla="*/ 0 w 117"/>
              <a:gd name="T7" fmla="*/ 2147483646 h 106"/>
              <a:gd name="T8" fmla="*/ 2147483646 w 117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7" h="106">
                <a:moveTo>
                  <a:pt x="99" y="106"/>
                </a:moveTo>
                <a:lnTo>
                  <a:pt x="117" y="98"/>
                </a:lnTo>
                <a:lnTo>
                  <a:pt x="18" y="0"/>
                </a:lnTo>
                <a:lnTo>
                  <a:pt x="0" y="8"/>
                </a:lnTo>
                <a:lnTo>
                  <a:pt x="99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43" name="Freeform 31"/>
          <p:cNvSpPr>
            <a:spLocks/>
          </p:cNvSpPr>
          <p:nvPr/>
        </p:nvSpPr>
        <p:spPr bwMode="auto">
          <a:xfrm>
            <a:off x="7310438" y="5302250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2147483646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0 h 16"/>
              <a:gd name="T10" fmla="*/ 2147483646 w 18"/>
              <a:gd name="T11" fmla="*/ 0 h 16"/>
              <a:gd name="T12" fmla="*/ 0 w 18"/>
              <a:gd name="T13" fmla="*/ 0 h 16"/>
              <a:gd name="T14" fmla="*/ 0 w 18"/>
              <a:gd name="T15" fmla="*/ 2147483646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0" y="16"/>
                </a:move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44" name="Freeform 32"/>
          <p:cNvSpPr>
            <a:spLocks/>
          </p:cNvSpPr>
          <p:nvPr/>
        </p:nvSpPr>
        <p:spPr bwMode="auto">
          <a:xfrm>
            <a:off x="7167563" y="5289550"/>
            <a:ext cx="200025" cy="168275"/>
          </a:xfrm>
          <a:custGeom>
            <a:avLst/>
            <a:gdLst>
              <a:gd name="T0" fmla="*/ 2147483646 w 126"/>
              <a:gd name="T1" fmla="*/ 2147483646 h 106"/>
              <a:gd name="T2" fmla="*/ 2147483646 w 126"/>
              <a:gd name="T3" fmla="*/ 2147483646 h 106"/>
              <a:gd name="T4" fmla="*/ 0 w 126"/>
              <a:gd name="T5" fmla="*/ 2147483646 h 106"/>
              <a:gd name="T6" fmla="*/ 2147483646 w 126"/>
              <a:gd name="T7" fmla="*/ 0 h 106"/>
              <a:gd name="T8" fmla="*/ 2147483646 w 126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45" name="Freeform 33"/>
          <p:cNvSpPr>
            <a:spLocks/>
          </p:cNvSpPr>
          <p:nvPr/>
        </p:nvSpPr>
        <p:spPr bwMode="auto">
          <a:xfrm>
            <a:off x="7167563" y="5289550"/>
            <a:ext cx="200025" cy="168275"/>
          </a:xfrm>
          <a:custGeom>
            <a:avLst/>
            <a:gdLst>
              <a:gd name="T0" fmla="*/ 2147483646 w 126"/>
              <a:gd name="T1" fmla="*/ 2147483646 h 106"/>
              <a:gd name="T2" fmla="*/ 2147483646 w 126"/>
              <a:gd name="T3" fmla="*/ 2147483646 h 106"/>
              <a:gd name="T4" fmla="*/ 0 w 126"/>
              <a:gd name="T5" fmla="*/ 2147483646 h 106"/>
              <a:gd name="T6" fmla="*/ 2147483646 w 126"/>
              <a:gd name="T7" fmla="*/ 0 h 106"/>
              <a:gd name="T8" fmla="*/ 2147483646 w 126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46" name="Freeform 34"/>
          <p:cNvSpPr>
            <a:spLocks/>
          </p:cNvSpPr>
          <p:nvPr/>
        </p:nvSpPr>
        <p:spPr bwMode="auto">
          <a:xfrm>
            <a:off x="7596188" y="1697038"/>
            <a:ext cx="228600" cy="246062"/>
          </a:xfrm>
          <a:custGeom>
            <a:avLst/>
            <a:gdLst>
              <a:gd name="T0" fmla="*/ 2147483646 w 144"/>
              <a:gd name="T1" fmla="*/ 0 h 155"/>
              <a:gd name="T2" fmla="*/ 0 w 144"/>
              <a:gd name="T3" fmla="*/ 2147483646 h 155"/>
              <a:gd name="T4" fmla="*/ 2147483646 w 144"/>
              <a:gd name="T5" fmla="*/ 2147483646 h 155"/>
              <a:gd name="T6" fmla="*/ 2147483646 w 144"/>
              <a:gd name="T7" fmla="*/ 2147483646 h 155"/>
              <a:gd name="T8" fmla="*/ 2147483646 w 144"/>
              <a:gd name="T9" fmla="*/ 2147483646 h 155"/>
              <a:gd name="T10" fmla="*/ 2147483646 w 144"/>
              <a:gd name="T11" fmla="*/ 2147483646 h 155"/>
              <a:gd name="T12" fmla="*/ 2147483646 w 144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55">
                <a:moveTo>
                  <a:pt x="18" y="0"/>
                </a:moveTo>
                <a:lnTo>
                  <a:pt x="0" y="8"/>
                </a:lnTo>
                <a:lnTo>
                  <a:pt x="126" y="155"/>
                </a:lnTo>
                <a:lnTo>
                  <a:pt x="14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47" name="Freeform 35"/>
          <p:cNvSpPr>
            <a:spLocks/>
          </p:cNvSpPr>
          <p:nvPr/>
        </p:nvSpPr>
        <p:spPr bwMode="auto">
          <a:xfrm>
            <a:off x="7796213" y="1930400"/>
            <a:ext cx="185737" cy="260350"/>
          </a:xfrm>
          <a:custGeom>
            <a:avLst/>
            <a:gdLst>
              <a:gd name="T0" fmla="*/ 2147483646 w 117"/>
              <a:gd name="T1" fmla="*/ 0 h 164"/>
              <a:gd name="T2" fmla="*/ 0 w 117"/>
              <a:gd name="T3" fmla="*/ 2147483646 h 164"/>
              <a:gd name="T4" fmla="*/ 2147483646 w 117"/>
              <a:gd name="T5" fmla="*/ 2147483646 h 164"/>
              <a:gd name="T6" fmla="*/ 2147483646 w 117"/>
              <a:gd name="T7" fmla="*/ 2147483646 h 164"/>
              <a:gd name="T8" fmla="*/ 2147483646 w 117"/>
              <a:gd name="T9" fmla="*/ 2147483646 h 164"/>
              <a:gd name="T10" fmla="*/ 2147483646 w 117"/>
              <a:gd name="T11" fmla="*/ 2147483646 h 164"/>
              <a:gd name="T12" fmla="*/ 2147483646 w 117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7" h="164">
                <a:moveTo>
                  <a:pt x="18" y="0"/>
                </a:moveTo>
                <a:lnTo>
                  <a:pt x="0" y="8"/>
                </a:lnTo>
                <a:lnTo>
                  <a:pt x="99" y="164"/>
                </a:lnTo>
                <a:lnTo>
                  <a:pt x="117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48" name="Freeform 36"/>
          <p:cNvSpPr>
            <a:spLocks/>
          </p:cNvSpPr>
          <p:nvPr/>
        </p:nvSpPr>
        <p:spPr bwMode="auto">
          <a:xfrm>
            <a:off x="7953375" y="2176463"/>
            <a:ext cx="142875" cy="247650"/>
          </a:xfrm>
          <a:custGeom>
            <a:avLst/>
            <a:gdLst>
              <a:gd name="T0" fmla="*/ 2147483646 w 90"/>
              <a:gd name="T1" fmla="*/ 0 h 156"/>
              <a:gd name="T2" fmla="*/ 0 w 90"/>
              <a:gd name="T3" fmla="*/ 2147483646 h 156"/>
              <a:gd name="T4" fmla="*/ 2147483646 w 90"/>
              <a:gd name="T5" fmla="*/ 2147483646 h 156"/>
              <a:gd name="T6" fmla="*/ 2147483646 w 90"/>
              <a:gd name="T7" fmla="*/ 2147483646 h 156"/>
              <a:gd name="T8" fmla="*/ 2147483646 w 90"/>
              <a:gd name="T9" fmla="*/ 2147483646 h 156"/>
              <a:gd name="T10" fmla="*/ 2147483646 w 90"/>
              <a:gd name="T11" fmla="*/ 2147483646 h 156"/>
              <a:gd name="T12" fmla="*/ 2147483646 w 90"/>
              <a:gd name="T13" fmla="*/ 0 h 1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0" h="156">
                <a:moveTo>
                  <a:pt x="18" y="0"/>
                </a:moveTo>
                <a:lnTo>
                  <a:pt x="0" y="9"/>
                </a:lnTo>
                <a:lnTo>
                  <a:pt x="72" y="156"/>
                </a:lnTo>
                <a:lnTo>
                  <a:pt x="90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49" name="Freeform 37"/>
          <p:cNvSpPr>
            <a:spLocks/>
          </p:cNvSpPr>
          <p:nvPr/>
        </p:nvSpPr>
        <p:spPr bwMode="auto">
          <a:xfrm>
            <a:off x="8067675" y="2409825"/>
            <a:ext cx="114300" cy="260350"/>
          </a:xfrm>
          <a:custGeom>
            <a:avLst/>
            <a:gdLst>
              <a:gd name="T0" fmla="*/ 2147483646 w 72"/>
              <a:gd name="T1" fmla="*/ 0 h 164"/>
              <a:gd name="T2" fmla="*/ 0 w 72"/>
              <a:gd name="T3" fmla="*/ 2147483646 h 164"/>
              <a:gd name="T4" fmla="*/ 2147483646 w 72"/>
              <a:gd name="T5" fmla="*/ 2147483646 h 164"/>
              <a:gd name="T6" fmla="*/ 2147483646 w 72"/>
              <a:gd name="T7" fmla="*/ 2147483646 h 164"/>
              <a:gd name="T8" fmla="*/ 2147483646 w 72"/>
              <a:gd name="T9" fmla="*/ 2147483646 h 164"/>
              <a:gd name="T10" fmla="*/ 2147483646 w 72"/>
              <a:gd name="T11" fmla="*/ 2147483646 h 164"/>
              <a:gd name="T12" fmla="*/ 2147483646 w 72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2" h="164">
                <a:moveTo>
                  <a:pt x="18" y="0"/>
                </a:moveTo>
                <a:lnTo>
                  <a:pt x="0" y="9"/>
                </a:lnTo>
                <a:lnTo>
                  <a:pt x="54" y="164"/>
                </a:lnTo>
                <a:lnTo>
                  <a:pt x="54" y="156"/>
                </a:lnTo>
                <a:lnTo>
                  <a:pt x="72" y="156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50" name="Freeform 38"/>
          <p:cNvSpPr>
            <a:spLocks/>
          </p:cNvSpPr>
          <p:nvPr/>
        </p:nvSpPr>
        <p:spPr bwMode="auto">
          <a:xfrm>
            <a:off x="8153400" y="2657475"/>
            <a:ext cx="85725" cy="233363"/>
          </a:xfrm>
          <a:custGeom>
            <a:avLst/>
            <a:gdLst>
              <a:gd name="T0" fmla="*/ 2147483646 w 54"/>
              <a:gd name="T1" fmla="*/ 0 h 147"/>
              <a:gd name="T2" fmla="*/ 0 w 54"/>
              <a:gd name="T3" fmla="*/ 0 h 147"/>
              <a:gd name="T4" fmla="*/ 2147483646 w 54"/>
              <a:gd name="T5" fmla="*/ 2147483646 h 147"/>
              <a:gd name="T6" fmla="*/ 2147483646 w 54"/>
              <a:gd name="T7" fmla="*/ 2147483646 h 147"/>
              <a:gd name="T8" fmla="*/ 2147483646 w 54"/>
              <a:gd name="T9" fmla="*/ 2147483646 h 147"/>
              <a:gd name="T10" fmla="*/ 2147483646 w 54"/>
              <a:gd name="T11" fmla="*/ 2147483646 h 147"/>
              <a:gd name="T12" fmla="*/ 2147483646 w 54"/>
              <a:gd name="T13" fmla="*/ 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4" h="147">
                <a:moveTo>
                  <a:pt x="18" y="0"/>
                </a:moveTo>
                <a:lnTo>
                  <a:pt x="0" y="0"/>
                </a:lnTo>
                <a:lnTo>
                  <a:pt x="36" y="147"/>
                </a:lnTo>
                <a:lnTo>
                  <a:pt x="5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51" name="Freeform 39"/>
          <p:cNvSpPr>
            <a:spLocks/>
          </p:cNvSpPr>
          <p:nvPr/>
        </p:nvSpPr>
        <p:spPr bwMode="auto">
          <a:xfrm>
            <a:off x="8210550" y="2890838"/>
            <a:ext cx="57150" cy="246062"/>
          </a:xfrm>
          <a:custGeom>
            <a:avLst/>
            <a:gdLst>
              <a:gd name="T0" fmla="*/ 2147483646 w 36"/>
              <a:gd name="T1" fmla="*/ 0 h 155"/>
              <a:gd name="T2" fmla="*/ 0 w 36"/>
              <a:gd name="T3" fmla="*/ 0 h 155"/>
              <a:gd name="T4" fmla="*/ 2147483646 w 36"/>
              <a:gd name="T5" fmla="*/ 2147483646 h 155"/>
              <a:gd name="T6" fmla="*/ 2147483646 w 36"/>
              <a:gd name="T7" fmla="*/ 2147483646 h 155"/>
              <a:gd name="T8" fmla="*/ 2147483646 w 36"/>
              <a:gd name="T9" fmla="*/ 2147483646 h 155"/>
              <a:gd name="T10" fmla="*/ 2147483646 w 36"/>
              <a:gd name="T11" fmla="*/ 2147483646 h 155"/>
              <a:gd name="T12" fmla="*/ 2147483646 w 36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6" h="155">
                <a:moveTo>
                  <a:pt x="18" y="0"/>
                </a:moveTo>
                <a:lnTo>
                  <a:pt x="0" y="0"/>
                </a:lnTo>
                <a:lnTo>
                  <a:pt x="18" y="155"/>
                </a:lnTo>
                <a:lnTo>
                  <a:pt x="36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52" name="Freeform 40"/>
          <p:cNvSpPr>
            <a:spLocks/>
          </p:cNvSpPr>
          <p:nvPr/>
        </p:nvSpPr>
        <p:spPr bwMode="auto">
          <a:xfrm>
            <a:off x="8196263" y="3136900"/>
            <a:ext cx="71437" cy="479425"/>
          </a:xfrm>
          <a:custGeom>
            <a:avLst/>
            <a:gdLst>
              <a:gd name="T0" fmla="*/ 2147483646 w 45"/>
              <a:gd name="T1" fmla="*/ 0 h 302"/>
              <a:gd name="T2" fmla="*/ 2147483646 w 45"/>
              <a:gd name="T3" fmla="*/ 0 h 302"/>
              <a:gd name="T4" fmla="*/ 0 w 45"/>
              <a:gd name="T5" fmla="*/ 2147483646 h 302"/>
              <a:gd name="T6" fmla="*/ 0 w 45"/>
              <a:gd name="T7" fmla="*/ 2147483646 h 302"/>
              <a:gd name="T8" fmla="*/ 2147483646 w 45"/>
              <a:gd name="T9" fmla="*/ 2147483646 h 302"/>
              <a:gd name="T10" fmla="*/ 2147483646 w 45"/>
              <a:gd name="T11" fmla="*/ 2147483646 h 302"/>
              <a:gd name="T12" fmla="*/ 2147483646 w 45"/>
              <a:gd name="T13" fmla="*/ 0 h 30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5" h="302">
                <a:moveTo>
                  <a:pt x="45" y="0"/>
                </a:moveTo>
                <a:lnTo>
                  <a:pt x="27" y="0"/>
                </a:lnTo>
                <a:lnTo>
                  <a:pt x="0" y="294"/>
                </a:lnTo>
                <a:lnTo>
                  <a:pt x="18" y="302"/>
                </a:lnTo>
                <a:lnTo>
                  <a:pt x="18" y="294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53" name="Freeform 41"/>
          <p:cNvSpPr>
            <a:spLocks/>
          </p:cNvSpPr>
          <p:nvPr/>
        </p:nvSpPr>
        <p:spPr bwMode="auto">
          <a:xfrm>
            <a:off x="8081963" y="3603625"/>
            <a:ext cx="142875" cy="427038"/>
          </a:xfrm>
          <a:custGeom>
            <a:avLst/>
            <a:gdLst>
              <a:gd name="T0" fmla="*/ 2147483646 w 90"/>
              <a:gd name="T1" fmla="*/ 2147483646 h 269"/>
              <a:gd name="T2" fmla="*/ 2147483646 w 90"/>
              <a:gd name="T3" fmla="*/ 0 h 269"/>
              <a:gd name="T4" fmla="*/ 0 w 90"/>
              <a:gd name="T5" fmla="*/ 2147483646 h 269"/>
              <a:gd name="T6" fmla="*/ 0 w 90"/>
              <a:gd name="T7" fmla="*/ 2147483646 h 269"/>
              <a:gd name="T8" fmla="*/ 2147483646 w 90"/>
              <a:gd name="T9" fmla="*/ 2147483646 h 269"/>
              <a:gd name="T10" fmla="*/ 2147483646 w 90"/>
              <a:gd name="T11" fmla="*/ 2147483646 h 269"/>
              <a:gd name="T12" fmla="*/ 2147483646 w 90"/>
              <a:gd name="T13" fmla="*/ 2147483646 h 26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0" h="269">
                <a:moveTo>
                  <a:pt x="90" y="8"/>
                </a:moveTo>
                <a:lnTo>
                  <a:pt x="72" y="0"/>
                </a:lnTo>
                <a:lnTo>
                  <a:pt x="0" y="261"/>
                </a:lnTo>
                <a:lnTo>
                  <a:pt x="18" y="269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54" name="Freeform 42"/>
          <p:cNvSpPr>
            <a:spLocks/>
          </p:cNvSpPr>
          <p:nvPr/>
        </p:nvSpPr>
        <p:spPr bwMode="auto">
          <a:xfrm>
            <a:off x="7896225" y="4017963"/>
            <a:ext cx="214313" cy="466725"/>
          </a:xfrm>
          <a:custGeom>
            <a:avLst/>
            <a:gdLst>
              <a:gd name="T0" fmla="*/ 2147483646 w 135"/>
              <a:gd name="T1" fmla="*/ 2147483646 h 294"/>
              <a:gd name="T2" fmla="*/ 2147483646 w 135"/>
              <a:gd name="T3" fmla="*/ 0 h 294"/>
              <a:gd name="T4" fmla="*/ 0 w 135"/>
              <a:gd name="T5" fmla="*/ 2147483646 h 294"/>
              <a:gd name="T6" fmla="*/ 0 w 135"/>
              <a:gd name="T7" fmla="*/ 2147483646 h 294"/>
              <a:gd name="T8" fmla="*/ 2147483646 w 135"/>
              <a:gd name="T9" fmla="*/ 2147483646 h 294"/>
              <a:gd name="T10" fmla="*/ 2147483646 w 135"/>
              <a:gd name="T11" fmla="*/ 2147483646 h 294"/>
              <a:gd name="T12" fmla="*/ 2147483646 w 135"/>
              <a:gd name="T13" fmla="*/ 2147483646 h 2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294">
                <a:moveTo>
                  <a:pt x="135" y="8"/>
                </a:moveTo>
                <a:lnTo>
                  <a:pt x="117" y="0"/>
                </a:lnTo>
                <a:lnTo>
                  <a:pt x="0" y="286"/>
                </a:lnTo>
                <a:lnTo>
                  <a:pt x="18" y="294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55" name="Freeform 43"/>
          <p:cNvSpPr>
            <a:spLocks/>
          </p:cNvSpPr>
          <p:nvPr/>
        </p:nvSpPr>
        <p:spPr bwMode="auto">
          <a:xfrm>
            <a:off x="7639050" y="4471988"/>
            <a:ext cx="285750" cy="454025"/>
          </a:xfrm>
          <a:custGeom>
            <a:avLst/>
            <a:gdLst>
              <a:gd name="T0" fmla="*/ 2147483646 w 180"/>
              <a:gd name="T1" fmla="*/ 2147483646 h 286"/>
              <a:gd name="T2" fmla="*/ 2147483646 w 180"/>
              <a:gd name="T3" fmla="*/ 0 h 286"/>
              <a:gd name="T4" fmla="*/ 0 w 180"/>
              <a:gd name="T5" fmla="*/ 2147483646 h 286"/>
              <a:gd name="T6" fmla="*/ 0 w 180"/>
              <a:gd name="T7" fmla="*/ 2147483646 h 286"/>
              <a:gd name="T8" fmla="*/ 2147483646 w 180"/>
              <a:gd name="T9" fmla="*/ 2147483646 h 286"/>
              <a:gd name="T10" fmla="*/ 2147483646 w 180"/>
              <a:gd name="T11" fmla="*/ 2147483646 h 286"/>
              <a:gd name="T12" fmla="*/ 2147483646 w 180"/>
              <a:gd name="T13" fmla="*/ 2147483646 h 2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0" h="286">
                <a:moveTo>
                  <a:pt x="180" y="8"/>
                </a:moveTo>
                <a:lnTo>
                  <a:pt x="162" y="0"/>
                </a:lnTo>
                <a:lnTo>
                  <a:pt x="0" y="278"/>
                </a:lnTo>
                <a:lnTo>
                  <a:pt x="18" y="286"/>
                </a:lnTo>
                <a:lnTo>
                  <a:pt x="18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56" name="Freeform 44"/>
          <p:cNvSpPr>
            <a:spLocks/>
          </p:cNvSpPr>
          <p:nvPr/>
        </p:nvSpPr>
        <p:spPr bwMode="auto">
          <a:xfrm>
            <a:off x="7481888" y="4913313"/>
            <a:ext cx="185737" cy="220662"/>
          </a:xfrm>
          <a:custGeom>
            <a:avLst/>
            <a:gdLst>
              <a:gd name="T0" fmla="*/ 2147483646 w 117"/>
              <a:gd name="T1" fmla="*/ 2147483646 h 139"/>
              <a:gd name="T2" fmla="*/ 2147483646 w 117"/>
              <a:gd name="T3" fmla="*/ 0 h 139"/>
              <a:gd name="T4" fmla="*/ 0 w 117"/>
              <a:gd name="T5" fmla="*/ 2147483646 h 139"/>
              <a:gd name="T6" fmla="*/ 0 w 117"/>
              <a:gd name="T7" fmla="*/ 2147483646 h 139"/>
              <a:gd name="T8" fmla="*/ 2147483646 w 117"/>
              <a:gd name="T9" fmla="*/ 2147483646 h 139"/>
              <a:gd name="T10" fmla="*/ 2147483646 w 117"/>
              <a:gd name="T11" fmla="*/ 2147483646 h 139"/>
              <a:gd name="T12" fmla="*/ 2147483646 w 117"/>
              <a:gd name="T13" fmla="*/ 2147483646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7" h="139">
                <a:moveTo>
                  <a:pt x="117" y="8"/>
                </a:moveTo>
                <a:lnTo>
                  <a:pt x="99" y="0"/>
                </a:lnTo>
                <a:lnTo>
                  <a:pt x="0" y="131"/>
                </a:lnTo>
                <a:lnTo>
                  <a:pt x="18" y="139"/>
                </a:lnTo>
                <a:lnTo>
                  <a:pt x="117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57" name="Freeform 45"/>
          <p:cNvSpPr>
            <a:spLocks/>
          </p:cNvSpPr>
          <p:nvPr/>
        </p:nvSpPr>
        <p:spPr bwMode="auto">
          <a:xfrm>
            <a:off x="7296150" y="5121275"/>
            <a:ext cx="214313" cy="206375"/>
          </a:xfrm>
          <a:custGeom>
            <a:avLst/>
            <a:gdLst>
              <a:gd name="T0" fmla="*/ 2147483646 w 135"/>
              <a:gd name="T1" fmla="*/ 2147483646 h 130"/>
              <a:gd name="T2" fmla="*/ 2147483646 w 135"/>
              <a:gd name="T3" fmla="*/ 0 h 130"/>
              <a:gd name="T4" fmla="*/ 0 w 135"/>
              <a:gd name="T5" fmla="*/ 2147483646 h 130"/>
              <a:gd name="T6" fmla="*/ 2147483646 w 135"/>
              <a:gd name="T7" fmla="*/ 2147483646 h 130"/>
              <a:gd name="T8" fmla="*/ 2147483646 w 135"/>
              <a:gd name="T9" fmla="*/ 2147483646 h 1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5" h="130">
                <a:moveTo>
                  <a:pt x="135" y="8"/>
                </a:moveTo>
                <a:lnTo>
                  <a:pt x="117" y="0"/>
                </a:lnTo>
                <a:lnTo>
                  <a:pt x="0" y="122"/>
                </a:lnTo>
                <a:lnTo>
                  <a:pt x="18" y="130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58" name="Freeform 46"/>
          <p:cNvSpPr>
            <a:spLocks/>
          </p:cNvSpPr>
          <p:nvPr/>
        </p:nvSpPr>
        <p:spPr bwMode="auto">
          <a:xfrm>
            <a:off x="1509713" y="3162300"/>
            <a:ext cx="28575" cy="26988"/>
          </a:xfrm>
          <a:custGeom>
            <a:avLst/>
            <a:gdLst>
              <a:gd name="T0" fmla="*/ 2147483646 w 18"/>
              <a:gd name="T1" fmla="*/ 2147483646 h 17"/>
              <a:gd name="T2" fmla="*/ 2147483646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0 h 17"/>
              <a:gd name="T10" fmla="*/ 2147483646 w 18"/>
              <a:gd name="T11" fmla="*/ 0 h 17"/>
              <a:gd name="T12" fmla="*/ 0 w 18"/>
              <a:gd name="T13" fmla="*/ 2147483646 h 17"/>
              <a:gd name="T14" fmla="*/ 0 w 18"/>
              <a:gd name="T15" fmla="*/ 2147483646 h 17"/>
              <a:gd name="T16" fmla="*/ 2147483646 w 18"/>
              <a:gd name="T17" fmla="*/ 2147483646 h 17"/>
              <a:gd name="T18" fmla="*/ 2147483646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7">
                <a:moveTo>
                  <a:pt x="9" y="17"/>
                </a:moveTo>
                <a:lnTo>
                  <a:pt x="9" y="17"/>
                </a:lnTo>
                <a:lnTo>
                  <a:pt x="18" y="17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0" y="17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59" name="Freeform 47"/>
          <p:cNvSpPr>
            <a:spLocks/>
          </p:cNvSpPr>
          <p:nvPr/>
        </p:nvSpPr>
        <p:spPr bwMode="auto">
          <a:xfrm>
            <a:off x="1409700" y="3162300"/>
            <a:ext cx="171450" cy="195263"/>
          </a:xfrm>
          <a:custGeom>
            <a:avLst/>
            <a:gdLst>
              <a:gd name="T0" fmla="*/ 2147483646 w 108"/>
              <a:gd name="T1" fmla="*/ 2147483646 h 123"/>
              <a:gd name="T2" fmla="*/ 2147483646 w 108"/>
              <a:gd name="T3" fmla="*/ 2147483646 h 123"/>
              <a:gd name="T4" fmla="*/ 0 w 108"/>
              <a:gd name="T5" fmla="*/ 2147483646 h 123"/>
              <a:gd name="T6" fmla="*/ 2147483646 w 108"/>
              <a:gd name="T7" fmla="*/ 0 h 123"/>
              <a:gd name="T8" fmla="*/ 2147483646 w 108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60" name="Freeform 48"/>
          <p:cNvSpPr>
            <a:spLocks/>
          </p:cNvSpPr>
          <p:nvPr/>
        </p:nvSpPr>
        <p:spPr bwMode="auto">
          <a:xfrm>
            <a:off x="1409700" y="3162300"/>
            <a:ext cx="171450" cy="195263"/>
          </a:xfrm>
          <a:custGeom>
            <a:avLst/>
            <a:gdLst>
              <a:gd name="T0" fmla="*/ 2147483646 w 108"/>
              <a:gd name="T1" fmla="*/ 2147483646 h 123"/>
              <a:gd name="T2" fmla="*/ 2147483646 w 108"/>
              <a:gd name="T3" fmla="*/ 2147483646 h 123"/>
              <a:gd name="T4" fmla="*/ 0 w 108"/>
              <a:gd name="T5" fmla="*/ 2147483646 h 123"/>
              <a:gd name="T6" fmla="*/ 2147483646 w 108"/>
              <a:gd name="T7" fmla="*/ 0 h 123"/>
              <a:gd name="T8" fmla="*/ 2147483646 w 108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61" name="Freeform 49"/>
          <p:cNvSpPr>
            <a:spLocks/>
          </p:cNvSpPr>
          <p:nvPr/>
        </p:nvSpPr>
        <p:spPr bwMode="auto">
          <a:xfrm>
            <a:off x="6753225" y="2514600"/>
            <a:ext cx="285750" cy="311150"/>
          </a:xfrm>
          <a:custGeom>
            <a:avLst/>
            <a:gdLst>
              <a:gd name="T0" fmla="*/ 2147483646 w 180"/>
              <a:gd name="T1" fmla="*/ 2147483646 h 196"/>
              <a:gd name="T2" fmla="*/ 2147483646 w 180"/>
              <a:gd name="T3" fmla="*/ 2147483646 h 196"/>
              <a:gd name="T4" fmla="*/ 2147483646 w 180"/>
              <a:gd name="T5" fmla="*/ 0 h 196"/>
              <a:gd name="T6" fmla="*/ 2147483646 w 180"/>
              <a:gd name="T7" fmla="*/ 0 h 196"/>
              <a:gd name="T8" fmla="*/ 0 w 180"/>
              <a:gd name="T9" fmla="*/ 2147483646 h 196"/>
              <a:gd name="T10" fmla="*/ 0 w 180"/>
              <a:gd name="T11" fmla="*/ 2147483646 h 196"/>
              <a:gd name="T12" fmla="*/ 2147483646 w 180"/>
              <a:gd name="T13" fmla="*/ 2147483646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0" h="196">
                <a:moveTo>
                  <a:pt x="162" y="196"/>
                </a:moveTo>
                <a:lnTo>
                  <a:pt x="180" y="188"/>
                </a:lnTo>
                <a:lnTo>
                  <a:pt x="18" y="0"/>
                </a:lnTo>
                <a:lnTo>
                  <a:pt x="0" y="8"/>
                </a:lnTo>
                <a:lnTo>
                  <a:pt x="162" y="19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62" name="Freeform 50"/>
          <p:cNvSpPr>
            <a:spLocks/>
          </p:cNvSpPr>
          <p:nvPr/>
        </p:nvSpPr>
        <p:spPr bwMode="auto">
          <a:xfrm>
            <a:off x="6467475" y="2228850"/>
            <a:ext cx="314325" cy="298450"/>
          </a:xfrm>
          <a:custGeom>
            <a:avLst/>
            <a:gdLst>
              <a:gd name="T0" fmla="*/ 2147483646 w 198"/>
              <a:gd name="T1" fmla="*/ 2147483646 h 188"/>
              <a:gd name="T2" fmla="*/ 2147483646 w 198"/>
              <a:gd name="T3" fmla="*/ 2147483646 h 188"/>
              <a:gd name="T4" fmla="*/ 2147483646 w 198"/>
              <a:gd name="T5" fmla="*/ 2147483646 h 188"/>
              <a:gd name="T6" fmla="*/ 2147483646 w 198"/>
              <a:gd name="T7" fmla="*/ 0 h 188"/>
              <a:gd name="T8" fmla="*/ 2147483646 w 198"/>
              <a:gd name="T9" fmla="*/ 2147483646 h 188"/>
              <a:gd name="T10" fmla="*/ 0 w 198"/>
              <a:gd name="T11" fmla="*/ 2147483646 h 188"/>
              <a:gd name="T12" fmla="*/ 2147483646 w 198"/>
              <a:gd name="T13" fmla="*/ 2147483646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8" h="188">
                <a:moveTo>
                  <a:pt x="180" y="188"/>
                </a:moveTo>
                <a:lnTo>
                  <a:pt x="198" y="180"/>
                </a:lnTo>
                <a:lnTo>
                  <a:pt x="18" y="8"/>
                </a:lnTo>
                <a:lnTo>
                  <a:pt x="18" y="0"/>
                </a:lnTo>
                <a:lnTo>
                  <a:pt x="9" y="16"/>
                </a:lnTo>
                <a:lnTo>
                  <a:pt x="0" y="16"/>
                </a:lnTo>
                <a:lnTo>
                  <a:pt x="18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63" name="Freeform 51"/>
          <p:cNvSpPr>
            <a:spLocks/>
          </p:cNvSpPr>
          <p:nvPr/>
        </p:nvSpPr>
        <p:spPr bwMode="auto">
          <a:xfrm>
            <a:off x="6153150" y="2020888"/>
            <a:ext cx="342900" cy="233362"/>
          </a:xfrm>
          <a:custGeom>
            <a:avLst/>
            <a:gdLst>
              <a:gd name="T0" fmla="*/ 2147483646 w 216"/>
              <a:gd name="T1" fmla="*/ 2147483646 h 147"/>
              <a:gd name="T2" fmla="*/ 2147483646 w 216"/>
              <a:gd name="T3" fmla="*/ 2147483646 h 147"/>
              <a:gd name="T4" fmla="*/ 2147483646 w 216"/>
              <a:gd name="T5" fmla="*/ 0 h 147"/>
              <a:gd name="T6" fmla="*/ 2147483646 w 216"/>
              <a:gd name="T7" fmla="*/ 0 h 147"/>
              <a:gd name="T8" fmla="*/ 0 w 216"/>
              <a:gd name="T9" fmla="*/ 2147483646 h 147"/>
              <a:gd name="T10" fmla="*/ 0 w 216"/>
              <a:gd name="T11" fmla="*/ 2147483646 h 147"/>
              <a:gd name="T12" fmla="*/ 2147483646 w 216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147">
                <a:moveTo>
                  <a:pt x="207" y="147"/>
                </a:moveTo>
                <a:lnTo>
                  <a:pt x="216" y="131"/>
                </a:lnTo>
                <a:lnTo>
                  <a:pt x="9" y="0"/>
                </a:lnTo>
                <a:lnTo>
                  <a:pt x="0" y="17"/>
                </a:lnTo>
                <a:lnTo>
                  <a:pt x="207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64" name="Freeform 52"/>
          <p:cNvSpPr>
            <a:spLocks/>
          </p:cNvSpPr>
          <p:nvPr/>
        </p:nvSpPr>
        <p:spPr bwMode="auto">
          <a:xfrm>
            <a:off x="5810250" y="1839913"/>
            <a:ext cx="357188" cy="207962"/>
          </a:xfrm>
          <a:custGeom>
            <a:avLst/>
            <a:gdLst>
              <a:gd name="T0" fmla="*/ 2147483646 w 225"/>
              <a:gd name="T1" fmla="*/ 2147483646 h 131"/>
              <a:gd name="T2" fmla="*/ 2147483646 w 225"/>
              <a:gd name="T3" fmla="*/ 2147483646 h 131"/>
              <a:gd name="T4" fmla="*/ 2147483646 w 225"/>
              <a:gd name="T5" fmla="*/ 0 h 131"/>
              <a:gd name="T6" fmla="*/ 2147483646 w 225"/>
              <a:gd name="T7" fmla="*/ 0 h 131"/>
              <a:gd name="T8" fmla="*/ 0 w 225"/>
              <a:gd name="T9" fmla="*/ 2147483646 h 131"/>
              <a:gd name="T10" fmla="*/ 0 w 225"/>
              <a:gd name="T11" fmla="*/ 2147483646 h 131"/>
              <a:gd name="T12" fmla="*/ 2147483646 w 225"/>
              <a:gd name="T13" fmla="*/ 2147483646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131">
                <a:moveTo>
                  <a:pt x="216" y="131"/>
                </a:moveTo>
                <a:lnTo>
                  <a:pt x="225" y="114"/>
                </a:lnTo>
                <a:lnTo>
                  <a:pt x="9" y="0"/>
                </a:lnTo>
                <a:lnTo>
                  <a:pt x="0" y="16"/>
                </a:lnTo>
                <a:lnTo>
                  <a:pt x="216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65" name="Freeform 53"/>
          <p:cNvSpPr>
            <a:spLocks/>
          </p:cNvSpPr>
          <p:nvPr/>
        </p:nvSpPr>
        <p:spPr bwMode="auto">
          <a:xfrm>
            <a:off x="5424488" y="1724025"/>
            <a:ext cx="400050" cy="141288"/>
          </a:xfrm>
          <a:custGeom>
            <a:avLst/>
            <a:gdLst>
              <a:gd name="T0" fmla="*/ 2147483646 w 252"/>
              <a:gd name="T1" fmla="*/ 2147483646 h 89"/>
              <a:gd name="T2" fmla="*/ 2147483646 w 252"/>
              <a:gd name="T3" fmla="*/ 2147483646 h 89"/>
              <a:gd name="T4" fmla="*/ 2147483646 w 252"/>
              <a:gd name="T5" fmla="*/ 0 h 89"/>
              <a:gd name="T6" fmla="*/ 0 w 252"/>
              <a:gd name="T7" fmla="*/ 0 h 89"/>
              <a:gd name="T8" fmla="*/ 0 w 252"/>
              <a:gd name="T9" fmla="*/ 2147483646 h 89"/>
              <a:gd name="T10" fmla="*/ 0 w 252"/>
              <a:gd name="T11" fmla="*/ 2147483646 h 89"/>
              <a:gd name="T12" fmla="*/ 2147483646 w 252"/>
              <a:gd name="T13" fmla="*/ 2147483646 h 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2" h="89">
                <a:moveTo>
                  <a:pt x="243" y="89"/>
                </a:moveTo>
                <a:lnTo>
                  <a:pt x="252" y="73"/>
                </a:lnTo>
                <a:lnTo>
                  <a:pt x="9" y="0"/>
                </a:lnTo>
                <a:lnTo>
                  <a:pt x="0" y="0"/>
                </a:lnTo>
                <a:lnTo>
                  <a:pt x="0" y="16"/>
                </a:lnTo>
                <a:lnTo>
                  <a:pt x="243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66" name="Freeform 54"/>
          <p:cNvSpPr>
            <a:spLocks/>
          </p:cNvSpPr>
          <p:nvPr/>
        </p:nvSpPr>
        <p:spPr bwMode="auto">
          <a:xfrm>
            <a:off x="5010150" y="1646238"/>
            <a:ext cx="414338" cy="103187"/>
          </a:xfrm>
          <a:custGeom>
            <a:avLst/>
            <a:gdLst>
              <a:gd name="T0" fmla="*/ 2147483646 w 261"/>
              <a:gd name="T1" fmla="*/ 2147483646 h 65"/>
              <a:gd name="T2" fmla="*/ 2147483646 w 261"/>
              <a:gd name="T3" fmla="*/ 2147483646 h 65"/>
              <a:gd name="T4" fmla="*/ 0 w 261"/>
              <a:gd name="T5" fmla="*/ 0 h 65"/>
              <a:gd name="T6" fmla="*/ 0 w 261"/>
              <a:gd name="T7" fmla="*/ 0 h 65"/>
              <a:gd name="T8" fmla="*/ 0 w 261"/>
              <a:gd name="T9" fmla="*/ 2147483646 h 65"/>
              <a:gd name="T10" fmla="*/ 0 w 261"/>
              <a:gd name="T11" fmla="*/ 2147483646 h 65"/>
              <a:gd name="T12" fmla="*/ 2147483646 w 261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61" h="65">
                <a:moveTo>
                  <a:pt x="261" y="65"/>
                </a:moveTo>
                <a:lnTo>
                  <a:pt x="261" y="49"/>
                </a:lnTo>
                <a:lnTo>
                  <a:pt x="0" y="0"/>
                </a:lnTo>
                <a:lnTo>
                  <a:pt x="0" y="16"/>
                </a:lnTo>
                <a:lnTo>
                  <a:pt x="261" y="6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67" name="Freeform 55"/>
          <p:cNvSpPr>
            <a:spLocks/>
          </p:cNvSpPr>
          <p:nvPr/>
        </p:nvSpPr>
        <p:spPr bwMode="auto">
          <a:xfrm>
            <a:off x="4567238" y="1631950"/>
            <a:ext cx="442912" cy="39688"/>
          </a:xfrm>
          <a:custGeom>
            <a:avLst/>
            <a:gdLst>
              <a:gd name="T0" fmla="*/ 2147483646 w 279"/>
              <a:gd name="T1" fmla="*/ 2147483646 h 25"/>
              <a:gd name="T2" fmla="*/ 2147483646 w 279"/>
              <a:gd name="T3" fmla="*/ 2147483646 h 25"/>
              <a:gd name="T4" fmla="*/ 0 w 279"/>
              <a:gd name="T5" fmla="*/ 0 h 25"/>
              <a:gd name="T6" fmla="*/ 0 w 279"/>
              <a:gd name="T7" fmla="*/ 0 h 25"/>
              <a:gd name="T8" fmla="*/ 0 w 279"/>
              <a:gd name="T9" fmla="*/ 2147483646 h 25"/>
              <a:gd name="T10" fmla="*/ 0 w 279"/>
              <a:gd name="T11" fmla="*/ 2147483646 h 25"/>
              <a:gd name="T12" fmla="*/ 2147483646 w 279"/>
              <a:gd name="T13" fmla="*/ 2147483646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9" h="25">
                <a:moveTo>
                  <a:pt x="279" y="25"/>
                </a:moveTo>
                <a:lnTo>
                  <a:pt x="279" y="9"/>
                </a:lnTo>
                <a:lnTo>
                  <a:pt x="0" y="0"/>
                </a:lnTo>
                <a:lnTo>
                  <a:pt x="0" y="17"/>
                </a:lnTo>
                <a:lnTo>
                  <a:pt x="279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68" name="Freeform 56"/>
          <p:cNvSpPr>
            <a:spLocks/>
          </p:cNvSpPr>
          <p:nvPr/>
        </p:nvSpPr>
        <p:spPr bwMode="auto">
          <a:xfrm>
            <a:off x="4110038" y="1631950"/>
            <a:ext cx="457200" cy="65088"/>
          </a:xfrm>
          <a:custGeom>
            <a:avLst/>
            <a:gdLst>
              <a:gd name="T0" fmla="*/ 2147483646 w 288"/>
              <a:gd name="T1" fmla="*/ 2147483646 h 41"/>
              <a:gd name="T2" fmla="*/ 2147483646 w 288"/>
              <a:gd name="T3" fmla="*/ 0 h 41"/>
              <a:gd name="T4" fmla="*/ 0 w 288"/>
              <a:gd name="T5" fmla="*/ 2147483646 h 41"/>
              <a:gd name="T6" fmla="*/ 0 w 288"/>
              <a:gd name="T7" fmla="*/ 2147483646 h 41"/>
              <a:gd name="T8" fmla="*/ 0 w 288"/>
              <a:gd name="T9" fmla="*/ 2147483646 h 41"/>
              <a:gd name="T10" fmla="*/ 0 w 288"/>
              <a:gd name="T11" fmla="*/ 2147483646 h 41"/>
              <a:gd name="T12" fmla="*/ 2147483646 w 288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88" h="41">
                <a:moveTo>
                  <a:pt x="288" y="17"/>
                </a:moveTo>
                <a:lnTo>
                  <a:pt x="288" y="0"/>
                </a:lnTo>
                <a:lnTo>
                  <a:pt x="0" y="25"/>
                </a:lnTo>
                <a:lnTo>
                  <a:pt x="0" y="41"/>
                </a:lnTo>
                <a:lnTo>
                  <a:pt x="288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69" name="Freeform 57"/>
          <p:cNvSpPr>
            <a:spLocks/>
          </p:cNvSpPr>
          <p:nvPr/>
        </p:nvSpPr>
        <p:spPr bwMode="auto">
          <a:xfrm>
            <a:off x="3638550" y="1671638"/>
            <a:ext cx="471488" cy="103187"/>
          </a:xfrm>
          <a:custGeom>
            <a:avLst/>
            <a:gdLst>
              <a:gd name="T0" fmla="*/ 2147483646 w 297"/>
              <a:gd name="T1" fmla="*/ 2147483646 h 65"/>
              <a:gd name="T2" fmla="*/ 2147483646 w 297"/>
              <a:gd name="T3" fmla="*/ 0 h 65"/>
              <a:gd name="T4" fmla="*/ 0 w 297"/>
              <a:gd name="T5" fmla="*/ 2147483646 h 65"/>
              <a:gd name="T6" fmla="*/ 0 w 297"/>
              <a:gd name="T7" fmla="*/ 2147483646 h 65"/>
              <a:gd name="T8" fmla="*/ 2147483646 w 297"/>
              <a:gd name="T9" fmla="*/ 2147483646 h 65"/>
              <a:gd name="T10" fmla="*/ 0 w 297"/>
              <a:gd name="T11" fmla="*/ 2147483646 h 65"/>
              <a:gd name="T12" fmla="*/ 2147483646 w 297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97" h="65">
                <a:moveTo>
                  <a:pt x="297" y="16"/>
                </a:moveTo>
                <a:lnTo>
                  <a:pt x="297" y="0"/>
                </a:lnTo>
                <a:lnTo>
                  <a:pt x="0" y="49"/>
                </a:lnTo>
                <a:lnTo>
                  <a:pt x="9" y="65"/>
                </a:lnTo>
                <a:lnTo>
                  <a:pt x="0" y="65"/>
                </a:lnTo>
                <a:lnTo>
                  <a:pt x="297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70" name="Freeform 58"/>
          <p:cNvSpPr>
            <a:spLocks/>
          </p:cNvSpPr>
          <p:nvPr/>
        </p:nvSpPr>
        <p:spPr bwMode="auto">
          <a:xfrm>
            <a:off x="3224213" y="1749425"/>
            <a:ext cx="428625" cy="130175"/>
          </a:xfrm>
          <a:custGeom>
            <a:avLst/>
            <a:gdLst>
              <a:gd name="T0" fmla="*/ 2147483646 w 270"/>
              <a:gd name="T1" fmla="*/ 2147483646 h 82"/>
              <a:gd name="T2" fmla="*/ 2147483646 w 270"/>
              <a:gd name="T3" fmla="*/ 0 h 82"/>
              <a:gd name="T4" fmla="*/ 0 w 270"/>
              <a:gd name="T5" fmla="*/ 2147483646 h 82"/>
              <a:gd name="T6" fmla="*/ 0 w 270"/>
              <a:gd name="T7" fmla="*/ 2147483646 h 82"/>
              <a:gd name="T8" fmla="*/ 2147483646 w 270"/>
              <a:gd name="T9" fmla="*/ 2147483646 h 82"/>
              <a:gd name="T10" fmla="*/ 2147483646 w 270"/>
              <a:gd name="T11" fmla="*/ 2147483646 h 82"/>
              <a:gd name="T12" fmla="*/ 2147483646 w 270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0" h="82">
                <a:moveTo>
                  <a:pt x="270" y="16"/>
                </a:moveTo>
                <a:lnTo>
                  <a:pt x="261" y="0"/>
                </a:lnTo>
                <a:lnTo>
                  <a:pt x="0" y="65"/>
                </a:lnTo>
                <a:lnTo>
                  <a:pt x="9" y="82"/>
                </a:lnTo>
                <a:lnTo>
                  <a:pt x="27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71" name="Freeform 59"/>
          <p:cNvSpPr>
            <a:spLocks/>
          </p:cNvSpPr>
          <p:nvPr/>
        </p:nvSpPr>
        <p:spPr bwMode="auto">
          <a:xfrm>
            <a:off x="2852738" y="1852613"/>
            <a:ext cx="385762" cy="168275"/>
          </a:xfrm>
          <a:custGeom>
            <a:avLst/>
            <a:gdLst>
              <a:gd name="T0" fmla="*/ 2147483646 w 243"/>
              <a:gd name="T1" fmla="*/ 2147483646 h 106"/>
              <a:gd name="T2" fmla="*/ 2147483646 w 243"/>
              <a:gd name="T3" fmla="*/ 0 h 106"/>
              <a:gd name="T4" fmla="*/ 0 w 243"/>
              <a:gd name="T5" fmla="*/ 2147483646 h 106"/>
              <a:gd name="T6" fmla="*/ 0 w 243"/>
              <a:gd name="T7" fmla="*/ 2147483646 h 106"/>
              <a:gd name="T8" fmla="*/ 2147483646 w 243"/>
              <a:gd name="T9" fmla="*/ 2147483646 h 106"/>
              <a:gd name="T10" fmla="*/ 2147483646 w 243"/>
              <a:gd name="T11" fmla="*/ 2147483646 h 106"/>
              <a:gd name="T12" fmla="*/ 2147483646 w 243"/>
              <a:gd name="T13" fmla="*/ 2147483646 h 1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" h="106">
                <a:moveTo>
                  <a:pt x="243" y="17"/>
                </a:moveTo>
                <a:lnTo>
                  <a:pt x="234" y="0"/>
                </a:lnTo>
                <a:lnTo>
                  <a:pt x="0" y="90"/>
                </a:lnTo>
                <a:lnTo>
                  <a:pt x="9" y="106"/>
                </a:lnTo>
                <a:lnTo>
                  <a:pt x="243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72" name="Freeform 60"/>
          <p:cNvSpPr>
            <a:spLocks/>
          </p:cNvSpPr>
          <p:nvPr/>
        </p:nvSpPr>
        <p:spPr bwMode="auto">
          <a:xfrm>
            <a:off x="2524125" y="1995488"/>
            <a:ext cx="342900" cy="195262"/>
          </a:xfrm>
          <a:custGeom>
            <a:avLst/>
            <a:gdLst>
              <a:gd name="T0" fmla="*/ 2147483646 w 216"/>
              <a:gd name="T1" fmla="*/ 2147483646 h 123"/>
              <a:gd name="T2" fmla="*/ 2147483646 w 216"/>
              <a:gd name="T3" fmla="*/ 0 h 123"/>
              <a:gd name="T4" fmla="*/ 0 w 216"/>
              <a:gd name="T5" fmla="*/ 2147483646 h 123"/>
              <a:gd name="T6" fmla="*/ 0 w 216"/>
              <a:gd name="T7" fmla="*/ 2147483646 h 123"/>
              <a:gd name="T8" fmla="*/ 2147483646 w 216"/>
              <a:gd name="T9" fmla="*/ 2147483646 h 123"/>
              <a:gd name="T10" fmla="*/ 2147483646 w 216"/>
              <a:gd name="T11" fmla="*/ 2147483646 h 123"/>
              <a:gd name="T12" fmla="*/ 2147483646 w 216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123">
                <a:moveTo>
                  <a:pt x="216" y="16"/>
                </a:moveTo>
                <a:lnTo>
                  <a:pt x="207" y="0"/>
                </a:lnTo>
                <a:lnTo>
                  <a:pt x="0" y="106"/>
                </a:lnTo>
                <a:lnTo>
                  <a:pt x="9" y="123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73" name="Freeform 61"/>
          <p:cNvSpPr>
            <a:spLocks/>
          </p:cNvSpPr>
          <p:nvPr/>
        </p:nvSpPr>
        <p:spPr bwMode="auto">
          <a:xfrm>
            <a:off x="2238375" y="2163763"/>
            <a:ext cx="300038" cy="233362"/>
          </a:xfrm>
          <a:custGeom>
            <a:avLst/>
            <a:gdLst>
              <a:gd name="T0" fmla="*/ 2147483646 w 189"/>
              <a:gd name="T1" fmla="*/ 2147483646 h 147"/>
              <a:gd name="T2" fmla="*/ 2147483646 w 189"/>
              <a:gd name="T3" fmla="*/ 0 h 147"/>
              <a:gd name="T4" fmla="*/ 0 w 189"/>
              <a:gd name="T5" fmla="*/ 2147483646 h 147"/>
              <a:gd name="T6" fmla="*/ 0 w 189"/>
              <a:gd name="T7" fmla="*/ 2147483646 h 147"/>
              <a:gd name="T8" fmla="*/ 2147483646 w 189"/>
              <a:gd name="T9" fmla="*/ 2147483646 h 147"/>
              <a:gd name="T10" fmla="*/ 2147483646 w 189"/>
              <a:gd name="T11" fmla="*/ 2147483646 h 147"/>
              <a:gd name="T12" fmla="*/ 2147483646 w 189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47">
                <a:moveTo>
                  <a:pt x="189" y="17"/>
                </a:moveTo>
                <a:lnTo>
                  <a:pt x="180" y="0"/>
                </a:lnTo>
                <a:lnTo>
                  <a:pt x="0" y="131"/>
                </a:lnTo>
                <a:lnTo>
                  <a:pt x="9" y="147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74" name="Freeform 62"/>
          <p:cNvSpPr>
            <a:spLocks/>
          </p:cNvSpPr>
          <p:nvPr/>
        </p:nvSpPr>
        <p:spPr bwMode="auto">
          <a:xfrm>
            <a:off x="1952625" y="2371725"/>
            <a:ext cx="300038" cy="258763"/>
          </a:xfrm>
          <a:custGeom>
            <a:avLst/>
            <a:gdLst>
              <a:gd name="T0" fmla="*/ 2147483646 w 189"/>
              <a:gd name="T1" fmla="*/ 2147483646 h 163"/>
              <a:gd name="T2" fmla="*/ 2147483646 w 189"/>
              <a:gd name="T3" fmla="*/ 0 h 163"/>
              <a:gd name="T4" fmla="*/ 2147483646 w 189"/>
              <a:gd name="T5" fmla="*/ 2147483646 h 163"/>
              <a:gd name="T6" fmla="*/ 0 w 189"/>
              <a:gd name="T7" fmla="*/ 2147483646 h 163"/>
              <a:gd name="T8" fmla="*/ 2147483646 w 189"/>
              <a:gd name="T9" fmla="*/ 2147483646 h 163"/>
              <a:gd name="T10" fmla="*/ 2147483646 w 189"/>
              <a:gd name="T11" fmla="*/ 2147483646 h 163"/>
              <a:gd name="T12" fmla="*/ 2147483646 w 189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9" y="147"/>
                </a:lnTo>
                <a:lnTo>
                  <a:pt x="0" y="155"/>
                </a:lnTo>
                <a:lnTo>
                  <a:pt x="18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75" name="Freeform 63"/>
          <p:cNvSpPr>
            <a:spLocks/>
          </p:cNvSpPr>
          <p:nvPr/>
        </p:nvSpPr>
        <p:spPr bwMode="auto">
          <a:xfrm>
            <a:off x="1724025" y="2617788"/>
            <a:ext cx="257175" cy="273050"/>
          </a:xfrm>
          <a:custGeom>
            <a:avLst/>
            <a:gdLst>
              <a:gd name="T0" fmla="*/ 2147483646 w 162"/>
              <a:gd name="T1" fmla="*/ 2147483646 h 172"/>
              <a:gd name="T2" fmla="*/ 2147483646 w 162"/>
              <a:gd name="T3" fmla="*/ 0 h 172"/>
              <a:gd name="T4" fmla="*/ 0 w 162"/>
              <a:gd name="T5" fmla="*/ 2147483646 h 172"/>
              <a:gd name="T6" fmla="*/ 0 w 162"/>
              <a:gd name="T7" fmla="*/ 2147483646 h 172"/>
              <a:gd name="T8" fmla="*/ 2147483646 w 162"/>
              <a:gd name="T9" fmla="*/ 2147483646 h 172"/>
              <a:gd name="T10" fmla="*/ 2147483646 w 162"/>
              <a:gd name="T11" fmla="*/ 2147483646 h 172"/>
              <a:gd name="T12" fmla="*/ 2147483646 w 162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3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76" name="Freeform 64"/>
          <p:cNvSpPr>
            <a:spLocks/>
          </p:cNvSpPr>
          <p:nvPr/>
        </p:nvSpPr>
        <p:spPr bwMode="auto">
          <a:xfrm>
            <a:off x="1509713" y="2876550"/>
            <a:ext cx="242887" cy="312738"/>
          </a:xfrm>
          <a:custGeom>
            <a:avLst/>
            <a:gdLst>
              <a:gd name="T0" fmla="*/ 2147483646 w 153"/>
              <a:gd name="T1" fmla="*/ 2147483646 h 197"/>
              <a:gd name="T2" fmla="*/ 2147483646 w 153"/>
              <a:gd name="T3" fmla="*/ 0 h 197"/>
              <a:gd name="T4" fmla="*/ 0 w 153"/>
              <a:gd name="T5" fmla="*/ 2147483646 h 197"/>
              <a:gd name="T6" fmla="*/ 2147483646 w 153"/>
              <a:gd name="T7" fmla="*/ 2147483646 h 197"/>
              <a:gd name="T8" fmla="*/ 2147483646 w 153"/>
              <a:gd name="T9" fmla="*/ 2147483646 h 1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3" h="197">
                <a:moveTo>
                  <a:pt x="153" y="9"/>
                </a:moveTo>
                <a:lnTo>
                  <a:pt x="135" y="0"/>
                </a:lnTo>
                <a:lnTo>
                  <a:pt x="0" y="188"/>
                </a:lnTo>
                <a:lnTo>
                  <a:pt x="18" y="197"/>
                </a:lnTo>
                <a:lnTo>
                  <a:pt x="153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77" name="Freeform 65"/>
          <p:cNvSpPr>
            <a:spLocks/>
          </p:cNvSpPr>
          <p:nvPr/>
        </p:nvSpPr>
        <p:spPr bwMode="auto">
          <a:xfrm>
            <a:off x="7539038" y="2138363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2147483646 w 18"/>
              <a:gd name="T3" fmla="*/ 0 h 16"/>
              <a:gd name="T4" fmla="*/ 0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2147483646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9" y="0"/>
                </a:moveTo>
                <a:lnTo>
                  <a:pt x="9" y="0"/>
                </a:ln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78" name="Freeform 66"/>
          <p:cNvSpPr>
            <a:spLocks/>
          </p:cNvSpPr>
          <p:nvPr/>
        </p:nvSpPr>
        <p:spPr bwMode="auto">
          <a:xfrm>
            <a:off x="7496175" y="1943100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79" name="Freeform 67"/>
          <p:cNvSpPr>
            <a:spLocks/>
          </p:cNvSpPr>
          <p:nvPr/>
        </p:nvSpPr>
        <p:spPr bwMode="auto">
          <a:xfrm>
            <a:off x="7496175" y="1943100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80" name="Freeform 68"/>
          <p:cNvSpPr>
            <a:spLocks/>
          </p:cNvSpPr>
          <p:nvPr/>
        </p:nvSpPr>
        <p:spPr bwMode="auto">
          <a:xfrm>
            <a:off x="7096125" y="2695575"/>
            <a:ext cx="200025" cy="180975"/>
          </a:xfrm>
          <a:custGeom>
            <a:avLst/>
            <a:gdLst>
              <a:gd name="T0" fmla="*/ 0 w 126"/>
              <a:gd name="T1" fmla="*/ 2147483646 h 114"/>
              <a:gd name="T2" fmla="*/ 2147483646 w 126"/>
              <a:gd name="T3" fmla="*/ 2147483646 h 114"/>
              <a:gd name="T4" fmla="*/ 2147483646 w 126"/>
              <a:gd name="T5" fmla="*/ 2147483646 h 114"/>
              <a:gd name="T6" fmla="*/ 2147483646 w 126"/>
              <a:gd name="T7" fmla="*/ 2147483646 h 114"/>
              <a:gd name="T8" fmla="*/ 2147483646 w 126"/>
              <a:gd name="T9" fmla="*/ 0 h 114"/>
              <a:gd name="T10" fmla="*/ 2147483646 w 126"/>
              <a:gd name="T11" fmla="*/ 0 h 114"/>
              <a:gd name="T12" fmla="*/ 0 w 126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" h="114">
                <a:moveTo>
                  <a:pt x="0" y="106"/>
                </a:moveTo>
                <a:lnTo>
                  <a:pt x="18" y="114"/>
                </a:lnTo>
                <a:lnTo>
                  <a:pt x="126" y="8"/>
                </a:lnTo>
                <a:lnTo>
                  <a:pt x="10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81" name="Freeform 69"/>
          <p:cNvSpPr>
            <a:spLocks/>
          </p:cNvSpPr>
          <p:nvPr/>
        </p:nvSpPr>
        <p:spPr bwMode="auto">
          <a:xfrm>
            <a:off x="7267575" y="2514600"/>
            <a:ext cx="171450" cy="193675"/>
          </a:xfrm>
          <a:custGeom>
            <a:avLst/>
            <a:gdLst>
              <a:gd name="T0" fmla="*/ 0 w 108"/>
              <a:gd name="T1" fmla="*/ 2147483646 h 122"/>
              <a:gd name="T2" fmla="*/ 2147483646 w 108"/>
              <a:gd name="T3" fmla="*/ 2147483646 h 122"/>
              <a:gd name="T4" fmla="*/ 2147483646 w 108"/>
              <a:gd name="T5" fmla="*/ 2147483646 h 122"/>
              <a:gd name="T6" fmla="*/ 2147483646 w 108"/>
              <a:gd name="T7" fmla="*/ 2147483646 h 122"/>
              <a:gd name="T8" fmla="*/ 2147483646 w 108"/>
              <a:gd name="T9" fmla="*/ 0 h 122"/>
              <a:gd name="T10" fmla="*/ 2147483646 w 108"/>
              <a:gd name="T11" fmla="*/ 0 h 122"/>
              <a:gd name="T12" fmla="*/ 0 w 108"/>
              <a:gd name="T13" fmla="*/ 2147483646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8" h="122">
                <a:moveTo>
                  <a:pt x="0" y="114"/>
                </a:moveTo>
                <a:lnTo>
                  <a:pt x="18" y="122"/>
                </a:lnTo>
                <a:lnTo>
                  <a:pt x="108" y="8"/>
                </a:lnTo>
                <a:lnTo>
                  <a:pt x="9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82" name="Freeform 70"/>
          <p:cNvSpPr>
            <a:spLocks/>
          </p:cNvSpPr>
          <p:nvPr/>
        </p:nvSpPr>
        <p:spPr bwMode="auto">
          <a:xfrm>
            <a:off x="7410450" y="2332038"/>
            <a:ext cx="128588" cy="195262"/>
          </a:xfrm>
          <a:custGeom>
            <a:avLst/>
            <a:gdLst>
              <a:gd name="T0" fmla="*/ 0 w 81"/>
              <a:gd name="T1" fmla="*/ 2147483646 h 123"/>
              <a:gd name="T2" fmla="*/ 2147483646 w 81"/>
              <a:gd name="T3" fmla="*/ 2147483646 h 123"/>
              <a:gd name="T4" fmla="*/ 2147483646 w 81"/>
              <a:gd name="T5" fmla="*/ 2147483646 h 123"/>
              <a:gd name="T6" fmla="*/ 2147483646 w 81"/>
              <a:gd name="T7" fmla="*/ 0 h 123"/>
              <a:gd name="T8" fmla="*/ 2147483646 w 81"/>
              <a:gd name="T9" fmla="*/ 0 h 123"/>
              <a:gd name="T10" fmla="*/ 2147483646 w 81"/>
              <a:gd name="T11" fmla="*/ 0 h 123"/>
              <a:gd name="T12" fmla="*/ 0 w 81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1" h="123">
                <a:moveTo>
                  <a:pt x="0" y="115"/>
                </a:moveTo>
                <a:lnTo>
                  <a:pt x="18" y="123"/>
                </a:lnTo>
                <a:lnTo>
                  <a:pt x="81" y="9"/>
                </a:lnTo>
                <a:lnTo>
                  <a:pt x="81" y="0"/>
                </a:lnTo>
                <a:lnTo>
                  <a:pt x="63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83" name="Freeform 71"/>
          <p:cNvSpPr>
            <a:spLocks/>
          </p:cNvSpPr>
          <p:nvPr/>
        </p:nvSpPr>
        <p:spPr bwMode="auto">
          <a:xfrm>
            <a:off x="7510463" y="2138363"/>
            <a:ext cx="57150" cy="193675"/>
          </a:xfrm>
          <a:custGeom>
            <a:avLst/>
            <a:gdLst>
              <a:gd name="T0" fmla="*/ 0 w 36"/>
              <a:gd name="T1" fmla="*/ 2147483646 h 122"/>
              <a:gd name="T2" fmla="*/ 2147483646 w 36"/>
              <a:gd name="T3" fmla="*/ 2147483646 h 122"/>
              <a:gd name="T4" fmla="*/ 2147483646 w 36"/>
              <a:gd name="T5" fmla="*/ 0 h 122"/>
              <a:gd name="T6" fmla="*/ 2147483646 w 36"/>
              <a:gd name="T7" fmla="*/ 0 h 122"/>
              <a:gd name="T8" fmla="*/ 0 w 36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" h="122">
                <a:moveTo>
                  <a:pt x="0" y="122"/>
                </a:moveTo>
                <a:lnTo>
                  <a:pt x="18" y="122"/>
                </a:lnTo>
                <a:lnTo>
                  <a:pt x="36" y="0"/>
                </a:lnTo>
                <a:lnTo>
                  <a:pt x="18" y="0"/>
                </a:lnTo>
                <a:lnTo>
                  <a:pt x="0" y="1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84" name="Freeform 72"/>
          <p:cNvSpPr>
            <a:spLocks/>
          </p:cNvSpPr>
          <p:nvPr/>
        </p:nvSpPr>
        <p:spPr bwMode="auto">
          <a:xfrm>
            <a:off x="7010400" y="2359025"/>
            <a:ext cx="28575" cy="25400"/>
          </a:xfrm>
          <a:custGeom>
            <a:avLst/>
            <a:gdLst>
              <a:gd name="T0" fmla="*/ 2147483646 w 18"/>
              <a:gd name="T1" fmla="*/ 2147483646 h 16"/>
              <a:gd name="T2" fmla="*/ 2147483646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0 h 16"/>
              <a:gd name="T8" fmla="*/ 2147483646 w 18"/>
              <a:gd name="T9" fmla="*/ 0 h 16"/>
              <a:gd name="T10" fmla="*/ 2147483646 w 18"/>
              <a:gd name="T11" fmla="*/ 0 h 16"/>
              <a:gd name="T12" fmla="*/ 0 w 18"/>
              <a:gd name="T13" fmla="*/ 2147483646 h 16"/>
              <a:gd name="T14" fmla="*/ 2147483646 w 18"/>
              <a:gd name="T15" fmla="*/ 2147483646 h 16"/>
              <a:gd name="T16" fmla="*/ 2147483646 w 18"/>
              <a:gd name="T17" fmla="*/ 2147483646 h 16"/>
              <a:gd name="T18" fmla="*/ 2147483646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9" y="16"/>
                </a:move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85" name="Freeform 73"/>
          <p:cNvSpPr>
            <a:spLocks/>
          </p:cNvSpPr>
          <p:nvPr/>
        </p:nvSpPr>
        <p:spPr bwMode="auto">
          <a:xfrm>
            <a:off x="6967538" y="2384425"/>
            <a:ext cx="128587" cy="195263"/>
          </a:xfrm>
          <a:custGeom>
            <a:avLst/>
            <a:gdLst>
              <a:gd name="T0" fmla="*/ 2147483646 w 81"/>
              <a:gd name="T1" fmla="*/ 0 h 123"/>
              <a:gd name="T2" fmla="*/ 2147483646 w 81"/>
              <a:gd name="T3" fmla="*/ 0 h 123"/>
              <a:gd name="T4" fmla="*/ 2147483646 w 81"/>
              <a:gd name="T5" fmla="*/ 2147483646 h 123"/>
              <a:gd name="T6" fmla="*/ 0 w 81"/>
              <a:gd name="T7" fmla="*/ 0 h 123"/>
              <a:gd name="T8" fmla="*/ 2147483646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86" name="Freeform 74"/>
          <p:cNvSpPr>
            <a:spLocks/>
          </p:cNvSpPr>
          <p:nvPr/>
        </p:nvSpPr>
        <p:spPr bwMode="auto">
          <a:xfrm>
            <a:off x="6967538" y="2384425"/>
            <a:ext cx="128587" cy="195263"/>
          </a:xfrm>
          <a:custGeom>
            <a:avLst/>
            <a:gdLst>
              <a:gd name="T0" fmla="*/ 2147483646 w 81"/>
              <a:gd name="T1" fmla="*/ 0 h 123"/>
              <a:gd name="T2" fmla="*/ 2147483646 w 81"/>
              <a:gd name="T3" fmla="*/ 0 h 123"/>
              <a:gd name="T4" fmla="*/ 2147483646 w 81"/>
              <a:gd name="T5" fmla="*/ 2147483646 h 123"/>
              <a:gd name="T6" fmla="*/ 0 w 81"/>
              <a:gd name="T7" fmla="*/ 0 h 123"/>
              <a:gd name="T8" fmla="*/ 2147483646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87" name="Freeform 75"/>
          <p:cNvSpPr>
            <a:spLocks/>
          </p:cNvSpPr>
          <p:nvPr/>
        </p:nvSpPr>
        <p:spPr bwMode="auto">
          <a:xfrm>
            <a:off x="7281863" y="1646238"/>
            <a:ext cx="214312" cy="193675"/>
          </a:xfrm>
          <a:custGeom>
            <a:avLst/>
            <a:gdLst>
              <a:gd name="T0" fmla="*/ 2147483646 w 135"/>
              <a:gd name="T1" fmla="*/ 2147483646 h 122"/>
              <a:gd name="T2" fmla="*/ 2147483646 w 135"/>
              <a:gd name="T3" fmla="*/ 0 h 122"/>
              <a:gd name="T4" fmla="*/ 0 w 135"/>
              <a:gd name="T5" fmla="*/ 2147483646 h 122"/>
              <a:gd name="T6" fmla="*/ 0 w 135"/>
              <a:gd name="T7" fmla="*/ 2147483646 h 122"/>
              <a:gd name="T8" fmla="*/ 2147483646 w 135"/>
              <a:gd name="T9" fmla="*/ 2147483646 h 122"/>
              <a:gd name="T10" fmla="*/ 2147483646 w 135"/>
              <a:gd name="T11" fmla="*/ 2147483646 h 122"/>
              <a:gd name="T12" fmla="*/ 2147483646 w 135"/>
              <a:gd name="T13" fmla="*/ 2147483646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122">
                <a:moveTo>
                  <a:pt x="135" y="8"/>
                </a:moveTo>
                <a:lnTo>
                  <a:pt x="117" y="0"/>
                </a:lnTo>
                <a:lnTo>
                  <a:pt x="0" y="114"/>
                </a:lnTo>
                <a:lnTo>
                  <a:pt x="18" y="122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88" name="Freeform 76"/>
          <p:cNvSpPr>
            <a:spLocks/>
          </p:cNvSpPr>
          <p:nvPr/>
        </p:nvSpPr>
        <p:spPr bwMode="auto">
          <a:xfrm>
            <a:off x="7138988" y="1827213"/>
            <a:ext cx="171450" cy="180975"/>
          </a:xfrm>
          <a:custGeom>
            <a:avLst/>
            <a:gdLst>
              <a:gd name="T0" fmla="*/ 2147483646 w 108"/>
              <a:gd name="T1" fmla="*/ 2147483646 h 114"/>
              <a:gd name="T2" fmla="*/ 2147483646 w 108"/>
              <a:gd name="T3" fmla="*/ 0 h 114"/>
              <a:gd name="T4" fmla="*/ 0 w 108"/>
              <a:gd name="T5" fmla="*/ 2147483646 h 114"/>
              <a:gd name="T6" fmla="*/ 0 w 108"/>
              <a:gd name="T7" fmla="*/ 2147483646 h 114"/>
              <a:gd name="T8" fmla="*/ 2147483646 w 108"/>
              <a:gd name="T9" fmla="*/ 2147483646 h 114"/>
              <a:gd name="T10" fmla="*/ 2147483646 w 108"/>
              <a:gd name="T11" fmla="*/ 2147483646 h 114"/>
              <a:gd name="T12" fmla="*/ 2147483646 w 108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8" h="114">
                <a:moveTo>
                  <a:pt x="108" y="8"/>
                </a:moveTo>
                <a:lnTo>
                  <a:pt x="90" y="0"/>
                </a:lnTo>
                <a:lnTo>
                  <a:pt x="0" y="106"/>
                </a:lnTo>
                <a:lnTo>
                  <a:pt x="18" y="114"/>
                </a:lnTo>
                <a:lnTo>
                  <a:pt x="108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89" name="Freeform 77"/>
          <p:cNvSpPr>
            <a:spLocks/>
          </p:cNvSpPr>
          <p:nvPr/>
        </p:nvSpPr>
        <p:spPr bwMode="auto">
          <a:xfrm>
            <a:off x="7053263" y="1995488"/>
            <a:ext cx="114300" cy="195262"/>
          </a:xfrm>
          <a:custGeom>
            <a:avLst/>
            <a:gdLst>
              <a:gd name="T0" fmla="*/ 2147483646 w 72"/>
              <a:gd name="T1" fmla="*/ 2147483646 h 123"/>
              <a:gd name="T2" fmla="*/ 2147483646 w 72"/>
              <a:gd name="T3" fmla="*/ 0 h 123"/>
              <a:gd name="T4" fmla="*/ 0 w 72"/>
              <a:gd name="T5" fmla="*/ 2147483646 h 123"/>
              <a:gd name="T6" fmla="*/ 0 w 72"/>
              <a:gd name="T7" fmla="*/ 2147483646 h 123"/>
              <a:gd name="T8" fmla="*/ 2147483646 w 72"/>
              <a:gd name="T9" fmla="*/ 2147483646 h 123"/>
              <a:gd name="T10" fmla="*/ 2147483646 w 72"/>
              <a:gd name="T11" fmla="*/ 2147483646 h 123"/>
              <a:gd name="T12" fmla="*/ 2147483646 w 72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2" h="123">
                <a:moveTo>
                  <a:pt x="72" y="8"/>
                </a:moveTo>
                <a:lnTo>
                  <a:pt x="54" y="0"/>
                </a:lnTo>
                <a:lnTo>
                  <a:pt x="0" y="114"/>
                </a:lnTo>
                <a:lnTo>
                  <a:pt x="18" y="114"/>
                </a:lnTo>
                <a:lnTo>
                  <a:pt x="18" y="123"/>
                </a:lnTo>
                <a:lnTo>
                  <a:pt x="7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90" name="Freeform 78"/>
          <p:cNvSpPr>
            <a:spLocks/>
          </p:cNvSpPr>
          <p:nvPr/>
        </p:nvSpPr>
        <p:spPr bwMode="auto">
          <a:xfrm>
            <a:off x="7010400" y="2176463"/>
            <a:ext cx="71438" cy="195262"/>
          </a:xfrm>
          <a:custGeom>
            <a:avLst/>
            <a:gdLst>
              <a:gd name="T0" fmla="*/ 2147483646 w 45"/>
              <a:gd name="T1" fmla="*/ 0 h 123"/>
              <a:gd name="T2" fmla="*/ 2147483646 w 45"/>
              <a:gd name="T3" fmla="*/ 0 h 123"/>
              <a:gd name="T4" fmla="*/ 0 w 45"/>
              <a:gd name="T5" fmla="*/ 2147483646 h 123"/>
              <a:gd name="T6" fmla="*/ 2147483646 w 45"/>
              <a:gd name="T7" fmla="*/ 2147483646 h 123"/>
              <a:gd name="T8" fmla="*/ 2147483646 w 45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5" h="123">
                <a:moveTo>
                  <a:pt x="45" y="0"/>
                </a:moveTo>
                <a:lnTo>
                  <a:pt x="27" y="0"/>
                </a:lnTo>
                <a:lnTo>
                  <a:pt x="0" y="123"/>
                </a:lnTo>
                <a:lnTo>
                  <a:pt x="18" y="123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91" name="Freeform 79"/>
          <p:cNvSpPr>
            <a:spLocks/>
          </p:cNvSpPr>
          <p:nvPr/>
        </p:nvSpPr>
        <p:spPr bwMode="auto">
          <a:xfrm>
            <a:off x="4624388" y="4549775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0 h 16"/>
              <a:gd name="T12" fmla="*/ 0 w 18"/>
              <a:gd name="T13" fmla="*/ 0 h 16"/>
              <a:gd name="T14" fmla="*/ 0 w 18"/>
              <a:gd name="T15" fmla="*/ 2147483646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0" y="16"/>
                </a:moveTo>
                <a:lnTo>
                  <a:pt x="0" y="16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92" name="Freeform 80"/>
          <p:cNvSpPr>
            <a:spLocks/>
          </p:cNvSpPr>
          <p:nvPr/>
        </p:nvSpPr>
        <p:spPr bwMode="auto">
          <a:xfrm>
            <a:off x="4424363" y="4524375"/>
            <a:ext cx="228600" cy="115888"/>
          </a:xfrm>
          <a:custGeom>
            <a:avLst/>
            <a:gdLst>
              <a:gd name="T0" fmla="*/ 2147483646 w 144"/>
              <a:gd name="T1" fmla="*/ 2147483646 h 73"/>
              <a:gd name="T2" fmla="*/ 2147483646 w 144"/>
              <a:gd name="T3" fmla="*/ 2147483646 h 73"/>
              <a:gd name="T4" fmla="*/ 0 w 144"/>
              <a:gd name="T5" fmla="*/ 2147483646 h 73"/>
              <a:gd name="T6" fmla="*/ 2147483646 w 144"/>
              <a:gd name="T7" fmla="*/ 0 h 73"/>
              <a:gd name="T8" fmla="*/ 2147483646 w 144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93" name="Freeform 81"/>
          <p:cNvSpPr>
            <a:spLocks/>
          </p:cNvSpPr>
          <p:nvPr/>
        </p:nvSpPr>
        <p:spPr bwMode="auto">
          <a:xfrm>
            <a:off x="4424363" y="4524375"/>
            <a:ext cx="228600" cy="115888"/>
          </a:xfrm>
          <a:custGeom>
            <a:avLst/>
            <a:gdLst>
              <a:gd name="T0" fmla="*/ 2147483646 w 144"/>
              <a:gd name="T1" fmla="*/ 2147483646 h 73"/>
              <a:gd name="T2" fmla="*/ 2147483646 w 144"/>
              <a:gd name="T3" fmla="*/ 2147483646 h 73"/>
              <a:gd name="T4" fmla="*/ 0 w 144"/>
              <a:gd name="T5" fmla="*/ 2147483646 h 73"/>
              <a:gd name="T6" fmla="*/ 2147483646 w 144"/>
              <a:gd name="T7" fmla="*/ 0 h 73"/>
              <a:gd name="T8" fmla="*/ 2147483646 w 144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94" name="Freeform 82"/>
          <p:cNvSpPr>
            <a:spLocks/>
          </p:cNvSpPr>
          <p:nvPr/>
        </p:nvSpPr>
        <p:spPr bwMode="auto">
          <a:xfrm>
            <a:off x="6824663" y="2825750"/>
            <a:ext cx="214312" cy="271463"/>
          </a:xfrm>
          <a:custGeom>
            <a:avLst/>
            <a:gdLst>
              <a:gd name="T0" fmla="*/ 2147483646 w 135"/>
              <a:gd name="T1" fmla="*/ 2147483646 h 171"/>
              <a:gd name="T2" fmla="*/ 2147483646 w 135"/>
              <a:gd name="T3" fmla="*/ 0 h 171"/>
              <a:gd name="T4" fmla="*/ 0 w 135"/>
              <a:gd name="T5" fmla="*/ 2147483646 h 171"/>
              <a:gd name="T6" fmla="*/ 0 w 135"/>
              <a:gd name="T7" fmla="*/ 2147483646 h 171"/>
              <a:gd name="T8" fmla="*/ 2147483646 w 135"/>
              <a:gd name="T9" fmla="*/ 2147483646 h 171"/>
              <a:gd name="T10" fmla="*/ 2147483646 w 135"/>
              <a:gd name="T11" fmla="*/ 2147483646 h 171"/>
              <a:gd name="T12" fmla="*/ 2147483646 w 135"/>
              <a:gd name="T13" fmla="*/ 2147483646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171">
                <a:moveTo>
                  <a:pt x="135" y="8"/>
                </a:moveTo>
                <a:lnTo>
                  <a:pt x="117" y="0"/>
                </a:lnTo>
                <a:lnTo>
                  <a:pt x="0" y="163"/>
                </a:lnTo>
                <a:lnTo>
                  <a:pt x="18" y="171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95" name="Freeform 83"/>
          <p:cNvSpPr>
            <a:spLocks/>
          </p:cNvSpPr>
          <p:nvPr/>
        </p:nvSpPr>
        <p:spPr bwMode="auto">
          <a:xfrm>
            <a:off x="6596063" y="3084513"/>
            <a:ext cx="257175" cy="273050"/>
          </a:xfrm>
          <a:custGeom>
            <a:avLst/>
            <a:gdLst>
              <a:gd name="T0" fmla="*/ 2147483646 w 162"/>
              <a:gd name="T1" fmla="*/ 2147483646 h 172"/>
              <a:gd name="T2" fmla="*/ 2147483646 w 162"/>
              <a:gd name="T3" fmla="*/ 0 h 172"/>
              <a:gd name="T4" fmla="*/ 0 w 162"/>
              <a:gd name="T5" fmla="*/ 2147483646 h 172"/>
              <a:gd name="T6" fmla="*/ 0 w 162"/>
              <a:gd name="T7" fmla="*/ 2147483646 h 172"/>
              <a:gd name="T8" fmla="*/ 2147483646 w 162"/>
              <a:gd name="T9" fmla="*/ 2147483646 h 172"/>
              <a:gd name="T10" fmla="*/ 2147483646 w 162"/>
              <a:gd name="T11" fmla="*/ 2147483646 h 172"/>
              <a:gd name="T12" fmla="*/ 2147483646 w 162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4"/>
                </a:lnTo>
                <a:lnTo>
                  <a:pt x="0" y="155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96" name="Freeform 84"/>
          <p:cNvSpPr>
            <a:spLocks/>
          </p:cNvSpPr>
          <p:nvPr/>
        </p:nvSpPr>
        <p:spPr bwMode="auto">
          <a:xfrm>
            <a:off x="6324600" y="3330575"/>
            <a:ext cx="300038" cy="273050"/>
          </a:xfrm>
          <a:custGeom>
            <a:avLst/>
            <a:gdLst>
              <a:gd name="T0" fmla="*/ 2147483646 w 189"/>
              <a:gd name="T1" fmla="*/ 2147483646 h 172"/>
              <a:gd name="T2" fmla="*/ 2147483646 w 189"/>
              <a:gd name="T3" fmla="*/ 0 h 172"/>
              <a:gd name="T4" fmla="*/ 0 w 189"/>
              <a:gd name="T5" fmla="*/ 2147483646 h 172"/>
              <a:gd name="T6" fmla="*/ 2147483646 w 189"/>
              <a:gd name="T7" fmla="*/ 2147483646 h 172"/>
              <a:gd name="T8" fmla="*/ 2147483646 w 189"/>
              <a:gd name="T9" fmla="*/ 2147483646 h 172"/>
              <a:gd name="T10" fmla="*/ 2147483646 w 189"/>
              <a:gd name="T11" fmla="*/ 2147483646 h 172"/>
              <a:gd name="T12" fmla="*/ 2147483646 w 189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72">
                <a:moveTo>
                  <a:pt x="189" y="17"/>
                </a:moveTo>
                <a:lnTo>
                  <a:pt x="171" y="0"/>
                </a:lnTo>
                <a:lnTo>
                  <a:pt x="0" y="156"/>
                </a:lnTo>
                <a:lnTo>
                  <a:pt x="9" y="156"/>
                </a:lnTo>
                <a:lnTo>
                  <a:pt x="18" y="172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97" name="Freeform 85"/>
          <p:cNvSpPr>
            <a:spLocks/>
          </p:cNvSpPr>
          <p:nvPr/>
        </p:nvSpPr>
        <p:spPr bwMode="auto">
          <a:xfrm>
            <a:off x="6053138" y="3578225"/>
            <a:ext cx="300037" cy="258763"/>
          </a:xfrm>
          <a:custGeom>
            <a:avLst/>
            <a:gdLst>
              <a:gd name="T0" fmla="*/ 2147483646 w 189"/>
              <a:gd name="T1" fmla="*/ 2147483646 h 163"/>
              <a:gd name="T2" fmla="*/ 2147483646 w 189"/>
              <a:gd name="T3" fmla="*/ 0 h 163"/>
              <a:gd name="T4" fmla="*/ 0 w 189"/>
              <a:gd name="T5" fmla="*/ 2147483646 h 163"/>
              <a:gd name="T6" fmla="*/ 0 w 189"/>
              <a:gd name="T7" fmla="*/ 2147483646 h 163"/>
              <a:gd name="T8" fmla="*/ 2147483646 w 189"/>
              <a:gd name="T9" fmla="*/ 2147483646 h 163"/>
              <a:gd name="T10" fmla="*/ 2147483646 w 189"/>
              <a:gd name="T11" fmla="*/ 2147483646 h 163"/>
              <a:gd name="T12" fmla="*/ 2147483646 w 189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0" y="147"/>
                </a:lnTo>
                <a:lnTo>
                  <a:pt x="9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98" name="Freeform 86"/>
          <p:cNvSpPr>
            <a:spLocks/>
          </p:cNvSpPr>
          <p:nvPr/>
        </p:nvSpPr>
        <p:spPr bwMode="auto">
          <a:xfrm>
            <a:off x="5724525" y="3811588"/>
            <a:ext cx="342900" cy="246062"/>
          </a:xfrm>
          <a:custGeom>
            <a:avLst/>
            <a:gdLst>
              <a:gd name="T0" fmla="*/ 2147483646 w 216"/>
              <a:gd name="T1" fmla="*/ 2147483646 h 155"/>
              <a:gd name="T2" fmla="*/ 2147483646 w 216"/>
              <a:gd name="T3" fmla="*/ 0 h 155"/>
              <a:gd name="T4" fmla="*/ 0 w 216"/>
              <a:gd name="T5" fmla="*/ 2147483646 h 155"/>
              <a:gd name="T6" fmla="*/ 0 w 216"/>
              <a:gd name="T7" fmla="*/ 2147483646 h 155"/>
              <a:gd name="T8" fmla="*/ 2147483646 w 216"/>
              <a:gd name="T9" fmla="*/ 2147483646 h 155"/>
              <a:gd name="T10" fmla="*/ 2147483646 w 216"/>
              <a:gd name="T11" fmla="*/ 2147483646 h 155"/>
              <a:gd name="T12" fmla="*/ 2147483646 w 216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155">
                <a:moveTo>
                  <a:pt x="216" y="16"/>
                </a:moveTo>
                <a:lnTo>
                  <a:pt x="207" y="0"/>
                </a:lnTo>
                <a:lnTo>
                  <a:pt x="0" y="138"/>
                </a:lnTo>
                <a:lnTo>
                  <a:pt x="9" y="155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99" name="Freeform 87"/>
          <p:cNvSpPr>
            <a:spLocks/>
          </p:cNvSpPr>
          <p:nvPr/>
        </p:nvSpPr>
        <p:spPr bwMode="auto">
          <a:xfrm>
            <a:off x="5381625" y="4030663"/>
            <a:ext cx="357188" cy="220662"/>
          </a:xfrm>
          <a:custGeom>
            <a:avLst/>
            <a:gdLst>
              <a:gd name="T0" fmla="*/ 2147483646 w 225"/>
              <a:gd name="T1" fmla="*/ 2147483646 h 139"/>
              <a:gd name="T2" fmla="*/ 2147483646 w 225"/>
              <a:gd name="T3" fmla="*/ 0 h 139"/>
              <a:gd name="T4" fmla="*/ 0 w 225"/>
              <a:gd name="T5" fmla="*/ 2147483646 h 139"/>
              <a:gd name="T6" fmla="*/ 0 w 225"/>
              <a:gd name="T7" fmla="*/ 2147483646 h 139"/>
              <a:gd name="T8" fmla="*/ 2147483646 w 225"/>
              <a:gd name="T9" fmla="*/ 2147483646 h 139"/>
              <a:gd name="T10" fmla="*/ 2147483646 w 225"/>
              <a:gd name="T11" fmla="*/ 2147483646 h 139"/>
              <a:gd name="T12" fmla="*/ 2147483646 w 225"/>
              <a:gd name="T13" fmla="*/ 2147483646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139">
                <a:moveTo>
                  <a:pt x="225" y="17"/>
                </a:moveTo>
                <a:lnTo>
                  <a:pt x="216" y="0"/>
                </a:lnTo>
                <a:lnTo>
                  <a:pt x="0" y="123"/>
                </a:lnTo>
                <a:lnTo>
                  <a:pt x="9" y="139"/>
                </a:lnTo>
                <a:lnTo>
                  <a:pt x="22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00" name="Freeform 88"/>
          <p:cNvSpPr>
            <a:spLocks/>
          </p:cNvSpPr>
          <p:nvPr/>
        </p:nvSpPr>
        <p:spPr bwMode="auto">
          <a:xfrm>
            <a:off x="5010150" y="4225925"/>
            <a:ext cx="385763" cy="207963"/>
          </a:xfrm>
          <a:custGeom>
            <a:avLst/>
            <a:gdLst>
              <a:gd name="T0" fmla="*/ 2147483646 w 243"/>
              <a:gd name="T1" fmla="*/ 2147483646 h 131"/>
              <a:gd name="T2" fmla="*/ 2147483646 w 243"/>
              <a:gd name="T3" fmla="*/ 0 h 131"/>
              <a:gd name="T4" fmla="*/ 0 w 243"/>
              <a:gd name="T5" fmla="*/ 2147483646 h 131"/>
              <a:gd name="T6" fmla="*/ 0 w 243"/>
              <a:gd name="T7" fmla="*/ 2147483646 h 131"/>
              <a:gd name="T8" fmla="*/ 2147483646 w 243"/>
              <a:gd name="T9" fmla="*/ 2147483646 h 131"/>
              <a:gd name="T10" fmla="*/ 2147483646 w 243"/>
              <a:gd name="T11" fmla="*/ 2147483646 h 131"/>
              <a:gd name="T12" fmla="*/ 2147483646 w 243"/>
              <a:gd name="T13" fmla="*/ 2147483646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" h="131">
                <a:moveTo>
                  <a:pt x="243" y="16"/>
                </a:moveTo>
                <a:lnTo>
                  <a:pt x="234" y="0"/>
                </a:lnTo>
                <a:lnTo>
                  <a:pt x="0" y="114"/>
                </a:lnTo>
                <a:lnTo>
                  <a:pt x="9" y="131"/>
                </a:lnTo>
                <a:lnTo>
                  <a:pt x="24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01" name="Freeform 89"/>
          <p:cNvSpPr>
            <a:spLocks/>
          </p:cNvSpPr>
          <p:nvPr/>
        </p:nvSpPr>
        <p:spPr bwMode="auto">
          <a:xfrm>
            <a:off x="4624388" y="4406900"/>
            <a:ext cx="400050" cy="168275"/>
          </a:xfrm>
          <a:custGeom>
            <a:avLst/>
            <a:gdLst>
              <a:gd name="T0" fmla="*/ 2147483646 w 252"/>
              <a:gd name="T1" fmla="*/ 2147483646 h 106"/>
              <a:gd name="T2" fmla="*/ 2147483646 w 252"/>
              <a:gd name="T3" fmla="*/ 0 h 106"/>
              <a:gd name="T4" fmla="*/ 0 w 252"/>
              <a:gd name="T5" fmla="*/ 2147483646 h 106"/>
              <a:gd name="T6" fmla="*/ 2147483646 w 252"/>
              <a:gd name="T7" fmla="*/ 2147483646 h 106"/>
              <a:gd name="T8" fmla="*/ 2147483646 w 252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52" h="106">
                <a:moveTo>
                  <a:pt x="252" y="17"/>
                </a:moveTo>
                <a:lnTo>
                  <a:pt x="243" y="0"/>
                </a:lnTo>
                <a:lnTo>
                  <a:pt x="0" y="90"/>
                </a:lnTo>
                <a:lnTo>
                  <a:pt x="9" y="106"/>
                </a:lnTo>
                <a:lnTo>
                  <a:pt x="25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02" name="Freeform 90"/>
          <p:cNvSpPr>
            <a:spLocks/>
          </p:cNvSpPr>
          <p:nvPr/>
        </p:nvSpPr>
        <p:spPr bwMode="auto">
          <a:xfrm>
            <a:off x="2152650" y="4926013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0 w 18"/>
              <a:gd name="T15" fmla="*/ 0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0" y="8"/>
                </a:move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03" name="Freeform 91"/>
          <p:cNvSpPr>
            <a:spLocks/>
          </p:cNvSpPr>
          <p:nvPr/>
        </p:nvSpPr>
        <p:spPr bwMode="auto">
          <a:xfrm>
            <a:off x="1952625" y="4886325"/>
            <a:ext cx="228600" cy="104775"/>
          </a:xfrm>
          <a:custGeom>
            <a:avLst/>
            <a:gdLst>
              <a:gd name="T0" fmla="*/ 2147483646 w 144"/>
              <a:gd name="T1" fmla="*/ 2147483646 h 66"/>
              <a:gd name="T2" fmla="*/ 2147483646 w 144"/>
              <a:gd name="T3" fmla="*/ 2147483646 h 66"/>
              <a:gd name="T4" fmla="*/ 0 w 144"/>
              <a:gd name="T5" fmla="*/ 0 h 66"/>
              <a:gd name="T6" fmla="*/ 2147483646 w 144"/>
              <a:gd name="T7" fmla="*/ 0 h 66"/>
              <a:gd name="T8" fmla="*/ 2147483646 w 144"/>
              <a:gd name="T9" fmla="*/ 2147483646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04" name="Freeform 92"/>
          <p:cNvSpPr>
            <a:spLocks/>
          </p:cNvSpPr>
          <p:nvPr/>
        </p:nvSpPr>
        <p:spPr bwMode="auto">
          <a:xfrm>
            <a:off x="1952625" y="4886325"/>
            <a:ext cx="228600" cy="104775"/>
          </a:xfrm>
          <a:custGeom>
            <a:avLst/>
            <a:gdLst>
              <a:gd name="T0" fmla="*/ 2147483646 w 144"/>
              <a:gd name="T1" fmla="*/ 2147483646 h 66"/>
              <a:gd name="T2" fmla="*/ 2147483646 w 144"/>
              <a:gd name="T3" fmla="*/ 2147483646 h 66"/>
              <a:gd name="T4" fmla="*/ 0 w 144"/>
              <a:gd name="T5" fmla="*/ 0 h 66"/>
              <a:gd name="T6" fmla="*/ 2147483646 w 144"/>
              <a:gd name="T7" fmla="*/ 0 h 66"/>
              <a:gd name="T8" fmla="*/ 2147483646 w 144"/>
              <a:gd name="T9" fmla="*/ 2147483646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05" name="Freeform 93"/>
          <p:cNvSpPr>
            <a:spLocks/>
          </p:cNvSpPr>
          <p:nvPr/>
        </p:nvSpPr>
        <p:spPr bwMode="auto">
          <a:xfrm>
            <a:off x="3838575" y="4627563"/>
            <a:ext cx="171450" cy="142875"/>
          </a:xfrm>
          <a:custGeom>
            <a:avLst/>
            <a:gdLst>
              <a:gd name="T0" fmla="*/ 2147483646 w 108"/>
              <a:gd name="T1" fmla="*/ 2147483646 h 90"/>
              <a:gd name="T2" fmla="*/ 2147483646 w 108"/>
              <a:gd name="T3" fmla="*/ 0 h 90"/>
              <a:gd name="T4" fmla="*/ 0 w 108"/>
              <a:gd name="T5" fmla="*/ 2147483646 h 90"/>
              <a:gd name="T6" fmla="*/ 0 w 108"/>
              <a:gd name="T7" fmla="*/ 2147483646 h 90"/>
              <a:gd name="T8" fmla="*/ 2147483646 w 108"/>
              <a:gd name="T9" fmla="*/ 2147483646 h 90"/>
              <a:gd name="T10" fmla="*/ 2147483646 w 108"/>
              <a:gd name="T11" fmla="*/ 2147483646 h 90"/>
              <a:gd name="T12" fmla="*/ 2147483646 w 108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8" h="90">
                <a:moveTo>
                  <a:pt x="108" y="16"/>
                </a:moveTo>
                <a:lnTo>
                  <a:pt x="99" y="0"/>
                </a:lnTo>
                <a:lnTo>
                  <a:pt x="0" y="74"/>
                </a:lnTo>
                <a:lnTo>
                  <a:pt x="9" y="90"/>
                </a:lnTo>
                <a:lnTo>
                  <a:pt x="108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06" name="Freeform 94"/>
          <p:cNvSpPr>
            <a:spLocks/>
          </p:cNvSpPr>
          <p:nvPr/>
        </p:nvSpPr>
        <p:spPr bwMode="auto">
          <a:xfrm>
            <a:off x="3638550" y="4745038"/>
            <a:ext cx="214313" cy="115887"/>
          </a:xfrm>
          <a:custGeom>
            <a:avLst/>
            <a:gdLst>
              <a:gd name="T0" fmla="*/ 2147483646 w 135"/>
              <a:gd name="T1" fmla="*/ 2147483646 h 73"/>
              <a:gd name="T2" fmla="*/ 2147483646 w 135"/>
              <a:gd name="T3" fmla="*/ 0 h 73"/>
              <a:gd name="T4" fmla="*/ 0 w 135"/>
              <a:gd name="T5" fmla="*/ 2147483646 h 73"/>
              <a:gd name="T6" fmla="*/ 0 w 135"/>
              <a:gd name="T7" fmla="*/ 2147483646 h 73"/>
              <a:gd name="T8" fmla="*/ 2147483646 w 135"/>
              <a:gd name="T9" fmla="*/ 2147483646 h 73"/>
              <a:gd name="T10" fmla="*/ 2147483646 w 135"/>
              <a:gd name="T11" fmla="*/ 2147483646 h 73"/>
              <a:gd name="T12" fmla="*/ 2147483646 w 135"/>
              <a:gd name="T13" fmla="*/ 2147483646 h 7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73">
                <a:moveTo>
                  <a:pt x="135" y="16"/>
                </a:moveTo>
                <a:lnTo>
                  <a:pt x="126" y="0"/>
                </a:lnTo>
                <a:lnTo>
                  <a:pt x="0" y="57"/>
                </a:lnTo>
                <a:lnTo>
                  <a:pt x="9" y="73"/>
                </a:lnTo>
                <a:lnTo>
                  <a:pt x="13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07" name="Freeform 95"/>
          <p:cNvSpPr>
            <a:spLocks/>
          </p:cNvSpPr>
          <p:nvPr/>
        </p:nvSpPr>
        <p:spPr bwMode="auto">
          <a:xfrm>
            <a:off x="3424238" y="4835525"/>
            <a:ext cx="228600" cy="90488"/>
          </a:xfrm>
          <a:custGeom>
            <a:avLst/>
            <a:gdLst>
              <a:gd name="T0" fmla="*/ 2147483646 w 144"/>
              <a:gd name="T1" fmla="*/ 2147483646 h 57"/>
              <a:gd name="T2" fmla="*/ 2147483646 w 144"/>
              <a:gd name="T3" fmla="*/ 0 h 57"/>
              <a:gd name="T4" fmla="*/ 0 w 144"/>
              <a:gd name="T5" fmla="*/ 2147483646 h 57"/>
              <a:gd name="T6" fmla="*/ 0 w 144"/>
              <a:gd name="T7" fmla="*/ 2147483646 h 57"/>
              <a:gd name="T8" fmla="*/ 0 w 144"/>
              <a:gd name="T9" fmla="*/ 2147483646 h 57"/>
              <a:gd name="T10" fmla="*/ 2147483646 w 144"/>
              <a:gd name="T11" fmla="*/ 2147483646 h 57"/>
              <a:gd name="T12" fmla="*/ 2147483646 w 144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57">
                <a:moveTo>
                  <a:pt x="144" y="16"/>
                </a:moveTo>
                <a:lnTo>
                  <a:pt x="135" y="0"/>
                </a:lnTo>
                <a:lnTo>
                  <a:pt x="0" y="41"/>
                </a:lnTo>
                <a:lnTo>
                  <a:pt x="0" y="57"/>
                </a:lnTo>
                <a:lnTo>
                  <a:pt x="9" y="57"/>
                </a:lnTo>
                <a:lnTo>
                  <a:pt x="14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08" name="Freeform 96"/>
          <p:cNvSpPr>
            <a:spLocks/>
          </p:cNvSpPr>
          <p:nvPr/>
        </p:nvSpPr>
        <p:spPr bwMode="auto">
          <a:xfrm>
            <a:off x="3181350" y="4900613"/>
            <a:ext cx="242888" cy="77787"/>
          </a:xfrm>
          <a:custGeom>
            <a:avLst/>
            <a:gdLst>
              <a:gd name="T0" fmla="*/ 2147483646 w 153"/>
              <a:gd name="T1" fmla="*/ 2147483646 h 49"/>
              <a:gd name="T2" fmla="*/ 2147483646 w 153"/>
              <a:gd name="T3" fmla="*/ 0 h 49"/>
              <a:gd name="T4" fmla="*/ 0 w 153"/>
              <a:gd name="T5" fmla="*/ 2147483646 h 49"/>
              <a:gd name="T6" fmla="*/ 0 w 153"/>
              <a:gd name="T7" fmla="*/ 2147483646 h 49"/>
              <a:gd name="T8" fmla="*/ 0 w 153"/>
              <a:gd name="T9" fmla="*/ 2147483646 h 49"/>
              <a:gd name="T10" fmla="*/ 0 w 153"/>
              <a:gd name="T11" fmla="*/ 2147483646 h 49"/>
              <a:gd name="T12" fmla="*/ 2147483646 w 153"/>
              <a:gd name="T13" fmla="*/ 2147483646 h 4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3" h="49">
                <a:moveTo>
                  <a:pt x="153" y="16"/>
                </a:moveTo>
                <a:lnTo>
                  <a:pt x="153" y="0"/>
                </a:lnTo>
                <a:lnTo>
                  <a:pt x="0" y="32"/>
                </a:lnTo>
                <a:lnTo>
                  <a:pt x="0" y="49"/>
                </a:lnTo>
                <a:lnTo>
                  <a:pt x="15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09" name="Freeform 97"/>
          <p:cNvSpPr>
            <a:spLocks/>
          </p:cNvSpPr>
          <p:nvPr/>
        </p:nvSpPr>
        <p:spPr bwMode="auto">
          <a:xfrm>
            <a:off x="2681288" y="4951413"/>
            <a:ext cx="500062" cy="65087"/>
          </a:xfrm>
          <a:custGeom>
            <a:avLst/>
            <a:gdLst>
              <a:gd name="T0" fmla="*/ 2147483646 w 315"/>
              <a:gd name="T1" fmla="*/ 2147483646 h 41"/>
              <a:gd name="T2" fmla="*/ 2147483646 w 315"/>
              <a:gd name="T3" fmla="*/ 0 h 41"/>
              <a:gd name="T4" fmla="*/ 0 w 315"/>
              <a:gd name="T5" fmla="*/ 2147483646 h 41"/>
              <a:gd name="T6" fmla="*/ 0 w 315"/>
              <a:gd name="T7" fmla="*/ 2147483646 h 41"/>
              <a:gd name="T8" fmla="*/ 0 w 315"/>
              <a:gd name="T9" fmla="*/ 2147483646 h 41"/>
              <a:gd name="T10" fmla="*/ 0 w 315"/>
              <a:gd name="T11" fmla="*/ 2147483646 h 41"/>
              <a:gd name="T12" fmla="*/ 2147483646 w 315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15" h="41">
                <a:moveTo>
                  <a:pt x="315" y="17"/>
                </a:moveTo>
                <a:lnTo>
                  <a:pt x="315" y="0"/>
                </a:lnTo>
                <a:lnTo>
                  <a:pt x="0" y="25"/>
                </a:lnTo>
                <a:lnTo>
                  <a:pt x="0" y="41"/>
                </a:lnTo>
                <a:lnTo>
                  <a:pt x="31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10" name="Freeform 98"/>
          <p:cNvSpPr>
            <a:spLocks/>
          </p:cNvSpPr>
          <p:nvPr/>
        </p:nvSpPr>
        <p:spPr bwMode="auto">
          <a:xfrm>
            <a:off x="2166938" y="4926013"/>
            <a:ext cx="514350" cy="90487"/>
          </a:xfrm>
          <a:custGeom>
            <a:avLst/>
            <a:gdLst>
              <a:gd name="T0" fmla="*/ 2147483646 w 324"/>
              <a:gd name="T1" fmla="*/ 2147483646 h 57"/>
              <a:gd name="T2" fmla="*/ 2147483646 w 324"/>
              <a:gd name="T3" fmla="*/ 2147483646 h 57"/>
              <a:gd name="T4" fmla="*/ 0 w 324"/>
              <a:gd name="T5" fmla="*/ 0 h 57"/>
              <a:gd name="T6" fmla="*/ 0 w 324"/>
              <a:gd name="T7" fmla="*/ 2147483646 h 57"/>
              <a:gd name="T8" fmla="*/ 2147483646 w 324"/>
              <a:gd name="T9" fmla="*/ 2147483646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24" h="57">
                <a:moveTo>
                  <a:pt x="324" y="57"/>
                </a:moveTo>
                <a:lnTo>
                  <a:pt x="324" y="41"/>
                </a:lnTo>
                <a:lnTo>
                  <a:pt x="0" y="0"/>
                </a:lnTo>
                <a:lnTo>
                  <a:pt x="0" y="16"/>
                </a:lnTo>
                <a:lnTo>
                  <a:pt x="324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11" name="Freeform 99"/>
          <p:cNvSpPr>
            <a:spLocks/>
          </p:cNvSpPr>
          <p:nvPr/>
        </p:nvSpPr>
        <p:spPr bwMode="auto">
          <a:xfrm>
            <a:off x="3938588" y="4186238"/>
            <a:ext cx="28575" cy="26987"/>
          </a:xfrm>
          <a:custGeom>
            <a:avLst/>
            <a:gdLst>
              <a:gd name="T0" fmla="*/ 2147483646 w 18"/>
              <a:gd name="T1" fmla="*/ 2147483646 h 17"/>
              <a:gd name="T2" fmla="*/ 2147483646 w 18"/>
              <a:gd name="T3" fmla="*/ 2147483646 h 17"/>
              <a:gd name="T4" fmla="*/ 2147483646 w 18"/>
              <a:gd name="T5" fmla="*/ 0 h 17"/>
              <a:gd name="T6" fmla="*/ 2147483646 w 18"/>
              <a:gd name="T7" fmla="*/ 0 h 17"/>
              <a:gd name="T8" fmla="*/ 2147483646 w 18"/>
              <a:gd name="T9" fmla="*/ 0 h 17"/>
              <a:gd name="T10" fmla="*/ 2147483646 w 18"/>
              <a:gd name="T11" fmla="*/ 0 h 17"/>
              <a:gd name="T12" fmla="*/ 0 w 18"/>
              <a:gd name="T13" fmla="*/ 2147483646 h 17"/>
              <a:gd name="T14" fmla="*/ 2147483646 w 18"/>
              <a:gd name="T15" fmla="*/ 2147483646 h 17"/>
              <a:gd name="T16" fmla="*/ 2147483646 w 18"/>
              <a:gd name="T17" fmla="*/ 2147483646 h 17"/>
              <a:gd name="T18" fmla="*/ 2147483646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7">
                <a:moveTo>
                  <a:pt x="9" y="17"/>
                </a:move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12" name="Freeform 100"/>
          <p:cNvSpPr>
            <a:spLocks/>
          </p:cNvSpPr>
          <p:nvPr/>
        </p:nvSpPr>
        <p:spPr bwMode="auto">
          <a:xfrm>
            <a:off x="3895725" y="4200525"/>
            <a:ext cx="128588" cy="193675"/>
          </a:xfrm>
          <a:custGeom>
            <a:avLst/>
            <a:gdLst>
              <a:gd name="T0" fmla="*/ 2147483646 w 81"/>
              <a:gd name="T1" fmla="*/ 0 h 122"/>
              <a:gd name="T2" fmla="*/ 2147483646 w 81"/>
              <a:gd name="T3" fmla="*/ 0 h 122"/>
              <a:gd name="T4" fmla="*/ 2147483646 w 81"/>
              <a:gd name="T5" fmla="*/ 2147483646 h 122"/>
              <a:gd name="T6" fmla="*/ 0 w 81"/>
              <a:gd name="T7" fmla="*/ 0 h 122"/>
              <a:gd name="T8" fmla="*/ 2147483646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13" name="Freeform 101"/>
          <p:cNvSpPr>
            <a:spLocks/>
          </p:cNvSpPr>
          <p:nvPr/>
        </p:nvSpPr>
        <p:spPr bwMode="auto">
          <a:xfrm>
            <a:off x="3895725" y="4200525"/>
            <a:ext cx="128588" cy="193675"/>
          </a:xfrm>
          <a:custGeom>
            <a:avLst/>
            <a:gdLst>
              <a:gd name="T0" fmla="*/ 2147483646 w 81"/>
              <a:gd name="T1" fmla="*/ 0 h 122"/>
              <a:gd name="T2" fmla="*/ 2147483646 w 81"/>
              <a:gd name="T3" fmla="*/ 0 h 122"/>
              <a:gd name="T4" fmla="*/ 2147483646 w 81"/>
              <a:gd name="T5" fmla="*/ 2147483646 h 122"/>
              <a:gd name="T6" fmla="*/ 0 w 81"/>
              <a:gd name="T7" fmla="*/ 0 h 122"/>
              <a:gd name="T8" fmla="*/ 2147483646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14" name="Freeform 102"/>
          <p:cNvSpPr>
            <a:spLocks/>
          </p:cNvSpPr>
          <p:nvPr/>
        </p:nvSpPr>
        <p:spPr bwMode="auto">
          <a:xfrm>
            <a:off x="4667250" y="2293938"/>
            <a:ext cx="257175" cy="233362"/>
          </a:xfrm>
          <a:custGeom>
            <a:avLst/>
            <a:gdLst>
              <a:gd name="T0" fmla="*/ 2147483646 w 162"/>
              <a:gd name="T1" fmla="*/ 2147483646 h 147"/>
              <a:gd name="T2" fmla="*/ 2147483646 w 162"/>
              <a:gd name="T3" fmla="*/ 0 h 147"/>
              <a:gd name="T4" fmla="*/ 0 w 162"/>
              <a:gd name="T5" fmla="*/ 2147483646 h 147"/>
              <a:gd name="T6" fmla="*/ 0 w 162"/>
              <a:gd name="T7" fmla="*/ 2147483646 h 147"/>
              <a:gd name="T8" fmla="*/ 2147483646 w 162"/>
              <a:gd name="T9" fmla="*/ 2147483646 h 147"/>
              <a:gd name="T10" fmla="*/ 2147483646 w 162"/>
              <a:gd name="T11" fmla="*/ 2147483646 h 147"/>
              <a:gd name="T12" fmla="*/ 2147483646 w 162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47">
                <a:moveTo>
                  <a:pt x="162" y="8"/>
                </a:moveTo>
                <a:lnTo>
                  <a:pt x="144" y="0"/>
                </a:lnTo>
                <a:lnTo>
                  <a:pt x="0" y="139"/>
                </a:lnTo>
                <a:lnTo>
                  <a:pt x="18" y="147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15" name="Freeform 103"/>
          <p:cNvSpPr>
            <a:spLocks/>
          </p:cNvSpPr>
          <p:nvPr/>
        </p:nvSpPr>
        <p:spPr bwMode="auto">
          <a:xfrm>
            <a:off x="4467225" y="2514600"/>
            <a:ext cx="228600" cy="246063"/>
          </a:xfrm>
          <a:custGeom>
            <a:avLst/>
            <a:gdLst>
              <a:gd name="T0" fmla="*/ 2147483646 w 144"/>
              <a:gd name="T1" fmla="*/ 2147483646 h 155"/>
              <a:gd name="T2" fmla="*/ 2147483646 w 144"/>
              <a:gd name="T3" fmla="*/ 0 h 155"/>
              <a:gd name="T4" fmla="*/ 0 w 144"/>
              <a:gd name="T5" fmla="*/ 2147483646 h 155"/>
              <a:gd name="T6" fmla="*/ 0 w 144"/>
              <a:gd name="T7" fmla="*/ 2147483646 h 155"/>
              <a:gd name="T8" fmla="*/ 2147483646 w 144"/>
              <a:gd name="T9" fmla="*/ 2147483646 h 155"/>
              <a:gd name="T10" fmla="*/ 2147483646 w 144"/>
              <a:gd name="T11" fmla="*/ 2147483646 h 155"/>
              <a:gd name="T12" fmla="*/ 2147483646 w 144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55">
                <a:moveTo>
                  <a:pt x="144" y="8"/>
                </a:moveTo>
                <a:lnTo>
                  <a:pt x="126" y="0"/>
                </a:lnTo>
                <a:lnTo>
                  <a:pt x="0" y="147"/>
                </a:lnTo>
                <a:lnTo>
                  <a:pt x="18" y="155"/>
                </a:lnTo>
                <a:lnTo>
                  <a:pt x="144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16" name="Freeform 104"/>
          <p:cNvSpPr>
            <a:spLocks/>
          </p:cNvSpPr>
          <p:nvPr/>
        </p:nvSpPr>
        <p:spPr bwMode="auto">
          <a:xfrm>
            <a:off x="4295775" y="2747963"/>
            <a:ext cx="200025" cy="233362"/>
          </a:xfrm>
          <a:custGeom>
            <a:avLst/>
            <a:gdLst>
              <a:gd name="T0" fmla="*/ 2147483646 w 126"/>
              <a:gd name="T1" fmla="*/ 2147483646 h 147"/>
              <a:gd name="T2" fmla="*/ 2147483646 w 126"/>
              <a:gd name="T3" fmla="*/ 0 h 147"/>
              <a:gd name="T4" fmla="*/ 0 w 126"/>
              <a:gd name="T5" fmla="*/ 2147483646 h 147"/>
              <a:gd name="T6" fmla="*/ 0 w 126"/>
              <a:gd name="T7" fmla="*/ 2147483646 h 147"/>
              <a:gd name="T8" fmla="*/ 2147483646 w 126"/>
              <a:gd name="T9" fmla="*/ 2147483646 h 147"/>
              <a:gd name="T10" fmla="*/ 2147483646 w 126"/>
              <a:gd name="T11" fmla="*/ 2147483646 h 147"/>
              <a:gd name="T12" fmla="*/ 2147483646 w 126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" h="147">
                <a:moveTo>
                  <a:pt x="126" y="8"/>
                </a:moveTo>
                <a:lnTo>
                  <a:pt x="108" y="0"/>
                </a:lnTo>
                <a:lnTo>
                  <a:pt x="0" y="139"/>
                </a:lnTo>
                <a:lnTo>
                  <a:pt x="18" y="147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17" name="Freeform 105"/>
          <p:cNvSpPr>
            <a:spLocks/>
          </p:cNvSpPr>
          <p:nvPr/>
        </p:nvSpPr>
        <p:spPr bwMode="auto">
          <a:xfrm>
            <a:off x="4167188" y="2968625"/>
            <a:ext cx="157162" cy="246063"/>
          </a:xfrm>
          <a:custGeom>
            <a:avLst/>
            <a:gdLst>
              <a:gd name="T0" fmla="*/ 2147483646 w 99"/>
              <a:gd name="T1" fmla="*/ 2147483646 h 155"/>
              <a:gd name="T2" fmla="*/ 2147483646 w 99"/>
              <a:gd name="T3" fmla="*/ 0 h 155"/>
              <a:gd name="T4" fmla="*/ 0 w 99"/>
              <a:gd name="T5" fmla="*/ 2147483646 h 155"/>
              <a:gd name="T6" fmla="*/ 0 w 99"/>
              <a:gd name="T7" fmla="*/ 2147483646 h 155"/>
              <a:gd name="T8" fmla="*/ 2147483646 w 99"/>
              <a:gd name="T9" fmla="*/ 2147483646 h 155"/>
              <a:gd name="T10" fmla="*/ 2147483646 w 99"/>
              <a:gd name="T11" fmla="*/ 2147483646 h 155"/>
              <a:gd name="T12" fmla="*/ 2147483646 w 99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9" h="155">
                <a:moveTo>
                  <a:pt x="99" y="8"/>
                </a:moveTo>
                <a:lnTo>
                  <a:pt x="81" y="0"/>
                </a:lnTo>
                <a:lnTo>
                  <a:pt x="0" y="147"/>
                </a:lnTo>
                <a:lnTo>
                  <a:pt x="18" y="155"/>
                </a:lnTo>
                <a:lnTo>
                  <a:pt x="99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18" name="Freeform 106"/>
          <p:cNvSpPr>
            <a:spLocks/>
          </p:cNvSpPr>
          <p:nvPr/>
        </p:nvSpPr>
        <p:spPr bwMode="auto">
          <a:xfrm>
            <a:off x="4052888" y="3201988"/>
            <a:ext cx="142875" cy="258762"/>
          </a:xfrm>
          <a:custGeom>
            <a:avLst/>
            <a:gdLst>
              <a:gd name="T0" fmla="*/ 2147483646 w 90"/>
              <a:gd name="T1" fmla="*/ 2147483646 h 163"/>
              <a:gd name="T2" fmla="*/ 2147483646 w 90"/>
              <a:gd name="T3" fmla="*/ 0 h 163"/>
              <a:gd name="T4" fmla="*/ 0 w 90"/>
              <a:gd name="T5" fmla="*/ 2147483646 h 163"/>
              <a:gd name="T6" fmla="*/ 0 w 90"/>
              <a:gd name="T7" fmla="*/ 2147483646 h 163"/>
              <a:gd name="T8" fmla="*/ 2147483646 w 90"/>
              <a:gd name="T9" fmla="*/ 2147483646 h 163"/>
              <a:gd name="T10" fmla="*/ 2147483646 w 90"/>
              <a:gd name="T11" fmla="*/ 2147483646 h 163"/>
              <a:gd name="T12" fmla="*/ 2147483646 w 90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0" h="163">
                <a:moveTo>
                  <a:pt x="90" y="8"/>
                </a:moveTo>
                <a:lnTo>
                  <a:pt x="72" y="0"/>
                </a:lnTo>
                <a:lnTo>
                  <a:pt x="0" y="155"/>
                </a:lnTo>
                <a:lnTo>
                  <a:pt x="18" y="163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19" name="Freeform 107"/>
          <p:cNvSpPr>
            <a:spLocks/>
          </p:cNvSpPr>
          <p:nvPr/>
        </p:nvSpPr>
        <p:spPr bwMode="auto">
          <a:xfrm>
            <a:off x="3981450" y="3448050"/>
            <a:ext cx="100013" cy="258763"/>
          </a:xfrm>
          <a:custGeom>
            <a:avLst/>
            <a:gdLst>
              <a:gd name="T0" fmla="*/ 2147483646 w 63"/>
              <a:gd name="T1" fmla="*/ 2147483646 h 163"/>
              <a:gd name="T2" fmla="*/ 2147483646 w 63"/>
              <a:gd name="T3" fmla="*/ 0 h 163"/>
              <a:gd name="T4" fmla="*/ 0 w 63"/>
              <a:gd name="T5" fmla="*/ 2147483646 h 163"/>
              <a:gd name="T6" fmla="*/ 0 w 63"/>
              <a:gd name="T7" fmla="*/ 2147483646 h 163"/>
              <a:gd name="T8" fmla="*/ 2147483646 w 63"/>
              <a:gd name="T9" fmla="*/ 2147483646 h 163"/>
              <a:gd name="T10" fmla="*/ 2147483646 w 63"/>
              <a:gd name="T11" fmla="*/ 2147483646 h 163"/>
              <a:gd name="T12" fmla="*/ 2147483646 w 63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3" h="163">
                <a:moveTo>
                  <a:pt x="63" y="8"/>
                </a:moveTo>
                <a:lnTo>
                  <a:pt x="45" y="0"/>
                </a:lnTo>
                <a:lnTo>
                  <a:pt x="0" y="155"/>
                </a:lnTo>
                <a:lnTo>
                  <a:pt x="18" y="155"/>
                </a:lnTo>
                <a:lnTo>
                  <a:pt x="18" y="163"/>
                </a:lnTo>
                <a:lnTo>
                  <a:pt x="63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20" name="Freeform 108"/>
          <p:cNvSpPr>
            <a:spLocks/>
          </p:cNvSpPr>
          <p:nvPr/>
        </p:nvSpPr>
        <p:spPr bwMode="auto">
          <a:xfrm>
            <a:off x="3938588" y="3694113"/>
            <a:ext cx="71437" cy="246062"/>
          </a:xfrm>
          <a:custGeom>
            <a:avLst/>
            <a:gdLst>
              <a:gd name="T0" fmla="*/ 2147483646 w 45"/>
              <a:gd name="T1" fmla="*/ 0 h 155"/>
              <a:gd name="T2" fmla="*/ 2147483646 w 45"/>
              <a:gd name="T3" fmla="*/ 0 h 155"/>
              <a:gd name="T4" fmla="*/ 0 w 45"/>
              <a:gd name="T5" fmla="*/ 2147483646 h 155"/>
              <a:gd name="T6" fmla="*/ 0 w 45"/>
              <a:gd name="T7" fmla="*/ 2147483646 h 155"/>
              <a:gd name="T8" fmla="*/ 2147483646 w 45"/>
              <a:gd name="T9" fmla="*/ 2147483646 h 155"/>
              <a:gd name="T10" fmla="*/ 2147483646 w 45"/>
              <a:gd name="T11" fmla="*/ 2147483646 h 155"/>
              <a:gd name="T12" fmla="*/ 2147483646 w 45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5" h="155">
                <a:moveTo>
                  <a:pt x="45" y="0"/>
                </a:moveTo>
                <a:lnTo>
                  <a:pt x="27" y="0"/>
                </a:lnTo>
                <a:lnTo>
                  <a:pt x="0" y="155"/>
                </a:lnTo>
                <a:lnTo>
                  <a:pt x="18" y="15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21" name="Rectangle 109"/>
          <p:cNvSpPr>
            <a:spLocks noChangeArrowheads="1"/>
          </p:cNvSpPr>
          <p:nvPr/>
        </p:nvSpPr>
        <p:spPr bwMode="auto">
          <a:xfrm>
            <a:off x="3938588" y="3940175"/>
            <a:ext cx="28575" cy="24606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022" name="Freeform 110"/>
          <p:cNvSpPr>
            <a:spLocks/>
          </p:cNvSpPr>
          <p:nvPr/>
        </p:nvSpPr>
        <p:spPr bwMode="auto">
          <a:xfrm>
            <a:off x="2024063" y="3641725"/>
            <a:ext cx="28575" cy="26988"/>
          </a:xfrm>
          <a:custGeom>
            <a:avLst/>
            <a:gdLst>
              <a:gd name="T0" fmla="*/ 0 w 18"/>
              <a:gd name="T1" fmla="*/ 2147483646 h 17"/>
              <a:gd name="T2" fmla="*/ 0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2147483646 h 17"/>
              <a:gd name="T10" fmla="*/ 2147483646 w 18"/>
              <a:gd name="T11" fmla="*/ 2147483646 h 17"/>
              <a:gd name="T12" fmla="*/ 2147483646 w 18"/>
              <a:gd name="T13" fmla="*/ 0 h 17"/>
              <a:gd name="T14" fmla="*/ 0 w 18"/>
              <a:gd name="T15" fmla="*/ 0 h 17"/>
              <a:gd name="T16" fmla="*/ 0 w 18"/>
              <a:gd name="T17" fmla="*/ 2147483646 h 17"/>
              <a:gd name="T18" fmla="*/ 0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7">
                <a:moveTo>
                  <a:pt x="0" y="9"/>
                </a:moveTo>
                <a:lnTo>
                  <a:pt x="0" y="17"/>
                </a:lnTo>
                <a:lnTo>
                  <a:pt x="9" y="17"/>
                </a:lnTo>
                <a:lnTo>
                  <a:pt x="18" y="17"/>
                </a:lnTo>
                <a:lnTo>
                  <a:pt x="18" y="9"/>
                </a:lnTo>
                <a:lnTo>
                  <a:pt x="9" y="0"/>
                </a:lnTo>
                <a:lnTo>
                  <a:pt x="0" y="0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23" name="Freeform 111"/>
          <p:cNvSpPr>
            <a:spLocks/>
          </p:cNvSpPr>
          <p:nvPr/>
        </p:nvSpPr>
        <p:spPr bwMode="auto">
          <a:xfrm>
            <a:off x="1824038" y="3603625"/>
            <a:ext cx="228600" cy="103188"/>
          </a:xfrm>
          <a:custGeom>
            <a:avLst/>
            <a:gdLst>
              <a:gd name="T0" fmla="*/ 2147483646 w 144"/>
              <a:gd name="T1" fmla="*/ 2147483646 h 65"/>
              <a:gd name="T2" fmla="*/ 2147483646 w 144"/>
              <a:gd name="T3" fmla="*/ 2147483646 h 65"/>
              <a:gd name="T4" fmla="*/ 0 w 144"/>
              <a:gd name="T5" fmla="*/ 0 h 65"/>
              <a:gd name="T6" fmla="*/ 2147483646 w 144"/>
              <a:gd name="T7" fmla="*/ 0 h 65"/>
              <a:gd name="T8" fmla="*/ 2147483646 w 144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24" name="Freeform 112"/>
          <p:cNvSpPr>
            <a:spLocks/>
          </p:cNvSpPr>
          <p:nvPr/>
        </p:nvSpPr>
        <p:spPr bwMode="auto">
          <a:xfrm>
            <a:off x="1824038" y="3603625"/>
            <a:ext cx="228600" cy="103188"/>
          </a:xfrm>
          <a:custGeom>
            <a:avLst/>
            <a:gdLst>
              <a:gd name="T0" fmla="*/ 2147483646 w 144"/>
              <a:gd name="T1" fmla="*/ 2147483646 h 65"/>
              <a:gd name="T2" fmla="*/ 2147483646 w 144"/>
              <a:gd name="T3" fmla="*/ 2147483646 h 65"/>
              <a:gd name="T4" fmla="*/ 0 w 144"/>
              <a:gd name="T5" fmla="*/ 0 h 65"/>
              <a:gd name="T6" fmla="*/ 2147483646 w 144"/>
              <a:gd name="T7" fmla="*/ 0 h 65"/>
              <a:gd name="T8" fmla="*/ 2147483646 w 144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25" name="Freeform 113"/>
          <p:cNvSpPr>
            <a:spLocks/>
          </p:cNvSpPr>
          <p:nvPr/>
        </p:nvSpPr>
        <p:spPr bwMode="auto">
          <a:xfrm>
            <a:off x="3538538" y="4303713"/>
            <a:ext cx="471487" cy="363537"/>
          </a:xfrm>
          <a:custGeom>
            <a:avLst/>
            <a:gdLst>
              <a:gd name="T0" fmla="*/ 2147483646 w 297"/>
              <a:gd name="T1" fmla="*/ 2147483646 h 229"/>
              <a:gd name="T2" fmla="*/ 2147483646 w 297"/>
              <a:gd name="T3" fmla="*/ 2147483646 h 229"/>
              <a:gd name="T4" fmla="*/ 2147483646 w 297"/>
              <a:gd name="T5" fmla="*/ 0 h 229"/>
              <a:gd name="T6" fmla="*/ 2147483646 w 297"/>
              <a:gd name="T7" fmla="*/ 0 h 229"/>
              <a:gd name="T8" fmla="*/ 0 w 297"/>
              <a:gd name="T9" fmla="*/ 2147483646 h 229"/>
              <a:gd name="T10" fmla="*/ 0 w 297"/>
              <a:gd name="T11" fmla="*/ 2147483646 h 229"/>
              <a:gd name="T12" fmla="*/ 2147483646 w 297"/>
              <a:gd name="T13" fmla="*/ 214748364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97" h="229">
                <a:moveTo>
                  <a:pt x="288" y="229"/>
                </a:moveTo>
                <a:lnTo>
                  <a:pt x="297" y="212"/>
                </a:lnTo>
                <a:lnTo>
                  <a:pt x="9" y="0"/>
                </a:lnTo>
                <a:lnTo>
                  <a:pt x="0" y="16"/>
                </a:lnTo>
                <a:lnTo>
                  <a:pt x="288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26" name="Freeform 114"/>
          <p:cNvSpPr>
            <a:spLocks/>
          </p:cNvSpPr>
          <p:nvPr/>
        </p:nvSpPr>
        <p:spPr bwMode="auto">
          <a:xfrm>
            <a:off x="3067050" y="4030663"/>
            <a:ext cx="485775" cy="298450"/>
          </a:xfrm>
          <a:custGeom>
            <a:avLst/>
            <a:gdLst>
              <a:gd name="T0" fmla="*/ 2147483646 w 306"/>
              <a:gd name="T1" fmla="*/ 2147483646 h 188"/>
              <a:gd name="T2" fmla="*/ 2147483646 w 306"/>
              <a:gd name="T3" fmla="*/ 2147483646 h 188"/>
              <a:gd name="T4" fmla="*/ 2147483646 w 306"/>
              <a:gd name="T5" fmla="*/ 0 h 188"/>
              <a:gd name="T6" fmla="*/ 2147483646 w 306"/>
              <a:gd name="T7" fmla="*/ 0 h 188"/>
              <a:gd name="T8" fmla="*/ 0 w 306"/>
              <a:gd name="T9" fmla="*/ 2147483646 h 188"/>
              <a:gd name="T10" fmla="*/ 0 w 306"/>
              <a:gd name="T11" fmla="*/ 2147483646 h 188"/>
              <a:gd name="T12" fmla="*/ 2147483646 w 306"/>
              <a:gd name="T13" fmla="*/ 2147483646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06" h="188">
                <a:moveTo>
                  <a:pt x="297" y="188"/>
                </a:moveTo>
                <a:lnTo>
                  <a:pt x="306" y="172"/>
                </a:lnTo>
                <a:lnTo>
                  <a:pt x="9" y="0"/>
                </a:lnTo>
                <a:lnTo>
                  <a:pt x="0" y="17"/>
                </a:lnTo>
                <a:lnTo>
                  <a:pt x="297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27" name="Freeform 115"/>
          <p:cNvSpPr>
            <a:spLocks/>
          </p:cNvSpPr>
          <p:nvPr/>
        </p:nvSpPr>
        <p:spPr bwMode="auto">
          <a:xfrm>
            <a:off x="2552700" y="3811588"/>
            <a:ext cx="528638" cy="246062"/>
          </a:xfrm>
          <a:custGeom>
            <a:avLst/>
            <a:gdLst>
              <a:gd name="T0" fmla="*/ 2147483646 w 333"/>
              <a:gd name="T1" fmla="*/ 2147483646 h 155"/>
              <a:gd name="T2" fmla="*/ 2147483646 w 333"/>
              <a:gd name="T3" fmla="*/ 2147483646 h 155"/>
              <a:gd name="T4" fmla="*/ 2147483646 w 333"/>
              <a:gd name="T5" fmla="*/ 0 h 155"/>
              <a:gd name="T6" fmla="*/ 2147483646 w 333"/>
              <a:gd name="T7" fmla="*/ 0 h 155"/>
              <a:gd name="T8" fmla="*/ 0 w 333"/>
              <a:gd name="T9" fmla="*/ 2147483646 h 155"/>
              <a:gd name="T10" fmla="*/ 0 w 333"/>
              <a:gd name="T11" fmla="*/ 2147483646 h 155"/>
              <a:gd name="T12" fmla="*/ 2147483646 w 333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33" h="155">
                <a:moveTo>
                  <a:pt x="324" y="155"/>
                </a:moveTo>
                <a:lnTo>
                  <a:pt x="333" y="138"/>
                </a:lnTo>
                <a:lnTo>
                  <a:pt x="9" y="0"/>
                </a:lnTo>
                <a:lnTo>
                  <a:pt x="0" y="16"/>
                </a:lnTo>
                <a:lnTo>
                  <a:pt x="324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28" name="Freeform 116"/>
          <p:cNvSpPr>
            <a:spLocks/>
          </p:cNvSpPr>
          <p:nvPr/>
        </p:nvSpPr>
        <p:spPr bwMode="auto">
          <a:xfrm>
            <a:off x="2038350" y="3641725"/>
            <a:ext cx="528638" cy="195263"/>
          </a:xfrm>
          <a:custGeom>
            <a:avLst/>
            <a:gdLst>
              <a:gd name="T0" fmla="*/ 2147483646 w 333"/>
              <a:gd name="T1" fmla="*/ 2147483646 h 123"/>
              <a:gd name="T2" fmla="*/ 2147483646 w 333"/>
              <a:gd name="T3" fmla="*/ 2147483646 h 123"/>
              <a:gd name="T4" fmla="*/ 2147483646 w 333"/>
              <a:gd name="T5" fmla="*/ 0 h 123"/>
              <a:gd name="T6" fmla="*/ 0 w 333"/>
              <a:gd name="T7" fmla="*/ 2147483646 h 123"/>
              <a:gd name="T8" fmla="*/ 2147483646 w 333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3" h="123">
                <a:moveTo>
                  <a:pt x="324" y="123"/>
                </a:moveTo>
                <a:lnTo>
                  <a:pt x="333" y="107"/>
                </a:lnTo>
                <a:lnTo>
                  <a:pt x="9" y="0"/>
                </a:lnTo>
                <a:lnTo>
                  <a:pt x="0" y="17"/>
                </a:lnTo>
                <a:lnTo>
                  <a:pt x="324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29" name="Freeform 117"/>
          <p:cNvSpPr>
            <a:spLocks/>
          </p:cNvSpPr>
          <p:nvPr/>
        </p:nvSpPr>
        <p:spPr bwMode="auto">
          <a:xfrm>
            <a:off x="4953000" y="2747963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0 w 18"/>
              <a:gd name="T3" fmla="*/ 0 h 16"/>
              <a:gd name="T4" fmla="*/ 0 w 18"/>
              <a:gd name="T5" fmla="*/ 2147483646 h 16"/>
              <a:gd name="T6" fmla="*/ 0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9" y="0"/>
                </a:moveTo>
                <a:lnTo>
                  <a:pt x="0" y="0"/>
                </a:lnTo>
                <a:lnTo>
                  <a:pt x="0" y="8"/>
                </a:lnTo>
                <a:lnTo>
                  <a:pt x="9" y="16"/>
                </a:lnTo>
                <a:lnTo>
                  <a:pt x="9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30" name="Freeform 118"/>
          <p:cNvSpPr>
            <a:spLocks/>
          </p:cNvSpPr>
          <p:nvPr/>
        </p:nvSpPr>
        <p:spPr bwMode="auto">
          <a:xfrm>
            <a:off x="4895850" y="2552700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31" name="Freeform 119"/>
          <p:cNvSpPr>
            <a:spLocks/>
          </p:cNvSpPr>
          <p:nvPr/>
        </p:nvSpPr>
        <p:spPr bwMode="auto">
          <a:xfrm>
            <a:off x="4895850" y="2552700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32" name="Freeform 120"/>
          <p:cNvSpPr>
            <a:spLocks/>
          </p:cNvSpPr>
          <p:nvPr/>
        </p:nvSpPr>
        <p:spPr bwMode="auto">
          <a:xfrm>
            <a:off x="3981450" y="4419600"/>
            <a:ext cx="257175" cy="233363"/>
          </a:xfrm>
          <a:custGeom>
            <a:avLst/>
            <a:gdLst>
              <a:gd name="T0" fmla="*/ 0 w 162"/>
              <a:gd name="T1" fmla="*/ 2147483646 h 147"/>
              <a:gd name="T2" fmla="*/ 2147483646 w 162"/>
              <a:gd name="T3" fmla="*/ 2147483646 h 147"/>
              <a:gd name="T4" fmla="*/ 2147483646 w 162"/>
              <a:gd name="T5" fmla="*/ 2147483646 h 147"/>
              <a:gd name="T6" fmla="*/ 2147483646 w 162"/>
              <a:gd name="T7" fmla="*/ 2147483646 h 147"/>
              <a:gd name="T8" fmla="*/ 2147483646 w 162"/>
              <a:gd name="T9" fmla="*/ 0 h 147"/>
              <a:gd name="T10" fmla="*/ 2147483646 w 162"/>
              <a:gd name="T11" fmla="*/ 0 h 147"/>
              <a:gd name="T12" fmla="*/ 0 w 162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47">
                <a:moveTo>
                  <a:pt x="0" y="139"/>
                </a:moveTo>
                <a:lnTo>
                  <a:pt x="18" y="147"/>
                </a:lnTo>
                <a:lnTo>
                  <a:pt x="162" y="9"/>
                </a:lnTo>
                <a:lnTo>
                  <a:pt x="144" y="0"/>
                </a:lnTo>
                <a:lnTo>
                  <a:pt x="0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33" name="Freeform 121"/>
          <p:cNvSpPr>
            <a:spLocks/>
          </p:cNvSpPr>
          <p:nvPr/>
        </p:nvSpPr>
        <p:spPr bwMode="auto">
          <a:xfrm>
            <a:off x="4210050" y="4200525"/>
            <a:ext cx="228600" cy="233363"/>
          </a:xfrm>
          <a:custGeom>
            <a:avLst/>
            <a:gdLst>
              <a:gd name="T0" fmla="*/ 0 w 144"/>
              <a:gd name="T1" fmla="*/ 2147483646 h 147"/>
              <a:gd name="T2" fmla="*/ 2147483646 w 144"/>
              <a:gd name="T3" fmla="*/ 2147483646 h 147"/>
              <a:gd name="T4" fmla="*/ 2147483646 w 144"/>
              <a:gd name="T5" fmla="*/ 2147483646 h 147"/>
              <a:gd name="T6" fmla="*/ 2147483646 w 144"/>
              <a:gd name="T7" fmla="*/ 2147483646 h 147"/>
              <a:gd name="T8" fmla="*/ 2147483646 w 144"/>
              <a:gd name="T9" fmla="*/ 0 h 147"/>
              <a:gd name="T10" fmla="*/ 2147483646 w 144"/>
              <a:gd name="T11" fmla="*/ 0 h 147"/>
              <a:gd name="T12" fmla="*/ 0 w 144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47">
                <a:moveTo>
                  <a:pt x="0" y="138"/>
                </a:moveTo>
                <a:lnTo>
                  <a:pt x="18" y="147"/>
                </a:lnTo>
                <a:lnTo>
                  <a:pt x="144" y="8"/>
                </a:lnTo>
                <a:lnTo>
                  <a:pt x="126" y="0"/>
                </a:lnTo>
                <a:lnTo>
                  <a:pt x="0" y="13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34" name="Freeform 122"/>
          <p:cNvSpPr>
            <a:spLocks/>
          </p:cNvSpPr>
          <p:nvPr/>
        </p:nvSpPr>
        <p:spPr bwMode="auto">
          <a:xfrm>
            <a:off x="4410075" y="3967163"/>
            <a:ext cx="200025" cy="246062"/>
          </a:xfrm>
          <a:custGeom>
            <a:avLst/>
            <a:gdLst>
              <a:gd name="T0" fmla="*/ 0 w 126"/>
              <a:gd name="T1" fmla="*/ 2147483646 h 155"/>
              <a:gd name="T2" fmla="*/ 2147483646 w 126"/>
              <a:gd name="T3" fmla="*/ 2147483646 h 155"/>
              <a:gd name="T4" fmla="*/ 2147483646 w 126"/>
              <a:gd name="T5" fmla="*/ 2147483646 h 155"/>
              <a:gd name="T6" fmla="*/ 2147483646 w 126"/>
              <a:gd name="T7" fmla="*/ 2147483646 h 155"/>
              <a:gd name="T8" fmla="*/ 2147483646 w 126"/>
              <a:gd name="T9" fmla="*/ 0 h 155"/>
              <a:gd name="T10" fmla="*/ 2147483646 w 126"/>
              <a:gd name="T11" fmla="*/ 0 h 155"/>
              <a:gd name="T12" fmla="*/ 0 w 126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" h="155">
                <a:moveTo>
                  <a:pt x="0" y="147"/>
                </a:moveTo>
                <a:lnTo>
                  <a:pt x="18" y="155"/>
                </a:lnTo>
                <a:lnTo>
                  <a:pt x="126" y="8"/>
                </a:lnTo>
                <a:lnTo>
                  <a:pt x="108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35" name="Freeform 123"/>
          <p:cNvSpPr>
            <a:spLocks/>
          </p:cNvSpPr>
          <p:nvPr/>
        </p:nvSpPr>
        <p:spPr bwMode="auto">
          <a:xfrm>
            <a:off x="4581525" y="3733800"/>
            <a:ext cx="171450" cy="246063"/>
          </a:xfrm>
          <a:custGeom>
            <a:avLst/>
            <a:gdLst>
              <a:gd name="T0" fmla="*/ 0 w 108"/>
              <a:gd name="T1" fmla="*/ 2147483646 h 155"/>
              <a:gd name="T2" fmla="*/ 2147483646 w 108"/>
              <a:gd name="T3" fmla="*/ 2147483646 h 155"/>
              <a:gd name="T4" fmla="*/ 2147483646 w 108"/>
              <a:gd name="T5" fmla="*/ 2147483646 h 155"/>
              <a:gd name="T6" fmla="*/ 2147483646 w 108"/>
              <a:gd name="T7" fmla="*/ 2147483646 h 155"/>
              <a:gd name="T8" fmla="*/ 2147483646 w 108"/>
              <a:gd name="T9" fmla="*/ 0 h 155"/>
              <a:gd name="T10" fmla="*/ 2147483646 w 108"/>
              <a:gd name="T11" fmla="*/ 0 h 155"/>
              <a:gd name="T12" fmla="*/ 0 w 108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8" h="155">
                <a:moveTo>
                  <a:pt x="0" y="147"/>
                </a:moveTo>
                <a:lnTo>
                  <a:pt x="18" y="155"/>
                </a:lnTo>
                <a:lnTo>
                  <a:pt x="108" y="8"/>
                </a:lnTo>
                <a:lnTo>
                  <a:pt x="90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36" name="Freeform 124"/>
          <p:cNvSpPr>
            <a:spLocks/>
          </p:cNvSpPr>
          <p:nvPr/>
        </p:nvSpPr>
        <p:spPr bwMode="auto">
          <a:xfrm>
            <a:off x="4724400" y="3500438"/>
            <a:ext cx="128588" cy="246062"/>
          </a:xfrm>
          <a:custGeom>
            <a:avLst/>
            <a:gdLst>
              <a:gd name="T0" fmla="*/ 0 w 81"/>
              <a:gd name="T1" fmla="*/ 2147483646 h 155"/>
              <a:gd name="T2" fmla="*/ 2147483646 w 81"/>
              <a:gd name="T3" fmla="*/ 2147483646 h 155"/>
              <a:gd name="T4" fmla="*/ 2147483646 w 81"/>
              <a:gd name="T5" fmla="*/ 2147483646 h 155"/>
              <a:gd name="T6" fmla="*/ 2147483646 w 81"/>
              <a:gd name="T7" fmla="*/ 2147483646 h 155"/>
              <a:gd name="T8" fmla="*/ 2147483646 w 81"/>
              <a:gd name="T9" fmla="*/ 0 h 155"/>
              <a:gd name="T10" fmla="*/ 2147483646 w 81"/>
              <a:gd name="T11" fmla="*/ 0 h 155"/>
              <a:gd name="T12" fmla="*/ 0 w 81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1" h="155">
                <a:moveTo>
                  <a:pt x="0" y="147"/>
                </a:moveTo>
                <a:lnTo>
                  <a:pt x="18" y="155"/>
                </a:lnTo>
                <a:lnTo>
                  <a:pt x="81" y="8"/>
                </a:lnTo>
                <a:lnTo>
                  <a:pt x="63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37" name="Freeform 125"/>
          <p:cNvSpPr>
            <a:spLocks/>
          </p:cNvSpPr>
          <p:nvPr/>
        </p:nvSpPr>
        <p:spPr bwMode="auto">
          <a:xfrm>
            <a:off x="4824413" y="3252788"/>
            <a:ext cx="100012" cy="260350"/>
          </a:xfrm>
          <a:custGeom>
            <a:avLst/>
            <a:gdLst>
              <a:gd name="T0" fmla="*/ 0 w 63"/>
              <a:gd name="T1" fmla="*/ 2147483646 h 164"/>
              <a:gd name="T2" fmla="*/ 2147483646 w 63"/>
              <a:gd name="T3" fmla="*/ 2147483646 h 164"/>
              <a:gd name="T4" fmla="*/ 2147483646 w 63"/>
              <a:gd name="T5" fmla="*/ 2147483646 h 164"/>
              <a:gd name="T6" fmla="*/ 2147483646 w 63"/>
              <a:gd name="T7" fmla="*/ 0 h 164"/>
              <a:gd name="T8" fmla="*/ 2147483646 w 63"/>
              <a:gd name="T9" fmla="*/ 0 h 164"/>
              <a:gd name="T10" fmla="*/ 2147483646 w 63"/>
              <a:gd name="T11" fmla="*/ 0 h 164"/>
              <a:gd name="T12" fmla="*/ 0 w 63"/>
              <a:gd name="T13" fmla="*/ 2147483646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3" h="164">
                <a:moveTo>
                  <a:pt x="0" y="156"/>
                </a:moveTo>
                <a:lnTo>
                  <a:pt x="18" y="164"/>
                </a:lnTo>
                <a:lnTo>
                  <a:pt x="63" y="9"/>
                </a:lnTo>
                <a:lnTo>
                  <a:pt x="63" y="0"/>
                </a:lnTo>
                <a:lnTo>
                  <a:pt x="45" y="0"/>
                </a:lnTo>
                <a:lnTo>
                  <a:pt x="0" y="15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38" name="Freeform 126"/>
          <p:cNvSpPr>
            <a:spLocks/>
          </p:cNvSpPr>
          <p:nvPr/>
        </p:nvSpPr>
        <p:spPr bwMode="auto">
          <a:xfrm>
            <a:off x="4895850" y="3006725"/>
            <a:ext cx="71438" cy="246063"/>
          </a:xfrm>
          <a:custGeom>
            <a:avLst/>
            <a:gdLst>
              <a:gd name="T0" fmla="*/ 0 w 45"/>
              <a:gd name="T1" fmla="*/ 2147483646 h 155"/>
              <a:gd name="T2" fmla="*/ 2147483646 w 45"/>
              <a:gd name="T3" fmla="*/ 2147483646 h 155"/>
              <a:gd name="T4" fmla="*/ 2147483646 w 45"/>
              <a:gd name="T5" fmla="*/ 0 h 155"/>
              <a:gd name="T6" fmla="*/ 2147483646 w 45"/>
              <a:gd name="T7" fmla="*/ 0 h 155"/>
              <a:gd name="T8" fmla="*/ 2147483646 w 45"/>
              <a:gd name="T9" fmla="*/ 0 h 155"/>
              <a:gd name="T10" fmla="*/ 2147483646 w 45"/>
              <a:gd name="T11" fmla="*/ 0 h 155"/>
              <a:gd name="T12" fmla="*/ 0 w 45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5" h="155">
                <a:moveTo>
                  <a:pt x="0" y="155"/>
                </a:moveTo>
                <a:lnTo>
                  <a:pt x="18" y="155"/>
                </a:lnTo>
                <a:lnTo>
                  <a:pt x="45" y="0"/>
                </a:lnTo>
                <a:lnTo>
                  <a:pt x="27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39" name="Rectangle 127"/>
          <p:cNvSpPr>
            <a:spLocks noChangeArrowheads="1"/>
          </p:cNvSpPr>
          <p:nvPr/>
        </p:nvSpPr>
        <p:spPr bwMode="auto">
          <a:xfrm>
            <a:off x="4938713" y="2747963"/>
            <a:ext cx="28575" cy="2587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040" name="Freeform 128"/>
          <p:cNvSpPr>
            <a:spLocks/>
          </p:cNvSpPr>
          <p:nvPr/>
        </p:nvSpPr>
        <p:spPr bwMode="auto">
          <a:xfrm>
            <a:off x="6938963" y="5199063"/>
            <a:ext cx="14287" cy="12700"/>
          </a:xfrm>
          <a:custGeom>
            <a:avLst/>
            <a:gdLst>
              <a:gd name="T0" fmla="*/ 0 w 9"/>
              <a:gd name="T1" fmla="*/ 2147483646 h 8"/>
              <a:gd name="T2" fmla="*/ 2147483646 w 9"/>
              <a:gd name="T3" fmla="*/ 2147483646 h 8"/>
              <a:gd name="T4" fmla="*/ 2147483646 w 9"/>
              <a:gd name="T5" fmla="*/ 2147483646 h 8"/>
              <a:gd name="T6" fmla="*/ 2147483646 w 9"/>
              <a:gd name="T7" fmla="*/ 0 h 8"/>
              <a:gd name="T8" fmla="*/ 2147483646 w 9"/>
              <a:gd name="T9" fmla="*/ 0 h 8"/>
              <a:gd name="T10" fmla="*/ 0 w 9"/>
              <a:gd name="T11" fmla="*/ 0 h 8"/>
              <a:gd name="T12" fmla="*/ 0 w 9"/>
              <a:gd name="T13" fmla="*/ 0 h 8"/>
              <a:gd name="T14" fmla="*/ 0 w 9"/>
              <a:gd name="T15" fmla="*/ 2147483646 h 8"/>
              <a:gd name="T16" fmla="*/ 0 w 9"/>
              <a:gd name="T17" fmla="*/ 2147483646 h 8"/>
              <a:gd name="T18" fmla="*/ 0 w 9"/>
              <a:gd name="T19" fmla="*/ 2147483646 h 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9" h="8">
                <a:moveTo>
                  <a:pt x="0" y="8"/>
                </a:moveTo>
                <a:lnTo>
                  <a:pt x="9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41" name="Freeform 129"/>
          <p:cNvSpPr>
            <a:spLocks/>
          </p:cNvSpPr>
          <p:nvPr/>
        </p:nvSpPr>
        <p:spPr bwMode="auto">
          <a:xfrm>
            <a:off x="6881813" y="5199063"/>
            <a:ext cx="114300" cy="193675"/>
          </a:xfrm>
          <a:custGeom>
            <a:avLst/>
            <a:gdLst>
              <a:gd name="T0" fmla="*/ 2147483646 w 72"/>
              <a:gd name="T1" fmla="*/ 2147483646 h 122"/>
              <a:gd name="T2" fmla="*/ 2147483646 w 72"/>
              <a:gd name="T3" fmla="*/ 2147483646 h 122"/>
              <a:gd name="T4" fmla="*/ 0 w 72"/>
              <a:gd name="T5" fmla="*/ 2147483646 h 122"/>
              <a:gd name="T6" fmla="*/ 0 w 72"/>
              <a:gd name="T7" fmla="*/ 0 h 122"/>
              <a:gd name="T8" fmla="*/ 2147483646 w 72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42" name="Freeform 130"/>
          <p:cNvSpPr>
            <a:spLocks/>
          </p:cNvSpPr>
          <p:nvPr/>
        </p:nvSpPr>
        <p:spPr bwMode="auto">
          <a:xfrm>
            <a:off x="6881813" y="5199063"/>
            <a:ext cx="114300" cy="193675"/>
          </a:xfrm>
          <a:custGeom>
            <a:avLst/>
            <a:gdLst>
              <a:gd name="T0" fmla="*/ 2147483646 w 72"/>
              <a:gd name="T1" fmla="*/ 2147483646 h 122"/>
              <a:gd name="T2" fmla="*/ 2147483646 w 72"/>
              <a:gd name="T3" fmla="*/ 2147483646 h 122"/>
              <a:gd name="T4" fmla="*/ 0 w 72"/>
              <a:gd name="T5" fmla="*/ 2147483646 h 122"/>
              <a:gd name="T6" fmla="*/ 0 w 72"/>
              <a:gd name="T7" fmla="*/ 0 h 122"/>
              <a:gd name="T8" fmla="*/ 2147483646 w 72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43" name="Freeform 131"/>
          <p:cNvSpPr>
            <a:spLocks/>
          </p:cNvSpPr>
          <p:nvPr/>
        </p:nvSpPr>
        <p:spPr bwMode="auto">
          <a:xfrm>
            <a:off x="7010400" y="2825750"/>
            <a:ext cx="114300" cy="311150"/>
          </a:xfrm>
          <a:custGeom>
            <a:avLst/>
            <a:gdLst>
              <a:gd name="T0" fmla="*/ 2147483646 w 72"/>
              <a:gd name="T1" fmla="*/ 0 h 196"/>
              <a:gd name="T2" fmla="*/ 0 w 72"/>
              <a:gd name="T3" fmla="*/ 2147483646 h 196"/>
              <a:gd name="T4" fmla="*/ 2147483646 w 72"/>
              <a:gd name="T5" fmla="*/ 2147483646 h 196"/>
              <a:gd name="T6" fmla="*/ 2147483646 w 72"/>
              <a:gd name="T7" fmla="*/ 2147483646 h 196"/>
              <a:gd name="T8" fmla="*/ 2147483646 w 72"/>
              <a:gd name="T9" fmla="*/ 2147483646 h 196"/>
              <a:gd name="T10" fmla="*/ 2147483646 w 72"/>
              <a:gd name="T11" fmla="*/ 2147483646 h 196"/>
              <a:gd name="T12" fmla="*/ 2147483646 w 72"/>
              <a:gd name="T13" fmla="*/ 0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2" h="196">
                <a:moveTo>
                  <a:pt x="18" y="0"/>
                </a:moveTo>
                <a:lnTo>
                  <a:pt x="0" y="8"/>
                </a:lnTo>
                <a:lnTo>
                  <a:pt x="54" y="196"/>
                </a:lnTo>
                <a:lnTo>
                  <a:pt x="54" y="188"/>
                </a:lnTo>
                <a:lnTo>
                  <a:pt x="72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44" name="Freeform 132"/>
          <p:cNvSpPr>
            <a:spLocks/>
          </p:cNvSpPr>
          <p:nvPr/>
        </p:nvSpPr>
        <p:spPr bwMode="auto">
          <a:xfrm>
            <a:off x="7096125" y="3124200"/>
            <a:ext cx="85725" cy="298450"/>
          </a:xfrm>
          <a:custGeom>
            <a:avLst/>
            <a:gdLst>
              <a:gd name="T0" fmla="*/ 2147483646 w 54"/>
              <a:gd name="T1" fmla="*/ 0 h 188"/>
              <a:gd name="T2" fmla="*/ 0 w 54"/>
              <a:gd name="T3" fmla="*/ 0 h 188"/>
              <a:gd name="T4" fmla="*/ 2147483646 w 54"/>
              <a:gd name="T5" fmla="*/ 2147483646 h 188"/>
              <a:gd name="T6" fmla="*/ 2147483646 w 54"/>
              <a:gd name="T7" fmla="*/ 2147483646 h 188"/>
              <a:gd name="T8" fmla="*/ 2147483646 w 54"/>
              <a:gd name="T9" fmla="*/ 2147483646 h 188"/>
              <a:gd name="T10" fmla="*/ 2147483646 w 54"/>
              <a:gd name="T11" fmla="*/ 2147483646 h 188"/>
              <a:gd name="T12" fmla="*/ 2147483646 w 54"/>
              <a:gd name="T13" fmla="*/ 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4" h="188">
                <a:moveTo>
                  <a:pt x="18" y="0"/>
                </a:moveTo>
                <a:lnTo>
                  <a:pt x="0" y="0"/>
                </a:lnTo>
                <a:lnTo>
                  <a:pt x="36" y="188"/>
                </a:lnTo>
                <a:lnTo>
                  <a:pt x="54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45" name="Freeform 133"/>
          <p:cNvSpPr>
            <a:spLocks/>
          </p:cNvSpPr>
          <p:nvPr/>
        </p:nvSpPr>
        <p:spPr bwMode="auto">
          <a:xfrm>
            <a:off x="7153275" y="3422650"/>
            <a:ext cx="42863" cy="595313"/>
          </a:xfrm>
          <a:custGeom>
            <a:avLst/>
            <a:gdLst>
              <a:gd name="T0" fmla="*/ 2147483646 w 27"/>
              <a:gd name="T1" fmla="*/ 0 h 375"/>
              <a:gd name="T2" fmla="*/ 0 w 27"/>
              <a:gd name="T3" fmla="*/ 0 h 375"/>
              <a:gd name="T4" fmla="*/ 2147483646 w 27"/>
              <a:gd name="T5" fmla="*/ 2147483646 h 375"/>
              <a:gd name="T6" fmla="*/ 2147483646 w 27"/>
              <a:gd name="T7" fmla="*/ 2147483646 h 375"/>
              <a:gd name="T8" fmla="*/ 2147483646 w 27"/>
              <a:gd name="T9" fmla="*/ 2147483646 h 375"/>
              <a:gd name="T10" fmla="*/ 2147483646 w 27"/>
              <a:gd name="T11" fmla="*/ 2147483646 h 375"/>
              <a:gd name="T12" fmla="*/ 2147483646 w 27"/>
              <a:gd name="T13" fmla="*/ 0 h 3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" h="375">
                <a:moveTo>
                  <a:pt x="18" y="0"/>
                </a:moveTo>
                <a:lnTo>
                  <a:pt x="0" y="0"/>
                </a:lnTo>
                <a:lnTo>
                  <a:pt x="9" y="375"/>
                </a:lnTo>
                <a:lnTo>
                  <a:pt x="27" y="37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46" name="Freeform 134"/>
          <p:cNvSpPr>
            <a:spLocks/>
          </p:cNvSpPr>
          <p:nvPr/>
        </p:nvSpPr>
        <p:spPr bwMode="auto">
          <a:xfrm>
            <a:off x="7096125" y="4017963"/>
            <a:ext cx="100013" cy="609600"/>
          </a:xfrm>
          <a:custGeom>
            <a:avLst/>
            <a:gdLst>
              <a:gd name="T0" fmla="*/ 2147483646 w 63"/>
              <a:gd name="T1" fmla="*/ 0 h 384"/>
              <a:gd name="T2" fmla="*/ 2147483646 w 63"/>
              <a:gd name="T3" fmla="*/ 0 h 384"/>
              <a:gd name="T4" fmla="*/ 0 w 63"/>
              <a:gd name="T5" fmla="*/ 2147483646 h 384"/>
              <a:gd name="T6" fmla="*/ 0 w 63"/>
              <a:gd name="T7" fmla="*/ 2147483646 h 384"/>
              <a:gd name="T8" fmla="*/ 2147483646 w 63"/>
              <a:gd name="T9" fmla="*/ 2147483646 h 384"/>
              <a:gd name="T10" fmla="*/ 2147483646 w 63"/>
              <a:gd name="T11" fmla="*/ 2147483646 h 384"/>
              <a:gd name="T12" fmla="*/ 2147483646 w 63"/>
              <a:gd name="T13" fmla="*/ 0 h 3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3" h="384">
                <a:moveTo>
                  <a:pt x="63" y="0"/>
                </a:moveTo>
                <a:lnTo>
                  <a:pt x="45" y="0"/>
                </a:lnTo>
                <a:lnTo>
                  <a:pt x="0" y="376"/>
                </a:lnTo>
                <a:lnTo>
                  <a:pt x="18" y="384"/>
                </a:lnTo>
                <a:lnTo>
                  <a:pt x="18" y="376"/>
                </a:lnTo>
                <a:lnTo>
                  <a:pt x="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47" name="Freeform 135"/>
          <p:cNvSpPr>
            <a:spLocks/>
          </p:cNvSpPr>
          <p:nvPr/>
        </p:nvSpPr>
        <p:spPr bwMode="auto">
          <a:xfrm>
            <a:off x="6924675" y="4614863"/>
            <a:ext cx="200025" cy="596900"/>
          </a:xfrm>
          <a:custGeom>
            <a:avLst/>
            <a:gdLst>
              <a:gd name="T0" fmla="*/ 2147483646 w 126"/>
              <a:gd name="T1" fmla="*/ 2147483646 h 376"/>
              <a:gd name="T2" fmla="*/ 2147483646 w 126"/>
              <a:gd name="T3" fmla="*/ 0 h 376"/>
              <a:gd name="T4" fmla="*/ 0 w 126"/>
              <a:gd name="T5" fmla="*/ 2147483646 h 376"/>
              <a:gd name="T6" fmla="*/ 2147483646 w 126"/>
              <a:gd name="T7" fmla="*/ 2147483646 h 376"/>
              <a:gd name="T8" fmla="*/ 2147483646 w 126"/>
              <a:gd name="T9" fmla="*/ 2147483646 h 3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6" h="376">
                <a:moveTo>
                  <a:pt x="126" y="8"/>
                </a:moveTo>
                <a:lnTo>
                  <a:pt x="108" y="0"/>
                </a:lnTo>
                <a:lnTo>
                  <a:pt x="0" y="368"/>
                </a:lnTo>
                <a:lnTo>
                  <a:pt x="18" y="376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48" name="Oval 136"/>
          <p:cNvSpPr>
            <a:spLocks noChangeArrowheads="1"/>
          </p:cNvSpPr>
          <p:nvPr/>
        </p:nvSpPr>
        <p:spPr bwMode="auto">
          <a:xfrm>
            <a:off x="6624638" y="2592388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049" name="Oval 137"/>
          <p:cNvSpPr>
            <a:spLocks noChangeArrowheads="1"/>
          </p:cNvSpPr>
          <p:nvPr/>
        </p:nvSpPr>
        <p:spPr bwMode="auto">
          <a:xfrm>
            <a:off x="6624638" y="2593975"/>
            <a:ext cx="800100" cy="436563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050" name="Rectangle 138"/>
          <p:cNvSpPr>
            <a:spLocks noChangeArrowheads="1"/>
          </p:cNvSpPr>
          <p:nvPr/>
        </p:nvSpPr>
        <p:spPr bwMode="auto">
          <a:xfrm>
            <a:off x="6796088" y="2708275"/>
            <a:ext cx="40716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JFK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9051" name="Freeform 139"/>
          <p:cNvSpPr>
            <a:spLocks/>
          </p:cNvSpPr>
          <p:nvPr/>
        </p:nvSpPr>
        <p:spPr bwMode="auto">
          <a:xfrm>
            <a:off x="4424363" y="4964113"/>
            <a:ext cx="28575" cy="26987"/>
          </a:xfrm>
          <a:custGeom>
            <a:avLst/>
            <a:gdLst>
              <a:gd name="T0" fmla="*/ 2147483646 w 18"/>
              <a:gd name="T1" fmla="*/ 0 h 17"/>
              <a:gd name="T2" fmla="*/ 0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2147483646 h 17"/>
              <a:gd name="T10" fmla="*/ 2147483646 w 18"/>
              <a:gd name="T11" fmla="*/ 2147483646 h 17"/>
              <a:gd name="T12" fmla="*/ 2147483646 w 18"/>
              <a:gd name="T13" fmla="*/ 0 h 17"/>
              <a:gd name="T14" fmla="*/ 2147483646 w 18"/>
              <a:gd name="T15" fmla="*/ 0 h 17"/>
              <a:gd name="T16" fmla="*/ 2147483646 w 18"/>
              <a:gd name="T17" fmla="*/ 0 h 17"/>
              <a:gd name="T18" fmla="*/ 2147483646 w 18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7">
                <a:moveTo>
                  <a:pt x="9" y="0"/>
                </a:move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52" name="Freeform 140"/>
          <p:cNvSpPr>
            <a:spLocks/>
          </p:cNvSpPr>
          <p:nvPr/>
        </p:nvSpPr>
        <p:spPr bwMode="auto">
          <a:xfrm>
            <a:off x="4295775" y="4822825"/>
            <a:ext cx="185738" cy="180975"/>
          </a:xfrm>
          <a:custGeom>
            <a:avLst/>
            <a:gdLst>
              <a:gd name="T0" fmla="*/ 2147483646 w 117"/>
              <a:gd name="T1" fmla="*/ 2147483646 h 114"/>
              <a:gd name="T2" fmla="*/ 2147483646 w 117"/>
              <a:gd name="T3" fmla="*/ 2147483646 h 114"/>
              <a:gd name="T4" fmla="*/ 0 w 117"/>
              <a:gd name="T5" fmla="*/ 0 h 114"/>
              <a:gd name="T6" fmla="*/ 2147483646 w 117"/>
              <a:gd name="T7" fmla="*/ 2147483646 h 114"/>
              <a:gd name="T8" fmla="*/ 2147483646 w 117"/>
              <a:gd name="T9" fmla="*/ 2147483646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53" name="Freeform 141"/>
          <p:cNvSpPr>
            <a:spLocks/>
          </p:cNvSpPr>
          <p:nvPr/>
        </p:nvSpPr>
        <p:spPr bwMode="auto">
          <a:xfrm>
            <a:off x="4295775" y="4822825"/>
            <a:ext cx="185738" cy="180975"/>
          </a:xfrm>
          <a:custGeom>
            <a:avLst/>
            <a:gdLst>
              <a:gd name="T0" fmla="*/ 2147483646 w 117"/>
              <a:gd name="T1" fmla="*/ 2147483646 h 114"/>
              <a:gd name="T2" fmla="*/ 2147483646 w 117"/>
              <a:gd name="T3" fmla="*/ 2147483646 h 114"/>
              <a:gd name="T4" fmla="*/ 0 w 117"/>
              <a:gd name="T5" fmla="*/ 0 h 114"/>
              <a:gd name="T6" fmla="*/ 2147483646 w 117"/>
              <a:gd name="T7" fmla="*/ 2147483646 h 114"/>
              <a:gd name="T8" fmla="*/ 2147483646 w 117"/>
              <a:gd name="T9" fmla="*/ 2147483646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54" name="Freeform 142"/>
          <p:cNvSpPr>
            <a:spLocks/>
          </p:cNvSpPr>
          <p:nvPr/>
        </p:nvSpPr>
        <p:spPr bwMode="auto">
          <a:xfrm>
            <a:off x="6510338" y="5626100"/>
            <a:ext cx="357187" cy="65088"/>
          </a:xfrm>
          <a:custGeom>
            <a:avLst/>
            <a:gdLst>
              <a:gd name="T0" fmla="*/ 2147483646 w 225"/>
              <a:gd name="T1" fmla="*/ 2147483646 h 41"/>
              <a:gd name="T2" fmla="*/ 2147483646 w 225"/>
              <a:gd name="T3" fmla="*/ 0 h 41"/>
              <a:gd name="T4" fmla="*/ 0 w 225"/>
              <a:gd name="T5" fmla="*/ 2147483646 h 41"/>
              <a:gd name="T6" fmla="*/ 0 w 225"/>
              <a:gd name="T7" fmla="*/ 2147483646 h 41"/>
              <a:gd name="T8" fmla="*/ 0 w 225"/>
              <a:gd name="T9" fmla="*/ 2147483646 h 41"/>
              <a:gd name="T10" fmla="*/ 0 w 225"/>
              <a:gd name="T11" fmla="*/ 2147483646 h 41"/>
              <a:gd name="T12" fmla="*/ 2147483646 w 225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41">
                <a:moveTo>
                  <a:pt x="225" y="16"/>
                </a:moveTo>
                <a:lnTo>
                  <a:pt x="225" y="0"/>
                </a:lnTo>
                <a:lnTo>
                  <a:pt x="0" y="25"/>
                </a:lnTo>
                <a:lnTo>
                  <a:pt x="0" y="4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55" name="Freeform 143"/>
          <p:cNvSpPr>
            <a:spLocks/>
          </p:cNvSpPr>
          <p:nvPr/>
        </p:nvSpPr>
        <p:spPr bwMode="auto">
          <a:xfrm>
            <a:off x="6153150" y="5665788"/>
            <a:ext cx="357188" cy="25400"/>
          </a:xfrm>
          <a:custGeom>
            <a:avLst/>
            <a:gdLst>
              <a:gd name="T0" fmla="*/ 2147483646 w 225"/>
              <a:gd name="T1" fmla="*/ 2147483646 h 16"/>
              <a:gd name="T2" fmla="*/ 2147483646 w 225"/>
              <a:gd name="T3" fmla="*/ 0 h 16"/>
              <a:gd name="T4" fmla="*/ 0 w 225"/>
              <a:gd name="T5" fmla="*/ 0 h 16"/>
              <a:gd name="T6" fmla="*/ 0 w 225"/>
              <a:gd name="T7" fmla="*/ 0 h 16"/>
              <a:gd name="T8" fmla="*/ 0 w 225"/>
              <a:gd name="T9" fmla="*/ 2147483646 h 16"/>
              <a:gd name="T10" fmla="*/ 0 w 225"/>
              <a:gd name="T11" fmla="*/ 2147483646 h 16"/>
              <a:gd name="T12" fmla="*/ 2147483646 w 225"/>
              <a:gd name="T13" fmla="*/ 2147483646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16">
                <a:moveTo>
                  <a:pt x="225" y="16"/>
                </a:moveTo>
                <a:lnTo>
                  <a:pt x="225" y="0"/>
                </a:lnTo>
                <a:lnTo>
                  <a:pt x="0" y="0"/>
                </a:lnTo>
                <a:lnTo>
                  <a:pt x="0" y="16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56" name="Freeform 144"/>
          <p:cNvSpPr>
            <a:spLocks/>
          </p:cNvSpPr>
          <p:nvPr/>
        </p:nvSpPr>
        <p:spPr bwMode="auto">
          <a:xfrm>
            <a:off x="5810250" y="5626100"/>
            <a:ext cx="342900" cy="65088"/>
          </a:xfrm>
          <a:custGeom>
            <a:avLst/>
            <a:gdLst>
              <a:gd name="T0" fmla="*/ 2147483646 w 216"/>
              <a:gd name="T1" fmla="*/ 2147483646 h 41"/>
              <a:gd name="T2" fmla="*/ 2147483646 w 216"/>
              <a:gd name="T3" fmla="*/ 2147483646 h 41"/>
              <a:gd name="T4" fmla="*/ 0 w 216"/>
              <a:gd name="T5" fmla="*/ 0 h 41"/>
              <a:gd name="T6" fmla="*/ 0 w 216"/>
              <a:gd name="T7" fmla="*/ 0 h 41"/>
              <a:gd name="T8" fmla="*/ 0 w 216"/>
              <a:gd name="T9" fmla="*/ 2147483646 h 41"/>
              <a:gd name="T10" fmla="*/ 0 w 216"/>
              <a:gd name="T11" fmla="*/ 2147483646 h 41"/>
              <a:gd name="T12" fmla="*/ 2147483646 w 216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41">
                <a:moveTo>
                  <a:pt x="216" y="41"/>
                </a:moveTo>
                <a:lnTo>
                  <a:pt x="216" y="25"/>
                </a:lnTo>
                <a:lnTo>
                  <a:pt x="0" y="0"/>
                </a:lnTo>
                <a:lnTo>
                  <a:pt x="0" y="16"/>
                </a:lnTo>
                <a:lnTo>
                  <a:pt x="216" y="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57" name="Freeform 145"/>
          <p:cNvSpPr>
            <a:spLocks/>
          </p:cNvSpPr>
          <p:nvPr/>
        </p:nvSpPr>
        <p:spPr bwMode="auto">
          <a:xfrm>
            <a:off x="5481638" y="5561013"/>
            <a:ext cx="328612" cy="90487"/>
          </a:xfrm>
          <a:custGeom>
            <a:avLst/>
            <a:gdLst>
              <a:gd name="T0" fmla="*/ 2147483646 w 207"/>
              <a:gd name="T1" fmla="*/ 2147483646 h 57"/>
              <a:gd name="T2" fmla="*/ 2147483646 w 207"/>
              <a:gd name="T3" fmla="*/ 2147483646 h 57"/>
              <a:gd name="T4" fmla="*/ 0 w 207"/>
              <a:gd name="T5" fmla="*/ 0 h 57"/>
              <a:gd name="T6" fmla="*/ 2147483646 w 207"/>
              <a:gd name="T7" fmla="*/ 0 h 57"/>
              <a:gd name="T8" fmla="*/ 0 w 207"/>
              <a:gd name="T9" fmla="*/ 2147483646 h 57"/>
              <a:gd name="T10" fmla="*/ 0 w 207"/>
              <a:gd name="T11" fmla="*/ 2147483646 h 57"/>
              <a:gd name="T12" fmla="*/ 2147483646 w 207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7" h="57">
                <a:moveTo>
                  <a:pt x="207" y="57"/>
                </a:moveTo>
                <a:lnTo>
                  <a:pt x="207" y="41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07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58" name="Freeform 146"/>
          <p:cNvSpPr>
            <a:spLocks/>
          </p:cNvSpPr>
          <p:nvPr/>
        </p:nvSpPr>
        <p:spPr bwMode="auto">
          <a:xfrm>
            <a:off x="5181600" y="5457825"/>
            <a:ext cx="314325" cy="130175"/>
          </a:xfrm>
          <a:custGeom>
            <a:avLst/>
            <a:gdLst>
              <a:gd name="T0" fmla="*/ 2147483646 w 198"/>
              <a:gd name="T1" fmla="*/ 2147483646 h 82"/>
              <a:gd name="T2" fmla="*/ 2147483646 w 198"/>
              <a:gd name="T3" fmla="*/ 2147483646 h 82"/>
              <a:gd name="T4" fmla="*/ 2147483646 w 198"/>
              <a:gd name="T5" fmla="*/ 0 h 82"/>
              <a:gd name="T6" fmla="*/ 2147483646 w 198"/>
              <a:gd name="T7" fmla="*/ 0 h 82"/>
              <a:gd name="T8" fmla="*/ 0 w 198"/>
              <a:gd name="T9" fmla="*/ 2147483646 h 82"/>
              <a:gd name="T10" fmla="*/ 0 w 198"/>
              <a:gd name="T11" fmla="*/ 2147483646 h 82"/>
              <a:gd name="T12" fmla="*/ 2147483646 w 198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8" h="82">
                <a:moveTo>
                  <a:pt x="189" y="82"/>
                </a:moveTo>
                <a:lnTo>
                  <a:pt x="198" y="65"/>
                </a:lnTo>
                <a:lnTo>
                  <a:pt x="9" y="0"/>
                </a:lnTo>
                <a:lnTo>
                  <a:pt x="0" y="16"/>
                </a:lnTo>
                <a:lnTo>
                  <a:pt x="189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59" name="Freeform 147"/>
          <p:cNvSpPr>
            <a:spLocks/>
          </p:cNvSpPr>
          <p:nvPr/>
        </p:nvSpPr>
        <p:spPr bwMode="auto">
          <a:xfrm>
            <a:off x="4895850" y="5327650"/>
            <a:ext cx="300038" cy="155575"/>
          </a:xfrm>
          <a:custGeom>
            <a:avLst/>
            <a:gdLst>
              <a:gd name="T0" fmla="*/ 2147483646 w 189"/>
              <a:gd name="T1" fmla="*/ 2147483646 h 98"/>
              <a:gd name="T2" fmla="*/ 2147483646 w 189"/>
              <a:gd name="T3" fmla="*/ 2147483646 h 98"/>
              <a:gd name="T4" fmla="*/ 2147483646 w 189"/>
              <a:gd name="T5" fmla="*/ 0 h 98"/>
              <a:gd name="T6" fmla="*/ 2147483646 w 189"/>
              <a:gd name="T7" fmla="*/ 0 h 98"/>
              <a:gd name="T8" fmla="*/ 0 w 189"/>
              <a:gd name="T9" fmla="*/ 2147483646 h 98"/>
              <a:gd name="T10" fmla="*/ 0 w 189"/>
              <a:gd name="T11" fmla="*/ 2147483646 h 98"/>
              <a:gd name="T12" fmla="*/ 2147483646 w 189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98">
                <a:moveTo>
                  <a:pt x="180" y="98"/>
                </a:moveTo>
                <a:lnTo>
                  <a:pt x="189" y="82"/>
                </a:lnTo>
                <a:lnTo>
                  <a:pt x="9" y="0"/>
                </a:lnTo>
                <a:lnTo>
                  <a:pt x="0" y="17"/>
                </a:lnTo>
                <a:lnTo>
                  <a:pt x="180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60" name="Freeform 148"/>
          <p:cNvSpPr>
            <a:spLocks/>
          </p:cNvSpPr>
          <p:nvPr/>
        </p:nvSpPr>
        <p:spPr bwMode="auto">
          <a:xfrm>
            <a:off x="4638675" y="5159375"/>
            <a:ext cx="271463" cy="195263"/>
          </a:xfrm>
          <a:custGeom>
            <a:avLst/>
            <a:gdLst>
              <a:gd name="T0" fmla="*/ 2147483646 w 171"/>
              <a:gd name="T1" fmla="*/ 2147483646 h 123"/>
              <a:gd name="T2" fmla="*/ 2147483646 w 171"/>
              <a:gd name="T3" fmla="*/ 2147483646 h 123"/>
              <a:gd name="T4" fmla="*/ 2147483646 w 171"/>
              <a:gd name="T5" fmla="*/ 0 h 123"/>
              <a:gd name="T6" fmla="*/ 2147483646 w 171"/>
              <a:gd name="T7" fmla="*/ 2147483646 h 123"/>
              <a:gd name="T8" fmla="*/ 0 w 171"/>
              <a:gd name="T9" fmla="*/ 2147483646 h 123"/>
              <a:gd name="T10" fmla="*/ 2147483646 w 171"/>
              <a:gd name="T11" fmla="*/ 2147483646 h 123"/>
              <a:gd name="T12" fmla="*/ 2147483646 w 171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1" h="123">
                <a:moveTo>
                  <a:pt x="162" y="123"/>
                </a:moveTo>
                <a:lnTo>
                  <a:pt x="171" y="106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62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61" name="Freeform 149"/>
          <p:cNvSpPr>
            <a:spLocks/>
          </p:cNvSpPr>
          <p:nvPr/>
        </p:nvSpPr>
        <p:spPr bwMode="auto">
          <a:xfrm>
            <a:off x="4424363" y="4964113"/>
            <a:ext cx="242887" cy="220662"/>
          </a:xfrm>
          <a:custGeom>
            <a:avLst/>
            <a:gdLst>
              <a:gd name="T0" fmla="*/ 2147483646 w 153"/>
              <a:gd name="T1" fmla="*/ 2147483646 h 139"/>
              <a:gd name="T2" fmla="*/ 2147483646 w 153"/>
              <a:gd name="T3" fmla="*/ 2147483646 h 139"/>
              <a:gd name="T4" fmla="*/ 2147483646 w 153"/>
              <a:gd name="T5" fmla="*/ 0 h 139"/>
              <a:gd name="T6" fmla="*/ 0 w 153"/>
              <a:gd name="T7" fmla="*/ 2147483646 h 139"/>
              <a:gd name="T8" fmla="*/ 2147483646 w 153"/>
              <a:gd name="T9" fmla="*/ 2147483646 h 1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3" h="139">
                <a:moveTo>
                  <a:pt x="135" y="139"/>
                </a:moveTo>
                <a:lnTo>
                  <a:pt x="153" y="131"/>
                </a:lnTo>
                <a:lnTo>
                  <a:pt x="18" y="0"/>
                </a:lnTo>
                <a:lnTo>
                  <a:pt x="0" y="9"/>
                </a:lnTo>
                <a:lnTo>
                  <a:pt x="135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062" name="Oval 150"/>
          <p:cNvSpPr>
            <a:spLocks noChangeArrowheads="1"/>
          </p:cNvSpPr>
          <p:nvPr/>
        </p:nvSpPr>
        <p:spPr bwMode="auto">
          <a:xfrm>
            <a:off x="7210425" y="1503363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063" name="Oval 151"/>
          <p:cNvSpPr>
            <a:spLocks noChangeArrowheads="1"/>
          </p:cNvSpPr>
          <p:nvPr/>
        </p:nvSpPr>
        <p:spPr bwMode="auto">
          <a:xfrm>
            <a:off x="7210425" y="1504950"/>
            <a:ext cx="800100" cy="436563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064" name="Rectangle 152"/>
          <p:cNvSpPr>
            <a:spLocks noChangeArrowheads="1"/>
          </p:cNvSpPr>
          <p:nvPr/>
        </p:nvSpPr>
        <p:spPr bwMode="auto">
          <a:xfrm>
            <a:off x="7353300" y="1619250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BOS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9065" name="Oval 153"/>
          <p:cNvSpPr>
            <a:spLocks noChangeArrowheads="1"/>
          </p:cNvSpPr>
          <p:nvPr/>
        </p:nvSpPr>
        <p:spPr bwMode="auto">
          <a:xfrm>
            <a:off x="6467475" y="5418138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066" name="Oval 154"/>
          <p:cNvSpPr>
            <a:spLocks noChangeArrowheads="1"/>
          </p:cNvSpPr>
          <p:nvPr/>
        </p:nvSpPr>
        <p:spPr bwMode="auto">
          <a:xfrm>
            <a:off x="6467475" y="5421313"/>
            <a:ext cx="800100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067" name="Rectangle 155"/>
          <p:cNvSpPr>
            <a:spLocks noChangeArrowheads="1"/>
          </p:cNvSpPr>
          <p:nvPr/>
        </p:nvSpPr>
        <p:spPr bwMode="auto">
          <a:xfrm>
            <a:off x="6610350" y="5521325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MIA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9068" name="Oval 156"/>
          <p:cNvSpPr>
            <a:spLocks noChangeArrowheads="1"/>
          </p:cNvSpPr>
          <p:nvPr/>
        </p:nvSpPr>
        <p:spPr bwMode="auto">
          <a:xfrm>
            <a:off x="4552950" y="2085975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069" name="Oval 157"/>
          <p:cNvSpPr>
            <a:spLocks noChangeArrowheads="1"/>
          </p:cNvSpPr>
          <p:nvPr/>
        </p:nvSpPr>
        <p:spPr bwMode="auto">
          <a:xfrm>
            <a:off x="4552950" y="2089150"/>
            <a:ext cx="800100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070" name="Rectangle 158"/>
          <p:cNvSpPr>
            <a:spLocks noChangeArrowheads="1"/>
          </p:cNvSpPr>
          <p:nvPr/>
        </p:nvSpPr>
        <p:spPr bwMode="auto">
          <a:xfrm>
            <a:off x="4667250" y="2201863"/>
            <a:ext cx="51456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ORD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9071" name="Oval 159"/>
          <p:cNvSpPr>
            <a:spLocks noChangeArrowheads="1"/>
          </p:cNvSpPr>
          <p:nvPr/>
        </p:nvSpPr>
        <p:spPr bwMode="auto">
          <a:xfrm>
            <a:off x="1123950" y="4667250"/>
            <a:ext cx="800100" cy="43973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072" name="Oval 160"/>
          <p:cNvSpPr>
            <a:spLocks noChangeArrowheads="1"/>
          </p:cNvSpPr>
          <p:nvPr/>
        </p:nvSpPr>
        <p:spPr bwMode="auto">
          <a:xfrm>
            <a:off x="1123950" y="4668838"/>
            <a:ext cx="800100" cy="436562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073" name="Rectangle 161"/>
          <p:cNvSpPr>
            <a:spLocks noChangeArrowheads="1"/>
          </p:cNvSpPr>
          <p:nvPr/>
        </p:nvSpPr>
        <p:spPr bwMode="auto">
          <a:xfrm>
            <a:off x="1252538" y="4783138"/>
            <a:ext cx="50174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LAX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9074" name="Oval 162"/>
          <p:cNvSpPr>
            <a:spLocks noChangeArrowheads="1"/>
          </p:cNvSpPr>
          <p:nvPr/>
        </p:nvSpPr>
        <p:spPr bwMode="auto">
          <a:xfrm>
            <a:off x="3595688" y="4419600"/>
            <a:ext cx="814387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075" name="Oval 163"/>
          <p:cNvSpPr>
            <a:spLocks noChangeArrowheads="1"/>
          </p:cNvSpPr>
          <p:nvPr/>
        </p:nvSpPr>
        <p:spPr bwMode="auto">
          <a:xfrm>
            <a:off x="3595688" y="4422775"/>
            <a:ext cx="814387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076" name="Rectangle 164"/>
          <p:cNvSpPr>
            <a:spLocks noChangeArrowheads="1"/>
          </p:cNvSpPr>
          <p:nvPr/>
        </p:nvSpPr>
        <p:spPr bwMode="auto">
          <a:xfrm>
            <a:off x="3709988" y="4537075"/>
            <a:ext cx="54181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DFW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9077" name="Oval 165"/>
          <p:cNvSpPr>
            <a:spLocks noChangeArrowheads="1"/>
          </p:cNvSpPr>
          <p:nvPr/>
        </p:nvSpPr>
        <p:spPr bwMode="auto">
          <a:xfrm>
            <a:off x="938213" y="3370263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078" name="Oval 166"/>
          <p:cNvSpPr>
            <a:spLocks noChangeArrowheads="1"/>
          </p:cNvSpPr>
          <p:nvPr/>
        </p:nvSpPr>
        <p:spPr bwMode="auto">
          <a:xfrm>
            <a:off x="938213" y="3373438"/>
            <a:ext cx="800100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079" name="Rectangle 167"/>
          <p:cNvSpPr>
            <a:spLocks noChangeArrowheads="1"/>
          </p:cNvSpPr>
          <p:nvPr/>
        </p:nvSpPr>
        <p:spPr bwMode="auto">
          <a:xfrm>
            <a:off x="1081088" y="3486150"/>
            <a:ext cx="448841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 dirty="0">
                <a:latin typeface="Times New Roman" panose="02020603050405020304" pitchFamily="18" charset="0"/>
              </a:rPr>
              <a:t>SFO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39080" name="Rectangle 168"/>
          <p:cNvSpPr>
            <a:spLocks noChangeArrowheads="1"/>
          </p:cNvSpPr>
          <p:nvPr/>
        </p:nvSpPr>
        <p:spPr bwMode="auto">
          <a:xfrm>
            <a:off x="856635" y="2896215"/>
            <a:ext cx="400050" cy="349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081" name="Rectangle 169"/>
          <p:cNvSpPr>
            <a:spLocks noChangeArrowheads="1"/>
          </p:cNvSpPr>
          <p:nvPr/>
        </p:nvSpPr>
        <p:spPr bwMode="auto">
          <a:xfrm>
            <a:off x="838200" y="2916238"/>
            <a:ext cx="385763" cy="350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082" name="Rectangle 170"/>
          <p:cNvSpPr>
            <a:spLocks noChangeArrowheads="1"/>
          </p:cNvSpPr>
          <p:nvPr/>
        </p:nvSpPr>
        <p:spPr bwMode="auto">
          <a:xfrm>
            <a:off x="838200" y="2917825"/>
            <a:ext cx="385763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083" name="Rectangle 171"/>
          <p:cNvSpPr>
            <a:spLocks noChangeArrowheads="1"/>
          </p:cNvSpPr>
          <p:nvPr/>
        </p:nvSpPr>
        <p:spPr bwMode="auto">
          <a:xfrm>
            <a:off x="909638" y="2878138"/>
            <a:ext cx="1349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9084" name="Rectangle 172"/>
          <p:cNvSpPr>
            <a:spLocks noChangeArrowheads="1"/>
          </p:cNvSpPr>
          <p:nvPr/>
        </p:nvSpPr>
        <p:spPr bwMode="auto">
          <a:xfrm>
            <a:off x="1052513" y="3033713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39085" name="Rectangle 173"/>
          <p:cNvSpPr>
            <a:spLocks noChangeArrowheads="1"/>
          </p:cNvSpPr>
          <p:nvPr/>
        </p:nvSpPr>
        <p:spPr bwMode="auto">
          <a:xfrm>
            <a:off x="881063" y="5199063"/>
            <a:ext cx="400050" cy="349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086" name="Rectangle 174"/>
          <p:cNvSpPr>
            <a:spLocks noChangeArrowheads="1"/>
          </p:cNvSpPr>
          <p:nvPr/>
        </p:nvSpPr>
        <p:spPr bwMode="auto">
          <a:xfrm>
            <a:off x="852488" y="522446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087" name="Rectangle 175"/>
          <p:cNvSpPr>
            <a:spLocks noChangeArrowheads="1"/>
          </p:cNvSpPr>
          <p:nvPr/>
        </p:nvSpPr>
        <p:spPr bwMode="auto">
          <a:xfrm>
            <a:off x="852488" y="5226050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088" name="Rectangle 176"/>
          <p:cNvSpPr>
            <a:spLocks noChangeArrowheads="1"/>
          </p:cNvSpPr>
          <p:nvPr/>
        </p:nvSpPr>
        <p:spPr bwMode="auto">
          <a:xfrm>
            <a:off x="923925" y="5186363"/>
            <a:ext cx="1349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9089" name="Rectangle 177"/>
          <p:cNvSpPr>
            <a:spLocks noChangeArrowheads="1"/>
          </p:cNvSpPr>
          <p:nvPr/>
        </p:nvSpPr>
        <p:spPr bwMode="auto">
          <a:xfrm>
            <a:off x="1066800" y="53419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39090" name="Rectangle 178"/>
          <p:cNvSpPr>
            <a:spLocks noChangeArrowheads="1"/>
          </p:cNvSpPr>
          <p:nvPr/>
        </p:nvSpPr>
        <p:spPr bwMode="auto">
          <a:xfrm>
            <a:off x="3652838" y="4978400"/>
            <a:ext cx="400050" cy="3619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091" name="Rectangle 179"/>
          <p:cNvSpPr>
            <a:spLocks noChangeArrowheads="1"/>
          </p:cNvSpPr>
          <p:nvPr/>
        </p:nvSpPr>
        <p:spPr bwMode="auto">
          <a:xfrm>
            <a:off x="3609975" y="5003800"/>
            <a:ext cx="400050" cy="363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092" name="Rectangle 180"/>
          <p:cNvSpPr>
            <a:spLocks noChangeArrowheads="1"/>
          </p:cNvSpPr>
          <p:nvPr/>
        </p:nvSpPr>
        <p:spPr bwMode="auto">
          <a:xfrm>
            <a:off x="3609975" y="5005388"/>
            <a:ext cx="400050" cy="36036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093" name="Rectangle 181"/>
          <p:cNvSpPr>
            <a:spLocks noChangeArrowheads="1"/>
          </p:cNvSpPr>
          <p:nvPr/>
        </p:nvSpPr>
        <p:spPr bwMode="auto">
          <a:xfrm>
            <a:off x="3695700" y="4978400"/>
            <a:ext cx="1349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9094" name="Rectangle 182"/>
          <p:cNvSpPr>
            <a:spLocks noChangeArrowheads="1"/>
          </p:cNvSpPr>
          <p:nvPr/>
        </p:nvSpPr>
        <p:spPr bwMode="auto">
          <a:xfrm>
            <a:off x="3838575" y="512127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39095" name="Rectangle 183"/>
          <p:cNvSpPr>
            <a:spLocks noChangeArrowheads="1"/>
          </p:cNvSpPr>
          <p:nvPr/>
        </p:nvSpPr>
        <p:spPr bwMode="auto">
          <a:xfrm>
            <a:off x="5510213" y="2112963"/>
            <a:ext cx="385762" cy="349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096" name="Rectangle 184"/>
          <p:cNvSpPr>
            <a:spLocks noChangeArrowheads="1"/>
          </p:cNvSpPr>
          <p:nvPr/>
        </p:nvSpPr>
        <p:spPr bwMode="auto">
          <a:xfrm>
            <a:off x="5467350" y="2138363"/>
            <a:ext cx="385763" cy="3635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097" name="Rectangle 185"/>
          <p:cNvSpPr>
            <a:spLocks noChangeArrowheads="1"/>
          </p:cNvSpPr>
          <p:nvPr/>
        </p:nvSpPr>
        <p:spPr bwMode="auto">
          <a:xfrm>
            <a:off x="5467350" y="2139950"/>
            <a:ext cx="385763" cy="3603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098" name="Rectangle 186"/>
          <p:cNvSpPr>
            <a:spLocks noChangeArrowheads="1"/>
          </p:cNvSpPr>
          <p:nvPr/>
        </p:nvSpPr>
        <p:spPr bwMode="auto">
          <a:xfrm>
            <a:off x="5538788" y="2100263"/>
            <a:ext cx="1349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9099" name="Rectangle 187"/>
          <p:cNvSpPr>
            <a:spLocks noChangeArrowheads="1"/>
          </p:cNvSpPr>
          <p:nvPr/>
        </p:nvSpPr>
        <p:spPr bwMode="auto">
          <a:xfrm>
            <a:off x="5681663" y="22558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39100" name="Rectangle 188"/>
          <p:cNvSpPr>
            <a:spLocks noChangeArrowheads="1"/>
          </p:cNvSpPr>
          <p:nvPr/>
        </p:nvSpPr>
        <p:spPr bwMode="auto">
          <a:xfrm>
            <a:off x="6396038" y="5962650"/>
            <a:ext cx="400050" cy="3635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101" name="Rectangle 189"/>
          <p:cNvSpPr>
            <a:spLocks noChangeArrowheads="1"/>
          </p:cNvSpPr>
          <p:nvPr/>
        </p:nvSpPr>
        <p:spPr bwMode="auto">
          <a:xfrm>
            <a:off x="6353175" y="6002338"/>
            <a:ext cx="400050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102" name="Rectangle 190"/>
          <p:cNvSpPr>
            <a:spLocks noChangeArrowheads="1"/>
          </p:cNvSpPr>
          <p:nvPr/>
        </p:nvSpPr>
        <p:spPr bwMode="auto">
          <a:xfrm>
            <a:off x="6353175" y="6003925"/>
            <a:ext cx="400050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103" name="Rectangle 191"/>
          <p:cNvSpPr>
            <a:spLocks noChangeArrowheads="1"/>
          </p:cNvSpPr>
          <p:nvPr/>
        </p:nvSpPr>
        <p:spPr bwMode="auto">
          <a:xfrm>
            <a:off x="6424613" y="5964238"/>
            <a:ext cx="1349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9104" name="Rectangle 192"/>
          <p:cNvSpPr>
            <a:spLocks noChangeArrowheads="1"/>
          </p:cNvSpPr>
          <p:nvPr/>
        </p:nvSpPr>
        <p:spPr bwMode="auto">
          <a:xfrm>
            <a:off x="6581775" y="610552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39105" name="Rectangle 193"/>
          <p:cNvSpPr>
            <a:spLocks noChangeArrowheads="1"/>
          </p:cNvSpPr>
          <p:nvPr/>
        </p:nvSpPr>
        <p:spPr bwMode="auto">
          <a:xfrm>
            <a:off x="7439025" y="3019425"/>
            <a:ext cx="385763" cy="3635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106" name="Rectangle 194"/>
          <p:cNvSpPr>
            <a:spLocks noChangeArrowheads="1"/>
          </p:cNvSpPr>
          <p:nvPr/>
        </p:nvSpPr>
        <p:spPr bwMode="auto">
          <a:xfrm>
            <a:off x="7396163" y="305911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107" name="Rectangle 195"/>
          <p:cNvSpPr>
            <a:spLocks noChangeArrowheads="1"/>
          </p:cNvSpPr>
          <p:nvPr/>
        </p:nvSpPr>
        <p:spPr bwMode="auto">
          <a:xfrm>
            <a:off x="7396163" y="3060700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39108" name="Rectangle 196"/>
          <p:cNvSpPr>
            <a:spLocks noChangeArrowheads="1"/>
          </p:cNvSpPr>
          <p:nvPr/>
        </p:nvSpPr>
        <p:spPr bwMode="auto">
          <a:xfrm>
            <a:off x="7467600" y="3021013"/>
            <a:ext cx="1349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9109" name="Rectangle 197"/>
          <p:cNvSpPr>
            <a:spLocks noChangeArrowheads="1"/>
          </p:cNvSpPr>
          <p:nvPr/>
        </p:nvSpPr>
        <p:spPr bwMode="auto">
          <a:xfrm>
            <a:off x="7610475" y="3162300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1840F663-6988-D9C2-7A7C-0F6514697D9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062913" y="1219200"/>
            <a:ext cx="419100" cy="419100"/>
            <a:chOff x="5079" y="768"/>
            <a:chExt cx="264" cy="264"/>
          </a:xfrm>
        </p:grpSpPr>
        <p:sp>
          <p:nvSpPr>
            <p:cNvPr id="4" name="AutoShape 3">
              <a:extLst>
                <a:ext uri="{FF2B5EF4-FFF2-40B4-BE49-F238E27FC236}">
                  <a16:creationId xmlns:a16="http://schemas.microsoft.com/office/drawing/2014/main" id="{03028DC8-41BB-E133-14A6-690268BDF08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5079" y="768"/>
              <a:ext cx="264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D1F7F5FF-FC8F-3122-6DFD-6BA2229112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1" y="776"/>
              <a:ext cx="216" cy="216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CC7A6F76-5873-0D61-7DE2-C98E9B221E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7" y="792"/>
              <a:ext cx="216" cy="2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B12AD3F9-32A6-55B0-D1C6-07C16DDF85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7" y="792"/>
              <a:ext cx="216" cy="224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9D85C0CC-911B-9ED3-D8D4-582C9878E3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7" y="776"/>
              <a:ext cx="152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300" b="0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v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CCABE2F6-BB98-0C37-5578-CAF986A4A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7" y="864"/>
              <a:ext cx="5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C716705-A484-4C8D-B353-FC589BD4B5A8}" type="slidenum">
              <a:rPr lang="en-US" altLang="en-US" sz="1400" smtClean="0">
                <a:solidFill>
                  <a:srgbClr val="40458C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>
              <a:solidFill>
                <a:srgbClr val="40458C"/>
              </a:solidFill>
            </a:endParaRP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7772400" cy="1143000"/>
          </a:xfrm>
        </p:spPr>
        <p:txBody>
          <a:bodyPr/>
          <a:lstStyle/>
          <a:p>
            <a:r>
              <a:rPr lang="en-US" altLang="en-US" dirty="0"/>
              <a:t>Floyd-</a:t>
            </a:r>
            <a:r>
              <a:rPr lang="en-US" altLang="en-US" dirty="0" err="1"/>
              <a:t>Warshall</a:t>
            </a:r>
            <a:r>
              <a:rPr lang="en-US" altLang="en-US" dirty="0"/>
              <a:t>, Iteration k=0</a:t>
            </a:r>
          </a:p>
        </p:txBody>
      </p:sp>
      <p:sp>
        <p:nvSpPr>
          <p:cNvPr id="39940" name="Freeform 3"/>
          <p:cNvSpPr>
            <a:spLocks/>
          </p:cNvSpPr>
          <p:nvPr/>
        </p:nvSpPr>
        <p:spPr bwMode="auto">
          <a:xfrm>
            <a:off x="4310063" y="2384425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2147483646 w 18"/>
              <a:gd name="T3" fmla="*/ 0 h 16"/>
              <a:gd name="T4" fmla="*/ 0 w 18"/>
              <a:gd name="T5" fmla="*/ 0 h 16"/>
              <a:gd name="T6" fmla="*/ 0 w 18"/>
              <a:gd name="T7" fmla="*/ 0 h 16"/>
              <a:gd name="T8" fmla="*/ 0 w 18"/>
              <a:gd name="T9" fmla="*/ 2147483646 h 16"/>
              <a:gd name="T10" fmla="*/ 0 w 18"/>
              <a:gd name="T11" fmla="*/ 2147483646 h 16"/>
              <a:gd name="T12" fmla="*/ 2147483646 w 18"/>
              <a:gd name="T13" fmla="*/ 2147483646 h 16"/>
              <a:gd name="T14" fmla="*/ 2147483646 w 18"/>
              <a:gd name="T15" fmla="*/ 2147483646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18" y="0"/>
                </a:move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41" name="Freeform 4"/>
          <p:cNvSpPr>
            <a:spLocks/>
          </p:cNvSpPr>
          <p:nvPr/>
        </p:nvSpPr>
        <p:spPr bwMode="auto">
          <a:xfrm>
            <a:off x="4310063" y="2319338"/>
            <a:ext cx="214312" cy="130175"/>
          </a:xfrm>
          <a:custGeom>
            <a:avLst/>
            <a:gdLst>
              <a:gd name="T0" fmla="*/ 2147483646 w 135"/>
              <a:gd name="T1" fmla="*/ 2147483646 h 82"/>
              <a:gd name="T2" fmla="*/ 0 w 135"/>
              <a:gd name="T3" fmla="*/ 2147483646 h 82"/>
              <a:gd name="T4" fmla="*/ 2147483646 w 135"/>
              <a:gd name="T5" fmla="*/ 0 h 82"/>
              <a:gd name="T6" fmla="*/ 2147483646 w 135"/>
              <a:gd name="T7" fmla="*/ 2147483646 h 82"/>
              <a:gd name="T8" fmla="*/ 2147483646 w 135"/>
              <a:gd name="T9" fmla="*/ 2147483646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42" name="Freeform 5"/>
          <p:cNvSpPr>
            <a:spLocks/>
          </p:cNvSpPr>
          <p:nvPr/>
        </p:nvSpPr>
        <p:spPr bwMode="auto">
          <a:xfrm>
            <a:off x="4310063" y="2319338"/>
            <a:ext cx="214312" cy="130175"/>
          </a:xfrm>
          <a:custGeom>
            <a:avLst/>
            <a:gdLst>
              <a:gd name="T0" fmla="*/ 2147483646 w 135"/>
              <a:gd name="T1" fmla="*/ 2147483646 h 82"/>
              <a:gd name="T2" fmla="*/ 0 w 135"/>
              <a:gd name="T3" fmla="*/ 2147483646 h 82"/>
              <a:gd name="T4" fmla="*/ 2147483646 w 135"/>
              <a:gd name="T5" fmla="*/ 0 h 82"/>
              <a:gd name="T6" fmla="*/ 2147483646 w 135"/>
              <a:gd name="T7" fmla="*/ 2147483646 h 82"/>
              <a:gd name="T8" fmla="*/ 2147483646 w 135"/>
              <a:gd name="T9" fmla="*/ 2147483646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43" name="Freeform 6"/>
          <p:cNvSpPr>
            <a:spLocks/>
          </p:cNvSpPr>
          <p:nvPr/>
        </p:nvSpPr>
        <p:spPr bwMode="auto">
          <a:xfrm>
            <a:off x="1509713" y="4549775"/>
            <a:ext cx="242887" cy="363538"/>
          </a:xfrm>
          <a:custGeom>
            <a:avLst/>
            <a:gdLst>
              <a:gd name="T0" fmla="*/ 0 w 153"/>
              <a:gd name="T1" fmla="*/ 2147483646 h 229"/>
              <a:gd name="T2" fmla="*/ 2147483646 w 153"/>
              <a:gd name="T3" fmla="*/ 2147483646 h 229"/>
              <a:gd name="T4" fmla="*/ 2147483646 w 153"/>
              <a:gd name="T5" fmla="*/ 2147483646 h 229"/>
              <a:gd name="T6" fmla="*/ 2147483646 w 153"/>
              <a:gd name="T7" fmla="*/ 2147483646 h 229"/>
              <a:gd name="T8" fmla="*/ 2147483646 w 153"/>
              <a:gd name="T9" fmla="*/ 0 h 229"/>
              <a:gd name="T10" fmla="*/ 2147483646 w 153"/>
              <a:gd name="T11" fmla="*/ 0 h 229"/>
              <a:gd name="T12" fmla="*/ 0 w 153"/>
              <a:gd name="T13" fmla="*/ 214748364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3" h="229">
                <a:moveTo>
                  <a:pt x="0" y="221"/>
                </a:moveTo>
                <a:lnTo>
                  <a:pt x="18" y="229"/>
                </a:lnTo>
                <a:lnTo>
                  <a:pt x="153" y="8"/>
                </a:lnTo>
                <a:lnTo>
                  <a:pt x="135" y="0"/>
                </a:lnTo>
                <a:lnTo>
                  <a:pt x="0" y="2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44" name="Freeform 7"/>
          <p:cNvSpPr>
            <a:spLocks/>
          </p:cNvSpPr>
          <p:nvPr/>
        </p:nvSpPr>
        <p:spPr bwMode="auto">
          <a:xfrm>
            <a:off x="1724025" y="4186238"/>
            <a:ext cx="285750" cy="376237"/>
          </a:xfrm>
          <a:custGeom>
            <a:avLst/>
            <a:gdLst>
              <a:gd name="T0" fmla="*/ 0 w 180"/>
              <a:gd name="T1" fmla="*/ 2147483646 h 237"/>
              <a:gd name="T2" fmla="*/ 2147483646 w 180"/>
              <a:gd name="T3" fmla="*/ 2147483646 h 237"/>
              <a:gd name="T4" fmla="*/ 2147483646 w 180"/>
              <a:gd name="T5" fmla="*/ 2147483646 h 237"/>
              <a:gd name="T6" fmla="*/ 2147483646 w 180"/>
              <a:gd name="T7" fmla="*/ 2147483646 h 237"/>
              <a:gd name="T8" fmla="*/ 2147483646 w 180"/>
              <a:gd name="T9" fmla="*/ 0 h 237"/>
              <a:gd name="T10" fmla="*/ 2147483646 w 180"/>
              <a:gd name="T11" fmla="*/ 0 h 237"/>
              <a:gd name="T12" fmla="*/ 0 w 180"/>
              <a:gd name="T13" fmla="*/ 2147483646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0" h="237">
                <a:moveTo>
                  <a:pt x="0" y="229"/>
                </a:moveTo>
                <a:lnTo>
                  <a:pt x="18" y="237"/>
                </a:lnTo>
                <a:lnTo>
                  <a:pt x="180" y="9"/>
                </a:lnTo>
                <a:lnTo>
                  <a:pt x="162" y="0"/>
                </a:lnTo>
                <a:lnTo>
                  <a:pt x="0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45" name="Freeform 8"/>
          <p:cNvSpPr>
            <a:spLocks/>
          </p:cNvSpPr>
          <p:nvPr/>
        </p:nvSpPr>
        <p:spPr bwMode="auto">
          <a:xfrm>
            <a:off x="1981200" y="3824288"/>
            <a:ext cx="342900" cy="376237"/>
          </a:xfrm>
          <a:custGeom>
            <a:avLst/>
            <a:gdLst>
              <a:gd name="T0" fmla="*/ 0 w 216"/>
              <a:gd name="T1" fmla="*/ 2147483646 h 237"/>
              <a:gd name="T2" fmla="*/ 2147483646 w 216"/>
              <a:gd name="T3" fmla="*/ 2147483646 h 237"/>
              <a:gd name="T4" fmla="*/ 2147483646 w 216"/>
              <a:gd name="T5" fmla="*/ 2147483646 h 237"/>
              <a:gd name="T6" fmla="*/ 2147483646 w 216"/>
              <a:gd name="T7" fmla="*/ 2147483646 h 237"/>
              <a:gd name="T8" fmla="*/ 2147483646 w 216"/>
              <a:gd name="T9" fmla="*/ 0 h 237"/>
              <a:gd name="T10" fmla="*/ 2147483646 w 216"/>
              <a:gd name="T11" fmla="*/ 0 h 237"/>
              <a:gd name="T12" fmla="*/ 0 w 216"/>
              <a:gd name="T13" fmla="*/ 2147483646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237">
                <a:moveTo>
                  <a:pt x="0" y="228"/>
                </a:moveTo>
                <a:lnTo>
                  <a:pt x="18" y="237"/>
                </a:lnTo>
                <a:lnTo>
                  <a:pt x="216" y="8"/>
                </a:lnTo>
                <a:lnTo>
                  <a:pt x="198" y="0"/>
                </a:lnTo>
                <a:lnTo>
                  <a:pt x="0" y="2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46" name="Freeform 9"/>
          <p:cNvSpPr>
            <a:spLocks/>
          </p:cNvSpPr>
          <p:nvPr/>
        </p:nvSpPr>
        <p:spPr bwMode="auto">
          <a:xfrm>
            <a:off x="2295525" y="3448050"/>
            <a:ext cx="385763" cy="388938"/>
          </a:xfrm>
          <a:custGeom>
            <a:avLst/>
            <a:gdLst>
              <a:gd name="T0" fmla="*/ 0 w 243"/>
              <a:gd name="T1" fmla="*/ 2147483646 h 245"/>
              <a:gd name="T2" fmla="*/ 2147483646 w 243"/>
              <a:gd name="T3" fmla="*/ 2147483646 h 245"/>
              <a:gd name="T4" fmla="*/ 2147483646 w 243"/>
              <a:gd name="T5" fmla="*/ 2147483646 h 245"/>
              <a:gd name="T6" fmla="*/ 2147483646 w 243"/>
              <a:gd name="T7" fmla="*/ 2147483646 h 245"/>
              <a:gd name="T8" fmla="*/ 2147483646 w 243"/>
              <a:gd name="T9" fmla="*/ 0 h 245"/>
              <a:gd name="T10" fmla="*/ 2147483646 w 243"/>
              <a:gd name="T11" fmla="*/ 2147483646 h 245"/>
              <a:gd name="T12" fmla="*/ 0 w 243"/>
              <a:gd name="T13" fmla="*/ 2147483646 h 2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" h="245">
                <a:moveTo>
                  <a:pt x="0" y="237"/>
                </a:moveTo>
                <a:lnTo>
                  <a:pt x="18" y="245"/>
                </a:lnTo>
                <a:lnTo>
                  <a:pt x="243" y="16"/>
                </a:lnTo>
                <a:lnTo>
                  <a:pt x="234" y="0"/>
                </a:lnTo>
                <a:lnTo>
                  <a:pt x="225" y="8"/>
                </a:lnTo>
                <a:lnTo>
                  <a:pt x="0" y="2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47" name="Freeform 10"/>
          <p:cNvSpPr>
            <a:spLocks/>
          </p:cNvSpPr>
          <p:nvPr/>
        </p:nvSpPr>
        <p:spPr bwMode="auto">
          <a:xfrm>
            <a:off x="2667000" y="3124200"/>
            <a:ext cx="385763" cy="349250"/>
          </a:xfrm>
          <a:custGeom>
            <a:avLst/>
            <a:gdLst>
              <a:gd name="T0" fmla="*/ 0 w 243"/>
              <a:gd name="T1" fmla="*/ 2147483646 h 220"/>
              <a:gd name="T2" fmla="*/ 2147483646 w 243"/>
              <a:gd name="T3" fmla="*/ 2147483646 h 220"/>
              <a:gd name="T4" fmla="*/ 2147483646 w 243"/>
              <a:gd name="T5" fmla="*/ 2147483646 h 220"/>
              <a:gd name="T6" fmla="*/ 2147483646 w 243"/>
              <a:gd name="T7" fmla="*/ 2147483646 h 220"/>
              <a:gd name="T8" fmla="*/ 2147483646 w 243"/>
              <a:gd name="T9" fmla="*/ 0 h 220"/>
              <a:gd name="T10" fmla="*/ 2147483646 w 243"/>
              <a:gd name="T11" fmla="*/ 0 h 220"/>
              <a:gd name="T12" fmla="*/ 0 w 243"/>
              <a:gd name="T13" fmla="*/ 2147483646 h 2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" h="220">
                <a:moveTo>
                  <a:pt x="0" y="204"/>
                </a:moveTo>
                <a:lnTo>
                  <a:pt x="9" y="220"/>
                </a:lnTo>
                <a:lnTo>
                  <a:pt x="243" y="16"/>
                </a:lnTo>
                <a:lnTo>
                  <a:pt x="234" y="0"/>
                </a:lnTo>
                <a:lnTo>
                  <a:pt x="0" y="20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48" name="Freeform 11"/>
          <p:cNvSpPr>
            <a:spLocks/>
          </p:cNvSpPr>
          <p:nvPr/>
        </p:nvSpPr>
        <p:spPr bwMode="auto">
          <a:xfrm>
            <a:off x="3038475" y="2825750"/>
            <a:ext cx="428625" cy="323850"/>
          </a:xfrm>
          <a:custGeom>
            <a:avLst/>
            <a:gdLst>
              <a:gd name="T0" fmla="*/ 0 w 270"/>
              <a:gd name="T1" fmla="*/ 2147483646 h 204"/>
              <a:gd name="T2" fmla="*/ 2147483646 w 270"/>
              <a:gd name="T3" fmla="*/ 2147483646 h 204"/>
              <a:gd name="T4" fmla="*/ 2147483646 w 270"/>
              <a:gd name="T5" fmla="*/ 2147483646 h 204"/>
              <a:gd name="T6" fmla="*/ 2147483646 w 270"/>
              <a:gd name="T7" fmla="*/ 2147483646 h 204"/>
              <a:gd name="T8" fmla="*/ 2147483646 w 270"/>
              <a:gd name="T9" fmla="*/ 0 h 204"/>
              <a:gd name="T10" fmla="*/ 2147483646 w 270"/>
              <a:gd name="T11" fmla="*/ 0 h 204"/>
              <a:gd name="T12" fmla="*/ 0 w 270"/>
              <a:gd name="T13" fmla="*/ 2147483646 h 2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0" h="204">
                <a:moveTo>
                  <a:pt x="0" y="188"/>
                </a:moveTo>
                <a:lnTo>
                  <a:pt x="9" y="204"/>
                </a:lnTo>
                <a:lnTo>
                  <a:pt x="270" y="16"/>
                </a:lnTo>
                <a:lnTo>
                  <a:pt x="261" y="0"/>
                </a:lnTo>
                <a:lnTo>
                  <a:pt x="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49" name="Freeform 12"/>
          <p:cNvSpPr>
            <a:spLocks/>
          </p:cNvSpPr>
          <p:nvPr/>
        </p:nvSpPr>
        <p:spPr bwMode="auto">
          <a:xfrm>
            <a:off x="3452813" y="2579688"/>
            <a:ext cx="442912" cy="271462"/>
          </a:xfrm>
          <a:custGeom>
            <a:avLst/>
            <a:gdLst>
              <a:gd name="T0" fmla="*/ 0 w 279"/>
              <a:gd name="T1" fmla="*/ 2147483646 h 171"/>
              <a:gd name="T2" fmla="*/ 2147483646 w 279"/>
              <a:gd name="T3" fmla="*/ 2147483646 h 171"/>
              <a:gd name="T4" fmla="*/ 2147483646 w 279"/>
              <a:gd name="T5" fmla="*/ 2147483646 h 171"/>
              <a:gd name="T6" fmla="*/ 2147483646 w 279"/>
              <a:gd name="T7" fmla="*/ 2147483646 h 171"/>
              <a:gd name="T8" fmla="*/ 2147483646 w 279"/>
              <a:gd name="T9" fmla="*/ 0 h 171"/>
              <a:gd name="T10" fmla="*/ 2147483646 w 279"/>
              <a:gd name="T11" fmla="*/ 0 h 171"/>
              <a:gd name="T12" fmla="*/ 0 w 279"/>
              <a:gd name="T13" fmla="*/ 2147483646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9" h="171">
                <a:moveTo>
                  <a:pt x="0" y="155"/>
                </a:moveTo>
                <a:lnTo>
                  <a:pt x="9" y="171"/>
                </a:lnTo>
                <a:lnTo>
                  <a:pt x="279" y="16"/>
                </a:lnTo>
                <a:lnTo>
                  <a:pt x="270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50" name="Freeform 13"/>
          <p:cNvSpPr>
            <a:spLocks/>
          </p:cNvSpPr>
          <p:nvPr/>
        </p:nvSpPr>
        <p:spPr bwMode="auto">
          <a:xfrm>
            <a:off x="3881438" y="2371725"/>
            <a:ext cx="457200" cy="233363"/>
          </a:xfrm>
          <a:custGeom>
            <a:avLst/>
            <a:gdLst>
              <a:gd name="T0" fmla="*/ 0 w 288"/>
              <a:gd name="T1" fmla="*/ 2147483646 h 147"/>
              <a:gd name="T2" fmla="*/ 2147483646 w 288"/>
              <a:gd name="T3" fmla="*/ 2147483646 h 147"/>
              <a:gd name="T4" fmla="*/ 2147483646 w 288"/>
              <a:gd name="T5" fmla="*/ 2147483646 h 147"/>
              <a:gd name="T6" fmla="*/ 2147483646 w 288"/>
              <a:gd name="T7" fmla="*/ 0 h 147"/>
              <a:gd name="T8" fmla="*/ 0 w 288"/>
              <a:gd name="T9" fmla="*/ 2147483646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88" h="147">
                <a:moveTo>
                  <a:pt x="0" y="131"/>
                </a:moveTo>
                <a:lnTo>
                  <a:pt x="9" y="147"/>
                </a:lnTo>
                <a:lnTo>
                  <a:pt x="288" y="16"/>
                </a:lnTo>
                <a:lnTo>
                  <a:pt x="279" y="0"/>
                </a:lnTo>
                <a:lnTo>
                  <a:pt x="0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51" name="Freeform 14"/>
          <p:cNvSpPr>
            <a:spLocks/>
          </p:cNvSpPr>
          <p:nvPr/>
        </p:nvSpPr>
        <p:spPr bwMode="auto">
          <a:xfrm>
            <a:off x="1638300" y="5289550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9" y="0"/>
                </a:move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52" name="Freeform 15"/>
          <p:cNvSpPr>
            <a:spLocks/>
          </p:cNvSpPr>
          <p:nvPr/>
        </p:nvSpPr>
        <p:spPr bwMode="auto">
          <a:xfrm>
            <a:off x="1538288" y="5133975"/>
            <a:ext cx="171450" cy="193675"/>
          </a:xfrm>
          <a:custGeom>
            <a:avLst/>
            <a:gdLst>
              <a:gd name="T0" fmla="*/ 2147483646 w 108"/>
              <a:gd name="T1" fmla="*/ 2147483646 h 122"/>
              <a:gd name="T2" fmla="*/ 2147483646 w 108"/>
              <a:gd name="T3" fmla="*/ 2147483646 h 122"/>
              <a:gd name="T4" fmla="*/ 0 w 108"/>
              <a:gd name="T5" fmla="*/ 0 h 122"/>
              <a:gd name="T6" fmla="*/ 2147483646 w 108"/>
              <a:gd name="T7" fmla="*/ 2147483646 h 122"/>
              <a:gd name="T8" fmla="*/ 2147483646 w 108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53" name="Freeform 16"/>
          <p:cNvSpPr>
            <a:spLocks/>
          </p:cNvSpPr>
          <p:nvPr/>
        </p:nvSpPr>
        <p:spPr bwMode="auto">
          <a:xfrm>
            <a:off x="1538288" y="5133975"/>
            <a:ext cx="171450" cy="193675"/>
          </a:xfrm>
          <a:custGeom>
            <a:avLst/>
            <a:gdLst>
              <a:gd name="T0" fmla="*/ 2147483646 w 108"/>
              <a:gd name="T1" fmla="*/ 2147483646 h 122"/>
              <a:gd name="T2" fmla="*/ 2147483646 w 108"/>
              <a:gd name="T3" fmla="*/ 2147483646 h 122"/>
              <a:gd name="T4" fmla="*/ 0 w 108"/>
              <a:gd name="T5" fmla="*/ 0 h 122"/>
              <a:gd name="T6" fmla="*/ 2147483646 w 108"/>
              <a:gd name="T7" fmla="*/ 2147483646 h 122"/>
              <a:gd name="T8" fmla="*/ 2147483646 w 108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54" name="Freeform 17"/>
          <p:cNvSpPr>
            <a:spLocks/>
          </p:cNvSpPr>
          <p:nvPr/>
        </p:nvSpPr>
        <p:spPr bwMode="auto">
          <a:xfrm>
            <a:off x="6581775" y="5626100"/>
            <a:ext cx="300038" cy="180975"/>
          </a:xfrm>
          <a:custGeom>
            <a:avLst/>
            <a:gdLst>
              <a:gd name="T0" fmla="*/ 2147483646 w 189"/>
              <a:gd name="T1" fmla="*/ 2147483646 h 114"/>
              <a:gd name="T2" fmla="*/ 2147483646 w 189"/>
              <a:gd name="T3" fmla="*/ 0 h 114"/>
              <a:gd name="T4" fmla="*/ 0 w 189"/>
              <a:gd name="T5" fmla="*/ 2147483646 h 114"/>
              <a:gd name="T6" fmla="*/ 0 w 189"/>
              <a:gd name="T7" fmla="*/ 2147483646 h 114"/>
              <a:gd name="T8" fmla="*/ 2147483646 w 189"/>
              <a:gd name="T9" fmla="*/ 2147483646 h 114"/>
              <a:gd name="T10" fmla="*/ 2147483646 w 189"/>
              <a:gd name="T11" fmla="*/ 2147483646 h 114"/>
              <a:gd name="T12" fmla="*/ 2147483646 w 189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14">
                <a:moveTo>
                  <a:pt x="189" y="16"/>
                </a:moveTo>
                <a:lnTo>
                  <a:pt x="180" y="0"/>
                </a:lnTo>
                <a:lnTo>
                  <a:pt x="0" y="98"/>
                </a:lnTo>
                <a:lnTo>
                  <a:pt x="9" y="114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55" name="Freeform 18"/>
          <p:cNvSpPr>
            <a:spLocks/>
          </p:cNvSpPr>
          <p:nvPr/>
        </p:nvSpPr>
        <p:spPr bwMode="auto">
          <a:xfrm>
            <a:off x="6253163" y="5781675"/>
            <a:ext cx="342900" cy="155575"/>
          </a:xfrm>
          <a:custGeom>
            <a:avLst/>
            <a:gdLst>
              <a:gd name="T0" fmla="*/ 2147483646 w 216"/>
              <a:gd name="T1" fmla="*/ 2147483646 h 98"/>
              <a:gd name="T2" fmla="*/ 2147483646 w 216"/>
              <a:gd name="T3" fmla="*/ 0 h 98"/>
              <a:gd name="T4" fmla="*/ 0 w 216"/>
              <a:gd name="T5" fmla="*/ 2147483646 h 98"/>
              <a:gd name="T6" fmla="*/ 0 w 216"/>
              <a:gd name="T7" fmla="*/ 2147483646 h 98"/>
              <a:gd name="T8" fmla="*/ 2147483646 w 216"/>
              <a:gd name="T9" fmla="*/ 2147483646 h 98"/>
              <a:gd name="T10" fmla="*/ 2147483646 w 216"/>
              <a:gd name="T11" fmla="*/ 2147483646 h 98"/>
              <a:gd name="T12" fmla="*/ 2147483646 w 216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98">
                <a:moveTo>
                  <a:pt x="216" y="16"/>
                </a:moveTo>
                <a:lnTo>
                  <a:pt x="207" y="0"/>
                </a:lnTo>
                <a:lnTo>
                  <a:pt x="0" y="82"/>
                </a:lnTo>
                <a:lnTo>
                  <a:pt x="9" y="98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56" name="Freeform 19"/>
          <p:cNvSpPr>
            <a:spLocks/>
          </p:cNvSpPr>
          <p:nvPr/>
        </p:nvSpPr>
        <p:spPr bwMode="auto">
          <a:xfrm>
            <a:off x="5910263" y="5911850"/>
            <a:ext cx="357187" cy="128588"/>
          </a:xfrm>
          <a:custGeom>
            <a:avLst/>
            <a:gdLst>
              <a:gd name="T0" fmla="*/ 2147483646 w 225"/>
              <a:gd name="T1" fmla="*/ 2147483646 h 81"/>
              <a:gd name="T2" fmla="*/ 2147483646 w 225"/>
              <a:gd name="T3" fmla="*/ 0 h 81"/>
              <a:gd name="T4" fmla="*/ 0 w 225"/>
              <a:gd name="T5" fmla="*/ 2147483646 h 81"/>
              <a:gd name="T6" fmla="*/ 0 w 225"/>
              <a:gd name="T7" fmla="*/ 2147483646 h 81"/>
              <a:gd name="T8" fmla="*/ 0 w 225"/>
              <a:gd name="T9" fmla="*/ 2147483646 h 81"/>
              <a:gd name="T10" fmla="*/ 2147483646 w 225"/>
              <a:gd name="T11" fmla="*/ 2147483646 h 81"/>
              <a:gd name="T12" fmla="*/ 2147483646 w 225"/>
              <a:gd name="T13" fmla="*/ 2147483646 h 8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81">
                <a:moveTo>
                  <a:pt x="225" y="16"/>
                </a:moveTo>
                <a:lnTo>
                  <a:pt x="216" y="0"/>
                </a:lnTo>
                <a:lnTo>
                  <a:pt x="0" y="65"/>
                </a:lnTo>
                <a:lnTo>
                  <a:pt x="0" y="81"/>
                </a:lnTo>
                <a:lnTo>
                  <a:pt x="9" y="8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57" name="Freeform 20"/>
          <p:cNvSpPr>
            <a:spLocks/>
          </p:cNvSpPr>
          <p:nvPr/>
        </p:nvSpPr>
        <p:spPr bwMode="auto">
          <a:xfrm>
            <a:off x="5538788" y="6015038"/>
            <a:ext cx="371475" cy="103187"/>
          </a:xfrm>
          <a:custGeom>
            <a:avLst/>
            <a:gdLst>
              <a:gd name="T0" fmla="*/ 2147483646 w 234"/>
              <a:gd name="T1" fmla="*/ 2147483646 h 65"/>
              <a:gd name="T2" fmla="*/ 2147483646 w 234"/>
              <a:gd name="T3" fmla="*/ 0 h 65"/>
              <a:gd name="T4" fmla="*/ 0 w 234"/>
              <a:gd name="T5" fmla="*/ 2147483646 h 65"/>
              <a:gd name="T6" fmla="*/ 0 w 234"/>
              <a:gd name="T7" fmla="*/ 2147483646 h 65"/>
              <a:gd name="T8" fmla="*/ 0 w 234"/>
              <a:gd name="T9" fmla="*/ 2147483646 h 65"/>
              <a:gd name="T10" fmla="*/ 0 w 234"/>
              <a:gd name="T11" fmla="*/ 2147483646 h 65"/>
              <a:gd name="T12" fmla="*/ 2147483646 w 234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4" h="65">
                <a:moveTo>
                  <a:pt x="234" y="16"/>
                </a:moveTo>
                <a:lnTo>
                  <a:pt x="234" y="0"/>
                </a:lnTo>
                <a:lnTo>
                  <a:pt x="0" y="49"/>
                </a:lnTo>
                <a:lnTo>
                  <a:pt x="0" y="65"/>
                </a:lnTo>
                <a:lnTo>
                  <a:pt x="23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58" name="Freeform 21"/>
          <p:cNvSpPr>
            <a:spLocks/>
          </p:cNvSpPr>
          <p:nvPr/>
        </p:nvSpPr>
        <p:spPr bwMode="auto">
          <a:xfrm>
            <a:off x="4752975" y="6092825"/>
            <a:ext cx="785813" cy="90488"/>
          </a:xfrm>
          <a:custGeom>
            <a:avLst/>
            <a:gdLst>
              <a:gd name="T0" fmla="*/ 2147483646 w 495"/>
              <a:gd name="T1" fmla="*/ 2147483646 h 57"/>
              <a:gd name="T2" fmla="*/ 2147483646 w 495"/>
              <a:gd name="T3" fmla="*/ 0 h 57"/>
              <a:gd name="T4" fmla="*/ 0 w 495"/>
              <a:gd name="T5" fmla="*/ 2147483646 h 57"/>
              <a:gd name="T6" fmla="*/ 0 w 495"/>
              <a:gd name="T7" fmla="*/ 2147483646 h 57"/>
              <a:gd name="T8" fmla="*/ 0 w 495"/>
              <a:gd name="T9" fmla="*/ 2147483646 h 57"/>
              <a:gd name="T10" fmla="*/ 0 w 495"/>
              <a:gd name="T11" fmla="*/ 2147483646 h 57"/>
              <a:gd name="T12" fmla="*/ 2147483646 w 495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95" h="57">
                <a:moveTo>
                  <a:pt x="495" y="16"/>
                </a:moveTo>
                <a:lnTo>
                  <a:pt x="495" y="0"/>
                </a:lnTo>
                <a:lnTo>
                  <a:pt x="0" y="41"/>
                </a:lnTo>
                <a:lnTo>
                  <a:pt x="0" y="57"/>
                </a:lnTo>
                <a:lnTo>
                  <a:pt x="49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59" name="Freeform 22"/>
          <p:cNvSpPr>
            <a:spLocks/>
          </p:cNvSpPr>
          <p:nvPr/>
        </p:nvSpPr>
        <p:spPr bwMode="auto">
          <a:xfrm>
            <a:off x="3967163" y="6145213"/>
            <a:ext cx="785812" cy="38100"/>
          </a:xfrm>
          <a:custGeom>
            <a:avLst/>
            <a:gdLst>
              <a:gd name="T0" fmla="*/ 2147483646 w 495"/>
              <a:gd name="T1" fmla="*/ 2147483646 h 24"/>
              <a:gd name="T2" fmla="*/ 2147483646 w 495"/>
              <a:gd name="T3" fmla="*/ 2147483646 h 24"/>
              <a:gd name="T4" fmla="*/ 0 w 495"/>
              <a:gd name="T5" fmla="*/ 0 h 24"/>
              <a:gd name="T6" fmla="*/ 0 w 495"/>
              <a:gd name="T7" fmla="*/ 0 h 24"/>
              <a:gd name="T8" fmla="*/ 0 w 495"/>
              <a:gd name="T9" fmla="*/ 2147483646 h 24"/>
              <a:gd name="T10" fmla="*/ 0 w 495"/>
              <a:gd name="T11" fmla="*/ 2147483646 h 24"/>
              <a:gd name="T12" fmla="*/ 2147483646 w 495"/>
              <a:gd name="T13" fmla="*/ 2147483646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95" h="24">
                <a:moveTo>
                  <a:pt x="495" y="24"/>
                </a:moveTo>
                <a:lnTo>
                  <a:pt x="495" y="8"/>
                </a:lnTo>
                <a:lnTo>
                  <a:pt x="0" y="0"/>
                </a:lnTo>
                <a:lnTo>
                  <a:pt x="0" y="16"/>
                </a:lnTo>
                <a:lnTo>
                  <a:pt x="495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60" name="Freeform 23"/>
          <p:cNvSpPr>
            <a:spLocks/>
          </p:cNvSpPr>
          <p:nvPr/>
        </p:nvSpPr>
        <p:spPr bwMode="auto">
          <a:xfrm>
            <a:off x="3209925" y="6027738"/>
            <a:ext cx="757238" cy="142875"/>
          </a:xfrm>
          <a:custGeom>
            <a:avLst/>
            <a:gdLst>
              <a:gd name="T0" fmla="*/ 2147483646 w 477"/>
              <a:gd name="T1" fmla="*/ 2147483646 h 90"/>
              <a:gd name="T2" fmla="*/ 2147483646 w 477"/>
              <a:gd name="T3" fmla="*/ 2147483646 h 90"/>
              <a:gd name="T4" fmla="*/ 0 w 477"/>
              <a:gd name="T5" fmla="*/ 0 h 90"/>
              <a:gd name="T6" fmla="*/ 0 w 477"/>
              <a:gd name="T7" fmla="*/ 0 h 90"/>
              <a:gd name="T8" fmla="*/ 0 w 477"/>
              <a:gd name="T9" fmla="*/ 2147483646 h 90"/>
              <a:gd name="T10" fmla="*/ 0 w 477"/>
              <a:gd name="T11" fmla="*/ 2147483646 h 90"/>
              <a:gd name="T12" fmla="*/ 2147483646 w 477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77" h="90">
                <a:moveTo>
                  <a:pt x="477" y="90"/>
                </a:moveTo>
                <a:lnTo>
                  <a:pt x="477" y="74"/>
                </a:lnTo>
                <a:lnTo>
                  <a:pt x="0" y="0"/>
                </a:lnTo>
                <a:lnTo>
                  <a:pt x="0" y="17"/>
                </a:lnTo>
                <a:lnTo>
                  <a:pt x="477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61" name="Freeform 24"/>
          <p:cNvSpPr>
            <a:spLocks/>
          </p:cNvSpPr>
          <p:nvPr/>
        </p:nvSpPr>
        <p:spPr bwMode="auto">
          <a:xfrm>
            <a:off x="2852738" y="5949950"/>
            <a:ext cx="357187" cy="104775"/>
          </a:xfrm>
          <a:custGeom>
            <a:avLst/>
            <a:gdLst>
              <a:gd name="T0" fmla="*/ 2147483646 w 225"/>
              <a:gd name="T1" fmla="*/ 2147483646 h 66"/>
              <a:gd name="T2" fmla="*/ 2147483646 w 225"/>
              <a:gd name="T3" fmla="*/ 2147483646 h 66"/>
              <a:gd name="T4" fmla="*/ 0 w 225"/>
              <a:gd name="T5" fmla="*/ 0 h 66"/>
              <a:gd name="T6" fmla="*/ 2147483646 w 225"/>
              <a:gd name="T7" fmla="*/ 0 h 66"/>
              <a:gd name="T8" fmla="*/ 0 w 225"/>
              <a:gd name="T9" fmla="*/ 2147483646 h 66"/>
              <a:gd name="T10" fmla="*/ 0 w 225"/>
              <a:gd name="T11" fmla="*/ 2147483646 h 66"/>
              <a:gd name="T12" fmla="*/ 2147483646 w 225"/>
              <a:gd name="T13" fmla="*/ 2147483646 h 6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66">
                <a:moveTo>
                  <a:pt x="225" y="66"/>
                </a:moveTo>
                <a:lnTo>
                  <a:pt x="225" y="49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25" y="6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62" name="Freeform 25"/>
          <p:cNvSpPr>
            <a:spLocks/>
          </p:cNvSpPr>
          <p:nvPr/>
        </p:nvSpPr>
        <p:spPr bwMode="auto">
          <a:xfrm>
            <a:off x="2538413" y="5846763"/>
            <a:ext cx="328612" cy="130175"/>
          </a:xfrm>
          <a:custGeom>
            <a:avLst/>
            <a:gdLst>
              <a:gd name="T0" fmla="*/ 2147483646 w 207"/>
              <a:gd name="T1" fmla="*/ 2147483646 h 82"/>
              <a:gd name="T2" fmla="*/ 2147483646 w 207"/>
              <a:gd name="T3" fmla="*/ 2147483646 h 82"/>
              <a:gd name="T4" fmla="*/ 2147483646 w 207"/>
              <a:gd name="T5" fmla="*/ 0 h 82"/>
              <a:gd name="T6" fmla="*/ 2147483646 w 207"/>
              <a:gd name="T7" fmla="*/ 0 h 82"/>
              <a:gd name="T8" fmla="*/ 0 w 207"/>
              <a:gd name="T9" fmla="*/ 2147483646 h 82"/>
              <a:gd name="T10" fmla="*/ 0 w 207"/>
              <a:gd name="T11" fmla="*/ 2147483646 h 82"/>
              <a:gd name="T12" fmla="*/ 2147483646 w 207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7" h="82">
                <a:moveTo>
                  <a:pt x="198" y="82"/>
                </a:moveTo>
                <a:lnTo>
                  <a:pt x="207" y="65"/>
                </a:lnTo>
                <a:lnTo>
                  <a:pt x="9" y="0"/>
                </a:lnTo>
                <a:lnTo>
                  <a:pt x="0" y="16"/>
                </a:lnTo>
                <a:lnTo>
                  <a:pt x="198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63" name="Freeform 26"/>
          <p:cNvSpPr>
            <a:spLocks/>
          </p:cNvSpPr>
          <p:nvPr/>
        </p:nvSpPr>
        <p:spPr bwMode="auto">
          <a:xfrm>
            <a:off x="2252663" y="5729288"/>
            <a:ext cx="300037" cy="142875"/>
          </a:xfrm>
          <a:custGeom>
            <a:avLst/>
            <a:gdLst>
              <a:gd name="T0" fmla="*/ 2147483646 w 189"/>
              <a:gd name="T1" fmla="*/ 2147483646 h 90"/>
              <a:gd name="T2" fmla="*/ 2147483646 w 189"/>
              <a:gd name="T3" fmla="*/ 2147483646 h 90"/>
              <a:gd name="T4" fmla="*/ 2147483646 w 189"/>
              <a:gd name="T5" fmla="*/ 0 h 90"/>
              <a:gd name="T6" fmla="*/ 2147483646 w 189"/>
              <a:gd name="T7" fmla="*/ 0 h 90"/>
              <a:gd name="T8" fmla="*/ 0 w 189"/>
              <a:gd name="T9" fmla="*/ 2147483646 h 90"/>
              <a:gd name="T10" fmla="*/ 0 w 189"/>
              <a:gd name="T11" fmla="*/ 2147483646 h 90"/>
              <a:gd name="T12" fmla="*/ 2147483646 w 189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90">
                <a:moveTo>
                  <a:pt x="180" y="90"/>
                </a:moveTo>
                <a:lnTo>
                  <a:pt x="189" y="74"/>
                </a:lnTo>
                <a:lnTo>
                  <a:pt x="9" y="0"/>
                </a:lnTo>
                <a:lnTo>
                  <a:pt x="0" y="17"/>
                </a:lnTo>
                <a:lnTo>
                  <a:pt x="180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64" name="Freeform 27"/>
          <p:cNvSpPr>
            <a:spLocks/>
          </p:cNvSpPr>
          <p:nvPr/>
        </p:nvSpPr>
        <p:spPr bwMode="auto">
          <a:xfrm>
            <a:off x="1995488" y="5600700"/>
            <a:ext cx="271462" cy="155575"/>
          </a:xfrm>
          <a:custGeom>
            <a:avLst/>
            <a:gdLst>
              <a:gd name="T0" fmla="*/ 2147483646 w 171"/>
              <a:gd name="T1" fmla="*/ 2147483646 h 98"/>
              <a:gd name="T2" fmla="*/ 2147483646 w 171"/>
              <a:gd name="T3" fmla="*/ 2147483646 h 98"/>
              <a:gd name="T4" fmla="*/ 2147483646 w 171"/>
              <a:gd name="T5" fmla="*/ 0 h 98"/>
              <a:gd name="T6" fmla="*/ 2147483646 w 171"/>
              <a:gd name="T7" fmla="*/ 0 h 98"/>
              <a:gd name="T8" fmla="*/ 0 w 171"/>
              <a:gd name="T9" fmla="*/ 2147483646 h 98"/>
              <a:gd name="T10" fmla="*/ 0 w 171"/>
              <a:gd name="T11" fmla="*/ 2147483646 h 98"/>
              <a:gd name="T12" fmla="*/ 2147483646 w 171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1" h="98">
                <a:moveTo>
                  <a:pt x="162" y="98"/>
                </a:moveTo>
                <a:lnTo>
                  <a:pt x="171" y="81"/>
                </a:lnTo>
                <a:lnTo>
                  <a:pt x="9" y="0"/>
                </a:lnTo>
                <a:lnTo>
                  <a:pt x="0" y="16"/>
                </a:lnTo>
                <a:lnTo>
                  <a:pt x="16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65" name="Freeform 28"/>
          <p:cNvSpPr>
            <a:spLocks/>
          </p:cNvSpPr>
          <p:nvPr/>
        </p:nvSpPr>
        <p:spPr bwMode="auto">
          <a:xfrm>
            <a:off x="1795463" y="5445125"/>
            <a:ext cx="214312" cy="180975"/>
          </a:xfrm>
          <a:custGeom>
            <a:avLst/>
            <a:gdLst>
              <a:gd name="T0" fmla="*/ 2147483646 w 135"/>
              <a:gd name="T1" fmla="*/ 2147483646 h 114"/>
              <a:gd name="T2" fmla="*/ 2147483646 w 135"/>
              <a:gd name="T3" fmla="*/ 2147483646 h 114"/>
              <a:gd name="T4" fmla="*/ 2147483646 w 135"/>
              <a:gd name="T5" fmla="*/ 0 h 114"/>
              <a:gd name="T6" fmla="*/ 2147483646 w 135"/>
              <a:gd name="T7" fmla="*/ 2147483646 h 114"/>
              <a:gd name="T8" fmla="*/ 0 w 135"/>
              <a:gd name="T9" fmla="*/ 2147483646 h 114"/>
              <a:gd name="T10" fmla="*/ 2147483646 w 135"/>
              <a:gd name="T11" fmla="*/ 2147483646 h 114"/>
              <a:gd name="T12" fmla="*/ 2147483646 w 135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114">
                <a:moveTo>
                  <a:pt x="126" y="114"/>
                </a:moveTo>
                <a:lnTo>
                  <a:pt x="135" y="98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26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66" name="Freeform 29"/>
          <p:cNvSpPr>
            <a:spLocks/>
          </p:cNvSpPr>
          <p:nvPr/>
        </p:nvSpPr>
        <p:spPr bwMode="auto">
          <a:xfrm>
            <a:off x="1638300" y="5302250"/>
            <a:ext cx="185738" cy="168275"/>
          </a:xfrm>
          <a:custGeom>
            <a:avLst/>
            <a:gdLst>
              <a:gd name="T0" fmla="*/ 2147483646 w 117"/>
              <a:gd name="T1" fmla="*/ 2147483646 h 106"/>
              <a:gd name="T2" fmla="*/ 2147483646 w 117"/>
              <a:gd name="T3" fmla="*/ 2147483646 h 106"/>
              <a:gd name="T4" fmla="*/ 2147483646 w 117"/>
              <a:gd name="T5" fmla="*/ 0 h 106"/>
              <a:gd name="T6" fmla="*/ 0 w 117"/>
              <a:gd name="T7" fmla="*/ 2147483646 h 106"/>
              <a:gd name="T8" fmla="*/ 2147483646 w 117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7" h="106">
                <a:moveTo>
                  <a:pt x="99" y="106"/>
                </a:moveTo>
                <a:lnTo>
                  <a:pt x="117" y="98"/>
                </a:lnTo>
                <a:lnTo>
                  <a:pt x="18" y="0"/>
                </a:lnTo>
                <a:lnTo>
                  <a:pt x="0" y="8"/>
                </a:lnTo>
                <a:lnTo>
                  <a:pt x="99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67" name="Freeform 30"/>
          <p:cNvSpPr>
            <a:spLocks/>
          </p:cNvSpPr>
          <p:nvPr/>
        </p:nvSpPr>
        <p:spPr bwMode="auto">
          <a:xfrm>
            <a:off x="7310438" y="5302250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2147483646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0 h 16"/>
              <a:gd name="T10" fmla="*/ 2147483646 w 18"/>
              <a:gd name="T11" fmla="*/ 0 h 16"/>
              <a:gd name="T12" fmla="*/ 0 w 18"/>
              <a:gd name="T13" fmla="*/ 0 h 16"/>
              <a:gd name="T14" fmla="*/ 0 w 18"/>
              <a:gd name="T15" fmla="*/ 2147483646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0" y="16"/>
                </a:move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68" name="Freeform 31"/>
          <p:cNvSpPr>
            <a:spLocks/>
          </p:cNvSpPr>
          <p:nvPr/>
        </p:nvSpPr>
        <p:spPr bwMode="auto">
          <a:xfrm>
            <a:off x="7167563" y="5289550"/>
            <a:ext cx="200025" cy="168275"/>
          </a:xfrm>
          <a:custGeom>
            <a:avLst/>
            <a:gdLst>
              <a:gd name="T0" fmla="*/ 2147483646 w 126"/>
              <a:gd name="T1" fmla="*/ 2147483646 h 106"/>
              <a:gd name="T2" fmla="*/ 2147483646 w 126"/>
              <a:gd name="T3" fmla="*/ 2147483646 h 106"/>
              <a:gd name="T4" fmla="*/ 0 w 126"/>
              <a:gd name="T5" fmla="*/ 2147483646 h 106"/>
              <a:gd name="T6" fmla="*/ 2147483646 w 126"/>
              <a:gd name="T7" fmla="*/ 0 h 106"/>
              <a:gd name="T8" fmla="*/ 2147483646 w 126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69" name="Freeform 32"/>
          <p:cNvSpPr>
            <a:spLocks/>
          </p:cNvSpPr>
          <p:nvPr/>
        </p:nvSpPr>
        <p:spPr bwMode="auto">
          <a:xfrm>
            <a:off x="7167563" y="5289550"/>
            <a:ext cx="200025" cy="168275"/>
          </a:xfrm>
          <a:custGeom>
            <a:avLst/>
            <a:gdLst>
              <a:gd name="T0" fmla="*/ 2147483646 w 126"/>
              <a:gd name="T1" fmla="*/ 2147483646 h 106"/>
              <a:gd name="T2" fmla="*/ 2147483646 w 126"/>
              <a:gd name="T3" fmla="*/ 2147483646 h 106"/>
              <a:gd name="T4" fmla="*/ 0 w 126"/>
              <a:gd name="T5" fmla="*/ 2147483646 h 106"/>
              <a:gd name="T6" fmla="*/ 2147483646 w 126"/>
              <a:gd name="T7" fmla="*/ 0 h 106"/>
              <a:gd name="T8" fmla="*/ 2147483646 w 126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70" name="Freeform 33"/>
          <p:cNvSpPr>
            <a:spLocks/>
          </p:cNvSpPr>
          <p:nvPr/>
        </p:nvSpPr>
        <p:spPr bwMode="auto">
          <a:xfrm>
            <a:off x="7596188" y="1697038"/>
            <a:ext cx="228600" cy="246062"/>
          </a:xfrm>
          <a:custGeom>
            <a:avLst/>
            <a:gdLst>
              <a:gd name="T0" fmla="*/ 2147483646 w 144"/>
              <a:gd name="T1" fmla="*/ 0 h 155"/>
              <a:gd name="T2" fmla="*/ 0 w 144"/>
              <a:gd name="T3" fmla="*/ 2147483646 h 155"/>
              <a:gd name="T4" fmla="*/ 2147483646 w 144"/>
              <a:gd name="T5" fmla="*/ 2147483646 h 155"/>
              <a:gd name="T6" fmla="*/ 2147483646 w 144"/>
              <a:gd name="T7" fmla="*/ 2147483646 h 155"/>
              <a:gd name="T8" fmla="*/ 2147483646 w 144"/>
              <a:gd name="T9" fmla="*/ 2147483646 h 155"/>
              <a:gd name="T10" fmla="*/ 2147483646 w 144"/>
              <a:gd name="T11" fmla="*/ 2147483646 h 155"/>
              <a:gd name="T12" fmla="*/ 2147483646 w 144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55">
                <a:moveTo>
                  <a:pt x="18" y="0"/>
                </a:moveTo>
                <a:lnTo>
                  <a:pt x="0" y="8"/>
                </a:lnTo>
                <a:lnTo>
                  <a:pt x="126" y="155"/>
                </a:lnTo>
                <a:lnTo>
                  <a:pt x="14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71" name="Freeform 34"/>
          <p:cNvSpPr>
            <a:spLocks/>
          </p:cNvSpPr>
          <p:nvPr/>
        </p:nvSpPr>
        <p:spPr bwMode="auto">
          <a:xfrm>
            <a:off x="7796213" y="1930400"/>
            <a:ext cx="185737" cy="260350"/>
          </a:xfrm>
          <a:custGeom>
            <a:avLst/>
            <a:gdLst>
              <a:gd name="T0" fmla="*/ 2147483646 w 117"/>
              <a:gd name="T1" fmla="*/ 0 h 164"/>
              <a:gd name="T2" fmla="*/ 0 w 117"/>
              <a:gd name="T3" fmla="*/ 2147483646 h 164"/>
              <a:gd name="T4" fmla="*/ 2147483646 w 117"/>
              <a:gd name="T5" fmla="*/ 2147483646 h 164"/>
              <a:gd name="T6" fmla="*/ 2147483646 w 117"/>
              <a:gd name="T7" fmla="*/ 2147483646 h 164"/>
              <a:gd name="T8" fmla="*/ 2147483646 w 117"/>
              <a:gd name="T9" fmla="*/ 2147483646 h 164"/>
              <a:gd name="T10" fmla="*/ 2147483646 w 117"/>
              <a:gd name="T11" fmla="*/ 2147483646 h 164"/>
              <a:gd name="T12" fmla="*/ 2147483646 w 117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7" h="164">
                <a:moveTo>
                  <a:pt x="18" y="0"/>
                </a:moveTo>
                <a:lnTo>
                  <a:pt x="0" y="8"/>
                </a:lnTo>
                <a:lnTo>
                  <a:pt x="99" y="164"/>
                </a:lnTo>
                <a:lnTo>
                  <a:pt x="117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72" name="Freeform 35"/>
          <p:cNvSpPr>
            <a:spLocks/>
          </p:cNvSpPr>
          <p:nvPr/>
        </p:nvSpPr>
        <p:spPr bwMode="auto">
          <a:xfrm>
            <a:off x="7953375" y="2176463"/>
            <a:ext cx="142875" cy="247650"/>
          </a:xfrm>
          <a:custGeom>
            <a:avLst/>
            <a:gdLst>
              <a:gd name="T0" fmla="*/ 2147483646 w 90"/>
              <a:gd name="T1" fmla="*/ 0 h 156"/>
              <a:gd name="T2" fmla="*/ 0 w 90"/>
              <a:gd name="T3" fmla="*/ 2147483646 h 156"/>
              <a:gd name="T4" fmla="*/ 2147483646 w 90"/>
              <a:gd name="T5" fmla="*/ 2147483646 h 156"/>
              <a:gd name="T6" fmla="*/ 2147483646 w 90"/>
              <a:gd name="T7" fmla="*/ 2147483646 h 156"/>
              <a:gd name="T8" fmla="*/ 2147483646 w 90"/>
              <a:gd name="T9" fmla="*/ 2147483646 h 156"/>
              <a:gd name="T10" fmla="*/ 2147483646 w 90"/>
              <a:gd name="T11" fmla="*/ 2147483646 h 156"/>
              <a:gd name="T12" fmla="*/ 2147483646 w 90"/>
              <a:gd name="T13" fmla="*/ 0 h 1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0" h="156">
                <a:moveTo>
                  <a:pt x="18" y="0"/>
                </a:moveTo>
                <a:lnTo>
                  <a:pt x="0" y="9"/>
                </a:lnTo>
                <a:lnTo>
                  <a:pt x="72" y="156"/>
                </a:lnTo>
                <a:lnTo>
                  <a:pt x="90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73" name="Freeform 36"/>
          <p:cNvSpPr>
            <a:spLocks/>
          </p:cNvSpPr>
          <p:nvPr/>
        </p:nvSpPr>
        <p:spPr bwMode="auto">
          <a:xfrm>
            <a:off x="8067675" y="2409825"/>
            <a:ext cx="114300" cy="260350"/>
          </a:xfrm>
          <a:custGeom>
            <a:avLst/>
            <a:gdLst>
              <a:gd name="T0" fmla="*/ 2147483646 w 72"/>
              <a:gd name="T1" fmla="*/ 0 h 164"/>
              <a:gd name="T2" fmla="*/ 0 w 72"/>
              <a:gd name="T3" fmla="*/ 2147483646 h 164"/>
              <a:gd name="T4" fmla="*/ 2147483646 w 72"/>
              <a:gd name="T5" fmla="*/ 2147483646 h 164"/>
              <a:gd name="T6" fmla="*/ 2147483646 w 72"/>
              <a:gd name="T7" fmla="*/ 2147483646 h 164"/>
              <a:gd name="T8" fmla="*/ 2147483646 w 72"/>
              <a:gd name="T9" fmla="*/ 2147483646 h 164"/>
              <a:gd name="T10" fmla="*/ 2147483646 w 72"/>
              <a:gd name="T11" fmla="*/ 2147483646 h 164"/>
              <a:gd name="T12" fmla="*/ 2147483646 w 72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2" h="164">
                <a:moveTo>
                  <a:pt x="18" y="0"/>
                </a:moveTo>
                <a:lnTo>
                  <a:pt x="0" y="9"/>
                </a:lnTo>
                <a:lnTo>
                  <a:pt x="54" y="164"/>
                </a:lnTo>
                <a:lnTo>
                  <a:pt x="54" y="156"/>
                </a:lnTo>
                <a:lnTo>
                  <a:pt x="72" y="156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74" name="Freeform 37"/>
          <p:cNvSpPr>
            <a:spLocks/>
          </p:cNvSpPr>
          <p:nvPr/>
        </p:nvSpPr>
        <p:spPr bwMode="auto">
          <a:xfrm>
            <a:off x="8153400" y="2657475"/>
            <a:ext cx="85725" cy="233363"/>
          </a:xfrm>
          <a:custGeom>
            <a:avLst/>
            <a:gdLst>
              <a:gd name="T0" fmla="*/ 2147483646 w 54"/>
              <a:gd name="T1" fmla="*/ 0 h 147"/>
              <a:gd name="T2" fmla="*/ 0 w 54"/>
              <a:gd name="T3" fmla="*/ 0 h 147"/>
              <a:gd name="T4" fmla="*/ 2147483646 w 54"/>
              <a:gd name="T5" fmla="*/ 2147483646 h 147"/>
              <a:gd name="T6" fmla="*/ 2147483646 w 54"/>
              <a:gd name="T7" fmla="*/ 2147483646 h 147"/>
              <a:gd name="T8" fmla="*/ 2147483646 w 54"/>
              <a:gd name="T9" fmla="*/ 2147483646 h 147"/>
              <a:gd name="T10" fmla="*/ 2147483646 w 54"/>
              <a:gd name="T11" fmla="*/ 2147483646 h 147"/>
              <a:gd name="T12" fmla="*/ 2147483646 w 54"/>
              <a:gd name="T13" fmla="*/ 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4" h="147">
                <a:moveTo>
                  <a:pt x="18" y="0"/>
                </a:moveTo>
                <a:lnTo>
                  <a:pt x="0" y="0"/>
                </a:lnTo>
                <a:lnTo>
                  <a:pt x="36" y="147"/>
                </a:lnTo>
                <a:lnTo>
                  <a:pt x="5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75" name="Freeform 38"/>
          <p:cNvSpPr>
            <a:spLocks/>
          </p:cNvSpPr>
          <p:nvPr/>
        </p:nvSpPr>
        <p:spPr bwMode="auto">
          <a:xfrm>
            <a:off x="8210550" y="2890838"/>
            <a:ext cx="57150" cy="246062"/>
          </a:xfrm>
          <a:custGeom>
            <a:avLst/>
            <a:gdLst>
              <a:gd name="T0" fmla="*/ 2147483646 w 36"/>
              <a:gd name="T1" fmla="*/ 0 h 155"/>
              <a:gd name="T2" fmla="*/ 0 w 36"/>
              <a:gd name="T3" fmla="*/ 0 h 155"/>
              <a:gd name="T4" fmla="*/ 2147483646 w 36"/>
              <a:gd name="T5" fmla="*/ 2147483646 h 155"/>
              <a:gd name="T6" fmla="*/ 2147483646 w 36"/>
              <a:gd name="T7" fmla="*/ 2147483646 h 155"/>
              <a:gd name="T8" fmla="*/ 2147483646 w 36"/>
              <a:gd name="T9" fmla="*/ 2147483646 h 155"/>
              <a:gd name="T10" fmla="*/ 2147483646 w 36"/>
              <a:gd name="T11" fmla="*/ 2147483646 h 155"/>
              <a:gd name="T12" fmla="*/ 2147483646 w 36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6" h="155">
                <a:moveTo>
                  <a:pt x="18" y="0"/>
                </a:moveTo>
                <a:lnTo>
                  <a:pt x="0" y="0"/>
                </a:lnTo>
                <a:lnTo>
                  <a:pt x="18" y="155"/>
                </a:lnTo>
                <a:lnTo>
                  <a:pt x="36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76" name="Freeform 39"/>
          <p:cNvSpPr>
            <a:spLocks/>
          </p:cNvSpPr>
          <p:nvPr/>
        </p:nvSpPr>
        <p:spPr bwMode="auto">
          <a:xfrm>
            <a:off x="8196263" y="3136900"/>
            <a:ext cx="71437" cy="479425"/>
          </a:xfrm>
          <a:custGeom>
            <a:avLst/>
            <a:gdLst>
              <a:gd name="T0" fmla="*/ 2147483646 w 45"/>
              <a:gd name="T1" fmla="*/ 0 h 302"/>
              <a:gd name="T2" fmla="*/ 2147483646 w 45"/>
              <a:gd name="T3" fmla="*/ 0 h 302"/>
              <a:gd name="T4" fmla="*/ 0 w 45"/>
              <a:gd name="T5" fmla="*/ 2147483646 h 302"/>
              <a:gd name="T6" fmla="*/ 0 w 45"/>
              <a:gd name="T7" fmla="*/ 2147483646 h 302"/>
              <a:gd name="T8" fmla="*/ 2147483646 w 45"/>
              <a:gd name="T9" fmla="*/ 2147483646 h 302"/>
              <a:gd name="T10" fmla="*/ 2147483646 w 45"/>
              <a:gd name="T11" fmla="*/ 2147483646 h 302"/>
              <a:gd name="T12" fmla="*/ 2147483646 w 45"/>
              <a:gd name="T13" fmla="*/ 0 h 30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5" h="302">
                <a:moveTo>
                  <a:pt x="45" y="0"/>
                </a:moveTo>
                <a:lnTo>
                  <a:pt x="27" y="0"/>
                </a:lnTo>
                <a:lnTo>
                  <a:pt x="0" y="294"/>
                </a:lnTo>
                <a:lnTo>
                  <a:pt x="18" y="302"/>
                </a:lnTo>
                <a:lnTo>
                  <a:pt x="18" y="294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77" name="Freeform 40"/>
          <p:cNvSpPr>
            <a:spLocks/>
          </p:cNvSpPr>
          <p:nvPr/>
        </p:nvSpPr>
        <p:spPr bwMode="auto">
          <a:xfrm>
            <a:off x="8081963" y="3603625"/>
            <a:ext cx="142875" cy="427038"/>
          </a:xfrm>
          <a:custGeom>
            <a:avLst/>
            <a:gdLst>
              <a:gd name="T0" fmla="*/ 2147483646 w 90"/>
              <a:gd name="T1" fmla="*/ 2147483646 h 269"/>
              <a:gd name="T2" fmla="*/ 2147483646 w 90"/>
              <a:gd name="T3" fmla="*/ 0 h 269"/>
              <a:gd name="T4" fmla="*/ 0 w 90"/>
              <a:gd name="T5" fmla="*/ 2147483646 h 269"/>
              <a:gd name="T6" fmla="*/ 0 w 90"/>
              <a:gd name="T7" fmla="*/ 2147483646 h 269"/>
              <a:gd name="T8" fmla="*/ 2147483646 w 90"/>
              <a:gd name="T9" fmla="*/ 2147483646 h 269"/>
              <a:gd name="T10" fmla="*/ 2147483646 w 90"/>
              <a:gd name="T11" fmla="*/ 2147483646 h 269"/>
              <a:gd name="T12" fmla="*/ 2147483646 w 90"/>
              <a:gd name="T13" fmla="*/ 2147483646 h 26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0" h="269">
                <a:moveTo>
                  <a:pt x="90" y="8"/>
                </a:moveTo>
                <a:lnTo>
                  <a:pt x="72" y="0"/>
                </a:lnTo>
                <a:lnTo>
                  <a:pt x="0" y="261"/>
                </a:lnTo>
                <a:lnTo>
                  <a:pt x="18" y="269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78" name="Freeform 41"/>
          <p:cNvSpPr>
            <a:spLocks/>
          </p:cNvSpPr>
          <p:nvPr/>
        </p:nvSpPr>
        <p:spPr bwMode="auto">
          <a:xfrm>
            <a:off x="7896225" y="4017963"/>
            <a:ext cx="214313" cy="466725"/>
          </a:xfrm>
          <a:custGeom>
            <a:avLst/>
            <a:gdLst>
              <a:gd name="T0" fmla="*/ 2147483646 w 135"/>
              <a:gd name="T1" fmla="*/ 2147483646 h 294"/>
              <a:gd name="T2" fmla="*/ 2147483646 w 135"/>
              <a:gd name="T3" fmla="*/ 0 h 294"/>
              <a:gd name="T4" fmla="*/ 0 w 135"/>
              <a:gd name="T5" fmla="*/ 2147483646 h 294"/>
              <a:gd name="T6" fmla="*/ 0 w 135"/>
              <a:gd name="T7" fmla="*/ 2147483646 h 294"/>
              <a:gd name="T8" fmla="*/ 2147483646 w 135"/>
              <a:gd name="T9" fmla="*/ 2147483646 h 294"/>
              <a:gd name="T10" fmla="*/ 2147483646 w 135"/>
              <a:gd name="T11" fmla="*/ 2147483646 h 294"/>
              <a:gd name="T12" fmla="*/ 2147483646 w 135"/>
              <a:gd name="T13" fmla="*/ 2147483646 h 2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294">
                <a:moveTo>
                  <a:pt x="135" y="8"/>
                </a:moveTo>
                <a:lnTo>
                  <a:pt x="117" y="0"/>
                </a:lnTo>
                <a:lnTo>
                  <a:pt x="0" y="286"/>
                </a:lnTo>
                <a:lnTo>
                  <a:pt x="18" y="294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79" name="Freeform 42"/>
          <p:cNvSpPr>
            <a:spLocks/>
          </p:cNvSpPr>
          <p:nvPr/>
        </p:nvSpPr>
        <p:spPr bwMode="auto">
          <a:xfrm>
            <a:off x="7639050" y="4471988"/>
            <a:ext cx="285750" cy="454025"/>
          </a:xfrm>
          <a:custGeom>
            <a:avLst/>
            <a:gdLst>
              <a:gd name="T0" fmla="*/ 2147483646 w 180"/>
              <a:gd name="T1" fmla="*/ 2147483646 h 286"/>
              <a:gd name="T2" fmla="*/ 2147483646 w 180"/>
              <a:gd name="T3" fmla="*/ 0 h 286"/>
              <a:gd name="T4" fmla="*/ 0 w 180"/>
              <a:gd name="T5" fmla="*/ 2147483646 h 286"/>
              <a:gd name="T6" fmla="*/ 0 w 180"/>
              <a:gd name="T7" fmla="*/ 2147483646 h 286"/>
              <a:gd name="T8" fmla="*/ 2147483646 w 180"/>
              <a:gd name="T9" fmla="*/ 2147483646 h 286"/>
              <a:gd name="T10" fmla="*/ 2147483646 w 180"/>
              <a:gd name="T11" fmla="*/ 2147483646 h 286"/>
              <a:gd name="T12" fmla="*/ 2147483646 w 180"/>
              <a:gd name="T13" fmla="*/ 2147483646 h 2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0" h="286">
                <a:moveTo>
                  <a:pt x="180" y="8"/>
                </a:moveTo>
                <a:lnTo>
                  <a:pt x="162" y="0"/>
                </a:lnTo>
                <a:lnTo>
                  <a:pt x="0" y="278"/>
                </a:lnTo>
                <a:lnTo>
                  <a:pt x="18" y="286"/>
                </a:lnTo>
                <a:lnTo>
                  <a:pt x="18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80" name="Freeform 43"/>
          <p:cNvSpPr>
            <a:spLocks/>
          </p:cNvSpPr>
          <p:nvPr/>
        </p:nvSpPr>
        <p:spPr bwMode="auto">
          <a:xfrm>
            <a:off x="7481888" y="4913313"/>
            <a:ext cx="185737" cy="220662"/>
          </a:xfrm>
          <a:custGeom>
            <a:avLst/>
            <a:gdLst>
              <a:gd name="T0" fmla="*/ 2147483646 w 117"/>
              <a:gd name="T1" fmla="*/ 2147483646 h 139"/>
              <a:gd name="T2" fmla="*/ 2147483646 w 117"/>
              <a:gd name="T3" fmla="*/ 0 h 139"/>
              <a:gd name="T4" fmla="*/ 0 w 117"/>
              <a:gd name="T5" fmla="*/ 2147483646 h 139"/>
              <a:gd name="T6" fmla="*/ 0 w 117"/>
              <a:gd name="T7" fmla="*/ 2147483646 h 139"/>
              <a:gd name="T8" fmla="*/ 2147483646 w 117"/>
              <a:gd name="T9" fmla="*/ 2147483646 h 139"/>
              <a:gd name="T10" fmla="*/ 2147483646 w 117"/>
              <a:gd name="T11" fmla="*/ 2147483646 h 139"/>
              <a:gd name="T12" fmla="*/ 2147483646 w 117"/>
              <a:gd name="T13" fmla="*/ 2147483646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7" h="139">
                <a:moveTo>
                  <a:pt x="117" y="8"/>
                </a:moveTo>
                <a:lnTo>
                  <a:pt x="99" y="0"/>
                </a:lnTo>
                <a:lnTo>
                  <a:pt x="0" y="131"/>
                </a:lnTo>
                <a:lnTo>
                  <a:pt x="18" y="139"/>
                </a:lnTo>
                <a:lnTo>
                  <a:pt x="117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81" name="Freeform 44"/>
          <p:cNvSpPr>
            <a:spLocks/>
          </p:cNvSpPr>
          <p:nvPr/>
        </p:nvSpPr>
        <p:spPr bwMode="auto">
          <a:xfrm>
            <a:off x="7296150" y="5121275"/>
            <a:ext cx="214313" cy="206375"/>
          </a:xfrm>
          <a:custGeom>
            <a:avLst/>
            <a:gdLst>
              <a:gd name="T0" fmla="*/ 2147483646 w 135"/>
              <a:gd name="T1" fmla="*/ 2147483646 h 130"/>
              <a:gd name="T2" fmla="*/ 2147483646 w 135"/>
              <a:gd name="T3" fmla="*/ 0 h 130"/>
              <a:gd name="T4" fmla="*/ 0 w 135"/>
              <a:gd name="T5" fmla="*/ 2147483646 h 130"/>
              <a:gd name="T6" fmla="*/ 2147483646 w 135"/>
              <a:gd name="T7" fmla="*/ 2147483646 h 130"/>
              <a:gd name="T8" fmla="*/ 2147483646 w 135"/>
              <a:gd name="T9" fmla="*/ 2147483646 h 1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5" h="130">
                <a:moveTo>
                  <a:pt x="135" y="8"/>
                </a:moveTo>
                <a:lnTo>
                  <a:pt x="117" y="0"/>
                </a:lnTo>
                <a:lnTo>
                  <a:pt x="0" y="122"/>
                </a:lnTo>
                <a:lnTo>
                  <a:pt x="18" y="130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82" name="Freeform 45"/>
          <p:cNvSpPr>
            <a:spLocks/>
          </p:cNvSpPr>
          <p:nvPr/>
        </p:nvSpPr>
        <p:spPr bwMode="auto">
          <a:xfrm>
            <a:off x="1509713" y="3162300"/>
            <a:ext cx="28575" cy="26988"/>
          </a:xfrm>
          <a:custGeom>
            <a:avLst/>
            <a:gdLst>
              <a:gd name="T0" fmla="*/ 2147483646 w 18"/>
              <a:gd name="T1" fmla="*/ 2147483646 h 17"/>
              <a:gd name="T2" fmla="*/ 2147483646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0 h 17"/>
              <a:gd name="T10" fmla="*/ 2147483646 w 18"/>
              <a:gd name="T11" fmla="*/ 0 h 17"/>
              <a:gd name="T12" fmla="*/ 0 w 18"/>
              <a:gd name="T13" fmla="*/ 2147483646 h 17"/>
              <a:gd name="T14" fmla="*/ 0 w 18"/>
              <a:gd name="T15" fmla="*/ 2147483646 h 17"/>
              <a:gd name="T16" fmla="*/ 2147483646 w 18"/>
              <a:gd name="T17" fmla="*/ 2147483646 h 17"/>
              <a:gd name="T18" fmla="*/ 2147483646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7">
                <a:moveTo>
                  <a:pt x="9" y="17"/>
                </a:moveTo>
                <a:lnTo>
                  <a:pt x="9" y="17"/>
                </a:lnTo>
                <a:lnTo>
                  <a:pt x="18" y="17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0" y="17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83" name="Freeform 46"/>
          <p:cNvSpPr>
            <a:spLocks/>
          </p:cNvSpPr>
          <p:nvPr/>
        </p:nvSpPr>
        <p:spPr bwMode="auto">
          <a:xfrm>
            <a:off x="1409700" y="3162300"/>
            <a:ext cx="171450" cy="195263"/>
          </a:xfrm>
          <a:custGeom>
            <a:avLst/>
            <a:gdLst>
              <a:gd name="T0" fmla="*/ 2147483646 w 108"/>
              <a:gd name="T1" fmla="*/ 2147483646 h 123"/>
              <a:gd name="T2" fmla="*/ 2147483646 w 108"/>
              <a:gd name="T3" fmla="*/ 2147483646 h 123"/>
              <a:gd name="T4" fmla="*/ 0 w 108"/>
              <a:gd name="T5" fmla="*/ 2147483646 h 123"/>
              <a:gd name="T6" fmla="*/ 2147483646 w 108"/>
              <a:gd name="T7" fmla="*/ 0 h 123"/>
              <a:gd name="T8" fmla="*/ 2147483646 w 108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84" name="Freeform 47"/>
          <p:cNvSpPr>
            <a:spLocks/>
          </p:cNvSpPr>
          <p:nvPr/>
        </p:nvSpPr>
        <p:spPr bwMode="auto">
          <a:xfrm>
            <a:off x="1409700" y="3162300"/>
            <a:ext cx="171450" cy="195263"/>
          </a:xfrm>
          <a:custGeom>
            <a:avLst/>
            <a:gdLst>
              <a:gd name="T0" fmla="*/ 2147483646 w 108"/>
              <a:gd name="T1" fmla="*/ 2147483646 h 123"/>
              <a:gd name="T2" fmla="*/ 2147483646 w 108"/>
              <a:gd name="T3" fmla="*/ 2147483646 h 123"/>
              <a:gd name="T4" fmla="*/ 0 w 108"/>
              <a:gd name="T5" fmla="*/ 2147483646 h 123"/>
              <a:gd name="T6" fmla="*/ 2147483646 w 108"/>
              <a:gd name="T7" fmla="*/ 0 h 123"/>
              <a:gd name="T8" fmla="*/ 2147483646 w 108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85" name="Freeform 48"/>
          <p:cNvSpPr>
            <a:spLocks/>
          </p:cNvSpPr>
          <p:nvPr/>
        </p:nvSpPr>
        <p:spPr bwMode="auto">
          <a:xfrm>
            <a:off x="6753225" y="2514600"/>
            <a:ext cx="285750" cy="311150"/>
          </a:xfrm>
          <a:custGeom>
            <a:avLst/>
            <a:gdLst>
              <a:gd name="T0" fmla="*/ 2147483646 w 180"/>
              <a:gd name="T1" fmla="*/ 2147483646 h 196"/>
              <a:gd name="T2" fmla="*/ 2147483646 w 180"/>
              <a:gd name="T3" fmla="*/ 2147483646 h 196"/>
              <a:gd name="T4" fmla="*/ 2147483646 w 180"/>
              <a:gd name="T5" fmla="*/ 0 h 196"/>
              <a:gd name="T6" fmla="*/ 2147483646 w 180"/>
              <a:gd name="T7" fmla="*/ 0 h 196"/>
              <a:gd name="T8" fmla="*/ 0 w 180"/>
              <a:gd name="T9" fmla="*/ 2147483646 h 196"/>
              <a:gd name="T10" fmla="*/ 0 w 180"/>
              <a:gd name="T11" fmla="*/ 2147483646 h 196"/>
              <a:gd name="T12" fmla="*/ 2147483646 w 180"/>
              <a:gd name="T13" fmla="*/ 2147483646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0" h="196">
                <a:moveTo>
                  <a:pt x="162" y="196"/>
                </a:moveTo>
                <a:lnTo>
                  <a:pt x="180" y="188"/>
                </a:lnTo>
                <a:lnTo>
                  <a:pt x="18" y="0"/>
                </a:lnTo>
                <a:lnTo>
                  <a:pt x="0" y="8"/>
                </a:lnTo>
                <a:lnTo>
                  <a:pt x="162" y="19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86" name="Freeform 49"/>
          <p:cNvSpPr>
            <a:spLocks/>
          </p:cNvSpPr>
          <p:nvPr/>
        </p:nvSpPr>
        <p:spPr bwMode="auto">
          <a:xfrm>
            <a:off x="6467475" y="2228850"/>
            <a:ext cx="314325" cy="298450"/>
          </a:xfrm>
          <a:custGeom>
            <a:avLst/>
            <a:gdLst>
              <a:gd name="T0" fmla="*/ 2147483646 w 198"/>
              <a:gd name="T1" fmla="*/ 2147483646 h 188"/>
              <a:gd name="T2" fmla="*/ 2147483646 w 198"/>
              <a:gd name="T3" fmla="*/ 2147483646 h 188"/>
              <a:gd name="T4" fmla="*/ 2147483646 w 198"/>
              <a:gd name="T5" fmla="*/ 2147483646 h 188"/>
              <a:gd name="T6" fmla="*/ 2147483646 w 198"/>
              <a:gd name="T7" fmla="*/ 0 h 188"/>
              <a:gd name="T8" fmla="*/ 2147483646 w 198"/>
              <a:gd name="T9" fmla="*/ 2147483646 h 188"/>
              <a:gd name="T10" fmla="*/ 0 w 198"/>
              <a:gd name="T11" fmla="*/ 2147483646 h 188"/>
              <a:gd name="T12" fmla="*/ 2147483646 w 198"/>
              <a:gd name="T13" fmla="*/ 2147483646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8" h="188">
                <a:moveTo>
                  <a:pt x="180" y="188"/>
                </a:moveTo>
                <a:lnTo>
                  <a:pt x="198" y="180"/>
                </a:lnTo>
                <a:lnTo>
                  <a:pt x="18" y="8"/>
                </a:lnTo>
                <a:lnTo>
                  <a:pt x="18" y="0"/>
                </a:lnTo>
                <a:lnTo>
                  <a:pt x="9" y="16"/>
                </a:lnTo>
                <a:lnTo>
                  <a:pt x="0" y="16"/>
                </a:lnTo>
                <a:lnTo>
                  <a:pt x="18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87" name="Freeform 50"/>
          <p:cNvSpPr>
            <a:spLocks/>
          </p:cNvSpPr>
          <p:nvPr/>
        </p:nvSpPr>
        <p:spPr bwMode="auto">
          <a:xfrm>
            <a:off x="6153150" y="2020888"/>
            <a:ext cx="342900" cy="233362"/>
          </a:xfrm>
          <a:custGeom>
            <a:avLst/>
            <a:gdLst>
              <a:gd name="T0" fmla="*/ 2147483646 w 216"/>
              <a:gd name="T1" fmla="*/ 2147483646 h 147"/>
              <a:gd name="T2" fmla="*/ 2147483646 w 216"/>
              <a:gd name="T3" fmla="*/ 2147483646 h 147"/>
              <a:gd name="T4" fmla="*/ 2147483646 w 216"/>
              <a:gd name="T5" fmla="*/ 0 h 147"/>
              <a:gd name="T6" fmla="*/ 2147483646 w 216"/>
              <a:gd name="T7" fmla="*/ 0 h 147"/>
              <a:gd name="T8" fmla="*/ 0 w 216"/>
              <a:gd name="T9" fmla="*/ 2147483646 h 147"/>
              <a:gd name="T10" fmla="*/ 0 w 216"/>
              <a:gd name="T11" fmla="*/ 2147483646 h 147"/>
              <a:gd name="T12" fmla="*/ 2147483646 w 216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147">
                <a:moveTo>
                  <a:pt x="207" y="147"/>
                </a:moveTo>
                <a:lnTo>
                  <a:pt x="216" y="131"/>
                </a:lnTo>
                <a:lnTo>
                  <a:pt x="9" y="0"/>
                </a:lnTo>
                <a:lnTo>
                  <a:pt x="0" y="17"/>
                </a:lnTo>
                <a:lnTo>
                  <a:pt x="207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88" name="Freeform 51"/>
          <p:cNvSpPr>
            <a:spLocks/>
          </p:cNvSpPr>
          <p:nvPr/>
        </p:nvSpPr>
        <p:spPr bwMode="auto">
          <a:xfrm>
            <a:off x="5810250" y="1839913"/>
            <a:ext cx="357188" cy="207962"/>
          </a:xfrm>
          <a:custGeom>
            <a:avLst/>
            <a:gdLst>
              <a:gd name="T0" fmla="*/ 2147483646 w 225"/>
              <a:gd name="T1" fmla="*/ 2147483646 h 131"/>
              <a:gd name="T2" fmla="*/ 2147483646 w 225"/>
              <a:gd name="T3" fmla="*/ 2147483646 h 131"/>
              <a:gd name="T4" fmla="*/ 2147483646 w 225"/>
              <a:gd name="T5" fmla="*/ 0 h 131"/>
              <a:gd name="T6" fmla="*/ 2147483646 w 225"/>
              <a:gd name="T7" fmla="*/ 0 h 131"/>
              <a:gd name="T8" fmla="*/ 0 w 225"/>
              <a:gd name="T9" fmla="*/ 2147483646 h 131"/>
              <a:gd name="T10" fmla="*/ 0 w 225"/>
              <a:gd name="T11" fmla="*/ 2147483646 h 131"/>
              <a:gd name="T12" fmla="*/ 2147483646 w 225"/>
              <a:gd name="T13" fmla="*/ 2147483646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131">
                <a:moveTo>
                  <a:pt x="216" y="131"/>
                </a:moveTo>
                <a:lnTo>
                  <a:pt x="225" y="114"/>
                </a:lnTo>
                <a:lnTo>
                  <a:pt x="9" y="0"/>
                </a:lnTo>
                <a:lnTo>
                  <a:pt x="0" y="16"/>
                </a:lnTo>
                <a:lnTo>
                  <a:pt x="216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89" name="Freeform 52"/>
          <p:cNvSpPr>
            <a:spLocks/>
          </p:cNvSpPr>
          <p:nvPr/>
        </p:nvSpPr>
        <p:spPr bwMode="auto">
          <a:xfrm>
            <a:off x="5424488" y="1724025"/>
            <a:ext cx="400050" cy="141288"/>
          </a:xfrm>
          <a:custGeom>
            <a:avLst/>
            <a:gdLst>
              <a:gd name="T0" fmla="*/ 2147483646 w 252"/>
              <a:gd name="T1" fmla="*/ 2147483646 h 89"/>
              <a:gd name="T2" fmla="*/ 2147483646 w 252"/>
              <a:gd name="T3" fmla="*/ 2147483646 h 89"/>
              <a:gd name="T4" fmla="*/ 2147483646 w 252"/>
              <a:gd name="T5" fmla="*/ 0 h 89"/>
              <a:gd name="T6" fmla="*/ 0 w 252"/>
              <a:gd name="T7" fmla="*/ 0 h 89"/>
              <a:gd name="T8" fmla="*/ 0 w 252"/>
              <a:gd name="T9" fmla="*/ 2147483646 h 89"/>
              <a:gd name="T10" fmla="*/ 0 w 252"/>
              <a:gd name="T11" fmla="*/ 2147483646 h 89"/>
              <a:gd name="T12" fmla="*/ 2147483646 w 252"/>
              <a:gd name="T13" fmla="*/ 2147483646 h 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2" h="89">
                <a:moveTo>
                  <a:pt x="243" y="89"/>
                </a:moveTo>
                <a:lnTo>
                  <a:pt x="252" y="73"/>
                </a:lnTo>
                <a:lnTo>
                  <a:pt x="9" y="0"/>
                </a:lnTo>
                <a:lnTo>
                  <a:pt x="0" y="0"/>
                </a:lnTo>
                <a:lnTo>
                  <a:pt x="0" y="16"/>
                </a:lnTo>
                <a:lnTo>
                  <a:pt x="243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90" name="Freeform 53"/>
          <p:cNvSpPr>
            <a:spLocks/>
          </p:cNvSpPr>
          <p:nvPr/>
        </p:nvSpPr>
        <p:spPr bwMode="auto">
          <a:xfrm>
            <a:off x="5010150" y="1646238"/>
            <a:ext cx="414338" cy="103187"/>
          </a:xfrm>
          <a:custGeom>
            <a:avLst/>
            <a:gdLst>
              <a:gd name="T0" fmla="*/ 2147483646 w 261"/>
              <a:gd name="T1" fmla="*/ 2147483646 h 65"/>
              <a:gd name="T2" fmla="*/ 2147483646 w 261"/>
              <a:gd name="T3" fmla="*/ 2147483646 h 65"/>
              <a:gd name="T4" fmla="*/ 0 w 261"/>
              <a:gd name="T5" fmla="*/ 0 h 65"/>
              <a:gd name="T6" fmla="*/ 0 w 261"/>
              <a:gd name="T7" fmla="*/ 0 h 65"/>
              <a:gd name="T8" fmla="*/ 0 w 261"/>
              <a:gd name="T9" fmla="*/ 2147483646 h 65"/>
              <a:gd name="T10" fmla="*/ 0 w 261"/>
              <a:gd name="T11" fmla="*/ 2147483646 h 65"/>
              <a:gd name="T12" fmla="*/ 2147483646 w 261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61" h="65">
                <a:moveTo>
                  <a:pt x="261" y="65"/>
                </a:moveTo>
                <a:lnTo>
                  <a:pt x="261" y="49"/>
                </a:lnTo>
                <a:lnTo>
                  <a:pt x="0" y="0"/>
                </a:lnTo>
                <a:lnTo>
                  <a:pt x="0" y="16"/>
                </a:lnTo>
                <a:lnTo>
                  <a:pt x="261" y="6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91" name="Freeform 54"/>
          <p:cNvSpPr>
            <a:spLocks/>
          </p:cNvSpPr>
          <p:nvPr/>
        </p:nvSpPr>
        <p:spPr bwMode="auto">
          <a:xfrm>
            <a:off x="4567238" y="1631950"/>
            <a:ext cx="442912" cy="39688"/>
          </a:xfrm>
          <a:custGeom>
            <a:avLst/>
            <a:gdLst>
              <a:gd name="T0" fmla="*/ 2147483646 w 279"/>
              <a:gd name="T1" fmla="*/ 2147483646 h 25"/>
              <a:gd name="T2" fmla="*/ 2147483646 w 279"/>
              <a:gd name="T3" fmla="*/ 2147483646 h 25"/>
              <a:gd name="T4" fmla="*/ 0 w 279"/>
              <a:gd name="T5" fmla="*/ 0 h 25"/>
              <a:gd name="T6" fmla="*/ 0 w 279"/>
              <a:gd name="T7" fmla="*/ 0 h 25"/>
              <a:gd name="T8" fmla="*/ 0 w 279"/>
              <a:gd name="T9" fmla="*/ 2147483646 h 25"/>
              <a:gd name="T10" fmla="*/ 0 w 279"/>
              <a:gd name="T11" fmla="*/ 2147483646 h 25"/>
              <a:gd name="T12" fmla="*/ 2147483646 w 279"/>
              <a:gd name="T13" fmla="*/ 2147483646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9" h="25">
                <a:moveTo>
                  <a:pt x="279" y="25"/>
                </a:moveTo>
                <a:lnTo>
                  <a:pt x="279" y="9"/>
                </a:lnTo>
                <a:lnTo>
                  <a:pt x="0" y="0"/>
                </a:lnTo>
                <a:lnTo>
                  <a:pt x="0" y="17"/>
                </a:lnTo>
                <a:lnTo>
                  <a:pt x="279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92" name="Freeform 55"/>
          <p:cNvSpPr>
            <a:spLocks/>
          </p:cNvSpPr>
          <p:nvPr/>
        </p:nvSpPr>
        <p:spPr bwMode="auto">
          <a:xfrm>
            <a:off x="4110038" y="1631950"/>
            <a:ext cx="457200" cy="65088"/>
          </a:xfrm>
          <a:custGeom>
            <a:avLst/>
            <a:gdLst>
              <a:gd name="T0" fmla="*/ 2147483646 w 288"/>
              <a:gd name="T1" fmla="*/ 2147483646 h 41"/>
              <a:gd name="T2" fmla="*/ 2147483646 w 288"/>
              <a:gd name="T3" fmla="*/ 0 h 41"/>
              <a:gd name="T4" fmla="*/ 0 w 288"/>
              <a:gd name="T5" fmla="*/ 2147483646 h 41"/>
              <a:gd name="T6" fmla="*/ 0 w 288"/>
              <a:gd name="T7" fmla="*/ 2147483646 h 41"/>
              <a:gd name="T8" fmla="*/ 0 w 288"/>
              <a:gd name="T9" fmla="*/ 2147483646 h 41"/>
              <a:gd name="T10" fmla="*/ 0 w 288"/>
              <a:gd name="T11" fmla="*/ 2147483646 h 41"/>
              <a:gd name="T12" fmla="*/ 2147483646 w 288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88" h="41">
                <a:moveTo>
                  <a:pt x="288" y="17"/>
                </a:moveTo>
                <a:lnTo>
                  <a:pt x="288" y="0"/>
                </a:lnTo>
                <a:lnTo>
                  <a:pt x="0" y="25"/>
                </a:lnTo>
                <a:lnTo>
                  <a:pt x="0" y="41"/>
                </a:lnTo>
                <a:lnTo>
                  <a:pt x="288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93" name="Freeform 56"/>
          <p:cNvSpPr>
            <a:spLocks/>
          </p:cNvSpPr>
          <p:nvPr/>
        </p:nvSpPr>
        <p:spPr bwMode="auto">
          <a:xfrm>
            <a:off x="3638550" y="1671638"/>
            <a:ext cx="471488" cy="103187"/>
          </a:xfrm>
          <a:custGeom>
            <a:avLst/>
            <a:gdLst>
              <a:gd name="T0" fmla="*/ 2147483646 w 297"/>
              <a:gd name="T1" fmla="*/ 2147483646 h 65"/>
              <a:gd name="T2" fmla="*/ 2147483646 w 297"/>
              <a:gd name="T3" fmla="*/ 0 h 65"/>
              <a:gd name="T4" fmla="*/ 0 w 297"/>
              <a:gd name="T5" fmla="*/ 2147483646 h 65"/>
              <a:gd name="T6" fmla="*/ 0 w 297"/>
              <a:gd name="T7" fmla="*/ 2147483646 h 65"/>
              <a:gd name="T8" fmla="*/ 2147483646 w 297"/>
              <a:gd name="T9" fmla="*/ 2147483646 h 65"/>
              <a:gd name="T10" fmla="*/ 0 w 297"/>
              <a:gd name="T11" fmla="*/ 2147483646 h 65"/>
              <a:gd name="T12" fmla="*/ 2147483646 w 297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97" h="65">
                <a:moveTo>
                  <a:pt x="297" y="16"/>
                </a:moveTo>
                <a:lnTo>
                  <a:pt x="297" y="0"/>
                </a:lnTo>
                <a:lnTo>
                  <a:pt x="0" y="49"/>
                </a:lnTo>
                <a:lnTo>
                  <a:pt x="9" y="65"/>
                </a:lnTo>
                <a:lnTo>
                  <a:pt x="0" y="65"/>
                </a:lnTo>
                <a:lnTo>
                  <a:pt x="297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94" name="Freeform 57"/>
          <p:cNvSpPr>
            <a:spLocks/>
          </p:cNvSpPr>
          <p:nvPr/>
        </p:nvSpPr>
        <p:spPr bwMode="auto">
          <a:xfrm>
            <a:off x="3224213" y="1749425"/>
            <a:ext cx="428625" cy="130175"/>
          </a:xfrm>
          <a:custGeom>
            <a:avLst/>
            <a:gdLst>
              <a:gd name="T0" fmla="*/ 2147483646 w 270"/>
              <a:gd name="T1" fmla="*/ 2147483646 h 82"/>
              <a:gd name="T2" fmla="*/ 2147483646 w 270"/>
              <a:gd name="T3" fmla="*/ 0 h 82"/>
              <a:gd name="T4" fmla="*/ 0 w 270"/>
              <a:gd name="T5" fmla="*/ 2147483646 h 82"/>
              <a:gd name="T6" fmla="*/ 0 w 270"/>
              <a:gd name="T7" fmla="*/ 2147483646 h 82"/>
              <a:gd name="T8" fmla="*/ 2147483646 w 270"/>
              <a:gd name="T9" fmla="*/ 2147483646 h 82"/>
              <a:gd name="T10" fmla="*/ 2147483646 w 270"/>
              <a:gd name="T11" fmla="*/ 2147483646 h 82"/>
              <a:gd name="T12" fmla="*/ 2147483646 w 270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0" h="82">
                <a:moveTo>
                  <a:pt x="270" y="16"/>
                </a:moveTo>
                <a:lnTo>
                  <a:pt x="261" y="0"/>
                </a:lnTo>
                <a:lnTo>
                  <a:pt x="0" y="65"/>
                </a:lnTo>
                <a:lnTo>
                  <a:pt x="9" y="82"/>
                </a:lnTo>
                <a:lnTo>
                  <a:pt x="27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95" name="Freeform 58"/>
          <p:cNvSpPr>
            <a:spLocks/>
          </p:cNvSpPr>
          <p:nvPr/>
        </p:nvSpPr>
        <p:spPr bwMode="auto">
          <a:xfrm>
            <a:off x="2852738" y="1852613"/>
            <a:ext cx="385762" cy="168275"/>
          </a:xfrm>
          <a:custGeom>
            <a:avLst/>
            <a:gdLst>
              <a:gd name="T0" fmla="*/ 2147483646 w 243"/>
              <a:gd name="T1" fmla="*/ 2147483646 h 106"/>
              <a:gd name="T2" fmla="*/ 2147483646 w 243"/>
              <a:gd name="T3" fmla="*/ 0 h 106"/>
              <a:gd name="T4" fmla="*/ 0 w 243"/>
              <a:gd name="T5" fmla="*/ 2147483646 h 106"/>
              <a:gd name="T6" fmla="*/ 0 w 243"/>
              <a:gd name="T7" fmla="*/ 2147483646 h 106"/>
              <a:gd name="T8" fmla="*/ 2147483646 w 243"/>
              <a:gd name="T9" fmla="*/ 2147483646 h 106"/>
              <a:gd name="T10" fmla="*/ 2147483646 w 243"/>
              <a:gd name="T11" fmla="*/ 2147483646 h 106"/>
              <a:gd name="T12" fmla="*/ 2147483646 w 243"/>
              <a:gd name="T13" fmla="*/ 2147483646 h 1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" h="106">
                <a:moveTo>
                  <a:pt x="243" y="17"/>
                </a:moveTo>
                <a:lnTo>
                  <a:pt x="234" y="0"/>
                </a:lnTo>
                <a:lnTo>
                  <a:pt x="0" y="90"/>
                </a:lnTo>
                <a:lnTo>
                  <a:pt x="9" y="106"/>
                </a:lnTo>
                <a:lnTo>
                  <a:pt x="243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96" name="Freeform 59"/>
          <p:cNvSpPr>
            <a:spLocks/>
          </p:cNvSpPr>
          <p:nvPr/>
        </p:nvSpPr>
        <p:spPr bwMode="auto">
          <a:xfrm>
            <a:off x="2524125" y="1995488"/>
            <a:ext cx="342900" cy="195262"/>
          </a:xfrm>
          <a:custGeom>
            <a:avLst/>
            <a:gdLst>
              <a:gd name="T0" fmla="*/ 2147483646 w 216"/>
              <a:gd name="T1" fmla="*/ 2147483646 h 123"/>
              <a:gd name="T2" fmla="*/ 2147483646 w 216"/>
              <a:gd name="T3" fmla="*/ 0 h 123"/>
              <a:gd name="T4" fmla="*/ 0 w 216"/>
              <a:gd name="T5" fmla="*/ 2147483646 h 123"/>
              <a:gd name="T6" fmla="*/ 0 w 216"/>
              <a:gd name="T7" fmla="*/ 2147483646 h 123"/>
              <a:gd name="T8" fmla="*/ 2147483646 w 216"/>
              <a:gd name="T9" fmla="*/ 2147483646 h 123"/>
              <a:gd name="T10" fmla="*/ 2147483646 w 216"/>
              <a:gd name="T11" fmla="*/ 2147483646 h 123"/>
              <a:gd name="T12" fmla="*/ 2147483646 w 216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123">
                <a:moveTo>
                  <a:pt x="216" y="16"/>
                </a:moveTo>
                <a:lnTo>
                  <a:pt x="207" y="0"/>
                </a:lnTo>
                <a:lnTo>
                  <a:pt x="0" y="106"/>
                </a:lnTo>
                <a:lnTo>
                  <a:pt x="9" y="123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97" name="Freeform 60"/>
          <p:cNvSpPr>
            <a:spLocks/>
          </p:cNvSpPr>
          <p:nvPr/>
        </p:nvSpPr>
        <p:spPr bwMode="auto">
          <a:xfrm>
            <a:off x="2238375" y="2163763"/>
            <a:ext cx="300038" cy="233362"/>
          </a:xfrm>
          <a:custGeom>
            <a:avLst/>
            <a:gdLst>
              <a:gd name="T0" fmla="*/ 2147483646 w 189"/>
              <a:gd name="T1" fmla="*/ 2147483646 h 147"/>
              <a:gd name="T2" fmla="*/ 2147483646 w 189"/>
              <a:gd name="T3" fmla="*/ 0 h 147"/>
              <a:gd name="T4" fmla="*/ 0 w 189"/>
              <a:gd name="T5" fmla="*/ 2147483646 h 147"/>
              <a:gd name="T6" fmla="*/ 0 w 189"/>
              <a:gd name="T7" fmla="*/ 2147483646 h 147"/>
              <a:gd name="T8" fmla="*/ 2147483646 w 189"/>
              <a:gd name="T9" fmla="*/ 2147483646 h 147"/>
              <a:gd name="T10" fmla="*/ 2147483646 w 189"/>
              <a:gd name="T11" fmla="*/ 2147483646 h 147"/>
              <a:gd name="T12" fmla="*/ 2147483646 w 189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47">
                <a:moveTo>
                  <a:pt x="189" y="17"/>
                </a:moveTo>
                <a:lnTo>
                  <a:pt x="180" y="0"/>
                </a:lnTo>
                <a:lnTo>
                  <a:pt x="0" y="131"/>
                </a:lnTo>
                <a:lnTo>
                  <a:pt x="9" y="147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98" name="Freeform 61"/>
          <p:cNvSpPr>
            <a:spLocks/>
          </p:cNvSpPr>
          <p:nvPr/>
        </p:nvSpPr>
        <p:spPr bwMode="auto">
          <a:xfrm>
            <a:off x="1952625" y="2371725"/>
            <a:ext cx="300038" cy="258763"/>
          </a:xfrm>
          <a:custGeom>
            <a:avLst/>
            <a:gdLst>
              <a:gd name="T0" fmla="*/ 2147483646 w 189"/>
              <a:gd name="T1" fmla="*/ 2147483646 h 163"/>
              <a:gd name="T2" fmla="*/ 2147483646 w 189"/>
              <a:gd name="T3" fmla="*/ 0 h 163"/>
              <a:gd name="T4" fmla="*/ 2147483646 w 189"/>
              <a:gd name="T5" fmla="*/ 2147483646 h 163"/>
              <a:gd name="T6" fmla="*/ 0 w 189"/>
              <a:gd name="T7" fmla="*/ 2147483646 h 163"/>
              <a:gd name="T8" fmla="*/ 2147483646 w 189"/>
              <a:gd name="T9" fmla="*/ 2147483646 h 163"/>
              <a:gd name="T10" fmla="*/ 2147483646 w 189"/>
              <a:gd name="T11" fmla="*/ 2147483646 h 163"/>
              <a:gd name="T12" fmla="*/ 2147483646 w 189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9" y="147"/>
                </a:lnTo>
                <a:lnTo>
                  <a:pt x="0" y="155"/>
                </a:lnTo>
                <a:lnTo>
                  <a:pt x="18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99" name="Freeform 62"/>
          <p:cNvSpPr>
            <a:spLocks/>
          </p:cNvSpPr>
          <p:nvPr/>
        </p:nvSpPr>
        <p:spPr bwMode="auto">
          <a:xfrm>
            <a:off x="1724025" y="2617788"/>
            <a:ext cx="257175" cy="273050"/>
          </a:xfrm>
          <a:custGeom>
            <a:avLst/>
            <a:gdLst>
              <a:gd name="T0" fmla="*/ 2147483646 w 162"/>
              <a:gd name="T1" fmla="*/ 2147483646 h 172"/>
              <a:gd name="T2" fmla="*/ 2147483646 w 162"/>
              <a:gd name="T3" fmla="*/ 0 h 172"/>
              <a:gd name="T4" fmla="*/ 0 w 162"/>
              <a:gd name="T5" fmla="*/ 2147483646 h 172"/>
              <a:gd name="T6" fmla="*/ 0 w 162"/>
              <a:gd name="T7" fmla="*/ 2147483646 h 172"/>
              <a:gd name="T8" fmla="*/ 2147483646 w 162"/>
              <a:gd name="T9" fmla="*/ 2147483646 h 172"/>
              <a:gd name="T10" fmla="*/ 2147483646 w 162"/>
              <a:gd name="T11" fmla="*/ 2147483646 h 172"/>
              <a:gd name="T12" fmla="*/ 2147483646 w 162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3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00" name="Freeform 63"/>
          <p:cNvSpPr>
            <a:spLocks/>
          </p:cNvSpPr>
          <p:nvPr/>
        </p:nvSpPr>
        <p:spPr bwMode="auto">
          <a:xfrm>
            <a:off x="1509713" y="2876550"/>
            <a:ext cx="242887" cy="312738"/>
          </a:xfrm>
          <a:custGeom>
            <a:avLst/>
            <a:gdLst>
              <a:gd name="T0" fmla="*/ 2147483646 w 153"/>
              <a:gd name="T1" fmla="*/ 2147483646 h 197"/>
              <a:gd name="T2" fmla="*/ 2147483646 w 153"/>
              <a:gd name="T3" fmla="*/ 0 h 197"/>
              <a:gd name="T4" fmla="*/ 0 w 153"/>
              <a:gd name="T5" fmla="*/ 2147483646 h 197"/>
              <a:gd name="T6" fmla="*/ 2147483646 w 153"/>
              <a:gd name="T7" fmla="*/ 2147483646 h 197"/>
              <a:gd name="T8" fmla="*/ 2147483646 w 153"/>
              <a:gd name="T9" fmla="*/ 2147483646 h 1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3" h="197">
                <a:moveTo>
                  <a:pt x="153" y="9"/>
                </a:moveTo>
                <a:lnTo>
                  <a:pt x="135" y="0"/>
                </a:lnTo>
                <a:lnTo>
                  <a:pt x="0" y="188"/>
                </a:lnTo>
                <a:lnTo>
                  <a:pt x="18" y="197"/>
                </a:lnTo>
                <a:lnTo>
                  <a:pt x="153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01" name="Freeform 64"/>
          <p:cNvSpPr>
            <a:spLocks/>
          </p:cNvSpPr>
          <p:nvPr/>
        </p:nvSpPr>
        <p:spPr bwMode="auto">
          <a:xfrm>
            <a:off x="7539038" y="2138363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2147483646 w 18"/>
              <a:gd name="T3" fmla="*/ 0 h 16"/>
              <a:gd name="T4" fmla="*/ 0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2147483646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9" y="0"/>
                </a:moveTo>
                <a:lnTo>
                  <a:pt x="9" y="0"/>
                </a:ln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02" name="Freeform 65"/>
          <p:cNvSpPr>
            <a:spLocks/>
          </p:cNvSpPr>
          <p:nvPr/>
        </p:nvSpPr>
        <p:spPr bwMode="auto">
          <a:xfrm>
            <a:off x="7496175" y="1943100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03" name="Freeform 66"/>
          <p:cNvSpPr>
            <a:spLocks/>
          </p:cNvSpPr>
          <p:nvPr/>
        </p:nvSpPr>
        <p:spPr bwMode="auto">
          <a:xfrm>
            <a:off x="7496175" y="1943100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04" name="Freeform 67"/>
          <p:cNvSpPr>
            <a:spLocks/>
          </p:cNvSpPr>
          <p:nvPr/>
        </p:nvSpPr>
        <p:spPr bwMode="auto">
          <a:xfrm>
            <a:off x="7096125" y="2695575"/>
            <a:ext cx="200025" cy="180975"/>
          </a:xfrm>
          <a:custGeom>
            <a:avLst/>
            <a:gdLst>
              <a:gd name="T0" fmla="*/ 0 w 126"/>
              <a:gd name="T1" fmla="*/ 2147483646 h 114"/>
              <a:gd name="T2" fmla="*/ 2147483646 w 126"/>
              <a:gd name="T3" fmla="*/ 2147483646 h 114"/>
              <a:gd name="T4" fmla="*/ 2147483646 w 126"/>
              <a:gd name="T5" fmla="*/ 2147483646 h 114"/>
              <a:gd name="T6" fmla="*/ 2147483646 w 126"/>
              <a:gd name="T7" fmla="*/ 2147483646 h 114"/>
              <a:gd name="T8" fmla="*/ 2147483646 w 126"/>
              <a:gd name="T9" fmla="*/ 0 h 114"/>
              <a:gd name="T10" fmla="*/ 2147483646 w 126"/>
              <a:gd name="T11" fmla="*/ 0 h 114"/>
              <a:gd name="T12" fmla="*/ 0 w 126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" h="114">
                <a:moveTo>
                  <a:pt x="0" y="106"/>
                </a:moveTo>
                <a:lnTo>
                  <a:pt x="18" y="114"/>
                </a:lnTo>
                <a:lnTo>
                  <a:pt x="126" y="8"/>
                </a:lnTo>
                <a:lnTo>
                  <a:pt x="10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05" name="Freeform 68"/>
          <p:cNvSpPr>
            <a:spLocks/>
          </p:cNvSpPr>
          <p:nvPr/>
        </p:nvSpPr>
        <p:spPr bwMode="auto">
          <a:xfrm>
            <a:off x="7267575" y="2514600"/>
            <a:ext cx="171450" cy="193675"/>
          </a:xfrm>
          <a:custGeom>
            <a:avLst/>
            <a:gdLst>
              <a:gd name="T0" fmla="*/ 0 w 108"/>
              <a:gd name="T1" fmla="*/ 2147483646 h 122"/>
              <a:gd name="T2" fmla="*/ 2147483646 w 108"/>
              <a:gd name="T3" fmla="*/ 2147483646 h 122"/>
              <a:gd name="T4" fmla="*/ 2147483646 w 108"/>
              <a:gd name="T5" fmla="*/ 2147483646 h 122"/>
              <a:gd name="T6" fmla="*/ 2147483646 w 108"/>
              <a:gd name="T7" fmla="*/ 2147483646 h 122"/>
              <a:gd name="T8" fmla="*/ 2147483646 w 108"/>
              <a:gd name="T9" fmla="*/ 0 h 122"/>
              <a:gd name="T10" fmla="*/ 2147483646 w 108"/>
              <a:gd name="T11" fmla="*/ 0 h 122"/>
              <a:gd name="T12" fmla="*/ 0 w 108"/>
              <a:gd name="T13" fmla="*/ 2147483646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8" h="122">
                <a:moveTo>
                  <a:pt x="0" y="114"/>
                </a:moveTo>
                <a:lnTo>
                  <a:pt x="18" y="122"/>
                </a:lnTo>
                <a:lnTo>
                  <a:pt x="108" y="8"/>
                </a:lnTo>
                <a:lnTo>
                  <a:pt x="9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06" name="Freeform 69"/>
          <p:cNvSpPr>
            <a:spLocks/>
          </p:cNvSpPr>
          <p:nvPr/>
        </p:nvSpPr>
        <p:spPr bwMode="auto">
          <a:xfrm>
            <a:off x="7410450" y="2332038"/>
            <a:ext cx="128588" cy="195262"/>
          </a:xfrm>
          <a:custGeom>
            <a:avLst/>
            <a:gdLst>
              <a:gd name="T0" fmla="*/ 0 w 81"/>
              <a:gd name="T1" fmla="*/ 2147483646 h 123"/>
              <a:gd name="T2" fmla="*/ 2147483646 w 81"/>
              <a:gd name="T3" fmla="*/ 2147483646 h 123"/>
              <a:gd name="T4" fmla="*/ 2147483646 w 81"/>
              <a:gd name="T5" fmla="*/ 2147483646 h 123"/>
              <a:gd name="T6" fmla="*/ 2147483646 w 81"/>
              <a:gd name="T7" fmla="*/ 0 h 123"/>
              <a:gd name="T8" fmla="*/ 2147483646 w 81"/>
              <a:gd name="T9" fmla="*/ 0 h 123"/>
              <a:gd name="T10" fmla="*/ 2147483646 w 81"/>
              <a:gd name="T11" fmla="*/ 0 h 123"/>
              <a:gd name="T12" fmla="*/ 0 w 81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1" h="123">
                <a:moveTo>
                  <a:pt x="0" y="115"/>
                </a:moveTo>
                <a:lnTo>
                  <a:pt x="18" y="123"/>
                </a:lnTo>
                <a:lnTo>
                  <a:pt x="81" y="9"/>
                </a:lnTo>
                <a:lnTo>
                  <a:pt x="81" y="0"/>
                </a:lnTo>
                <a:lnTo>
                  <a:pt x="63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07" name="Freeform 70"/>
          <p:cNvSpPr>
            <a:spLocks/>
          </p:cNvSpPr>
          <p:nvPr/>
        </p:nvSpPr>
        <p:spPr bwMode="auto">
          <a:xfrm>
            <a:off x="7510463" y="2138363"/>
            <a:ext cx="57150" cy="193675"/>
          </a:xfrm>
          <a:custGeom>
            <a:avLst/>
            <a:gdLst>
              <a:gd name="T0" fmla="*/ 0 w 36"/>
              <a:gd name="T1" fmla="*/ 2147483646 h 122"/>
              <a:gd name="T2" fmla="*/ 2147483646 w 36"/>
              <a:gd name="T3" fmla="*/ 2147483646 h 122"/>
              <a:gd name="T4" fmla="*/ 2147483646 w 36"/>
              <a:gd name="T5" fmla="*/ 0 h 122"/>
              <a:gd name="T6" fmla="*/ 2147483646 w 36"/>
              <a:gd name="T7" fmla="*/ 0 h 122"/>
              <a:gd name="T8" fmla="*/ 0 w 36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" h="122">
                <a:moveTo>
                  <a:pt x="0" y="122"/>
                </a:moveTo>
                <a:lnTo>
                  <a:pt x="18" y="122"/>
                </a:lnTo>
                <a:lnTo>
                  <a:pt x="36" y="0"/>
                </a:lnTo>
                <a:lnTo>
                  <a:pt x="18" y="0"/>
                </a:lnTo>
                <a:lnTo>
                  <a:pt x="0" y="1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08" name="Freeform 71"/>
          <p:cNvSpPr>
            <a:spLocks/>
          </p:cNvSpPr>
          <p:nvPr/>
        </p:nvSpPr>
        <p:spPr bwMode="auto">
          <a:xfrm>
            <a:off x="7010400" y="2359025"/>
            <a:ext cx="28575" cy="25400"/>
          </a:xfrm>
          <a:custGeom>
            <a:avLst/>
            <a:gdLst>
              <a:gd name="T0" fmla="*/ 2147483646 w 18"/>
              <a:gd name="T1" fmla="*/ 2147483646 h 16"/>
              <a:gd name="T2" fmla="*/ 2147483646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0 h 16"/>
              <a:gd name="T8" fmla="*/ 2147483646 w 18"/>
              <a:gd name="T9" fmla="*/ 0 h 16"/>
              <a:gd name="T10" fmla="*/ 2147483646 w 18"/>
              <a:gd name="T11" fmla="*/ 0 h 16"/>
              <a:gd name="T12" fmla="*/ 0 w 18"/>
              <a:gd name="T13" fmla="*/ 2147483646 h 16"/>
              <a:gd name="T14" fmla="*/ 2147483646 w 18"/>
              <a:gd name="T15" fmla="*/ 2147483646 h 16"/>
              <a:gd name="T16" fmla="*/ 2147483646 w 18"/>
              <a:gd name="T17" fmla="*/ 2147483646 h 16"/>
              <a:gd name="T18" fmla="*/ 2147483646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9" y="16"/>
                </a:move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09" name="Freeform 72"/>
          <p:cNvSpPr>
            <a:spLocks/>
          </p:cNvSpPr>
          <p:nvPr/>
        </p:nvSpPr>
        <p:spPr bwMode="auto">
          <a:xfrm>
            <a:off x="6967538" y="2384425"/>
            <a:ext cx="128587" cy="195263"/>
          </a:xfrm>
          <a:custGeom>
            <a:avLst/>
            <a:gdLst>
              <a:gd name="T0" fmla="*/ 2147483646 w 81"/>
              <a:gd name="T1" fmla="*/ 0 h 123"/>
              <a:gd name="T2" fmla="*/ 2147483646 w 81"/>
              <a:gd name="T3" fmla="*/ 0 h 123"/>
              <a:gd name="T4" fmla="*/ 2147483646 w 81"/>
              <a:gd name="T5" fmla="*/ 2147483646 h 123"/>
              <a:gd name="T6" fmla="*/ 0 w 81"/>
              <a:gd name="T7" fmla="*/ 0 h 123"/>
              <a:gd name="T8" fmla="*/ 2147483646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10" name="Freeform 73"/>
          <p:cNvSpPr>
            <a:spLocks/>
          </p:cNvSpPr>
          <p:nvPr/>
        </p:nvSpPr>
        <p:spPr bwMode="auto">
          <a:xfrm>
            <a:off x="6967538" y="2384425"/>
            <a:ext cx="128587" cy="195263"/>
          </a:xfrm>
          <a:custGeom>
            <a:avLst/>
            <a:gdLst>
              <a:gd name="T0" fmla="*/ 2147483646 w 81"/>
              <a:gd name="T1" fmla="*/ 0 h 123"/>
              <a:gd name="T2" fmla="*/ 2147483646 w 81"/>
              <a:gd name="T3" fmla="*/ 0 h 123"/>
              <a:gd name="T4" fmla="*/ 2147483646 w 81"/>
              <a:gd name="T5" fmla="*/ 2147483646 h 123"/>
              <a:gd name="T6" fmla="*/ 0 w 81"/>
              <a:gd name="T7" fmla="*/ 0 h 123"/>
              <a:gd name="T8" fmla="*/ 2147483646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11" name="Freeform 74"/>
          <p:cNvSpPr>
            <a:spLocks/>
          </p:cNvSpPr>
          <p:nvPr/>
        </p:nvSpPr>
        <p:spPr bwMode="auto">
          <a:xfrm>
            <a:off x="7281863" y="1646238"/>
            <a:ext cx="214312" cy="193675"/>
          </a:xfrm>
          <a:custGeom>
            <a:avLst/>
            <a:gdLst>
              <a:gd name="T0" fmla="*/ 2147483646 w 135"/>
              <a:gd name="T1" fmla="*/ 2147483646 h 122"/>
              <a:gd name="T2" fmla="*/ 2147483646 w 135"/>
              <a:gd name="T3" fmla="*/ 0 h 122"/>
              <a:gd name="T4" fmla="*/ 0 w 135"/>
              <a:gd name="T5" fmla="*/ 2147483646 h 122"/>
              <a:gd name="T6" fmla="*/ 0 w 135"/>
              <a:gd name="T7" fmla="*/ 2147483646 h 122"/>
              <a:gd name="T8" fmla="*/ 2147483646 w 135"/>
              <a:gd name="T9" fmla="*/ 2147483646 h 122"/>
              <a:gd name="T10" fmla="*/ 2147483646 w 135"/>
              <a:gd name="T11" fmla="*/ 2147483646 h 122"/>
              <a:gd name="T12" fmla="*/ 2147483646 w 135"/>
              <a:gd name="T13" fmla="*/ 2147483646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122">
                <a:moveTo>
                  <a:pt x="135" y="8"/>
                </a:moveTo>
                <a:lnTo>
                  <a:pt x="117" y="0"/>
                </a:lnTo>
                <a:lnTo>
                  <a:pt x="0" y="114"/>
                </a:lnTo>
                <a:lnTo>
                  <a:pt x="18" y="122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12" name="Freeform 75"/>
          <p:cNvSpPr>
            <a:spLocks/>
          </p:cNvSpPr>
          <p:nvPr/>
        </p:nvSpPr>
        <p:spPr bwMode="auto">
          <a:xfrm>
            <a:off x="7138988" y="1827213"/>
            <a:ext cx="171450" cy="180975"/>
          </a:xfrm>
          <a:custGeom>
            <a:avLst/>
            <a:gdLst>
              <a:gd name="T0" fmla="*/ 2147483646 w 108"/>
              <a:gd name="T1" fmla="*/ 2147483646 h 114"/>
              <a:gd name="T2" fmla="*/ 2147483646 w 108"/>
              <a:gd name="T3" fmla="*/ 0 h 114"/>
              <a:gd name="T4" fmla="*/ 0 w 108"/>
              <a:gd name="T5" fmla="*/ 2147483646 h 114"/>
              <a:gd name="T6" fmla="*/ 0 w 108"/>
              <a:gd name="T7" fmla="*/ 2147483646 h 114"/>
              <a:gd name="T8" fmla="*/ 2147483646 w 108"/>
              <a:gd name="T9" fmla="*/ 2147483646 h 114"/>
              <a:gd name="T10" fmla="*/ 2147483646 w 108"/>
              <a:gd name="T11" fmla="*/ 2147483646 h 114"/>
              <a:gd name="T12" fmla="*/ 2147483646 w 108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8" h="114">
                <a:moveTo>
                  <a:pt x="108" y="8"/>
                </a:moveTo>
                <a:lnTo>
                  <a:pt x="90" y="0"/>
                </a:lnTo>
                <a:lnTo>
                  <a:pt x="0" y="106"/>
                </a:lnTo>
                <a:lnTo>
                  <a:pt x="18" y="114"/>
                </a:lnTo>
                <a:lnTo>
                  <a:pt x="108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13" name="Freeform 76"/>
          <p:cNvSpPr>
            <a:spLocks/>
          </p:cNvSpPr>
          <p:nvPr/>
        </p:nvSpPr>
        <p:spPr bwMode="auto">
          <a:xfrm>
            <a:off x="7053263" y="1995488"/>
            <a:ext cx="114300" cy="195262"/>
          </a:xfrm>
          <a:custGeom>
            <a:avLst/>
            <a:gdLst>
              <a:gd name="T0" fmla="*/ 2147483646 w 72"/>
              <a:gd name="T1" fmla="*/ 2147483646 h 123"/>
              <a:gd name="T2" fmla="*/ 2147483646 w 72"/>
              <a:gd name="T3" fmla="*/ 0 h 123"/>
              <a:gd name="T4" fmla="*/ 0 w 72"/>
              <a:gd name="T5" fmla="*/ 2147483646 h 123"/>
              <a:gd name="T6" fmla="*/ 0 w 72"/>
              <a:gd name="T7" fmla="*/ 2147483646 h 123"/>
              <a:gd name="T8" fmla="*/ 2147483646 w 72"/>
              <a:gd name="T9" fmla="*/ 2147483646 h 123"/>
              <a:gd name="T10" fmla="*/ 2147483646 w 72"/>
              <a:gd name="T11" fmla="*/ 2147483646 h 123"/>
              <a:gd name="T12" fmla="*/ 2147483646 w 72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2" h="123">
                <a:moveTo>
                  <a:pt x="72" y="8"/>
                </a:moveTo>
                <a:lnTo>
                  <a:pt x="54" y="0"/>
                </a:lnTo>
                <a:lnTo>
                  <a:pt x="0" y="114"/>
                </a:lnTo>
                <a:lnTo>
                  <a:pt x="18" y="114"/>
                </a:lnTo>
                <a:lnTo>
                  <a:pt x="18" y="123"/>
                </a:lnTo>
                <a:lnTo>
                  <a:pt x="7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14" name="Freeform 77"/>
          <p:cNvSpPr>
            <a:spLocks/>
          </p:cNvSpPr>
          <p:nvPr/>
        </p:nvSpPr>
        <p:spPr bwMode="auto">
          <a:xfrm>
            <a:off x="7010400" y="2176463"/>
            <a:ext cx="71438" cy="195262"/>
          </a:xfrm>
          <a:custGeom>
            <a:avLst/>
            <a:gdLst>
              <a:gd name="T0" fmla="*/ 2147483646 w 45"/>
              <a:gd name="T1" fmla="*/ 0 h 123"/>
              <a:gd name="T2" fmla="*/ 2147483646 w 45"/>
              <a:gd name="T3" fmla="*/ 0 h 123"/>
              <a:gd name="T4" fmla="*/ 0 w 45"/>
              <a:gd name="T5" fmla="*/ 2147483646 h 123"/>
              <a:gd name="T6" fmla="*/ 2147483646 w 45"/>
              <a:gd name="T7" fmla="*/ 2147483646 h 123"/>
              <a:gd name="T8" fmla="*/ 2147483646 w 45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5" h="123">
                <a:moveTo>
                  <a:pt x="45" y="0"/>
                </a:moveTo>
                <a:lnTo>
                  <a:pt x="27" y="0"/>
                </a:lnTo>
                <a:lnTo>
                  <a:pt x="0" y="123"/>
                </a:lnTo>
                <a:lnTo>
                  <a:pt x="18" y="123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15" name="Freeform 78"/>
          <p:cNvSpPr>
            <a:spLocks/>
          </p:cNvSpPr>
          <p:nvPr/>
        </p:nvSpPr>
        <p:spPr bwMode="auto">
          <a:xfrm>
            <a:off x="4624388" y="4549775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0 h 16"/>
              <a:gd name="T12" fmla="*/ 0 w 18"/>
              <a:gd name="T13" fmla="*/ 0 h 16"/>
              <a:gd name="T14" fmla="*/ 0 w 18"/>
              <a:gd name="T15" fmla="*/ 2147483646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0" y="16"/>
                </a:moveTo>
                <a:lnTo>
                  <a:pt x="0" y="16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16" name="Freeform 79"/>
          <p:cNvSpPr>
            <a:spLocks/>
          </p:cNvSpPr>
          <p:nvPr/>
        </p:nvSpPr>
        <p:spPr bwMode="auto">
          <a:xfrm>
            <a:off x="4424363" y="4524375"/>
            <a:ext cx="228600" cy="115888"/>
          </a:xfrm>
          <a:custGeom>
            <a:avLst/>
            <a:gdLst>
              <a:gd name="T0" fmla="*/ 2147483646 w 144"/>
              <a:gd name="T1" fmla="*/ 2147483646 h 73"/>
              <a:gd name="T2" fmla="*/ 2147483646 w 144"/>
              <a:gd name="T3" fmla="*/ 2147483646 h 73"/>
              <a:gd name="T4" fmla="*/ 0 w 144"/>
              <a:gd name="T5" fmla="*/ 2147483646 h 73"/>
              <a:gd name="T6" fmla="*/ 2147483646 w 144"/>
              <a:gd name="T7" fmla="*/ 0 h 73"/>
              <a:gd name="T8" fmla="*/ 2147483646 w 144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17" name="Freeform 80"/>
          <p:cNvSpPr>
            <a:spLocks/>
          </p:cNvSpPr>
          <p:nvPr/>
        </p:nvSpPr>
        <p:spPr bwMode="auto">
          <a:xfrm>
            <a:off x="4424363" y="4524375"/>
            <a:ext cx="228600" cy="115888"/>
          </a:xfrm>
          <a:custGeom>
            <a:avLst/>
            <a:gdLst>
              <a:gd name="T0" fmla="*/ 2147483646 w 144"/>
              <a:gd name="T1" fmla="*/ 2147483646 h 73"/>
              <a:gd name="T2" fmla="*/ 2147483646 w 144"/>
              <a:gd name="T3" fmla="*/ 2147483646 h 73"/>
              <a:gd name="T4" fmla="*/ 0 w 144"/>
              <a:gd name="T5" fmla="*/ 2147483646 h 73"/>
              <a:gd name="T6" fmla="*/ 2147483646 w 144"/>
              <a:gd name="T7" fmla="*/ 0 h 73"/>
              <a:gd name="T8" fmla="*/ 2147483646 w 144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18" name="Freeform 81"/>
          <p:cNvSpPr>
            <a:spLocks/>
          </p:cNvSpPr>
          <p:nvPr/>
        </p:nvSpPr>
        <p:spPr bwMode="auto">
          <a:xfrm>
            <a:off x="6824663" y="2825750"/>
            <a:ext cx="214312" cy="271463"/>
          </a:xfrm>
          <a:custGeom>
            <a:avLst/>
            <a:gdLst>
              <a:gd name="T0" fmla="*/ 2147483646 w 135"/>
              <a:gd name="T1" fmla="*/ 2147483646 h 171"/>
              <a:gd name="T2" fmla="*/ 2147483646 w 135"/>
              <a:gd name="T3" fmla="*/ 0 h 171"/>
              <a:gd name="T4" fmla="*/ 0 w 135"/>
              <a:gd name="T5" fmla="*/ 2147483646 h 171"/>
              <a:gd name="T6" fmla="*/ 0 w 135"/>
              <a:gd name="T7" fmla="*/ 2147483646 h 171"/>
              <a:gd name="T8" fmla="*/ 2147483646 w 135"/>
              <a:gd name="T9" fmla="*/ 2147483646 h 171"/>
              <a:gd name="T10" fmla="*/ 2147483646 w 135"/>
              <a:gd name="T11" fmla="*/ 2147483646 h 171"/>
              <a:gd name="T12" fmla="*/ 2147483646 w 135"/>
              <a:gd name="T13" fmla="*/ 2147483646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171">
                <a:moveTo>
                  <a:pt x="135" y="8"/>
                </a:moveTo>
                <a:lnTo>
                  <a:pt x="117" y="0"/>
                </a:lnTo>
                <a:lnTo>
                  <a:pt x="0" y="163"/>
                </a:lnTo>
                <a:lnTo>
                  <a:pt x="18" y="171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19" name="Freeform 82"/>
          <p:cNvSpPr>
            <a:spLocks/>
          </p:cNvSpPr>
          <p:nvPr/>
        </p:nvSpPr>
        <p:spPr bwMode="auto">
          <a:xfrm>
            <a:off x="6596063" y="3084513"/>
            <a:ext cx="257175" cy="273050"/>
          </a:xfrm>
          <a:custGeom>
            <a:avLst/>
            <a:gdLst>
              <a:gd name="T0" fmla="*/ 2147483646 w 162"/>
              <a:gd name="T1" fmla="*/ 2147483646 h 172"/>
              <a:gd name="T2" fmla="*/ 2147483646 w 162"/>
              <a:gd name="T3" fmla="*/ 0 h 172"/>
              <a:gd name="T4" fmla="*/ 0 w 162"/>
              <a:gd name="T5" fmla="*/ 2147483646 h 172"/>
              <a:gd name="T6" fmla="*/ 0 w 162"/>
              <a:gd name="T7" fmla="*/ 2147483646 h 172"/>
              <a:gd name="T8" fmla="*/ 2147483646 w 162"/>
              <a:gd name="T9" fmla="*/ 2147483646 h 172"/>
              <a:gd name="T10" fmla="*/ 2147483646 w 162"/>
              <a:gd name="T11" fmla="*/ 2147483646 h 172"/>
              <a:gd name="T12" fmla="*/ 2147483646 w 162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4"/>
                </a:lnTo>
                <a:lnTo>
                  <a:pt x="0" y="155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20" name="Freeform 83"/>
          <p:cNvSpPr>
            <a:spLocks/>
          </p:cNvSpPr>
          <p:nvPr/>
        </p:nvSpPr>
        <p:spPr bwMode="auto">
          <a:xfrm>
            <a:off x="6324600" y="3330575"/>
            <a:ext cx="300038" cy="273050"/>
          </a:xfrm>
          <a:custGeom>
            <a:avLst/>
            <a:gdLst>
              <a:gd name="T0" fmla="*/ 2147483646 w 189"/>
              <a:gd name="T1" fmla="*/ 2147483646 h 172"/>
              <a:gd name="T2" fmla="*/ 2147483646 w 189"/>
              <a:gd name="T3" fmla="*/ 0 h 172"/>
              <a:gd name="T4" fmla="*/ 0 w 189"/>
              <a:gd name="T5" fmla="*/ 2147483646 h 172"/>
              <a:gd name="T6" fmla="*/ 2147483646 w 189"/>
              <a:gd name="T7" fmla="*/ 2147483646 h 172"/>
              <a:gd name="T8" fmla="*/ 2147483646 w 189"/>
              <a:gd name="T9" fmla="*/ 2147483646 h 172"/>
              <a:gd name="T10" fmla="*/ 2147483646 w 189"/>
              <a:gd name="T11" fmla="*/ 2147483646 h 172"/>
              <a:gd name="T12" fmla="*/ 2147483646 w 189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72">
                <a:moveTo>
                  <a:pt x="189" y="17"/>
                </a:moveTo>
                <a:lnTo>
                  <a:pt x="171" y="0"/>
                </a:lnTo>
                <a:lnTo>
                  <a:pt x="0" y="156"/>
                </a:lnTo>
                <a:lnTo>
                  <a:pt x="9" y="156"/>
                </a:lnTo>
                <a:lnTo>
                  <a:pt x="18" y="172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21" name="Freeform 84"/>
          <p:cNvSpPr>
            <a:spLocks/>
          </p:cNvSpPr>
          <p:nvPr/>
        </p:nvSpPr>
        <p:spPr bwMode="auto">
          <a:xfrm>
            <a:off x="6053138" y="3578225"/>
            <a:ext cx="300037" cy="258763"/>
          </a:xfrm>
          <a:custGeom>
            <a:avLst/>
            <a:gdLst>
              <a:gd name="T0" fmla="*/ 2147483646 w 189"/>
              <a:gd name="T1" fmla="*/ 2147483646 h 163"/>
              <a:gd name="T2" fmla="*/ 2147483646 w 189"/>
              <a:gd name="T3" fmla="*/ 0 h 163"/>
              <a:gd name="T4" fmla="*/ 0 w 189"/>
              <a:gd name="T5" fmla="*/ 2147483646 h 163"/>
              <a:gd name="T6" fmla="*/ 0 w 189"/>
              <a:gd name="T7" fmla="*/ 2147483646 h 163"/>
              <a:gd name="T8" fmla="*/ 2147483646 w 189"/>
              <a:gd name="T9" fmla="*/ 2147483646 h 163"/>
              <a:gd name="T10" fmla="*/ 2147483646 w 189"/>
              <a:gd name="T11" fmla="*/ 2147483646 h 163"/>
              <a:gd name="T12" fmla="*/ 2147483646 w 189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0" y="147"/>
                </a:lnTo>
                <a:lnTo>
                  <a:pt x="9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22" name="Freeform 85"/>
          <p:cNvSpPr>
            <a:spLocks/>
          </p:cNvSpPr>
          <p:nvPr/>
        </p:nvSpPr>
        <p:spPr bwMode="auto">
          <a:xfrm>
            <a:off x="5724525" y="3811588"/>
            <a:ext cx="342900" cy="246062"/>
          </a:xfrm>
          <a:custGeom>
            <a:avLst/>
            <a:gdLst>
              <a:gd name="T0" fmla="*/ 2147483646 w 216"/>
              <a:gd name="T1" fmla="*/ 2147483646 h 155"/>
              <a:gd name="T2" fmla="*/ 2147483646 w 216"/>
              <a:gd name="T3" fmla="*/ 0 h 155"/>
              <a:gd name="T4" fmla="*/ 0 w 216"/>
              <a:gd name="T5" fmla="*/ 2147483646 h 155"/>
              <a:gd name="T6" fmla="*/ 0 w 216"/>
              <a:gd name="T7" fmla="*/ 2147483646 h 155"/>
              <a:gd name="T8" fmla="*/ 2147483646 w 216"/>
              <a:gd name="T9" fmla="*/ 2147483646 h 155"/>
              <a:gd name="T10" fmla="*/ 2147483646 w 216"/>
              <a:gd name="T11" fmla="*/ 2147483646 h 155"/>
              <a:gd name="T12" fmla="*/ 2147483646 w 216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155">
                <a:moveTo>
                  <a:pt x="216" y="16"/>
                </a:moveTo>
                <a:lnTo>
                  <a:pt x="207" y="0"/>
                </a:lnTo>
                <a:lnTo>
                  <a:pt x="0" y="138"/>
                </a:lnTo>
                <a:lnTo>
                  <a:pt x="9" y="155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23" name="Freeform 86"/>
          <p:cNvSpPr>
            <a:spLocks/>
          </p:cNvSpPr>
          <p:nvPr/>
        </p:nvSpPr>
        <p:spPr bwMode="auto">
          <a:xfrm>
            <a:off x="5381625" y="4030663"/>
            <a:ext cx="357188" cy="220662"/>
          </a:xfrm>
          <a:custGeom>
            <a:avLst/>
            <a:gdLst>
              <a:gd name="T0" fmla="*/ 2147483646 w 225"/>
              <a:gd name="T1" fmla="*/ 2147483646 h 139"/>
              <a:gd name="T2" fmla="*/ 2147483646 w 225"/>
              <a:gd name="T3" fmla="*/ 0 h 139"/>
              <a:gd name="T4" fmla="*/ 0 w 225"/>
              <a:gd name="T5" fmla="*/ 2147483646 h 139"/>
              <a:gd name="T6" fmla="*/ 0 w 225"/>
              <a:gd name="T7" fmla="*/ 2147483646 h 139"/>
              <a:gd name="T8" fmla="*/ 2147483646 w 225"/>
              <a:gd name="T9" fmla="*/ 2147483646 h 139"/>
              <a:gd name="T10" fmla="*/ 2147483646 w 225"/>
              <a:gd name="T11" fmla="*/ 2147483646 h 139"/>
              <a:gd name="T12" fmla="*/ 2147483646 w 225"/>
              <a:gd name="T13" fmla="*/ 2147483646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139">
                <a:moveTo>
                  <a:pt x="225" y="17"/>
                </a:moveTo>
                <a:lnTo>
                  <a:pt x="216" y="0"/>
                </a:lnTo>
                <a:lnTo>
                  <a:pt x="0" y="123"/>
                </a:lnTo>
                <a:lnTo>
                  <a:pt x="9" y="139"/>
                </a:lnTo>
                <a:lnTo>
                  <a:pt x="22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24" name="Freeform 87"/>
          <p:cNvSpPr>
            <a:spLocks/>
          </p:cNvSpPr>
          <p:nvPr/>
        </p:nvSpPr>
        <p:spPr bwMode="auto">
          <a:xfrm>
            <a:off x="5010150" y="4225925"/>
            <a:ext cx="385763" cy="207963"/>
          </a:xfrm>
          <a:custGeom>
            <a:avLst/>
            <a:gdLst>
              <a:gd name="T0" fmla="*/ 2147483646 w 243"/>
              <a:gd name="T1" fmla="*/ 2147483646 h 131"/>
              <a:gd name="T2" fmla="*/ 2147483646 w 243"/>
              <a:gd name="T3" fmla="*/ 0 h 131"/>
              <a:gd name="T4" fmla="*/ 0 w 243"/>
              <a:gd name="T5" fmla="*/ 2147483646 h 131"/>
              <a:gd name="T6" fmla="*/ 0 w 243"/>
              <a:gd name="T7" fmla="*/ 2147483646 h 131"/>
              <a:gd name="T8" fmla="*/ 2147483646 w 243"/>
              <a:gd name="T9" fmla="*/ 2147483646 h 131"/>
              <a:gd name="T10" fmla="*/ 2147483646 w 243"/>
              <a:gd name="T11" fmla="*/ 2147483646 h 131"/>
              <a:gd name="T12" fmla="*/ 2147483646 w 243"/>
              <a:gd name="T13" fmla="*/ 2147483646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" h="131">
                <a:moveTo>
                  <a:pt x="243" y="16"/>
                </a:moveTo>
                <a:lnTo>
                  <a:pt x="234" y="0"/>
                </a:lnTo>
                <a:lnTo>
                  <a:pt x="0" y="114"/>
                </a:lnTo>
                <a:lnTo>
                  <a:pt x="9" y="131"/>
                </a:lnTo>
                <a:lnTo>
                  <a:pt x="24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25" name="Freeform 88"/>
          <p:cNvSpPr>
            <a:spLocks/>
          </p:cNvSpPr>
          <p:nvPr/>
        </p:nvSpPr>
        <p:spPr bwMode="auto">
          <a:xfrm>
            <a:off x="4624388" y="4406900"/>
            <a:ext cx="400050" cy="168275"/>
          </a:xfrm>
          <a:custGeom>
            <a:avLst/>
            <a:gdLst>
              <a:gd name="T0" fmla="*/ 2147483646 w 252"/>
              <a:gd name="T1" fmla="*/ 2147483646 h 106"/>
              <a:gd name="T2" fmla="*/ 2147483646 w 252"/>
              <a:gd name="T3" fmla="*/ 0 h 106"/>
              <a:gd name="T4" fmla="*/ 0 w 252"/>
              <a:gd name="T5" fmla="*/ 2147483646 h 106"/>
              <a:gd name="T6" fmla="*/ 2147483646 w 252"/>
              <a:gd name="T7" fmla="*/ 2147483646 h 106"/>
              <a:gd name="T8" fmla="*/ 2147483646 w 252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52" h="106">
                <a:moveTo>
                  <a:pt x="252" y="17"/>
                </a:moveTo>
                <a:lnTo>
                  <a:pt x="243" y="0"/>
                </a:lnTo>
                <a:lnTo>
                  <a:pt x="0" y="90"/>
                </a:lnTo>
                <a:lnTo>
                  <a:pt x="9" y="106"/>
                </a:lnTo>
                <a:lnTo>
                  <a:pt x="25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26" name="Freeform 89"/>
          <p:cNvSpPr>
            <a:spLocks/>
          </p:cNvSpPr>
          <p:nvPr/>
        </p:nvSpPr>
        <p:spPr bwMode="auto">
          <a:xfrm>
            <a:off x="2152650" y="4926013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0 w 18"/>
              <a:gd name="T15" fmla="*/ 0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0" y="8"/>
                </a:move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27" name="Freeform 90"/>
          <p:cNvSpPr>
            <a:spLocks/>
          </p:cNvSpPr>
          <p:nvPr/>
        </p:nvSpPr>
        <p:spPr bwMode="auto">
          <a:xfrm>
            <a:off x="1952625" y="4886325"/>
            <a:ext cx="228600" cy="104775"/>
          </a:xfrm>
          <a:custGeom>
            <a:avLst/>
            <a:gdLst>
              <a:gd name="T0" fmla="*/ 2147483646 w 144"/>
              <a:gd name="T1" fmla="*/ 2147483646 h 66"/>
              <a:gd name="T2" fmla="*/ 2147483646 w 144"/>
              <a:gd name="T3" fmla="*/ 2147483646 h 66"/>
              <a:gd name="T4" fmla="*/ 0 w 144"/>
              <a:gd name="T5" fmla="*/ 0 h 66"/>
              <a:gd name="T6" fmla="*/ 2147483646 w 144"/>
              <a:gd name="T7" fmla="*/ 0 h 66"/>
              <a:gd name="T8" fmla="*/ 2147483646 w 144"/>
              <a:gd name="T9" fmla="*/ 2147483646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28" name="Freeform 91"/>
          <p:cNvSpPr>
            <a:spLocks/>
          </p:cNvSpPr>
          <p:nvPr/>
        </p:nvSpPr>
        <p:spPr bwMode="auto">
          <a:xfrm>
            <a:off x="1952625" y="4886325"/>
            <a:ext cx="228600" cy="104775"/>
          </a:xfrm>
          <a:custGeom>
            <a:avLst/>
            <a:gdLst>
              <a:gd name="T0" fmla="*/ 2147483646 w 144"/>
              <a:gd name="T1" fmla="*/ 2147483646 h 66"/>
              <a:gd name="T2" fmla="*/ 2147483646 w 144"/>
              <a:gd name="T3" fmla="*/ 2147483646 h 66"/>
              <a:gd name="T4" fmla="*/ 0 w 144"/>
              <a:gd name="T5" fmla="*/ 0 h 66"/>
              <a:gd name="T6" fmla="*/ 2147483646 w 144"/>
              <a:gd name="T7" fmla="*/ 0 h 66"/>
              <a:gd name="T8" fmla="*/ 2147483646 w 144"/>
              <a:gd name="T9" fmla="*/ 2147483646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29" name="Freeform 92"/>
          <p:cNvSpPr>
            <a:spLocks/>
          </p:cNvSpPr>
          <p:nvPr/>
        </p:nvSpPr>
        <p:spPr bwMode="auto">
          <a:xfrm>
            <a:off x="3838575" y="4627563"/>
            <a:ext cx="171450" cy="142875"/>
          </a:xfrm>
          <a:custGeom>
            <a:avLst/>
            <a:gdLst>
              <a:gd name="T0" fmla="*/ 2147483646 w 108"/>
              <a:gd name="T1" fmla="*/ 2147483646 h 90"/>
              <a:gd name="T2" fmla="*/ 2147483646 w 108"/>
              <a:gd name="T3" fmla="*/ 0 h 90"/>
              <a:gd name="T4" fmla="*/ 0 w 108"/>
              <a:gd name="T5" fmla="*/ 2147483646 h 90"/>
              <a:gd name="T6" fmla="*/ 0 w 108"/>
              <a:gd name="T7" fmla="*/ 2147483646 h 90"/>
              <a:gd name="T8" fmla="*/ 2147483646 w 108"/>
              <a:gd name="T9" fmla="*/ 2147483646 h 90"/>
              <a:gd name="T10" fmla="*/ 2147483646 w 108"/>
              <a:gd name="T11" fmla="*/ 2147483646 h 90"/>
              <a:gd name="T12" fmla="*/ 2147483646 w 108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8" h="90">
                <a:moveTo>
                  <a:pt x="108" y="16"/>
                </a:moveTo>
                <a:lnTo>
                  <a:pt x="99" y="0"/>
                </a:lnTo>
                <a:lnTo>
                  <a:pt x="0" y="74"/>
                </a:lnTo>
                <a:lnTo>
                  <a:pt x="9" y="90"/>
                </a:lnTo>
                <a:lnTo>
                  <a:pt x="108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30" name="Freeform 93"/>
          <p:cNvSpPr>
            <a:spLocks/>
          </p:cNvSpPr>
          <p:nvPr/>
        </p:nvSpPr>
        <p:spPr bwMode="auto">
          <a:xfrm>
            <a:off x="3638550" y="4745038"/>
            <a:ext cx="214313" cy="115887"/>
          </a:xfrm>
          <a:custGeom>
            <a:avLst/>
            <a:gdLst>
              <a:gd name="T0" fmla="*/ 2147483646 w 135"/>
              <a:gd name="T1" fmla="*/ 2147483646 h 73"/>
              <a:gd name="T2" fmla="*/ 2147483646 w 135"/>
              <a:gd name="T3" fmla="*/ 0 h 73"/>
              <a:gd name="T4" fmla="*/ 0 w 135"/>
              <a:gd name="T5" fmla="*/ 2147483646 h 73"/>
              <a:gd name="T6" fmla="*/ 0 w 135"/>
              <a:gd name="T7" fmla="*/ 2147483646 h 73"/>
              <a:gd name="T8" fmla="*/ 2147483646 w 135"/>
              <a:gd name="T9" fmla="*/ 2147483646 h 73"/>
              <a:gd name="T10" fmla="*/ 2147483646 w 135"/>
              <a:gd name="T11" fmla="*/ 2147483646 h 73"/>
              <a:gd name="T12" fmla="*/ 2147483646 w 135"/>
              <a:gd name="T13" fmla="*/ 2147483646 h 7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73">
                <a:moveTo>
                  <a:pt x="135" y="16"/>
                </a:moveTo>
                <a:lnTo>
                  <a:pt x="126" y="0"/>
                </a:lnTo>
                <a:lnTo>
                  <a:pt x="0" y="57"/>
                </a:lnTo>
                <a:lnTo>
                  <a:pt x="9" y="73"/>
                </a:lnTo>
                <a:lnTo>
                  <a:pt x="13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31" name="Freeform 94"/>
          <p:cNvSpPr>
            <a:spLocks/>
          </p:cNvSpPr>
          <p:nvPr/>
        </p:nvSpPr>
        <p:spPr bwMode="auto">
          <a:xfrm>
            <a:off x="3424238" y="4835525"/>
            <a:ext cx="228600" cy="90488"/>
          </a:xfrm>
          <a:custGeom>
            <a:avLst/>
            <a:gdLst>
              <a:gd name="T0" fmla="*/ 2147483646 w 144"/>
              <a:gd name="T1" fmla="*/ 2147483646 h 57"/>
              <a:gd name="T2" fmla="*/ 2147483646 w 144"/>
              <a:gd name="T3" fmla="*/ 0 h 57"/>
              <a:gd name="T4" fmla="*/ 0 w 144"/>
              <a:gd name="T5" fmla="*/ 2147483646 h 57"/>
              <a:gd name="T6" fmla="*/ 0 w 144"/>
              <a:gd name="T7" fmla="*/ 2147483646 h 57"/>
              <a:gd name="T8" fmla="*/ 0 w 144"/>
              <a:gd name="T9" fmla="*/ 2147483646 h 57"/>
              <a:gd name="T10" fmla="*/ 2147483646 w 144"/>
              <a:gd name="T11" fmla="*/ 2147483646 h 57"/>
              <a:gd name="T12" fmla="*/ 2147483646 w 144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57">
                <a:moveTo>
                  <a:pt x="144" y="16"/>
                </a:moveTo>
                <a:lnTo>
                  <a:pt x="135" y="0"/>
                </a:lnTo>
                <a:lnTo>
                  <a:pt x="0" y="41"/>
                </a:lnTo>
                <a:lnTo>
                  <a:pt x="0" y="57"/>
                </a:lnTo>
                <a:lnTo>
                  <a:pt x="9" y="57"/>
                </a:lnTo>
                <a:lnTo>
                  <a:pt x="14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32" name="Freeform 95"/>
          <p:cNvSpPr>
            <a:spLocks/>
          </p:cNvSpPr>
          <p:nvPr/>
        </p:nvSpPr>
        <p:spPr bwMode="auto">
          <a:xfrm>
            <a:off x="3181350" y="4900613"/>
            <a:ext cx="242888" cy="77787"/>
          </a:xfrm>
          <a:custGeom>
            <a:avLst/>
            <a:gdLst>
              <a:gd name="T0" fmla="*/ 2147483646 w 153"/>
              <a:gd name="T1" fmla="*/ 2147483646 h 49"/>
              <a:gd name="T2" fmla="*/ 2147483646 w 153"/>
              <a:gd name="T3" fmla="*/ 0 h 49"/>
              <a:gd name="T4" fmla="*/ 0 w 153"/>
              <a:gd name="T5" fmla="*/ 2147483646 h 49"/>
              <a:gd name="T6" fmla="*/ 0 w 153"/>
              <a:gd name="T7" fmla="*/ 2147483646 h 49"/>
              <a:gd name="T8" fmla="*/ 0 w 153"/>
              <a:gd name="T9" fmla="*/ 2147483646 h 49"/>
              <a:gd name="T10" fmla="*/ 0 w 153"/>
              <a:gd name="T11" fmla="*/ 2147483646 h 49"/>
              <a:gd name="T12" fmla="*/ 2147483646 w 153"/>
              <a:gd name="T13" fmla="*/ 2147483646 h 4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3" h="49">
                <a:moveTo>
                  <a:pt x="153" y="16"/>
                </a:moveTo>
                <a:lnTo>
                  <a:pt x="153" y="0"/>
                </a:lnTo>
                <a:lnTo>
                  <a:pt x="0" y="32"/>
                </a:lnTo>
                <a:lnTo>
                  <a:pt x="0" y="49"/>
                </a:lnTo>
                <a:lnTo>
                  <a:pt x="15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33" name="Freeform 96"/>
          <p:cNvSpPr>
            <a:spLocks/>
          </p:cNvSpPr>
          <p:nvPr/>
        </p:nvSpPr>
        <p:spPr bwMode="auto">
          <a:xfrm>
            <a:off x="2681288" y="4951413"/>
            <a:ext cx="500062" cy="65087"/>
          </a:xfrm>
          <a:custGeom>
            <a:avLst/>
            <a:gdLst>
              <a:gd name="T0" fmla="*/ 2147483646 w 315"/>
              <a:gd name="T1" fmla="*/ 2147483646 h 41"/>
              <a:gd name="T2" fmla="*/ 2147483646 w 315"/>
              <a:gd name="T3" fmla="*/ 0 h 41"/>
              <a:gd name="T4" fmla="*/ 0 w 315"/>
              <a:gd name="T5" fmla="*/ 2147483646 h 41"/>
              <a:gd name="T6" fmla="*/ 0 w 315"/>
              <a:gd name="T7" fmla="*/ 2147483646 h 41"/>
              <a:gd name="T8" fmla="*/ 0 w 315"/>
              <a:gd name="T9" fmla="*/ 2147483646 h 41"/>
              <a:gd name="T10" fmla="*/ 0 w 315"/>
              <a:gd name="T11" fmla="*/ 2147483646 h 41"/>
              <a:gd name="T12" fmla="*/ 2147483646 w 315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15" h="41">
                <a:moveTo>
                  <a:pt x="315" y="17"/>
                </a:moveTo>
                <a:lnTo>
                  <a:pt x="315" y="0"/>
                </a:lnTo>
                <a:lnTo>
                  <a:pt x="0" y="25"/>
                </a:lnTo>
                <a:lnTo>
                  <a:pt x="0" y="41"/>
                </a:lnTo>
                <a:lnTo>
                  <a:pt x="31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34" name="Freeform 97"/>
          <p:cNvSpPr>
            <a:spLocks/>
          </p:cNvSpPr>
          <p:nvPr/>
        </p:nvSpPr>
        <p:spPr bwMode="auto">
          <a:xfrm>
            <a:off x="2166938" y="4926013"/>
            <a:ext cx="514350" cy="90487"/>
          </a:xfrm>
          <a:custGeom>
            <a:avLst/>
            <a:gdLst>
              <a:gd name="T0" fmla="*/ 2147483646 w 324"/>
              <a:gd name="T1" fmla="*/ 2147483646 h 57"/>
              <a:gd name="T2" fmla="*/ 2147483646 w 324"/>
              <a:gd name="T3" fmla="*/ 2147483646 h 57"/>
              <a:gd name="T4" fmla="*/ 0 w 324"/>
              <a:gd name="T5" fmla="*/ 0 h 57"/>
              <a:gd name="T6" fmla="*/ 0 w 324"/>
              <a:gd name="T7" fmla="*/ 2147483646 h 57"/>
              <a:gd name="T8" fmla="*/ 2147483646 w 324"/>
              <a:gd name="T9" fmla="*/ 2147483646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24" h="57">
                <a:moveTo>
                  <a:pt x="324" y="57"/>
                </a:moveTo>
                <a:lnTo>
                  <a:pt x="324" y="41"/>
                </a:lnTo>
                <a:lnTo>
                  <a:pt x="0" y="0"/>
                </a:lnTo>
                <a:lnTo>
                  <a:pt x="0" y="16"/>
                </a:lnTo>
                <a:lnTo>
                  <a:pt x="324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35" name="Freeform 98"/>
          <p:cNvSpPr>
            <a:spLocks/>
          </p:cNvSpPr>
          <p:nvPr/>
        </p:nvSpPr>
        <p:spPr bwMode="auto">
          <a:xfrm>
            <a:off x="3938588" y="4186238"/>
            <a:ext cx="28575" cy="26987"/>
          </a:xfrm>
          <a:custGeom>
            <a:avLst/>
            <a:gdLst>
              <a:gd name="T0" fmla="*/ 2147483646 w 18"/>
              <a:gd name="T1" fmla="*/ 2147483646 h 17"/>
              <a:gd name="T2" fmla="*/ 2147483646 w 18"/>
              <a:gd name="T3" fmla="*/ 2147483646 h 17"/>
              <a:gd name="T4" fmla="*/ 2147483646 w 18"/>
              <a:gd name="T5" fmla="*/ 0 h 17"/>
              <a:gd name="T6" fmla="*/ 2147483646 w 18"/>
              <a:gd name="T7" fmla="*/ 0 h 17"/>
              <a:gd name="T8" fmla="*/ 2147483646 w 18"/>
              <a:gd name="T9" fmla="*/ 0 h 17"/>
              <a:gd name="T10" fmla="*/ 2147483646 w 18"/>
              <a:gd name="T11" fmla="*/ 0 h 17"/>
              <a:gd name="T12" fmla="*/ 0 w 18"/>
              <a:gd name="T13" fmla="*/ 2147483646 h 17"/>
              <a:gd name="T14" fmla="*/ 2147483646 w 18"/>
              <a:gd name="T15" fmla="*/ 2147483646 h 17"/>
              <a:gd name="T16" fmla="*/ 2147483646 w 18"/>
              <a:gd name="T17" fmla="*/ 2147483646 h 17"/>
              <a:gd name="T18" fmla="*/ 2147483646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7">
                <a:moveTo>
                  <a:pt x="9" y="17"/>
                </a:move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36" name="Freeform 99"/>
          <p:cNvSpPr>
            <a:spLocks/>
          </p:cNvSpPr>
          <p:nvPr/>
        </p:nvSpPr>
        <p:spPr bwMode="auto">
          <a:xfrm>
            <a:off x="3895725" y="4200525"/>
            <a:ext cx="128588" cy="193675"/>
          </a:xfrm>
          <a:custGeom>
            <a:avLst/>
            <a:gdLst>
              <a:gd name="T0" fmla="*/ 2147483646 w 81"/>
              <a:gd name="T1" fmla="*/ 0 h 122"/>
              <a:gd name="T2" fmla="*/ 2147483646 w 81"/>
              <a:gd name="T3" fmla="*/ 0 h 122"/>
              <a:gd name="T4" fmla="*/ 2147483646 w 81"/>
              <a:gd name="T5" fmla="*/ 2147483646 h 122"/>
              <a:gd name="T6" fmla="*/ 0 w 81"/>
              <a:gd name="T7" fmla="*/ 0 h 122"/>
              <a:gd name="T8" fmla="*/ 2147483646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37" name="Freeform 100"/>
          <p:cNvSpPr>
            <a:spLocks/>
          </p:cNvSpPr>
          <p:nvPr/>
        </p:nvSpPr>
        <p:spPr bwMode="auto">
          <a:xfrm>
            <a:off x="3895725" y="4200525"/>
            <a:ext cx="128588" cy="193675"/>
          </a:xfrm>
          <a:custGeom>
            <a:avLst/>
            <a:gdLst>
              <a:gd name="T0" fmla="*/ 2147483646 w 81"/>
              <a:gd name="T1" fmla="*/ 0 h 122"/>
              <a:gd name="T2" fmla="*/ 2147483646 w 81"/>
              <a:gd name="T3" fmla="*/ 0 h 122"/>
              <a:gd name="T4" fmla="*/ 2147483646 w 81"/>
              <a:gd name="T5" fmla="*/ 2147483646 h 122"/>
              <a:gd name="T6" fmla="*/ 0 w 81"/>
              <a:gd name="T7" fmla="*/ 0 h 122"/>
              <a:gd name="T8" fmla="*/ 2147483646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38" name="Freeform 101"/>
          <p:cNvSpPr>
            <a:spLocks/>
          </p:cNvSpPr>
          <p:nvPr/>
        </p:nvSpPr>
        <p:spPr bwMode="auto">
          <a:xfrm>
            <a:off x="4667250" y="2293938"/>
            <a:ext cx="257175" cy="233362"/>
          </a:xfrm>
          <a:custGeom>
            <a:avLst/>
            <a:gdLst>
              <a:gd name="T0" fmla="*/ 2147483646 w 162"/>
              <a:gd name="T1" fmla="*/ 2147483646 h 147"/>
              <a:gd name="T2" fmla="*/ 2147483646 w 162"/>
              <a:gd name="T3" fmla="*/ 0 h 147"/>
              <a:gd name="T4" fmla="*/ 0 w 162"/>
              <a:gd name="T5" fmla="*/ 2147483646 h 147"/>
              <a:gd name="T6" fmla="*/ 0 w 162"/>
              <a:gd name="T7" fmla="*/ 2147483646 h 147"/>
              <a:gd name="T8" fmla="*/ 2147483646 w 162"/>
              <a:gd name="T9" fmla="*/ 2147483646 h 147"/>
              <a:gd name="T10" fmla="*/ 2147483646 w 162"/>
              <a:gd name="T11" fmla="*/ 2147483646 h 147"/>
              <a:gd name="T12" fmla="*/ 2147483646 w 162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47">
                <a:moveTo>
                  <a:pt x="162" y="8"/>
                </a:moveTo>
                <a:lnTo>
                  <a:pt x="144" y="0"/>
                </a:lnTo>
                <a:lnTo>
                  <a:pt x="0" y="139"/>
                </a:lnTo>
                <a:lnTo>
                  <a:pt x="18" y="147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39" name="Freeform 102"/>
          <p:cNvSpPr>
            <a:spLocks/>
          </p:cNvSpPr>
          <p:nvPr/>
        </p:nvSpPr>
        <p:spPr bwMode="auto">
          <a:xfrm>
            <a:off x="4467225" y="2514600"/>
            <a:ext cx="228600" cy="246063"/>
          </a:xfrm>
          <a:custGeom>
            <a:avLst/>
            <a:gdLst>
              <a:gd name="T0" fmla="*/ 2147483646 w 144"/>
              <a:gd name="T1" fmla="*/ 2147483646 h 155"/>
              <a:gd name="T2" fmla="*/ 2147483646 w 144"/>
              <a:gd name="T3" fmla="*/ 0 h 155"/>
              <a:gd name="T4" fmla="*/ 0 w 144"/>
              <a:gd name="T5" fmla="*/ 2147483646 h 155"/>
              <a:gd name="T6" fmla="*/ 0 w 144"/>
              <a:gd name="T7" fmla="*/ 2147483646 h 155"/>
              <a:gd name="T8" fmla="*/ 2147483646 w 144"/>
              <a:gd name="T9" fmla="*/ 2147483646 h 155"/>
              <a:gd name="T10" fmla="*/ 2147483646 w 144"/>
              <a:gd name="T11" fmla="*/ 2147483646 h 155"/>
              <a:gd name="T12" fmla="*/ 2147483646 w 144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55">
                <a:moveTo>
                  <a:pt x="144" y="8"/>
                </a:moveTo>
                <a:lnTo>
                  <a:pt x="126" y="0"/>
                </a:lnTo>
                <a:lnTo>
                  <a:pt x="0" y="147"/>
                </a:lnTo>
                <a:lnTo>
                  <a:pt x="18" y="155"/>
                </a:lnTo>
                <a:lnTo>
                  <a:pt x="144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40" name="Freeform 103"/>
          <p:cNvSpPr>
            <a:spLocks/>
          </p:cNvSpPr>
          <p:nvPr/>
        </p:nvSpPr>
        <p:spPr bwMode="auto">
          <a:xfrm>
            <a:off x="4295775" y="2747963"/>
            <a:ext cx="200025" cy="233362"/>
          </a:xfrm>
          <a:custGeom>
            <a:avLst/>
            <a:gdLst>
              <a:gd name="T0" fmla="*/ 2147483646 w 126"/>
              <a:gd name="T1" fmla="*/ 2147483646 h 147"/>
              <a:gd name="T2" fmla="*/ 2147483646 w 126"/>
              <a:gd name="T3" fmla="*/ 0 h 147"/>
              <a:gd name="T4" fmla="*/ 0 w 126"/>
              <a:gd name="T5" fmla="*/ 2147483646 h 147"/>
              <a:gd name="T6" fmla="*/ 0 w 126"/>
              <a:gd name="T7" fmla="*/ 2147483646 h 147"/>
              <a:gd name="T8" fmla="*/ 2147483646 w 126"/>
              <a:gd name="T9" fmla="*/ 2147483646 h 147"/>
              <a:gd name="T10" fmla="*/ 2147483646 w 126"/>
              <a:gd name="T11" fmla="*/ 2147483646 h 147"/>
              <a:gd name="T12" fmla="*/ 2147483646 w 126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" h="147">
                <a:moveTo>
                  <a:pt x="126" y="8"/>
                </a:moveTo>
                <a:lnTo>
                  <a:pt x="108" y="0"/>
                </a:lnTo>
                <a:lnTo>
                  <a:pt x="0" y="139"/>
                </a:lnTo>
                <a:lnTo>
                  <a:pt x="18" y="147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41" name="Freeform 104"/>
          <p:cNvSpPr>
            <a:spLocks/>
          </p:cNvSpPr>
          <p:nvPr/>
        </p:nvSpPr>
        <p:spPr bwMode="auto">
          <a:xfrm>
            <a:off x="4167188" y="2968625"/>
            <a:ext cx="157162" cy="246063"/>
          </a:xfrm>
          <a:custGeom>
            <a:avLst/>
            <a:gdLst>
              <a:gd name="T0" fmla="*/ 2147483646 w 99"/>
              <a:gd name="T1" fmla="*/ 2147483646 h 155"/>
              <a:gd name="T2" fmla="*/ 2147483646 w 99"/>
              <a:gd name="T3" fmla="*/ 0 h 155"/>
              <a:gd name="T4" fmla="*/ 0 w 99"/>
              <a:gd name="T5" fmla="*/ 2147483646 h 155"/>
              <a:gd name="T6" fmla="*/ 0 w 99"/>
              <a:gd name="T7" fmla="*/ 2147483646 h 155"/>
              <a:gd name="T8" fmla="*/ 2147483646 w 99"/>
              <a:gd name="T9" fmla="*/ 2147483646 h 155"/>
              <a:gd name="T10" fmla="*/ 2147483646 w 99"/>
              <a:gd name="T11" fmla="*/ 2147483646 h 155"/>
              <a:gd name="T12" fmla="*/ 2147483646 w 99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9" h="155">
                <a:moveTo>
                  <a:pt x="99" y="8"/>
                </a:moveTo>
                <a:lnTo>
                  <a:pt x="81" y="0"/>
                </a:lnTo>
                <a:lnTo>
                  <a:pt x="0" y="147"/>
                </a:lnTo>
                <a:lnTo>
                  <a:pt x="18" y="155"/>
                </a:lnTo>
                <a:lnTo>
                  <a:pt x="99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42" name="Freeform 105"/>
          <p:cNvSpPr>
            <a:spLocks/>
          </p:cNvSpPr>
          <p:nvPr/>
        </p:nvSpPr>
        <p:spPr bwMode="auto">
          <a:xfrm>
            <a:off x="4052888" y="3201988"/>
            <a:ext cx="142875" cy="258762"/>
          </a:xfrm>
          <a:custGeom>
            <a:avLst/>
            <a:gdLst>
              <a:gd name="T0" fmla="*/ 2147483646 w 90"/>
              <a:gd name="T1" fmla="*/ 2147483646 h 163"/>
              <a:gd name="T2" fmla="*/ 2147483646 w 90"/>
              <a:gd name="T3" fmla="*/ 0 h 163"/>
              <a:gd name="T4" fmla="*/ 0 w 90"/>
              <a:gd name="T5" fmla="*/ 2147483646 h 163"/>
              <a:gd name="T6" fmla="*/ 0 w 90"/>
              <a:gd name="T7" fmla="*/ 2147483646 h 163"/>
              <a:gd name="T8" fmla="*/ 2147483646 w 90"/>
              <a:gd name="T9" fmla="*/ 2147483646 h 163"/>
              <a:gd name="T10" fmla="*/ 2147483646 w 90"/>
              <a:gd name="T11" fmla="*/ 2147483646 h 163"/>
              <a:gd name="T12" fmla="*/ 2147483646 w 90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0" h="163">
                <a:moveTo>
                  <a:pt x="90" y="8"/>
                </a:moveTo>
                <a:lnTo>
                  <a:pt x="72" y="0"/>
                </a:lnTo>
                <a:lnTo>
                  <a:pt x="0" y="155"/>
                </a:lnTo>
                <a:lnTo>
                  <a:pt x="18" y="163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43" name="Freeform 106"/>
          <p:cNvSpPr>
            <a:spLocks/>
          </p:cNvSpPr>
          <p:nvPr/>
        </p:nvSpPr>
        <p:spPr bwMode="auto">
          <a:xfrm>
            <a:off x="3981450" y="3448050"/>
            <a:ext cx="100013" cy="258763"/>
          </a:xfrm>
          <a:custGeom>
            <a:avLst/>
            <a:gdLst>
              <a:gd name="T0" fmla="*/ 2147483646 w 63"/>
              <a:gd name="T1" fmla="*/ 2147483646 h 163"/>
              <a:gd name="T2" fmla="*/ 2147483646 w 63"/>
              <a:gd name="T3" fmla="*/ 0 h 163"/>
              <a:gd name="T4" fmla="*/ 0 w 63"/>
              <a:gd name="T5" fmla="*/ 2147483646 h 163"/>
              <a:gd name="T6" fmla="*/ 0 w 63"/>
              <a:gd name="T7" fmla="*/ 2147483646 h 163"/>
              <a:gd name="T8" fmla="*/ 2147483646 w 63"/>
              <a:gd name="T9" fmla="*/ 2147483646 h 163"/>
              <a:gd name="T10" fmla="*/ 2147483646 w 63"/>
              <a:gd name="T11" fmla="*/ 2147483646 h 163"/>
              <a:gd name="T12" fmla="*/ 2147483646 w 63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3" h="163">
                <a:moveTo>
                  <a:pt x="63" y="8"/>
                </a:moveTo>
                <a:lnTo>
                  <a:pt x="45" y="0"/>
                </a:lnTo>
                <a:lnTo>
                  <a:pt x="0" y="155"/>
                </a:lnTo>
                <a:lnTo>
                  <a:pt x="18" y="155"/>
                </a:lnTo>
                <a:lnTo>
                  <a:pt x="18" y="163"/>
                </a:lnTo>
                <a:lnTo>
                  <a:pt x="63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44" name="Freeform 107"/>
          <p:cNvSpPr>
            <a:spLocks/>
          </p:cNvSpPr>
          <p:nvPr/>
        </p:nvSpPr>
        <p:spPr bwMode="auto">
          <a:xfrm>
            <a:off x="3938588" y="3694113"/>
            <a:ext cx="71437" cy="246062"/>
          </a:xfrm>
          <a:custGeom>
            <a:avLst/>
            <a:gdLst>
              <a:gd name="T0" fmla="*/ 2147483646 w 45"/>
              <a:gd name="T1" fmla="*/ 0 h 155"/>
              <a:gd name="T2" fmla="*/ 2147483646 w 45"/>
              <a:gd name="T3" fmla="*/ 0 h 155"/>
              <a:gd name="T4" fmla="*/ 0 w 45"/>
              <a:gd name="T5" fmla="*/ 2147483646 h 155"/>
              <a:gd name="T6" fmla="*/ 0 w 45"/>
              <a:gd name="T7" fmla="*/ 2147483646 h 155"/>
              <a:gd name="T8" fmla="*/ 2147483646 w 45"/>
              <a:gd name="T9" fmla="*/ 2147483646 h 155"/>
              <a:gd name="T10" fmla="*/ 2147483646 w 45"/>
              <a:gd name="T11" fmla="*/ 2147483646 h 155"/>
              <a:gd name="T12" fmla="*/ 2147483646 w 45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5" h="155">
                <a:moveTo>
                  <a:pt x="45" y="0"/>
                </a:moveTo>
                <a:lnTo>
                  <a:pt x="27" y="0"/>
                </a:lnTo>
                <a:lnTo>
                  <a:pt x="0" y="155"/>
                </a:lnTo>
                <a:lnTo>
                  <a:pt x="18" y="15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45" name="Rectangle 108"/>
          <p:cNvSpPr>
            <a:spLocks noChangeArrowheads="1"/>
          </p:cNvSpPr>
          <p:nvPr/>
        </p:nvSpPr>
        <p:spPr bwMode="auto">
          <a:xfrm>
            <a:off x="3938588" y="3940175"/>
            <a:ext cx="28575" cy="24606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046" name="Freeform 109"/>
          <p:cNvSpPr>
            <a:spLocks/>
          </p:cNvSpPr>
          <p:nvPr/>
        </p:nvSpPr>
        <p:spPr bwMode="auto">
          <a:xfrm>
            <a:off x="2024063" y="3641725"/>
            <a:ext cx="28575" cy="26988"/>
          </a:xfrm>
          <a:custGeom>
            <a:avLst/>
            <a:gdLst>
              <a:gd name="T0" fmla="*/ 0 w 18"/>
              <a:gd name="T1" fmla="*/ 2147483646 h 17"/>
              <a:gd name="T2" fmla="*/ 0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2147483646 h 17"/>
              <a:gd name="T10" fmla="*/ 2147483646 w 18"/>
              <a:gd name="T11" fmla="*/ 2147483646 h 17"/>
              <a:gd name="T12" fmla="*/ 2147483646 w 18"/>
              <a:gd name="T13" fmla="*/ 0 h 17"/>
              <a:gd name="T14" fmla="*/ 0 w 18"/>
              <a:gd name="T15" fmla="*/ 0 h 17"/>
              <a:gd name="T16" fmla="*/ 0 w 18"/>
              <a:gd name="T17" fmla="*/ 2147483646 h 17"/>
              <a:gd name="T18" fmla="*/ 0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7">
                <a:moveTo>
                  <a:pt x="0" y="9"/>
                </a:moveTo>
                <a:lnTo>
                  <a:pt x="0" y="17"/>
                </a:lnTo>
                <a:lnTo>
                  <a:pt x="9" y="17"/>
                </a:lnTo>
                <a:lnTo>
                  <a:pt x="18" y="17"/>
                </a:lnTo>
                <a:lnTo>
                  <a:pt x="18" y="9"/>
                </a:lnTo>
                <a:lnTo>
                  <a:pt x="9" y="0"/>
                </a:lnTo>
                <a:lnTo>
                  <a:pt x="0" y="0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47" name="Freeform 110"/>
          <p:cNvSpPr>
            <a:spLocks/>
          </p:cNvSpPr>
          <p:nvPr/>
        </p:nvSpPr>
        <p:spPr bwMode="auto">
          <a:xfrm>
            <a:off x="1824038" y="3603625"/>
            <a:ext cx="228600" cy="103188"/>
          </a:xfrm>
          <a:custGeom>
            <a:avLst/>
            <a:gdLst>
              <a:gd name="T0" fmla="*/ 2147483646 w 144"/>
              <a:gd name="T1" fmla="*/ 2147483646 h 65"/>
              <a:gd name="T2" fmla="*/ 2147483646 w 144"/>
              <a:gd name="T3" fmla="*/ 2147483646 h 65"/>
              <a:gd name="T4" fmla="*/ 0 w 144"/>
              <a:gd name="T5" fmla="*/ 0 h 65"/>
              <a:gd name="T6" fmla="*/ 2147483646 w 144"/>
              <a:gd name="T7" fmla="*/ 0 h 65"/>
              <a:gd name="T8" fmla="*/ 2147483646 w 144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48" name="Freeform 111"/>
          <p:cNvSpPr>
            <a:spLocks/>
          </p:cNvSpPr>
          <p:nvPr/>
        </p:nvSpPr>
        <p:spPr bwMode="auto">
          <a:xfrm>
            <a:off x="1824038" y="3603625"/>
            <a:ext cx="228600" cy="103188"/>
          </a:xfrm>
          <a:custGeom>
            <a:avLst/>
            <a:gdLst>
              <a:gd name="T0" fmla="*/ 2147483646 w 144"/>
              <a:gd name="T1" fmla="*/ 2147483646 h 65"/>
              <a:gd name="T2" fmla="*/ 2147483646 w 144"/>
              <a:gd name="T3" fmla="*/ 2147483646 h 65"/>
              <a:gd name="T4" fmla="*/ 0 w 144"/>
              <a:gd name="T5" fmla="*/ 0 h 65"/>
              <a:gd name="T6" fmla="*/ 2147483646 w 144"/>
              <a:gd name="T7" fmla="*/ 0 h 65"/>
              <a:gd name="T8" fmla="*/ 2147483646 w 144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49" name="Freeform 112"/>
          <p:cNvSpPr>
            <a:spLocks/>
          </p:cNvSpPr>
          <p:nvPr/>
        </p:nvSpPr>
        <p:spPr bwMode="auto">
          <a:xfrm>
            <a:off x="3538538" y="4303713"/>
            <a:ext cx="471487" cy="363537"/>
          </a:xfrm>
          <a:custGeom>
            <a:avLst/>
            <a:gdLst>
              <a:gd name="T0" fmla="*/ 2147483646 w 297"/>
              <a:gd name="T1" fmla="*/ 2147483646 h 229"/>
              <a:gd name="T2" fmla="*/ 2147483646 w 297"/>
              <a:gd name="T3" fmla="*/ 2147483646 h 229"/>
              <a:gd name="T4" fmla="*/ 2147483646 w 297"/>
              <a:gd name="T5" fmla="*/ 0 h 229"/>
              <a:gd name="T6" fmla="*/ 2147483646 w 297"/>
              <a:gd name="T7" fmla="*/ 0 h 229"/>
              <a:gd name="T8" fmla="*/ 0 w 297"/>
              <a:gd name="T9" fmla="*/ 2147483646 h 229"/>
              <a:gd name="T10" fmla="*/ 0 w 297"/>
              <a:gd name="T11" fmla="*/ 2147483646 h 229"/>
              <a:gd name="T12" fmla="*/ 2147483646 w 297"/>
              <a:gd name="T13" fmla="*/ 214748364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97" h="229">
                <a:moveTo>
                  <a:pt x="288" y="229"/>
                </a:moveTo>
                <a:lnTo>
                  <a:pt x="297" y="212"/>
                </a:lnTo>
                <a:lnTo>
                  <a:pt x="9" y="0"/>
                </a:lnTo>
                <a:lnTo>
                  <a:pt x="0" y="16"/>
                </a:lnTo>
                <a:lnTo>
                  <a:pt x="288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50" name="Freeform 113"/>
          <p:cNvSpPr>
            <a:spLocks/>
          </p:cNvSpPr>
          <p:nvPr/>
        </p:nvSpPr>
        <p:spPr bwMode="auto">
          <a:xfrm>
            <a:off x="3067050" y="4030663"/>
            <a:ext cx="485775" cy="298450"/>
          </a:xfrm>
          <a:custGeom>
            <a:avLst/>
            <a:gdLst>
              <a:gd name="T0" fmla="*/ 2147483646 w 306"/>
              <a:gd name="T1" fmla="*/ 2147483646 h 188"/>
              <a:gd name="T2" fmla="*/ 2147483646 w 306"/>
              <a:gd name="T3" fmla="*/ 2147483646 h 188"/>
              <a:gd name="T4" fmla="*/ 2147483646 w 306"/>
              <a:gd name="T5" fmla="*/ 0 h 188"/>
              <a:gd name="T6" fmla="*/ 2147483646 w 306"/>
              <a:gd name="T7" fmla="*/ 0 h 188"/>
              <a:gd name="T8" fmla="*/ 0 w 306"/>
              <a:gd name="T9" fmla="*/ 2147483646 h 188"/>
              <a:gd name="T10" fmla="*/ 0 w 306"/>
              <a:gd name="T11" fmla="*/ 2147483646 h 188"/>
              <a:gd name="T12" fmla="*/ 2147483646 w 306"/>
              <a:gd name="T13" fmla="*/ 2147483646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06" h="188">
                <a:moveTo>
                  <a:pt x="297" y="188"/>
                </a:moveTo>
                <a:lnTo>
                  <a:pt x="306" y="172"/>
                </a:lnTo>
                <a:lnTo>
                  <a:pt x="9" y="0"/>
                </a:lnTo>
                <a:lnTo>
                  <a:pt x="0" y="17"/>
                </a:lnTo>
                <a:lnTo>
                  <a:pt x="297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51" name="Freeform 114"/>
          <p:cNvSpPr>
            <a:spLocks/>
          </p:cNvSpPr>
          <p:nvPr/>
        </p:nvSpPr>
        <p:spPr bwMode="auto">
          <a:xfrm>
            <a:off x="2552700" y="3811588"/>
            <a:ext cx="528638" cy="246062"/>
          </a:xfrm>
          <a:custGeom>
            <a:avLst/>
            <a:gdLst>
              <a:gd name="T0" fmla="*/ 2147483646 w 333"/>
              <a:gd name="T1" fmla="*/ 2147483646 h 155"/>
              <a:gd name="T2" fmla="*/ 2147483646 w 333"/>
              <a:gd name="T3" fmla="*/ 2147483646 h 155"/>
              <a:gd name="T4" fmla="*/ 2147483646 w 333"/>
              <a:gd name="T5" fmla="*/ 0 h 155"/>
              <a:gd name="T6" fmla="*/ 2147483646 w 333"/>
              <a:gd name="T7" fmla="*/ 0 h 155"/>
              <a:gd name="T8" fmla="*/ 0 w 333"/>
              <a:gd name="T9" fmla="*/ 2147483646 h 155"/>
              <a:gd name="T10" fmla="*/ 0 w 333"/>
              <a:gd name="T11" fmla="*/ 2147483646 h 155"/>
              <a:gd name="T12" fmla="*/ 2147483646 w 333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33" h="155">
                <a:moveTo>
                  <a:pt x="324" y="155"/>
                </a:moveTo>
                <a:lnTo>
                  <a:pt x="333" y="138"/>
                </a:lnTo>
                <a:lnTo>
                  <a:pt x="9" y="0"/>
                </a:lnTo>
                <a:lnTo>
                  <a:pt x="0" y="16"/>
                </a:lnTo>
                <a:lnTo>
                  <a:pt x="324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52" name="Freeform 115"/>
          <p:cNvSpPr>
            <a:spLocks/>
          </p:cNvSpPr>
          <p:nvPr/>
        </p:nvSpPr>
        <p:spPr bwMode="auto">
          <a:xfrm>
            <a:off x="2038350" y="3641725"/>
            <a:ext cx="528638" cy="195263"/>
          </a:xfrm>
          <a:custGeom>
            <a:avLst/>
            <a:gdLst>
              <a:gd name="T0" fmla="*/ 2147483646 w 333"/>
              <a:gd name="T1" fmla="*/ 2147483646 h 123"/>
              <a:gd name="T2" fmla="*/ 2147483646 w 333"/>
              <a:gd name="T3" fmla="*/ 2147483646 h 123"/>
              <a:gd name="T4" fmla="*/ 2147483646 w 333"/>
              <a:gd name="T5" fmla="*/ 0 h 123"/>
              <a:gd name="T6" fmla="*/ 0 w 333"/>
              <a:gd name="T7" fmla="*/ 2147483646 h 123"/>
              <a:gd name="T8" fmla="*/ 2147483646 w 333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3" h="123">
                <a:moveTo>
                  <a:pt x="324" y="123"/>
                </a:moveTo>
                <a:lnTo>
                  <a:pt x="333" y="107"/>
                </a:lnTo>
                <a:lnTo>
                  <a:pt x="9" y="0"/>
                </a:lnTo>
                <a:lnTo>
                  <a:pt x="0" y="17"/>
                </a:lnTo>
                <a:lnTo>
                  <a:pt x="324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53" name="Freeform 116"/>
          <p:cNvSpPr>
            <a:spLocks/>
          </p:cNvSpPr>
          <p:nvPr/>
        </p:nvSpPr>
        <p:spPr bwMode="auto">
          <a:xfrm>
            <a:off x="4953000" y="2747963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0 w 18"/>
              <a:gd name="T3" fmla="*/ 0 h 16"/>
              <a:gd name="T4" fmla="*/ 0 w 18"/>
              <a:gd name="T5" fmla="*/ 2147483646 h 16"/>
              <a:gd name="T6" fmla="*/ 0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9" y="0"/>
                </a:moveTo>
                <a:lnTo>
                  <a:pt x="0" y="0"/>
                </a:lnTo>
                <a:lnTo>
                  <a:pt x="0" y="8"/>
                </a:lnTo>
                <a:lnTo>
                  <a:pt x="9" y="16"/>
                </a:lnTo>
                <a:lnTo>
                  <a:pt x="9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54" name="Freeform 117"/>
          <p:cNvSpPr>
            <a:spLocks/>
          </p:cNvSpPr>
          <p:nvPr/>
        </p:nvSpPr>
        <p:spPr bwMode="auto">
          <a:xfrm>
            <a:off x="4895850" y="2552700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55" name="Freeform 118"/>
          <p:cNvSpPr>
            <a:spLocks/>
          </p:cNvSpPr>
          <p:nvPr/>
        </p:nvSpPr>
        <p:spPr bwMode="auto">
          <a:xfrm>
            <a:off x="4895850" y="2552700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56" name="Freeform 119"/>
          <p:cNvSpPr>
            <a:spLocks/>
          </p:cNvSpPr>
          <p:nvPr/>
        </p:nvSpPr>
        <p:spPr bwMode="auto">
          <a:xfrm>
            <a:off x="3981450" y="4419600"/>
            <a:ext cx="257175" cy="233363"/>
          </a:xfrm>
          <a:custGeom>
            <a:avLst/>
            <a:gdLst>
              <a:gd name="T0" fmla="*/ 0 w 162"/>
              <a:gd name="T1" fmla="*/ 2147483646 h 147"/>
              <a:gd name="T2" fmla="*/ 2147483646 w 162"/>
              <a:gd name="T3" fmla="*/ 2147483646 h 147"/>
              <a:gd name="T4" fmla="*/ 2147483646 w 162"/>
              <a:gd name="T5" fmla="*/ 2147483646 h 147"/>
              <a:gd name="T6" fmla="*/ 2147483646 w 162"/>
              <a:gd name="T7" fmla="*/ 2147483646 h 147"/>
              <a:gd name="T8" fmla="*/ 2147483646 w 162"/>
              <a:gd name="T9" fmla="*/ 0 h 147"/>
              <a:gd name="T10" fmla="*/ 2147483646 w 162"/>
              <a:gd name="T11" fmla="*/ 0 h 147"/>
              <a:gd name="T12" fmla="*/ 0 w 162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47">
                <a:moveTo>
                  <a:pt x="0" y="139"/>
                </a:moveTo>
                <a:lnTo>
                  <a:pt x="18" y="147"/>
                </a:lnTo>
                <a:lnTo>
                  <a:pt x="162" y="9"/>
                </a:lnTo>
                <a:lnTo>
                  <a:pt x="144" y="0"/>
                </a:lnTo>
                <a:lnTo>
                  <a:pt x="0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57" name="Freeform 120"/>
          <p:cNvSpPr>
            <a:spLocks/>
          </p:cNvSpPr>
          <p:nvPr/>
        </p:nvSpPr>
        <p:spPr bwMode="auto">
          <a:xfrm>
            <a:off x="4210050" y="4200525"/>
            <a:ext cx="228600" cy="233363"/>
          </a:xfrm>
          <a:custGeom>
            <a:avLst/>
            <a:gdLst>
              <a:gd name="T0" fmla="*/ 0 w 144"/>
              <a:gd name="T1" fmla="*/ 2147483646 h 147"/>
              <a:gd name="T2" fmla="*/ 2147483646 w 144"/>
              <a:gd name="T3" fmla="*/ 2147483646 h 147"/>
              <a:gd name="T4" fmla="*/ 2147483646 w 144"/>
              <a:gd name="T5" fmla="*/ 2147483646 h 147"/>
              <a:gd name="T6" fmla="*/ 2147483646 w 144"/>
              <a:gd name="T7" fmla="*/ 2147483646 h 147"/>
              <a:gd name="T8" fmla="*/ 2147483646 w 144"/>
              <a:gd name="T9" fmla="*/ 0 h 147"/>
              <a:gd name="T10" fmla="*/ 2147483646 w 144"/>
              <a:gd name="T11" fmla="*/ 0 h 147"/>
              <a:gd name="T12" fmla="*/ 0 w 144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47">
                <a:moveTo>
                  <a:pt x="0" y="138"/>
                </a:moveTo>
                <a:lnTo>
                  <a:pt x="18" y="147"/>
                </a:lnTo>
                <a:lnTo>
                  <a:pt x="144" y="8"/>
                </a:lnTo>
                <a:lnTo>
                  <a:pt x="126" y="0"/>
                </a:lnTo>
                <a:lnTo>
                  <a:pt x="0" y="13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58" name="Freeform 121"/>
          <p:cNvSpPr>
            <a:spLocks/>
          </p:cNvSpPr>
          <p:nvPr/>
        </p:nvSpPr>
        <p:spPr bwMode="auto">
          <a:xfrm>
            <a:off x="4410075" y="3967163"/>
            <a:ext cx="200025" cy="246062"/>
          </a:xfrm>
          <a:custGeom>
            <a:avLst/>
            <a:gdLst>
              <a:gd name="T0" fmla="*/ 0 w 126"/>
              <a:gd name="T1" fmla="*/ 2147483646 h 155"/>
              <a:gd name="T2" fmla="*/ 2147483646 w 126"/>
              <a:gd name="T3" fmla="*/ 2147483646 h 155"/>
              <a:gd name="T4" fmla="*/ 2147483646 w 126"/>
              <a:gd name="T5" fmla="*/ 2147483646 h 155"/>
              <a:gd name="T6" fmla="*/ 2147483646 w 126"/>
              <a:gd name="T7" fmla="*/ 2147483646 h 155"/>
              <a:gd name="T8" fmla="*/ 2147483646 w 126"/>
              <a:gd name="T9" fmla="*/ 0 h 155"/>
              <a:gd name="T10" fmla="*/ 2147483646 w 126"/>
              <a:gd name="T11" fmla="*/ 0 h 155"/>
              <a:gd name="T12" fmla="*/ 0 w 126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" h="155">
                <a:moveTo>
                  <a:pt x="0" y="147"/>
                </a:moveTo>
                <a:lnTo>
                  <a:pt x="18" y="155"/>
                </a:lnTo>
                <a:lnTo>
                  <a:pt x="126" y="8"/>
                </a:lnTo>
                <a:lnTo>
                  <a:pt x="108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59" name="Freeform 122"/>
          <p:cNvSpPr>
            <a:spLocks/>
          </p:cNvSpPr>
          <p:nvPr/>
        </p:nvSpPr>
        <p:spPr bwMode="auto">
          <a:xfrm>
            <a:off x="4581525" y="3733800"/>
            <a:ext cx="171450" cy="246063"/>
          </a:xfrm>
          <a:custGeom>
            <a:avLst/>
            <a:gdLst>
              <a:gd name="T0" fmla="*/ 0 w 108"/>
              <a:gd name="T1" fmla="*/ 2147483646 h 155"/>
              <a:gd name="T2" fmla="*/ 2147483646 w 108"/>
              <a:gd name="T3" fmla="*/ 2147483646 h 155"/>
              <a:gd name="T4" fmla="*/ 2147483646 w 108"/>
              <a:gd name="T5" fmla="*/ 2147483646 h 155"/>
              <a:gd name="T6" fmla="*/ 2147483646 w 108"/>
              <a:gd name="T7" fmla="*/ 2147483646 h 155"/>
              <a:gd name="T8" fmla="*/ 2147483646 w 108"/>
              <a:gd name="T9" fmla="*/ 0 h 155"/>
              <a:gd name="T10" fmla="*/ 2147483646 w 108"/>
              <a:gd name="T11" fmla="*/ 0 h 155"/>
              <a:gd name="T12" fmla="*/ 0 w 108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8" h="155">
                <a:moveTo>
                  <a:pt x="0" y="147"/>
                </a:moveTo>
                <a:lnTo>
                  <a:pt x="18" y="155"/>
                </a:lnTo>
                <a:lnTo>
                  <a:pt x="108" y="8"/>
                </a:lnTo>
                <a:lnTo>
                  <a:pt x="90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60" name="Freeform 123"/>
          <p:cNvSpPr>
            <a:spLocks/>
          </p:cNvSpPr>
          <p:nvPr/>
        </p:nvSpPr>
        <p:spPr bwMode="auto">
          <a:xfrm>
            <a:off x="4724400" y="3500438"/>
            <a:ext cx="128588" cy="246062"/>
          </a:xfrm>
          <a:custGeom>
            <a:avLst/>
            <a:gdLst>
              <a:gd name="T0" fmla="*/ 0 w 81"/>
              <a:gd name="T1" fmla="*/ 2147483646 h 155"/>
              <a:gd name="T2" fmla="*/ 2147483646 w 81"/>
              <a:gd name="T3" fmla="*/ 2147483646 h 155"/>
              <a:gd name="T4" fmla="*/ 2147483646 w 81"/>
              <a:gd name="T5" fmla="*/ 2147483646 h 155"/>
              <a:gd name="T6" fmla="*/ 2147483646 w 81"/>
              <a:gd name="T7" fmla="*/ 2147483646 h 155"/>
              <a:gd name="T8" fmla="*/ 2147483646 w 81"/>
              <a:gd name="T9" fmla="*/ 0 h 155"/>
              <a:gd name="T10" fmla="*/ 2147483646 w 81"/>
              <a:gd name="T11" fmla="*/ 0 h 155"/>
              <a:gd name="T12" fmla="*/ 0 w 81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1" h="155">
                <a:moveTo>
                  <a:pt x="0" y="147"/>
                </a:moveTo>
                <a:lnTo>
                  <a:pt x="18" y="155"/>
                </a:lnTo>
                <a:lnTo>
                  <a:pt x="81" y="8"/>
                </a:lnTo>
                <a:lnTo>
                  <a:pt x="63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61" name="Freeform 124"/>
          <p:cNvSpPr>
            <a:spLocks/>
          </p:cNvSpPr>
          <p:nvPr/>
        </p:nvSpPr>
        <p:spPr bwMode="auto">
          <a:xfrm>
            <a:off x="4824413" y="3252788"/>
            <a:ext cx="100012" cy="260350"/>
          </a:xfrm>
          <a:custGeom>
            <a:avLst/>
            <a:gdLst>
              <a:gd name="T0" fmla="*/ 0 w 63"/>
              <a:gd name="T1" fmla="*/ 2147483646 h 164"/>
              <a:gd name="T2" fmla="*/ 2147483646 w 63"/>
              <a:gd name="T3" fmla="*/ 2147483646 h 164"/>
              <a:gd name="T4" fmla="*/ 2147483646 w 63"/>
              <a:gd name="T5" fmla="*/ 2147483646 h 164"/>
              <a:gd name="T6" fmla="*/ 2147483646 w 63"/>
              <a:gd name="T7" fmla="*/ 0 h 164"/>
              <a:gd name="T8" fmla="*/ 2147483646 w 63"/>
              <a:gd name="T9" fmla="*/ 0 h 164"/>
              <a:gd name="T10" fmla="*/ 2147483646 w 63"/>
              <a:gd name="T11" fmla="*/ 0 h 164"/>
              <a:gd name="T12" fmla="*/ 0 w 63"/>
              <a:gd name="T13" fmla="*/ 2147483646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3" h="164">
                <a:moveTo>
                  <a:pt x="0" y="156"/>
                </a:moveTo>
                <a:lnTo>
                  <a:pt x="18" y="164"/>
                </a:lnTo>
                <a:lnTo>
                  <a:pt x="63" y="9"/>
                </a:lnTo>
                <a:lnTo>
                  <a:pt x="63" y="0"/>
                </a:lnTo>
                <a:lnTo>
                  <a:pt x="45" y="0"/>
                </a:lnTo>
                <a:lnTo>
                  <a:pt x="0" y="15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62" name="Freeform 125"/>
          <p:cNvSpPr>
            <a:spLocks/>
          </p:cNvSpPr>
          <p:nvPr/>
        </p:nvSpPr>
        <p:spPr bwMode="auto">
          <a:xfrm>
            <a:off x="4895850" y="3006725"/>
            <a:ext cx="71438" cy="246063"/>
          </a:xfrm>
          <a:custGeom>
            <a:avLst/>
            <a:gdLst>
              <a:gd name="T0" fmla="*/ 0 w 45"/>
              <a:gd name="T1" fmla="*/ 2147483646 h 155"/>
              <a:gd name="T2" fmla="*/ 2147483646 w 45"/>
              <a:gd name="T3" fmla="*/ 2147483646 h 155"/>
              <a:gd name="T4" fmla="*/ 2147483646 w 45"/>
              <a:gd name="T5" fmla="*/ 0 h 155"/>
              <a:gd name="T6" fmla="*/ 2147483646 w 45"/>
              <a:gd name="T7" fmla="*/ 0 h 155"/>
              <a:gd name="T8" fmla="*/ 2147483646 w 45"/>
              <a:gd name="T9" fmla="*/ 0 h 155"/>
              <a:gd name="T10" fmla="*/ 2147483646 w 45"/>
              <a:gd name="T11" fmla="*/ 0 h 155"/>
              <a:gd name="T12" fmla="*/ 0 w 45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5" h="155">
                <a:moveTo>
                  <a:pt x="0" y="155"/>
                </a:moveTo>
                <a:lnTo>
                  <a:pt x="18" y="155"/>
                </a:lnTo>
                <a:lnTo>
                  <a:pt x="45" y="0"/>
                </a:lnTo>
                <a:lnTo>
                  <a:pt x="27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63" name="Rectangle 126"/>
          <p:cNvSpPr>
            <a:spLocks noChangeArrowheads="1"/>
          </p:cNvSpPr>
          <p:nvPr/>
        </p:nvSpPr>
        <p:spPr bwMode="auto">
          <a:xfrm>
            <a:off x="4938713" y="2747963"/>
            <a:ext cx="28575" cy="2587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064" name="Freeform 127"/>
          <p:cNvSpPr>
            <a:spLocks/>
          </p:cNvSpPr>
          <p:nvPr/>
        </p:nvSpPr>
        <p:spPr bwMode="auto">
          <a:xfrm>
            <a:off x="6938963" y="5199063"/>
            <a:ext cx="14287" cy="12700"/>
          </a:xfrm>
          <a:custGeom>
            <a:avLst/>
            <a:gdLst>
              <a:gd name="T0" fmla="*/ 0 w 9"/>
              <a:gd name="T1" fmla="*/ 2147483646 h 8"/>
              <a:gd name="T2" fmla="*/ 2147483646 w 9"/>
              <a:gd name="T3" fmla="*/ 2147483646 h 8"/>
              <a:gd name="T4" fmla="*/ 2147483646 w 9"/>
              <a:gd name="T5" fmla="*/ 2147483646 h 8"/>
              <a:gd name="T6" fmla="*/ 2147483646 w 9"/>
              <a:gd name="T7" fmla="*/ 0 h 8"/>
              <a:gd name="T8" fmla="*/ 2147483646 w 9"/>
              <a:gd name="T9" fmla="*/ 0 h 8"/>
              <a:gd name="T10" fmla="*/ 0 w 9"/>
              <a:gd name="T11" fmla="*/ 0 h 8"/>
              <a:gd name="T12" fmla="*/ 0 w 9"/>
              <a:gd name="T13" fmla="*/ 0 h 8"/>
              <a:gd name="T14" fmla="*/ 0 w 9"/>
              <a:gd name="T15" fmla="*/ 2147483646 h 8"/>
              <a:gd name="T16" fmla="*/ 0 w 9"/>
              <a:gd name="T17" fmla="*/ 2147483646 h 8"/>
              <a:gd name="T18" fmla="*/ 0 w 9"/>
              <a:gd name="T19" fmla="*/ 2147483646 h 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9" h="8">
                <a:moveTo>
                  <a:pt x="0" y="8"/>
                </a:moveTo>
                <a:lnTo>
                  <a:pt x="9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65" name="Freeform 128"/>
          <p:cNvSpPr>
            <a:spLocks/>
          </p:cNvSpPr>
          <p:nvPr/>
        </p:nvSpPr>
        <p:spPr bwMode="auto">
          <a:xfrm>
            <a:off x="6881813" y="5199063"/>
            <a:ext cx="114300" cy="193675"/>
          </a:xfrm>
          <a:custGeom>
            <a:avLst/>
            <a:gdLst>
              <a:gd name="T0" fmla="*/ 2147483646 w 72"/>
              <a:gd name="T1" fmla="*/ 2147483646 h 122"/>
              <a:gd name="T2" fmla="*/ 2147483646 w 72"/>
              <a:gd name="T3" fmla="*/ 2147483646 h 122"/>
              <a:gd name="T4" fmla="*/ 0 w 72"/>
              <a:gd name="T5" fmla="*/ 2147483646 h 122"/>
              <a:gd name="T6" fmla="*/ 0 w 72"/>
              <a:gd name="T7" fmla="*/ 0 h 122"/>
              <a:gd name="T8" fmla="*/ 2147483646 w 72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66" name="Freeform 129"/>
          <p:cNvSpPr>
            <a:spLocks/>
          </p:cNvSpPr>
          <p:nvPr/>
        </p:nvSpPr>
        <p:spPr bwMode="auto">
          <a:xfrm>
            <a:off x="6881813" y="5199063"/>
            <a:ext cx="114300" cy="193675"/>
          </a:xfrm>
          <a:custGeom>
            <a:avLst/>
            <a:gdLst>
              <a:gd name="T0" fmla="*/ 2147483646 w 72"/>
              <a:gd name="T1" fmla="*/ 2147483646 h 122"/>
              <a:gd name="T2" fmla="*/ 2147483646 w 72"/>
              <a:gd name="T3" fmla="*/ 2147483646 h 122"/>
              <a:gd name="T4" fmla="*/ 0 w 72"/>
              <a:gd name="T5" fmla="*/ 2147483646 h 122"/>
              <a:gd name="T6" fmla="*/ 0 w 72"/>
              <a:gd name="T7" fmla="*/ 0 h 122"/>
              <a:gd name="T8" fmla="*/ 2147483646 w 72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67" name="Freeform 130"/>
          <p:cNvSpPr>
            <a:spLocks/>
          </p:cNvSpPr>
          <p:nvPr/>
        </p:nvSpPr>
        <p:spPr bwMode="auto">
          <a:xfrm>
            <a:off x="7010400" y="2825750"/>
            <a:ext cx="114300" cy="311150"/>
          </a:xfrm>
          <a:custGeom>
            <a:avLst/>
            <a:gdLst>
              <a:gd name="T0" fmla="*/ 2147483646 w 72"/>
              <a:gd name="T1" fmla="*/ 0 h 196"/>
              <a:gd name="T2" fmla="*/ 0 w 72"/>
              <a:gd name="T3" fmla="*/ 2147483646 h 196"/>
              <a:gd name="T4" fmla="*/ 2147483646 w 72"/>
              <a:gd name="T5" fmla="*/ 2147483646 h 196"/>
              <a:gd name="T6" fmla="*/ 2147483646 w 72"/>
              <a:gd name="T7" fmla="*/ 2147483646 h 196"/>
              <a:gd name="T8" fmla="*/ 2147483646 w 72"/>
              <a:gd name="T9" fmla="*/ 2147483646 h 196"/>
              <a:gd name="T10" fmla="*/ 2147483646 w 72"/>
              <a:gd name="T11" fmla="*/ 2147483646 h 196"/>
              <a:gd name="T12" fmla="*/ 2147483646 w 72"/>
              <a:gd name="T13" fmla="*/ 0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2" h="196">
                <a:moveTo>
                  <a:pt x="18" y="0"/>
                </a:moveTo>
                <a:lnTo>
                  <a:pt x="0" y="8"/>
                </a:lnTo>
                <a:lnTo>
                  <a:pt x="54" y="196"/>
                </a:lnTo>
                <a:lnTo>
                  <a:pt x="54" y="188"/>
                </a:lnTo>
                <a:lnTo>
                  <a:pt x="72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68" name="Freeform 131"/>
          <p:cNvSpPr>
            <a:spLocks/>
          </p:cNvSpPr>
          <p:nvPr/>
        </p:nvSpPr>
        <p:spPr bwMode="auto">
          <a:xfrm>
            <a:off x="7096125" y="3124200"/>
            <a:ext cx="85725" cy="298450"/>
          </a:xfrm>
          <a:custGeom>
            <a:avLst/>
            <a:gdLst>
              <a:gd name="T0" fmla="*/ 2147483646 w 54"/>
              <a:gd name="T1" fmla="*/ 0 h 188"/>
              <a:gd name="T2" fmla="*/ 0 w 54"/>
              <a:gd name="T3" fmla="*/ 0 h 188"/>
              <a:gd name="T4" fmla="*/ 2147483646 w 54"/>
              <a:gd name="T5" fmla="*/ 2147483646 h 188"/>
              <a:gd name="T6" fmla="*/ 2147483646 w 54"/>
              <a:gd name="T7" fmla="*/ 2147483646 h 188"/>
              <a:gd name="T8" fmla="*/ 2147483646 w 54"/>
              <a:gd name="T9" fmla="*/ 2147483646 h 188"/>
              <a:gd name="T10" fmla="*/ 2147483646 w 54"/>
              <a:gd name="T11" fmla="*/ 2147483646 h 188"/>
              <a:gd name="T12" fmla="*/ 2147483646 w 54"/>
              <a:gd name="T13" fmla="*/ 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4" h="188">
                <a:moveTo>
                  <a:pt x="18" y="0"/>
                </a:moveTo>
                <a:lnTo>
                  <a:pt x="0" y="0"/>
                </a:lnTo>
                <a:lnTo>
                  <a:pt x="36" y="188"/>
                </a:lnTo>
                <a:lnTo>
                  <a:pt x="54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69" name="Freeform 132"/>
          <p:cNvSpPr>
            <a:spLocks/>
          </p:cNvSpPr>
          <p:nvPr/>
        </p:nvSpPr>
        <p:spPr bwMode="auto">
          <a:xfrm>
            <a:off x="7153275" y="3422650"/>
            <a:ext cx="42863" cy="595313"/>
          </a:xfrm>
          <a:custGeom>
            <a:avLst/>
            <a:gdLst>
              <a:gd name="T0" fmla="*/ 2147483646 w 27"/>
              <a:gd name="T1" fmla="*/ 0 h 375"/>
              <a:gd name="T2" fmla="*/ 0 w 27"/>
              <a:gd name="T3" fmla="*/ 0 h 375"/>
              <a:gd name="T4" fmla="*/ 2147483646 w 27"/>
              <a:gd name="T5" fmla="*/ 2147483646 h 375"/>
              <a:gd name="T6" fmla="*/ 2147483646 w 27"/>
              <a:gd name="T7" fmla="*/ 2147483646 h 375"/>
              <a:gd name="T8" fmla="*/ 2147483646 w 27"/>
              <a:gd name="T9" fmla="*/ 2147483646 h 375"/>
              <a:gd name="T10" fmla="*/ 2147483646 w 27"/>
              <a:gd name="T11" fmla="*/ 2147483646 h 375"/>
              <a:gd name="T12" fmla="*/ 2147483646 w 27"/>
              <a:gd name="T13" fmla="*/ 0 h 3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" h="375">
                <a:moveTo>
                  <a:pt x="18" y="0"/>
                </a:moveTo>
                <a:lnTo>
                  <a:pt x="0" y="0"/>
                </a:lnTo>
                <a:lnTo>
                  <a:pt x="9" y="375"/>
                </a:lnTo>
                <a:lnTo>
                  <a:pt x="27" y="37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70" name="Freeform 133"/>
          <p:cNvSpPr>
            <a:spLocks/>
          </p:cNvSpPr>
          <p:nvPr/>
        </p:nvSpPr>
        <p:spPr bwMode="auto">
          <a:xfrm>
            <a:off x="7096125" y="4017963"/>
            <a:ext cx="100013" cy="609600"/>
          </a:xfrm>
          <a:custGeom>
            <a:avLst/>
            <a:gdLst>
              <a:gd name="T0" fmla="*/ 2147483646 w 63"/>
              <a:gd name="T1" fmla="*/ 0 h 384"/>
              <a:gd name="T2" fmla="*/ 2147483646 w 63"/>
              <a:gd name="T3" fmla="*/ 0 h 384"/>
              <a:gd name="T4" fmla="*/ 0 w 63"/>
              <a:gd name="T5" fmla="*/ 2147483646 h 384"/>
              <a:gd name="T6" fmla="*/ 0 w 63"/>
              <a:gd name="T7" fmla="*/ 2147483646 h 384"/>
              <a:gd name="T8" fmla="*/ 2147483646 w 63"/>
              <a:gd name="T9" fmla="*/ 2147483646 h 384"/>
              <a:gd name="T10" fmla="*/ 2147483646 w 63"/>
              <a:gd name="T11" fmla="*/ 2147483646 h 384"/>
              <a:gd name="T12" fmla="*/ 2147483646 w 63"/>
              <a:gd name="T13" fmla="*/ 0 h 3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3" h="384">
                <a:moveTo>
                  <a:pt x="63" y="0"/>
                </a:moveTo>
                <a:lnTo>
                  <a:pt x="45" y="0"/>
                </a:lnTo>
                <a:lnTo>
                  <a:pt x="0" y="376"/>
                </a:lnTo>
                <a:lnTo>
                  <a:pt x="18" y="384"/>
                </a:lnTo>
                <a:lnTo>
                  <a:pt x="18" y="376"/>
                </a:lnTo>
                <a:lnTo>
                  <a:pt x="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71" name="Freeform 134"/>
          <p:cNvSpPr>
            <a:spLocks/>
          </p:cNvSpPr>
          <p:nvPr/>
        </p:nvSpPr>
        <p:spPr bwMode="auto">
          <a:xfrm>
            <a:off x="6924675" y="4614863"/>
            <a:ext cx="200025" cy="596900"/>
          </a:xfrm>
          <a:custGeom>
            <a:avLst/>
            <a:gdLst>
              <a:gd name="T0" fmla="*/ 2147483646 w 126"/>
              <a:gd name="T1" fmla="*/ 2147483646 h 376"/>
              <a:gd name="T2" fmla="*/ 2147483646 w 126"/>
              <a:gd name="T3" fmla="*/ 0 h 376"/>
              <a:gd name="T4" fmla="*/ 0 w 126"/>
              <a:gd name="T5" fmla="*/ 2147483646 h 376"/>
              <a:gd name="T6" fmla="*/ 2147483646 w 126"/>
              <a:gd name="T7" fmla="*/ 2147483646 h 376"/>
              <a:gd name="T8" fmla="*/ 2147483646 w 126"/>
              <a:gd name="T9" fmla="*/ 2147483646 h 3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6" h="376">
                <a:moveTo>
                  <a:pt x="126" y="8"/>
                </a:moveTo>
                <a:lnTo>
                  <a:pt x="108" y="0"/>
                </a:lnTo>
                <a:lnTo>
                  <a:pt x="0" y="368"/>
                </a:lnTo>
                <a:lnTo>
                  <a:pt x="18" y="376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72" name="Oval 135"/>
          <p:cNvSpPr>
            <a:spLocks noChangeArrowheads="1"/>
          </p:cNvSpPr>
          <p:nvPr/>
        </p:nvSpPr>
        <p:spPr bwMode="auto">
          <a:xfrm>
            <a:off x="6624638" y="2592388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073" name="Oval 136"/>
          <p:cNvSpPr>
            <a:spLocks noChangeArrowheads="1"/>
          </p:cNvSpPr>
          <p:nvPr/>
        </p:nvSpPr>
        <p:spPr bwMode="auto">
          <a:xfrm>
            <a:off x="6624638" y="2593975"/>
            <a:ext cx="800100" cy="436563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074" name="Rectangle 137"/>
          <p:cNvSpPr>
            <a:spLocks noChangeArrowheads="1"/>
          </p:cNvSpPr>
          <p:nvPr/>
        </p:nvSpPr>
        <p:spPr bwMode="auto">
          <a:xfrm>
            <a:off x="6796088" y="2708275"/>
            <a:ext cx="40716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JFK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0075" name="Freeform 138"/>
          <p:cNvSpPr>
            <a:spLocks/>
          </p:cNvSpPr>
          <p:nvPr/>
        </p:nvSpPr>
        <p:spPr bwMode="auto">
          <a:xfrm>
            <a:off x="4424363" y="4964113"/>
            <a:ext cx="28575" cy="26987"/>
          </a:xfrm>
          <a:custGeom>
            <a:avLst/>
            <a:gdLst>
              <a:gd name="T0" fmla="*/ 2147483646 w 18"/>
              <a:gd name="T1" fmla="*/ 0 h 17"/>
              <a:gd name="T2" fmla="*/ 0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2147483646 h 17"/>
              <a:gd name="T10" fmla="*/ 2147483646 w 18"/>
              <a:gd name="T11" fmla="*/ 2147483646 h 17"/>
              <a:gd name="T12" fmla="*/ 2147483646 w 18"/>
              <a:gd name="T13" fmla="*/ 0 h 17"/>
              <a:gd name="T14" fmla="*/ 2147483646 w 18"/>
              <a:gd name="T15" fmla="*/ 0 h 17"/>
              <a:gd name="T16" fmla="*/ 2147483646 w 18"/>
              <a:gd name="T17" fmla="*/ 0 h 17"/>
              <a:gd name="T18" fmla="*/ 2147483646 w 18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7">
                <a:moveTo>
                  <a:pt x="9" y="0"/>
                </a:move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76" name="Freeform 139"/>
          <p:cNvSpPr>
            <a:spLocks/>
          </p:cNvSpPr>
          <p:nvPr/>
        </p:nvSpPr>
        <p:spPr bwMode="auto">
          <a:xfrm>
            <a:off x="4295775" y="4822825"/>
            <a:ext cx="185738" cy="180975"/>
          </a:xfrm>
          <a:custGeom>
            <a:avLst/>
            <a:gdLst>
              <a:gd name="T0" fmla="*/ 2147483646 w 117"/>
              <a:gd name="T1" fmla="*/ 2147483646 h 114"/>
              <a:gd name="T2" fmla="*/ 2147483646 w 117"/>
              <a:gd name="T3" fmla="*/ 2147483646 h 114"/>
              <a:gd name="T4" fmla="*/ 0 w 117"/>
              <a:gd name="T5" fmla="*/ 0 h 114"/>
              <a:gd name="T6" fmla="*/ 2147483646 w 117"/>
              <a:gd name="T7" fmla="*/ 2147483646 h 114"/>
              <a:gd name="T8" fmla="*/ 2147483646 w 117"/>
              <a:gd name="T9" fmla="*/ 2147483646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77" name="Freeform 140"/>
          <p:cNvSpPr>
            <a:spLocks/>
          </p:cNvSpPr>
          <p:nvPr/>
        </p:nvSpPr>
        <p:spPr bwMode="auto">
          <a:xfrm>
            <a:off x="4295775" y="4822825"/>
            <a:ext cx="185738" cy="180975"/>
          </a:xfrm>
          <a:custGeom>
            <a:avLst/>
            <a:gdLst>
              <a:gd name="T0" fmla="*/ 2147483646 w 117"/>
              <a:gd name="T1" fmla="*/ 2147483646 h 114"/>
              <a:gd name="T2" fmla="*/ 2147483646 w 117"/>
              <a:gd name="T3" fmla="*/ 2147483646 h 114"/>
              <a:gd name="T4" fmla="*/ 0 w 117"/>
              <a:gd name="T5" fmla="*/ 0 h 114"/>
              <a:gd name="T6" fmla="*/ 2147483646 w 117"/>
              <a:gd name="T7" fmla="*/ 2147483646 h 114"/>
              <a:gd name="T8" fmla="*/ 2147483646 w 117"/>
              <a:gd name="T9" fmla="*/ 2147483646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78" name="Freeform 141"/>
          <p:cNvSpPr>
            <a:spLocks/>
          </p:cNvSpPr>
          <p:nvPr/>
        </p:nvSpPr>
        <p:spPr bwMode="auto">
          <a:xfrm>
            <a:off x="6510338" y="5626100"/>
            <a:ext cx="357187" cy="65088"/>
          </a:xfrm>
          <a:custGeom>
            <a:avLst/>
            <a:gdLst>
              <a:gd name="T0" fmla="*/ 2147483646 w 225"/>
              <a:gd name="T1" fmla="*/ 2147483646 h 41"/>
              <a:gd name="T2" fmla="*/ 2147483646 w 225"/>
              <a:gd name="T3" fmla="*/ 0 h 41"/>
              <a:gd name="T4" fmla="*/ 0 w 225"/>
              <a:gd name="T5" fmla="*/ 2147483646 h 41"/>
              <a:gd name="T6" fmla="*/ 0 w 225"/>
              <a:gd name="T7" fmla="*/ 2147483646 h 41"/>
              <a:gd name="T8" fmla="*/ 0 w 225"/>
              <a:gd name="T9" fmla="*/ 2147483646 h 41"/>
              <a:gd name="T10" fmla="*/ 0 w 225"/>
              <a:gd name="T11" fmla="*/ 2147483646 h 41"/>
              <a:gd name="T12" fmla="*/ 2147483646 w 225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41">
                <a:moveTo>
                  <a:pt x="225" y="16"/>
                </a:moveTo>
                <a:lnTo>
                  <a:pt x="225" y="0"/>
                </a:lnTo>
                <a:lnTo>
                  <a:pt x="0" y="25"/>
                </a:lnTo>
                <a:lnTo>
                  <a:pt x="0" y="4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79" name="Freeform 142"/>
          <p:cNvSpPr>
            <a:spLocks/>
          </p:cNvSpPr>
          <p:nvPr/>
        </p:nvSpPr>
        <p:spPr bwMode="auto">
          <a:xfrm>
            <a:off x="6153150" y="5665788"/>
            <a:ext cx="357188" cy="25400"/>
          </a:xfrm>
          <a:custGeom>
            <a:avLst/>
            <a:gdLst>
              <a:gd name="T0" fmla="*/ 2147483646 w 225"/>
              <a:gd name="T1" fmla="*/ 2147483646 h 16"/>
              <a:gd name="T2" fmla="*/ 2147483646 w 225"/>
              <a:gd name="T3" fmla="*/ 0 h 16"/>
              <a:gd name="T4" fmla="*/ 0 w 225"/>
              <a:gd name="T5" fmla="*/ 0 h 16"/>
              <a:gd name="T6" fmla="*/ 0 w 225"/>
              <a:gd name="T7" fmla="*/ 0 h 16"/>
              <a:gd name="T8" fmla="*/ 0 w 225"/>
              <a:gd name="T9" fmla="*/ 2147483646 h 16"/>
              <a:gd name="T10" fmla="*/ 0 w 225"/>
              <a:gd name="T11" fmla="*/ 2147483646 h 16"/>
              <a:gd name="T12" fmla="*/ 2147483646 w 225"/>
              <a:gd name="T13" fmla="*/ 2147483646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16">
                <a:moveTo>
                  <a:pt x="225" y="16"/>
                </a:moveTo>
                <a:lnTo>
                  <a:pt x="225" y="0"/>
                </a:lnTo>
                <a:lnTo>
                  <a:pt x="0" y="0"/>
                </a:lnTo>
                <a:lnTo>
                  <a:pt x="0" y="16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80" name="Freeform 143"/>
          <p:cNvSpPr>
            <a:spLocks/>
          </p:cNvSpPr>
          <p:nvPr/>
        </p:nvSpPr>
        <p:spPr bwMode="auto">
          <a:xfrm>
            <a:off x="5810250" y="5626100"/>
            <a:ext cx="342900" cy="65088"/>
          </a:xfrm>
          <a:custGeom>
            <a:avLst/>
            <a:gdLst>
              <a:gd name="T0" fmla="*/ 2147483646 w 216"/>
              <a:gd name="T1" fmla="*/ 2147483646 h 41"/>
              <a:gd name="T2" fmla="*/ 2147483646 w 216"/>
              <a:gd name="T3" fmla="*/ 2147483646 h 41"/>
              <a:gd name="T4" fmla="*/ 0 w 216"/>
              <a:gd name="T5" fmla="*/ 0 h 41"/>
              <a:gd name="T6" fmla="*/ 0 w 216"/>
              <a:gd name="T7" fmla="*/ 0 h 41"/>
              <a:gd name="T8" fmla="*/ 0 w 216"/>
              <a:gd name="T9" fmla="*/ 2147483646 h 41"/>
              <a:gd name="T10" fmla="*/ 0 w 216"/>
              <a:gd name="T11" fmla="*/ 2147483646 h 41"/>
              <a:gd name="T12" fmla="*/ 2147483646 w 216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41">
                <a:moveTo>
                  <a:pt x="216" y="41"/>
                </a:moveTo>
                <a:lnTo>
                  <a:pt x="216" y="25"/>
                </a:lnTo>
                <a:lnTo>
                  <a:pt x="0" y="0"/>
                </a:lnTo>
                <a:lnTo>
                  <a:pt x="0" y="16"/>
                </a:lnTo>
                <a:lnTo>
                  <a:pt x="216" y="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81" name="Freeform 144"/>
          <p:cNvSpPr>
            <a:spLocks/>
          </p:cNvSpPr>
          <p:nvPr/>
        </p:nvSpPr>
        <p:spPr bwMode="auto">
          <a:xfrm>
            <a:off x="5481638" y="5561013"/>
            <a:ext cx="328612" cy="90487"/>
          </a:xfrm>
          <a:custGeom>
            <a:avLst/>
            <a:gdLst>
              <a:gd name="T0" fmla="*/ 2147483646 w 207"/>
              <a:gd name="T1" fmla="*/ 2147483646 h 57"/>
              <a:gd name="T2" fmla="*/ 2147483646 w 207"/>
              <a:gd name="T3" fmla="*/ 2147483646 h 57"/>
              <a:gd name="T4" fmla="*/ 0 w 207"/>
              <a:gd name="T5" fmla="*/ 0 h 57"/>
              <a:gd name="T6" fmla="*/ 2147483646 w 207"/>
              <a:gd name="T7" fmla="*/ 0 h 57"/>
              <a:gd name="T8" fmla="*/ 0 w 207"/>
              <a:gd name="T9" fmla="*/ 2147483646 h 57"/>
              <a:gd name="T10" fmla="*/ 0 w 207"/>
              <a:gd name="T11" fmla="*/ 2147483646 h 57"/>
              <a:gd name="T12" fmla="*/ 2147483646 w 207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7" h="57">
                <a:moveTo>
                  <a:pt x="207" y="57"/>
                </a:moveTo>
                <a:lnTo>
                  <a:pt x="207" y="41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07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82" name="Freeform 145"/>
          <p:cNvSpPr>
            <a:spLocks/>
          </p:cNvSpPr>
          <p:nvPr/>
        </p:nvSpPr>
        <p:spPr bwMode="auto">
          <a:xfrm>
            <a:off x="5181600" y="5457825"/>
            <a:ext cx="314325" cy="130175"/>
          </a:xfrm>
          <a:custGeom>
            <a:avLst/>
            <a:gdLst>
              <a:gd name="T0" fmla="*/ 2147483646 w 198"/>
              <a:gd name="T1" fmla="*/ 2147483646 h 82"/>
              <a:gd name="T2" fmla="*/ 2147483646 w 198"/>
              <a:gd name="T3" fmla="*/ 2147483646 h 82"/>
              <a:gd name="T4" fmla="*/ 2147483646 w 198"/>
              <a:gd name="T5" fmla="*/ 0 h 82"/>
              <a:gd name="T6" fmla="*/ 2147483646 w 198"/>
              <a:gd name="T7" fmla="*/ 0 h 82"/>
              <a:gd name="T8" fmla="*/ 0 w 198"/>
              <a:gd name="T9" fmla="*/ 2147483646 h 82"/>
              <a:gd name="T10" fmla="*/ 0 w 198"/>
              <a:gd name="T11" fmla="*/ 2147483646 h 82"/>
              <a:gd name="T12" fmla="*/ 2147483646 w 198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8" h="82">
                <a:moveTo>
                  <a:pt x="189" y="82"/>
                </a:moveTo>
                <a:lnTo>
                  <a:pt x="198" y="65"/>
                </a:lnTo>
                <a:lnTo>
                  <a:pt x="9" y="0"/>
                </a:lnTo>
                <a:lnTo>
                  <a:pt x="0" y="16"/>
                </a:lnTo>
                <a:lnTo>
                  <a:pt x="189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83" name="Freeform 146"/>
          <p:cNvSpPr>
            <a:spLocks/>
          </p:cNvSpPr>
          <p:nvPr/>
        </p:nvSpPr>
        <p:spPr bwMode="auto">
          <a:xfrm>
            <a:off x="4895850" y="5327650"/>
            <a:ext cx="300038" cy="155575"/>
          </a:xfrm>
          <a:custGeom>
            <a:avLst/>
            <a:gdLst>
              <a:gd name="T0" fmla="*/ 2147483646 w 189"/>
              <a:gd name="T1" fmla="*/ 2147483646 h 98"/>
              <a:gd name="T2" fmla="*/ 2147483646 w 189"/>
              <a:gd name="T3" fmla="*/ 2147483646 h 98"/>
              <a:gd name="T4" fmla="*/ 2147483646 w 189"/>
              <a:gd name="T5" fmla="*/ 0 h 98"/>
              <a:gd name="T6" fmla="*/ 2147483646 w 189"/>
              <a:gd name="T7" fmla="*/ 0 h 98"/>
              <a:gd name="T8" fmla="*/ 0 w 189"/>
              <a:gd name="T9" fmla="*/ 2147483646 h 98"/>
              <a:gd name="T10" fmla="*/ 0 w 189"/>
              <a:gd name="T11" fmla="*/ 2147483646 h 98"/>
              <a:gd name="T12" fmla="*/ 2147483646 w 189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98">
                <a:moveTo>
                  <a:pt x="180" y="98"/>
                </a:moveTo>
                <a:lnTo>
                  <a:pt x="189" y="82"/>
                </a:lnTo>
                <a:lnTo>
                  <a:pt x="9" y="0"/>
                </a:lnTo>
                <a:lnTo>
                  <a:pt x="0" y="17"/>
                </a:lnTo>
                <a:lnTo>
                  <a:pt x="180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84" name="Freeform 147"/>
          <p:cNvSpPr>
            <a:spLocks/>
          </p:cNvSpPr>
          <p:nvPr/>
        </p:nvSpPr>
        <p:spPr bwMode="auto">
          <a:xfrm>
            <a:off x="4638675" y="5159375"/>
            <a:ext cx="271463" cy="195263"/>
          </a:xfrm>
          <a:custGeom>
            <a:avLst/>
            <a:gdLst>
              <a:gd name="T0" fmla="*/ 2147483646 w 171"/>
              <a:gd name="T1" fmla="*/ 2147483646 h 123"/>
              <a:gd name="T2" fmla="*/ 2147483646 w 171"/>
              <a:gd name="T3" fmla="*/ 2147483646 h 123"/>
              <a:gd name="T4" fmla="*/ 2147483646 w 171"/>
              <a:gd name="T5" fmla="*/ 0 h 123"/>
              <a:gd name="T6" fmla="*/ 2147483646 w 171"/>
              <a:gd name="T7" fmla="*/ 2147483646 h 123"/>
              <a:gd name="T8" fmla="*/ 0 w 171"/>
              <a:gd name="T9" fmla="*/ 2147483646 h 123"/>
              <a:gd name="T10" fmla="*/ 2147483646 w 171"/>
              <a:gd name="T11" fmla="*/ 2147483646 h 123"/>
              <a:gd name="T12" fmla="*/ 2147483646 w 171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1" h="123">
                <a:moveTo>
                  <a:pt x="162" y="123"/>
                </a:moveTo>
                <a:lnTo>
                  <a:pt x="171" y="106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62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85" name="Freeform 148"/>
          <p:cNvSpPr>
            <a:spLocks/>
          </p:cNvSpPr>
          <p:nvPr/>
        </p:nvSpPr>
        <p:spPr bwMode="auto">
          <a:xfrm>
            <a:off x="4424363" y="4964113"/>
            <a:ext cx="242887" cy="220662"/>
          </a:xfrm>
          <a:custGeom>
            <a:avLst/>
            <a:gdLst>
              <a:gd name="T0" fmla="*/ 2147483646 w 153"/>
              <a:gd name="T1" fmla="*/ 2147483646 h 139"/>
              <a:gd name="T2" fmla="*/ 2147483646 w 153"/>
              <a:gd name="T3" fmla="*/ 2147483646 h 139"/>
              <a:gd name="T4" fmla="*/ 2147483646 w 153"/>
              <a:gd name="T5" fmla="*/ 0 h 139"/>
              <a:gd name="T6" fmla="*/ 0 w 153"/>
              <a:gd name="T7" fmla="*/ 2147483646 h 139"/>
              <a:gd name="T8" fmla="*/ 2147483646 w 153"/>
              <a:gd name="T9" fmla="*/ 2147483646 h 1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3" h="139">
                <a:moveTo>
                  <a:pt x="135" y="139"/>
                </a:moveTo>
                <a:lnTo>
                  <a:pt x="153" y="131"/>
                </a:lnTo>
                <a:lnTo>
                  <a:pt x="18" y="0"/>
                </a:lnTo>
                <a:lnTo>
                  <a:pt x="0" y="9"/>
                </a:lnTo>
                <a:lnTo>
                  <a:pt x="135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086" name="Oval 149"/>
          <p:cNvSpPr>
            <a:spLocks noChangeArrowheads="1"/>
          </p:cNvSpPr>
          <p:nvPr/>
        </p:nvSpPr>
        <p:spPr bwMode="auto">
          <a:xfrm>
            <a:off x="7210425" y="1503363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087" name="Oval 150"/>
          <p:cNvSpPr>
            <a:spLocks noChangeArrowheads="1"/>
          </p:cNvSpPr>
          <p:nvPr/>
        </p:nvSpPr>
        <p:spPr bwMode="auto">
          <a:xfrm>
            <a:off x="7210425" y="1504950"/>
            <a:ext cx="800100" cy="436563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088" name="Rectangle 151"/>
          <p:cNvSpPr>
            <a:spLocks noChangeArrowheads="1"/>
          </p:cNvSpPr>
          <p:nvPr/>
        </p:nvSpPr>
        <p:spPr bwMode="auto">
          <a:xfrm>
            <a:off x="7353300" y="1619250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BOS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0089" name="Oval 152"/>
          <p:cNvSpPr>
            <a:spLocks noChangeArrowheads="1"/>
          </p:cNvSpPr>
          <p:nvPr/>
        </p:nvSpPr>
        <p:spPr bwMode="auto">
          <a:xfrm>
            <a:off x="6467475" y="5418138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090" name="Oval 153"/>
          <p:cNvSpPr>
            <a:spLocks noChangeArrowheads="1"/>
          </p:cNvSpPr>
          <p:nvPr/>
        </p:nvSpPr>
        <p:spPr bwMode="auto">
          <a:xfrm>
            <a:off x="6467475" y="5421313"/>
            <a:ext cx="800100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091" name="Rectangle 154"/>
          <p:cNvSpPr>
            <a:spLocks noChangeArrowheads="1"/>
          </p:cNvSpPr>
          <p:nvPr/>
        </p:nvSpPr>
        <p:spPr bwMode="auto">
          <a:xfrm>
            <a:off x="6610350" y="5521325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MIA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0092" name="Oval 155"/>
          <p:cNvSpPr>
            <a:spLocks noChangeArrowheads="1"/>
          </p:cNvSpPr>
          <p:nvPr/>
        </p:nvSpPr>
        <p:spPr bwMode="auto">
          <a:xfrm>
            <a:off x="4552950" y="2085975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093" name="Oval 156"/>
          <p:cNvSpPr>
            <a:spLocks noChangeArrowheads="1"/>
          </p:cNvSpPr>
          <p:nvPr/>
        </p:nvSpPr>
        <p:spPr bwMode="auto">
          <a:xfrm>
            <a:off x="4552950" y="2089150"/>
            <a:ext cx="800100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094" name="Rectangle 157"/>
          <p:cNvSpPr>
            <a:spLocks noChangeArrowheads="1"/>
          </p:cNvSpPr>
          <p:nvPr/>
        </p:nvSpPr>
        <p:spPr bwMode="auto">
          <a:xfrm>
            <a:off x="4667250" y="2201863"/>
            <a:ext cx="51456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ORD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0095" name="Oval 158"/>
          <p:cNvSpPr>
            <a:spLocks noChangeArrowheads="1"/>
          </p:cNvSpPr>
          <p:nvPr/>
        </p:nvSpPr>
        <p:spPr bwMode="auto">
          <a:xfrm>
            <a:off x="1123950" y="4667250"/>
            <a:ext cx="800100" cy="43973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096" name="Oval 159"/>
          <p:cNvSpPr>
            <a:spLocks noChangeArrowheads="1"/>
          </p:cNvSpPr>
          <p:nvPr/>
        </p:nvSpPr>
        <p:spPr bwMode="auto">
          <a:xfrm>
            <a:off x="1123950" y="4668838"/>
            <a:ext cx="800100" cy="436562"/>
          </a:xfrm>
          <a:prstGeom prst="ellipse">
            <a:avLst/>
          </a:prstGeom>
          <a:solidFill>
            <a:srgbClr val="FFFFFF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097" name="Rectangle 160"/>
          <p:cNvSpPr>
            <a:spLocks noChangeArrowheads="1"/>
          </p:cNvSpPr>
          <p:nvPr/>
        </p:nvSpPr>
        <p:spPr bwMode="auto">
          <a:xfrm>
            <a:off x="1252538" y="4783138"/>
            <a:ext cx="51456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 b="1" dirty="0">
                <a:latin typeface="Times New Roman" panose="02020603050405020304" pitchFamily="18" charset="0"/>
              </a:rPr>
              <a:t>LAX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0098" name="Oval 161"/>
          <p:cNvSpPr>
            <a:spLocks noChangeArrowheads="1"/>
          </p:cNvSpPr>
          <p:nvPr/>
        </p:nvSpPr>
        <p:spPr bwMode="auto">
          <a:xfrm>
            <a:off x="3595688" y="4419600"/>
            <a:ext cx="814387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099" name="Oval 162"/>
          <p:cNvSpPr>
            <a:spLocks noChangeArrowheads="1"/>
          </p:cNvSpPr>
          <p:nvPr/>
        </p:nvSpPr>
        <p:spPr bwMode="auto">
          <a:xfrm>
            <a:off x="3595688" y="4422775"/>
            <a:ext cx="814387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100" name="Rectangle 163"/>
          <p:cNvSpPr>
            <a:spLocks noChangeArrowheads="1"/>
          </p:cNvSpPr>
          <p:nvPr/>
        </p:nvSpPr>
        <p:spPr bwMode="auto">
          <a:xfrm>
            <a:off x="3709988" y="4537075"/>
            <a:ext cx="54181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DFW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0101" name="Oval 164"/>
          <p:cNvSpPr>
            <a:spLocks noChangeArrowheads="1"/>
          </p:cNvSpPr>
          <p:nvPr/>
        </p:nvSpPr>
        <p:spPr bwMode="auto">
          <a:xfrm>
            <a:off x="938213" y="3370263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102" name="Oval 165"/>
          <p:cNvSpPr>
            <a:spLocks noChangeArrowheads="1"/>
          </p:cNvSpPr>
          <p:nvPr/>
        </p:nvSpPr>
        <p:spPr bwMode="auto">
          <a:xfrm>
            <a:off x="938213" y="3373438"/>
            <a:ext cx="800100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103" name="Rectangle 166"/>
          <p:cNvSpPr>
            <a:spLocks noChangeArrowheads="1"/>
          </p:cNvSpPr>
          <p:nvPr/>
        </p:nvSpPr>
        <p:spPr bwMode="auto">
          <a:xfrm>
            <a:off x="1081088" y="3486150"/>
            <a:ext cx="448841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 dirty="0">
                <a:latin typeface="Times New Roman" panose="02020603050405020304" pitchFamily="18" charset="0"/>
              </a:rPr>
              <a:t>SFO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0104" name="Rectangle 167"/>
          <p:cNvSpPr>
            <a:spLocks noChangeArrowheads="1"/>
          </p:cNvSpPr>
          <p:nvPr/>
        </p:nvSpPr>
        <p:spPr bwMode="auto">
          <a:xfrm>
            <a:off x="866775" y="2890838"/>
            <a:ext cx="400050" cy="349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105" name="Rectangle 168"/>
          <p:cNvSpPr>
            <a:spLocks noChangeArrowheads="1"/>
          </p:cNvSpPr>
          <p:nvPr/>
        </p:nvSpPr>
        <p:spPr bwMode="auto">
          <a:xfrm>
            <a:off x="838200" y="2916238"/>
            <a:ext cx="385763" cy="350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106" name="Rectangle 169"/>
          <p:cNvSpPr>
            <a:spLocks noChangeArrowheads="1"/>
          </p:cNvSpPr>
          <p:nvPr/>
        </p:nvSpPr>
        <p:spPr bwMode="auto">
          <a:xfrm>
            <a:off x="838200" y="2917825"/>
            <a:ext cx="385763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107" name="Rectangle 170"/>
          <p:cNvSpPr>
            <a:spLocks noChangeArrowheads="1"/>
          </p:cNvSpPr>
          <p:nvPr/>
        </p:nvSpPr>
        <p:spPr bwMode="auto">
          <a:xfrm>
            <a:off x="909638" y="2878138"/>
            <a:ext cx="1349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0108" name="Rectangle 171"/>
          <p:cNvSpPr>
            <a:spLocks noChangeArrowheads="1"/>
          </p:cNvSpPr>
          <p:nvPr/>
        </p:nvSpPr>
        <p:spPr bwMode="auto">
          <a:xfrm>
            <a:off x="1052513" y="3033713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0109" name="Rectangle 172"/>
          <p:cNvSpPr>
            <a:spLocks noChangeArrowheads="1"/>
          </p:cNvSpPr>
          <p:nvPr/>
        </p:nvSpPr>
        <p:spPr bwMode="auto">
          <a:xfrm>
            <a:off x="881063" y="5199063"/>
            <a:ext cx="400050" cy="349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110" name="Rectangle 173"/>
          <p:cNvSpPr>
            <a:spLocks noChangeArrowheads="1"/>
          </p:cNvSpPr>
          <p:nvPr/>
        </p:nvSpPr>
        <p:spPr bwMode="auto">
          <a:xfrm>
            <a:off x="852488" y="522446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111" name="Rectangle 174"/>
          <p:cNvSpPr>
            <a:spLocks noChangeArrowheads="1"/>
          </p:cNvSpPr>
          <p:nvPr/>
        </p:nvSpPr>
        <p:spPr bwMode="auto">
          <a:xfrm>
            <a:off x="852488" y="5226050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112" name="Rectangle 175"/>
          <p:cNvSpPr>
            <a:spLocks noChangeArrowheads="1"/>
          </p:cNvSpPr>
          <p:nvPr/>
        </p:nvSpPr>
        <p:spPr bwMode="auto">
          <a:xfrm>
            <a:off x="923925" y="5186363"/>
            <a:ext cx="1349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0113" name="Rectangle 176"/>
          <p:cNvSpPr>
            <a:spLocks noChangeArrowheads="1"/>
          </p:cNvSpPr>
          <p:nvPr/>
        </p:nvSpPr>
        <p:spPr bwMode="auto">
          <a:xfrm>
            <a:off x="1066800" y="53419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0114" name="Rectangle 177"/>
          <p:cNvSpPr>
            <a:spLocks noChangeArrowheads="1"/>
          </p:cNvSpPr>
          <p:nvPr/>
        </p:nvSpPr>
        <p:spPr bwMode="auto">
          <a:xfrm>
            <a:off x="3652838" y="4978400"/>
            <a:ext cx="400050" cy="3619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115" name="Rectangle 178"/>
          <p:cNvSpPr>
            <a:spLocks noChangeArrowheads="1"/>
          </p:cNvSpPr>
          <p:nvPr/>
        </p:nvSpPr>
        <p:spPr bwMode="auto">
          <a:xfrm>
            <a:off x="3609975" y="5003800"/>
            <a:ext cx="400050" cy="363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116" name="Rectangle 179"/>
          <p:cNvSpPr>
            <a:spLocks noChangeArrowheads="1"/>
          </p:cNvSpPr>
          <p:nvPr/>
        </p:nvSpPr>
        <p:spPr bwMode="auto">
          <a:xfrm>
            <a:off x="3609975" y="5005388"/>
            <a:ext cx="400050" cy="36036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117" name="Rectangle 180"/>
          <p:cNvSpPr>
            <a:spLocks noChangeArrowheads="1"/>
          </p:cNvSpPr>
          <p:nvPr/>
        </p:nvSpPr>
        <p:spPr bwMode="auto">
          <a:xfrm>
            <a:off x="3695700" y="4978400"/>
            <a:ext cx="1349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0118" name="Rectangle 181"/>
          <p:cNvSpPr>
            <a:spLocks noChangeArrowheads="1"/>
          </p:cNvSpPr>
          <p:nvPr/>
        </p:nvSpPr>
        <p:spPr bwMode="auto">
          <a:xfrm>
            <a:off x="3838575" y="512127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0119" name="Rectangle 182"/>
          <p:cNvSpPr>
            <a:spLocks noChangeArrowheads="1"/>
          </p:cNvSpPr>
          <p:nvPr/>
        </p:nvSpPr>
        <p:spPr bwMode="auto">
          <a:xfrm>
            <a:off x="5510213" y="2112963"/>
            <a:ext cx="385762" cy="349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120" name="Rectangle 183"/>
          <p:cNvSpPr>
            <a:spLocks noChangeArrowheads="1"/>
          </p:cNvSpPr>
          <p:nvPr/>
        </p:nvSpPr>
        <p:spPr bwMode="auto">
          <a:xfrm>
            <a:off x="5467350" y="2138363"/>
            <a:ext cx="385763" cy="3635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121" name="Rectangle 184"/>
          <p:cNvSpPr>
            <a:spLocks noChangeArrowheads="1"/>
          </p:cNvSpPr>
          <p:nvPr/>
        </p:nvSpPr>
        <p:spPr bwMode="auto">
          <a:xfrm>
            <a:off x="5467350" y="2139950"/>
            <a:ext cx="385763" cy="3603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122" name="Rectangle 185"/>
          <p:cNvSpPr>
            <a:spLocks noChangeArrowheads="1"/>
          </p:cNvSpPr>
          <p:nvPr/>
        </p:nvSpPr>
        <p:spPr bwMode="auto">
          <a:xfrm>
            <a:off x="5538788" y="2100263"/>
            <a:ext cx="1349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0123" name="Rectangle 186"/>
          <p:cNvSpPr>
            <a:spLocks noChangeArrowheads="1"/>
          </p:cNvSpPr>
          <p:nvPr/>
        </p:nvSpPr>
        <p:spPr bwMode="auto">
          <a:xfrm>
            <a:off x="5681663" y="22558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0124" name="Rectangle 187"/>
          <p:cNvSpPr>
            <a:spLocks noChangeArrowheads="1"/>
          </p:cNvSpPr>
          <p:nvPr/>
        </p:nvSpPr>
        <p:spPr bwMode="auto">
          <a:xfrm>
            <a:off x="6396038" y="5962650"/>
            <a:ext cx="400050" cy="3635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125" name="Rectangle 188"/>
          <p:cNvSpPr>
            <a:spLocks noChangeArrowheads="1"/>
          </p:cNvSpPr>
          <p:nvPr/>
        </p:nvSpPr>
        <p:spPr bwMode="auto">
          <a:xfrm>
            <a:off x="6353175" y="6002338"/>
            <a:ext cx="400050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126" name="Rectangle 189"/>
          <p:cNvSpPr>
            <a:spLocks noChangeArrowheads="1"/>
          </p:cNvSpPr>
          <p:nvPr/>
        </p:nvSpPr>
        <p:spPr bwMode="auto">
          <a:xfrm>
            <a:off x="6353175" y="6003925"/>
            <a:ext cx="400050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127" name="Rectangle 190"/>
          <p:cNvSpPr>
            <a:spLocks noChangeArrowheads="1"/>
          </p:cNvSpPr>
          <p:nvPr/>
        </p:nvSpPr>
        <p:spPr bwMode="auto">
          <a:xfrm>
            <a:off x="6424613" y="5964238"/>
            <a:ext cx="1349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0128" name="Rectangle 191"/>
          <p:cNvSpPr>
            <a:spLocks noChangeArrowheads="1"/>
          </p:cNvSpPr>
          <p:nvPr/>
        </p:nvSpPr>
        <p:spPr bwMode="auto">
          <a:xfrm>
            <a:off x="6581775" y="610552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0129" name="Rectangle 192"/>
          <p:cNvSpPr>
            <a:spLocks noChangeArrowheads="1"/>
          </p:cNvSpPr>
          <p:nvPr/>
        </p:nvSpPr>
        <p:spPr bwMode="auto">
          <a:xfrm>
            <a:off x="7439025" y="3019425"/>
            <a:ext cx="385763" cy="3635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130" name="Rectangle 193"/>
          <p:cNvSpPr>
            <a:spLocks noChangeArrowheads="1"/>
          </p:cNvSpPr>
          <p:nvPr/>
        </p:nvSpPr>
        <p:spPr bwMode="auto">
          <a:xfrm>
            <a:off x="7396163" y="305911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131" name="Rectangle 194"/>
          <p:cNvSpPr>
            <a:spLocks noChangeArrowheads="1"/>
          </p:cNvSpPr>
          <p:nvPr/>
        </p:nvSpPr>
        <p:spPr bwMode="auto">
          <a:xfrm>
            <a:off x="7396163" y="3060700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0132" name="Rectangle 195"/>
          <p:cNvSpPr>
            <a:spLocks noChangeArrowheads="1"/>
          </p:cNvSpPr>
          <p:nvPr/>
        </p:nvSpPr>
        <p:spPr bwMode="auto">
          <a:xfrm>
            <a:off x="7467600" y="3021013"/>
            <a:ext cx="1349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0133" name="Rectangle 196"/>
          <p:cNvSpPr>
            <a:spLocks noChangeArrowheads="1"/>
          </p:cNvSpPr>
          <p:nvPr/>
        </p:nvSpPr>
        <p:spPr bwMode="auto">
          <a:xfrm>
            <a:off x="7610475" y="3162300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cxnSp>
        <p:nvCxnSpPr>
          <p:cNvPr id="276678" name="AutoShape 198"/>
          <p:cNvCxnSpPr>
            <a:cxnSpLocks noChangeShapeType="1"/>
            <a:stCxn id="40090" idx="1"/>
            <a:endCxn id="40093" idx="5"/>
          </p:cNvCxnSpPr>
          <p:nvPr/>
        </p:nvCxnSpPr>
        <p:spPr bwMode="auto">
          <a:xfrm rot="5400000" flipH="1">
            <a:off x="4426744" y="3298031"/>
            <a:ext cx="2967038" cy="1349375"/>
          </a:xfrm>
          <a:prstGeom prst="curvedConnector3">
            <a:avLst>
              <a:gd name="adj1" fmla="val 49972"/>
            </a:avLst>
          </a:pr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" name="Group 4">
            <a:extLst>
              <a:ext uri="{FF2B5EF4-FFF2-40B4-BE49-F238E27FC236}">
                <a16:creationId xmlns:a16="http://schemas.microsoft.com/office/drawing/2014/main" id="{5B7582A5-1BC0-D077-C581-F99E599841E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062913" y="1219200"/>
            <a:ext cx="419100" cy="419100"/>
            <a:chOff x="5079" y="768"/>
            <a:chExt cx="264" cy="264"/>
          </a:xfrm>
        </p:grpSpPr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68E5254F-650C-E53B-C54A-61616C7A412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5079" y="768"/>
              <a:ext cx="264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Rectangle 5">
              <a:extLst>
                <a:ext uri="{FF2B5EF4-FFF2-40B4-BE49-F238E27FC236}">
                  <a16:creationId xmlns:a16="http://schemas.microsoft.com/office/drawing/2014/main" id="{0D1D2E38-8D99-ADF6-6224-289244C7F2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1" y="776"/>
              <a:ext cx="216" cy="216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603634C7-E48C-2BAD-18E7-3D1B4872D9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7" y="792"/>
              <a:ext cx="216" cy="2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11F92D6B-C15F-2B17-F27B-09AB576D4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7" y="792"/>
              <a:ext cx="216" cy="224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A5981017-0F20-F2EA-89C1-69DE8286E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7" y="776"/>
              <a:ext cx="152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300" b="0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v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A1628E0-51A4-A541-196A-56D3A6459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7" y="864"/>
              <a:ext cx="5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6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8B0A1C0-0897-4870-A11A-CAA0FF2A222E}" type="slidenum">
              <a:rPr lang="en-US" altLang="en-US" sz="1400" smtClean="0">
                <a:solidFill>
                  <a:srgbClr val="40458C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>
              <a:solidFill>
                <a:srgbClr val="40458C"/>
              </a:solidFill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7772400" cy="1143000"/>
          </a:xfrm>
        </p:spPr>
        <p:txBody>
          <a:bodyPr/>
          <a:lstStyle/>
          <a:p>
            <a:r>
              <a:rPr lang="en-US" altLang="en-US" dirty="0"/>
              <a:t>Floyd-</a:t>
            </a:r>
            <a:r>
              <a:rPr lang="en-US" altLang="en-US" dirty="0" err="1"/>
              <a:t>Warshall</a:t>
            </a:r>
            <a:r>
              <a:rPr lang="en-US" altLang="en-US" dirty="0"/>
              <a:t>, Iteration k=1</a:t>
            </a:r>
          </a:p>
        </p:txBody>
      </p:sp>
      <p:sp>
        <p:nvSpPr>
          <p:cNvPr id="40964" name="Freeform 3"/>
          <p:cNvSpPr>
            <a:spLocks/>
          </p:cNvSpPr>
          <p:nvPr/>
        </p:nvSpPr>
        <p:spPr bwMode="auto">
          <a:xfrm>
            <a:off x="4310063" y="2384425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2147483646 w 18"/>
              <a:gd name="T3" fmla="*/ 0 h 16"/>
              <a:gd name="T4" fmla="*/ 0 w 18"/>
              <a:gd name="T5" fmla="*/ 0 h 16"/>
              <a:gd name="T6" fmla="*/ 0 w 18"/>
              <a:gd name="T7" fmla="*/ 0 h 16"/>
              <a:gd name="T8" fmla="*/ 0 w 18"/>
              <a:gd name="T9" fmla="*/ 2147483646 h 16"/>
              <a:gd name="T10" fmla="*/ 0 w 18"/>
              <a:gd name="T11" fmla="*/ 2147483646 h 16"/>
              <a:gd name="T12" fmla="*/ 2147483646 w 18"/>
              <a:gd name="T13" fmla="*/ 2147483646 h 16"/>
              <a:gd name="T14" fmla="*/ 2147483646 w 18"/>
              <a:gd name="T15" fmla="*/ 2147483646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18" y="0"/>
                </a:move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65" name="Freeform 4"/>
          <p:cNvSpPr>
            <a:spLocks/>
          </p:cNvSpPr>
          <p:nvPr/>
        </p:nvSpPr>
        <p:spPr bwMode="auto">
          <a:xfrm>
            <a:off x="4310063" y="2319338"/>
            <a:ext cx="214312" cy="130175"/>
          </a:xfrm>
          <a:custGeom>
            <a:avLst/>
            <a:gdLst>
              <a:gd name="T0" fmla="*/ 2147483646 w 135"/>
              <a:gd name="T1" fmla="*/ 2147483646 h 82"/>
              <a:gd name="T2" fmla="*/ 0 w 135"/>
              <a:gd name="T3" fmla="*/ 2147483646 h 82"/>
              <a:gd name="T4" fmla="*/ 2147483646 w 135"/>
              <a:gd name="T5" fmla="*/ 0 h 82"/>
              <a:gd name="T6" fmla="*/ 2147483646 w 135"/>
              <a:gd name="T7" fmla="*/ 2147483646 h 82"/>
              <a:gd name="T8" fmla="*/ 2147483646 w 135"/>
              <a:gd name="T9" fmla="*/ 2147483646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66" name="Freeform 5"/>
          <p:cNvSpPr>
            <a:spLocks/>
          </p:cNvSpPr>
          <p:nvPr/>
        </p:nvSpPr>
        <p:spPr bwMode="auto">
          <a:xfrm>
            <a:off x="4310063" y="2319338"/>
            <a:ext cx="214312" cy="130175"/>
          </a:xfrm>
          <a:custGeom>
            <a:avLst/>
            <a:gdLst>
              <a:gd name="T0" fmla="*/ 2147483646 w 135"/>
              <a:gd name="T1" fmla="*/ 2147483646 h 82"/>
              <a:gd name="T2" fmla="*/ 0 w 135"/>
              <a:gd name="T3" fmla="*/ 2147483646 h 82"/>
              <a:gd name="T4" fmla="*/ 2147483646 w 135"/>
              <a:gd name="T5" fmla="*/ 0 h 82"/>
              <a:gd name="T6" fmla="*/ 2147483646 w 135"/>
              <a:gd name="T7" fmla="*/ 2147483646 h 82"/>
              <a:gd name="T8" fmla="*/ 2147483646 w 135"/>
              <a:gd name="T9" fmla="*/ 2147483646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67" name="Freeform 6"/>
          <p:cNvSpPr>
            <a:spLocks/>
          </p:cNvSpPr>
          <p:nvPr/>
        </p:nvSpPr>
        <p:spPr bwMode="auto">
          <a:xfrm>
            <a:off x="1509713" y="4549775"/>
            <a:ext cx="242887" cy="363538"/>
          </a:xfrm>
          <a:custGeom>
            <a:avLst/>
            <a:gdLst>
              <a:gd name="T0" fmla="*/ 0 w 153"/>
              <a:gd name="T1" fmla="*/ 2147483646 h 229"/>
              <a:gd name="T2" fmla="*/ 2147483646 w 153"/>
              <a:gd name="T3" fmla="*/ 2147483646 h 229"/>
              <a:gd name="T4" fmla="*/ 2147483646 w 153"/>
              <a:gd name="T5" fmla="*/ 2147483646 h 229"/>
              <a:gd name="T6" fmla="*/ 2147483646 w 153"/>
              <a:gd name="T7" fmla="*/ 2147483646 h 229"/>
              <a:gd name="T8" fmla="*/ 2147483646 w 153"/>
              <a:gd name="T9" fmla="*/ 0 h 229"/>
              <a:gd name="T10" fmla="*/ 2147483646 w 153"/>
              <a:gd name="T11" fmla="*/ 0 h 229"/>
              <a:gd name="T12" fmla="*/ 0 w 153"/>
              <a:gd name="T13" fmla="*/ 214748364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3" h="229">
                <a:moveTo>
                  <a:pt x="0" y="221"/>
                </a:moveTo>
                <a:lnTo>
                  <a:pt x="18" y="229"/>
                </a:lnTo>
                <a:lnTo>
                  <a:pt x="153" y="8"/>
                </a:lnTo>
                <a:lnTo>
                  <a:pt x="135" y="0"/>
                </a:lnTo>
                <a:lnTo>
                  <a:pt x="0" y="2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68" name="Freeform 7"/>
          <p:cNvSpPr>
            <a:spLocks/>
          </p:cNvSpPr>
          <p:nvPr/>
        </p:nvSpPr>
        <p:spPr bwMode="auto">
          <a:xfrm>
            <a:off x="1724025" y="4186238"/>
            <a:ext cx="285750" cy="376237"/>
          </a:xfrm>
          <a:custGeom>
            <a:avLst/>
            <a:gdLst>
              <a:gd name="T0" fmla="*/ 0 w 180"/>
              <a:gd name="T1" fmla="*/ 2147483646 h 237"/>
              <a:gd name="T2" fmla="*/ 2147483646 w 180"/>
              <a:gd name="T3" fmla="*/ 2147483646 h 237"/>
              <a:gd name="T4" fmla="*/ 2147483646 w 180"/>
              <a:gd name="T5" fmla="*/ 2147483646 h 237"/>
              <a:gd name="T6" fmla="*/ 2147483646 w 180"/>
              <a:gd name="T7" fmla="*/ 2147483646 h 237"/>
              <a:gd name="T8" fmla="*/ 2147483646 w 180"/>
              <a:gd name="T9" fmla="*/ 0 h 237"/>
              <a:gd name="T10" fmla="*/ 2147483646 w 180"/>
              <a:gd name="T11" fmla="*/ 0 h 237"/>
              <a:gd name="T12" fmla="*/ 0 w 180"/>
              <a:gd name="T13" fmla="*/ 2147483646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0" h="237">
                <a:moveTo>
                  <a:pt x="0" y="229"/>
                </a:moveTo>
                <a:lnTo>
                  <a:pt x="18" y="237"/>
                </a:lnTo>
                <a:lnTo>
                  <a:pt x="180" y="9"/>
                </a:lnTo>
                <a:lnTo>
                  <a:pt x="162" y="0"/>
                </a:lnTo>
                <a:lnTo>
                  <a:pt x="0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69" name="Freeform 8"/>
          <p:cNvSpPr>
            <a:spLocks/>
          </p:cNvSpPr>
          <p:nvPr/>
        </p:nvSpPr>
        <p:spPr bwMode="auto">
          <a:xfrm>
            <a:off x="1981200" y="3824288"/>
            <a:ext cx="342900" cy="376237"/>
          </a:xfrm>
          <a:custGeom>
            <a:avLst/>
            <a:gdLst>
              <a:gd name="T0" fmla="*/ 0 w 216"/>
              <a:gd name="T1" fmla="*/ 2147483646 h 237"/>
              <a:gd name="T2" fmla="*/ 2147483646 w 216"/>
              <a:gd name="T3" fmla="*/ 2147483646 h 237"/>
              <a:gd name="T4" fmla="*/ 2147483646 w 216"/>
              <a:gd name="T5" fmla="*/ 2147483646 h 237"/>
              <a:gd name="T6" fmla="*/ 2147483646 w 216"/>
              <a:gd name="T7" fmla="*/ 2147483646 h 237"/>
              <a:gd name="T8" fmla="*/ 2147483646 w 216"/>
              <a:gd name="T9" fmla="*/ 0 h 237"/>
              <a:gd name="T10" fmla="*/ 2147483646 w 216"/>
              <a:gd name="T11" fmla="*/ 0 h 237"/>
              <a:gd name="T12" fmla="*/ 0 w 216"/>
              <a:gd name="T13" fmla="*/ 2147483646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237">
                <a:moveTo>
                  <a:pt x="0" y="228"/>
                </a:moveTo>
                <a:lnTo>
                  <a:pt x="18" y="237"/>
                </a:lnTo>
                <a:lnTo>
                  <a:pt x="216" y="8"/>
                </a:lnTo>
                <a:lnTo>
                  <a:pt x="198" y="0"/>
                </a:lnTo>
                <a:lnTo>
                  <a:pt x="0" y="2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70" name="Freeform 9"/>
          <p:cNvSpPr>
            <a:spLocks/>
          </p:cNvSpPr>
          <p:nvPr/>
        </p:nvSpPr>
        <p:spPr bwMode="auto">
          <a:xfrm>
            <a:off x="2295525" y="3448050"/>
            <a:ext cx="385763" cy="388938"/>
          </a:xfrm>
          <a:custGeom>
            <a:avLst/>
            <a:gdLst>
              <a:gd name="T0" fmla="*/ 0 w 243"/>
              <a:gd name="T1" fmla="*/ 2147483646 h 245"/>
              <a:gd name="T2" fmla="*/ 2147483646 w 243"/>
              <a:gd name="T3" fmla="*/ 2147483646 h 245"/>
              <a:gd name="T4" fmla="*/ 2147483646 w 243"/>
              <a:gd name="T5" fmla="*/ 2147483646 h 245"/>
              <a:gd name="T6" fmla="*/ 2147483646 w 243"/>
              <a:gd name="T7" fmla="*/ 2147483646 h 245"/>
              <a:gd name="T8" fmla="*/ 2147483646 w 243"/>
              <a:gd name="T9" fmla="*/ 0 h 245"/>
              <a:gd name="T10" fmla="*/ 2147483646 w 243"/>
              <a:gd name="T11" fmla="*/ 2147483646 h 245"/>
              <a:gd name="T12" fmla="*/ 0 w 243"/>
              <a:gd name="T13" fmla="*/ 2147483646 h 2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" h="245">
                <a:moveTo>
                  <a:pt x="0" y="237"/>
                </a:moveTo>
                <a:lnTo>
                  <a:pt x="18" y="245"/>
                </a:lnTo>
                <a:lnTo>
                  <a:pt x="243" y="16"/>
                </a:lnTo>
                <a:lnTo>
                  <a:pt x="234" y="0"/>
                </a:lnTo>
                <a:lnTo>
                  <a:pt x="225" y="8"/>
                </a:lnTo>
                <a:lnTo>
                  <a:pt x="0" y="2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71" name="Freeform 10"/>
          <p:cNvSpPr>
            <a:spLocks/>
          </p:cNvSpPr>
          <p:nvPr/>
        </p:nvSpPr>
        <p:spPr bwMode="auto">
          <a:xfrm>
            <a:off x="2667000" y="3124200"/>
            <a:ext cx="385763" cy="349250"/>
          </a:xfrm>
          <a:custGeom>
            <a:avLst/>
            <a:gdLst>
              <a:gd name="T0" fmla="*/ 0 w 243"/>
              <a:gd name="T1" fmla="*/ 2147483646 h 220"/>
              <a:gd name="T2" fmla="*/ 2147483646 w 243"/>
              <a:gd name="T3" fmla="*/ 2147483646 h 220"/>
              <a:gd name="T4" fmla="*/ 2147483646 w 243"/>
              <a:gd name="T5" fmla="*/ 2147483646 h 220"/>
              <a:gd name="T6" fmla="*/ 2147483646 w 243"/>
              <a:gd name="T7" fmla="*/ 2147483646 h 220"/>
              <a:gd name="T8" fmla="*/ 2147483646 w 243"/>
              <a:gd name="T9" fmla="*/ 0 h 220"/>
              <a:gd name="T10" fmla="*/ 2147483646 w 243"/>
              <a:gd name="T11" fmla="*/ 0 h 220"/>
              <a:gd name="T12" fmla="*/ 0 w 243"/>
              <a:gd name="T13" fmla="*/ 2147483646 h 2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" h="220">
                <a:moveTo>
                  <a:pt x="0" y="204"/>
                </a:moveTo>
                <a:lnTo>
                  <a:pt x="9" y="220"/>
                </a:lnTo>
                <a:lnTo>
                  <a:pt x="243" y="16"/>
                </a:lnTo>
                <a:lnTo>
                  <a:pt x="234" y="0"/>
                </a:lnTo>
                <a:lnTo>
                  <a:pt x="0" y="20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72" name="Freeform 11"/>
          <p:cNvSpPr>
            <a:spLocks/>
          </p:cNvSpPr>
          <p:nvPr/>
        </p:nvSpPr>
        <p:spPr bwMode="auto">
          <a:xfrm>
            <a:off x="3038475" y="2825750"/>
            <a:ext cx="428625" cy="323850"/>
          </a:xfrm>
          <a:custGeom>
            <a:avLst/>
            <a:gdLst>
              <a:gd name="T0" fmla="*/ 0 w 270"/>
              <a:gd name="T1" fmla="*/ 2147483646 h 204"/>
              <a:gd name="T2" fmla="*/ 2147483646 w 270"/>
              <a:gd name="T3" fmla="*/ 2147483646 h 204"/>
              <a:gd name="T4" fmla="*/ 2147483646 w 270"/>
              <a:gd name="T5" fmla="*/ 2147483646 h 204"/>
              <a:gd name="T6" fmla="*/ 2147483646 w 270"/>
              <a:gd name="T7" fmla="*/ 2147483646 h 204"/>
              <a:gd name="T8" fmla="*/ 2147483646 w 270"/>
              <a:gd name="T9" fmla="*/ 0 h 204"/>
              <a:gd name="T10" fmla="*/ 2147483646 w 270"/>
              <a:gd name="T11" fmla="*/ 0 h 204"/>
              <a:gd name="T12" fmla="*/ 0 w 270"/>
              <a:gd name="T13" fmla="*/ 2147483646 h 2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0" h="204">
                <a:moveTo>
                  <a:pt x="0" y="188"/>
                </a:moveTo>
                <a:lnTo>
                  <a:pt x="9" y="204"/>
                </a:lnTo>
                <a:lnTo>
                  <a:pt x="270" y="16"/>
                </a:lnTo>
                <a:lnTo>
                  <a:pt x="261" y="0"/>
                </a:lnTo>
                <a:lnTo>
                  <a:pt x="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73" name="Freeform 12"/>
          <p:cNvSpPr>
            <a:spLocks/>
          </p:cNvSpPr>
          <p:nvPr/>
        </p:nvSpPr>
        <p:spPr bwMode="auto">
          <a:xfrm>
            <a:off x="3452813" y="2579688"/>
            <a:ext cx="442912" cy="271462"/>
          </a:xfrm>
          <a:custGeom>
            <a:avLst/>
            <a:gdLst>
              <a:gd name="T0" fmla="*/ 0 w 279"/>
              <a:gd name="T1" fmla="*/ 2147483646 h 171"/>
              <a:gd name="T2" fmla="*/ 2147483646 w 279"/>
              <a:gd name="T3" fmla="*/ 2147483646 h 171"/>
              <a:gd name="T4" fmla="*/ 2147483646 w 279"/>
              <a:gd name="T5" fmla="*/ 2147483646 h 171"/>
              <a:gd name="T6" fmla="*/ 2147483646 w 279"/>
              <a:gd name="T7" fmla="*/ 2147483646 h 171"/>
              <a:gd name="T8" fmla="*/ 2147483646 w 279"/>
              <a:gd name="T9" fmla="*/ 0 h 171"/>
              <a:gd name="T10" fmla="*/ 2147483646 w 279"/>
              <a:gd name="T11" fmla="*/ 0 h 171"/>
              <a:gd name="T12" fmla="*/ 0 w 279"/>
              <a:gd name="T13" fmla="*/ 2147483646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9" h="171">
                <a:moveTo>
                  <a:pt x="0" y="155"/>
                </a:moveTo>
                <a:lnTo>
                  <a:pt x="9" y="171"/>
                </a:lnTo>
                <a:lnTo>
                  <a:pt x="279" y="16"/>
                </a:lnTo>
                <a:lnTo>
                  <a:pt x="270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74" name="Freeform 13"/>
          <p:cNvSpPr>
            <a:spLocks/>
          </p:cNvSpPr>
          <p:nvPr/>
        </p:nvSpPr>
        <p:spPr bwMode="auto">
          <a:xfrm>
            <a:off x="3881438" y="2371725"/>
            <a:ext cx="457200" cy="233363"/>
          </a:xfrm>
          <a:custGeom>
            <a:avLst/>
            <a:gdLst>
              <a:gd name="T0" fmla="*/ 0 w 288"/>
              <a:gd name="T1" fmla="*/ 2147483646 h 147"/>
              <a:gd name="T2" fmla="*/ 2147483646 w 288"/>
              <a:gd name="T3" fmla="*/ 2147483646 h 147"/>
              <a:gd name="T4" fmla="*/ 2147483646 w 288"/>
              <a:gd name="T5" fmla="*/ 2147483646 h 147"/>
              <a:gd name="T6" fmla="*/ 2147483646 w 288"/>
              <a:gd name="T7" fmla="*/ 0 h 147"/>
              <a:gd name="T8" fmla="*/ 0 w 288"/>
              <a:gd name="T9" fmla="*/ 2147483646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88" h="147">
                <a:moveTo>
                  <a:pt x="0" y="131"/>
                </a:moveTo>
                <a:lnTo>
                  <a:pt x="9" y="147"/>
                </a:lnTo>
                <a:lnTo>
                  <a:pt x="288" y="16"/>
                </a:lnTo>
                <a:lnTo>
                  <a:pt x="279" y="0"/>
                </a:lnTo>
                <a:lnTo>
                  <a:pt x="0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75" name="Freeform 14"/>
          <p:cNvSpPr>
            <a:spLocks/>
          </p:cNvSpPr>
          <p:nvPr/>
        </p:nvSpPr>
        <p:spPr bwMode="auto">
          <a:xfrm>
            <a:off x="1638300" y="5289550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9" y="0"/>
                </a:move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76" name="Freeform 15"/>
          <p:cNvSpPr>
            <a:spLocks/>
          </p:cNvSpPr>
          <p:nvPr/>
        </p:nvSpPr>
        <p:spPr bwMode="auto">
          <a:xfrm>
            <a:off x="1538288" y="5133975"/>
            <a:ext cx="171450" cy="193675"/>
          </a:xfrm>
          <a:custGeom>
            <a:avLst/>
            <a:gdLst>
              <a:gd name="T0" fmla="*/ 2147483646 w 108"/>
              <a:gd name="T1" fmla="*/ 2147483646 h 122"/>
              <a:gd name="T2" fmla="*/ 2147483646 w 108"/>
              <a:gd name="T3" fmla="*/ 2147483646 h 122"/>
              <a:gd name="T4" fmla="*/ 0 w 108"/>
              <a:gd name="T5" fmla="*/ 0 h 122"/>
              <a:gd name="T6" fmla="*/ 2147483646 w 108"/>
              <a:gd name="T7" fmla="*/ 2147483646 h 122"/>
              <a:gd name="T8" fmla="*/ 2147483646 w 108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77" name="Freeform 16"/>
          <p:cNvSpPr>
            <a:spLocks/>
          </p:cNvSpPr>
          <p:nvPr/>
        </p:nvSpPr>
        <p:spPr bwMode="auto">
          <a:xfrm>
            <a:off x="1538288" y="5133975"/>
            <a:ext cx="171450" cy="193675"/>
          </a:xfrm>
          <a:custGeom>
            <a:avLst/>
            <a:gdLst>
              <a:gd name="T0" fmla="*/ 2147483646 w 108"/>
              <a:gd name="T1" fmla="*/ 2147483646 h 122"/>
              <a:gd name="T2" fmla="*/ 2147483646 w 108"/>
              <a:gd name="T3" fmla="*/ 2147483646 h 122"/>
              <a:gd name="T4" fmla="*/ 0 w 108"/>
              <a:gd name="T5" fmla="*/ 0 h 122"/>
              <a:gd name="T6" fmla="*/ 2147483646 w 108"/>
              <a:gd name="T7" fmla="*/ 2147483646 h 122"/>
              <a:gd name="T8" fmla="*/ 2147483646 w 108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78" name="Freeform 17"/>
          <p:cNvSpPr>
            <a:spLocks/>
          </p:cNvSpPr>
          <p:nvPr/>
        </p:nvSpPr>
        <p:spPr bwMode="auto">
          <a:xfrm>
            <a:off x="6581775" y="5626100"/>
            <a:ext cx="300038" cy="180975"/>
          </a:xfrm>
          <a:custGeom>
            <a:avLst/>
            <a:gdLst>
              <a:gd name="T0" fmla="*/ 2147483646 w 189"/>
              <a:gd name="T1" fmla="*/ 2147483646 h 114"/>
              <a:gd name="T2" fmla="*/ 2147483646 w 189"/>
              <a:gd name="T3" fmla="*/ 0 h 114"/>
              <a:gd name="T4" fmla="*/ 0 w 189"/>
              <a:gd name="T5" fmla="*/ 2147483646 h 114"/>
              <a:gd name="T6" fmla="*/ 0 w 189"/>
              <a:gd name="T7" fmla="*/ 2147483646 h 114"/>
              <a:gd name="T8" fmla="*/ 2147483646 w 189"/>
              <a:gd name="T9" fmla="*/ 2147483646 h 114"/>
              <a:gd name="T10" fmla="*/ 2147483646 w 189"/>
              <a:gd name="T11" fmla="*/ 2147483646 h 114"/>
              <a:gd name="T12" fmla="*/ 2147483646 w 189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14">
                <a:moveTo>
                  <a:pt x="189" y="16"/>
                </a:moveTo>
                <a:lnTo>
                  <a:pt x="180" y="0"/>
                </a:lnTo>
                <a:lnTo>
                  <a:pt x="0" y="98"/>
                </a:lnTo>
                <a:lnTo>
                  <a:pt x="9" y="114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79" name="Freeform 18"/>
          <p:cNvSpPr>
            <a:spLocks/>
          </p:cNvSpPr>
          <p:nvPr/>
        </p:nvSpPr>
        <p:spPr bwMode="auto">
          <a:xfrm>
            <a:off x="6253163" y="5781675"/>
            <a:ext cx="342900" cy="155575"/>
          </a:xfrm>
          <a:custGeom>
            <a:avLst/>
            <a:gdLst>
              <a:gd name="T0" fmla="*/ 2147483646 w 216"/>
              <a:gd name="T1" fmla="*/ 2147483646 h 98"/>
              <a:gd name="T2" fmla="*/ 2147483646 w 216"/>
              <a:gd name="T3" fmla="*/ 0 h 98"/>
              <a:gd name="T4" fmla="*/ 0 w 216"/>
              <a:gd name="T5" fmla="*/ 2147483646 h 98"/>
              <a:gd name="T6" fmla="*/ 0 w 216"/>
              <a:gd name="T7" fmla="*/ 2147483646 h 98"/>
              <a:gd name="T8" fmla="*/ 2147483646 w 216"/>
              <a:gd name="T9" fmla="*/ 2147483646 h 98"/>
              <a:gd name="T10" fmla="*/ 2147483646 w 216"/>
              <a:gd name="T11" fmla="*/ 2147483646 h 98"/>
              <a:gd name="T12" fmla="*/ 2147483646 w 216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98">
                <a:moveTo>
                  <a:pt x="216" y="16"/>
                </a:moveTo>
                <a:lnTo>
                  <a:pt x="207" y="0"/>
                </a:lnTo>
                <a:lnTo>
                  <a:pt x="0" y="82"/>
                </a:lnTo>
                <a:lnTo>
                  <a:pt x="9" y="98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80" name="Freeform 19"/>
          <p:cNvSpPr>
            <a:spLocks/>
          </p:cNvSpPr>
          <p:nvPr/>
        </p:nvSpPr>
        <p:spPr bwMode="auto">
          <a:xfrm>
            <a:off x="5910263" y="5911850"/>
            <a:ext cx="357187" cy="128588"/>
          </a:xfrm>
          <a:custGeom>
            <a:avLst/>
            <a:gdLst>
              <a:gd name="T0" fmla="*/ 2147483646 w 225"/>
              <a:gd name="T1" fmla="*/ 2147483646 h 81"/>
              <a:gd name="T2" fmla="*/ 2147483646 w 225"/>
              <a:gd name="T3" fmla="*/ 0 h 81"/>
              <a:gd name="T4" fmla="*/ 0 w 225"/>
              <a:gd name="T5" fmla="*/ 2147483646 h 81"/>
              <a:gd name="T6" fmla="*/ 0 w 225"/>
              <a:gd name="T7" fmla="*/ 2147483646 h 81"/>
              <a:gd name="T8" fmla="*/ 0 w 225"/>
              <a:gd name="T9" fmla="*/ 2147483646 h 81"/>
              <a:gd name="T10" fmla="*/ 2147483646 w 225"/>
              <a:gd name="T11" fmla="*/ 2147483646 h 81"/>
              <a:gd name="T12" fmla="*/ 2147483646 w 225"/>
              <a:gd name="T13" fmla="*/ 2147483646 h 8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81">
                <a:moveTo>
                  <a:pt x="225" y="16"/>
                </a:moveTo>
                <a:lnTo>
                  <a:pt x="216" y="0"/>
                </a:lnTo>
                <a:lnTo>
                  <a:pt x="0" y="65"/>
                </a:lnTo>
                <a:lnTo>
                  <a:pt x="0" y="81"/>
                </a:lnTo>
                <a:lnTo>
                  <a:pt x="9" y="8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81" name="Freeform 20"/>
          <p:cNvSpPr>
            <a:spLocks/>
          </p:cNvSpPr>
          <p:nvPr/>
        </p:nvSpPr>
        <p:spPr bwMode="auto">
          <a:xfrm>
            <a:off x="5538788" y="6015038"/>
            <a:ext cx="371475" cy="103187"/>
          </a:xfrm>
          <a:custGeom>
            <a:avLst/>
            <a:gdLst>
              <a:gd name="T0" fmla="*/ 2147483646 w 234"/>
              <a:gd name="T1" fmla="*/ 2147483646 h 65"/>
              <a:gd name="T2" fmla="*/ 2147483646 w 234"/>
              <a:gd name="T3" fmla="*/ 0 h 65"/>
              <a:gd name="T4" fmla="*/ 0 w 234"/>
              <a:gd name="T5" fmla="*/ 2147483646 h 65"/>
              <a:gd name="T6" fmla="*/ 0 w 234"/>
              <a:gd name="T7" fmla="*/ 2147483646 h 65"/>
              <a:gd name="T8" fmla="*/ 0 w 234"/>
              <a:gd name="T9" fmla="*/ 2147483646 h 65"/>
              <a:gd name="T10" fmla="*/ 0 w 234"/>
              <a:gd name="T11" fmla="*/ 2147483646 h 65"/>
              <a:gd name="T12" fmla="*/ 2147483646 w 234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4" h="65">
                <a:moveTo>
                  <a:pt x="234" y="16"/>
                </a:moveTo>
                <a:lnTo>
                  <a:pt x="234" y="0"/>
                </a:lnTo>
                <a:lnTo>
                  <a:pt x="0" y="49"/>
                </a:lnTo>
                <a:lnTo>
                  <a:pt x="0" y="65"/>
                </a:lnTo>
                <a:lnTo>
                  <a:pt x="23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82" name="Freeform 21"/>
          <p:cNvSpPr>
            <a:spLocks/>
          </p:cNvSpPr>
          <p:nvPr/>
        </p:nvSpPr>
        <p:spPr bwMode="auto">
          <a:xfrm>
            <a:off x="4752975" y="6092825"/>
            <a:ext cx="785813" cy="90488"/>
          </a:xfrm>
          <a:custGeom>
            <a:avLst/>
            <a:gdLst>
              <a:gd name="T0" fmla="*/ 2147483646 w 495"/>
              <a:gd name="T1" fmla="*/ 2147483646 h 57"/>
              <a:gd name="T2" fmla="*/ 2147483646 w 495"/>
              <a:gd name="T3" fmla="*/ 0 h 57"/>
              <a:gd name="T4" fmla="*/ 0 w 495"/>
              <a:gd name="T5" fmla="*/ 2147483646 h 57"/>
              <a:gd name="T6" fmla="*/ 0 w 495"/>
              <a:gd name="T7" fmla="*/ 2147483646 h 57"/>
              <a:gd name="T8" fmla="*/ 0 w 495"/>
              <a:gd name="T9" fmla="*/ 2147483646 h 57"/>
              <a:gd name="T10" fmla="*/ 0 w 495"/>
              <a:gd name="T11" fmla="*/ 2147483646 h 57"/>
              <a:gd name="T12" fmla="*/ 2147483646 w 495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95" h="57">
                <a:moveTo>
                  <a:pt x="495" y="16"/>
                </a:moveTo>
                <a:lnTo>
                  <a:pt x="495" y="0"/>
                </a:lnTo>
                <a:lnTo>
                  <a:pt x="0" y="41"/>
                </a:lnTo>
                <a:lnTo>
                  <a:pt x="0" y="57"/>
                </a:lnTo>
                <a:lnTo>
                  <a:pt x="49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83" name="Freeform 22"/>
          <p:cNvSpPr>
            <a:spLocks/>
          </p:cNvSpPr>
          <p:nvPr/>
        </p:nvSpPr>
        <p:spPr bwMode="auto">
          <a:xfrm>
            <a:off x="3967163" y="6145213"/>
            <a:ext cx="785812" cy="38100"/>
          </a:xfrm>
          <a:custGeom>
            <a:avLst/>
            <a:gdLst>
              <a:gd name="T0" fmla="*/ 2147483646 w 495"/>
              <a:gd name="T1" fmla="*/ 2147483646 h 24"/>
              <a:gd name="T2" fmla="*/ 2147483646 w 495"/>
              <a:gd name="T3" fmla="*/ 2147483646 h 24"/>
              <a:gd name="T4" fmla="*/ 0 w 495"/>
              <a:gd name="T5" fmla="*/ 0 h 24"/>
              <a:gd name="T6" fmla="*/ 0 w 495"/>
              <a:gd name="T7" fmla="*/ 0 h 24"/>
              <a:gd name="T8" fmla="*/ 0 w 495"/>
              <a:gd name="T9" fmla="*/ 2147483646 h 24"/>
              <a:gd name="T10" fmla="*/ 0 w 495"/>
              <a:gd name="T11" fmla="*/ 2147483646 h 24"/>
              <a:gd name="T12" fmla="*/ 2147483646 w 495"/>
              <a:gd name="T13" fmla="*/ 2147483646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95" h="24">
                <a:moveTo>
                  <a:pt x="495" y="24"/>
                </a:moveTo>
                <a:lnTo>
                  <a:pt x="495" y="8"/>
                </a:lnTo>
                <a:lnTo>
                  <a:pt x="0" y="0"/>
                </a:lnTo>
                <a:lnTo>
                  <a:pt x="0" y="16"/>
                </a:lnTo>
                <a:lnTo>
                  <a:pt x="495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84" name="Freeform 23"/>
          <p:cNvSpPr>
            <a:spLocks/>
          </p:cNvSpPr>
          <p:nvPr/>
        </p:nvSpPr>
        <p:spPr bwMode="auto">
          <a:xfrm>
            <a:off x="3209925" y="6027738"/>
            <a:ext cx="757238" cy="142875"/>
          </a:xfrm>
          <a:custGeom>
            <a:avLst/>
            <a:gdLst>
              <a:gd name="T0" fmla="*/ 2147483646 w 477"/>
              <a:gd name="T1" fmla="*/ 2147483646 h 90"/>
              <a:gd name="T2" fmla="*/ 2147483646 w 477"/>
              <a:gd name="T3" fmla="*/ 2147483646 h 90"/>
              <a:gd name="T4" fmla="*/ 0 w 477"/>
              <a:gd name="T5" fmla="*/ 0 h 90"/>
              <a:gd name="T6" fmla="*/ 0 w 477"/>
              <a:gd name="T7" fmla="*/ 0 h 90"/>
              <a:gd name="T8" fmla="*/ 0 w 477"/>
              <a:gd name="T9" fmla="*/ 2147483646 h 90"/>
              <a:gd name="T10" fmla="*/ 0 w 477"/>
              <a:gd name="T11" fmla="*/ 2147483646 h 90"/>
              <a:gd name="T12" fmla="*/ 2147483646 w 477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77" h="90">
                <a:moveTo>
                  <a:pt x="477" y="90"/>
                </a:moveTo>
                <a:lnTo>
                  <a:pt x="477" y="74"/>
                </a:lnTo>
                <a:lnTo>
                  <a:pt x="0" y="0"/>
                </a:lnTo>
                <a:lnTo>
                  <a:pt x="0" y="17"/>
                </a:lnTo>
                <a:lnTo>
                  <a:pt x="477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85" name="Freeform 24"/>
          <p:cNvSpPr>
            <a:spLocks/>
          </p:cNvSpPr>
          <p:nvPr/>
        </p:nvSpPr>
        <p:spPr bwMode="auto">
          <a:xfrm>
            <a:off x="2852738" y="5949950"/>
            <a:ext cx="357187" cy="104775"/>
          </a:xfrm>
          <a:custGeom>
            <a:avLst/>
            <a:gdLst>
              <a:gd name="T0" fmla="*/ 2147483646 w 225"/>
              <a:gd name="T1" fmla="*/ 2147483646 h 66"/>
              <a:gd name="T2" fmla="*/ 2147483646 w 225"/>
              <a:gd name="T3" fmla="*/ 2147483646 h 66"/>
              <a:gd name="T4" fmla="*/ 0 w 225"/>
              <a:gd name="T5" fmla="*/ 0 h 66"/>
              <a:gd name="T6" fmla="*/ 2147483646 w 225"/>
              <a:gd name="T7" fmla="*/ 0 h 66"/>
              <a:gd name="T8" fmla="*/ 0 w 225"/>
              <a:gd name="T9" fmla="*/ 2147483646 h 66"/>
              <a:gd name="T10" fmla="*/ 0 w 225"/>
              <a:gd name="T11" fmla="*/ 2147483646 h 66"/>
              <a:gd name="T12" fmla="*/ 2147483646 w 225"/>
              <a:gd name="T13" fmla="*/ 2147483646 h 6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66">
                <a:moveTo>
                  <a:pt x="225" y="66"/>
                </a:moveTo>
                <a:lnTo>
                  <a:pt x="225" y="49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25" y="6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86" name="Freeform 25"/>
          <p:cNvSpPr>
            <a:spLocks/>
          </p:cNvSpPr>
          <p:nvPr/>
        </p:nvSpPr>
        <p:spPr bwMode="auto">
          <a:xfrm>
            <a:off x="2538413" y="5846763"/>
            <a:ext cx="328612" cy="130175"/>
          </a:xfrm>
          <a:custGeom>
            <a:avLst/>
            <a:gdLst>
              <a:gd name="T0" fmla="*/ 2147483646 w 207"/>
              <a:gd name="T1" fmla="*/ 2147483646 h 82"/>
              <a:gd name="T2" fmla="*/ 2147483646 w 207"/>
              <a:gd name="T3" fmla="*/ 2147483646 h 82"/>
              <a:gd name="T4" fmla="*/ 2147483646 w 207"/>
              <a:gd name="T5" fmla="*/ 0 h 82"/>
              <a:gd name="T6" fmla="*/ 2147483646 w 207"/>
              <a:gd name="T7" fmla="*/ 0 h 82"/>
              <a:gd name="T8" fmla="*/ 0 w 207"/>
              <a:gd name="T9" fmla="*/ 2147483646 h 82"/>
              <a:gd name="T10" fmla="*/ 0 w 207"/>
              <a:gd name="T11" fmla="*/ 2147483646 h 82"/>
              <a:gd name="T12" fmla="*/ 2147483646 w 207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7" h="82">
                <a:moveTo>
                  <a:pt x="198" y="82"/>
                </a:moveTo>
                <a:lnTo>
                  <a:pt x="207" y="65"/>
                </a:lnTo>
                <a:lnTo>
                  <a:pt x="9" y="0"/>
                </a:lnTo>
                <a:lnTo>
                  <a:pt x="0" y="16"/>
                </a:lnTo>
                <a:lnTo>
                  <a:pt x="198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87" name="Freeform 26"/>
          <p:cNvSpPr>
            <a:spLocks/>
          </p:cNvSpPr>
          <p:nvPr/>
        </p:nvSpPr>
        <p:spPr bwMode="auto">
          <a:xfrm>
            <a:off x="2252663" y="5729288"/>
            <a:ext cx="300037" cy="142875"/>
          </a:xfrm>
          <a:custGeom>
            <a:avLst/>
            <a:gdLst>
              <a:gd name="T0" fmla="*/ 2147483646 w 189"/>
              <a:gd name="T1" fmla="*/ 2147483646 h 90"/>
              <a:gd name="T2" fmla="*/ 2147483646 w 189"/>
              <a:gd name="T3" fmla="*/ 2147483646 h 90"/>
              <a:gd name="T4" fmla="*/ 2147483646 w 189"/>
              <a:gd name="T5" fmla="*/ 0 h 90"/>
              <a:gd name="T6" fmla="*/ 2147483646 w 189"/>
              <a:gd name="T7" fmla="*/ 0 h 90"/>
              <a:gd name="T8" fmla="*/ 0 w 189"/>
              <a:gd name="T9" fmla="*/ 2147483646 h 90"/>
              <a:gd name="T10" fmla="*/ 0 w 189"/>
              <a:gd name="T11" fmla="*/ 2147483646 h 90"/>
              <a:gd name="T12" fmla="*/ 2147483646 w 189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90">
                <a:moveTo>
                  <a:pt x="180" y="90"/>
                </a:moveTo>
                <a:lnTo>
                  <a:pt x="189" y="74"/>
                </a:lnTo>
                <a:lnTo>
                  <a:pt x="9" y="0"/>
                </a:lnTo>
                <a:lnTo>
                  <a:pt x="0" y="17"/>
                </a:lnTo>
                <a:lnTo>
                  <a:pt x="180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88" name="Freeform 27"/>
          <p:cNvSpPr>
            <a:spLocks/>
          </p:cNvSpPr>
          <p:nvPr/>
        </p:nvSpPr>
        <p:spPr bwMode="auto">
          <a:xfrm>
            <a:off x="1995488" y="5600700"/>
            <a:ext cx="271462" cy="155575"/>
          </a:xfrm>
          <a:custGeom>
            <a:avLst/>
            <a:gdLst>
              <a:gd name="T0" fmla="*/ 2147483646 w 171"/>
              <a:gd name="T1" fmla="*/ 2147483646 h 98"/>
              <a:gd name="T2" fmla="*/ 2147483646 w 171"/>
              <a:gd name="T3" fmla="*/ 2147483646 h 98"/>
              <a:gd name="T4" fmla="*/ 2147483646 w 171"/>
              <a:gd name="T5" fmla="*/ 0 h 98"/>
              <a:gd name="T6" fmla="*/ 2147483646 w 171"/>
              <a:gd name="T7" fmla="*/ 0 h 98"/>
              <a:gd name="T8" fmla="*/ 0 w 171"/>
              <a:gd name="T9" fmla="*/ 2147483646 h 98"/>
              <a:gd name="T10" fmla="*/ 0 w 171"/>
              <a:gd name="T11" fmla="*/ 2147483646 h 98"/>
              <a:gd name="T12" fmla="*/ 2147483646 w 171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1" h="98">
                <a:moveTo>
                  <a:pt x="162" y="98"/>
                </a:moveTo>
                <a:lnTo>
                  <a:pt x="171" y="81"/>
                </a:lnTo>
                <a:lnTo>
                  <a:pt x="9" y="0"/>
                </a:lnTo>
                <a:lnTo>
                  <a:pt x="0" y="16"/>
                </a:lnTo>
                <a:lnTo>
                  <a:pt x="16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89" name="Freeform 28"/>
          <p:cNvSpPr>
            <a:spLocks/>
          </p:cNvSpPr>
          <p:nvPr/>
        </p:nvSpPr>
        <p:spPr bwMode="auto">
          <a:xfrm>
            <a:off x="1795463" y="5445125"/>
            <a:ext cx="214312" cy="180975"/>
          </a:xfrm>
          <a:custGeom>
            <a:avLst/>
            <a:gdLst>
              <a:gd name="T0" fmla="*/ 2147483646 w 135"/>
              <a:gd name="T1" fmla="*/ 2147483646 h 114"/>
              <a:gd name="T2" fmla="*/ 2147483646 w 135"/>
              <a:gd name="T3" fmla="*/ 2147483646 h 114"/>
              <a:gd name="T4" fmla="*/ 2147483646 w 135"/>
              <a:gd name="T5" fmla="*/ 0 h 114"/>
              <a:gd name="T6" fmla="*/ 2147483646 w 135"/>
              <a:gd name="T7" fmla="*/ 2147483646 h 114"/>
              <a:gd name="T8" fmla="*/ 0 w 135"/>
              <a:gd name="T9" fmla="*/ 2147483646 h 114"/>
              <a:gd name="T10" fmla="*/ 2147483646 w 135"/>
              <a:gd name="T11" fmla="*/ 2147483646 h 114"/>
              <a:gd name="T12" fmla="*/ 2147483646 w 135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114">
                <a:moveTo>
                  <a:pt x="126" y="114"/>
                </a:moveTo>
                <a:lnTo>
                  <a:pt x="135" y="98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26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90" name="Freeform 29"/>
          <p:cNvSpPr>
            <a:spLocks/>
          </p:cNvSpPr>
          <p:nvPr/>
        </p:nvSpPr>
        <p:spPr bwMode="auto">
          <a:xfrm>
            <a:off x="1638300" y="5302250"/>
            <a:ext cx="185738" cy="168275"/>
          </a:xfrm>
          <a:custGeom>
            <a:avLst/>
            <a:gdLst>
              <a:gd name="T0" fmla="*/ 2147483646 w 117"/>
              <a:gd name="T1" fmla="*/ 2147483646 h 106"/>
              <a:gd name="T2" fmla="*/ 2147483646 w 117"/>
              <a:gd name="T3" fmla="*/ 2147483646 h 106"/>
              <a:gd name="T4" fmla="*/ 2147483646 w 117"/>
              <a:gd name="T5" fmla="*/ 0 h 106"/>
              <a:gd name="T6" fmla="*/ 0 w 117"/>
              <a:gd name="T7" fmla="*/ 2147483646 h 106"/>
              <a:gd name="T8" fmla="*/ 2147483646 w 117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7" h="106">
                <a:moveTo>
                  <a:pt x="99" y="106"/>
                </a:moveTo>
                <a:lnTo>
                  <a:pt x="117" y="98"/>
                </a:lnTo>
                <a:lnTo>
                  <a:pt x="18" y="0"/>
                </a:lnTo>
                <a:lnTo>
                  <a:pt x="0" y="8"/>
                </a:lnTo>
                <a:lnTo>
                  <a:pt x="99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91" name="Freeform 30"/>
          <p:cNvSpPr>
            <a:spLocks/>
          </p:cNvSpPr>
          <p:nvPr/>
        </p:nvSpPr>
        <p:spPr bwMode="auto">
          <a:xfrm>
            <a:off x="7310438" y="5302250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2147483646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0 h 16"/>
              <a:gd name="T10" fmla="*/ 2147483646 w 18"/>
              <a:gd name="T11" fmla="*/ 0 h 16"/>
              <a:gd name="T12" fmla="*/ 0 w 18"/>
              <a:gd name="T13" fmla="*/ 0 h 16"/>
              <a:gd name="T14" fmla="*/ 0 w 18"/>
              <a:gd name="T15" fmla="*/ 2147483646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0" y="16"/>
                </a:move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92" name="Freeform 31"/>
          <p:cNvSpPr>
            <a:spLocks/>
          </p:cNvSpPr>
          <p:nvPr/>
        </p:nvSpPr>
        <p:spPr bwMode="auto">
          <a:xfrm>
            <a:off x="7167563" y="5289550"/>
            <a:ext cx="200025" cy="168275"/>
          </a:xfrm>
          <a:custGeom>
            <a:avLst/>
            <a:gdLst>
              <a:gd name="T0" fmla="*/ 2147483646 w 126"/>
              <a:gd name="T1" fmla="*/ 2147483646 h 106"/>
              <a:gd name="T2" fmla="*/ 2147483646 w 126"/>
              <a:gd name="T3" fmla="*/ 2147483646 h 106"/>
              <a:gd name="T4" fmla="*/ 0 w 126"/>
              <a:gd name="T5" fmla="*/ 2147483646 h 106"/>
              <a:gd name="T6" fmla="*/ 2147483646 w 126"/>
              <a:gd name="T7" fmla="*/ 0 h 106"/>
              <a:gd name="T8" fmla="*/ 2147483646 w 126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93" name="Freeform 32"/>
          <p:cNvSpPr>
            <a:spLocks/>
          </p:cNvSpPr>
          <p:nvPr/>
        </p:nvSpPr>
        <p:spPr bwMode="auto">
          <a:xfrm>
            <a:off x="7167563" y="5289550"/>
            <a:ext cx="200025" cy="168275"/>
          </a:xfrm>
          <a:custGeom>
            <a:avLst/>
            <a:gdLst>
              <a:gd name="T0" fmla="*/ 2147483646 w 126"/>
              <a:gd name="T1" fmla="*/ 2147483646 h 106"/>
              <a:gd name="T2" fmla="*/ 2147483646 w 126"/>
              <a:gd name="T3" fmla="*/ 2147483646 h 106"/>
              <a:gd name="T4" fmla="*/ 0 w 126"/>
              <a:gd name="T5" fmla="*/ 2147483646 h 106"/>
              <a:gd name="T6" fmla="*/ 2147483646 w 126"/>
              <a:gd name="T7" fmla="*/ 0 h 106"/>
              <a:gd name="T8" fmla="*/ 2147483646 w 126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94" name="Freeform 33"/>
          <p:cNvSpPr>
            <a:spLocks/>
          </p:cNvSpPr>
          <p:nvPr/>
        </p:nvSpPr>
        <p:spPr bwMode="auto">
          <a:xfrm>
            <a:off x="7596188" y="1697038"/>
            <a:ext cx="228600" cy="246062"/>
          </a:xfrm>
          <a:custGeom>
            <a:avLst/>
            <a:gdLst>
              <a:gd name="T0" fmla="*/ 2147483646 w 144"/>
              <a:gd name="T1" fmla="*/ 0 h 155"/>
              <a:gd name="T2" fmla="*/ 0 w 144"/>
              <a:gd name="T3" fmla="*/ 2147483646 h 155"/>
              <a:gd name="T4" fmla="*/ 2147483646 w 144"/>
              <a:gd name="T5" fmla="*/ 2147483646 h 155"/>
              <a:gd name="T6" fmla="*/ 2147483646 w 144"/>
              <a:gd name="T7" fmla="*/ 2147483646 h 155"/>
              <a:gd name="T8" fmla="*/ 2147483646 w 144"/>
              <a:gd name="T9" fmla="*/ 2147483646 h 155"/>
              <a:gd name="T10" fmla="*/ 2147483646 w 144"/>
              <a:gd name="T11" fmla="*/ 2147483646 h 155"/>
              <a:gd name="T12" fmla="*/ 2147483646 w 144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55">
                <a:moveTo>
                  <a:pt x="18" y="0"/>
                </a:moveTo>
                <a:lnTo>
                  <a:pt x="0" y="8"/>
                </a:lnTo>
                <a:lnTo>
                  <a:pt x="126" y="155"/>
                </a:lnTo>
                <a:lnTo>
                  <a:pt x="14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95" name="Freeform 34"/>
          <p:cNvSpPr>
            <a:spLocks/>
          </p:cNvSpPr>
          <p:nvPr/>
        </p:nvSpPr>
        <p:spPr bwMode="auto">
          <a:xfrm>
            <a:off x="7796213" y="1930400"/>
            <a:ext cx="185737" cy="260350"/>
          </a:xfrm>
          <a:custGeom>
            <a:avLst/>
            <a:gdLst>
              <a:gd name="T0" fmla="*/ 2147483646 w 117"/>
              <a:gd name="T1" fmla="*/ 0 h 164"/>
              <a:gd name="T2" fmla="*/ 0 w 117"/>
              <a:gd name="T3" fmla="*/ 2147483646 h 164"/>
              <a:gd name="T4" fmla="*/ 2147483646 w 117"/>
              <a:gd name="T5" fmla="*/ 2147483646 h 164"/>
              <a:gd name="T6" fmla="*/ 2147483646 w 117"/>
              <a:gd name="T7" fmla="*/ 2147483646 h 164"/>
              <a:gd name="T8" fmla="*/ 2147483646 w 117"/>
              <a:gd name="T9" fmla="*/ 2147483646 h 164"/>
              <a:gd name="T10" fmla="*/ 2147483646 w 117"/>
              <a:gd name="T11" fmla="*/ 2147483646 h 164"/>
              <a:gd name="T12" fmla="*/ 2147483646 w 117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7" h="164">
                <a:moveTo>
                  <a:pt x="18" y="0"/>
                </a:moveTo>
                <a:lnTo>
                  <a:pt x="0" y="8"/>
                </a:lnTo>
                <a:lnTo>
                  <a:pt x="99" y="164"/>
                </a:lnTo>
                <a:lnTo>
                  <a:pt x="117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96" name="Freeform 35"/>
          <p:cNvSpPr>
            <a:spLocks/>
          </p:cNvSpPr>
          <p:nvPr/>
        </p:nvSpPr>
        <p:spPr bwMode="auto">
          <a:xfrm>
            <a:off x="7953375" y="2176463"/>
            <a:ext cx="142875" cy="247650"/>
          </a:xfrm>
          <a:custGeom>
            <a:avLst/>
            <a:gdLst>
              <a:gd name="T0" fmla="*/ 2147483646 w 90"/>
              <a:gd name="T1" fmla="*/ 0 h 156"/>
              <a:gd name="T2" fmla="*/ 0 w 90"/>
              <a:gd name="T3" fmla="*/ 2147483646 h 156"/>
              <a:gd name="T4" fmla="*/ 2147483646 w 90"/>
              <a:gd name="T5" fmla="*/ 2147483646 h 156"/>
              <a:gd name="T6" fmla="*/ 2147483646 w 90"/>
              <a:gd name="T7" fmla="*/ 2147483646 h 156"/>
              <a:gd name="T8" fmla="*/ 2147483646 w 90"/>
              <a:gd name="T9" fmla="*/ 2147483646 h 156"/>
              <a:gd name="T10" fmla="*/ 2147483646 w 90"/>
              <a:gd name="T11" fmla="*/ 2147483646 h 156"/>
              <a:gd name="T12" fmla="*/ 2147483646 w 90"/>
              <a:gd name="T13" fmla="*/ 0 h 1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0" h="156">
                <a:moveTo>
                  <a:pt x="18" y="0"/>
                </a:moveTo>
                <a:lnTo>
                  <a:pt x="0" y="9"/>
                </a:lnTo>
                <a:lnTo>
                  <a:pt x="72" y="156"/>
                </a:lnTo>
                <a:lnTo>
                  <a:pt x="90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97" name="Freeform 36"/>
          <p:cNvSpPr>
            <a:spLocks/>
          </p:cNvSpPr>
          <p:nvPr/>
        </p:nvSpPr>
        <p:spPr bwMode="auto">
          <a:xfrm>
            <a:off x="8067675" y="2409825"/>
            <a:ext cx="114300" cy="260350"/>
          </a:xfrm>
          <a:custGeom>
            <a:avLst/>
            <a:gdLst>
              <a:gd name="T0" fmla="*/ 2147483646 w 72"/>
              <a:gd name="T1" fmla="*/ 0 h 164"/>
              <a:gd name="T2" fmla="*/ 0 w 72"/>
              <a:gd name="T3" fmla="*/ 2147483646 h 164"/>
              <a:gd name="T4" fmla="*/ 2147483646 w 72"/>
              <a:gd name="T5" fmla="*/ 2147483646 h 164"/>
              <a:gd name="T6" fmla="*/ 2147483646 w 72"/>
              <a:gd name="T7" fmla="*/ 2147483646 h 164"/>
              <a:gd name="T8" fmla="*/ 2147483646 w 72"/>
              <a:gd name="T9" fmla="*/ 2147483646 h 164"/>
              <a:gd name="T10" fmla="*/ 2147483646 w 72"/>
              <a:gd name="T11" fmla="*/ 2147483646 h 164"/>
              <a:gd name="T12" fmla="*/ 2147483646 w 72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2" h="164">
                <a:moveTo>
                  <a:pt x="18" y="0"/>
                </a:moveTo>
                <a:lnTo>
                  <a:pt x="0" y="9"/>
                </a:lnTo>
                <a:lnTo>
                  <a:pt x="54" y="164"/>
                </a:lnTo>
                <a:lnTo>
                  <a:pt x="54" y="156"/>
                </a:lnTo>
                <a:lnTo>
                  <a:pt x="72" y="156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98" name="Freeform 37"/>
          <p:cNvSpPr>
            <a:spLocks/>
          </p:cNvSpPr>
          <p:nvPr/>
        </p:nvSpPr>
        <p:spPr bwMode="auto">
          <a:xfrm>
            <a:off x="8153400" y="2657475"/>
            <a:ext cx="85725" cy="233363"/>
          </a:xfrm>
          <a:custGeom>
            <a:avLst/>
            <a:gdLst>
              <a:gd name="T0" fmla="*/ 2147483646 w 54"/>
              <a:gd name="T1" fmla="*/ 0 h 147"/>
              <a:gd name="T2" fmla="*/ 0 w 54"/>
              <a:gd name="T3" fmla="*/ 0 h 147"/>
              <a:gd name="T4" fmla="*/ 2147483646 w 54"/>
              <a:gd name="T5" fmla="*/ 2147483646 h 147"/>
              <a:gd name="T6" fmla="*/ 2147483646 w 54"/>
              <a:gd name="T7" fmla="*/ 2147483646 h 147"/>
              <a:gd name="T8" fmla="*/ 2147483646 w 54"/>
              <a:gd name="T9" fmla="*/ 2147483646 h 147"/>
              <a:gd name="T10" fmla="*/ 2147483646 w 54"/>
              <a:gd name="T11" fmla="*/ 2147483646 h 147"/>
              <a:gd name="T12" fmla="*/ 2147483646 w 54"/>
              <a:gd name="T13" fmla="*/ 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4" h="147">
                <a:moveTo>
                  <a:pt x="18" y="0"/>
                </a:moveTo>
                <a:lnTo>
                  <a:pt x="0" y="0"/>
                </a:lnTo>
                <a:lnTo>
                  <a:pt x="36" y="147"/>
                </a:lnTo>
                <a:lnTo>
                  <a:pt x="5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99" name="Freeform 38"/>
          <p:cNvSpPr>
            <a:spLocks/>
          </p:cNvSpPr>
          <p:nvPr/>
        </p:nvSpPr>
        <p:spPr bwMode="auto">
          <a:xfrm>
            <a:off x="8210550" y="2890838"/>
            <a:ext cx="57150" cy="246062"/>
          </a:xfrm>
          <a:custGeom>
            <a:avLst/>
            <a:gdLst>
              <a:gd name="T0" fmla="*/ 2147483646 w 36"/>
              <a:gd name="T1" fmla="*/ 0 h 155"/>
              <a:gd name="T2" fmla="*/ 0 w 36"/>
              <a:gd name="T3" fmla="*/ 0 h 155"/>
              <a:gd name="T4" fmla="*/ 2147483646 w 36"/>
              <a:gd name="T5" fmla="*/ 2147483646 h 155"/>
              <a:gd name="T6" fmla="*/ 2147483646 w 36"/>
              <a:gd name="T7" fmla="*/ 2147483646 h 155"/>
              <a:gd name="T8" fmla="*/ 2147483646 w 36"/>
              <a:gd name="T9" fmla="*/ 2147483646 h 155"/>
              <a:gd name="T10" fmla="*/ 2147483646 w 36"/>
              <a:gd name="T11" fmla="*/ 2147483646 h 155"/>
              <a:gd name="T12" fmla="*/ 2147483646 w 36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6" h="155">
                <a:moveTo>
                  <a:pt x="18" y="0"/>
                </a:moveTo>
                <a:lnTo>
                  <a:pt x="0" y="0"/>
                </a:lnTo>
                <a:lnTo>
                  <a:pt x="18" y="155"/>
                </a:lnTo>
                <a:lnTo>
                  <a:pt x="36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00" name="Freeform 39"/>
          <p:cNvSpPr>
            <a:spLocks/>
          </p:cNvSpPr>
          <p:nvPr/>
        </p:nvSpPr>
        <p:spPr bwMode="auto">
          <a:xfrm>
            <a:off x="8196263" y="3136900"/>
            <a:ext cx="71437" cy="479425"/>
          </a:xfrm>
          <a:custGeom>
            <a:avLst/>
            <a:gdLst>
              <a:gd name="T0" fmla="*/ 2147483646 w 45"/>
              <a:gd name="T1" fmla="*/ 0 h 302"/>
              <a:gd name="T2" fmla="*/ 2147483646 w 45"/>
              <a:gd name="T3" fmla="*/ 0 h 302"/>
              <a:gd name="T4" fmla="*/ 0 w 45"/>
              <a:gd name="T5" fmla="*/ 2147483646 h 302"/>
              <a:gd name="T6" fmla="*/ 0 w 45"/>
              <a:gd name="T7" fmla="*/ 2147483646 h 302"/>
              <a:gd name="T8" fmla="*/ 2147483646 w 45"/>
              <a:gd name="T9" fmla="*/ 2147483646 h 302"/>
              <a:gd name="T10" fmla="*/ 2147483646 w 45"/>
              <a:gd name="T11" fmla="*/ 2147483646 h 302"/>
              <a:gd name="T12" fmla="*/ 2147483646 w 45"/>
              <a:gd name="T13" fmla="*/ 0 h 30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5" h="302">
                <a:moveTo>
                  <a:pt x="45" y="0"/>
                </a:moveTo>
                <a:lnTo>
                  <a:pt x="27" y="0"/>
                </a:lnTo>
                <a:lnTo>
                  <a:pt x="0" y="294"/>
                </a:lnTo>
                <a:lnTo>
                  <a:pt x="18" y="302"/>
                </a:lnTo>
                <a:lnTo>
                  <a:pt x="18" y="294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01" name="Freeform 40"/>
          <p:cNvSpPr>
            <a:spLocks/>
          </p:cNvSpPr>
          <p:nvPr/>
        </p:nvSpPr>
        <p:spPr bwMode="auto">
          <a:xfrm>
            <a:off x="8081963" y="3603625"/>
            <a:ext cx="142875" cy="427038"/>
          </a:xfrm>
          <a:custGeom>
            <a:avLst/>
            <a:gdLst>
              <a:gd name="T0" fmla="*/ 2147483646 w 90"/>
              <a:gd name="T1" fmla="*/ 2147483646 h 269"/>
              <a:gd name="T2" fmla="*/ 2147483646 w 90"/>
              <a:gd name="T3" fmla="*/ 0 h 269"/>
              <a:gd name="T4" fmla="*/ 0 w 90"/>
              <a:gd name="T5" fmla="*/ 2147483646 h 269"/>
              <a:gd name="T6" fmla="*/ 0 w 90"/>
              <a:gd name="T7" fmla="*/ 2147483646 h 269"/>
              <a:gd name="T8" fmla="*/ 2147483646 w 90"/>
              <a:gd name="T9" fmla="*/ 2147483646 h 269"/>
              <a:gd name="T10" fmla="*/ 2147483646 w 90"/>
              <a:gd name="T11" fmla="*/ 2147483646 h 269"/>
              <a:gd name="T12" fmla="*/ 2147483646 w 90"/>
              <a:gd name="T13" fmla="*/ 2147483646 h 26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0" h="269">
                <a:moveTo>
                  <a:pt x="90" y="8"/>
                </a:moveTo>
                <a:lnTo>
                  <a:pt x="72" y="0"/>
                </a:lnTo>
                <a:lnTo>
                  <a:pt x="0" y="261"/>
                </a:lnTo>
                <a:lnTo>
                  <a:pt x="18" y="269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02" name="Freeform 41"/>
          <p:cNvSpPr>
            <a:spLocks/>
          </p:cNvSpPr>
          <p:nvPr/>
        </p:nvSpPr>
        <p:spPr bwMode="auto">
          <a:xfrm>
            <a:off x="7896225" y="4017963"/>
            <a:ext cx="214313" cy="466725"/>
          </a:xfrm>
          <a:custGeom>
            <a:avLst/>
            <a:gdLst>
              <a:gd name="T0" fmla="*/ 2147483646 w 135"/>
              <a:gd name="T1" fmla="*/ 2147483646 h 294"/>
              <a:gd name="T2" fmla="*/ 2147483646 w 135"/>
              <a:gd name="T3" fmla="*/ 0 h 294"/>
              <a:gd name="T4" fmla="*/ 0 w 135"/>
              <a:gd name="T5" fmla="*/ 2147483646 h 294"/>
              <a:gd name="T6" fmla="*/ 0 w 135"/>
              <a:gd name="T7" fmla="*/ 2147483646 h 294"/>
              <a:gd name="T8" fmla="*/ 2147483646 w 135"/>
              <a:gd name="T9" fmla="*/ 2147483646 h 294"/>
              <a:gd name="T10" fmla="*/ 2147483646 w 135"/>
              <a:gd name="T11" fmla="*/ 2147483646 h 294"/>
              <a:gd name="T12" fmla="*/ 2147483646 w 135"/>
              <a:gd name="T13" fmla="*/ 2147483646 h 2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294">
                <a:moveTo>
                  <a:pt x="135" y="8"/>
                </a:moveTo>
                <a:lnTo>
                  <a:pt x="117" y="0"/>
                </a:lnTo>
                <a:lnTo>
                  <a:pt x="0" y="286"/>
                </a:lnTo>
                <a:lnTo>
                  <a:pt x="18" y="294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03" name="Freeform 42"/>
          <p:cNvSpPr>
            <a:spLocks/>
          </p:cNvSpPr>
          <p:nvPr/>
        </p:nvSpPr>
        <p:spPr bwMode="auto">
          <a:xfrm>
            <a:off x="7639050" y="4471988"/>
            <a:ext cx="285750" cy="454025"/>
          </a:xfrm>
          <a:custGeom>
            <a:avLst/>
            <a:gdLst>
              <a:gd name="T0" fmla="*/ 2147483646 w 180"/>
              <a:gd name="T1" fmla="*/ 2147483646 h 286"/>
              <a:gd name="T2" fmla="*/ 2147483646 w 180"/>
              <a:gd name="T3" fmla="*/ 0 h 286"/>
              <a:gd name="T4" fmla="*/ 0 w 180"/>
              <a:gd name="T5" fmla="*/ 2147483646 h 286"/>
              <a:gd name="T6" fmla="*/ 0 w 180"/>
              <a:gd name="T7" fmla="*/ 2147483646 h 286"/>
              <a:gd name="T8" fmla="*/ 2147483646 w 180"/>
              <a:gd name="T9" fmla="*/ 2147483646 h 286"/>
              <a:gd name="T10" fmla="*/ 2147483646 w 180"/>
              <a:gd name="T11" fmla="*/ 2147483646 h 286"/>
              <a:gd name="T12" fmla="*/ 2147483646 w 180"/>
              <a:gd name="T13" fmla="*/ 2147483646 h 2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0" h="286">
                <a:moveTo>
                  <a:pt x="180" y="8"/>
                </a:moveTo>
                <a:lnTo>
                  <a:pt x="162" y="0"/>
                </a:lnTo>
                <a:lnTo>
                  <a:pt x="0" y="278"/>
                </a:lnTo>
                <a:lnTo>
                  <a:pt x="18" y="286"/>
                </a:lnTo>
                <a:lnTo>
                  <a:pt x="18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04" name="Freeform 43"/>
          <p:cNvSpPr>
            <a:spLocks/>
          </p:cNvSpPr>
          <p:nvPr/>
        </p:nvSpPr>
        <p:spPr bwMode="auto">
          <a:xfrm>
            <a:off x="7481888" y="4913313"/>
            <a:ext cx="185737" cy="220662"/>
          </a:xfrm>
          <a:custGeom>
            <a:avLst/>
            <a:gdLst>
              <a:gd name="T0" fmla="*/ 2147483646 w 117"/>
              <a:gd name="T1" fmla="*/ 2147483646 h 139"/>
              <a:gd name="T2" fmla="*/ 2147483646 w 117"/>
              <a:gd name="T3" fmla="*/ 0 h 139"/>
              <a:gd name="T4" fmla="*/ 0 w 117"/>
              <a:gd name="T5" fmla="*/ 2147483646 h 139"/>
              <a:gd name="T6" fmla="*/ 0 w 117"/>
              <a:gd name="T7" fmla="*/ 2147483646 h 139"/>
              <a:gd name="T8" fmla="*/ 2147483646 w 117"/>
              <a:gd name="T9" fmla="*/ 2147483646 h 139"/>
              <a:gd name="T10" fmla="*/ 2147483646 w 117"/>
              <a:gd name="T11" fmla="*/ 2147483646 h 139"/>
              <a:gd name="T12" fmla="*/ 2147483646 w 117"/>
              <a:gd name="T13" fmla="*/ 2147483646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7" h="139">
                <a:moveTo>
                  <a:pt x="117" y="8"/>
                </a:moveTo>
                <a:lnTo>
                  <a:pt x="99" y="0"/>
                </a:lnTo>
                <a:lnTo>
                  <a:pt x="0" y="131"/>
                </a:lnTo>
                <a:lnTo>
                  <a:pt x="18" y="139"/>
                </a:lnTo>
                <a:lnTo>
                  <a:pt x="117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05" name="Freeform 44"/>
          <p:cNvSpPr>
            <a:spLocks/>
          </p:cNvSpPr>
          <p:nvPr/>
        </p:nvSpPr>
        <p:spPr bwMode="auto">
          <a:xfrm>
            <a:off x="7296150" y="5121275"/>
            <a:ext cx="214313" cy="206375"/>
          </a:xfrm>
          <a:custGeom>
            <a:avLst/>
            <a:gdLst>
              <a:gd name="T0" fmla="*/ 2147483646 w 135"/>
              <a:gd name="T1" fmla="*/ 2147483646 h 130"/>
              <a:gd name="T2" fmla="*/ 2147483646 w 135"/>
              <a:gd name="T3" fmla="*/ 0 h 130"/>
              <a:gd name="T4" fmla="*/ 0 w 135"/>
              <a:gd name="T5" fmla="*/ 2147483646 h 130"/>
              <a:gd name="T6" fmla="*/ 2147483646 w 135"/>
              <a:gd name="T7" fmla="*/ 2147483646 h 130"/>
              <a:gd name="T8" fmla="*/ 2147483646 w 135"/>
              <a:gd name="T9" fmla="*/ 2147483646 h 1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5" h="130">
                <a:moveTo>
                  <a:pt x="135" y="8"/>
                </a:moveTo>
                <a:lnTo>
                  <a:pt x="117" y="0"/>
                </a:lnTo>
                <a:lnTo>
                  <a:pt x="0" y="122"/>
                </a:lnTo>
                <a:lnTo>
                  <a:pt x="18" y="130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06" name="Freeform 45"/>
          <p:cNvSpPr>
            <a:spLocks/>
          </p:cNvSpPr>
          <p:nvPr/>
        </p:nvSpPr>
        <p:spPr bwMode="auto">
          <a:xfrm>
            <a:off x="1509713" y="3162300"/>
            <a:ext cx="28575" cy="26988"/>
          </a:xfrm>
          <a:custGeom>
            <a:avLst/>
            <a:gdLst>
              <a:gd name="T0" fmla="*/ 2147483646 w 18"/>
              <a:gd name="T1" fmla="*/ 2147483646 h 17"/>
              <a:gd name="T2" fmla="*/ 2147483646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0 h 17"/>
              <a:gd name="T10" fmla="*/ 2147483646 w 18"/>
              <a:gd name="T11" fmla="*/ 0 h 17"/>
              <a:gd name="T12" fmla="*/ 0 w 18"/>
              <a:gd name="T13" fmla="*/ 2147483646 h 17"/>
              <a:gd name="T14" fmla="*/ 0 w 18"/>
              <a:gd name="T15" fmla="*/ 2147483646 h 17"/>
              <a:gd name="T16" fmla="*/ 2147483646 w 18"/>
              <a:gd name="T17" fmla="*/ 2147483646 h 17"/>
              <a:gd name="T18" fmla="*/ 2147483646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7">
                <a:moveTo>
                  <a:pt x="9" y="17"/>
                </a:moveTo>
                <a:lnTo>
                  <a:pt x="9" y="17"/>
                </a:lnTo>
                <a:lnTo>
                  <a:pt x="18" y="17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0" y="17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07" name="Freeform 46"/>
          <p:cNvSpPr>
            <a:spLocks/>
          </p:cNvSpPr>
          <p:nvPr/>
        </p:nvSpPr>
        <p:spPr bwMode="auto">
          <a:xfrm>
            <a:off x="1409700" y="3162300"/>
            <a:ext cx="171450" cy="195263"/>
          </a:xfrm>
          <a:custGeom>
            <a:avLst/>
            <a:gdLst>
              <a:gd name="T0" fmla="*/ 2147483646 w 108"/>
              <a:gd name="T1" fmla="*/ 2147483646 h 123"/>
              <a:gd name="T2" fmla="*/ 2147483646 w 108"/>
              <a:gd name="T3" fmla="*/ 2147483646 h 123"/>
              <a:gd name="T4" fmla="*/ 0 w 108"/>
              <a:gd name="T5" fmla="*/ 2147483646 h 123"/>
              <a:gd name="T6" fmla="*/ 2147483646 w 108"/>
              <a:gd name="T7" fmla="*/ 0 h 123"/>
              <a:gd name="T8" fmla="*/ 2147483646 w 108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08" name="Freeform 47"/>
          <p:cNvSpPr>
            <a:spLocks/>
          </p:cNvSpPr>
          <p:nvPr/>
        </p:nvSpPr>
        <p:spPr bwMode="auto">
          <a:xfrm>
            <a:off x="1409700" y="3162300"/>
            <a:ext cx="171450" cy="195263"/>
          </a:xfrm>
          <a:custGeom>
            <a:avLst/>
            <a:gdLst>
              <a:gd name="T0" fmla="*/ 2147483646 w 108"/>
              <a:gd name="T1" fmla="*/ 2147483646 h 123"/>
              <a:gd name="T2" fmla="*/ 2147483646 w 108"/>
              <a:gd name="T3" fmla="*/ 2147483646 h 123"/>
              <a:gd name="T4" fmla="*/ 0 w 108"/>
              <a:gd name="T5" fmla="*/ 2147483646 h 123"/>
              <a:gd name="T6" fmla="*/ 2147483646 w 108"/>
              <a:gd name="T7" fmla="*/ 0 h 123"/>
              <a:gd name="T8" fmla="*/ 2147483646 w 108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09" name="Freeform 48"/>
          <p:cNvSpPr>
            <a:spLocks/>
          </p:cNvSpPr>
          <p:nvPr/>
        </p:nvSpPr>
        <p:spPr bwMode="auto">
          <a:xfrm>
            <a:off x="6753225" y="2514600"/>
            <a:ext cx="285750" cy="311150"/>
          </a:xfrm>
          <a:custGeom>
            <a:avLst/>
            <a:gdLst>
              <a:gd name="T0" fmla="*/ 2147483646 w 180"/>
              <a:gd name="T1" fmla="*/ 2147483646 h 196"/>
              <a:gd name="T2" fmla="*/ 2147483646 w 180"/>
              <a:gd name="T3" fmla="*/ 2147483646 h 196"/>
              <a:gd name="T4" fmla="*/ 2147483646 w 180"/>
              <a:gd name="T5" fmla="*/ 0 h 196"/>
              <a:gd name="T6" fmla="*/ 2147483646 w 180"/>
              <a:gd name="T7" fmla="*/ 0 h 196"/>
              <a:gd name="T8" fmla="*/ 0 w 180"/>
              <a:gd name="T9" fmla="*/ 2147483646 h 196"/>
              <a:gd name="T10" fmla="*/ 0 w 180"/>
              <a:gd name="T11" fmla="*/ 2147483646 h 196"/>
              <a:gd name="T12" fmla="*/ 2147483646 w 180"/>
              <a:gd name="T13" fmla="*/ 2147483646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0" h="196">
                <a:moveTo>
                  <a:pt x="162" y="196"/>
                </a:moveTo>
                <a:lnTo>
                  <a:pt x="180" y="188"/>
                </a:lnTo>
                <a:lnTo>
                  <a:pt x="18" y="0"/>
                </a:lnTo>
                <a:lnTo>
                  <a:pt x="0" y="8"/>
                </a:lnTo>
                <a:lnTo>
                  <a:pt x="162" y="19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10" name="Freeform 49"/>
          <p:cNvSpPr>
            <a:spLocks/>
          </p:cNvSpPr>
          <p:nvPr/>
        </p:nvSpPr>
        <p:spPr bwMode="auto">
          <a:xfrm>
            <a:off x="6467475" y="2228850"/>
            <a:ext cx="314325" cy="298450"/>
          </a:xfrm>
          <a:custGeom>
            <a:avLst/>
            <a:gdLst>
              <a:gd name="T0" fmla="*/ 2147483646 w 198"/>
              <a:gd name="T1" fmla="*/ 2147483646 h 188"/>
              <a:gd name="T2" fmla="*/ 2147483646 w 198"/>
              <a:gd name="T3" fmla="*/ 2147483646 h 188"/>
              <a:gd name="T4" fmla="*/ 2147483646 w 198"/>
              <a:gd name="T5" fmla="*/ 2147483646 h 188"/>
              <a:gd name="T6" fmla="*/ 2147483646 w 198"/>
              <a:gd name="T7" fmla="*/ 0 h 188"/>
              <a:gd name="T8" fmla="*/ 2147483646 w 198"/>
              <a:gd name="T9" fmla="*/ 2147483646 h 188"/>
              <a:gd name="T10" fmla="*/ 0 w 198"/>
              <a:gd name="T11" fmla="*/ 2147483646 h 188"/>
              <a:gd name="T12" fmla="*/ 2147483646 w 198"/>
              <a:gd name="T13" fmla="*/ 2147483646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8" h="188">
                <a:moveTo>
                  <a:pt x="180" y="188"/>
                </a:moveTo>
                <a:lnTo>
                  <a:pt x="198" y="180"/>
                </a:lnTo>
                <a:lnTo>
                  <a:pt x="18" y="8"/>
                </a:lnTo>
                <a:lnTo>
                  <a:pt x="18" y="0"/>
                </a:lnTo>
                <a:lnTo>
                  <a:pt x="9" y="16"/>
                </a:lnTo>
                <a:lnTo>
                  <a:pt x="0" y="16"/>
                </a:lnTo>
                <a:lnTo>
                  <a:pt x="18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11" name="Freeform 50"/>
          <p:cNvSpPr>
            <a:spLocks/>
          </p:cNvSpPr>
          <p:nvPr/>
        </p:nvSpPr>
        <p:spPr bwMode="auto">
          <a:xfrm>
            <a:off x="6153150" y="2020888"/>
            <a:ext cx="342900" cy="233362"/>
          </a:xfrm>
          <a:custGeom>
            <a:avLst/>
            <a:gdLst>
              <a:gd name="T0" fmla="*/ 2147483646 w 216"/>
              <a:gd name="T1" fmla="*/ 2147483646 h 147"/>
              <a:gd name="T2" fmla="*/ 2147483646 w 216"/>
              <a:gd name="T3" fmla="*/ 2147483646 h 147"/>
              <a:gd name="T4" fmla="*/ 2147483646 w 216"/>
              <a:gd name="T5" fmla="*/ 0 h 147"/>
              <a:gd name="T6" fmla="*/ 2147483646 w 216"/>
              <a:gd name="T7" fmla="*/ 0 h 147"/>
              <a:gd name="T8" fmla="*/ 0 w 216"/>
              <a:gd name="T9" fmla="*/ 2147483646 h 147"/>
              <a:gd name="T10" fmla="*/ 0 w 216"/>
              <a:gd name="T11" fmla="*/ 2147483646 h 147"/>
              <a:gd name="T12" fmla="*/ 2147483646 w 216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147">
                <a:moveTo>
                  <a:pt x="207" y="147"/>
                </a:moveTo>
                <a:lnTo>
                  <a:pt x="216" y="131"/>
                </a:lnTo>
                <a:lnTo>
                  <a:pt x="9" y="0"/>
                </a:lnTo>
                <a:lnTo>
                  <a:pt x="0" y="17"/>
                </a:lnTo>
                <a:lnTo>
                  <a:pt x="207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12" name="Freeform 51"/>
          <p:cNvSpPr>
            <a:spLocks/>
          </p:cNvSpPr>
          <p:nvPr/>
        </p:nvSpPr>
        <p:spPr bwMode="auto">
          <a:xfrm>
            <a:off x="5810250" y="1839913"/>
            <a:ext cx="357188" cy="207962"/>
          </a:xfrm>
          <a:custGeom>
            <a:avLst/>
            <a:gdLst>
              <a:gd name="T0" fmla="*/ 2147483646 w 225"/>
              <a:gd name="T1" fmla="*/ 2147483646 h 131"/>
              <a:gd name="T2" fmla="*/ 2147483646 w 225"/>
              <a:gd name="T3" fmla="*/ 2147483646 h 131"/>
              <a:gd name="T4" fmla="*/ 2147483646 w 225"/>
              <a:gd name="T5" fmla="*/ 0 h 131"/>
              <a:gd name="T6" fmla="*/ 2147483646 w 225"/>
              <a:gd name="T7" fmla="*/ 0 h 131"/>
              <a:gd name="T8" fmla="*/ 0 w 225"/>
              <a:gd name="T9" fmla="*/ 2147483646 h 131"/>
              <a:gd name="T10" fmla="*/ 0 w 225"/>
              <a:gd name="T11" fmla="*/ 2147483646 h 131"/>
              <a:gd name="T12" fmla="*/ 2147483646 w 225"/>
              <a:gd name="T13" fmla="*/ 2147483646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131">
                <a:moveTo>
                  <a:pt x="216" y="131"/>
                </a:moveTo>
                <a:lnTo>
                  <a:pt x="225" y="114"/>
                </a:lnTo>
                <a:lnTo>
                  <a:pt x="9" y="0"/>
                </a:lnTo>
                <a:lnTo>
                  <a:pt x="0" y="16"/>
                </a:lnTo>
                <a:lnTo>
                  <a:pt x="216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13" name="Freeform 52"/>
          <p:cNvSpPr>
            <a:spLocks/>
          </p:cNvSpPr>
          <p:nvPr/>
        </p:nvSpPr>
        <p:spPr bwMode="auto">
          <a:xfrm>
            <a:off x="5424488" y="1724025"/>
            <a:ext cx="400050" cy="141288"/>
          </a:xfrm>
          <a:custGeom>
            <a:avLst/>
            <a:gdLst>
              <a:gd name="T0" fmla="*/ 2147483646 w 252"/>
              <a:gd name="T1" fmla="*/ 2147483646 h 89"/>
              <a:gd name="T2" fmla="*/ 2147483646 w 252"/>
              <a:gd name="T3" fmla="*/ 2147483646 h 89"/>
              <a:gd name="T4" fmla="*/ 2147483646 w 252"/>
              <a:gd name="T5" fmla="*/ 0 h 89"/>
              <a:gd name="T6" fmla="*/ 0 w 252"/>
              <a:gd name="T7" fmla="*/ 0 h 89"/>
              <a:gd name="T8" fmla="*/ 0 w 252"/>
              <a:gd name="T9" fmla="*/ 2147483646 h 89"/>
              <a:gd name="T10" fmla="*/ 0 w 252"/>
              <a:gd name="T11" fmla="*/ 2147483646 h 89"/>
              <a:gd name="T12" fmla="*/ 2147483646 w 252"/>
              <a:gd name="T13" fmla="*/ 2147483646 h 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2" h="89">
                <a:moveTo>
                  <a:pt x="243" y="89"/>
                </a:moveTo>
                <a:lnTo>
                  <a:pt x="252" y="73"/>
                </a:lnTo>
                <a:lnTo>
                  <a:pt x="9" y="0"/>
                </a:lnTo>
                <a:lnTo>
                  <a:pt x="0" y="0"/>
                </a:lnTo>
                <a:lnTo>
                  <a:pt x="0" y="16"/>
                </a:lnTo>
                <a:lnTo>
                  <a:pt x="243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14" name="Freeform 53"/>
          <p:cNvSpPr>
            <a:spLocks/>
          </p:cNvSpPr>
          <p:nvPr/>
        </p:nvSpPr>
        <p:spPr bwMode="auto">
          <a:xfrm>
            <a:off x="5010150" y="1646238"/>
            <a:ext cx="414338" cy="103187"/>
          </a:xfrm>
          <a:custGeom>
            <a:avLst/>
            <a:gdLst>
              <a:gd name="T0" fmla="*/ 2147483646 w 261"/>
              <a:gd name="T1" fmla="*/ 2147483646 h 65"/>
              <a:gd name="T2" fmla="*/ 2147483646 w 261"/>
              <a:gd name="T3" fmla="*/ 2147483646 h 65"/>
              <a:gd name="T4" fmla="*/ 0 w 261"/>
              <a:gd name="T5" fmla="*/ 0 h 65"/>
              <a:gd name="T6" fmla="*/ 0 w 261"/>
              <a:gd name="T7" fmla="*/ 0 h 65"/>
              <a:gd name="T8" fmla="*/ 0 w 261"/>
              <a:gd name="T9" fmla="*/ 2147483646 h 65"/>
              <a:gd name="T10" fmla="*/ 0 w 261"/>
              <a:gd name="T11" fmla="*/ 2147483646 h 65"/>
              <a:gd name="T12" fmla="*/ 2147483646 w 261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61" h="65">
                <a:moveTo>
                  <a:pt x="261" y="65"/>
                </a:moveTo>
                <a:lnTo>
                  <a:pt x="261" y="49"/>
                </a:lnTo>
                <a:lnTo>
                  <a:pt x="0" y="0"/>
                </a:lnTo>
                <a:lnTo>
                  <a:pt x="0" y="16"/>
                </a:lnTo>
                <a:lnTo>
                  <a:pt x="261" y="6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15" name="Freeform 54"/>
          <p:cNvSpPr>
            <a:spLocks/>
          </p:cNvSpPr>
          <p:nvPr/>
        </p:nvSpPr>
        <p:spPr bwMode="auto">
          <a:xfrm>
            <a:off x="4567238" y="1631950"/>
            <a:ext cx="442912" cy="39688"/>
          </a:xfrm>
          <a:custGeom>
            <a:avLst/>
            <a:gdLst>
              <a:gd name="T0" fmla="*/ 2147483646 w 279"/>
              <a:gd name="T1" fmla="*/ 2147483646 h 25"/>
              <a:gd name="T2" fmla="*/ 2147483646 w 279"/>
              <a:gd name="T3" fmla="*/ 2147483646 h 25"/>
              <a:gd name="T4" fmla="*/ 0 w 279"/>
              <a:gd name="T5" fmla="*/ 0 h 25"/>
              <a:gd name="T6" fmla="*/ 0 w 279"/>
              <a:gd name="T7" fmla="*/ 0 h 25"/>
              <a:gd name="T8" fmla="*/ 0 w 279"/>
              <a:gd name="T9" fmla="*/ 2147483646 h 25"/>
              <a:gd name="T10" fmla="*/ 0 w 279"/>
              <a:gd name="T11" fmla="*/ 2147483646 h 25"/>
              <a:gd name="T12" fmla="*/ 2147483646 w 279"/>
              <a:gd name="T13" fmla="*/ 2147483646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9" h="25">
                <a:moveTo>
                  <a:pt x="279" y="25"/>
                </a:moveTo>
                <a:lnTo>
                  <a:pt x="279" y="9"/>
                </a:lnTo>
                <a:lnTo>
                  <a:pt x="0" y="0"/>
                </a:lnTo>
                <a:lnTo>
                  <a:pt x="0" y="17"/>
                </a:lnTo>
                <a:lnTo>
                  <a:pt x="279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16" name="Freeform 55"/>
          <p:cNvSpPr>
            <a:spLocks/>
          </p:cNvSpPr>
          <p:nvPr/>
        </p:nvSpPr>
        <p:spPr bwMode="auto">
          <a:xfrm>
            <a:off x="4110038" y="1631950"/>
            <a:ext cx="457200" cy="65088"/>
          </a:xfrm>
          <a:custGeom>
            <a:avLst/>
            <a:gdLst>
              <a:gd name="T0" fmla="*/ 2147483646 w 288"/>
              <a:gd name="T1" fmla="*/ 2147483646 h 41"/>
              <a:gd name="T2" fmla="*/ 2147483646 w 288"/>
              <a:gd name="T3" fmla="*/ 0 h 41"/>
              <a:gd name="T4" fmla="*/ 0 w 288"/>
              <a:gd name="T5" fmla="*/ 2147483646 h 41"/>
              <a:gd name="T6" fmla="*/ 0 w 288"/>
              <a:gd name="T7" fmla="*/ 2147483646 h 41"/>
              <a:gd name="T8" fmla="*/ 0 w 288"/>
              <a:gd name="T9" fmla="*/ 2147483646 h 41"/>
              <a:gd name="T10" fmla="*/ 0 w 288"/>
              <a:gd name="T11" fmla="*/ 2147483646 h 41"/>
              <a:gd name="T12" fmla="*/ 2147483646 w 288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88" h="41">
                <a:moveTo>
                  <a:pt x="288" y="17"/>
                </a:moveTo>
                <a:lnTo>
                  <a:pt x="288" y="0"/>
                </a:lnTo>
                <a:lnTo>
                  <a:pt x="0" y="25"/>
                </a:lnTo>
                <a:lnTo>
                  <a:pt x="0" y="41"/>
                </a:lnTo>
                <a:lnTo>
                  <a:pt x="288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17" name="Freeform 56"/>
          <p:cNvSpPr>
            <a:spLocks/>
          </p:cNvSpPr>
          <p:nvPr/>
        </p:nvSpPr>
        <p:spPr bwMode="auto">
          <a:xfrm>
            <a:off x="3638550" y="1671638"/>
            <a:ext cx="471488" cy="103187"/>
          </a:xfrm>
          <a:custGeom>
            <a:avLst/>
            <a:gdLst>
              <a:gd name="T0" fmla="*/ 2147483646 w 297"/>
              <a:gd name="T1" fmla="*/ 2147483646 h 65"/>
              <a:gd name="T2" fmla="*/ 2147483646 w 297"/>
              <a:gd name="T3" fmla="*/ 0 h 65"/>
              <a:gd name="T4" fmla="*/ 0 w 297"/>
              <a:gd name="T5" fmla="*/ 2147483646 h 65"/>
              <a:gd name="T6" fmla="*/ 0 w 297"/>
              <a:gd name="T7" fmla="*/ 2147483646 h 65"/>
              <a:gd name="T8" fmla="*/ 2147483646 w 297"/>
              <a:gd name="T9" fmla="*/ 2147483646 h 65"/>
              <a:gd name="T10" fmla="*/ 0 w 297"/>
              <a:gd name="T11" fmla="*/ 2147483646 h 65"/>
              <a:gd name="T12" fmla="*/ 2147483646 w 297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97" h="65">
                <a:moveTo>
                  <a:pt x="297" y="16"/>
                </a:moveTo>
                <a:lnTo>
                  <a:pt x="297" y="0"/>
                </a:lnTo>
                <a:lnTo>
                  <a:pt x="0" y="49"/>
                </a:lnTo>
                <a:lnTo>
                  <a:pt x="9" y="65"/>
                </a:lnTo>
                <a:lnTo>
                  <a:pt x="0" y="65"/>
                </a:lnTo>
                <a:lnTo>
                  <a:pt x="297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18" name="Freeform 57"/>
          <p:cNvSpPr>
            <a:spLocks/>
          </p:cNvSpPr>
          <p:nvPr/>
        </p:nvSpPr>
        <p:spPr bwMode="auto">
          <a:xfrm>
            <a:off x="3224213" y="1749425"/>
            <a:ext cx="428625" cy="130175"/>
          </a:xfrm>
          <a:custGeom>
            <a:avLst/>
            <a:gdLst>
              <a:gd name="T0" fmla="*/ 2147483646 w 270"/>
              <a:gd name="T1" fmla="*/ 2147483646 h 82"/>
              <a:gd name="T2" fmla="*/ 2147483646 w 270"/>
              <a:gd name="T3" fmla="*/ 0 h 82"/>
              <a:gd name="T4" fmla="*/ 0 w 270"/>
              <a:gd name="T5" fmla="*/ 2147483646 h 82"/>
              <a:gd name="T6" fmla="*/ 0 w 270"/>
              <a:gd name="T7" fmla="*/ 2147483646 h 82"/>
              <a:gd name="T8" fmla="*/ 2147483646 w 270"/>
              <a:gd name="T9" fmla="*/ 2147483646 h 82"/>
              <a:gd name="T10" fmla="*/ 2147483646 w 270"/>
              <a:gd name="T11" fmla="*/ 2147483646 h 82"/>
              <a:gd name="T12" fmla="*/ 2147483646 w 270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0" h="82">
                <a:moveTo>
                  <a:pt x="270" y="16"/>
                </a:moveTo>
                <a:lnTo>
                  <a:pt x="261" y="0"/>
                </a:lnTo>
                <a:lnTo>
                  <a:pt x="0" y="65"/>
                </a:lnTo>
                <a:lnTo>
                  <a:pt x="9" y="82"/>
                </a:lnTo>
                <a:lnTo>
                  <a:pt x="27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19" name="Freeform 58"/>
          <p:cNvSpPr>
            <a:spLocks/>
          </p:cNvSpPr>
          <p:nvPr/>
        </p:nvSpPr>
        <p:spPr bwMode="auto">
          <a:xfrm>
            <a:off x="2852738" y="1852613"/>
            <a:ext cx="385762" cy="168275"/>
          </a:xfrm>
          <a:custGeom>
            <a:avLst/>
            <a:gdLst>
              <a:gd name="T0" fmla="*/ 2147483646 w 243"/>
              <a:gd name="T1" fmla="*/ 2147483646 h 106"/>
              <a:gd name="T2" fmla="*/ 2147483646 w 243"/>
              <a:gd name="T3" fmla="*/ 0 h 106"/>
              <a:gd name="T4" fmla="*/ 0 w 243"/>
              <a:gd name="T5" fmla="*/ 2147483646 h 106"/>
              <a:gd name="T6" fmla="*/ 0 w 243"/>
              <a:gd name="T7" fmla="*/ 2147483646 h 106"/>
              <a:gd name="T8" fmla="*/ 2147483646 w 243"/>
              <a:gd name="T9" fmla="*/ 2147483646 h 106"/>
              <a:gd name="T10" fmla="*/ 2147483646 w 243"/>
              <a:gd name="T11" fmla="*/ 2147483646 h 106"/>
              <a:gd name="T12" fmla="*/ 2147483646 w 243"/>
              <a:gd name="T13" fmla="*/ 2147483646 h 1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" h="106">
                <a:moveTo>
                  <a:pt x="243" y="17"/>
                </a:moveTo>
                <a:lnTo>
                  <a:pt x="234" y="0"/>
                </a:lnTo>
                <a:lnTo>
                  <a:pt x="0" y="90"/>
                </a:lnTo>
                <a:lnTo>
                  <a:pt x="9" y="106"/>
                </a:lnTo>
                <a:lnTo>
                  <a:pt x="243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20" name="Freeform 59"/>
          <p:cNvSpPr>
            <a:spLocks/>
          </p:cNvSpPr>
          <p:nvPr/>
        </p:nvSpPr>
        <p:spPr bwMode="auto">
          <a:xfrm>
            <a:off x="2524125" y="1995488"/>
            <a:ext cx="342900" cy="195262"/>
          </a:xfrm>
          <a:custGeom>
            <a:avLst/>
            <a:gdLst>
              <a:gd name="T0" fmla="*/ 2147483646 w 216"/>
              <a:gd name="T1" fmla="*/ 2147483646 h 123"/>
              <a:gd name="T2" fmla="*/ 2147483646 w 216"/>
              <a:gd name="T3" fmla="*/ 0 h 123"/>
              <a:gd name="T4" fmla="*/ 0 w 216"/>
              <a:gd name="T5" fmla="*/ 2147483646 h 123"/>
              <a:gd name="T6" fmla="*/ 0 w 216"/>
              <a:gd name="T7" fmla="*/ 2147483646 h 123"/>
              <a:gd name="T8" fmla="*/ 2147483646 w 216"/>
              <a:gd name="T9" fmla="*/ 2147483646 h 123"/>
              <a:gd name="T10" fmla="*/ 2147483646 w 216"/>
              <a:gd name="T11" fmla="*/ 2147483646 h 123"/>
              <a:gd name="T12" fmla="*/ 2147483646 w 216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123">
                <a:moveTo>
                  <a:pt x="216" y="16"/>
                </a:moveTo>
                <a:lnTo>
                  <a:pt x="207" y="0"/>
                </a:lnTo>
                <a:lnTo>
                  <a:pt x="0" y="106"/>
                </a:lnTo>
                <a:lnTo>
                  <a:pt x="9" y="123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21" name="Freeform 60"/>
          <p:cNvSpPr>
            <a:spLocks/>
          </p:cNvSpPr>
          <p:nvPr/>
        </p:nvSpPr>
        <p:spPr bwMode="auto">
          <a:xfrm>
            <a:off x="2238375" y="2163763"/>
            <a:ext cx="300038" cy="233362"/>
          </a:xfrm>
          <a:custGeom>
            <a:avLst/>
            <a:gdLst>
              <a:gd name="T0" fmla="*/ 2147483646 w 189"/>
              <a:gd name="T1" fmla="*/ 2147483646 h 147"/>
              <a:gd name="T2" fmla="*/ 2147483646 w 189"/>
              <a:gd name="T3" fmla="*/ 0 h 147"/>
              <a:gd name="T4" fmla="*/ 0 w 189"/>
              <a:gd name="T5" fmla="*/ 2147483646 h 147"/>
              <a:gd name="T6" fmla="*/ 0 w 189"/>
              <a:gd name="T7" fmla="*/ 2147483646 h 147"/>
              <a:gd name="T8" fmla="*/ 2147483646 w 189"/>
              <a:gd name="T9" fmla="*/ 2147483646 h 147"/>
              <a:gd name="T10" fmla="*/ 2147483646 w 189"/>
              <a:gd name="T11" fmla="*/ 2147483646 h 147"/>
              <a:gd name="T12" fmla="*/ 2147483646 w 189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47">
                <a:moveTo>
                  <a:pt x="189" y="17"/>
                </a:moveTo>
                <a:lnTo>
                  <a:pt x="180" y="0"/>
                </a:lnTo>
                <a:lnTo>
                  <a:pt x="0" y="131"/>
                </a:lnTo>
                <a:lnTo>
                  <a:pt x="9" y="147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22" name="Freeform 61"/>
          <p:cNvSpPr>
            <a:spLocks/>
          </p:cNvSpPr>
          <p:nvPr/>
        </p:nvSpPr>
        <p:spPr bwMode="auto">
          <a:xfrm>
            <a:off x="1952625" y="2371725"/>
            <a:ext cx="300038" cy="258763"/>
          </a:xfrm>
          <a:custGeom>
            <a:avLst/>
            <a:gdLst>
              <a:gd name="T0" fmla="*/ 2147483646 w 189"/>
              <a:gd name="T1" fmla="*/ 2147483646 h 163"/>
              <a:gd name="T2" fmla="*/ 2147483646 w 189"/>
              <a:gd name="T3" fmla="*/ 0 h 163"/>
              <a:gd name="T4" fmla="*/ 2147483646 w 189"/>
              <a:gd name="T5" fmla="*/ 2147483646 h 163"/>
              <a:gd name="T6" fmla="*/ 0 w 189"/>
              <a:gd name="T7" fmla="*/ 2147483646 h 163"/>
              <a:gd name="T8" fmla="*/ 2147483646 w 189"/>
              <a:gd name="T9" fmla="*/ 2147483646 h 163"/>
              <a:gd name="T10" fmla="*/ 2147483646 w 189"/>
              <a:gd name="T11" fmla="*/ 2147483646 h 163"/>
              <a:gd name="T12" fmla="*/ 2147483646 w 189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9" y="147"/>
                </a:lnTo>
                <a:lnTo>
                  <a:pt x="0" y="155"/>
                </a:lnTo>
                <a:lnTo>
                  <a:pt x="18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23" name="Freeform 62"/>
          <p:cNvSpPr>
            <a:spLocks/>
          </p:cNvSpPr>
          <p:nvPr/>
        </p:nvSpPr>
        <p:spPr bwMode="auto">
          <a:xfrm>
            <a:off x="1724025" y="2617788"/>
            <a:ext cx="257175" cy="273050"/>
          </a:xfrm>
          <a:custGeom>
            <a:avLst/>
            <a:gdLst>
              <a:gd name="T0" fmla="*/ 2147483646 w 162"/>
              <a:gd name="T1" fmla="*/ 2147483646 h 172"/>
              <a:gd name="T2" fmla="*/ 2147483646 w 162"/>
              <a:gd name="T3" fmla="*/ 0 h 172"/>
              <a:gd name="T4" fmla="*/ 0 w 162"/>
              <a:gd name="T5" fmla="*/ 2147483646 h 172"/>
              <a:gd name="T6" fmla="*/ 0 w 162"/>
              <a:gd name="T7" fmla="*/ 2147483646 h 172"/>
              <a:gd name="T8" fmla="*/ 2147483646 w 162"/>
              <a:gd name="T9" fmla="*/ 2147483646 h 172"/>
              <a:gd name="T10" fmla="*/ 2147483646 w 162"/>
              <a:gd name="T11" fmla="*/ 2147483646 h 172"/>
              <a:gd name="T12" fmla="*/ 2147483646 w 162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3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24" name="Freeform 63"/>
          <p:cNvSpPr>
            <a:spLocks/>
          </p:cNvSpPr>
          <p:nvPr/>
        </p:nvSpPr>
        <p:spPr bwMode="auto">
          <a:xfrm>
            <a:off x="1509713" y="2876550"/>
            <a:ext cx="242887" cy="312738"/>
          </a:xfrm>
          <a:custGeom>
            <a:avLst/>
            <a:gdLst>
              <a:gd name="T0" fmla="*/ 2147483646 w 153"/>
              <a:gd name="T1" fmla="*/ 2147483646 h 197"/>
              <a:gd name="T2" fmla="*/ 2147483646 w 153"/>
              <a:gd name="T3" fmla="*/ 0 h 197"/>
              <a:gd name="T4" fmla="*/ 0 w 153"/>
              <a:gd name="T5" fmla="*/ 2147483646 h 197"/>
              <a:gd name="T6" fmla="*/ 2147483646 w 153"/>
              <a:gd name="T7" fmla="*/ 2147483646 h 197"/>
              <a:gd name="T8" fmla="*/ 2147483646 w 153"/>
              <a:gd name="T9" fmla="*/ 2147483646 h 1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3" h="197">
                <a:moveTo>
                  <a:pt x="153" y="9"/>
                </a:moveTo>
                <a:lnTo>
                  <a:pt x="135" y="0"/>
                </a:lnTo>
                <a:lnTo>
                  <a:pt x="0" y="188"/>
                </a:lnTo>
                <a:lnTo>
                  <a:pt x="18" y="197"/>
                </a:lnTo>
                <a:lnTo>
                  <a:pt x="153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25" name="Freeform 64"/>
          <p:cNvSpPr>
            <a:spLocks/>
          </p:cNvSpPr>
          <p:nvPr/>
        </p:nvSpPr>
        <p:spPr bwMode="auto">
          <a:xfrm>
            <a:off x="7539038" y="2138363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2147483646 w 18"/>
              <a:gd name="T3" fmla="*/ 0 h 16"/>
              <a:gd name="T4" fmla="*/ 0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2147483646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9" y="0"/>
                </a:moveTo>
                <a:lnTo>
                  <a:pt x="9" y="0"/>
                </a:ln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26" name="Freeform 65"/>
          <p:cNvSpPr>
            <a:spLocks/>
          </p:cNvSpPr>
          <p:nvPr/>
        </p:nvSpPr>
        <p:spPr bwMode="auto">
          <a:xfrm>
            <a:off x="7496175" y="1943100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27" name="Freeform 66"/>
          <p:cNvSpPr>
            <a:spLocks/>
          </p:cNvSpPr>
          <p:nvPr/>
        </p:nvSpPr>
        <p:spPr bwMode="auto">
          <a:xfrm>
            <a:off x="7496175" y="1943100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28" name="Freeform 67"/>
          <p:cNvSpPr>
            <a:spLocks/>
          </p:cNvSpPr>
          <p:nvPr/>
        </p:nvSpPr>
        <p:spPr bwMode="auto">
          <a:xfrm>
            <a:off x="7096125" y="2695575"/>
            <a:ext cx="200025" cy="180975"/>
          </a:xfrm>
          <a:custGeom>
            <a:avLst/>
            <a:gdLst>
              <a:gd name="T0" fmla="*/ 0 w 126"/>
              <a:gd name="T1" fmla="*/ 2147483646 h 114"/>
              <a:gd name="T2" fmla="*/ 2147483646 w 126"/>
              <a:gd name="T3" fmla="*/ 2147483646 h 114"/>
              <a:gd name="T4" fmla="*/ 2147483646 w 126"/>
              <a:gd name="T5" fmla="*/ 2147483646 h 114"/>
              <a:gd name="T6" fmla="*/ 2147483646 w 126"/>
              <a:gd name="T7" fmla="*/ 2147483646 h 114"/>
              <a:gd name="T8" fmla="*/ 2147483646 w 126"/>
              <a:gd name="T9" fmla="*/ 0 h 114"/>
              <a:gd name="T10" fmla="*/ 2147483646 w 126"/>
              <a:gd name="T11" fmla="*/ 0 h 114"/>
              <a:gd name="T12" fmla="*/ 0 w 126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" h="114">
                <a:moveTo>
                  <a:pt x="0" y="106"/>
                </a:moveTo>
                <a:lnTo>
                  <a:pt x="18" y="114"/>
                </a:lnTo>
                <a:lnTo>
                  <a:pt x="126" y="8"/>
                </a:lnTo>
                <a:lnTo>
                  <a:pt x="10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29" name="Freeform 68"/>
          <p:cNvSpPr>
            <a:spLocks/>
          </p:cNvSpPr>
          <p:nvPr/>
        </p:nvSpPr>
        <p:spPr bwMode="auto">
          <a:xfrm>
            <a:off x="7267575" y="2514600"/>
            <a:ext cx="171450" cy="193675"/>
          </a:xfrm>
          <a:custGeom>
            <a:avLst/>
            <a:gdLst>
              <a:gd name="T0" fmla="*/ 0 w 108"/>
              <a:gd name="T1" fmla="*/ 2147483646 h 122"/>
              <a:gd name="T2" fmla="*/ 2147483646 w 108"/>
              <a:gd name="T3" fmla="*/ 2147483646 h 122"/>
              <a:gd name="T4" fmla="*/ 2147483646 w 108"/>
              <a:gd name="T5" fmla="*/ 2147483646 h 122"/>
              <a:gd name="T6" fmla="*/ 2147483646 w 108"/>
              <a:gd name="T7" fmla="*/ 2147483646 h 122"/>
              <a:gd name="T8" fmla="*/ 2147483646 w 108"/>
              <a:gd name="T9" fmla="*/ 0 h 122"/>
              <a:gd name="T10" fmla="*/ 2147483646 w 108"/>
              <a:gd name="T11" fmla="*/ 0 h 122"/>
              <a:gd name="T12" fmla="*/ 0 w 108"/>
              <a:gd name="T13" fmla="*/ 2147483646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8" h="122">
                <a:moveTo>
                  <a:pt x="0" y="114"/>
                </a:moveTo>
                <a:lnTo>
                  <a:pt x="18" y="122"/>
                </a:lnTo>
                <a:lnTo>
                  <a:pt x="108" y="8"/>
                </a:lnTo>
                <a:lnTo>
                  <a:pt x="9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30" name="Freeform 69"/>
          <p:cNvSpPr>
            <a:spLocks/>
          </p:cNvSpPr>
          <p:nvPr/>
        </p:nvSpPr>
        <p:spPr bwMode="auto">
          <a:xfrm>
            <a:off x="7410450" y="2332038"/>
            <a:ext cx="128588" cy="195262"/>
          </a:xfrm>
          <a:custGeom>
            <a:avLst/>
            <a:gdLst>
              <a:gd name="T0" fmla="*/ 0 w 81"/>
              <a:gd name="T1" fmla="*/ 2147483646 h 123"/>
              <a:gd name="T2" fmla="*/ 2147483646 w 81"/>
              <a:gd name="T3" fmla="*/ 2147483646 h 123"/>
              <a:gd name="T4" fmla="*/ 2147483646 w 81"/>
              <a:gd name="T5" fmla="*/ 2147483646 h 123"/>
              <a:gd name="T6" fmla="*/ 2147483646 w 81"/>
              <a:gd name="T7" fmla="*/ 0 h 123"/>
              <a:gd name="T8" fmla="*/ 2147483646 w 81"/>
              <a:gd name="T9" fmla="*/ 0 h 123"/>
              <a:gd name="T10" fmla="*/ 2147483646 w 81"/>
              <a:gd name="T11" fmla="*/ 0 h 123"/>
              <a:gd name="T12" fmla="*/ 0 w 81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1" h="123">
                <a:moveTo>
                  <a:pt x="0" y="115"/>
                </a:moveTo>
                <a:lnTo>
                  <a:pt x="18" y="123"/>
                </a:lnTo>
                <a:lnTo>
                  <a:pt x="81" y="9"/>
                </a:lnTo>
                <a:lnTo>
                  <a:pt x="81" y="0"/>
                </a:lnTo>
                <a:lnTo>
                  <a:pt x="63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31" name="Freeform 70"/>
          <p:cNvSpPr>
            <a:spLocks/>
          </p:cNvSpPr>
          <p:nvPr/>
        </p:nvSpPr>
        <p:spPr bwMode="auto">
          <a:xfrm>
            <a:off x="7510463" y="2138363"/>
            <a:ext cx="57150" cy="193675"/>
          </a:xfrm>
          <a:custGeom>
            <a:avLst/>
            <a:gdLst>
              <a:gd name="T0" fmla="*/ 0 w 36"/>
              <a:gd name="T1" fmla="*/ 2147483646 h 122"/>
              <a:gd name="T2" fmla="*/ 2147483646 w 36"/>
              <a:gd name="T3" fmla="*/ 2147483646 h 122"/>
              <a:gd name="T4" fmla="*/ 2147483646 w 36"/>
              <a:gd name="T5" fmla="*/ 0 h 122"/>
              <a:gd name="T6" fmla="*/ 2147483646 w 36"/>
              <a:gd name="T7" fmla="*/ 0 h 122"/>
              <a:gd name="T8" fmla="*/ 0 w 36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" h="122">
                <a:moveTo>
                  <a:pt x="0" y="122"/>
                </a:moveTo>
                <a:lnTo>
                  <a:pt x="18" y="122"/>
                </a:lnTo>
                <a:lnTo>
                  <a:pt x="36" y="0"/>
                </a:lnTo>
                <a:lnTo>
                  <a:pt x="18" y="0"/>
                </a:lnTo>
                <a:lnTo>
                  <a:pt x="0" y="1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32" name="Freeform 71"/>
          <p:cNvSpPr>
            <a:spLocks/>
          </p:cNvSpPr>
          <p:nvPr/>
        </p:nvSpPr>
        <p:spPr bwMode="auto">
          <a:xfrm>
            <a:off x="7010400" y="2359025"/>
            <a:ext cx="28575" cy="25400"/>
          </a:xfrm>
          <a:custGeom>
            <a:avLst/>
            <a:gdLst>
              <a:gd name="T0" fmla="*/ 2147483646 w 18"/>
              <a:gd name="T1" fmla="*/ 2147483646 h 16"/>
              <a:gd name="T2" fmla="*/ 2147483646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0 h 16"/>
              <a:gd name="T8" fmla="*/ 2147483646 w 18"/>
              <a:gd name="T9" fmla="*/ 0 h 16"/>
              <a:gd name="T10" fmla="*/ 2147483646 w 18"/>
              <a:gd name="T11" fmla="*/ 0 h 16"/>
              <a:gd name="T12" fmla="*/ 0 w 18"/>
              <a:gd name="T13" fmla="*/ 2147483646 h 16"/>
              <a:gd name="T14" fmla="*/ 2147483646 w 18"/>
              <a:gd name="T15" fmla="*/ 2147483646 h 16"/>
              <a:gd name="T16" fmla="*/ 2147483646 w 18"/>
              <a:gd name="T17" fmla="*/ 2147483646 h 16"/>
              <a:gd name="T18" fmla="*/ 2147483646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9" y="16"/>
                </a:move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33" name="Freeform 72"/>
          <p:cNvSpPr>
            <a:spLocks/>
          </p:cNvSpPr>
          <p:nvPr/>
        </p:nvSpPr>
        <p:spPr bwMode="auto">
          <a:xfrm>
            <a:off x="6967538" y="2384425"/>
            <a:ext cx="128587" cy="195263"/>
          </a:xfrm>
          <a:custGeom>
            <a:avLst/>
            <a:gdLst>
              <a:gd name="T0" fmla="*/ 2147483646 w 81"/>
              <a:gd name="T1" fmla="*/ 0 h 123"/>
              <a:gd name="T2" fmla="*/ 2147483646 w 81"/>
              <a:gd name="T3" fmla="*/ 0 h 123"/>
              <a:gd name="T4" fmla="*/ 2147483646 w 81"/>
              <a:gd name="T5" fmla="*/ 2147483646 h 123"/>
              <a:gd name="T6" fmla="*/ 0 w 81"/>
              <a:gd name="T7" fmla="*/ 0 h 123"/>
              <a:gd name="T8" fmla="*/ 2147483646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34" name="Freeform 73"/>
          <p:cNvSpPr>
            <a:spLocks/>
          </p:cNvSpPr>
          <p:nvPr/>
        </p:nvSpPr>
        <p:spPr bwMode="auto">
          <a:xfrm>
            <a:off x="6967538" y="2384425"/>
            <a:ext cx="128587" cy="195263"/>
          </a:xfrm>
          <a:custGeom>
            <a:avLst/>
            <a:gdLst>
              <a:gd name="T0" fmla="*/ 2147483646 w 81"/>
              <a:gd name="T1" fmla="*/ 0 h 123"/>
              <a:gd name="T2" fmla="*/ 2147483646 w 81"/>
              <a:gd name="T3" fmla="*/ 0 h 123"/>
              <a:gd name="T4" fmla="*/ 2147483646 w 81"/>
              <a:gd name="T5" fmla="*/ 2147483646 h 123"/>
              <a:gd name="T6" fmla="*/ 0 w 81"/>
              <a:gd name="T7" fmla="*/ 0 h 123"/>
              <a:gd name="T8" fmla="*/ 2147483646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35" name="Freeform 74"/>
          <p:cNvSpPr>
            <a:spLocks/>
          </p:cNvSpPr>
          <p:nvPr/>
        </p:nvSpPr>
        <p:spPr bwMode="auto">
          <a:xfrm>
            <a:off x="7281863" y="1646238"/>
            <a:ext cx="214312" cy="193675"/>
          </a:xfrm>
          <a:custGeom>
            <a:avLst/>
            <a:gdLst>
              <a:gd name="T0" fmla="*/ 2147483646 w 135"/>
              <a:gd name="T1" fmla="*/ 2147483646 h 122"/>
              <a:gd name="T2" fmla="*/ 2147483646 w 135"/>
              <a:gd name="T3" fmla="*/ 0 h 122"/>
              <a:gd name="T4" fmla="*/ 0 w 135"/>
              <a:gd name="T5" fmla="*/ 2147483646 h 122"/>
              <a:gd name="T6" fmla="*/ 0 w 135"/>
              <a:gd name="T7" fmla="*/ 2147483646 h 122"/>
              <a:gd name="T8" fmla="*/ 2147483646 w 135"/>
              <a:gd name="T9" fmla="*/ 2147483646 h 122"/>
              <a:gd name="T10" fmla="*/ 2147483646 w 135"/>
              <a:gd name="T11" fmla="*/ 2147483646 h 122"/>
              <a:gd name="T12" fmla="*/ 2147483646 w 135"/>
              <a:gd name="T13" fmla="*/ 2147483646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122">
                <a:moveTo>
                  <a:pt x="135" y="8"/>
                </a:moveTo>
                <a:lnTo>
                  <a:pt x="117" y="0"/>
                </a:lnTo>
                <a:lnTo>
                  <a:pt x="0" y="114"/>
                </a:lnTo>
                <a:lnTo>
                  <a:pt x="18" y="122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36" name="Freeform 75"/>
          <p:cNvSpPr>
            <a:spLocks/>
          </p:cNvSpPr>
          <p:nvPr/>
        </p:nvSpPr>
        <p:spPr bwMode="auto">
          <a:xfrm>
            <a:off x="7138988" y="1827213"/>
            <a:ext cx="171450" cy="180975"/>
          </a:xfrm>
          <a:custGeom>
            <a:avLst/>
            <a:gdLst>
              <a:gd name="T0" fmla="*/ 2147483646 w 108"/>
              <a:gd name="T1" fmla="*/ 2147483646 h 114"/>
              <a:gd name="T2" fmla="*/ 2147483646 w 108"/>
              <a:gd name="T3" fmla="*/ 0 h 114"/>
              <a:gd name="T4" fmla="*/ 0 w 108"/>
              <a:gd name="T5" fmla="*/ 2147483646 h 114"/>
              <a:gd name="T6" fmla="*/ 0 w 108"/>
              <a:gd name="T7" fmla="*/ 2147483646 h 114"/>
              <a:gd name="T8" fmla="*/ 2147483646 w 108"/>
              <a:gd name="T9" fmla="*/ 2147483646 h 114"/>
              <a:gd name="T10" fmla="*/ 2147483646 w 108"/>
              <a:gd name="T11" fmla="*/ 2147483646 h 114"/>
              <a:gd name="T12" fmla="*/ 2147483646 w 108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8" h="114">
                <a:moveTo>
                  <a:pt x="108" y="8"/>
                </a:moveTo>
                <a:lnTo>
                  <a:pt x="90" y="0"/>
                </a:lnTo>
                <a:lnTo>
                  <a:pt x="0" y="106"/>
                </a:lnTo>
                <a:lnTo>
                  <a:pt x="18" y="114"/>
                </a:lnTo>
                <a:lnTo>
                  <a:pt x="108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37" name="Freeform 76"/>
          <p:cNvSpPr>
            <a:spLocks/>
          </p:cNvSpPr>
          <p:nvPr/>
        </p:nvSpPr>
        <p:spPr bwMode="auto">
          <a:xfrm>
            <a:off x="7053263" y="1995488"/>
            <a:ext cx="114300" cy="195262"/>
          </a:xfrm>
          <a:custGeom>
            <a:avLst/>
            <a:gdLst>
              <a:gd name="T0" fmla="*/ 2147483646 w 72"/>
              <a:gd name="T1" fmla="*/ 2147483646 h 123"/>
              <a:gd name="T2" fmla="*/ 2147483646 w 72"/>
              <a:gd name="T3" fmla="*/ 0 h 123"/>
              <a:gd name="T4" fmla="*/ 0 w 72"/>
              <a:gd name="T5" fmla="*/ 2147483646 h 123"/>
              <a:gd name="T6" fmla="*/ 0 w 72"/>
              <a:gd name="T7" fmla="*/ 2147483646 h 123"/>
              <a:gd name="T8" fmla="*/ 2147483646 w 72"/>
              <a:gd name="T9" fmla="*/ 2147483646 h 123"/>
              <a:gd name="T10" fmla="*/ 2147483646 w 72"/>
              <a:gd name="T11" fmla="*/ 2147483646 h 123"/>
              <a:gd name="T12" fmla="*/ 2147483646 w 72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2" h="123">
                <a:moveTo>
                  <a:pt x="72" y="8"/>
                </a:moveTo>
                <a:lnTo>
                  <a:pt x="54" y="0"/>
                </a:lnTo>
                <a:lnTo>
                  <a:pt x="0" y="114"/>
                </a:lnTo>
                <a:lnTo>
                  <a:pt x="18" y="114"/>
                </a:lnTo>
                <a:lnTo>
                  <a:pt x="18" y="123"/>
                </a:lnTo>
                <a:lnTo>
                  <a:pt x="7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38" name="Freeform 77"/>
          <p:cNvSpPr>
            <a:spLocks/>
          </p:cNvSpPr>
          <p:nvPr/>
        </p:nvSpPr>
        <p:spPr bwMode="auto">
          <a:xfrm>
            <a:off x="7010400" y="2176463"/>
            <a:ext cx="71438" cy="195262"/>
          </a:xfrm>
          <a:custGeom>
            <a:avLst/>
            <a:gdLst>
              <a:gd name="T0" fmla="*/ 2147483646 w 45"/>
              <a:gd name="T1" fmla="*/ 0 h 123"/>
              <a:gd name="T2" fmla="*/ 2147483646 w 45"/>
              <a:gd name="T3" fmla="*/ 0 h 123"/>
              <a:gd name="T4" fmla="*/ 0 w 45"/>
              <a:gd name="T5" fmla="*/ 2147483646 h 123"/>
              <a:gd name="T6" fmla="*/ 2147483646 w 45"/>
              <a:gd name="T7" fmla="*/ 2147483646 h 123"/>
              <a:gd name="T8" fmla="*/ 2147483646 w 45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5" h="123">
                <a:moveTo>
                  <a:pt x="45" y="0"/>
                </a:moveTo>
                <a:lnTo>
                  <a:pt x="27" y="0"/>
                </a:lnTo>
                <a:lnTo>
                  <a:pt x="0" y="123"/>
                </a:lnTo>
                <a:lnTo>
                  <a:pt x="18" y="123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39" name="Freeform 78"/>
          <p:cNvSpPr>
            <a:spLocks/>
          </p:cNvSpPr>
          <p:nvPr/>
        </p:nvSpPr>
        <p:spPr bwMode="auto">
          <a:xfrm>
            <a:off x="4624388" y="4549775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0 h 16"/>
              <a:gd name="T12" fmla="*/ 0 w 18"/>
              <a:gd name="T13" fmla="*/ 0 h 16"/>
              <a:gd name="T14" fmla="*/ 0 w 18"/>
              <a:gd name="T15" fmla="*/ 2147483646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0" y="16"/>
                </a:moveTo>
                <a:lnTo>
                  <a:pt x="0" y="16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40" name="Freeform 79"/>
          <p:cNvSpPr>
            <a:spLocks/>
          </p:cNvSpPr>
          <p:nvPr/>
        </p:nvSpPr>
        <p:spPr bwMode="auto">
          <a:xfrm>
            <a:off x="4424363" y="4524375"/>
            <a:ext cx="228600" cy="115888"/>
          </a:xfrm>
          <a:custGeom>
            <a:avLst/>
            <a:gdLst>
              <a:gd name="T0" fmla="*/ 2147483646 w 144"/>
              <a:gd name="T1" fmla="*/ 2147483646 h 73"/>
              <a:gd name="T2" fmla="*/ 2147483646 w 144"/>
              <a:gd name="T3" fmla="*/ 2147483646 h 73"/>
              <a:gd name="T4" fmla="*/ 0 w 144"/>
              <a:gd name="T5" fmla="*/ 2147483646 h 73"/>
              <a:gd name="T6" fmla="*/ 2147483646 w 144"/>
              <a:gd name="T7" fmla="*/ 0 h 73"/>
              <a:gd name="T8" fmla="*/ 2147483646 w 144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41" name="Freeform 80"/>
          <p:cNvSpPr>
            <a:spLocks/>
          </p:cNvSpPr>
          <p:nvPr/>
        </p:nvSpPr>
        <p:spPr bwMode="auto">
          <a:xfrm>
            <a:off x="4424363" y="4524375"/>
            <a:ext cx="228600" cy="115888"/>
          </a:xfrm>
          <a:custGeom>
            <a:avLst/>
            <a:gdLst>
              <a:gd name="T0" fmla="*/ 2147483646 w 144"/>
              <a:gd name="T1" fmla="*/ 2147483646 h 73"/>
              <a:gd name="T2" fmla="*/ 2147483646 w 144"/>
              <a:gd name="T3" fmla="*/ 2147483646 h 73"/>
              <a:gd name="T4" fmla="*/ 0 w 144"/>
              <a:gd name="T5" fmla="*/ 2147483646 h 73"/>
              <a:gd name="T6" fmla="*/ 2147483646 w 144"/>
              <a:gd name="T7" fmla="*/ 0 h 73"/>
              <a:gd name="T8" fmla="*/ 2147483646 w 144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42" name="Freeform 81"/>
          <p:cNvSpPr>
            <a:spLocks/>
          </p:cNvSpPr>
          <p:nvPr/>
        </p:nvSpPr>
        <p:spPr bwMode="auto">
          <a:xfrm>
            <a:off x="6824663" y="2825750"/>
            <a:ext cx="214312" cy="271463"/>
          </a:xfrm>
          <a:custGeom>
            <a:avLst/>
            <a:gdLst>
              <a:gd name="T0" fmla="*/ 2147483646 w 135"/>
              <a:gd name="T1" fmla="*/ 2147483646 h 171"/>
              <a:gd name="T2" fmla="*/ 2147483646 w 135"/>
              <a:gd name="T3" fmla="*/ 0 h 171"/>
              <a:gd name="T4" fmla="*/ 0 w 135"/>
              <a:gd name="T5" fmla="*/ 2147483646 h 171"/>
              <a:gd name="T6" fmla="*/ 0 w 135"/>
              <a:gd name="T7" fmla="*/ 2147483646 h 171"/>
              <a:gd name="T8" fmla="*/ 2147483646 w 135"/>
              <a:gd name="T9" fmla="*/ 2147483646 h 171"/>
              <a:gd name="T10" fmla="*/ 2147483646 w 135"/>
              <a:gd name="T11" fmla="*/ 2147483646 h 171"/>
              <a:gd name="T12" fmla="*/ 2147483646 w 135"/>
              <a:gd name="T13" fmla="*/ 2147483646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171">
                <a:moveTo>
                  <a:pt x="135" y="8"/>
                </a:moveTo>
                <a:lnTo>
                  <a:pt x="117" y="0"/>
                </a:lnTo>
                <a:lnTo>
                  <a:pt x="0" y="163"/>
                </a:lnTo>
                <a:lnTo>
                  <a:pt x="18" y="171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43" name="Freeform 82"/>
          <p:cNvSpPr>
            <a:spLocks/>
          </p:cNvSpPr>
          <p:nvPr/>
        </p:nvSpPr>
        <p:spPr bwMode="auto">
          <a:xfrm>
            <a:off x="6596063" y="3084513"/>
            <a:ext cx="257175" cy="273050"/>
          </a:xfrm>
          <a:custGeom>
            <a:avLst/>
            <a:gdLst>
              <a:gd name="T0" fmla="*/ 2147483646 w 162"/>
              <a:gd name="T1" fmla="*/ 2147483646 h 172"/>
              <a:gd name="T2" fmla="*/ 2147483646 w 162"/>
              <a:gd name="T3" fmla="*/ 0 h 172"/>
              <a:gd name="T4" fmla="*/ 0 w 162"/>
              <a:gd name="T5" fmla="*/ 2147483646 h 172"/>
              <a:gd name="T6" fmla="*/ 0 w 162"/>
              <a:gd name="T7" fmla="*/ 2147483646 h 172"/>
              <a:gd name="T8" fmla="*/ 2147483646 w 162"/>
              <a:gd name="T9" fmla="*/ 2147483646 h 172"/>
              <a:gd name="T10" fmla="*/ 2147483646 w 162"/>
              <a:gd name="T11" fmla="*/ 2147483646 h 172"/>
              <a:gd name="T12" fmla="*/ 2147483646 w 162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4"/>
                </a:lnTo>
                <a:lnTo>
                  <a:pt x="0" y="155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44" name="Freeform 83"/>
          <p:cNvSpPr>
            <a:spLocks/>
          </p:cNvSpPr>
          <p:nvPr/>
        </p:nvSpPr>
        <p:spPr bwMode="auto">
          <a:xfrm>
            <a:off x="6324600" y="3330575"/>
            <a:ext cx="300038" cy="273050"/>
          </a:xfrm>
          <a:custGeom>
            <a:avLst/>
            <a:gdLst>
              <a:gd name="T0" fmla="*/ 2147483646 w 189"/>
              <a:gd name="T1" fmla="*/ 2147483646 h 172"/>
              <a:gd name="T2" fmla="*/ 2147483646 w 189"/>
              <a:gd name="T3" fmla="*/ 0 h 172"/>
              <a:gd name="T4" fmla="*/ 0 w 189"/>
              <a:gd name="T5" fmla="*/ 2147483646 h 172"/>
              <a:gd name="T6" fmla="*/ 2147483646 w 189"/>
              <a:gd name="T7" fmla="*/ 2147483646 h 172"/>
              <a:gd name="T8" fmla="*/ 2147483646 w 189"/>
              <a:gd name="T9" fmla="*/ 2147483646 h 172"/>
              <a:gd name="T10" fmla="*/ 2147483646 w 189"/>
              <a:gd name="T11" fmla="*/ 2147483646 h 172"/>
              <a:gd name="T12" fmla="*/ 2147483646 w 189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72">
                <a:moveTo>
                  <a:pt x="189" y="17"/>
                </a:moveTo>
                <a:lnTo>
                  <a:pt x="171" y="0"/>
                </a:lnTo>
                <a:lnTo>
                  <a:pt x="0" y="156"/>
                </a:lnTo>
                <a:lnTo>
                  <a:pt x="9" y="156"/>
                </a:lnTo>
                <a:lnTo>
                  <a:pt x="18" y="172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45" name="Freeform 84"/>
          <p:cNvSpPr>
            <a:spLocks/>
          </p:cNvSpPr>
          <p:nvPr/>
        </p:nvSpPr>
        <p:spPr bwMode="auto">
          <a:xfrm>
            <a:off x="6053138" y="3578225"/>
            <a:ext cx="300037" cy="258763"/>
          </a:xfrm>
          <a:custGeom>
            <a:avLst/>
            <a:gdLst>
              <a:gd name="T0" fmla="*/ 2147483646 w 189"/>
              <a:gd name="T1" fmla="*/ 2147483646 h 163"/>
              <a:gd name="T2" fmla="*/ 2147483646 w 189"/>
              <a:gd name="T3" fmla="*/ 0 h 163"/>
              <a:gd name="T4" fmla="*/ 0 w 189"/>
              <a:gd name="T5" fmla="*/ 2147483646 h 163"/>
              <a:gd name="T6" fmla="*/ 0 w 189"/>
              <a:gd name="T7" fmla="*/ 2147483646 h 163"/>
              <a:gd name="T8" fmla="*/ 2147483646 w 189"/>
              <a:gd name="T9" fmla="*/ 2147483646 h 163"/>
              <a:gd name="T10" fmla="*/ 2147483646 w 189"/>
              <a:gd name="T11" fmla="*/ 2147483646 h 163"/>
              <a:gd name="T12" fmla="*/ 2147483646 w 189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0" y="147"/>
                </a:lnTo>
                <a:lnTo>
                  <a:pt x="9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46" name="Freeform 85"/>
          <p:cNvSpPr>
            <a:spLocks/>
          </p:cNvSpPr>
          <p:nvPr/>
        </p:nvSpPr>
        <p:spPr bwMode="auto">
          <a:xfrm>
            <a:off x="5724525" y="3811588"/>
            <a:ext cx="342900" cy="246062"/>
          </a:xfrm>
          <a:custGeom>
            <a:avLst/>
            <a:gdLst>
              <a:gd name="T0" fmla="*/ 2147483646 w 216"/>
              <a:gd name="T1" fmla="*/ 2147483646 h 155"/>
              <a:gd name="T2" fmla="*/ 2147483646 w 216"/>
              <a:gd name="T3" fmla="*/ 0 h 155"/>
              <a:gd name="T4" fmla="*/ 0 w 216"/>
              <a:gd name="T5" fmla="*/ 2147483646 h 155"/>
              <a:gd name="T6" fmla="*/ 0 w 216"/>
              <a:gd name="T7" fmla="*/ 2147483646 h 155"/>
              <a:gd name="T8" fmla="*/ 2147483646 w 216"/>
              <a:gd name="T9" fmla="*/ 2147483646 h 155"/>
              <a:gd name="T10" fmla="*/ 2147483646 w 216"/>
              <a:gd name="T11" fmla="*/ 2147483646 h 155"/>
              <a:gd name="T12" fmla="*/ 2147483646 w 216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155">
                <a:moveTo>
                  <a:pt x="216" y="16"/>
                </a:moveTo>
                <a:lnTo>
                  <a:pt x="207" y="0"/>
                </a:lnTo>
                <a:lnTo>
                  <a:pt x="0" y="138"/>
                </a:lnTo>
                <a:lnTo>
                  <a:pt x="9" y="155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47" name="Freeform 86"/>
          <p:cNvSpPr>
            <a:spLocks/>
          </p:cNvSpPr>
          <p:nvPr/>
        </p:nvSpPr>
        <p:spPr bwMode="auto">
          <a:xfrm>
            <a:off x="5381625" y="4030663"/>
            <a:ext cx="357188" cy="220662"/>
          </a:xfrm>
          <a:custGeom>
            <a:avLst/>
            <a:gdLst>
              <a:gd name="T0" fmla="*/ 2147483646 w 225"/>
              <a:gd name="T1" fmla="*/ 2147483646 h 139"/>
              <a:gd name="T2" fmla="*/ 2147483646 w 225"/>
              <a:gd name="T3" fmla="*/ 0 h 139"/>
              <a:gd name="T4" fmla="*/ 0 w 225"/>
              <a:gd name="T5" fmla="*/ 2147483646 h 139"/>
              <a:gd name="T6" fmla="*/ 0 w 225"/>
              <a:gd name="T7" fmla="*/ 2147483646 h 139"/>
              <a:gd name="T8" fmla="*/ 2147483646 w 225"/>
              <a:gd name="T9" fmla="*/ 2147483646 h 139"/>
              <a:gd name="T10" fmla="*/ 2147483646 w 225"/>
              <a:gd name="T11" fmla="*/ 2147483646 h 139"/>
              <a:gd name="T12" fmla="*/ 2147483646 w 225"/>
              <a:gd name="T13" fmla="*/ 2147483646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139">
                <a:moveTo>
                  <a:pt x="225" y="17"/>
                </a:moveTo>
                <a:lnTo>
                  <a:pt x="216" y="0"/>
                </a:lnTo>
                <a:lnTo>
                  <a:pt x="0" y="123"/>
                </a:lnTo>
                <a:lnTo>
                  <a:pt x="9" y="139"/>
                </a:lnTo>
                <a:lnTo>
                  <a:pt x="22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48" name="Freeform 87"/>
          <p:cNvSpPr>
            <a:spLocks/>
          </p:cNvSpPr>
          <p:nvPr/>
        </p:nvSpPr>
        <p:spPr bwMode="auto">
          <a:xfrm>
            <a:off x="5010150" y="4225925"/>
            <a:ext cx="385763" cy="207963"/>
          </a:xfrm>
          <a:custGeom>
            <a:avLst/>
            <a:gdLst>
              <a:gd name="T0" fmla="*/ 2147483646 w 243"/>
              <a:gd name="T1" fmla="*/ 2147483646 h 131"/>
              <a:gd name="T2" fmla="*/ 2147483646 w 243"/>
              <a:gd name="T3" fmla="*/ 0 h 131"/>
              <a:gd name="T4" fmla="*/ 0 w 243"/>
              <a:gd name="T5" fmla="*/ 2147483646 h 131"/>
              <a:gd name="T6" fmla="*/ 0 w 243"/>
              <a:gd name="T7" fmla="*/ 2147483646 h 131"/>
              <a:gd name="T8" fmla="*/ 2147483646 w 243"/>
              <a:gd name="T9" fmla="*/ 2147483646 h 131"/>
              <a:gd name="T10" fmla="*/ 2147483646 w 243"/>
              <a:gd name="T11" fmla="*/ 2147483646 h 131"/>
              <a:gd name="T12" fmla="*/ 2147483646 w 243"/>
              <a:gd name="T13" fmla="*/ 2147483646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" h="131">
                <a:moveTo>
                  <a:pt x="243" y="16"/>
                </a:moveTo>
                <a:lnTo>
                  <a:pt x="234" y="0"/>
                </a:lnTo>
                <a:lnTo>
                  <a:pt x="0" y="114"/>
                </a:lnTo>
                <a:lnTo>
                  <a:pt x="9" y="131"/>
                </a:lnTo>
                <a:lnTo>
                  <a:pt x="24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49" name="Freeform 88"/>
          <p:cNvSpPr>
            <a:spLocks/>
          </p:cNvSpPr>
          <p:nvPr/>
        </p:nvSpPr>
        <p:spPr bwMode="auto">
          <a:xfrm>
            <a:off x="4624388" y="4406900"/>
            <a:ext cx="400050" cy="168275"/>
          </a:xfrm>
          <a:custGeom>
            <a:avLst/>
            <a:gdLst>
              <a:gd name="T0" fmla="*/ 2147483646 w 252"/>
              <a:gd name="T1" fmla="*/ 2147483646 h 106"/>
              <a:gd name="T2" fmla="*/ 2147483646 w 252"/>
              <a:gd name="T3" fmla="*/ 0 h 106"/>
              <a:gd name="T4" fmla="*/ 0 w 252"/>
              <a:gd name="T5" fmla="*/ 2147483646 h 106"/>
              <a:gd name="T6" fmla="*/ 2147483646 w 252"/>
              <a:gd name="T7" fmla="*/ 2147483646 h 106"/>
              <a:gd name="T8" fmla="*/ 2147483646 w 252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52" h="106">
                <a:moveTo>
                  <a:pt x="252" y="17"/>
                </a:moveTo>
                <a:lnTo>
                  <a:pt x="243" y="0"/>
                </a:lnTo>
                <a:lnTo>
                  <a:pt x="0" y="90"/>
                </a:lnTo>
                <a:lnTo>
                  <a:pt x="9" y="106"/>
                </a:lnTo>
                <a:lnTo>
                  <a:pt x="25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50" name="Freeform 89"/>
          <p:cNvSpPr>
            <a:spLocks/>
          </p:cNvSpPr>
          <p:nvPr/>
        </p:nvSpPr>
        <p:spPr bwMode="auto">
          <a:xfrm>
            <a:off x="2152650" y="4926013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0 w 18"/>
              <a:gd name="T15" fmla="*/ 0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0" y="8"/>
                </a:move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51" name="Freeform 90"/>
          <p:cNvSpPr>
            <a:spLocks/>
          </p:cNvSpPr>
          <p:nvPr/>
        </p:nvSpPr>
        <p:spPr bwMode="auto">
          <a:xfrm>
            <a:off x="1952625" y="4886325"/>
            <a:ext cx="228600" cy="104775"/>
          </a:xfrm>
          <a:custGeom>
            <a:avLst/>
            <a:gdLst>
              <a:gd name="T0" fmla="*/ 2147483646 w 144"/>
              <a:gd name="T1" fmla="*/ 2147483646 h 66"/>
              <a:gd name="T2" fmla="*/ 2147483646 w 144"/>
              <a:gd name="T3" fmla="*/ 2147483646 h 66"/>
              <a:gd name="T4" fmla="*/ 0 w 144"/>
              <a:gd name="T5" fmla="*/ 0 h 66"/>
              <a:gd name="T6" fmla="*/ 2147483646 w 144"/>
              <a:gd name="T7" fmla="*/ 0 h 66"/>
              <a:gd name="T8" fmla="*/ 2147483646 w 144"/>
              <a:gd name="T9" fmla="*/ 2147483646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52" name="Freeform 91"/>
          <p:cNvSpPr>
            <a:spLocks/>
          </p:cNvSpPr>
          <p:nvPr/>
        </p:nvSpPr>
        <p:spPr bwMode="auto">
          <a:xfrm>
            <a:off x="1952625" y="4886325"/>
            <a:ext cx="228600" cy="104775"/>
          </a:xfrm>
          <a:custGeom>
            <a:avLst/>
            <a:gdLst>
              <a:gd name="T0" fmla="*/ 2147483646 w 144"/>
              <a:gd name="T1" fmla="*/ 2147483646 h 66"/>
              <a:gd name="T2" fmla="*/ 2147483646 w 144"/>
              <a:gd name="T3" fmla="*/ 2147483646 h 66"/>
              <a:gd name="T4" fmla="*/ 0 w 144"/>
              <a:gd name="T5" fmla="*/ 0 h 66"/>
              <a:gd name="T6" fmla="*/ 2147483646 w 144"/>
              <a:gd name="T7" fmla="*/ 0 h 66"/>
              <a:gd name="T8" fmla="*/ 2147483646 w 144"/>
              <a:gd name="T9" fmla="*/ 2147483646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53" name="Freeform 92"/>
          <p:cNvSpPr>
            <a:spLocks/>
          </p:cNvSpPr>
          <p:nvPr/>
        </p:nvSpPr>
        <p:spPr bwMode="auto">
          <a:xfrm>
            <a:off x="3838575" y="4627563"/>
            <a:ext cx="171450" cy="142875"/>
          </a:xfrm>
          <a:custGeom>
            <a:avLst/>
            <a:gdLst>
              <a:gd name="T0" fmla="*/ 2147483646 w 108"/>
              <a:gd name="T1" fmla="*/ 2147483646 h 90"/>
              <a:gd name="T2" fmla="*/ 2147483646 w 108"/>
              <a:gd name="T3" fmla="*/ 0 h 90"/>
              <a:gd name="T4" fmla="*/ 0 w 108"/>
              <a:gd name="T5" fmla="*/ 2147483646 h 90"/>
              <a:gd name="T6" fmla="*/ 0 w 108"/>
              <a:gd name="T7" fmla="*/ 2147483646 h 90"/>
              <a:gd name="T8" fmla="*/ 2147483646 w 108"/>
              <a:gd name="T9" fmla="*/ 2147483646 h 90"/>
              <a:gd name="T10" fmla="*/ 2147483646 w 108"/>
              <a:gd name="T11" fmla="*/ 2147483646 h 90"/>
              <a:gd name="T12" fmla="*/ 2147483646 w 108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8" h="90">
                <a:moveTo>
                  <a:pt x="108" y="16"/>
                </a:moveTo>
                <a:lnTo>
                  <a:pt x="99" y="0"/>
                </a:lnTo>
                <a:lnTo>
                  <a:pt x="0" y="74"/>
                </a:lnTo>
                <a:lnTo>
                  <a:pt x="9" y="90"/>
                </a:lnTo>
                <a:lnTo>
                  <a:pt x="108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54" name="Freeform 93"/>
          <p:cNvSpPr>
            <a:spLocks/>
          </p:cNvSpPr>
          <p:nvPr/>
        </p:nvSpPr>
        <p:spPr bwMode="auto">
          <a:xfrm>
            <a:off x="3638550" y="4745038"/>
            <a:ext cx="214313" cy="115887"/>
          </a:xfrm>
          <a:custGeom>
            <a:avLst/>
            <a:gdLst>
              <a:gd name="T0" fmla="*/ 2147483646 w 135"/>
              <a:gd name="T1" fmla="*/ 2147483646 h 73"/>
              <a:gd name="T2" fmla="*/ 2147483646 w 135"/>
              <a:gd name="T3" fmla="*/ 0 h 73"/>
              <a:gd name="T4" fmla="*/ 0 w 135"/>
              <a:gd name="T5" fmla="*/ 2147483646 h 73"/>
              <a:gd name="T6" fmla="*/ 0 w 135"/>
              <a:gd name="T7" fmla="*/ 2147483646 h 73"/>
              <a:gd name="T8" fmla="*/ 2147483646 w 135"/>
              <a:gd name="T9" fmla="*/ 2147483646 h 73"/>
              <a:gd name="T10" fmla="*/ 2147483646 w 135"/>
              <a:gd name="T11" fmla="*/ 2147483646 h 73"/>
              <a:gd name="T12" fmla="*/ 2147483646 w 135"/>
              <a:gd name="T13" fmla="*/ 2147483646 h 7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73">
                <a:moveTo>
                  <a:pt x="135" y="16"/>
                </a:moveTo>
                <a:lnTo>
                  <a:pt x="126" y="0"/>
                </a:lnTo>
                <a:lnTo>
                  <a:pt x="0" y="57"/>
                </a:lnTo>
                <a:lnTo>
                  <a:pt x="9" y="73"/>
                </a:lnTo>
                <a:lnTo>
                  <a:pt x="13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55" name="Freeform 94"/>
          <p:cNvSpPr>
            <a:spLocks/>
          </p:cNvSpPr>
          <p:nvPr/>
        </p:nvSpPr>
        <p:spPr bwMode="auto">
          <a:xfrm>
            <a:off x="3424238" y="4835525"/>
            <a:ext cx="228600" cy="90488"/>
          </a:xfrm>
          <a:custGeom>
            <a:avLst/>
            <a:gdLst>
              <a:gd name="T0" fmla="*/ 2147483646 w 144"/>
              <a:gd name="T1" fmla="*/ 2147483646 h 57"/>
              <a:gd name="T2" fmla="*/ 2147483646 w 144"/>
              <a:gd name="T3" fmla="*/ 0 h 57"/>
              <a:gd name="T4" fmla="*/ 0 w 144"/>
              <a:gd name="T5" fmla="*/ 2147483646 h 57"/>
              <a:gd name="T6" fmla="*/ 0 w 144"/>
              <a:gd name="T7" fmla="*/ 2147483646 h 57"/>
              <a:gd name="T8" fmla="*/ 0 w 144"/>
              <a:gd name="T9" fmla="*/ 2147483646 h 57"/>
              <a:gd name="T10" fmla="*/ 2147483646 w 144"/>
              <a:gd name="T11" fmla="*/ 2147483646 h 57"/>
              <a:gd name="T12" fmla="*/ 2147483646 w 144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57">
                <a:moveTo>
                  <a:pt x="144" y="16"/>
                </a:moveTo>
                <a:lnTo>
                  <a:pt x="135" y="0"/>
                </a:lnTo>
                <a:lnTo>
                  <a:pt x="0" y="41"/>
                </a:lnTo>
                <a:lnTo>
                  <a:pt x="0" y="57"/>
                </a:lnTo>
                <a:lnTo>
                  <a:pt x="9" y="57"/>
                </a:lnTo>
                <a:lnTo>
                  <a:pt x="14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56" name="Freeform 95"/>
          <p:cNvSpPr>
            <a:spLocks/>
          </p:cNvSpPr>
          <p:nvPr/>
        </p:nvSpPr>
        <p:spPr bwMode="auto">
          <a:xfrm>
            <a:off x="3181350" y="4900613"/>
            <a:ext cx="242888" cy="77787"/>
          </a:xfrm>
          <a:custGeom>
            <a:avLst/>
            <a:gdLst>
              <a:gd name="T0" fmla="*/ 2147483646 w 153"/>
              <a:gd name="T1" fmla="*/ 2147483646 h 49"/>
              <a:gd name="T2" fmla="*/ 2147483646 w 153"/>
              <a:gd name="T3" fmla="*/ 0 h 49"/>
              <a:gd name="T4" fmla="*/ 0 w 153"/>
              <a:gd name="T5" fmla="*/ 2147483646 h 49"/>
              <a:gd name="T6" fmla="*/ 0 w 153"/>
              <a:gd name="T7" fmla="*/ 2147483646 h 49"/>
              <a:gd name="T8" fmla="*/ 0 w 153"/>
              <a:gd name="T9" fmla="*/ 2147483646 h 49"/>
              <a:gd name="T10" fmla="*/ 0 w 153"/>
              <a:gd name="T11" fmla="*/ 2147483646 h 49"/>
              <a:gd name="T12" fmla="*/ 2147483646 w 153"/>
              <a:gd name="T13" fmla="*/ 2147483646 h 4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3" h="49">
                <a:moveTo>
                  <a:pt x="153" y="16"/>
                </a:moveTo>
                <a:lnTo>
                  <a:pt x="153" y="0"/>
                </a:lnTo>
                <a:lnTo>
                  <a:pt x="0" y="32"/>
                </a:lnTo>
                <a:lnTo>
                  <a:pt x="0" y="49"/>
                </a:lnTo>
                <a:lnTo>
                  <a:pt x="15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57" name="Freeform 96"/>
          <p:cNvSpPr>
            <a:spLocks/>
          </p:cNvSpPr>
          <p:nvPr/>
        </p:nvSpPr>
        <p:spPr bwMode="auto">
          <a:xfrm>
            <a:off x="2681288" y="4951413"/>
            <a:ext cx="500062" cy="65087"/>
          </a:xfrm>
          <a:custGeom>
            <a:avLst/>
            <a:gdLst>
              <a:gd name="T0" fmla="*/ 2147483646 w 315"/>
              <a:gd name="T1" fmla="*/ 2147483646 h 41"/>
              <a:gd name="T2" fmla="*/ 2147483646 w 315"/>
              <a:gd name="T3" fmla="*/ 0 h 41"/>
              <a:gd name="T4" fmla="*/ 0 w 315"/>
              <a:gd name="T5" fmla="*/ 2147483646 h 41"/>
              <a:gd name="T6" fmla="*/ 0 w 315"/>
              <a:gd name="T7" fmla="*/ 2147483646 h 41"/>
              <a:gd name="T8" fmla="*/ 0 w 315"/>
              <a:gd name="T9" fmla="*/ 2147483646 h 41"/>
              <a:gd name="T10" fmla="*/ 0 w 315"/>
              <a:gd name="T11" fmla="*/ 2147483646 h 41"/>
              <a:gd name="T12" fmla="*/ 2147483646 w 315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15" h="41">
                <a:moveTo>
                  <a:pt x="315" y="17"/>
                </a:moveTo>
                <a:lnTo>
                  <a:pt x="315" y="0"/>
                </a:lnTo>
                <a:lnTo>
                  <a:pt x="0" y="25"/>
                </a:lnTo>
                <a:lnTo>
                  <a:pt x="0" y="41"/>
                </a:lnTo>
                <a:lnTo>
                  <a:pt x="31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58" name="Freeform 97"/>
          <p:cNvSpPr>
            <a:spLocks/>
          </p:cNvSpPr>
          <p:nvPr/>
        </p:nvSpPr>
        <p:spPr bwMode="auto">
          <a:xfrm>
            <a:off x="2166938" y="4926013"/>
            <a:ext cx="514350" cy="90487"/>
          </a:xfrm>
          <a:custGeom>
            <a:avLst/>
            <a:gdLst>
              <a:gd name="T0" fmla="*/ 2147483646 w 324"/>
              <a:gd name="T1" fmla="*/ 2147483646 h 57"/>
              <a:gd name="T2" fmla="*/ 2147483646 w 324"/>
              <a:gd name="T3" fmla="*/ 2147483646 h 57"/>
              <a:gd name="T4" fmla="*/ 0 w 324"/>
              <a:gd name="T5" fmla="*/ 0 h 57"/>
              <a:gd name="T6" fmla="*/ 0 w 324"/>
              <a:gd name="T7" fmla="*/ 2147483646 h 57"/>
              <a:gd name="T8" fmla="*/ 2147483646 w 324"/>
              <a:gd name="T9" fmla="*/ 2147483646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24" h="57">
                <a:moveTo>
                  <a:pt x="324" y="57"/>
                </a:moveTo>
                <a:lnTo>
                  <a:pt x="324" y="41"/>
                </a:lnTo>
                <a:lnTo>
                  <a:pt x="0" y="0"/>
                </a:lnTo>
                <a:lnTo>
                  <a:pt x="0" y="16"/>
                </a:lnTo>
                <a:lnTo>
                  <a:pt x="324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59" name="Freeform 98"/>
          <p:cNvSpPr>
            <a:spLocks/>
          </p:cNvSpPr>
          <p:nvPr/>
        </p:nvSpPr>
        <p:spPr bwMode="auto">
          <a:xfrm>
            <a:off x="3938588" y="4186238"/>
            <a:ext cx="28575" cy="26987"/>
          </a:xfrm>
          <a:custGeom>
            <a:avLst/>
            <a:gdLst>
              <a:gd name="T0" fmla="*/ 2147483646 w 18"/>
              <a:gd name="T1" fmla="*/ 2147483646 h 17"/>
              <a:gd name="T2" fmla="*/ 2147483646 w 18"/>
              <a:gd name="T3" fmla="*/ 2147483646 h 17"/>
              <a:gd name="T4" fmla="*/ 2147483646 w 18"/>
              <a:gd name="T5" fmla="*/ 0 h 17"/>
              <a:gd name="T6" fmla="*/ 2147483646 w 18"/>
              <a:gd name="T7" fmla="*/ 0 h 17"/>
              <a:gd name="T8" fmla="*/ 2147483646 w 18"/>
              <a:gd name="T9" fmla="*/ 0 h 17"/>
              <a:gd name="T10" fmla="*/ 2147483646 w 18"/>
              <a:gd name="T11" fmla="*/ 0 h 17"/>
              <a:gd name="T12" fmla="*/ 0 w 18"/>
              <a:gd name="T13" fmla="*/ 2147483646 h 17"/>
              <a:gd name="T14" fmla="*/ 2147483646 w 18"/>
              <a:gd name="T15" fmla="*/ 2147483646 h 17"/>
              <a:gd name="T16" fmla="*/ 2147483646 w 18"/>
              <a:gd name="T17" fmla="*/ 2147483646 h 17"/>
              <a:gd name="T18" fmla="*/ 2147483646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7">
                <a:moveTo>
                  <a:pt x="9" y="17"/>
                </a:move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60" name="Freeform 99"/>
          <p:cNvSpPr>
            <a:spLocks/>
          </p:cNvSpPr>
          <p:nvPr/>
        </p:nvSpPr>
        <p:spPr bwMode="auto">
          <a:xfrm>
            <a:off x="3895725" y="4200525"/>
            <a:ext cx="128588" cy="193675"/>
          </a:xfrm>
          <a:custGeom>
            <a:avLst/>
            <a:gdLst>
              <a:gd name="T0" fmla="*/ 2147483646 w 81"/>
              <a:gd name="T1" fmla="*/ 0 h 122"/>
              <a:gd name="T2" fmla="*/ 2147483646 w 81"/>
              <a:gd name="T3" fmla="*/ 0 h 122"/>
              <a:gd name="T4" fmla="*/ 2147483646 w 81"/>
              <a:gd name="T5" fmla="*/ 2147483646 h 122"/>
              <a:gd name="T6" fmla="*/ 0 w 81"/>
              <a:gd name="T7" fmla="*/ 0 h 122"/>
              <a:gd name="T8" fmla="*/ 2147483646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61" name="Freeform 100"/>
          <p:cNvSpPr>
            <a:spLocks/>
          </p:cNvSpPr>
          <p:nvPr/>
        </p:nvSpPr>
        <p:spPr bwMode="auto">
          <a:xfrm>
            <a:off x="3895725" y="4200525"/>
            <a:ext cx="128588" cy="193675"/>
          </a:xfrm>
          <a:custGeom>
            <a:avLst/>
            <a:gdLst>
              <a:gd name="T0" fmla="*/ 2147483646 w 81"/>
              <a:gd name="T1" fmla="*/ 0 h 122"/>
              <a:gd name="T2" fmla="*/ 2147483646 w 81"/>
              <a:gd name="T3" fmla="*/ 0 h 122"/>
              <a:gd name="T4" fmla="*/ 2147483646 w 81"/>
              <a:gd name="T5" fmla="*/ 2147483646 h 122"/>
              <a:gd name="T6" fmla="*/ 0 w 81"/>
              <a:gd name="T7" fmla="*/ 0 h 122"/>
              <a:gd name="T8" fmla="*/ 2147483646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62" name="Freeform 101"/>
          <p:cNvSpPr>
            <a:spLocks/>
          </p:cNvSpPr>
          <p:nvPr/>
        </p:nvSpPr>
        <p:spPr bwMode="auto">
          <a:xfrm>
            <a:off x="4667250" y="2293938"/>
            <a:ext cx="257175" cy="233362"/>
          </a:xfrm>
          <a:custGeom>
            <a:avLst/>
            <a:gdLst>
              <a:gd name="T0" fmla="*/ 2147483646 w 162"/>
              <a:gd name="T1" fmla="*/ 2147483646 h 147"/>
              <a:gd name="T2" fmla="*/ 2147483646 w 162"/>
              <a:gd name="T3" fmla="*/ 0 h 147"/>
              <a:gd name="T4" fmla="*/ 0 w 162"/>
              <a:gd name="T5" fmla="*/ 2147483646 h 147"/>
              <a:gd name="T6" fmla="*/ 0 w 162"/>
              <a:gd name="T7" fmla="*/ 2147483646 h 147"/>
              <a:gd name="T8" fmla="*/ 2147483646 w 162"/>
              <a:gd name="T9" fmla="*/ 2147483646 h 147"/>
              <a:gd name="T10" fmla="*/ 2147483646 w 162"/>
              <a:gd name="T11" fmla="*/ 2147483646 h 147"/>
              <a:gd name="T12" fmla="*/ 2147483646 w 162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47">
                <a:moveTo>
                  <a:pt x="162" y="8"/>
                </a:moveTo>
                <a:lnTo>
                  <a:pt x="144" y="0"/>
                </a:lnTo>
                <a:lnTo>
                  <a:pt x="0" y="139"/>
                </a:lnTo>
                <a:lnTo>
                  <a:pt x="18" y="147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63" name="Freeform 102"/>
          <p:cNvSpPr>
            <a:spLocks/>
          </p:cNvSpPr>
          <p:nvPr/>
        </p:nvSpPr>
        <p:spPr bwMode="auto">
          <a:xfrm>
            <a:off x="4467225" y="2514600"/>
            <a:ext cx="228600" cy="246063"/>
          </a:xfrm>
          <a:custGeom>
            <a:avLst/>
            <a:gdLst>
              <a:gd name="T0" fmla="*/ 2147483646 w 144"/>
              <a:gd name="T1" fmla="*/ 2147483646 h 155"/>
              <a:gd name="T2" fmla="*/ 2147483646 w 144"/>
              <a:gd name="T3" fmla="*/ 0 h 155"/>
              <a:gd name="T4" fmla="*/ 0 w 144"/>
              <a:gd name="T5" fmla="*/ 2147483646 h 155"/>
              <a:gd name="T6" fmla="*/ 0 w 144"/>
              <a:gd name="T7" fmla="*/ 2147483646 h 155"/>
              <a:gd name="T8" fmla="*/ 2147483646 w 144"/>
              <a:gd name="T9" fmla="*/ 2147483646 h 155"/>
              <a:gd name="T10" fmla="*/ 2147483646 w 144"/>
              <a:gd name="T11" fmla="*/ 2147483646 h 155"/>
              <a:gd name="T12" fmla="*/ 2147483646 w 144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55">
                <a:moveTo>
                  <a:pt x="144" y="8"/>
                </a:moveTo>
                <a:lnTo>
                  <a:pt x="126" y="0"/>
                </a:lnTo>
                <a:lnTo>
                  <a:pt x="0" y="147"/>
                </a:lnTo>
                <a:lnTo>
                  <a:pt x="18" y="155"/>
                </a:lnTo>
                <a:lnTo>
                  <a:pt x="144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64" name="Freeform 103"/>
          <p:cNvSpPr>
            <a:spLocks/>
          </p:cNvSpPr>
          <p:nvPr/>
        </p:nvSpPr>
        <p:spPr bwMode="auto">
          <a:xfrm>
            <a:off x="4295775" y="2747963"/>
            <a:ext cx="200025" cy="233362"/>
          </a:xfrm>
          <a:custGeom>
            <a:avLst/>
            <a:gdLst>
              <a:gd name="T0" fmla="*/ 2147483646 w 126"/>
              <a:gd name="T1" fmla="*/ 2147483646 h 147"/>
              <a:gd name="T2" fmla="*/ 2147483646 w 126"/>
              <a:gd name="T3" fmla="*/ 0 h 147"/>
              <a:gd name="T4" fmla="*/ 0 w 126"/>
              <a:gd name="T5" fmla="*/ 2147483646 h 147"/>
              <a:gd name="T6" fmla="*/ 0 w 126"/>
              <a:gd name="T7" fmla="*/ 2147483646 h 147"/>
              <a:gd name="T8" fmla="*/ 2147483646 w 126"/>
              <a:gd name="T9" fmla="*/ 2147483646 h 147"/>
              <a:gd name="T10" fmla="*/ 2147483646 w 126"/>
              <a:gd name="T11" fmla="*/ 2147483646 h 147"/>
              <a:gd name="T12" fmla="*/ 2147483646 w 126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" h="147">
                <a:moveTo>
                  <a:pt x="126" y="8"/>
                </a:moveTo>
                <a:lnTo>
                  <a:pt x="108" y="0"/>
                </a:lnTo>
                <a:lnTo>
                  <a:pt x="0" y="139"/>
                </a:lnTo>
                <a:lnTo>
                  <a:pt x="18" y="147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65" name="Freeform 104"/>
          <p:cNvSpPr>
            <a:spLocks/>
          </p:cNvSpPr>
          <p:nvPr/>
        </p:nvSpPr>
        <p:spPr bwMode="auto">
          <a:xfrm>
            <a:off x="4167188" y="2968625"/>
            <a:ext cx="157162" cy="246063"/>
          </a:xfrm>
          <a:custGeom>
            <a:avLst/>
            <a:gdLst>
              <a:gd name="T0" fmla="*/ 2147483646 w 99"/>
              <a:gd name="T1" fmla="*/ 2147483646 h 155"/>
              <a:gd name="T2" fmla="*/ 2147483646 w 99"/>
              <a:gd name="T3" fmla="*/ 0 h 155"/>
              <a:gd name="T4" fmla="*/ 0 w 99"/>
              <a:gd name="T5" fmla="*/ 2147483646 h 155"/>
              <a:gd name="T6" fmla="*/ 0 w 99"/>
              <a:gd name="T7" fmla="*/ 2147483646 h 155"/>
              <a:gd name="T8" fmla="*/ 2147483646 w 99"/>
              <a:gd name="T9" fmla="*/ 2147483646 h 155"/>
              <a:gd name="T10" fmla="*/ 2147483646 w 99"/>
              <a:gd name="T11" fmla="*/ 2147483646 h 155"/>
              <a:gd name="T12" fmla="*/ 2147483646 w 99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9" h="155">
                <a:moveTo>
                  <a:pt x="99" y="8"/>
                </a:moveTo>
                <a:lnTo>
                  <a:pt x="81" y="0"/>
                </a:lnTo>
                <a:lnTo>
                  <a:pt x="0" y="147"/>
                </a:lnTo>
                <a:lnTo>
                  <a:pt x="18" y="155"/>
                </a:lnTo>
                <a:lnTo>
                  <a:pt x="99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66" name="Freeform 105"/>
          <p:cNvSpPr>
            <a:spLocks/>
          </p:cNvSpPr>
          <p:nvPr/>
        </p:nvSpPr>
        <p:spPr bwMode="auto">
          <a:xfrm>
            <a:off x="4052888" y="3201988"/>
            <a:ext cx="142875" cy="258762"/>
          </a:xfrm>
          <a:custGeom>
            <a:avLst/>
            <a:gdLst>
              <a:gd name="T0" fmla="*/ 2147483646 w 90"/>
              <a:gd name="T1" fmla="*/ 2147483646 h 163"/>
              <a:gd name="T2" fmla="*/ 2147483646 w 90"/>
              <a:gd name="T3" fmla="*/ 0 h 163"/>
              <a:gd name="T4" fmla="*/ 0 w 90"/>
              <a:gd name="T5" fmla="*/ 2147483646 h 163"/>
              <a:gd name="T6" fmla="*/ 0 w 90"/>
              <a:gd name="T7" fmla="*/ 2147483646 h 163"/>
              <a:gd name="T8" fmla="*/ 2147483646 w 90"/>
              <a:gd name="T9" fmla="*/ 2147483646 h 163"/>
              <a:gd name="T10" fmla="*/ 2147483646 w 90"/>
              <a:gd name="T11" fmla="*/ 2147483646 h 163"/>
              <a:gd name="T12" fmla="*/ 2147483646 w 90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0" h="163">
                <a:moveTo>
                  <a:pt x="90" y="8"/>
                </a:moveTo>
                <a:lnTo>
                  <a:pt x="72" y="0"/>
                </a:lnTo>
                <a:lnTo>
                  <a:pt x="0" y="155"/>
                </a:lnTo>
                <a:lnTo>
                  <a:pt x="18" y="163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67" name="Freeform 106"/>
          <p:cNvSpPr>
            <a:spLocks/>
          </p:cNvSpPr>
          <p:nvPr/>
        </p:nvSpPr>
        <p:spPr bwMode="auto">
          <a:xfrm>
            <a:off x="3981450" y="3448050"/>
            <a:ext cx="100013" cy="258763"/>
          </a:xfrm>
          <a:custGeom>
            <a:avLst/>
            <a:gdLst>
              <a:gd name="T0" fmla="*/ 2147483646 w 63"/>
              <a:gd name="T1" fmla="*/ 2147483646 h 163"/>
              <a:gd name="T2" fmla="*/ 2147483646 w 63"/>
              <a:gd name="T3" fmla="*/ 0 h 163"/>
              <a:gd name="T4" fmla="*/ 0 w 63"/>
              <a:gd name="T5" fmla="*/ 2147483646 h 163"/>
              <a:gd name="T6" fmla="*/ 0 w 63"/>
              <a:gd name="T7" fmla="*/ 2147483646 h 163"/>
              <a:gd name="T8" fmla="*/ 2147483646 w 63"/>
              <a:gd name="T9" fmla="*/ 2147483646 h 163"/>
              <a:gd name="T10" fmla="*/ 2147483646 w 63"/>
              <a:gd name="T11" fmla="*/ 2147483646 h 163"/>
              <a:gd name="T12" fmla="*/ 2147483646 w 63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3" h="163">
                <a:moveTo>
                  <a:pt x="63" y="8"/>
                </a:moveTo>
                <a:lnTo>
                  <a:pt x="45" y="0"/>
                </a:lnTo>
                <a:lnTo>
                  <a:pt x="0" y="155"/>
                </a:lnTo>
                <a:lnTo>
                  <a:pt x="18" y="155"/>
                </a:lnTo>
                <a:lnTo>
                  <a:pt x="18" y="163"/>
                </a:lnTo>
                <a:lnTo>
                  <a:pt x="63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68" name="Freeform 107"/>
          <p:cNvSpPr>
            <a:spLocks/>
          </p:cNvSpPr>
          <p:nvPr/>
        </p:nvSpPr>
        <p:spPr bwMode="auto">
          <a:xfrm>
            <a:off x="3938588" y="3694113"/>
            <a:ext cx="71437" cy="246062"/>
          </a:xfrm>
          <a:custGeom>
            <a:avLst/>
            <a:gdLst>
              <a:gd name="T0" fmla="*/ 2147483646 w 45"/>
              <a:gd name="T1" fmla="*/ 0 h 155"/>
              <a:gd name="T2" fmla="*/ 2147483646 w 45"/>
              <a:gd name="T3" fmla="*/ 0 h 155"/>
              <a:gd name="T4" fmla="*/ 0 w 45"/>
              <a:gd name="T5" fmla="*/ 2147483646 h 155"/>
              <a:gd name="T6" fmla="*/ 0 w 45"/>
              <a:gd name="T7" fmla="*/ 2147483646 h 155"/>
              <a:gd name="T8" fmla="*/ 2147483646 w 45"/>
              <a:gd name="T9" fmla="*/ 2147483646 h 155"/>
              <a:gd name="T10" fmla="*/ 2147483646 w 45"/>
              <a:gd name="T11" fmla="*/ 2147483646 h 155"/>
              <a:gd name="T12" fmla="*/ 2147483646 w 45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5" h="155">
                <a:moveTo>
                  <a:pt x="45" y="0"/>
                </a:moveTo>
                <a:lnTo>
                  <a:pt x="27" y="0"/>
                </a:lnTo>
                <a:lnTo>
                  <a:pt x="0" y="155"/>
                </a:lnTo>
                <a:lnTo>
                  <a:pt x="18" y="15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69" name="Rectangle 108"/>
          <p:cNvSpPr>
            <a:spLocks noChangeArrowheads="1"/>
          </p:cNvSpPr>
          <p:nvPr/>
        </p:nvSpPr>
        <p:spPr bwMode="auto">
          <a:xfrm>
            <a:off x="3938588" y="3940175"/>
            <a:ext cx="28575" cy="24606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070" name="Freeform 109"/>
          <p:cNvSpPr>
            <a:spLocks/>
          </p:cNvSpPr>
          <p:nvPr/>
        </p:nvSpPr>
        <p:spPr bwMode="auto">
          <a:xfrm>
            <a:off x="2024063" y="3641725"/>
            <a:ext cx="28575" cy="26988"/>
          </a:xfrm>
          <a:custGeom>
            <a:avLst/>
            <a:gdLst>
              <a:gd name="T0" fmla="*/ 0 w 18"/>
              <a:gd name="T1" fmla="*/ 2147483646 h 17"/>
              <a:gd name="T2" fmla="*/ 0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2147483646 h 17"/>
              <a:gd name="T10" fmla="*/ 2147483646 w 18"/>
              <a:gd name="T11" fmla="*/ 2147483646 h 17"/>
              <a:gd name="T12" fmla="*/ 2147483646 w 18"/>
              <a:gd name="T13" fmla="*/ 0 h 17"/>
              <a:gd name="T14" fmla="*/ 0 w 18"/>
              <a:gd name="T15" fmla="*/ 0 h 17"/>
              <a:gd name="T16" fmla="*/ 0 w 18"/>
              <a:gd name="T17" fmla="*/ 2147483646 h 17"/>
              <a:gd name="T18" fmla="*/ 0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7">
                <a:moveTo>
                  <a:pt x="0" y="9"/>
                </a:moveTo>
                <a:lnTo>
                  <a:pt x="0" y="17"/>
                </a:lnTo>
                <a:lnTo>
                  <a:pt x="9" y="17"/>
                </a:lnTo>
                <a:lnTo>
                  <a:pt x="18" y="17"/>
                </a:lnTo>
                <a:lnTo>
                  <a:pt x="18" y="9"/>
                </a:lnTo>
                <a:lnTo>
                  <a:pt x="9" y="0"/>
                </a:lnTo>
                <a:lnTo>
                  <a:pt x="0" y="0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71" name="Freeform 110"/>
          <p:cNvSpPr>
            <a:spLocks/>
          </p:cNvSpPr>
          <p:nvPr/>
        </p:nvSpPr>
        <p:spPr bwMode="auto">
          <a:xfrm>
            <a:off x="1824038" y="3603625"/>
            <a:ext cx="228600" cy="103188"/>
          </a:xfrm>
          <a:custGeom>
            <a:avLst/>
            <a:gdLst>
              <a:gd name="T0" fmla="*/ 2147483646 w 144"/>
              <a:gd name="T1" fmla="*/ 2147483646 h 65"/>
              <a:gd name="T2" fmla="*/ 2147483646 w 144"/>
              <a:gd name="T3" fmla="*/ 2147483646 h 65"/>
              <a:gd name="T4" fmla="*/ 0 w 144"/>
              <a:gd name="T5" fmla="*/ 0 h 65"/>
              <a:gd name="T6" fmla="*/ 2147483646 w 144"/>
              <a:gd name="T7" fmla="*/ 0 h 65"/>
              <a:gd name="T8" fmla="*/ 2147483646 w 144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72" name="Freeform 111"/>
          <p:cNvSpPr>
            <a:spLocks/>
          </p:cNvSpPr>
          <p:nvPr/>
        </p:nvSpPr>
        <p:spPr bwMode="auto">
          <a:xfrm>
            <a:off x="1824038" y="3603625"/>
            <a:ext cx="228600" cy="103188"/>
          </a:xfrm>
          <a:custGeom>
            <a:avLst/>
            <a:gdLst>
              <a:gd name="T0" fmla="*/ 2147483646 w 144"/>
              <a:gd name="T1" fmla="*/ 2147483646 h 65"/>
              <a:gd name="T2" fmla="*/ 2147483646 w 144"/>
              <a:gd name="T3" fmla="*/ 2147483646 h 65"/>
              <a:gd name="T4" fmla="*/ 0 w 144"/>
              <a:gd name="T5" fmla="*/ 0 h 65"/>
              <a:gd name="T6" fmla="*/ 2147483646 w 144"/>
              <a:gd name="T7" fmla="*/ 0 h 65"/>
              <a:gd name="T8" fmla="*/ 2147483646 w 144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73" name="Freeform 112"/>
          <p:cNvSpPr>
            <a:spLocks/>
          </p:cNvSpPr>
          <p:nvPr/>
        </p:nvSpPr>
        <p:spPr bwMode="auto">
          <a:xfrm>
            <a:off x="3538538" y="4303713"/>
            <a:ext cx="471487" cy="363537"/>
          </a:xfrm>
          <a:custGeom>
            <a:avLst/>
            <a:gdLst>
              <a:gd name="T0" fmla="*/ 2147483646 w 297"/>
              <a:gd name="T1" fmla="*/ 2147483646 h 229"/>
              <a:gd name="T2" fmla="*/ 2147483646 w 297"/>
              <a:gd name="T3" fmla="*/ 2147483646 h 229"/>
              <a:gd name="T4" fmla="*/ 2147483646 w 297"/>
              <a:gd name="T5" fmla="*/ 0 h 229"/>
              <a:gd name="T6" fmla="*/ 2147483646 w 297"/>
              <a:gd name="T7" fmla="*/ 0 h 229"/>
              <a:gd name="T8" fmla="*/ 0 w 297"/>
              <a:gd name="T9" fmla="*/ 2147483646 h 229"/>
              <a:gd name="T10" fmla="*/ 0 w 297"/>
              <a:gd name="T11" fmla="*/ 2147483646 h 229"/>
              <a:gd name="T12" fmla="*/ 2147483646 w 297"/>
              <a:gd name="T13" fmla="*/ 214748364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97" h="229">
                <a:moveTo>
                  <a:pt x="288" y="229"/>
                </a:moveTo>
                <a:lnTo>
                  <a:pt x="297" y="212"/>
                </a:lnTo>
                <a:lnTo>
                  <a:pt x="9" y="0"/>
                </a:lnTo>
                <a:lnTo>
                  <a:pt x="0" y="16"/>
                </a:lnTo>
                <a:lnTo>
                  <a:pt x="288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74" name="Freeform 113"/>
          <p:cNvSpPr>
            <a:spLocks/>
          </p:cNvSpPr>
          <p:nvPr/>
        </p:nvSpPr>
        <p:spPr bwMode="auto">
          <a:xfrm>
            <a:off x="3067050" y="4030663"/>
            <a:ext cx="485775" cy="298450"/>
          </a:xfrm>
          <a:custGeom>
            <a:avLst/>
            <a:gdLst>
              <a:gd name="T0" fmla="*/ 2147483646 w 306"/>
              <a:gd name="T1" fmla="*/ 2147483646 h 188"/>
              <a:gd name="T2" fmla="*/ 2147483646 w 306"/>
              <a:gd name="T3" fmla="*/ 2147483646 h 188"/>
              <a:gd name="T4" fmla="*/ 2147483646 w 306"/>
              <a:gd name="T5" fmla="*/ 0 h 188"/>
              <a:gd name="T6" fmla="*/ 2147483646 w 306"/>
              <a:gd name="T7" fmla="*/ 0 h 188"/>
              <a:gd name="T8" fmla="*/ 0 w 306"/>
              <a:gd name="T9" fmla="*/ 2147483646 h 188"/>
              <a:gd name="T10" fmla="*/ 0 w 306"/>
              <a:gd name="T11" fmla="*/ 2147483646 h 188"/>
              <a:gd name="T12" fmla="*/ 2147483646 w 306"/>
              <a:gd name="T13" fmla="*/ 2147483646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06" h="188">
                <a:moveTo>
                  <a:pt x="297" y="188"/>
                </a:moveTo>
                <a:lnTo>
                  <a:pt x="306" y="172"/>
                </a:lnTo>
                <a:lnTo>
                  <a:pt x="9" y="0"/>
                </a:lnTo>
                <a:lnTo>
                  <a:pt x="0" y="17"/>
                </a:lnTo>
                <a:lnTo>
                  <a:pt x="297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75" name="Freeform 114"/>
          <p:cNvSpPr>
            <a:spLocks/>
          </p:cNvSpPr>
          <p:nvPr/>
        </p:nvSpPr>
        <p:spPr bwMode="auto">
          <a:xfrm>
            <a:off x="2552700" y="3811588"/>
            <a:ext cx="528638" cy="246062"/>
          </a:xfrm>
          <a:custGeom>
            <a:avLst/>
            <a:gdLst>
              <a:gd name="T0" fmla="*/ 2147483646 w 333"/>
              <a:gd name="T1" fmla="*/ 2147483646 h 155"/>
              <a:gd name="T2" fmla="*/ 2147483646 w 333"/>
              <a:gd name="T3" fmla="*/ 2147483646 h 155"/>
              <a:gd name="T4" fmla="*/ 2147483646 w 333"/>
              <a:gd name="T5" fmla="*/ 0 h 155"/>
              <a:gd name="T6" fmla="*/ 2147483646 w 333"/>
              <a:gd name="T7" fmla="*/ 0 h 155"/>
              <a:gd name="T8" fmla="*/ 0 w 333"/>
              <a:gd name="T9" fmla="*/ 2147483646 h 155"/>
              <a:gd name="T10" fmla="*/ 0 w 333"/>
              <a:gd name="T11" fmla="*/ 2147483646 h 155"/>
              <a:gd name="T12" fmla="*/ 2147483646 w 333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33" h="155">
                <a:moveTo>
                  <a:pt x="324" y="155"/>
                </a:moveTo>
                <a:lnTo>
                  <a:pt x="333" y="138"/>
                </a:lnTo>
                <a:lnTo>
                  <a:pt x="9" y="0"/>
                </a:lnTo>
                <a:lnTo>
                  <a:pt x="0" y="16"/>
                </a:lnTo>
                <a:lnTo>
                  <a:pt x="324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76" name="Freeform 115"/>
          <p:cNvSpPr>
            <a:spLocks/>
          </p:cNvSpPr>
          <p:nvPr/>
        </p:nvSpPr>
        <p:spPr bwMode="auto">
          <a:xfrm>
            <a:off x="2038350" y="3641725"/>
            <a:ext cx="528638" cy="195263"/>
          </a:xfrm>
          <a:custGeom>
            <a:avLst/>
            <a:gdLst>
              <a:gd name="T0" fmla="*/ 2147483646 w 333"/>
              <a:gd name="T1" fmla="*/ 2147483646 h 123"/>
              <a:gd name="T2" fmla="*/ 2147483646 w 333"/>
              <a:gd name="T3" fmla="*/ 2147483646 h 123"/>
              <a:gd name="T4" fmla="*/ 2147483646 w 333"/>
              <a:gd name="T5" fmla="*/ 0 h 123"/>
              <a:gd name="T6" fmla="*/ 0 w 333"/>
              <a:gd name="T7" fmla="*/ 2147483646 h 123"/>
              <a:gd name="T8" fmla="*/ 2147483646 w 333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3" h="123">
                <a:moveTo>
                  <a:pt x="324" y="123"/>
                </a:moveTo>
                <a:lnTo>
                  <a:pt x="333" y="107"/>
                </a:lnTo>
                <a:lnTo>
                  <a:pt x="9" y="0"/>
                </a:lnTo>
                <a:lnTo>
                  <a:pt x="0" y="17"/>
                </a:lnTo>
                <a:lnTo>
                  <a:pt x="324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77" name="Freeform 116"/>
          <p:cNvSpPr>
            <a:spLocks/>
          </p:cNvSpPr>
          <p:nvPr/>
        </p:nvSpPr>
        <p:spPr bwMode="auto">
          <a:xfrm>
            <a:off x="4953000" y="2747963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0 w 18"/>
              <a:gd name="T3" fmla="*/ 0 h 16"/>
              <a:gd name="T4" fmla="*/ 0 w 18"/>
              <a:gd name="T5" fmla="*/ 2147483646 h 16"/>
              <a:gd name="T6" fmla="*/ 0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9" y="0"/>
                </a:moveTo>
                <a:lnTo>
                  <a:pt x="0" y="0"/>
                </a:lnTo>
                <a:lnTo>
                  <a:pt x="0" y="8"/>
                </a:lnTo>
                <a:lnTo>
                  <a:pt x="9" y="16"/>
                </a:lnTo>
                <a:lnTo>
                  <a:pt x="9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78" name="Freeform 117"/>
          <p:cNvSpPr>
            <a:spLocks/>
          </p:cNvSpPr>
          <p:nvPr/>
        </p:nvSpPr>
        <p:spPr bwMode="auto">
          <a:xfrm>
            <a:off x="4895850" y="2552700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79" name="Freeform 118"/>
          <p:cNvSpPr>
            <a:spLocks/>
          </p:cNvSpPr>
          <p:nvPr/>
        </p:nvSpPr>
        <p:spPr bwMode="auto">
          <a:xfrm>
            <a:off x="4895850" y="2552700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80" name="Freeform 119"/>
          <p:cNvSpPr>
            <a:spLocks/>
          </p:cNvSpPr>
          <p:nvPr/>
        </p:nvSpPr>
        <p:spPr bwMode="auto">
          <a:xfrm>
            <a:off x="3981450" y="4419600"/>
            <a:ext cx="257175" cy="233363"/>
          </a:xfrm>
          <a:custGeom>
            <a:avLst/>
            <a:gdLst>
              <a:gd name="T0" fmla="*/ 0 w 162"/>
              <a:gd name="T1" fmla="*/ 2147483646 h 147"/>
              <a:gd name="T2" fmla="*/ 2147483646 w 162"/>
              <a:gd name="T3" fmla="*/ 2147483646 h 147"/>
              <a:gd name="T4" fmla="*/ 2147483646 w 162"/>
              <a:gd name="T5" fmla="*/ 2147483646 h 147"/>
              <a:gd name="T6" fmla="*/ 2147483646 w 162"/>
              <a:gd name="T7" fmla="*/ 2147483646 h 147"/>
              <a:gd name="T8" fmla="*/ 2147483646 w 162"/>
              <a:gd name="T9" fmla="*/ 0 h 147"/>
              <a:gd name="T10" fmla="*/ 2147483646 w 162"/>
              <a:gd name="T11" fmla="*/ 0 h 147"/>
              <a:gd name="T12" fmla="*/ 0 w 162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47">
                <a:moveTo>
                  <a:pt x="0" y="139"/>
                </a:moveTo>
                <a:lnTo>
                  <a:pt x="18" y="147"/>
                </a:lnTo>
                <a:lnTo>
                  <a:pt x="162" y="9"/>
                </a:lnTo>
                <a:lnTo>
                  <a:pt x="144" y="0"/>
                </a:lnTo>
                <a:lnTo>
                  <a:pt x="0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81" name="Freeform 120"/>
          <p:cNvSpPr>
            <a:spLocks/>
          </p:cNvSpPr>
          <p:nvPr/>
        </p:nvSpPr>
        <p:spPr bwMode="auto">
          <a:xfrm>
            <a:off x="4210050" y="4200525"/>
            <a:ext cx="228600" cy="233363"/>
          </a:xfrm>
          <a:custGeom>
            <a:avLst/>
            <a:gdLst>
              <a:gd name="T0" fmla="*/ 0 w 144"/>
              <a:gd name="T1" fmla="*/ 2147483646 h 147"/>
              <a:gd name="T2" fmla="*/ 2147483646 w 144"/>
              <a:gd name="T3" fmla="*/ 2147483646 h 147"/>
              <a:gd name="T4" fmla="*/ 2147483646 w 144"/>
              <a:gd name="T5" fmla="*/ 2147483646 h 147"/>
              <a:gd name="T6" fmla="*/ 2147483646 w 144"/>
              <a:gd name="T7" fmla="*/ 2147483646 h 147"/>
              <a:gd name="T8" fmla="*/ 2147483646 w 144"/>
              <a:gd name="T9" fmla="*/ 0 h 147"/>
              <a:gd name="T10" fmla="*/ 2147483646 w 144"/>
              <a:gd name="T11" fmla="*/ 0 h 147"/>
              <a:gd name="T12" fmla="*/ 0 w 144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47">
                <a:moveTo>
                  <a:pt x="0" y="138"/>
                </a:moveTo>
                <a:lnTo>
                  <a:pt x="18" y="147"/>
                </a:lnTo>
                <a:lnTo>
                  <a:pt x="144" y="8"/>
                </a:lnTo>
                <a:lnTo>
                  <a:pt x="126" y="0"/>
                </a:lnTo>
                <a:lnTo>
                  <a:pt x="0" y="13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82" name="Freeform 121"/>
          <p:cNvSpPr>
            <a:spLocks/>
          </p:cNvSpPr>
          <p:nvPr/>
        </p:nvSpPr>
        <p:spPr bwMode="auto">
          <a:xfrm>
            <a:off x="4410075" y="3967163"/>
            <a:ext cx="200025" cy="246062"/>
          </a:xfrm>
          <a:custGeom>
            <a:avLst/>
            <a:gdLst>
              <a:gd name="T0" fmla="*/ 0 w 126"/>
              <a:gd name="T1" fmla="*/ 2147483646 h 155"/>
              <a:gd name="T2" fmla="*/ 2147483646 w 126"/>
              <a:gd name="T3" fmla="*/ 2147483646 h 155"/>
              <a:gd name="T4" fmla="*/ 2147483646 w 126"/>
              <a:gd name="T5" fmla="*/ 2147483646 h 155"/>
              <a:gd name="T6" fmla="*/ 2147483646 w 126"/>
              <a:gd name="T7" fmla="*/ 2147483646 h 155"/>
              <a:gd name="T8" fmla="*/ 2147483646 w 126"/>
              <a:gd name="T9" fmla="*/ 0 h 155"/>
              <a:gd name="T10" fmla="*/ 2147483646 w 126"/>
              <a:gd name="T11" fmla="*/ 0 h 155"/>
              <a:gd name="T12" fmla="*/ 0 w 126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" h="155">
                <a:moveTo>
                  <a:pt x="0" y="147"/>
                </a:moveTo>
                <a:lnTo>
                  <a:pt x="18" y="155"/>
                </a:lnTo>
                <a:lnTo>
                  <a:pt x="126" y="8"/>
                </a:lnTo>
                <a:lnTo>
                  <a:pt x="108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83" name="Freeform 122"/>
          <p:cNvSpPr>
            <a:spLocks/>
          </p:cNvSpPr>
          <p:nvPr/>
        </p:nvSpPr>
        <p:spPr bwMode="auto">
          <a:xfrm>
            <a:off x="4581525" y="3733800"/>
            <a:ext cx="171450" cy="246063"/>
          </a:xfrm>
          <a:custGeom>
            <a:avLst/>
            <a:gdLst>
              <a:gd name="T0" fmla="*/ 0 w 108"/>
              <a:gd name="T1" fmla="*/ 2147483646 h 155"/>
              <a:gd name="T2" fmla="*/ 2147483646 w 108"/>
              <a:gd name="T3" fmla="*/ 2147483646 h 155"/>
              <a:gd name="T4" fmla="*/ 2147483646 w 108"/>
              <a:gd name="T5" fmla="*/ 2147483646 h 155"/>
              <a:gd name="T6" fmla="*/ 2147483646 w 108"/>
              <a:gd name="T7" fmla="*/ 2147483646 h 155"/>
              <a:gd name="T8" fmla="*/ 2147483646 w 108"/>
              <a:gd name="T9" fmla="*/ 0 h 155"/>
              <a:gd name="T10" fmla="*/ 2147483646 w 108"/>
              <a:gd name="T11" fmla="*/ 0 h 155"/>
              <a:gd name="T12" fmla="*/ 0 w 108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8" h="155">
                <a:moveTo>
                  <a:pt x="0" y="147"/>
                </a:moveTo>
                <a:lnTo>
                  <a:pt x="18" y="155"/>
                </a:lnTo>
                <a:lnTo>
                  <a:pt x="108" y="8"/>
                </a:lnTo>
                <a:lnTo>
                  <a:pt x="90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84" name="Freeform 123"/>
          <p:cNvSpPr>
            <a:spLocks/>
          </p:cNvSpPr>
          <p:nvPr/>
        </p:nvSpPr>
        <p:spPr bwMode="auto">
          <a:xfrm>
            <a:off x="4724400" y="3500438"/>
            <a:ext cx="128588" cy="246062"/>
          </a:xfrm>
          <a:custGeom>
            <a:avLst/>
            <a:gdLst>
              <a:gd name="T0" fmla="*/ 0 w 81"/>
              <a:gd name="T1" fmla="*/ 2147483646 h 155"/>
              <a:gd name="T2" fmla="*/ 2147483646 w 81"/>
              <a:gd name="T3" fmla="*/ 2147483646 h 155"/>
              <a:gd name="T4" fmla="*/ 2147483646 w 81"/>
              <a:gd name="T5" fmla="*/ 2147483646 h 155"/>
              <a:gd name="T6" fmla="*/ 2147483646 w 81"/>
              <a:gd name="T7" fmla="*/ 2147483646 h 155"/>
              <a:gd name="T8" fmla="*/ 2147483646 w 81"/>
              <a:gd name="T9" fmla="*/ 0 h 155"/>
              <a:gd name="T10" fmla="*/ 2147483646 w 81"/>
              <a:gd name="T11" fmla="*/ 0 h 155"/>
              <a:gd name="T12" fmla="*/ 0 w 81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1" h="155">
                <a:moveTo>
                  <a:pt x="0" y="147"/>
                </a:moveTo>
                <a:lnTo>
                  <a:pt x="18" y="155"/>
                </a:lnTo>
                <a:lnTo>
                  <a:pt x="81" y="8"/>
                </a:lnTo>
                <a:lnTo>
                  <a:pt x="63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85" name="Freeform 124"/>
          <p:cNvSpPr>
            <a:spLocks/>
          </p:cNvSpPr>
          <p:nvPr/>
        </p:nvSpPr>
        <p:spPr bwMode="auto">
          <a:xfrm>
            <a:off x="4824413" y="3252788"/>
            <a:ext cx="100012" cy="260350"/>
          </a:xfrm>
          <a:custGeom>
            <a:avLst/>
            <a:gdLst>
              <a:gd name="T0" fmla="*/ 0 w 63"/>
              <a:gd name="T1" fmla="*/ 2147483646 h 164"/>
              <a:gd name="T2" fmla="*/ 2147483646 w 63"/>
              <a:gd name="T3" fmla="*/ 2147483646 h 164"/>
              <a:gd name="T4" fmla="*/ 2147483646 w 63"/>
              <a:gd name="T5" fmla="*/ 2147483646 h 164"/>
              <a:gd name="T6" fmla="*/ 2147483646 w 63"/>
              <a:gd name="T7" fmla="*/ 0 h 164"/>
              <a:gd name="T8" fmla="*/ 2147483646 w 63"/>
              <a:gd name="T9" fmla="*/ 0 h 164"/>
              <a:gd name="T10" fmla="*/ 2147483646 w 63"/>
              <a:gd name="T11" fmla="*/ 0 h 164"/>
              <a:gd name="T12" fmla="*/ 0 w 63"/>
              <a:gd name="T13" fmla="*/ 2147483646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3" h="164">
                <a:moveTo>
                  <a:pt x="0" y="156"/>
                </a:moveTo>
                <a:lnTo>
                  <a:pt x="18" y="164"/>
                </a:lnTo>
                <a:lnTo>
                  <a:pt x="63" y="9"/>
                </a:lnTo>
                <a:lnTo>
                  <a:pt x="63" y="0"/>
                </a:lnTo>
                <a:lnTo>
                  <a:pt x="45" y="0"/>
                </a:lnTo>
                <a:lnTo>
                  <a:pt x="0" y="15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86" name="Freeform 125"/>
          <p:cNvSpPr>
            <a:spLocks/>
          </p:cNvSpPr>
          <p:nvPr/>
        </p:nvSpPr>
        <p:spPr bwMode="auto">
          <a:xfrm>
            <a:off x="4895850" y="3006725"/>
            <a:ext cx="71438" cy="246063"/>
          </a:xfrm>
          <a:custGeom>
            <a:avLst/>
            <a:gdLst>
              <a:gd name="T0" fmla="*/ 0 w 45"/>
              <a:gd name="T1" fmla="*/ 2147483646 h 155"/>
              <a:gd name="T2" fmla="*/ 2147483646 w 45"/>
              <a:gd name="T3" fmla="*/ 2147483646 h 155"/>
              <a:gd name="T4" fmla="*/ 2147483646 w 45"/>
              <a:gd name="T5" fmla="*/ 0 h 155"/>
              <a:gd name="T6" fmla="*/ 2147483646 w 45"/>
              <a:gd name="T7" fmla="*/ 0 h 155"/>
              <a:gd name="T8" fmla="*/ 2147483646 w 45"/>
              <a:gd name="T9" fmla="*/ 0 h 155"/>
              <a:gd name="T10" fmla="*/ 2147483646 w 45"/>
              <a:gd name="T11" fmla="*/ 0 h 155"/>
              <a:gd name="T12" fmla="*/ 0 w 45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5" h="155">
                <a:moveTo>
                  <a:pt x="0" y="155"/>
                </a:moveTo>
                <a:lnTo>
                  <a:pt x="18" y="155"/>
                </a:lnTo>
                <a:lnTo>
                  <a:pt x="45" y="0"/>
                </a:lnTo>
                <a:lnTo>
                  <a:pt x="27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87" name="Rectangle 126"/>
          <p:cNvSpPr>
            <a:spLocks noChangeArrowheads="1"/>
          </p:cNvSpPr>
          <p:nvPr/>
        </p:nvSpPr>
        <p:spPr bwMode="auto">
          <a:xfrm>
            <a:off x="4938713" y="2747963"/>
            <a:ext cx="28575" cy="2587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088" name="Freeform 127"/>
          <p:cNvSpPr>
            <a:spLocks/>
          </p:cNvSpPr>
          <p:nvPr/>
        </p:nvSpPr>
        <p:spPr bwMode="auto">
          <a:xfrm>
            <a:off x="6938963" y="5199063"/>
            <a:ext cx="14287" cy="12700"/>
          </a:xfrm>
          <a:custGeom>
            <a:avLst/>
            <a:gdLst>
              <a:gd name="T0" fmla="*/ 0 w 9"/>
              <a:gd name="T1" fmla="*/ 2147483646 h 8"/>
              <a:gd name="T2" fmla="*/ 2147483646 w 9"/>
              <a:gd name="T3" fmla="*/ 2147483646 h 8"/>
              <a:gd name="T4" fmla="*/ 2147483646 w 9"/>
              <a:gd name="T5" fmla="*/ 2147483646 h 8"/>
              <a:gd name="T6" fmla="*/ 2147483646 w 9"/>
              <a:gd name="T7" fmla="*/ 0 h 8"/>
              <a:gd name="T8" fmla="*/ 2147483646 w 9"/>
              <a:gd name="T9" fmla="*/ 0 h 8"/>
              <a:gd name="T10" fmla="*/ 0 w 9"/>
              <a:gd name="T11" fmla="*/ 0 h 8"/>
              <a:gd name="T12" fmla="*/ 0 w 9"/>
              <a:gd name="T13" fmla="*/ 0 h 8"/>
              <a:gd name="T14" fmla="*/ 0 w 9"/>
              <a:gd name="T15" fmla="*/ 2147483646 h 8"/>
              <a:gd name="T16" fmla="*/ 0 w 9"/>
              <a:gd name="T17" fmla="*/ 2147483646 h 8"/>
              <a:gd name="T18" fmla="*/ 0 w 9"/>
              <a:gd name="T19" fmla="*/ 2147483646 h 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9" h="8">
                <a:moveTo>
                  <a:pt x="0" y="8"/>
                </a:moveTo>
                <a:lnTo>
                  <a:pt x="9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89" name="Freeform 128"/>
          <p:cNvSpPr>
            <a:spLocks/>
          </p:cNvSpPr>
          <p:nvPr/>
        </p:nvSpPr>
        <p:spPr bwMode="auto">
          <a:xfrm>
            <a:off x="6881813" y="5199063"/>
            <a:ext cx="114300" cy="193675"/>
          </a:xfrm>
          <a:custGeom>
            <a:avLst/>
            <a:gdLst>
              <a:gd name="T0" fmla="*/ 2147483646 w 72"/>
              <a:gd name="T1" fmla="*/ 2147483646 h 122"/>
              <a:gd name="T2" fmla="*/ 2147483646 w 72"/>
              <a:gd name="T3" fmla="*/ 2147483646 h 122"/>
              <a:gd name="T4" fmla="*/ 0 w 72"/>
              <a:gd name="T5" fmla="*/ 2147483646 h 122"/>
              <a:gd name="T6" fmla="*/ 0 w 72"/>
              <a:gd name="T7" fmla="*/ 0 h 122"/>
              <a:gd name="T8" fmla="*/ 2147483646 w 72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90" name="Freeform 129"/>
          <p:cNvSpPr>
            <a:spLocks/>
          </p:cNvSpPr>
          <p:nvPr/>
        </p:nvSpPr>
        <p:spPr bwMode="auto">
          <a:xfrm>
            <a:off x="6881813" y="5199063"/>
            <a:ext cx="114300" cy="193675"/>
          </a:xfrm>
          <a:custGeom>
            <a:avLst/>
            <a:gdLst>
              <a:gd name="T0" fmla="*/ 2147483646 w 72"/>
              <a:gd name="T1" fmla="*/ 2147483646 h 122"/>
              <a:gd name="T2" fmla="*/ 2147483646 w 72"/>
              <a:gd name="T3" fmla="*/ 2147483646 h 122"/>
              <a:gd name="T4" fmla="*/ 0 w 72"/>
              <a:gd name="T5" fmla="*/ 2147483646 h 122"/>
              <a:gd name="T6" fmla="*/ 0 w 72"/>
              <a:gd name="T7" fmla="*/ 0 h 122"/>
              <a:gd name="T8" fmla="*/ 2147483646 w 72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91" name="Freeform 130"/>
          <p:cNvSpPr>
            <a:spLocks/>
          </p:cNvSpPr>
          <p:nvPr/>
        </p:nvSpPr>
        <p:spPr bwMode="auto">
          <a:xfrm>
            <a:off x="7010400" y="2825750"/>
            <a:ext cx="114300" cy="311150"/>
          </a:xfrm>
          <a:custGeom>
            <a:avLst/>
            <a:gdLst>
              <a:gd name="T0" fmla="*/ 2147483646 w 72"/>
              <a:gd name="T1" fmla="*/ 0 h 196"/>
              <a:gd name="T2" fmla="*/ 0 w 72"/>
              <a:gd name="T3" fmla="*/ 2147483646 h 196"/>
              <a:gd name="T4" fmla="*/ 2147483646 w 72"/>
              <a:gd name="T5" fmla="*/ 2147483646 h 196"/>
              <a:gd name="T6" fmla="*/ 2147483646 w 72"/>
              <a:gd name="T7" fmla="*/ 2147483646 h 196"/>
              <a:gd name="T8" fmla="*/ 2147483646 w 72"/>
              <a:gd name="T9" fmla="*/ 2147483646 h 196"/>
              <a:gd name="T10" fmla="*/ 2147483646 w 72"/>
              <a:gd name="T11" fmla="*/ 2147483646 h 196"/>
              <a:gd name="T12" fmla="*/ 2147483646 w 72"/>
              <a:gd name="T13" fmla="*/ 0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2" h="196">
                <a:moveTo>
                  <a:pt x="18" y="0"/>
                </a:moveTo>
                <a:lnTo>
                  <a:pt x="0" y="8"/>
                </a:lnTo>
                <a:lnTo>
                  <a:pt x="54" y="196"/>
                </a:lnTo>
                <a:lnTo>
                  <a:pt x="54" y="188"/>
                </a:lnTo>
                <a:lnTo>
                  <a:pt x="72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92" name="Freeform 131"/>
          <p:cNvSpPr>
            <a:spLocks/>
          </p:cNvSpPr>
          <p:nvPr/>
        </p:nvSpPr>
        <p:spPr bwMode="auto">
          <a:xfrm>
            <a:off x="7096125" y="3124200"/>
            <a:ext cx="85725" cy="298450"/>
          </a:xfrm>
          <a:custGeom>
            <a:avLst/>
            <a:gdLst>
              <a:gd name="T0" fmla="*/ 2147483646 w 54"/>
              <a:gd name="T1" fmla="*/ 0 h 188"/>
              <a:gd name="T2" fmla="*/ 0 w 54"/>
              <a:gd name="T3" fmla="*/ 0 h 188"/>
              <a:gd name="T4" fmla="*/ 2147483646 w 54"/>
              <a:gd name="T5" fmla="*/ 2147483646 h 188"/>
              <a:gd name="T6" fmla="*/ 2147483646 w 54"/>
              <a:gd name="T7" fmla="*/ 2147483646 h 188"/>
              <a:gd name="T8" fmla="*/ 2147483646 w 54"/>
              <a:gd name="T9" fmla="*/ 2147483646 h 188"/>
              <a:gd name="T10" fmla="*/ 2147483646 w 54"/>
              <a:gd name="T11" fmla="*/ 2147483646 h 188"/>
              <a:gd name="T12" fmla="*/ 2147483646 w 54"/>
              <a:gd name="T13" fmla="*/ 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4" h="188">
                <a:moveTo>
                  <a:pt x="18" y="0"/>
                </a:moveTo>
                <a:lnTo>
                  <a:pt x="0" y="0"/>
                </a:lnTo>
                <a:lnTo>
                  <a:pt x="36" y="188"/>
                </a:lnTo>
                <a:lnTo>
                  <a:pt x="54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93" name="Freeform 132"/>
          <p:cNvSpPr>
            <a:spLocks/>
          </p:cNvSpPr>
          <p:nvPr/>
        </p:nvSpPr>
        <p:spPr bwMode="auto">
          <a:xfrm>
            <a:off x="7153275" y="3422650"/>
            <a:ext cx="42863" cy="595313"/>
          </a:xfrm>
          <a:custGeom>
            <a:avLst/>
            <a:gdLst>
              <a:gd name="T0" fmla="*/ 2147483646 w 27"/>
              <a:gd name="T1" fmla="*/ 0 h 375"/>
              <a:gd name="T2" fmla="*/ 0 w 27"/>
              <a:gd name="T3" fmla="*/ 0 h 375"/>
              <a:gd name="T4" fmla="*/ 2147483646 w 27"/>
              <a:gd name="T5" fmla="*/ 2147483646 h 375"/>
              <a:gd name="T6" fmla="*/ 2147483646 w 27"/>
              <a:gd name="T7" fmla="*/ 2147483646 h 375"/>
              <a:gd name="T8" fmla="*/ 2147483646 w 27"/>
              <a:gd name="T9" fmla="*/ 2147483646 h 375"/>
              <a:gd name="T10" fmla="*/ 2147483646 w 27"/>
              <a:gd name="T11" fmla="*/ 2147483646 h 375"/>
              <a:gd name="T12" fmla="*/ 2147483646 w 27"/>
              <a:gd name="T13" fmla="*/ 0 h 3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" h="375">
                <a:moveTo>
                  <a:pt x="18" y="0"/>
                </a:moveTo>
                <a:lnTo>
                  <a:pt x="0" y="0"/>
                </a:lnTo>
                <a:lnTo>
                  <a:pt x="9" y="375"/>
                </a:lnTo>
                <a:lnTo>
                  <a:pt x="27" y="37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94" name="Freeform 133"/>
          <p:cNvSpPr>
            <a:spLocks/>
          </p:cNvSpPr>
          <p:nvPr/>
        </p:nvSpPr>
        <p:spPr bwMode="auto">
          <a:xfrm>
            <a:off x="7096125" y="4017963"/>
            <a:ext cx="100013" cy="609600"/>
          </a:xfrm>
          <a:custGeom>
            <a:avLst/>
            <a:gdLst>
              <a:gd name="T0" fmla="*/ 2147483646 w 63"/>
              <a:gd name="T1" fmla="*/ 0 h 384"/>
              <a:gd name="T2" fmla="*/ 2147483646 w 63"/>
              <a:gd name="T3" fmla="*/ 0 h 384"/>
              <a:gd name="T4" fmla="*/ 0 w 63"/>
              <a:gd name="T5" fmla="*/ 2147483646 h 384"/>
              <a:gd name="T6" fmla="*/ 0 w 63"/>
              <a:gd name="T7" fmla="*/ 2147483646 h 384"/>
              <a:gd name="T8" fmla="*/ 2147483646 w 63"/>
              <a:gd name="T9" fmla="*/ 2147483646 h 384"/>
              <a:gd name="T10" fmla="*/ 2147483646 w 63"/>
              <a:gd name="T11" fmla="*/ 2147483646 h 384"/>
              <a:gd name="T12" fmla="*/ 2147483646 w 63"/>
              <a:gd name="T13" fmla="*/ 0 h 3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3" h="384">
                <a:moveTo>
                  <a:pt x="63" y="0"/>
                </a:moveTo>
                <a:lnTo>
                  <a:pt x="45" y="0"/>
                </a:lnTo>
                <a:lnTo>
                  <a:pt x="0" y="376"/>
                </a:lnTo>
                <a:lnTo>
                  <a:pt x="18" y="384"/>
                </a:lnTo>
                <a:lnTo>
                  <a:pt x="18" y="376"/>
                </a:lnTo>
                <a:lnTo>
                  <a:pt x="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95" name="Freeform 134"/>
          <p:cNvSpPr>
            <a:spLocks/>
          </p:cNvSpPr>
          <p:nvPr/>
        </p:nvSpPr>
        <p:spPr bwMode="auto">
          <a:xfrm>
            <a:off x="6924675" y="4614863"/>
            <a:ext cx="200025" cy="596900"/>
          </a:xfrm>
          <a:custGeom>
            <a:avLst/>
            <a:gdLst>
              <a:gd name="T0" fmla="*/ 2147483646 w 126"/>
              <a:gd name="T1" fmla="*/ 2147483646 h 376"/>
              <a:gd name="T2" fmla="*/ 2147483646 w 126"/>
              <a:gd name="T3" fmla="*/ 0 h 376"/>
              <a:gd name="T4" fmla="*/ 0 w 126"/>
              <a:gd name="T5" fmla="*/ 2147483646 h 376"/>
              <a:gd name="T6" fmla="*/ 2147483646 w 126"/>
              <a:gd name="T7" fmla="*/ 2147483646 h 376"/>
              <a:gd name="T8" fmla="*/ 2147483646 w 126"/>
              <a:gd name="T9" fmla="*/ 2147483646 h 3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6" h="376">
                <a:moveTo>
                  <a:pt x="126" y="8"/>
                </a:moveTo>
                <a:lnTo>
                  <a:pt x="108" y="0"/>
                </a:lnTo>
                <a:lnTo>
                  <a:pt x="0" y="368"/>
                </a:lnTo>
                <a:lnTo>
                  <a:pt x="18" y="376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96" name="Oval 135"/>
          <p:cNvSpPr>
            <a:spLocks noChangeArrowheads="1"/>
          </p:cNvSpPr>
          <p:nvPr/>
        </p:nvSpPr>
        <p:spPr bwMode="auto">
          <a:xfrm>
            <a:off x="6624638" y="2592388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097" name="Oval 136"/>
          <p:cNvSpPr>
            <a:spLocks noChangeArrowheads="1"/>
          </p:cNvSpPr>
          <p:nvPr/>
        </p:nvSpPr>
        <p:spPr bwMode="auto">
          <a:xfrm>
            <a:off x="6624638" y="2593975"/>
            <a:ext cx="800100" cy="436563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098" name="Rectangle 137"/>
          <p:cNvSpPr>
            <a:spLocks noChangeArrowheads="1"/>
          </p:cNvSpPr>
          <p:nvPr/>
        </p:nvSpPr>
        <p:spPr bwMode="auto">
          <a:xfrm>
            <a:off x="6796088" y="2708275"/>
            <a:ext cx="40716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JFK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1099" name="Freeform 138"/>
          <p:cNvSpPr>
            <a:spLocks/>
          </p:cNvSpPr>
          <p:nvPr/>
        </p:nvSpPr>
        <p:spPr bwMode="auto">
          <a:xfrm>
            <a:off x="4424363" y="4964113"/>
            <a:ext cx="28575" cy="26987"/>
          </a:xfrm>
          <a:custGeom>
            <a:avLst/>
            <a:gdLst>
              <a:gd name="T0" fmla="*/ 2147483646 w 18"/>
              <a:gd name="T1" fmla="*/ 0 h 17"/>
              <a:gd name="T2" fmla="*/ 0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2147483646 h 17"/>
              <a:gd name="T10" fmla="*/ 2147483646 w 18"/>
              <a:gd name="T11" fmla="*/ 2147483646 h 17"/>
              <a:gd name="T12" fmla="*/ 2147483646 w 18"/>
              <a:gd name="T13" fmla="*/ 0 h 17"/>
              <a:gd name="T14" fmla="*/ 2147483646 w 18"/>
              <a:gd name="T15" fmla="*/ 0 h 17"/>
              <a:gd name="T16" fmla="*/ 2147483646 w 18"/>
              <a:gd name="T17" fmla="*/ 0 h 17"/>
              <a:gd name="T18" fmla="*/ 2147483646 w 18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7">
                <a:moveTo>
                  <a:pt x="9" y="0"/>
                </a:move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100" name="Freeform 139"/>
          <p:cNvSpPr>
            <a:spLocks/>
          </p:cNvSpPr>
          <p:nvPr/>
        </p:nvSpPr>
        <p:spPr bwMode="auto">
          <a:xfrm>
            <a:off x="4295775" y="4822825"/>
            <a:ext cx="185738" cy="180975"/>
          </a:xfrm>
          <a:custGeom>
            <a:avLst/>
            <a:gdLst>
              <a:gd name="T0" fmla="*/ 2147483646 w 117"/>
              <a:gd name="T1" fmla="*/ 2147483646 h 114"/>
              <a:gd name="T2" fmla="*/ 2147483646 w 117"/>
              <a:gd name="T3" fmla="*/ 2147483646 h 114"/>
              <a:gd name="T4" fmla="*/ 0 w 117"/>
              <a:gd name="T5" fmla="*/ 0 h 114"/>
              <a:gd name="T6" fmla="*/ 2147483646 w 117"/>
              <a:gd name="T7" fmla="*/ 2147483646 h 114"/>
              <a:gd name="T8" fmla="*/ 2147483646 w 117"/>
              <a:gd name="T9" fmla="*/ 2147483646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101" name="Freeform 140"/>
          <p:cNvSpPr>
            <a:spLocks/>
          </p:cNvSpPr>
          <p:nvPr/>
        </p:nvSpPr>
        <p:spPr bwMode="auto">
          <a:xfrm>
            <a:off x="4295775" y="4822825"/>
            <a:ext cx="185738" cy="180975"/>
          </a:xfrm>
          <a:custGeom>
            <a:avLst/>
            <a:gdLst>
              <a:gd name="T0" fmla="*/ 2147483646 w 117"/>
              <a:gd name="T1" fmla="*/ 2147483646 h 114"/>
              <a:gd name="T2" fmla="*/ 2147483646 w 117"/>
              <a:gd name="T3" fmla="*/ 2147483646 h 114"/>
              <a:gd name="T4" fmla="*/ 0 w 117"/>
              <a:gd name="T5" fmla="*/ 0 h 114"/>
              <a:gd name="T6" fmla="*/ 2147483646 w 117"/>
              <a:gd name="T7" fmla="*/ 2147483646 h 114"/>
              <a:gd name="T8" fmla="*/ 2147483646 w 117"/>
              <a:gd name="T9" fmla="*/ 2147483646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102" name="Freeform 141"/>
          <p:cNvSpPr>
            <a:spLocks/>
          </p:cNvSpPr>
          <p:nvPr/>
        </p:nvSpPr>
        <p:spPr bwMode="auto">
          <a:xfrm>
            <a:off x="6510338" y="5626100"/>
            <a:ext cx="357187" cy="65088"/>
          </a:xfrm>
          <a:custGeom>
            <a:avLst/>
            <a:gdLst>
              <a:gd name="T0" fmla="*/ 2147483646 w 225"/>
              <a:gd name="T1" fmla="*/ 2147483646 h 41"/>
              <a:gd name="T2" fmla="*/ 2147483646 w 225"/>
              <a:gd name="T3" fmla="*/ 0 h 41"/>
              <a:gd name="T4" fmla="*/ 0 w 225"/>
              <a:gd name="T5" fmla="*/ 2147483646 h 41"/>
              <a:gd name="T6" fmla="*/ 0 w 225"/>
              <a:gd name="T7" fmla="*/ 2147483646 h 41"/>
              <a:gd name="T8" fmla="*/ 0 w 225"/>
              <a:gd name="T9" fmla="*/ 2147483646 h 41"/>
              <a:gd name="T10" fmla="*/ 0 w 225"/>
              <a:gd name="T11" fmla="*/ 2147483646 h 41"/>
              <a:gd name="T12" fmla="*/ 2147483646 w 225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41">
                <a:moveTo>
                  <a:pt x="225" y="16"/>
                </a:moveTo>
                <a:lnTo>
                  <a:pt x="225" y="0"/>
                </a:lnTo>
                <a:lnTo>
                  <a:pt x="0" y="25"/>
                </a:lnTo>
                <a:lnTo>
                  <a:pt x="0" y="4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103" name="Freeform 142"/>
          <p:cNvSpPr>
            <a:spLocks/>
          </p:cNvSpPr>
          <p:nvPr/>
        </p:nvSpPr>
        <p:spPr bwMode="auto">
          <a:xfrm>
            <a:off x="6153150" y="5665788"/>
            <a:ext cx="357188" cy="25400"/>
          </a:xfrm>
          <a:custGeom>
            <a:avLst/>
            <a:gdLst>
              <a:gd name="T0" fmla="*/ 2147483646 w 225"/>
              <a:gd name="T1" fmla="*/ 2147483646 h 16"/>
              <a:gd name="T2" fmla="*/ 2147483646 w 225"/>
              <a:gd name="T3" fmla="*/ 0 h 16"/>
              <a:gd name="T4" fmla="*/ 0 w 225"/>
              <a:gd name="T5" fmla="*/ 0 h 16"/>
              <a:gd name="T6" fmla="*/ 0 w 225"/>
              <a:gd name="T7" fmla="*/ 0 h 16"/>
              <a:gd name="T8" fmla="*/ 0 w 225"/>
              <a:gd name="T9" fmla="*/ 2147483646 h 16"/>
              <a:gd name="T10" fmla="*/ 0 w 225"/>
              <a:gd name="T11" fmla="*/ 2147483646 h 16"/>
              <a:gd name="T12" fmla="*/ 2147483646 w 225"/>
              <a:gd name="T13" fmla="*/ 2147483646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16">
                <a:moveTo>
                  <a:pt x="225" y="16"/>
                </a:moveTo>
                <a:lnTo>
                  <a:pt x="225" y="0"/>
                </a:lnTo>
                <a:lnTo>
                  <a:pt x="0" y="0"/>
                </a:lnTo>
                <a:lnTo>
                  <a:pt x="0" y="16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104" name="Freeform 143"/>
          <p:cNvSpPr>
            <a:spLocks/>
          </p:cNvSpPr>
          <p:nvPr/>
        </p:nvSpPr>
        <p:spPr bwMode="auto">
          <a:xfrm>
            <a:off x="5810250" y="5626100"/>
            <a:ext cx="342900" cy="65088"/>
          </a:xfrm>
          <a:custGeom>
            <a:avLst/>
            <a:gdLst>
              <a:gd name="T0" fmla="*/ 2147483646 w 216"/>
              <a:gd name="T1" fmla="*/ 2147483646 h 41"/>
              <a:gd name="T2" fmla="*/ 2147483646 w 216"/>
              <a:gd name="T3" fmla="*/ 2147483646 h 41"/>
              <a:gd name="T4" fmla="*/ 0 w 216"/>
              <a:gd name="T5" fmla="*/ 0 h 41"/>
              <a:gd name="T6" fmla="*/ 0 w 216"/>
              <a:gd name="T7" fmla="*/ 0 h 41"/>
              <a:gd name="T8" fmla="*/ 0 w 216"/>
              <a:gd name="T9" fmla="*/ 2147483646 h 41"/>
              <a:gd name="T10" fmla="*/ 0 w 216"/>
              <a:gd name="T11" fmla="*/ 2147483646 h 41"/>
              <a:gd name="T12" fmla="*/ 2147483646 w 216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41">
                <a:moveTo>
                  <a:pt x="216" y="41"/>
                </a:moveTo>
                <a:lnTo>
                  <a:pt x="216" y="25"/>
                </a:lnTo>
                <a:lnTo>
                  <a:pt x="0" y="0"/>
                </a:lnTo>
                <a:lnTo>
                  <a:pt x="0" y="16"/>
                </a:lnTo>
                <a:lnTo>
                  <a:pt x="216" y="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105" name="Freeform 144"/>
          <p:cNvSpPr>
            <a:spLocks/>
          </p:cNvSpPr>
          <p:nvPr/>
        </p:nvSpPr>
        <p:spPr bwMode="auto">
          <a:xfrm>
            <a:off x="5481638" y="5561013"/>
            <a:ext cx="328612" cy="90487"/>
          </a:xfrm>
          <a:custGeom>
            <a:avLst/>
            <a:gdLst>
              <a:gd name="T0" fmla="*/ 2147483646 w 207"/>
              <a:gd name="T1" fmla="*/ 2147483646 h 57"/>
              <a:gd name="T2" fmla="*/ 2147483646 w 207"/>
              <a:gd name="T3" fmla="*/ 2147483646 h 57"/>
              <a:gd name="T4" fmla="*/ 0 w 207"/>
              <a:gd name="T5" fmla="*/ 0 h 57"/>
              <a:gd name="T6" fmla="*/ 2147483646 w 207"/>
              <a:gd name="T7" fmla="*/ 0 h 57"/>
              <a:gd name="T8" fmla="*/ 0 w 207"/>
              <a:gd name="T9" fmla="*/ 2147483646 h 57"/>
              <a:gd name="T10" fmla="*/ 0 w 207"/>
              <a:gd name="T11" fmla="*/ 2147483646 h 57"/>
              <a:gd name="T12" fmla="*/ 2147483646 w 207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7" h="57">
                <a:moveTo>
                  <a:pt x="207" y="57"/>
                </a:moveTo>
                <a:lnTo>
                  <a:pt x="207" y="41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07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106" name="Freeform 145"/>
          <p:cNvSpPr>
            <a:spLocks/>
          </p:cNvSpPr>
          <p:nvPr/>
        </p:nvSpPr>
        <p:spPr bwMode="auto">
          <a:xfrm>
            <a:off x="5181600" y="5457825"/>
            <a:ext cx="314325" cy="130175"/>
          </a:xfrm>
          <a:custGeom>
            <a:avLst/>
            <a:gdLst>
              <a:gd name="T0" fmla="*/ 2147483646 w 198"/>
              <a:gd name="T1" fmla="*/ 2147483646 h 82"/>
              <a:gd name="T2" fmla="*/ 2147483646 w 198"/>
              <a:gd name="T3" fmla="*/ 2147483646 h 82"/>
              <a:gd name="T4" fmla="*/ 2147483646 w 198"/>
              <a:gd name="T5" fmla="*/ 0 h 82"/>
              <a:gd name="T6" fmla="*/ 2147483646 w 198"/>
              <a:gd name="T7" fmla="*/ 0 h 82"/>
              <a:gd name="T8" fmla="*/ 0 w 198"/>
              <a:gd name="T9" fmla="*/ 2147483646 h 82"/>
              <a:gd name="T10" fmla="*/ 0 w 198"/>
              <a:gd name="T11" fmla="*/ 2147483646 h 82"/>
              <a:gd name="T12" fmla="*/ 2147483646 w 198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8" h="82">
                <a:moveTo>
                  <a:pt x="189" y="82"/>
                </a:moveTo>
                <a:lnTo>
                  <a:pt x="198" y="65"/>
                </a:lnTo>
                <a:lnTo>
                  <a:pt x="9" y="0"/>
                </a:lnTo>
                <a:lnTo>
                  <a:pt x="0" y="16"/>
                </a:lnTo>
                <a:lnTo>
                  <a:pt x="189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107" name="Freeform 146"/>
          <p:cNvSpPr>
            <a:spLocks/>
          </p:cNvSpPr>
          <p:nvPr/>
        </p:nvSpPr>
        <p:spPr bwMode="auto">
          <a:xfrm>
            <a:off x="4895850" y="5327650"/>
            <a:ext cx="300038" cy="155575"/>
          </a:xfrm>
          <a:custGeom>
            <a:avLst/>
            <a:gdLst>
              <a:gd name="T0" fmla="*/ 2147483646 w 189"/>
              <a:gd name="T1" fmla="*/ 2147483646 h 98"/>
              <a:gd name="T2" fmla="*/ 2147483646 w 189"/>
              <a:gd name="T3" fmla="*/ 2147483646 h 98"/>
              <a:gd name="T4" fmla="*/ 2147483646 w 189"/>
              <a:gd name="T5" fmla="*/ 0 h 98"/>
              <a:gd name="T6" fmla="*/ 2147483646 w 189"/>
              <a:gd name="T7" fmla="*/ 0 h 98"/>
              <a:gd name="T8" fmla="*/ 0 w 189"/>
              <a:gd name="T9" fmla="*/ 2147483646 h 98"/>
              <a:gd name="T10" fmla="*/ 0 w 189"/>
              <a:gd name="T11" fmla="*/ 2147483646 h 98"/>
              <a:gd name="T12" fmla="*/ 2147483646 w 189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98">
                <a:moveTo>
                  <a:pt x="180" y="98"/>
                </a:moveTo>
                <a:lnTo>
                  <a:pt x="189" y="82"/>
                </a:lnTo>
                <a:lnTo>
                  <a:pt x="9" y="0"/>
                </a:lnTo>
                <a:lnTo>
                  <a:pt x="0" y="17"/>
                </a:lnTo>
                <a:lnTo>
                  <a:pt x="180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108" name="Freeform 147"/>
          <p:cNvSpPr>
            <a:spLocks/>
          </p:cNvSpPr>
          <p:nvPr/>
        </p:nvSpPr>
        <p:spPr bwMode="auto">
          <a:xfrm>
            <a:off x="4638675" y="5159375"/>
            <a:ext cx="271463" cy="195263"/>
          </a:xfrm>
          <a:custGeom>
            <a:avLst/>
            <a:gdLst>
              <a:gd name="T0" fmla="*/ 2147483646 w 171"/>
              <a:gd name="T1" fmla="*/ 2147483646 h 123"/>
              <a:gd name="T2" fmla="*/ 2147483646 w 171"/>
              <a:gd name="T3" fmla="*/ 2147483646 h 123"/>
              <a:gd name="T4" fmla="*/ 2147483646 w 171"/>
              <a:gd name="T5" fmla="*/ 0 h 123"/>
              <a:gd name="T6" fmla="*/ 2147483646 w 171"/>
              <a:gd name="T7" fmla="*/ 2147483646 h 123"/>
              <a:gd name="T8" fmla="*/ 0 w 171"/>
              <a:gd name="T9" fmla="*/ 2147483646 h 123"/>
              <a:gd name="T10" fmla="*/ 2147483646 w 171"/>
              <a:gd name="T11" fmla="*/ 2147483646 h 123"/>
              <a:gd name="T12" fmla="*/ 2147483646 w 171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1" h="123">
                <a:moveTo>
                  <a:pt x="162" y="123"/>
                </a:moveTo>
                <a:lnTo>
                  <a:pt x="171" y="106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62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109" name="Freeform 148"/>
          <p:cNvSpPr>
            <a:spLocks/>
          </p:cNvSpPr>
          <p:nvPr/>
        </p:nvSpPr>
        <p:spPr bwMode="auto">
          <a:xfrm>
            <a:off x="4424363" y="4964113"/>
            <a:ext cx="242887" cy="220662"/>
          </a:xfrm>
          <a:custGeom>
            <a:avLst/>
            <a:gdLst>
              <a:gd name="T0" fmla="*/ 2147483646 w 153"/>
              <a:gd name="T1" fmla="*/ 2147483646 h 139"/>
              <a:gd name="T2" fmla="*/ 2147483646 w 153"/>
              <a:gd name="T3" fmla="*/ 2147483646 h 139"/>
              <a:gd name="T4" fmla="*/ 2147483646 w 153"/>
              <a:gd name="T5" fmla="*/ 0 h 139"/>
              <a:gd name="T6" fmla="*/ 0 w 153"/>
              <a:gd name="T7" fmla="*/ 2147483646 h 139"/>
              <a:gd name="T8" fmla="*/ 2147483646 w 153"/>
              <a:gd name="T9" fmla="*/ 2147483646 h 1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3" h="139">
                <a:moveTo>
                  <a:pt x="135" y="139"/>
                </a:moveTo>
                <a:lnTo>
                  <a:pt x="153" y="131"/>
                </a:lnTo>
                <a:lnTo>
                  <a:pt x="18" y="0"/>
                </a:lnTo>
                <a:lnTo>
                  <a:pt x="0" y="9"/>
                </a:lnTo>
                <a:lnTo>
                  <a:pt x="135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110" name="Oval 149"/>
          <p:cNvSpPr>
            <a:spLocks noChangeArrowheads="1"/>
          </p:cNvSpPr>
          <p:nvPr/>
        </p:nvSpPr>
        <p:spPr bwMode="auto">
          <a:xfrm>
            <a:off x="7210425" y="1503363"/>
            <a:ext cx="800100" cy="439737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111" name="Oval 150"/>
          <p:cNvSpPr>
            <a:spLocks noChangeArrowheads="1"/>
          </p:cNvSpPr>
          <p:nvPr/>
        </p:nvSpPr>
        <p:spPr bwMode="auto">
          <a:xfrm>
            <a:off x="7210425" y="1504950"/>
            <a:ext cx="800100" cy="436563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112" name="Rectangle 151"/>
          <p:cNvSpPr>
            <a:spLocks noChangeArrowheads="1"/>
          </p:cNvSpPr>
          <p:nvPr/>
        </p:nvSpPr>
        <p:spPr bwMode="auto">
          <a:xfrm>
            <a:off x="7353300" y="1619250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BOS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1113" name="Oval 152"/>
          <p:cNvSpPr>
            <a:spLocks noChangeArrowheads="1"/>
          </p:cNvSpPr>
          <p:nvPr/>
        </p:nvSpPr>
        <p:spPr bwMode="auto">
          <a:xfrm>
            <a:off x="6467475" y="5418138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114" name="Oval 153"/>
          <p:cNvSpPr>
            <a:spLocks noChangeArrowheads="1"/>
          </p:cNvSpPr>
          <p:nvPr/>
        </p:nvSpPr>
        <p:spPr bwMode="auto">
          <a:xfrm>
            <a:off x="6467475" y="5421313"/>
            <a:ext cx="800100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115" name="Rectangle 154"/>
          <p:cNvSpPr>
            <a:spLocks noChangeArrowheads="1"/>
          </p:cNvSpPr>
          <p:nvPr/>
        </p:nvSpPr>
        <p:spPr bwMode="auto">
          <a:xfrm>
            <a:off x="6610350" y="5521325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MIA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1116" name="Oval 155"/>
          <p:cNvSpPr>
            <a:spLocks noChangeArrowheads="1"/>
          </p:cNvSpPr>
          <p:nvPr/>
        </p:nvSpPr>
        <p:spPr bwMode="auto">
          <a:xfrm>
            <a:off x="4552950" y="2085975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117" name="Oval 156"/>
          <p:cNvSpPr>
            <a:spLocks noChangeArrowheads="1"/>
          </p:cNvSpPr>
          <p:nvPr/>
        </p:nvSpPr>
        <p:spPr bwMode="auto">
          <a:xfrm>
            <a:off x="4552950" y="2089150"/>
            <a:ext cx="800100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118" name="Rectangle 157"/>
          <p:cNvSpPr>
            <a:spLocks noChangeArrowheads="1"/>
          </p:cNvSpPr>
          <p:nvPr/>
        </p:nvSpPr>
        <p:spPr bwMode="auto">
          <a:xfrm>
            <a:off x="4667250" y="2201863"/>
            <a:ext cx="51456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ORD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1119" name="Oval 158"/>
          <p:cNvSpPr>
            <a:spLocks noChangeArrowheads="1"/>
          </p:cNvSpPr>
          <p:nvPr/>
        </p:nvSpPr>
        <p:spPr bwMode="auto">
          <a:xfrm>
            <a:off x="1123950" y="4667250"/>
            <a:ext cx="800100" cy="43973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120" name="Oval 159"/>
          <p:cNvSpPr>
            <a:spLocks noChangeArrowheads="1"/>
          </p:cNvSpPr>
          <p:nvPr/>
        </p:nvSpPr>
        <p:spPr bwMode="auto">
          <a:xfrm>
            <a:off x="1123950" y="4668838"/>
            <a:ext cx="800100" cy="436562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121" name="Rectangle 160"/>
          <p:cNvSpPr>
            <a:spLocks noChangeArrowheads="1"/>
          </p:cNvSpPr>
          <p:nvPr/>
        </p:nvSpPr>
        <p:spPr bwMode="auto">
          <a:xfrm>
            <a:off x="1252538" y="4783138"/>
            <a:ext cx="50174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 dirty="0">
                <a:latin typeface="Times New Roman" panose="02020603050405020304" pitchFamily="18" charset="0"/>
              </a:rPr>
              <a:t>LAX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1122" name="Oval 161"/>
          <p:cNvSpPr>
            <a:spLocks noChangeArrowheads="1"/>
          </p:cNvSpPr>
          <p:nvPr/>
        </p:nvSpPr>
        <p:spPr bwMode="auto">
          <a:xfrm>
            <a:off x="3595688" y="4419600"/>
            <a:ext cx="814387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123" name="Oval 162"/>
          <p:cNvSpPr>
            <a:spLocks noChangeArrowheads="1"/>
          </p:cNvSpPr>
          <p:nvPr/>
        </p:nvSpPr>
        <p:spPr bwMode="auto">
          <a:xfrm>
            <a:off x="3595688" y="4422775"/>
            <a:ext cx="814387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124" name="Rectangle 163"/>
          <p:cNvSpPr>
            <a:spLocks noChangeArrowheads="1"/>
          </p:cNvSpPr>
          <p:nvPr/>
        </p:nvSpPr>
        <p:spPr bwMode="auto">
          <a:xfrm>
            <a:off x="3709988" y="4537075"/>
            <a:ext cx="54181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DFW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1125" name="Oval 164"/>
          <p:cNvSpPr>
            <a:spLocks noChangeArrowheads="1"/>
          </p:cNvSpPr>
          <p:nvPr/>
        </p:nvSpPr>
        <p:spPr bwMode="auto">
          <a:xfrm>
            <a:off x="938213" y="3370263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126" name="Oval 165"/>
          <p:cNvSpPr>
            <a:spLocks noChangeArrowheads="1"/>
          </p:cNvSpPr>
          <p:nvPr/>
        </p:nvSpPr>
        <p:spPr bwMode="auto">
          <a:xfrm>
            <a:off x="938213" y="3373438"/>
            <a:ext cx="800100" cy="434975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127" name="Rectangle 166"/>
          <p:cNvSpPr>
            <a:spLocks noChangeArrowheads="1"/>
          </p:cNvSpPr>
          <p:nvPr/>
        </p:nvSpPr>
        <p:spPr bwMode="auto">
          <a:xfrm>
            <a:off x="1081088" y="3486150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 b="1" dirty="0">
                <a:latin typeface="Times New Roman" panose="02020603050405020304" pitchFamily="18" charset="0"/>
              </a:rPr>
              <a:t>SFO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1128" name="Rectangle 167"/>
          <p:cNvSpPr>
            <a:spLocks noChangeArrowheads="1"/>
          </p:cNvSpPr>
          <p:nvPr/>
        </p:nvSpPr>
        <p:spPr bwMode="auto">
          <a:xfrm>
            <a:off x="866775" y="2890838"/>
            <a:ext cx="400050" cy="349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129" name="Rectangle 168"/>
          <p:cNvSpPr>
            <a:spLocks noChangeArrowheads="1"/>
          </p:cNvSpPr>
          <p:nvPr/>
        </p:nvSpPr>
        <p:spPr bwMode="auto">
          <a:xfrm>
            <a:off x="838200" y="2916238"/>
            <a:ext cx="385763" cy="350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130" name="Rectangle 169"/>
          <p:cNvSpPr>
            <a:spLocks noChangeArrowheads="1"/>
          </p:cNvSpPr>
          <p:nvPr/>
        </p:nvSpPr>
        <p:spPr bwMode="auto">
          <a:xfrm>
            <a:off x="838200" y="2917825"/>
            <a:ext cx="385763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131" name="Rectangle 170"/>
          <p:cNvSpPr>
            <a:spLocks noChangeArrowheads="1"/>
          </p:cNvSpPr>
          <p:nvPr/>
        </p:nvSpPr>
        <p:spPr bwMode="auto">
          <a:xfrm>
            <a:off x="909638" y="2878138"/>
            <a:ext cx="1349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1132" name="Rectangle 171"/>
          <p:cNvSpPr>
            <a:spLocks noChangeArrowheads="1"/>
          </p:cNvSpPr>
          <p:nvPr/>
        </p:nvSpPr>
        <p:spPr bwMode="auto">
          <a:xfrm>
            <a:off x="1052513" y="3033713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1133" name="Rectangle 172"/>
          <p:cNvSpPr>
            <a:spLocks noChangeArrowheads="1"/>
          </p:cNvSpPr>
          <p:nvPr/>
        </p:nvSpPr>
        <p:spPr bwMode="auto">
          <a:xfrm>
            <a:off x="881063" y="5199063"/>
            <a:ext cx="400050" cy="349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134" name="Rectangle 173"/>
          <p:cNvSpPr>
            <a:spLocks noChangeArrowheads="1"/>
          </p:cNvSpPr>
          <p:nvPr/>
        </p:nvSpPr>
        <p:spPr bwMode="auto">
          <a:xfrm>
            <a:off x="852488" y="522446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135" name="Rectangle 174"/>
          <p:cNvSpPr>
            <a:spLocks noChangeArrowheads="1"/>
          </p:cNvSpPr>
          <p:nvPr/>
        </p:nvSpPr>
        <p:spPr bwMode="auto">
          <a:xfrm>
            <a:off x="852488" y="5226050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136" name="Rectangle 175"/>
          <p:cNvSpPr>
            <a:spLocks noChangeArrowheads="1"/>
          </p:cNvSpPr>
          <p:nvPr/>
        </p:nvSpPr>
        <p:spPr bwMode="auto">
          <a:xfrm>
            <a:off x="923925" y="5186363"/>
            <a:ext cx="1349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1137" name="Rectangle 176"/>
          <p:cNvSpPr>
            <a:spLocks noChangeArrowheads="1"/>
          </p:cNvSpPr>
          <p:nvPr/>
        </p:nvSpPr>
        <p:spPr bwMode="auto">
          <a:xfrm>
            <a:off x="1066800" y="53419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1138" name="Rectangle 177"/>
          <p:cNvSpPr>
            <a:spLocks noChangeArrowheads="1"/>
          </p:cNvSpPr>
          <p:nvPr/>
        </p:nvSpPr>
        <p:spPr bwMode="auto">
          <a:xfrm>
            <a:off x="3652838" y="4978400"/>
            <a:ext cx="400050" cy="3619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139" name="Rectangle 178"/>
          <p:cNvSpPr>
            <a:spLocks noChangeArrowheads="1"/>
          </p:cNvSpPr>
          <p:nvPr/>
        </p:nvSpPr>
        <p:spPr bwMode="auto">
          <a:xfrm>
            <a:off x="3609975" y="5003800"/>
            <a:ext cx="400050" cy="363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140" name="Rectangle 179"/>
          <p:cNvSpPr>
            <a:spLocks noChangeArrowheads="1"/>
          </p:cNvSpPr>
          <p:nvPr/>
        </p:nvSpPr>
        <p:spPr bwMode="auto">
          <a:xfrm>
            <a:off x="3609975" y="5005388"/>
            <a:ext cx="400050" cy="36036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141" name="Rectangle 180"/>
          <p:cNvSpPr>
            <a:spLocks noChangeArrowheads="1"/>
          </p:cNvSpPr>
          <p:nvPr/>
        </p:nvSpPr>
        <p:spPr bwMode="auto">
          <a:xfrm>
            <a:off x="3695700" y="4978400"/>
            <a:ext cx="1349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1142" name="Rectangle 181"/>
          <p:cNvSpPr>
            <a:spLocks noChangeArrowheads="1"/>
          </p:cNvSpPr>
          <p:nvPr/>
        </p:nvSpPr>
        <p:spPr bwMode="auto">
          <a:xfrm>
            <a:off x="3838575" y="512127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1143" name="Rectangle 182"/>
          <p:cNvSpPr>
            <a:spLocks noChangeArrowheads="1"/>
          </p:cNvSpPr>
          <p:nvPr/>
        </p:nvSpPr>
        <p:spPr bwMode="auto">
          <a:xfrm>
            <a:off x="5510213" y="2112963"/>
            <a:ext cx="385762" cy="349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144" name="Rectangle 183"/>
          <p:cNvSpPr>
            <a:spLocks noChangeArrowheads="1"/>
          </p:cNvSpPr>
          <p:nvPr/>
        </p:nvSpPr>
        <p:spPr bwMode="auto">
          <a:xfrm>
            <a:off x="5467350" y="2138363"/>
            <a:ext cx="385763" cy="3635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145" name="Rectangle 184"/>
          <p:cNvSpPr>
            <a:spLocks noChangeArrowheads="1"/>
          </p:cNvSpPr>
          <p:nvPr/>
        </p:nvSpPr>
        <p:spPr bwMode="auto">
          <a:xfrm>
            <a:off x="5467350" y="2139950"/>
            <a:ext cx="385763" cy="3603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146" name="Rectangle 185"/>
          <p:cNvSpPr>
            <a:spLocks noChangeArrowheads="1"/>
          </p:cNvSpPr>
          <p:nvPr/>
        </p:nvSpPr>
        <p:spPr bwMode="auto">
          <a:xfrm>
            <a:off x="5538788" y="2100263"/>
            <a:ext cx="1349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1147" name="Rectangle 186"/>
          <p:cNvSpPr>
            <a:spLocks noChangeArrowheads="1"/>
          </p:cNvSpPr>
          <p:nvPr/>
        </p:nvSpPr>
        <p:spPr bwMode="auto">
          <a:xfrm>
            <a:off x="5681663" y="22558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1148" name="Rectangle 187"/>
          <p:cNvSpPr>
            <a:spLocks noChangeArrowheads="1"/>
          </p:cNvSpPr>
          <p:nvPr/>
        </p:nvSpPr>
        <p:spPr bwMode="auto">
          <a:xfrm>
            <a:off x="6396038" y="5962650"/>
            <a:ext cx="400050" cy="3635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149" name="Rectangle 188"/>
          <p:cNvSpPr>
            <a:spLocks noChangeArrowheads="1"/>
          </p:cNvSpPr>
          <p:nvPr/>
        </p:nvSpPr>
        <p:spPr bwMode="auto">
          <a:xfrm>
            <a:off x="6353175" y="6002338"/>
            <a:ext cx="400050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150" name="Rectangle 189"/>
          <p:cNvSpPr>
            <a:spLocks noChangeArrowheads="1"/>
          </p:cNvSpPr>
          <p:nvPr/>
        </p:nvSpPr>
        <p:spPr bwMode="auto">
          <a:xfrm>
            <a:off x="6353175" y="6003925"/>
            <a:ext cx="400050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151" name="Rectangle 190"/>
          <p:cNvSpPr>
            <a:spLocks noChangeArrowheads="1"/>
          </p:cNvSpPr>
          <p:nvPr/>
        </p:nvSpPr>
        <p:spPr bwMode="auto">
          <a:xfrm>
            <a:off x="6424613" y="5964238"/>
            <a:ext cx="1349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1152" name="Rectangle 191"/>
          <p:cNvSpPr>
            <a:spLocks noChangeArrowheads="1"/>
          </p:cNvSpPr>
          <p:nvPr/>
        </p:nvSpPr>
        <p:spPr bwMode="auto">
          <a:xfrm>
            <a:off x="6581775" y="610552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1153" name="Rectangle 192"/>
          <p:cNvSpPr>
            <a:spLocks noChangeArrowheads="1"/>
          </p:cNvSpPr>
          <p:nvPr/>
        </p:nvSpPr>
        <p:spPr bwMode="auto">
          <a:xfrm>
            <a:off x="7439025" y="3019425"/>
            <a:ext cx="385763" cy="3635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154" name="Rectangle 193"/>
          <p:cNvSpPr>
            <a:spLocks noChangeArrowheads="1"/>
          </p:cNvSpPr>
          <p:nvPr/>
        </p:nvSpPr>
        <p:spPr bwMode="auto">
          <a:xfrm>
            <a:off x="7396163" y="305911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155" name="Rectangle 194"/>
          <p:cNvSpPr>
            <a:spLocks noChangeArrowheads="1"/>
          </p:cNvSpPr>
          <p:nvPr/>
        </p:nvSpPr>
        <p:spPr bwMode="auto">
          <a:xfrm>
            <a:off x="7396163" y="3060700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1156" name="Rectangle 195"/>
          <p:cNvSpPr>
            <a:spLocks noChangeArrowheads="1"/>
          </p:cNvSpPr>
          <p:nvPr/>
        </p:nvSpPr>
        <p:spPr bwMode="auto">
          <a:xfrm>
            <a:off x="7467600" y="3021013"/>
            <a:ext cx="1349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1157" name="Rectangle 196"/>
          <p:cNvSpPr>
            <a:spLocks noChangeArrowheads="1"/>
          </p:cNvSpPr>
          <p:nvPr/>
        </p:nvSpPr>
        <p:spPr bwMode="auto">
          <a:xfrm>
            <a:off x="7610475" y="3162300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cxnSp>
        <p:nvCxnSpPr>
          <p:cNvPr id="41159" name="AutoShape 198"/>
          <p:cNvCxnSpPr>
            <a:cxnSpLocks noChangeShapeType="1"/>
            <a:stCxn id="41114" idx="1"/>
            <a:endCxn id="41117" idx="5"/>
          </p:cNvCxnSpPr>
          <p:nvPr/>
        </p:nvCxnSpPr>
        <p:spPr bwMode="auto">
          <a:xfrm rot="5400000" flipH="1">
            <a:off x="4426744" y="3298031"/>
            <a:ext cx="2967038" cy="1349375"/>
          </a:xfrm>
          <a:prstGeom prst="curvedConnector3">
            <a:avLst>
              <a:gd name="adj1" fmla="val 49972"/>
            </a:avLst>
          </a:prstGeom>
          <a:noFill/>
          <a:ln w="38100">
            <a:solidFill>
              <a:srgbClr val="00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" name="Group 4">
            <a:extLst>
              <a:ext uri="{FF2B5EF4-FFF2-40B4-BE49-F238E27FC236}">
                <a16:creationId xmlns:a16="http://schemas.microsoft.com/office/drawing/2014/main" id="{CF74B7AC-B37A-134F-B4DE-F2300EA52E4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062913" y="1219200"/>
            <a:ext cx="419100" cy="419100"/>
            <a:chOff x="5079" y="768"/>
            <a:chExt cx="264" cy="264"/>
          </a:xfrm>
        </p:grpSpPr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34FD0F64-4288-C1B8-52BD-43017EE8FE0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5079" y="768"/>
              <a:ext cx="264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Rectangle 5">
              <a:extLst>
                <a:ext uri="{FF2B5EF4-FFF2-40B4-BE49-F238E27FC236}">
                  <a16:creationId xmlns:a16="http://schemas.microsoft.com/office/drawing/2014/main" id="{823FBD46-C050-19B3-32C7-B91FFE5F96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1" y="776"/>
              <a:ext cx="216" cy="216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822C567E-F0C7-9AF1-49DB-920BCF6CA0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7" y="792"/>
              <a:ext cx="216" cy="2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C92280C5-A85A-112B-FDE8-B22E7C69C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7" y="792"/>
              <a:ext cx="216" cy="224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2872C646-FDA2-4CCF-D89B-98BFC081F5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7" y="776"/>
              <a:ext cx="152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300" b="0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v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842849F3-36CD-854D-3677-41F0D71DF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7" y="864"/>
              <a:ext cx="5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5392005-E06B-4209-93D7-8442CFD038E4}" type="slidenum">
              <a:rPr lang="en-US" altLang="en-US" sz="1400" smtClean="0">
                <a:solidFill>
                  <a:srgbClr val="40458C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>
              <a:solidFill>
                <a:srgbClr val="40458C"/>
              </a:solidFill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7772400" cy="1143000"/>
          </a:xfrm>
        </p:spPr>
        <p:txBody>
          <a:bodyPr/>
          <a:lstStyle/>
          <a:p>
            <a:r>
              <a:rPr lang="en-US" altLang="en-US" dirty="0"/>
              <a:t>Floyd-</a:t>
            </a:r>
            <a:r>
              <a:rPr lang="en-US" altLang="en-US" dirty="0" err="1"/>
              <a:t>Warshall</a:t>
            </a:r>
            <a:r>
              <a:rPr lang="en-US" altLang="en-US" dirty="0"/>
              <a:t>, Iteration k=2</a:t>
            </a:r>
          </a:p>
        </p:txBody>
      </p:sp>
      <p:sp>
        <p:nvSpPr>
          <p:cNvPr id="41988" name="Freeform 3"/>
          <p:cNvSpPr>
            <a:spLocks/>
          </p:cNvSpPr>
          <p:nvPr/>
        </p:nvSpPr>
        <p:spPr bwMode="auto">
          <a:xfrm>
            <a:off x="4310063" y="2384425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2147483646 w 18"/>
              <a:gd name="T3" fmla="*/ 0 h 16"/>
              <a:gd name="T4" fmla="*/ 0 w 18"/>
              <a:gd name="T5" fmla="*/ 0 h 16"/>
              <a:gd name="T6" fmla="*/ 0 w 18"/>
              <a:gd name="T7" fmla="*/ 0 h 16"/>
              <a:gd name="T8" fmla="*/ 0 w 18"/>
              <a:gd name="T9" fmla="*/ 2147483646 h 16"/>
              <a:gd name="T10" fmla="*/ 0 w 18"/>
              <a:gd name="T11" fmla="*/ 2147483646 h 16"/>
              <a:gd name="T12" fmla="*/ 2147483646 w 18"/>
              <a:gd name="T13" fmla="*/ 2147483646 h 16"/>
              <a:gd name="T14" fmla="*/ 2147483646 w 18"/>
              <a:gd name="T15" fmla="*/ 2147483646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18" y="0"/>
                </a:move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989" name="Freeform 4"/>
          <p:cNvSpPr>
            <a:spLocks/>
          </p:cNvSpPr>
          <p:nvPr/>
        </p:nvSpPr>
        <p:spPr bwMode="auto">
          <a:xfrm>
            <a:off x="4310063" y="2319338"/>
            <a:ext cx="214312" cy="130175"/>
          </a:xfrm>
          <a:custGeom>
            <a:avLst/>
            <a:gdLst>
              <a:gd name="T0" fmla="*/ 2147483646 w 135"/>
              <a:gd name="T1" fmla="*/ 2147483646 h 82"/>
              <a:gd name="T2" fmla="*/ 0 w 135"/>
              <a:gd name="T3" fmla="*/ 2147483646 h 82"/>
              <a:gd name="T4" fmla="*/ 2147483646 w 135"/>
              <a:gd name="T5" fmla="*/ 0 h 82"/>
              <a:gd name="T6" fmla="*/ 2147483646 w 135"/>
              <a:gd name="T7" fmla="*/ 2147483646 h 82"/>
              <a:gd name="T8" fmla="*/ 2147483646 w 135"/>
              <a:gd name="T9" fmla="*/ 2147483646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990" name="Freeform 5"/>
          <p:cNvSpPr>
            <a:spLocks/>
          </p:cNvSpPr>
          <p:nvPr/>
        </p:nvSpPr>
        <p:spPr bwMode="auto">
          <a:xfrm>
            <a:off x="4310063" y="2319338"/>
            <a:ext cx="214312" cy="130175"/>
          </a:xfrm>
          <a:custGeom>
            <a:avLst/>
            <a:gdLst>
              <a:gd name="T0" fmla="*/ 2147483646 w 135"/>
              <a:gd name="T1" fmla="*/ 2147483646 h 82"/>
              <a:gd name="T2" fmla="*/ 0 w 135"/>
              <a:gd name="T3" fmla="*/ 2147483646 h 82"/>
              <a:gd name="T4" fmla="*/ 2147483646 w 135"/>
              <a:gd name="T5" fmla="*/ 0 h 82"/>
              <a:gd name="T6" fmla="*/ 2147483646 w 135"/>
              <a:gd name="T7" fmla="*/ 2147483646 h 82"/>
              <a:gd name="T8" fmla="*/ 2147483646 w 135"/>
              <a:gd name="T9" fmla="*/ 2147483646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991" name="Freeform 6"/>
          <p:cNvSpPr>
            <a:spLocks/>
          </p:cNvSpPr>
          <p:nvPr/>
        </p:nvSpPr>
        <p:spPr bwMode="auto">
          <a:xfrm>
            <a:off x="1509713" y="4549775"/>
            <a:ext cx="242887" cy="363538"/>
          </a:xfrm>
          <a:custGeom>
            <a:avLst/>
            <a:gdLst>
              <a:gd name="T0" fmla="*/ 0 w 153"/>
              <a:gd name="T1" fmla="*/ 2147483646 h 229"/>
              <a:gd name="T2" fmla="*/ 2147483646 w 153"/>
              <a:gd name="T3" fmla="*/ 2147483646 h 229"/>
              <a:gd name="T4" fmla="*/ 2147483646 w 153"/>
              <a:gd name="T5" fmla="*/ 2147483646 h 229"/>
              <a:gd name="T6" fmla="*/ 2147483646 w 153"/>
              <a:gd name="T7" fmla="*/ 2147483646 h 229"/>
              <a:gd name="T8" fmla="*/ 2147483646 w 153"/>
              <a:gd name="T9" fmla="*/ 0 h 229"/>
              <a:gd name="T10" fmla="*/ 2147483646 w 153"/>
              <a:gd name="T11" fmla="*/ 0 h 229"/>
              <a:gd name="T12" fmla="*/ 0 w 153"/>
              <a:gd name="T13" fmla="*/ 214748364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3" h="229">
                <a:moveTo>
                  <a:pt x="0" y="221"/>
                </a:moveTo>
                <a:lnTo>
                  <a:pt x="18" y="229"/>
                </a:lnTo>
                <a:lnTo>
                  <a:pt x="153" y="8"/>
                </a:lnTo>
                <a:lnTo>
                  <a:pt x="135" y="0"/>
                </a:lnTo>
                <a:lnTo>
                  <a:pt x="0" y="2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992" name="Freeform 7"/>
          <p:cNvSpPr>
            <a:spLocks/>
          </p:cNvSpPr>
          <p:nvPr/>
        </p:nvSpPr>
        <p:spPr bwMode="auto">
          <a:xfrm>
            <a:off x="1724025" y="4186238"/>
            <a:ext cx="285750" cy="376237"/>
          </a:xfrm>
          <a:custGeom>
            <a:avLst/>
            <a:gdLst>
              <a:gd name="T0" fmla="*/ 0 w 180"/>
              <a:gd name="T1" fmla="*/ 2147483646 h 237"/>
              <a:gd name="T2" fmla="*/ 2147483646 w 180"/>
              <a:gd name="T3" fmla="*/ 2147483646 h 237"/>
              <a:gd name="T4" fmla="*/ 2147483646 w 180"/>
              <a:gd name="T5" fmla="*/ 2147483646 h 237"/>
              <a:gd name="T6" fmla="*/ 2147483646 w 180"/>
              <a:gd name="T7" fmla="*/ 2147483646 h 237"/>
              <a:gd name="T8" fmla="*/ 2147483646 w 180"/>
              <a:gd name="T9" fmla="*/ 0 h 237"/>
              <a:gd name="T10" fmla="*/ 2147483646 w 180"/>
              <a:gd name="T11" fmla="*/ 0 h 237"/>
              <a:gd name="T12" fmla="*/ 0 w 180"/>
              <a:gd name="T13" fmla="*/ 2147483646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0" h="237">
                <a:moveTo>
                  <a:pt x="0" y="229"/>
                </a:moveTo>
                <a:lnTo>
                  <a:pt x="18" y="237"/>
                </a:lnTo>
                <a:lnTo>
                  <a:pt x="180" y="9"/>
                </a:lnTo>
                <a:lnTo>
                  <a:pt x="162" y="0"/>
                </a:lnTo>
                <a:lnTo>
                  <a:pt x="0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993" name="Freeform 8"/>
          <p:cNvSpPr>
            <a:spLocks/>
          </p:cNvSpPr>
          <p:nvPr/>
        </p:nvSpPr>
        <p:spPr bwMode="auto">
          <a:xfrm>
            <a:off x="1981200" y="3824288"/>
            <a:ext cx="342900" cy="376237"/>
          </a:xfrm>
          <a:custGeom>
            <a:avLst/>
            <a:gdLst>
              <a:gd name="T0" fmla="*/ 0 w 216"/>
              <a:gd name="T1" fmla="*/ 2147483646 h 237"/>
              <a:gd name="T2" fmla="*/ 2147483646 w 216"/>
              <a:gd name="T3" fmla="*/ 2147483646 h 237"/>
              <a:gd name="T4" fmla="*/ 2147483646 w 216"/>
              <a:gd name="T5" fmla="*/ 2147483646 h 237"/>
              <a:gd name="T6" fmla="*/ 2147483646 w 216"/>
              <a:gd name="T7" fmla="*/ 2147483646 h 237"/>
              <a:gd name="T8" fmla="*/ 2147483646 w 216"/>
              <a:gd name="T9" fmla="*/ 0 h 237"/>
              <a:gd name="T10" fmla="*/ 2147483646 w 216"/>
              <a:gd name="T11" fmla="*/ 0 h 237"/>
              <a:gd name="T12" fmla="*/ 0 w 216"/>
              <a:gd name="T13" fmla="*/ 2147483646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237">
                <a:moveTo>
                  <a:pt x="0" y="228"/>
                </a:moveTo>
                <a:lnTo>
                  <a:pt x="18" y="237"/>
                </a:lnTo>
                <a:lnTo>
                  <a:pt x="216" y="8"/>
                </a:lnTo>
                <a:lnTo>
                  <a:pt x="198" y="0"/>
                </a:lnTo>
                <a:lnTo>
                  <a:pt x="0" y="2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994" name="Freeform 9"/>
          <p:cNvSpPr>
            <a:spLocks/>
          </p:cNvSpPr>
          <p:nvPr/>
        </p:nvSpPr>
        <p:spPr bwMode="auto">
          <a:xfrm>
            <a:off x="2295525" y="3448050"/>
            <a:ext cx="385763" cy="388938"/>
          </a:xfrm>
          <a:custGeom>
            <a:avLst/>
            <a:gdLst>
              <a:gd name="T0" fmla="*/ 0 w 243"/>
              <a:gd name="T1" fmla="*/ 2147483646 h 245"/>
              <a:gd name="T2" fmla="*/ 2147483646 w 243"/>
              <a:gd name="T3" fmla="*/ 2147483646 h 245"/>
              <a:gd name="T4" fmla="*/ 2147483646 w 243"/>
              <a:gd name="T5" fmla="*/ 2147483646 h 245"/>
              <a:gd name="T6" fmla="*/ 2147483646 w 243"/>
              <a:gd name="T7" fmla="*/ 2147483646 h 245"/>
              <a:gd name="T8" fmla="*/ 2147483646 w 243"/>
              <a:gd name="T9" fmla="*/ 0 h 245"/>
              <a:gd name="T10" fmla="*/ 2147483646 w 243"/>
              <a:gd name="T11" fmla="*/ 2147483646 h 245"/>
              <a:gd name="T12" fmla="*/ 0 w 243"/>
              <a:gd name="T13" fmla="*/ 2147483646 h 2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" h="245">
                <a:moveTo>
                  <a:pt x="0" y="237"/>
                </a:moveTo>
                <a:lnTo>
                  <a:pt x="18" y="245"/>
                </a:lnTo>
                <a:lnTo>
                  <a:pt x="243" y="16"/>
                </a:lnTo>
                <a:lnTo>
                  <a:pt x="234" y="0"/>
                </a:lnTo>
                <a:lnTo>
                  <a:pt x="225" y="8"/>
                </a:lnTo>
                <a:lnTo>
                  <a:pt x="0" y="2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995" name="Freeform 10"/>
          <p:cNvSpPr>
            <a:spLocks/>
          </p:cNvSpPr>
          <p:nvPr/>
        </p:nvSpPr>
        <p:spPr bwMode="auto">
          <a:xfrm>
            <a:off x="2667000" y="3124200"/>
            <a:ext cx="385763" cy="349250"/>
          </a:xfrm>
          <a:custGeom>
            <a:avLst/>
            <a:gdLst>
              <a:gd name="T0" fmla="*/ 0 w 243"/>
              <a:gd name="T1" fmla="*/ 2147483646 h 220"/>
              <a:gd name="T2" fmla="*/ 2147483646 w 243"/>
              <a:gd name="T3" fmla="*/ 2147483646 h 220"/>
              <a:gd name="T4" fmla="*/ 2147483646 w 243"/>
              <a:gd name="T5" fmla="*/ 2147483646 h 220"/>
              <a:gd name="T6" fmla="*/ 2147483646 w 243"/>
              <a:gd name="T7" fmla="*/ 2147483646 h 220"/>
              <a:gd name="T8" fmla="*/ 2147483646 w 243"/>
              <a:gd name="T9" fmla="*/ 0 h 220"/>
              <a:gd name="T10" fmla="*/ 2147483646 w 243"/>
              <a:gd name="T11" fmla="*/ 0 h 220"/>
              <a:gd name="T12" fmla="*/ 0 w 243"/>
              <a:gd name="T13" fmla="*/ 2147483646 h 2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" h="220">
                <a:moveTo>
                  <a:pt x="0" y="204"/>
                </a:moveTo>
                <a:lnTo>
                  <a:pt x="9" y="220"/>
                </a:lnTo>
                <a:lnTo>
                  <a:pt x="243" y="16"/>
                </a:lnTo>
                <a:lnTo>
                  <a:pt x="234" y="0"/>
                </a:lnTo>
                <a:lnTo>
                  <a:pt x="0" y="20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996" name="Freeform 11"/>
          <p:cNvSpPr>
            <a:spLocks/>
          </p:cNvSpPr>
          <p:nvPr/>
        </p:nvSpPr>
        <p:spPr bwMode="auto">
          <a:xfrm>
            <a:off x="3038475" y="2825750"/>
            <a:ext cx="428625" cy="323850"/>
          </a:xfrm>
          <a:custGeom>
            <a:avLst/>
            <a:gdLst>
              <a:gd name="T0" fmla="*/ 0 w 270"/>
              <a:gd name="T1" fmla="*/ 2147483646 h 204"/>
              <a:gd name="T2" fmla="*/ 2147483646 w 270"/>
              <a:gd name="T3" fmla="*/ 2147483646 h 204"/>
              <a:gd name="T4" fmla="*/ 2147483646 w 270"/>
              <a:gd name="T5" fmla="*/ 2147483646 h 204"/>
              <a:gd name="T6" fmla="*/ 2147483646 w 270"/>
              <a:gd name="T7" fmla="*/ 2147483646 h 204"/>
              <a:gd name="T8" fmla="*/ 2147483646 w 270"/>
              <a:gd name="T9" fmla="*/ 0 h 204"/>
              <a:gd name="T10" fmla="*/ 2147483646 w 270"/>
              <a:gd name="T11" fmla="*/ 0 h 204"/>
              <a:gd name="T12" fmla="*/ 0 w 270"/>
              <a:gd name="T13" fmla="*/ 2147483646 h 2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0" h="204">
                <a:moveTo>
                  <a:pt x="0" y="188"/>
                </a:moveTo>
                <a:lnTo>
                  <a:pt x="9" y="204"/>
                </a:lnTo>
                <a:lnTo>
                  <a:pt x="270" y="16"/>
                </a:lnTo>
                <a:lnTo>
                  <a:pt x="261" y="0"/>
                </a:lnTo>
                <a:lnTo>
                  <a:pt x="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997" name="Freeform 12"/>
          <p:cNvSpPr>
            <a:spLocks/>
          </p:cNvSpPr>
          <p:nvPr/>
        </p:nvSpPr>
        <p:spPr bwMode="auto">
          <a:xfrm>
            <a:off x="3452813" y="2579688"/>
            <a:ext cx="442912" cy="271462"/>
          </a:xfrm>
          <a:custGeom>
            <a:avLst/>
            <a:gdLst>
              <a:gd name="T0" fmla="*/ 0 w 279"/>
              <a:gd name="T1" fmla="*/ 2147483646 h 171"/>
              <a:gd name="T2" fmla="*/ 2147483646 w 279"/>
              <a:gd name="T3" fmla="*/ 2147483646 h 171"/>
              <a:gd name="T4" fmla="*/ 2147483646 w 279"/>
              <a:gd name="T5" fmla="*/ 2147483646 h 171"/>
              <a:gd name="T6" fmla="*/ 2147483646 w 279"/>
              <a:gd name="T7" fmla="*/ 2147483646 h 171"/>
              <a:gd name="T8" fmla="*/ 2147483646 w 279"/>
              <a:gd name="T9" fmla="*/ 0 h 171"/>
              <a:gd name="T10" fmla="*/ 2147483646 w 279"/>
              <a:gd name="T11" fmla="*/ 0 h 171"/>
              <a:gd name="T12" fmla="*/ 0 w 279"/>
              <a:gd name="T13" fmla="*/ 2147483646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9" h="171">
                <a:moveTo>
                  <a:pt x="0" y="155"/>
                </a:moveTo>
                <a:lnTo>
                  <a:pt x="9" y="171"/>
                </a:lnTo>
                <a:lnTo>
                  <a:pt x="279" y="16"/>
                </a:lnTo>
                <a:lnTo>
                  <a:pt x="270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998" name="Freeform 13"/>
          <p:cNvSpPr>
            <a:spLocks/>
          </p:cNvSpPr>
          <p:nvPr/>
        </p:nvSpPr>
        <p:spPr bwMode="auto">
          <a:xfrm>
            <a:off x="3881438" y="2371725"/>
            <a:ext cx="457200" cy="233363"/>
          </a:xfrm>
          <a:custGeom>
            <a:avLst/>
            <a:gdLst>
              <a:gd name="T0" fmla="*/ 0 w 288"/>
              <a:gd name="T1" fmla="*/ 2147483646 h 147"/>
              <a:gd name="T2" fmla="*/ 2147483646 w 288"/>
              <a:gd name="T3" fmla="*/ 2147483646 h 147"/>
              <a:gd name="T4" fmla="*/ 2147483646 w 288"/>
              <a:gd name="T5" fmla="*/ 2147483646 h 147"/>
              <a:gd name="T6" fmla="*/ 2147483646 w 288"/>
              <a:gd name="T7" fmla="*/ 0 h 147"/>
              <a:gd name="T8" fmla="*/ 0 w 288"/>
              <a:gd name="T9" fmla="*/ 2147483646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88" h="147">
                <a:moveTo>
                  <a:pt x="0" y="131"/>
                </a:moveTo>
                <a:lnTo>
                  <a:pt x="9" y="147"/>
                </a:lnTo>
                <a:lnTo>
                  <a:pt x="288" y="16"/>
                </a:lnTo>
                <a:lnTo>
                  <a:pt x="279" y="0"/>
                </a:lnTo>
                <a:lnTo>
                  <a:pt x="0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999" name="Freeform 14"/>
          <p:cNvSpPr>
            <a:spLocks/>
          </p:cNvSpPr>
          <p:nvPr/>
        </p:nvSpPr>
        <p:spPr bwMode="auto">
          <a:xfrm>
            <a:off x="1638300" y="5289550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9" y="0"/>
                </a:move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00" name="Freeform 15"/>
          <p:cNvSpPr>
            <a:spLocks/>
          </p:cNvSpPr>
          <p:nvPr/>
        </p:nvSpPr>
        <p:spPr bwMode="auto">
          <a:xfrm>
            <a:off x="1538288" y="5133975"/>
            <a:ext cx="171450" cy="193675"/>
          </a:xfrm>
          <a:custGeom>
            <a:avLst/>
            <a:gdLst>
              <a:gd name="T0" fmla="*/ 2147483646 w 108"/>
              <a:gd name="T1" fmla="*/ 2147483646 h 122"/>
              <a:gd name="T2" fmla="*/ 2147483646 w 108"/>
              <a:gd name="T3" fmla="*/ 2147483646 h 122"/>
              <a:gd name="T4" fmla="*/ 0 w 108"/>
              <a:gd name="T5" fmla="*/ 0 h 122"/>
              <a:gd name="T6" fmla="*/ 2147483646 w 108"/>
              <a:gd name="T7" fmla="*/ 2147483646 h 122"/>
              <a:gd name="T8" fmla="*/ 2147483646 w 108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01" name="Freeform 16"/>
          <p:cNvSpPr>
            <a:spLocks/>
          </p:cNvSpPr>
          <p:nvPr/>
        </p:nvSpPr>
        <p:spPr bwMode="auto">
          <a:xfrm>
            <a:off x="1538288" y="5133975"/>
            <a:ext cx="171450" cy="193675"/>
          </a:xfrm>
          <a:custGeom>
            <a:avLst/>
            <a:gdLst>
              <a:gd name="T0" fmla="*/ 2147483646 w 108"/>
              <a:gd name="T1" fmla="*/ 2147483646 h 122"/>
              <a:gd name="T2" fmla="*/ 2147483646 w 108"/>
              <a:gd name="T3" fmla="*/ 2147483646 h 122"/>
              <a:gd name="T4" fmla="*/ 0 w 108"/>
              <a:gd name="T5" fmla="*/ 0 h 122"/>
              <a:gd name="T6" fmla="*/ 2147483646 w 108"/>
              <a:gd name="T7" fmla="*/ 2147483646 h 122"/>
              <a:gd name="T8" fmla="*/ 2147483646 w 108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02" name="Freeform 17"/>
          <p:cNvSpPr>
            <a:spLocks/>
          </p:cNvSpPr>
          <p:nvPr/>
        </p:nvSpPr>
        <p:spPr bwMode="auto">
          <a:xfrm>
            <a:off x="6581775" y="5626100"/>
            <a:ext cx="300038" cy="180975"/>
          </a:xfrm>
          <a:custGeom>
            <a:avLst/>
            <a:gdLst>
              <a:gd name="T0" fmla="*/ 2147483646 w 189"/>
              <a:gd name="T1" fmla="*/ 2147483646 h 114"/>
              <a:gd name="T2" fmla="*/ 2147483646 w 189"/>
              <a:gd name="T3" fmla="*/ 0 h 114"/>
              <a:gd name="T4" fmla="*/ 0 w 189"/>
              <a:gd name="T5" fmla="*/ 2147483646 h 114"/>
              <a:gd name="T6" fmla="*/ 0 w 189"/>
              <a:gd name="T7" fmla="*/ 2147483646 h 114"/>
              <a:gd name="T8" fmla="*/ 2147483646 w 189"/>
              <a:gd name="T9" fmla="*/ 2147483646 h 114"/>
              <a:gd name="T10" fmla="*/ 2147483646 w 189"/>
              <a:gd name="T11" fmla="*/ 2147483646 h 114"/>
              <a:gd name="T12" fmla="*/ 2147483646 w 189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14">
                <a:moveTo>
                  <a:pt x="189" y="16"/>
                </a:moveTo>
                <a:lnTo>
                  <a:pt x="180" y="0"/>
                </a:lnTo>
                <a:lnTo>
                  <a:pt x="0" y="98"/>
                </a:lnTo>
                <a:lnTo>
                  <a:pt x="9" y="114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03" name="Freeform 18"/>
          <p:cNvSpPr>
            <a:spLocks/>
          </p:cNvSpPr>
          <p:nvPr/>
        </p:nvSpPr>
        <p:spPr bwMode="auto">
          <a:xfrm>
            <a:off x="6253163" y="5781675"/>
            <a:ext cx="342900" cy="155575"/>
          </a:xfrm>
          <a:custGeom>
            <a:avLst/>
            <a:gdLst>
              <a:gd name="T0" fmla="*/ 2147483646 w 216"/>
              <a:gd name="T1" fmla="*/ 2147483646 h 98"/>
              <a:gd name="T2" fmla="*/ 2147483646 w 216"/>
              <a:gd name="T3" fmla="*/ 0 h 98"/>
              <a:gd name="T4" fmla="*/ 0 w 216"/>
              <a:gd name="T5" fmla="*/ 2147483646 h 98"/>
              <a:gd name="T6" fmla="*/ 0 w 216"/>
              <a:gd name="T7" fmla="*/ 2147483646 h 98"/>
              <a:gd name="T8" fmla="*/ 2147483646 w 216"/>
              <a:gd name="T9" fmla="*/ 2147483646 h 98"/>
              <a:gd name="T10" fmla="*/ 2147483646 w 216"/>
              <a:gd name="T11" fmla="*/ 2147483646 h 98"/>
              <a:gd name="T12" fmla="*/ 2147483646 w 216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98">
                <a:moveTo>
                  <a:pt x="216" y="16"/>
                </a:moveTo>
                <a:lnTo>
                  <a:pt x="207" y="0"/>
                </a:lnTo>
                <a:lnTo>
                  <a:pt x="0" y="82"/>
                </a:lnTo>
                <a:lnTo>
                  <a:pt x="9" y="98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04" name="Freeform 19"/>
          <p:cNvSpPr>
            <a:spLocks/>
          </p:cNvSpPr>
          <p:nvPr/>
        </p:nvSpPr>
        <p:spPr bwMode="auto">
          <a:xfrm>
            <a:off x="5910263" y="5911850"/>
            <a:ext cx="357187" cy="128588"/>
          </a:xfrm>
          <a:custGeom>
            <a:avLst/>
            <a:gdLst>
              <a:gd name="T0" fmla="*/ 2147483646 w 225"/>
              <a:gd name="T1" fmla="*/ 2147483646 h 81"/>
              <a:gd name="T2" fmla="*/ 2147483646 w 225"/>
              <a:gd name="T3" fmla="*/ 0 h 81"/>
              <a:gd name="T4" fmla="*/ 0 w 225"/>
              <a:gd name="T5" fmla="*/ 2147483646 h 81"/>
              <a:gd name="T6" fmla="*/ 0 w 225"/>
              <a:gd name="T7" fmla="*/ 2147483646 h 81"/>
              <a:gd name="T8" fmla="*/ 0 w 225"/>
              <a:gd name="T9" fmla="*/ 2147483646 h 81"/>
              <a:gd name="T10" fmla="*/ 2147483646 w 225"/>
              <a:gd name="T11" fmla="*/ 2147483646 h 81"/>
              <a:gd name="T12" fmla="*/ 2147483646 w 225"/>
              <a:gd name="T13" fmla="*/ 2147483646 h 8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81">
                <a:moveTo>
                  <a:pt x="225" y="16"/>
                </a:moveTo>
                <a:lnTo>
                  <a:pt x="216" y="0"/>
                </a:lnTo>
                <a:lnTo>
                  <a:pt x="0" y="65"/>
                </a:lnTo>
                <a:lnTo>
                  <a:pt x="0" y="81"/>
                </a:lnTo>
                <a:lnTo>
                  <a:pt x="9" y="8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05" name="Freeform 20"/>
          <p:cNvSpPr>
            <a:spLocks/>
          </p:cNvSpPr>
          <p:nvPr/>
        </p:nvSpPr>
        <p:spPr bwMode="auto">
          <a:xfrm>
            <a:off x="5538788" y="6015038"/>
            <a:ext cx="371475" cy="103187"/>
          </a:xfrm>
          <a:custGeom>
            <a:avLst/>
            <a:gdLst>
              <a:gd name="T0" fmla="*/ 2147483646 w 234"/>
              <a:gd name="T1" fmla="*/ 2147483646 h 65"/>
              <a:gd name="T2" fmla="*/ 2147483646 w 234"/>
              <a:gd name="T3" fmla="*/ 0 h 65"/>
              <a:gd name="T4" fmla="*/ 0 w 234"/>
              <a:gd name="T5" fmla="*/ 2147483646 h 65"/>
              <a:gd name="T6" fmla="*/ 0 w 234"/>
              <a:gd name="T7" fmla="*/ 2147483646 h 65"/>
              <a:gd name="T8" fmla="*/ 0 w 234"/>
              <a:gd name="T9" fmla="*/ 2147483646 h 65"/>
              <a:gd name="T10" fmla="*/ 0 w 234"/>
              <a:gd name="T11" fmla="*/ 2147483646 h 65"/>
              <a:gd name="T12" fmla="*/ 2147483646 w 234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4" h="65">
                <a:moveTo>
                  <a:pt x="234" y="16"/>
                </a:moveTo>
                <a:lnTo>
                  <a:pt x="234" y="0"/>
                </a:lnTo>
                <a:lnTo>
                  <a:pt x="0" y="49"/>
                </a:lnTo>
                <a:lnTo>
                  <a:pt x="0" y="65"/>
                </a:lnTo>
                <a:lnTo>
                  <a:pt x="23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06" name="Freeform 21"/>
          <p:cNvSpPr>
            <a:spLocks/>
          </p:cNvSpPr>
          <p:nvPr/>
        </p:nvSpPr>
        <p:spPr bwMode="auto">
          <a:xfrm>
            <a:off x="4752975" y="6092825"/>
            <a:ext cx="785813" cy="90488"/>
          </a:xfrm>
          <a:custGeom>
            <a:avLst/>
            <a:gdLst>
              <a:gd name="T0" fmla="*/ 2147483646 w 495"/>
              <a:gd name="T1" fmla="*/ 2147483646 h 57"/>
              <a:gd name="T2" fmla="*/ 2147483646 w 495"/>
              <a:gd name="T3" fmla="*/ 0 h 57"/>
              <a:gd name="T4" fmla="*/ 0 w 495"/>
              <a:gd name="T5" fmla="*/ 2147483646 h 57"/>
              <a:gd name="T6" fmla="*/ 0 w 495"/>
              <a:gd name="T7" fmla="*/ 2147483646 h 57"/>
              <a:gd name="T8" fmla="*/ 0 w 495"/>
              <a:gd name="T9" fmla="*/ 2147483646 h 57"/>
              <a:gd name="T10" fmla="*/ 0 w 495"/>
              <a:gd name="T11" fmla="*/ 2147483646 h 57"/>
              <a:gd name="T12" fmla="*/ 2147483646 w 495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95" h="57">
                <a:moveTo>
                  <a:pt x="495" y="16"/>
                </a:moveTo>
                <a:lnTo>
                  <a:pt x="495" y="0"/>
                </a:lnTo>
                <a:lnTo>
                  <a:pt x="0" y="41"/>
                </a:lnTo>
                <a:lnTo>
                  <a:pt x="0" y="57"/>
                </a:lnTo>
                <a:lnTo>
                  <a:pt x="49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07" name="Freeform 22"/>
          <p:cNvSpPr>
            <a:spLocks/>
          </p:cNvSpPr>
          <p:nvPr/>
        </p:nvSpPr>
        <p:spPr bwMode="auto">
          <a:xfrm>
            <a:off x="3967163" y="6145213"/>
            <a:ext cx="785812" cy="38100"/>
          </a:xfrm>
          <a:custGeom>
            <a:avLst/>
            <a:gdLst>
              <a:gd name="T0" fmla="*/ 2147483646 w 495"/>
              <a:gd name="T1" fmla="*/ 2147483646 h 24"/>
              <a:gd name="T2" fmla="*/ 2147483646 w 495"/>
              <a:gd name="T3" fmla="*/ 2147483646 h 24"/>
              <a:gd name="T4" fmla="*/ 0 w 495"/>
              <a:gd name="T5" fmla="*/ 0 h 24"/>
              <a:gd name="T6" fmla="*/ 0 w 495"/>
              <a:gd name="T7" fmla="*/ 0 h 24"/>
              <a:gd name="T8" fmla="*/ 0 w 495"/>
              <a:gd name="T9" fmla="*/ 2147483646 h 24"/>
              <a:gd name="T10" fmla="*/ 0 w 495"/>
              <a:gd name="T11" fmla="*/ 2147483646 h 24"/>
              <a:gd name="T12" fmla="*/ 2147483646 w 495"/>
              <a:gd name="T13" fmla="*/ 2147483646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95" h="24">
                <a:moveTo>
                  <a:pt x="495" y="24"/>
                </a:moveTo>
                <a:lnTo>
                  <a:pt x="495" y="8"/>
                </a:lnTo>
                <a:lnTo>
                  <a:pt x="0" y="0"/>
                </a:lnTo>
                <a:lnTo>
                  <a:pt x="0" y="16"/>
                </a:lnTo>
                <a:lnTo>
                  <a:pt x="495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08" name="Freeform 23"/>
          <p:cNvSpPr>
            <a:spLocks/>
          </p:cNvSpPr>
          <p:nvPr/>
        </p:nvSpPr>
        <p:spPr bwMode="auto">
          <a:xfrm>
            <a:off x="3209925" y="6027738"/>
            <a:ext cx="757238" cy="142875"/>
          </a:xfrm>
          <a:custGeom>
            <a:avLst/>
            <a:gdLst>
              <a:gd name="T0" fmla="*/ 2147483646 w 477"/>
              <a:gd name="T1" fmla="*/ 2147483646 h 90"/>
              <a:gd name="T2" fmla="*/ 2147483646 w 477"/>
              <a:gd name="T3" fmla="*/ 2147483646 h 90"/>
              <a:gd name="T4" fmla="*/ 0 w 477"/>
              <a:gd name="T5" fmla="*/ 0 h 90"/>
              <a:gd name="T6" fmla="*/ 0 w 477"/>
              <a:gd name="T7" fmla="*/ 0 h 90"/>
              <a:gd name="T8" fmla="*/ 0 w 477"/>
              <a:gd name="T9" fmla="*/ 2147483646 h 90"/>
              <a:gd name="T10" fmla="*/ 0 w 477"/>
              <a:gd name="T11" fmla="*/ 2147483646 h 90"/>
              <a:gd name="T12" fmla="*/ 2147483646 w 477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77" h="90">
                <a:moveTo>
                  <a:pt x="477" y="90"/>
                </a:moveTo>
                <a:lnTo>
                  <a:pt x="477" y="74"/>
                </a:lnTo>
                <a:lnTo>
                  <a:pt x="0" y="0"/>
                </a:lnTo>
                <a:lnTo>
                  <a:pt x="0" y="17"/>
                </a:lnTo>
                <a:lnTo>
                  <a:pt x="477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09" name="Freeform 24"/>
          <p:cNvSpPr>
            <a:spLocks/>
          </p:cNvSpPr>
          <p:nvPr/>
        </p:nvSpPr>
        <p:spPr bwMode="auto">
          <a:xfrm>
            <a:off x="2852738" y="5949950"/>
            <a:ext cx="357187" cy="104775"/>
          </a:xfrm>
          <a:custGeom>
            <a:avLst/>
            <a:gdLst>
              <a:gd name="T0" fmla="*/ 2147483646 w 225"/>
              <a:gd name="T1" fmla="*/ 2147483646 h 66"/>
              <a:gd name="T2" fmla="*/ 2147483646 w 225"/>
              <a:gd name="T3" fmla="*/ 2147483646 h 66"/>
              <a:gd name="T4" fmla="*/ 0 w 225"/>
              <a:gd name="T5" fmla="*/ 0 h 66"/>
              <a:gd name="T6" fmla="*/ 2147483646 w 225"/>
              <a:gd name="T7" fmla="*/ 0 h 66"/>
              <a:gd name="T8" fmla="*/ 0 w 225"/>
              <a:gd name="T9" fmla="*/ 2147483646 h 66"/>
              <a:gd name="T10" fmla="*/ 0 w 225"/>
              <a:gd name="T11" fmla="*/ 2147483646 h 66"/>
              <a:gd name="T12" fmla="*/ 2147483646 w 225"/>
              <a:gd name="T13" fmla="*/ 2147483646 h 6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66">
                <a:moveTo>
                  <a:pt x="225" y="66"/>
                </a:moveTo>
                <a:lnTo>
                  <a:pt x="225" y="49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25" y="6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10" name="Freeform 25"/>
          <p:cNvSpPr>
            <a:spLocks/>
          </p:cNvSpPr>
          <p:nvPr/>
        </p:nvSpPr>
        <p:spPr bwMode="auto">
          <a:xfrm>
            <a:off x="2538413" y="5846763"/>
            <a:ext cx="328612" cy="130175"/>
          </a:xfrm>
          <a:custGeom>
            <a:avLst/>
            <a:gdLst>
              <a:gd name="T0" fmla="*/ 2147483646 w 207"/>
              <a:gd name="T1" fmla="*/ 2147483646 h 82"/>
              <a:gd name="T2" fmla="*/ 2147483646 w 207"/>
              <a:gd name="T3" fmla="*/ 2147483646 h 82"/>
              <a:gd name="T4" fmla="*/ 2147483646 w 207"/>
              <a:gd name="T5" fmla="*/ 0 h 82"/>
              <a:gd name="T6" fmla="*/ 2147483646 w 207"/>
              <a:gd name="T7" fmla="*/ 0 h 82"/>
              <a:gd name="T8" fmla="*/ 0 w 207"/>
              <a:gd name="T9" fmla="*/ 2147483646 h 82"/>
              <a:gd name="T10" fmla="*/ 0 w 207"/>
              <a:gd name="T11" fmla="*/ 2147483646 h 82"/>
              <a:gd name="T12" fmla="*/ 2147483646 w 207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7" h="82">
                <a:moveTo>
                  <a:pt x="198" y="82"/>
                </a:moveTo>
                <a:lnTo>
                  <a:pt x="207" y="65"/>
                </a:lnTo>
                <a:lnTo>
                  <a:pt x="9" y="0"/>
                </a:lnTo>
                <a:lnTo>
                  <a:pt x="0" y="16"/>
                </a:lnTo>
                <a:lnTo>
                  <a:pt x="198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11" name="Freeform 26"/>
          <p:cNvSpPr>
            <a:spLocks/>
          </p:cNvSpPr>
          <p:nvPr/>
        </p:nvSpPr>
        <p:spPr bwMode="auto">
          <a:xfrm>
            <a:off x="2252663" y="5729288"/>
            <a:ext cx="300037" cy="142875"/>
          </a:xfrm>
          <a:custGeom>
            <a:avLst/>
            <a:gdLst>
              <a:gd name="T0" fmla="*/ 2147483646 w 189"/>
              <a:gd name="T1" fmla="*/ 2147483646 h 90"/>
              <a:gd name="T2" fmla="*/ 2147483646 w 189"/>
              <a:gd name="T3" fmla="*/ 2147483646 h 90"/>
              <a:gd name="T4" fmla="*/ 2147483646 w 189"/>
              <a:gd name="T5" fmla="*/ 0 h 90"/>
              <a:gd name="T6" fmla="*/ 2147483646 w 189"/>
              <a:gd name="T7" fmla="*/ 0 h 90"/>
              <a:gd name="T8" fmla="*/ 0 w 189"/>
              <a:gd name="T9" fmla="*/ 2147483646 h 90"/>
              <a:gd name="T10" fmla="*/ 0 w 189"/>
              <a:gd name="T11" fmla="*/ 2147483646 h 90"/>
              <a:gd name="T12" fmla="*/ 2147483646 w 189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90">
                <a:moveTo>
                  <a:pt x="180" y="90"/>
                </a:moveTo>
                <a:lnTo>
                  <a:pt x="189" y="74"/>
                </a:lnTo>
                <a:lnTo>
                  <a:pt x="9" y="0"/>
                </a:lnTo>
                <a:lnTo>
                  <a:pt x="0" y="17"/>
                </a:lnTo>
                <a:lnTo>
                  <a:pt x="180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12" name="Freeform 27"/>
          <p:cNvSpPr>
            <a:spLocks/>
          </p:cNvSpPr>
          <p:nvPr/>
        </p:nvSpPr>
        <p:spPr bwMode="auto">
          <a:xfrm>
            <a:off x="1995488" y="5600700"/>
            <a:ext cx="271462" cy="155575"/>
          </a:xfrm>
          <a:custGeom>
            <a:avLst/>
            <a:gdLst>
              <a:gd name="T0" fmla="*/ 2147483646 w 171"/>
              <a:gd name="T1" fmla="*/ 2147483646 h 98"/>
              <a:gd name="T2" fmla="*/ 2147483646 w 171"/>
              <a:gd name="T3" fmla="*/ 2147483646 h 98"/>
              <a:gd name="T4" fmla="*/ 2147483646 w 171"/>
              <a:gd name="T5" fmla="*/ 0 h 98"/>
              <a:gd name="T6" fmla="*/ 2147483646 w 171"/>
              <a:gd name="T7" fmla="*/ 0 h 98"/>
              <a:gd name="T8" fmla="*/ 0 w 171"/>
              <a:gd name="T9" fmla="*/ 2147483646 h 98"/>
              <a:gd name="T10" fmla="*/ 0 w 171"/>
              <a:gd name="T11" fmla="*/ 2147483646 h 98"/>
              <a:gd name="T12" fmla="*/ 2147483646 w 171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1" h="98">
                <a:moveTo>
                  <a:pt x="162" y="98"/>
                </a:moveTo>
                <a:lnTo>
                  <a:pt x="171" y="81"/>
                </a:lnTo>
                <a:lnTo>
                  <a:pt x="9" y="0"/>
                </a:lnTo>
                <a:lnTo>
                  <a:pt x="0" y="16"/>
                </a:lnTo>
                <a:lnTo>
                  <a:pt x="16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13" name="Freeform 28"/>
          <p:cNvSpPr>
            <a:spLocks/>
          </p:cNvSpPr>
          <p:nvPr/>
        </p:nvSpPr>
        <p:spPr bwMode="auto">
          <a:xfrm>
            <a:off x="1795463" y="5445125"/>
            <a:ext cx="214312" cy="180975"/>
          </a:xfrm>
          <a:custGeom>
            <a:avLst/>
            <a:gdLst>
              <a:gd name="T0" fmla="*/ 2147483646 w 135"/>
              <a:gd name="T1" fmla="*/ 2147483646 h 114"/>
              <a:gd name="T2" fmla="*/ 2147483646 w 135"/>
              <a:gd name="T3" fmla="*/ 2147483646 h 114"/>
              <a:gd name="T4" fmla="*/ 2147483646 w 135"/>
              <a:gd name="T5" fmla="*/ 0 h 114"/>
              <a:gd name="T6" fmla="*/ 2147483646 w 135"/>
              <a:gd name="T7" fmla="*/ 2147483646 h 114"/>
              <a:gd name="T8" fmla="*/ 0 w 135"/>
              <a:gd name="T9" fmla="*/ 2147483646 h 114"/>
              <a:gd name="T10" fmla="*/ 2147483646 w 135"/>
              <a:gd name="T11" fmla="*/ 2147483646 h 114"/>
              <a:gd name="T12" fmla="*/ 2147483646 w 135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114">
                <a:moveTo>
                  <a:pt x="126" y="114"/>
                </a:moveTo>
                <a:lnTo>
                  <a:pt x="135" y="98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26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14" name="Freeform 29"/>
          <p:cNvSpPr>
            <a:spLocks/>
          </p:cNvSpPr>
          <p:nvPr/>
        </p:nvSpPr>
        <p:spPr bwMode="auto">
          <a:xfrm>
            <a:off x="1638300" y="5302250"/>
            <a:ext cx="185738" cy="168275"/>
          </a:xfrm>
          <a:custGeom>
            <a:avLst/>
            <a:gdLst>
              <a:gd name="T0" fmla="*/ 2147483646 w 117"/>
              <a:gd name="T1" fmla="*/ 2147483646 h 106"/>
              <a:gd name="T2" fmla="*/ 2147483646 w 117"/>
              <a:gd name="T3" fmla="*/ 2147483646 h 106"/>
              <a:gd name="T4" fmla="*/ 2147483646 w 117"/>
              <a:gd name="T5" fmla="*/ 0 h 106"/>
              <a:gd name="T6" fmla="*/ 0 w 117"/>
              <a:gd name="T7" fmla="*/ 2147483646 h 106"/>
              <a:gd name="T8" fmla="*/ 2147483646 w 117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7" h="106">
                <a:moveTo>
                  <a:pt x="99" y="106"/>
                </a:moveTo>
                <a:lnTo>
                  <a:pt x="117" y="98"/>
                </a:lnTo>
                <a:lnTo>
                  <a:pt x="18" y="0"/>
                </a:lnTo>
                <a:lnTo>
                  <a:pt x="0" y="8"/>
                </a:lnTo>
                <a:lnTo>
                  <a:pt x="99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15" name="Freeform 30"/>
          <p:cNvSpPr>
            <a:spLocks/>
          </p:cNvSpPr>
          <p:nvPr/>
        </p:nvSpPr>
        <p:spPr bwMode="auto">
          <a:xfrm>
            <a:off x="7310438" y="5302250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2147483646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0 h 16"/>
              <a:gd name="T10" fmla="*/ 2147483646 w 18"/>
              <a:gd name="T11" fmla="*/ 0 h 16"/>
              <a:gd name="T12" fmla="*/ 0 w 18"/>
              <a:gd name="T13" fmla="*/ 0 h 16"/>
              <a:gd name="T14" fmla="*/ 0 w 18"/>
              <a:gd name="T15" fmla="*/ 2147483646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0" y="16"/>
                </a:move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16" name="Freeform 31"/>
          <p:cNvSpPr>
            <a:spLocks/>
          </p:cNvSpPr>
          <p:nvPr/>
        </p:nvSpPr>
        <p:spPr bwMode="auto">
          <a:xfrm>
            <a:off x="7167563" y="5289550"/>
            <a:ext cx="200025" cy="168275"/>
          </a:xfrm>
          <a:custGeom>
            <a:avLst/>
            <a:gdLst>
              <a:gd name="T0" fmla="*/ 2147483646 w 126"/>
              <a:gd name="T1" fmla="*/ 2147483646 h 106"/>
              <a:gd name="T2" fmla="*/ 2147483646 w 126"/>
              <a:gd name="T3" fmla="*/ 2147483646 h 106"/>
              <a:gd name="T4" fmla="*/ 0 w 126"/>
              <a:gd name="T5" fmla="*/ 2147483646 h 106"/>
              <a:gd name="T6" fmla="*/ 2147483646 w 126"/>
              <a:gd name="T7" fmla="*/ 0 h 106"/>
              <a:gd name="T8" fmla="*/ 2147483646 w 126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17" name="Freeform 32"/>
          <p:cNvSpPr>
            <a:spLocks/>
          </p:cNvSpPr>
          <p:nvPr/>
        </p:nvSpPr>
        <p:spPr bwMode="auto">
          <a:xfrm>
            <a:off x="7167563" y="5289550"/>
            <a:ext cx="200025" cy="168275"/>
          </a:xfrm>
          <a:custGeom>
            <a:avLst/>
            <a:gdLst>
              <a:gd name="T0" fmla="*/ 2147483646 w 126"/>
              <a:gd name="T1" fmla="*/ 2147483646 h 106"/>
              <a:gd name="T2" fmla="*/ 2147483646 w 126"/>
              <a:gd name="T3" fmla="*/ 2147483646 h 106"/>
              <a:gd name="T4" fmla="*/ 0 w 126"/>
              <a:gd name="T5" fmla="*/ 2147483646 h 106"/>
              <a:gd name="T6" fmla="*/ 2147483646 w 126"/>
              <a:gd name="T7" fmla="*/ 0 h 106"/>
              <a:gd name="T8" fmla="*/ 2147483646 w 126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18" name="Freeform 33"/>
          <p:cNvSpPr>
            <a:spLocks/>
          </p:cNvSpPr>
          <p:nvPr/>
        </p:nvSpPr>
        <p:spPr bwMode="auto">
          <a:xfrm>
            <a:off x="7596188" y="1697038"/>
            <a:ext cx="228600" cy="246062"/>
          </a:xfrm>
          <a:custGeom>
            <a:avLst/>
            <a:gdLst>
              <a:gd name="T0" fmla="*/ 2147483646 w 144"/>
              <a:gd name="T1" fmla="*/ 0 h 155"/>
              <a:gd name="T2" fmla="*/ 0 w 144"/>
              <a:gd name="T3" fmla="*/ 2147483646 h 155"/>
              <a:gd name="T4" fmla="*/ 2147483646 w 144"/>
              <a:gd name="T5" fmla="*/ 2147483646 h 155"/>
              <a:gd name="T6" fmla="*/ 2147483646 w 144"/>
              <a:gd name="T7" fmla="*/ 2147483646 h 155"/>
              <a:gd name="T8" fmla="*/ 2147483646 w 144"/>
              <a:gd name="T9" fmla="*/ 2147483646 h 155"/>
              <a:gd name="T10" fmla="*/ 2147483646 w 144"/>
              <a:gd name="T11" fmla="*/ 2147483646 h 155"/>
              <a:gd name="T12" fmla="*/ 2147483646 w 144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55">
                <a:moveTo>
                  <a:pt x="18" y="0"/>
                </a:moveTo>
                <a:lnTo>
                  <a:pt x="0" y="8"/>
                </a:lnTo>
                <a:lnTo>
                  <a:pt x="126" y="155"/>
                </a:lnTo>
                <a:lnTo>
                  <a:pt x="14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19" name="Freeform 34"/>
          <p:cNvSpPr>
            <a:spLocks/>
          </p:cNvSpPr>
          <p:nvPr/>
        </p:nvSpPr>
        <p:spPr bwMode="auto">
          <a:xfrm>
            <a:off x="7796213" y="1930400"/>
            <a:ext cx="185737" cy="260350"/>
          </a:xfrm>
          <a:custGeom>
            <a:avLst/>
            <a:gdLst>
              <a:gd name="T0" fmla="*/ 2147483646 w 117"/>
              <a:gd name="T1" fmla="*/ 0 h 164"/>
              <a:gd name="T2" fmla="*/ 0 w 117"/>
              <a:gd name="T3" fmla="*/ 2147483646 h 164"/>
              <a:gd name="T4" fmla="*/ 2147483646 w 117"/>
              <a:gd name="T5" fmla="*/ 2147483646 h 164"/>
              <a:gd name="T6" fmla="*/ 2147483646 w 117"/>
              <a:gd name="T7" fmla="*/ 2147483646 h 164"/>
              <a:gd name="T8" fmla="*/ 2147483646 w 117"/>
              <a:gd name="T9" fmla="*/ 2147483646 h 164"/>
              <a:gd name="T10" fmla="*/ 2147483646 w 117"/>
              <a:gd name="T11" fmla="*/ 2147483646 h 164"/>
              <a:gd name="T12" fmla="*/ 2147483646 w 117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7" h="164">
                <a:moveTo>
                  <a:pt x="18" y="0"/>
                </a:moveTo>
                <a:lnTo>
                  <a:pt x="0" y="8"/>
                </a:lnTo>
                <a:lnTo>
                  <a:pt x="99" y="164"/>
                </a:lnTo>
                <a:lnTo>
                  <a:pt x="117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20" name="Freeform 35"/>
          <p:cNvSpPr>
            <a:spLocks/>
          </p:cNvSpPr>
          <p:nvPr/>
        </p:nvSpPr>
        <p:spPr bwMode="auto">
          <a:xfrm>
            <a:off x="7953375" y="2176463"/>
            <a:ext cx="142875" cy="247650"/>
          </a:xfrm>
          <a:custGeom>
            <a:avLst/>
            <a:gdLst>
              <a:gd name="T0" fmla="*/ 2147483646 w 90"/>
              <a:gd name="T1" fmla="*/ 0 h 156"/>
              <a:gd name="T2" fmla="*/ 0 w 90"/>
              <a:gd name="T3" fmla="*/ 2147483646 h 156"/>
              <a:gd name="T4" fmla="*/ 2147483646 w 90"/>
              <a:gd name="T5" fmla="*/ 2147483646 h 156"/>
              <a:gd name="T6" fmla="*/ 2147483646 w 90"/>
              <a:gd name="T7" fmla="*/ 2147483646 h 156"/>
              <a:gd name="T8" fmla="*/ 2147483646 w 90"/>
              <a:gd name="T9" fmla="*/ 2147483646 h 156"/>
              <a:gd name="T10" fmla="*/ 2147483646 w 90"/>
              <a:gd name="T11" fmla="*/ 2147483646 h 156"/>
              <a:gd name="T12" fmla="*/ 2147483646 w 90"/>
              <a:gd name="T13" fmla="*/ 0 h 1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0" h="156">
                <a:moveTo>
                  <a:pt x="18" y="0"/>
                </a:moveTo>
                <a:lnTo>
                  <a:pt x="0" y="9"/>
                </a:lnTo>
                <a:lnTo>
                  <a:pt x="72" y="156"/>
                </a:lnTo>
                <a:lnTo>
                  <a:pt x="90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21" name="Freeform 36"/>
          <p:cNvSpPr>
            <a:spLocks/>
          </p:cNvSpPr>
          <p:nvPr/>
        </p:nvSpPr>
        <p:spPr bwMode="auto">
          <a:xfrm>
            <a:off x="8067675" y="2409825"/>
            <a:ext cx="114300" cy="260350"/>
          </a:xfrm>
          <a:custGeom>
            <a:avLst/>
            <a:gdLst>
              <a:gd name="T0" fmla="*/ 2147483646 w 72"/>
              <a:gd name="T1" fmla="*/ 0 h 164"/>
              <a:gd name="T2" fmla="*/ 0 w 72"/>
              <a:gd name="T3" fmla="*/ 2147483646 h 164"/>
              <a:gd name="T4" fmla="*/ 2147483646 w 72"/>
              <a:gd name="T5" fmla="*/ 2147483646 h 164"/>
              <a:gd name="T6" fmla="*/ 2147483646 w 72"/>
              <a:gd name="T7" fmla="*/ 2147483646 h 164"/>
              <a:gd name="T8" fmla="*/ 2147483646 w 72"/>
              <a:gd name="T9" fmla="*/ 2147483646 h 164"/>
              <a:gd name="T10" fmla="*/ 2147483646 w 72"/>
              <a:gd name="T11" fmla="*/ 2147483646 h 164"/>
              <a:gd name="T12" fmla="*/ 2147483646 w 72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2" h="164">
                <a:moveTo>
                  <a:pt x="18" y="0"/>
                </a:moveTo>
                <a:lnTo>
                  <a:pt x="0" y="9"/>
                </a:lnTo>
                <a:lnTo>
                  <a:pt x="54" y="164"/>
                </a:lnTo>
                <a:lnTo>
                  <a:pt x="54" y="156"/>
                </a:lnTo>
                <a:lnTo>
                  <a:pt x="72" y="156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22" name="Freeform 37"/>
          <p:cNvSpPr>
            <a:spLocks/>
          </p:cNvSpPr>
          <p:nvPr/>
        </p:nvSpPr>
        <p:spPr bwMode="auto">
          <a:xfrm>
            <a:off x="8153400" y="2657475"/>
            <a:ext cx="85725" cy="233363"/>
          </a:xfrm>
          <a:custGeom>
            <a:avLst/>
            <a:gdLst>
              <a:gd name="T0" fmla="*/ 2147483646 w 54"/>
              <a:gd name="T1" fmla="*/ 0 h 147"/>
              <a:gd name="T2" fmla="*/ 0 w 54"/>
              <a:gd name="T3" fmla="*/ 0 h 147"/>
              <a:gd name="T4" fmla="*/ 2147483646 w 54"/>
              <a:gd name="T5" fmla="*/ 2147483646 h 147"/>
              <a:gd name="T6" fmla="*/ 2147483646 w 54"/>
              <a:gd name="T7" fmla="*/ 2147483646 h 147"/>
              <a:gd name="T8" fmla="*/ 2147483646 w 54"/>
              <a:gd name="T9" fmla="*/ 2147483646 h 147"/>
              <a:gd name="T10" fmla="*/ 2147483646 w 54"/>
              <a:gd name="T11" fmla="*/ 2147483646 h 147"/>
              <a:gd name="T12" fmla="*/ 2147483646 w 54"/>
              <a:gd name="T13" fmla="*/ 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4" h="147">
                <a:moveTo>
                  <a:pt x="18" y="0"/>
                </a:moveTo>
                <a:lnTo>
                  <a:pt x="0" y="0"/>
                </a:lnTo>
                <a:lnTo>
                  <a:pt x="36" y="147"/>
                </a:lnTo>
                <a:lnTo>
                  <a:pt x="5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23" name="Freeform 38"/>
          <p:cNvSpPr>
            <a:spLocks/>
          </p:cNvSpPr>
          <p:nvPr/>
        </p:nvSpPr>
        <p:spPr bwMode="auto">
          <a:xfrm>
            <a:off x="8210550" y="2890838"/>
            <a:ext cx="57150" cy="246062"/>
          </a:xfrm>
          <a:custGeom>
            <a:avLst/>
            <a:gdLst>
              <a:gd name="T0" fmla="*/ 2147483646 w 36"/>
              <a:gd name="T1" fmla="*/ 0 h 155"/>
              <a:gd name="T2" fmla="*/ 0 w 36"/>
              <a:gd name="T3" fmla="*/ 0 h 155"/>
              <a:gd name="T4" fmla="*/ 2147483646 w 36"/>
              <a:gd name="T5" fmla="*/ 2147483646 h 155"/>
              <a:gd name="T6" fmla="*/ 2147483646 w 36"/>
              <a:gd name="T7" fmla="*/ 2147483646 h 155"/>
              <a:gd name="T8" fmla="*/ 2147483646 w 36"/>
              <a:gd name="T9" fmla="*/ 2147483646 h 155"/>
              <a:gd name="T10" fmla="*/ 2147483646 w 36"/>
              <a:gd name="T11" fmla="*/ 2147483646 h 155"/>
              <a:gd name="T12" fmla="*/ 2147483646 w 36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6" h="155">
                <a:moveTo>
                  <a:pt x="18" y="0"/>
                </a:moveTo>
                <a:lnTo>
                  <a:pt x="0" y="0"/>
                </a:lnTo>
                <a:lnTo>
                  <a:pt x="18" y="155"/>
                </a:lnTo>
                <a:lnTo>
                  <a:pt x="36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24" name="Freeform 39"/>
          <p:cNvSpPr>
            <a:spLocks/>
          </p:cNvSpPr>
          <p:nvPr/>
        </p:nvSpPr>
        <p:spPr bwMode="auto">
          <a:xfrm>
            <a:off x="8196263" y="3136900"/>
            <a:ext cx="71437" cy="479425"/>
          </a:xfrm>
          <a:custGeom>
            <a:avLst/>
            <a:gdLst>
              <a:gd name="T0" fmla="*/ 2147483646 w 45"/>
              <a:gd name="T1" fmla="*/ 0 h 302"/>
              <a:gd name="T2" fmla="*/ 2147483646 w 45"/>
              <a:gd name="T3" fmla="*/ 0 h 302"/>
              <a:gd name="T4" fmla="*/ 0 w 45"/>
              <a:gd name="T5" fmla="*/ 2147483646 h 302"/>
              <a:gd name="T6" fmla="*/ 0 w 45"/>
              <a:gd name="T7" fmla="*/ 2147483646 h 302"/>
              <a:gd name="T8" fmla="*/ 2147483646 w 45"/>
              <a:gd name="T9" fmla="*/ 2147483646 h 302"/>
              <a:gd name="T10" fmla="*/ 2147483646 w 45"/>
              <a:gd name="T11" fmla="*/ 2147483646 h 302"/>
              <a:gd name="T12" fmla="*/ 2147483646 w 45"/>
              <a:gd name="T13" fmla="*/ 0 h 30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5" h="302">
                <a:moveTo>
                  <a:pt x="45" y="0"/>
                </a:moveTo>
                <a:lnTo>
                  <a:pt x="27" y="0"/>
                </a:lnTo>
                <a:lnTo>
                  <a:pt x="0" y="294"/>
                </a:lnTo>
                <a:lnTo>
                  <a:pt x="18" y="302"/>
                </a:lnTo>
                <a:lnTo>
                  <a:pt x="18" y="294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25" name="Freeform 40"/>
          <p:cNvSpPr>
            <a:spLocks/>
          </p:cNvSpPr>
          <p:nvPr/>
        </p:nvSpPr>
        <p:spPr bwMode="auto">
          <a:xfrm>
            <a:off x="8081963" y="3603625"/>
            <a:ext cx="142875" cy="427038"/>
          </a:xfrm>
          <a:custGeom>
            <a:avLst/>
            <a:gdLst>
              <a:gd name="T0" fmla="*/ 2147483646 w 90"/>
              <a:gd name="T1" fmla="*/ 2147483646 h 269"/>
              <a:gd name="T2" fmla="*/ 2147483646 w 90"/>
              <a:gd name="T3" fmla="*/ 0 h 269"/>
              <a:gd name="T4" fmla="*/ 0 w 90"/>
              <a:gd name="T5" fmla="*/ 2147483646 h 269"/>
              <a:gd name="T6" fmla="*/ 0 w 90"/>
              <a:gd name="T7" fmla="*/ 2147483646 h 269"/>
              <a:gd name="T8" fmla="*/ 2147483646 w 90"/>
              <a:gd name="T9" fmla="*/ 2147483646 h 269"/>
              <a:gd name="T10" fmla="*/ 2147483646 w 90"/>
              <a:gd name="T11" fmla="*/ 2147483646 h 269"/>
              <a:gd name="T12" fmla="*/ 2147483646 w 90"/>
              <a:gd name="T13" fmla="*/ 2147483646 h 26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0" h="269">
                <a:moveTo>
                  <a:pt x="90" y="8"/>
                </a:moveTo>
                <a:lnTo>
                  <a:pt x="72" y="0"/>
                </a:lnTo>
                <a:lnTo>
                  <a:pt x="0" y="261"/>
                </a:lnTo>
                <a:lnTo>
                  <a:pt x="18" y="269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26" name="Freeform 41"/>
          <p:cNvSpPr>
            <a:spLocks/>
          </p:cNvSpPr>
          <p:nvPr/>
        </p:nvSpPr>
        <p:spPr bwMode="auto">
          <a:xfrm>
            <a:off x="7896225" y="4017963"/>
            <a:ext cx="214313" cy="466725"/>
          </a:xfrm>
          <a:custGeom>
            <a:avLst/>
            <a:gdLst>
              <a:gd name="T0" fmla="*/ 2147483646 w 135"/>
              <a:gd name="T1" fmla="*/ 2147483646 h 294"/>
              <a:gd name="T2" fmla="*/ 2147483646 w 135"/>
              <a:gd name="T3" fmla="*/ 0 h 294"/>
              <a:gd name="T4" fmla="*/ 0 w 135"/>
              <a:gd name="T5" fmla="*/ 2147483646 h 294"/>
              <a:gd name="T6" fmla="*/ 0 w 135"/>
              <a:gd name="T7" fmla="*/ 2147483646 h 294"/>
              <a:gd name="T8" fmla="*/ 2147483646 w 135"/>
              <a:gd name="T9" fmla="*/ 2147483646 h 294"/>
              <a:gd name="T10" fmla="*/ 2147483646 w 135"/>
              <a:gd name="T11" fmla="*/ 2147483646 h 294"/>
              <a:gd name="T12" fmla="*/ 2147483646 w 135"/>
              <a:gd name="T13" fmla="*/ 2147483646 h 2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294">
                <a:moveTo>
                  <a:pt x="135" y="8"/>
                </a:moveTo>
                <a:lnTo>
                  <a:pt x="117" y="0"/>
                </a:lnTo>
                <a:lnTo>
                  <a:pt x="0" y="286"/>
                </a:lnTo>
                <a:lnTo>
                  <a:pt x="18" y="294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27" name="Freeform 42"/>
          <p:cNvSpPr>
            <a:spLocks/>
          </p:cNvSpPr>
          <p:nvPr/>
        </p:nvSpPr>
        <p:spPr bwMode="auto">
          <a:xfrm>
            <a:off x="7639050" y="4471988"/>
            <a:ext cx="285750" cy="454025"/>
          </a:xfrm>
          <a:custGeom>
            <a:avLst/>
            <a:gdLst>
              <a:gd name="T0" fmla="*/ 2147483646 w 180"/>
              <a:gd name="T1" fmla="*/ 2147483646 h 286"/>
              <a:gd name="T2" fmla="*/ 2147483646 w 180"/>
              <a:gd name="T3" fmla="*/ 0 h 286"/>
              <a:gd name="T4" fmla="*/ 0 w 180"/>
              <a:gd name="T5" fmla="*/ 2147483646 h 286"/>
              <a:gd name="T6" fmla="*/ 0 w 180"/>
              <a:gd name="T7" fmla="*/ 2147483646 h 286"/>
              <a:gd name="T8" fmla="*/ 2147483646 w 180"/>
              <a:gd name="T9" fmla="*/ 2147483646 h 286"/>
              <a:gd name="T10" fmla="*/ 2147483646 w 180"/>
              <a:gd name="T11" fmla="*/ 2147483646 h 286"/>
              <a:gd name="T12" fmla="*/ 2147483646 w 180"/>
              <a:gd name="T13" fmla="*/ 2147483646 h 2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0" h="286">
                <a:moveTo>
                  <a:pt x="180" y="8"/>
                </a:moveTo>
                <a:lnTo>
                  <a:pt x="162" y="0"/>
                </a:lnTo>
                <a:lnTo>
                  <a:pt x="0" y="278"/>
                </a:lnTo>
                <a:lnTo>
                  <a:pt x="18" y="286"/>
                </a:lnTo>
                <a:lnTo>
                  <a:pt x="18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28" name="Freeform 43"/>
          <p:cNvSpPr>
            <a:spLocks/>
          </p:cNvSpPr>
          <p:nvPr/>
        </p:nvSpPr>
        <p:spPr bwMode="auto">
          <a:xfrm>
            <a:off x="7481888" y="4913313"/>
            <a:ext cx="185737" cy="220662"/>
          </a:xfrm>
          <a:custGeom>
            <a:avLst/>
            <a:gdLst>
              <a:gd name="T0" fmla="*/ 2147483646 w 117"/>
              <a:gd name="T1" fmla="*/ 2147483646 h 139"/>
              <a:gd name="T2" fmla="*/ 2147483646 w 117"/>
              <a:gd name="T3" fmla="*/ 0 h 139"/>
              <a:gd name="T4" fmla="*/ 0 w 117"/>
              <a:gd name="T5" fmla="*/ 2147483646 h 139"/>
              <a:gd name="T6" fmla="*/ 0 w 117"/>
              <a:gd name="T7" fmla="*/ 2147483646 h 139"/>
              <a:gd name="T8" fmla="*/ 2147483646 w 117"/>
              <a:gd name="T9" fmla="*/ 2147483646 h 139"/>
              <a:gd name="T10" fmla="*/ 2147483646 w 117"/>
              <a:gd name="T11" fmla="*/ 2147483646 h 139"/>
              <a:gd name="T12" fmla="*/ 2147483646 w 117"/>
              <a:gd name="T13" fmla="*/ 2147483646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7" h="139">
                <a:moveTo>
                  <a:pt x="117" y="8"/>
                </a:moveTo>
                <a:lnTo>
                  <a:pt x="99" y="0"/>
                </a:lnTo>
                <a:lnTo>
                  <a:pt x="0" y="131"/>
                </a:lnTo>
                <a:lnTo>
                  <a:pt x="18" y="139"/>
                </a:lnTo>
                <a:lnTo>
                  <a:pt x="117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29" name="Freeform 44"/>
          <p:cNvSpPr>
            <a:spLocks/>
          </p:cNvSpPr>
          <p:nvPr/>
        </p:nvSpPr>
        <p:spPr bwMode="auto">
          <a:xfrm>
            <a:off x="7296150" y="5121275"/>
            <a:ext cx="214313" cy="206375"/>
          </a:xfrm>
          <a:custGeom>
            <a:avLst/>
            <a:gdLst>
              <a:gd name="T0" fmla="*/ 2147483646 w 135"/>
              <a:gd name="T1" fmla="*/ 2147483646 h 130"/>
              <a:gd name="T2" fmla="*/ 2147483646 w 135"/>
              <a:gd name="T3" fmla="*/ 0 h 130"/>
              <a:gd name="T4" fmla="*/ 0 w 135"/>
              <a:gd name="T5" fmla="*/ 2147483646 h 130"/>
              <a:gd name="T6" fmla="*/ 2147483646 w 135"/>
              <a:gd name="T7" fmla="*/ 2147483646 h 130"/>
              <a:gd name="T8" fmla="*/ 2147483646 w 135"/>
              <a:gd name="T9" fmla="*/ 2147483646 h 1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5" h="130">
                <a:moveTo>
                  <a:pt x="135" y="8"/>
                </a:moveTo>
                <a:lnTo>
                  <a:pt x="117" y="0"/>
                </a:lnTo>
                <a:lnTo>
                  <a:pt x="0" y="122"/>
                </a:lnTo>
                <a:lnTo>
                  <a:pt x="18" y="130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30" name="Freeform 45"/>
          <p:cNvSpPr>
            <a:spLocks/>
          </p:cNvSpPr>
          <p:nvPr/>
        </p:nvSpPr>
        <p:spPr bwMode="auto">
          <a:xfrm>
            <a:off x="1509713" y="3162300"/>
            <a:ext cx="28575" cy="26988"/>
          </a:xfrm>
          <a:custGeom>
            <a:avLst/>
            <a:gdLst>
              <a:gd name="T0" fmla="*/ 2147483646 w 18"/>
              <a:gd name="T1" fmla="*/ 2147483646 h 17"/>
              <a:gd name="T2" fmla="*/ 2147483646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0 h 17"/>
              <a:gd name="T10" fmla="*/ 2147483646 w 18"/>
              <a:gd name="T11" fmla="*/ 0 h 17"/>
              <a:gd name="T12" fmla="*/ 0 w 18"/>
              <a:gd name="T13" fmla="*/ 2147483646 h 17"/>
              <a:gd name="T14" fmla="*/ 0 w 18"/>
              <a:gd name="T15" fmla="*/ 2147483646 h 17"/>
              <a:gd name="T16" fmla="*/ 2147483646 w 18"/>
              <a:gd name="T17" fmla="*/ 2147483646 h 17"/>
              <a:gd name="T18" fmla="*/ 2147483646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7">
                <a:moveTo>
                  <a:pt x="9" y="17"/>
                </a:moveTo>
                <a:lnTo>
                  <a:pt x="9" y="17"/>
                </a:lnTo>
                <a:lnTo>
                  <a:pt x="18" y="17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0" y="17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31" name="Freeform 46"/>
          <p:cNvSpPr>
            <a:spLocks/>
          </p:cNvSpPr>
          <p:nvPr/>
        </p:nvSpPr>
        <p:spPr bwMode="auto">
          <a:xfrm>
            <a:off x="1409700" y="3162300"/>
            <a:ext cx="171450" cy="195263"/>
          </a:xfrm>
          <a:custGeom>
            <a:avLst/>
            <a:gdLst>
              <a:gd name="T0" fmla="*/ 2147483646 w 108"/>
              <a:gd name="T1" fmla="*/ 2147483646 h 123"/>
              <a:gd name="T2" fmla="*/ 2147483646 w 108"/>
              <a:gd name="T3" fmla="*/ 2147483646 h 123"/>
              <a:gd name="T4" fmla="*/ 0 w 108"/>
              <a:gd name="T5" fmla="*/ 2147483646 h 123"/>
              <a:gd name="T6" fmla="*/ 2147483646 w 108"/>
              <a:gd name="T7" fmla="*/ 0 h 123"/>
              <a:gd name="T8" fmla="*/ 2147483646 w 108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32" name="Freeform 47"/>
          <p:cNvSpPr>
            <a:spLocks/>
          </p:cNvSpPr>
          <p:nvPr/>
        </p:nvSpPr>
        <p:spPr bwMode="auto">
          <a:xfrm>
            <a:off x="1409700" y="3162300"/>
            <a:ext cx="171450" cy="195263"/>
          </a:xfrm>
          <a:custGeom>
            <a:avLst/>
            <a:gdLst>
              <a:gd name="T0" fmla="*/ 2147483646 w 108"/>
              <a:gd name="T1" fmla="*/ 2147483646 h 123"/>
              <a:gd name="T2" fmla="*/ 2147483646 w 108"/>
              <a:gd name="T3" fmla="*/ 2147483646 h 123"/>
              <a:gd name="T4" fmla="*/ 0 w 108"/>
              <a:gd name="T5" fmla="*/ 2147483646 h 123"/>
              <a:gd name="T6" fmla="*/ 2147483646 w 108"/>
              <a:gd name="T7" fmla="*/ 0 h 123"/>
              <a:gd name="T8" fmla="*/ 2147483646 w 108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33" name="Freeform 48"/>
          <p:cNvSpPr>
            <a:spLocks/>
          </p:cNvSpPr>
          <p:nvPr/>
        </p:nvSpPr>
        <p:spPr bwMode="auto">
          <a:xfrm>
            <a:off x="6753225" y="2514600"/>
            <a:ext cx="285750" cy="311150"/>
          </a:xfrm>
          <a:custGeom>
            <a:avLst/>
            <a:gdLst>
              <a:gd name="T0" fmla="*/ 2147483646 w 180"/>
              <a:gd name="T1" fmla="*/ 2147483646 h 196"/>
              <a:gd name="T2" fmla="*/ 2147483646 w 180"/>
              <a:gd name="T3" fmla="*/ 2147483646 h 196"/>
              <a:gd name="T4" fmla="*/ 2147483646 w 180"/>
              <a:gd name="T5" fmla="*/ 0 h 196"/>
              <a:gd name="T6" fmla="*/ 2147483646 w 180"/>
              <a:gd name="T7" fmla="*/ 0 h 196"/>
              <a:gd name="T8" fmla="*/ 0 w 180"/>
              <a:gd name="T9" fmla="*/ 2147483646 h 196"/>
              <a:gd name="T10" fmla="*/ 0 w 180"/>
              <a:gd name="T11" fmla="*/ 2147483646 h 196"/>
              <a:gd name="T12" fmla="*/ 2147483646 w 180"/>
              <a:gd name="T13" fmla="*/ 2147483646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0" h="196">
                <a:moveTo>
                  <a:pt x="162" y="196"/>
                </a:moveTo>
                <a:lnTo>
                  <a:pt x="180" y="188"/>
                </a:lnTo>
                <a:lnTo>
                  <a:pt x="18" y="0"/>
                </a:lnTo>
                <a:lnTo>
                  <a:pt x="0" y="8"/>
                </a:lnTo>
                <a:lnTo>
                  <a:pt x="162" y="19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34" name="Freeform 49"/>
          <p:cNvSpPr>
            <a:spLocks/>
          </p:cNvSpPr>
          <p:nvPr/>
        </p:nvSpPr>
        <p:spPr bwMode="auto">
          <a:xfrm>
            <a:off x="6467475" y="2228850"/>
            <a:ext cx="314325" cy="298450"/>
          </a:xfrm>
          <a:custGeom>
            <a:avLst/>
            <a:gdLst>
              <a:gd name="T0" fmla="*/ 2147483646 w 198"/>
              <a:gd name="T1" fmla="*/ 2147483646 h 188"/>
              <a:gd name="T2" fmla="*/ 2147483646 w 198"/>
              <a:gd name="T3" fmla="*/ 2147483646 h 188"/>
              <a:gd name="T4" fmla="*/ 2147483646 w 198"/>
              <a:gd name="T5" fmla="*/ 2147483646 h 188"/>
              <a:gd name="T6" fmla="*/ 2147483646 w 198"/>
              <a:gd name="T7" fmla="*/ 0 h 188"/>
              <a:gd name="T8" fmla="*/ 2147483646 w 198"/>
              <a:gd name="T9" fmla="*/ 2147483646 h 188"/>
              <a:gd name="T10" fmla="*/ 0 w 198"/>
              <a:gd name="T11" fmla="*/ 2147483646 h 188"/>
              <a:gd name="T12" fmla="*/ 2147483646 w 198"/>
              <a:gd name="T13" fmla="*/ 2147483646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8" h="188">
                <a:moveTo>
                  <a:pt x="180" y="188"/>
                </a:moveTo>
                <a:lnTo>
                  <a:pt x="198" y="180"/>
                </a:lnTo>
                <a:lnTo>
                  <a:pt x="18" y="8"/>
                </a:lnTo>
                <a:lnTo>
                  <a:pt x="18" y="0"/>
                </a:lnTo>
                <a:lnTo>
                  <a:pt x="9" y="16"/>
                </a:lnTo>
                <a:lnTo>
                  <a:pt x="0" y="16"/>
                </a:lnTo>
                <a:lnTo>
                  <a:pt x="18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35" name="Freeform 50"/>
          <p:cNvSpPr>
            <a:spLocks/>
          </p:cNvSpPr>
          <p:nvPr/>
        </p:nvSpPr>
        <p:spPr bwMode="auto">
          <a:xfrm>
            <a:off x="6153150" y="2020888"/>
            <a:ext cx="342900" cy="233362"/>
          </a:xfrm>
          <a:custGeom>
            <a:avLst/>
            <a:gdLst>
              <a:gd name="T0" fmla="*/ 2147483646 w 216"/>
              <a:gd name="T1" fmla="*/ 2147483646 h 147"/>
              <a:gd name="T2" fmla="*/ 2147483646 w 216"/>
              <a:gd name="T3" fmla="*/ 2147483646 h 147"/>
              <a:gd name="T4" fmla="*/ 2147483646 w 216"/>
              <a:gd name="T5" fmla="*/ 0 h 147"/>
              <a:gd name="T6" fmla="*/ 2147483646 w 216"/>
              <a:gd name="T7" fmla="*/ 0 h 147"/>
              <a:gd name="T8" fmla="*/ 0 w 216"/>
              <a:gd name="T9" fmla="*/ 2147483646 h 147"/>
              <a:gd name="T10" fmla="*/ 0 w 216"/>
              <a:gd name="T11" fmla="*/ 2147483646 h 147"/>
              <a:gd name="T12" fmla="*/ 2147483646 w 216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147">
                <a:moveTo>
                  <a:pt x="207" y="147"/>
                </a:moveTo>
                <a:lnTo>
                  <a:pt x="216" y="131"/>
                </a:lnTo>
                <a:lnTo>
                  <a:pt x="9" y="0"/>
                </a:lnTo>
                <a:lnTo>
                  <a:pt x="0" y="17"/>
                </a:lnTo>
                <a:lnTo>
                  <a:pt x="207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36" name="Freeform 51"/>
          <p:cNvSpPr>
            <a:spLocks/>
          </p:cNvSpPr>
          <p:nvPr/>
        </p:nvSpPr>
        <p:spPr bwMode="auto">
          <a:xfrm>
            <a:off x="5810250" y="1839913"/>
            <a:ext cx="357188" cy="207962"/>
          </a:xfrm>
          <a:custGeom>
            <a:avLst/>
            <a:gdLst>
              <a:gd name="T0" fmla="*/ 2147483646 w 225"/>
              <a:gd name="T1" fmla="*/ 2147483646 h 131"/>
              <a:gd name="T2" fmla="*/ 2147483646 w 225"/>
              <a:gd name="T3" fmla="*/ 2147483646 h 131"/>
              <a:gd name="T4" fmla="*/ 2147483646 w 225"/>
              <a:gd name="T5" fmla="*/ 0 h 131"/>
              <a:gd name="T6" fmla="*/ 2147483646 w 225"/>
              <a:gd name="T7" fmla="*/ 0 h 131"/>
              <a:gd name="T8" fmla="*/ 0 w 225"/>
              <a:gd name="T9" fmla="*/ 2147483646 h 131"/>
              <a:gd name="T10" fmla="*/ 0 w 225"/>
              <a:gd name="T11" fmla="*/ 2147483646 h 131"/>
              <a:gd name="T12" fmla="*/ 2147483646 w 225"/>
              <a:gd name="T13" fmla="*/ 2147483646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131">
                <a:moveTo>
                  <a:pt x="216" y="131"/>
                </a:moveTo>
                <a:lnTo>
                  <a:pt x="225" y="114"/>
                </a:lnTo>
                <a:lnTo>
                  <a:pt x="9" y="0"/>
                </a:lnTo>
                <a:lnTo>
                  <a:pt x="0" y="16"/>
                </a:lnTo>
                <a:lnTo>
                  <a:pt x="216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37" name="Freeform 52"/>
          <p:cNvSpPr>
            <a:spLocks/>
          </p:cNvSpPr>
          <p:nvPr/>
        </p:nvSpPr>
        <p:spPr bwMode="auto">
          <a:xfrm>
            <a:off x="5424488" y="1724025"/>
            <a:ext cx="400050" cy="141288"/>
          </a:xfrm>
          <a:custGeom>
            <a:avLst/>
            <a:gdLst>
              <a:gd name="T0" fmla="*/ 2147483646 w 252"/>
              <a:gd name="T1" fmla="*/ 2147483646 h 89"/>
              <a:gd name="T2" fmla="*/ 2147483646 w 252"/>
              <a:gd name="T3" fmla="*/ 2147483646 h 89"/>
              <a:gd name="T4" fmla="*/ 2147483646 w 252"/>
              <a:gd name="T5" fmla="*/ 0 h 89"/>
              <a:gd name="T6" fmla="*/ 0 w 252"/>
              <a:gd name="T7" fmla="*/ 0 h 89"/>
              <a:gd name="T8" fmla="*/ 0 w 252"/>
              <a:gd name="T9" fmla="*/ 2147483646 h 89"/>
              <a:gd name="T10" fmla="*/ 0 w 252"/>
              <a:gd name="T11" fmla="*/ 2147483646 h 89"/>
              <a:gd name="T12" fmla="*/ 2147483646 w 252"/>
              <a:gd name="T13" fmla="*/ 2147483646 h 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2" h="89">
                <a:moveTo>
                  <a:pt x="243" y="89"/>
                </a:moveTo>
                <a:lnTo>
                  <a:pt x="252" y="73"/>
                </a:lnTo>
                <a:lnTo>
                  <a:pt x="9" y="0"/>
                </a:lnTo>
                <a:lnTo>
                  <a:pt x="0" y="0"/>
                </a:lnTo>
                <a:lnTo>
                  <a:pt x="0" y="16"/>
                </a:lnTo>
                <a:lnTo>
                  <a:pt x="243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38" name="Freeform 53"/>
          <p:cNvSpPr>
            <a:spLocks/>
          </p:cNvSpPr>
          <p:nvPr/>
        </p:nvSpPr>
        <p:spPr bwMode="auto">
          <a:xfrm>
            <a:off x="5010150" y="1646238"/>
            <a:ext cx="414338" cy="103187"/>
          </a:xfrm>
          <a:custGeom>
            <a:avLst/>
            <a:gdLst>
              <a:gd name="T0" fmla="*/ 2147483646 w 261"/>
              <a:gd name="T1" fmla="*/ 2147483646 h 65"/>
              <a:gd name="T2" fmla="*/ 2147483646 w 261"/>
              <a:gd name="T3" fmla="*/ 2147483646 h 65"/>
              <a:gd name="T4" fmla="*/ 0 w 261"/>
              <a:gd name="T5" fmla="*/ 0 h 65"/>
              <a:gd name="T6" fmla="*/ 0 w 261"/>
              <a:gd name="T7" fmla="*/ 0 h 65"/>
              <a:gd name="T8" fmla="*/ 0 w 261"/>
              <a:gd name="T9" fmla="*/ 2147483646 h 65"/>
              <a:gd name="T10" fmla="*/ 0 w 261"/>
              <a:gd name="T11" fmla="*/ 2147483646 h 65"/>
              <a:gd name="T12" fmla="*/ 2147483646 w 261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61" h="65">
                <a:moveTo>
                  <a:pt x="261" y="65"/>
                </a:moveTo>
                <a:lnTo>
                  <a:pt x="261" y="49"/>
                </a:lnTo>
                <a:lnTo>
                  <a:pt x="0" y="0"/>
                </a:lnTo>
                <a:lnTo>
                  <a:pt x="0" y="16"/>
                </a:lnTo>
                <a:lnTo>
                  <a:pt x="261" y="6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39" name="Freeform 54"/>
          <p:cNvSpPr>
            <a:spLocks/>
          </p:cNvSpPr>
          <p:nvPr/>
        </p:nvSpPr>
        <p:spPr bwMode="auto">
          <a:xfrm>
            <a:off x="4567238" y="1631950"/>
            <a:ext cx="442912" cy="39688"/>
          </a:xfrm>
          <a:custGeom>
            <a:avLst/>
            <a:gdLst>
              <a:gd name="T0" fmla="*/ 2147483646 w 279"/>
              <a:gd name="T1" fmla="*/ 2147483646 h 25"/>
              <a:gd name="T2" fmla="*/ 2147483646 w 279"/>
              <a:gd name="T3" fmla="*/ 2147483646 h 25"/>
              <a:gd name="T4" fmla="*/ 0 w 279"/>
              <a:gd name="T5" fmla="*/ 0 h 25"/>
              <a:gd name="T6" fmla="*/ 0 w 279"/>
              <a:gd name="T7" fmla="*/ 0 h 25"/>
              <a:gd name="T8" fmla="*/ 0 w 279"/>
              <a:gd name="T9" fmla="*/ 2147483646 h 25"/>
              <a:gd name="T10" fmla="*/ 0 w 279"/>
              <a:gd name="T11" fmla="*/ 2147483646 h 25"/>
              <a:gd name="T12" fmla="*/ 2147483646 w 279"/>
              <a:gd name="T13" fmla="*/ 2147483646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9" h="25">
                <a:moveTo>
                  <a:pt x="279" y="25"/>
                </a:moveTo>
                <a:lnTo>
                  <a:pt x="279" y="9"/>
                </a:lnTo>
                <a:lnTo>
                  <a:pt x="0" y="0"/>
                </a:lnTo>
                <a:lnTo>
                  <a:pt x="0" y="17"/>
                </a:lnTo>
                <a:lnTo>
                  <a:pt x="279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40" name="Freeform 55"/>
          <p:cNvSpPr>
            <a:spLocks/>
          </p:cNvSpPr>
          <p:nvPr/>
        </p:nvSpPr>
        <p:spPr bwMode="auto">
          <a:xfrm>
            <a:off x="4110038" y="1631950"/>
            <a:ext cx="457200" cy="65088"/>
          </a:xfrm>
          <a:custGeom>
            <a:avLst/>
            <a:gdLst>
              <a:gd name="T0" fmla="*/ 2147483646 w 288"/>
              <a:gd name="T1" fmla="*/ 2147483646 h 41"/>
              <a:gd name="T2" fmla="*/ 2147483646 w 288"/>
              <a:gd name="T3" fmla="*/ 0 h 41"/>
              <a:gd name="T4" fmla="*/ 0 w 288"/>
              <a:gd name="T5" fmla="*/ 2147483646 h 41"/>
              <a:gd name="T6" fmla="*/ 0 w 288"/>
              <a:gd name="T7" fmla="*/ 2147483646 h 41"/>
              <a:gd name="T8" fmla="*/ 0 w 288"/>
              <a:gd name="T9" fmla="*/ 2147483646 h 41"/>
              <a:gd name="T10" fmla="*/ 0 w 288"/>
              <a:gd name="T11" fmla="*/ 2147483646 h 41"/>
              <a:gd name="T12" fmla="*/ 2147483646 w 288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88" h="41">
                <a:moveTo>
                  <a:pt x="288" y="17"/>
                </a:moveTo>
                <a:lnTo>
                  <a:pt x="288" y="0"/>
                </a:lnTo>
                <a:lnTo>
                  <a:pt x="0" y="25"/>
                </a:lnTo>
                <a:lnTo>
                  <a:pt x="0" y="41"/>
                </a:lnTo>
                <a:lnTo>
                  <a:pt x="288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41" name="Freeform 56"/>
          <p:cNvSpPr>
            <a:spLocks/>
          </p:cNvSpPr>
          <p:nvPr/>
        </p:nvSpPr>
        <p:spPr bwMode="auto">
          <a:xfrm>
            <a:off x="3638550" y="1671638"/>
            <a:ext cx="471488" cy="103187"/>
          </a:xfrm>
          <a:custGeom>
            <a:avLst/>
            <a:gdLst>
              <a:gd name="T0" fmla="*/ 2147483646 w 297"/>
              <a:gd name="T1" fmla="*/ 2147483646 h 65"/>
              <a:gd name="T2" fmla="*/ 2147483646 w 297"/>
              <a:gd name="T3" fmla="*/ 0 h 65"/>
              <a:gd name="T4" fmla="*/ 0 w 297"/>
              <a:gd name="T5" fmla="*/ 2147483646 h 65"/>
              <a:gd name="T6" fmla="*/ 0 w 297"/>
              <a:gd name="T7" fmla="*/ 2147483646 h 65"/>
              <a:gd name="T8" fmla="*/ 2147483646 w 297"/>
              <a:gd name="T9" fmla="*/ 2147483646 h 65"/>
              <a:gd name="T10" fmla="*/ 0 w 297"/>
              <a:gd name="T11" fmla="*/ 2147483646 h 65"/>
              <a:gd name="T12" fmla="*/ 2147483646 w 297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97" h="65">
                <a:moveTo>
                  <a:pt x="297" y="16"/>
                </a:moveTo>
                <a:lnTo>
                  <a:pt x="297" y="0"/>
                </a:lnTo>
                <a:lnTo>
                  <a:pt x="0" y="49"/>
                </a:lnTo>
                <a:lnTo>
                  <a:pt x="9" y="65"/>
                </a:lnTo>
                <a:lnTo>
                  <a:pt x="0" y="65"/>
                </a:lnTo>
                <a:lnTo>
                  <a:pt x="297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42" name="Freeform 57"/>
          <p:cNvSpPr>
            <a:spLocks/>
          </p:cNvSpPr>
          <p:nvPr/>
        </p:nvSpPr>
        <p:spPr bwMode="auto">
          <a:xfrm>
            <a:off x="3224213" y="1749425"/>
            <a:ext cx="428625" cy="130175"/>
          </a:xfrm>
          <a:custGeom>
            <a:avLst/>
            <a:gdLst>
              <a:gd name="T0" fmla="*/ 2147483646 w 270"/>
              <a:gd name="T1" fmla="*/ 2147483646 h 82"/>
              <a:gd name="T2" fmla="*/ 2147483646 w 270"/>
              <a:gd name="T3" fmla="*/ 0 h 82"/>
              <a:gd name="T4" fmla="*/ 0 w 270"/>
              <a:gd name="T5" fmla="*/ 2147483646 h 82"/>
              <a:gd name="T6" fmla="*/ 0 w 270"/>
              <a:gd name="T7" fmla="*/ 2147483646 h 82"/>
              <a:gd name="T8" fmla="*/ 2147483646 w 270"/>
              <a:gd name="T9" fmla="*/ 2147483646 h 82"/>
              <a:gd name="T10" fmla="*/ 2147483646 w 270"/>
              <a:gd name="T11" fmla="*/ 2147483646 h 82"/>
              <a:gd name="T12" fmla="*/ 2147483646 w 270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0" h="82">
                <a:moveTo>
                  <a:pt x="270" y="16"/>
                </a:moveTo>
                <a:lnTo>
                  <a:pt x="261" y="0"/>
                </a:lnTo>
                <a:lnTo>
                  <a:pt x="0" y="65"/>
                </a:lnTo>
                <a:lnTo>
                  <a:pt x="9" y="82"/>
                </a:lnTo>
                <a:lnTo>
                  <a:pt x="27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43" name="Freeform 58"/>
          <p:cNvSpPr>
            <a:spLocks/>
          </p:cNvSpPr>
          <p:nvPr/>
        </p:nvSpPr>
        <p:spPr bwMode="auto">
          <a:xfrm>
            <a:off x="2852738" y="1852613"/>
            <a:ext cx="385762" cy="168275"/>
          </a:xfrm>
          <a:custGeom>
            <a:avLst/>
            <a:gdLst>
              <a:gd name="T0" fmla="*/ 2147483646 w 243"/>
              <a:gd name="T1" fmla="*/ 2147483646 h 106"/>
              <a:gd name="T2" fmla="*/ 2147483646 w 243"/>
              <a:gd name="T3" fmla="*/ 0 h 106"/>
              <a:gd name="T4" fmla="*/ 0 w 243"/>
              <a:gd name="T5" fmla="*/ 2147483646 h 106"/>
              <a:gd name="T6" fmla="*/ 0 w 243"/>
              <a:gd name="T7" fmla="*/ 2147483646 h 106"/>
              <a:gd name="T8" fmla="*/ 2147483646 w 243"/>
              <a:gd name="T9" fmla="*/ 2147483646 h 106"/>
              <a:gd name="T10" fmla="*/ 2147483646 w 243"/>
              <a:gd name="T11" fmla="*/ 2147483646 h 106"/>
              <a:gd name="T12" fmla="*/ 2147483646 w 243"/>
              <a:gd name="T13" fmla="*/ 2147483646 h 1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" h="106">
                <a:moveTo>
                  <a:pt x="243" y="17"/>
                </a:moveTo>
                <a:lnTo>
                  <a:pt x="234" y="0"/>
                </a:lnTo>
                <a:lnTo>
                  <a:pt x="0" y="90"/>
                </a:lnTo>
                <a:lnTo>
                  <a:pt x="9" y="106"/>
                </a:lnTo>
                <a:lnTo>
                  <a:pt x="243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44" name="Freeform 59"/>
          <p:cNvSpPr>
            <a:spLocks/>
          </p:cNvSpPr>
          <p:nvPr/>
        </p:nvSpPr>
        <p:spPr bwMode="auto">
          <a:xfrm>
            <a:off x="2524125" y="1995488"/>
            <a:ext cx="342900" cy="195262"/>
          </a:xfrm>
          <a:custGeom>
            <a:avLst/>
            <a:gdLst>
              <a:gd name="T0" fmla="*/ 2147483646 w 216"/>
              <a:gd name="T1" fmla="*/ 2147483646 h 123"/>
              <a:gd name="T2" fmla="*/ 2147483646 w 216"/>
              <a:gd name="T3" fmla="*/ 0 h 123"/>
              <a:gd name="T4" fmla="*/ 0 w 216"/>
              <a:gd name="T5" fmla="*/ 2147483646 h 123"/>
              <a:gd name="T6" fmla="*/ 0 w 216"/>
              <a:gd name="T7" fmla="*/ 2147483646 h 123"/>
              <a:gd name="T8" fmla="*/ 2147483646 w 216"/>
              <a:gd name="T9" fmla="*/ 2147483646 h 123"/>
              <a:gd name="T10" fmla="*/ 2147483646 w 216"/>
              <a:gd name="T11" fmla="*/ 2147483646 h 123"/>
              <a:gd name="T12" fmla="*/ 2147483646 w 216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123">
                <a:moveTo>
                  <a:pt x="216" y="16"/>
                </a:moveTo>
                <a:lnTo>
                  <a:pt x="207" y="0"/>
                </a:lnTo>
                <a:lnTo>
                  <a:pt x="0" y="106"/>
                </a:lnTo>
                <a:lnTo>
                  <a:pt x="9" y="123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45" name="Freeform 60"/>
          <p:cNvSpPr>
            <a:spLocks/>
          </p:cNvSpPr>
          <p:nvPr/>
        </p:nvSpPr>
        <p:spPr bwMode="auto">
          <a:xfrm>
            <a:off x="2238375" y="2163763"/>
            <a:ext cx="300038" cy="233362"/>
          </a:xfrm>
          <a:custGeom>
            <a:avLst/>
            <a:gdLst>
              <a:gd name="T0" fmla="*/ 2147483646 w 189"/>
              <a:gd name="T1" fmla="*/ 2147483646 h 147"/>
              <a:gd name="T2" fmla="*/ 2147483646 w 189"/>
              <a:gd name="T3" fmla="*/ 0 h 147"/>
              <a:gd name="T4" fmla="*/ 0 w 189"/>
              <a:gd name="T5" fmla="*/ 2147483646 h 147"/>
              <a:gd name="T6" fmla="*/ 0 w 189"/>
              <a:gd name="T7" fmla="*/ 2147483646 h 147"/>
              <a:gd name="T8" fmla="*/ 2147483646 w 189"/>
              <a:gd name="T9" fmla="*/ 2147483646 h 147"/>
              <a:gd name="T10" fmla="*/ 2147483646 w 189"/>
              <a:gd name="T11" fmla="*/ 2147483646 h 147"/>
              <a:gd name="T12" fmla="*/ 2147483646 w 189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47">
                <a:moveTo>
                  <a:pt x="189" y="17"/>
                </a:moveTo>
                <a:lnTo>
                  <a:pt x="180" y="0"/>
                </a:lnTo>
                <a:lnTo>
                  <a:pt x="0" y="131"/>
                </a:lnTo>
                <a:lnTo>
                  <a:pt x="9" y="147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46" name="Freeform 61"/>
          <p:cNvSpPr>
            <a:spLocks/>
          </p:cNvSpPr>
          <p:nvPr/>
        </p:nvSpPr>
        <p:spPr bwMode="auto">
          <a:xfrm>
            <a:off x="1952625" y="2371725"/>
            <a:ext cx="300038" cy="258763"/>
          </a:xfrm>
          <a:custGeom>
            <a:avLst/>
            <a:gdLst>
              <a:gd name="T0" fmla="*/ 2147483646 w 189"/>
              <a:gd name="T1" fmla="*/ 2147483646 h 163"/>
              <a:gd name="T2" fmla="*/ 2147483646 w 189"/>
              <a:gd name="T3" fmla="*/ 0 h 163"/>
              <a:gd name="T4" fmla="*/ 2147483646 w 189"/>
              <a:gd name="T5" fmla="*/ 2147483646 h 163"/>
              <a:gd name="T6" fmla="*/ 0 w 189"/>
              <a:gd name="T7" fmla="*/ 2147483646 h 163"/>
              <a:gd name="T8" fmla="*/ 2147483646 w 189"/>
              <a:gd name="T9" fmla="*/ 2147483646 h 163"/>
              <a:gd name="T10" fmla="*/ 2147483646 w 189"/>
              <a:gd name="T11" fmla="*/ 2147483646 h 163"/>
              <a:gd name="T12" fmla="*/ 2147483646 w 189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9" y="147"/>
                </a:lnTo>
                <a:lnTo>
                  <a:pt x="0" y="155"/>
                </a:lnTo>
                <a:lnTo>
                  <a:pt x="18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47" name="Freeform 62"/>
          <p:cNvSpPr>
            <a:spLocks/>
          </p:cNvSpPr>
          <p:nvPr/>
        </p:nvSpPr>
        <p:spPr bwMode="auto">
          <a:xfrm>
            <a:off x="1724025" y="2617788"/>
            <a:ext cx="257175" cy="273050"/>
          </a:xfrm>
          <a:custGeom>
            <a:avLst/>
            <a:gdLst>
              <a:gd name="T0" fmla="*/ 2147483646 w 162"/>
              <a:gd name="T1" fmla="*/ 2147483646 h 172"/>
              <a:gd name="T2" fmla="*/ 2147483646 w 162"/>
              <a:gd name="T3" fmla="*/ 0 h 172"/>
              <a:gd name="T4" fmla="*/ 0 w 162"/>
              <a:gd name="T5" fmla="*/ 2147483646 h 172"/>
              <a:gd name="T6" fmla="*/ 0 w 162"/>
              <a:gd name="T7" fmla="*/ 2147483646 h 172"/>
              <a:gd name="T8" fmla="*/ 2147483646 w 162"/>
              <a:gd name="T9" fmla="*/ 2147483646 h 172"/>
              <a:gd name="T10" fmla="*/ 2147483646 w 162"/>
              <a:gd name="T11" fmla="*/ 2147483646 h 172"/>
              <a:gd name="T12" fmla="*/ 2147483646 w 162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3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48" name="Freeform 63"/>
          <p:cNvSpPr>
            <a:spLocks/>
          </p:cNvSpPr>
          <p:nvPr/>
        </p:nvSpPr>
        <p:spPr bwMode="auto">
          <a:xfrm>
            <a:off x="1509713" y="2876550"/>
            <a:ext cx="242887" cy="312738"/>
          </a:xfrm>
          <a:custGeom>
            <a:avLst/>
            <a:gdLst>
              <a:gd name="T0" fmla="*/ 2147483646 w 153"/>
              <a:gd name="T1" fmla="*/ 2147483646 h 197"/>
              <a:gd name="T2" fmla="*/ 2147483646 w 153"/>
              <a:gd name="T3" fmla="*/ 0 h 197"/>
              <a:gd name="T4" fmla="*/ 0 w 153"/>
              <a:gd name="T5" fmla="*/ 2147483646 h 197"/>
              <a:gd name="T6" fmla="*/ 2147483646 w 153"/>
              <a:gd name="T7" fmla="*/ 2147483646 h 197"/>
              <a:gd name="T8" fmla="*/ 2147483646 w 153"/>
              <a:gd name="T9" fmla="*/ 2147483646 h 1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3" h="197">
                <a:moveTo>
                  <a:pt x="153" y="9"/>
                </a:moveTo>
                <a:lnTo>
                  <a:pt x="135" y="0"/>
                </a:lnTo>
                <a:lnTo>
                  <a:pt x="0" y="188"/>
                </a:lnTo>
                <a:lnTo>
                  <a:pt x="18" y="197"/>
                </a:lnTo>
                <a:lnTo>
                  <a:pt x="153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49" name="Freeform 64"/>
          <p:cNvSpPr>
            <a:spLocks/>
          </p:cNvSpPr>
          <p:nvPr/>
        </p:nvSpPr>
        <p:spPr bwMode="auto">
          <a:xfrm>
            <a:off x="7539038" y="2138363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2147483646 w 18"/>
              <a:gd name="T3" fmla="*/ 0 h 16"/>
              <a:gd name="T4" fmla="*/ 0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2147483646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9" y="0"/>
                </a:moveTo>
                <a:lnTo>
                  <a:pt x="9" y="0"/>
                </a:ln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50" name="Freeform 65"/>
          <p:cNvSpPr>
            <a:spLocks/>
          </p:cNvSpPr>
          <p:nvPr/>
        </p:nvSpPr>
        <p:spPr bwMode="auto">
          <a:xfrm>
            <a:off x="7496175" y="1943100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51" name="Freeform 66"/>
          <p:cNvSpPr>
            <a:spLocks/>
          </p:cNvSpPr>
          <p:nvPr/>
        </p:nvSpPr>
        <p:spPr bwMode="auto">
          <a:xfrm>
            <a:off x="7496175" y="1943100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52" name="Freeform 67"/>
          <p:cNvSpPr>
            <a:spLocks/>
          </p:cNvSpPr>
          <p:nvPr/>
        </p:nvSpPr>
        <p:spPr bwMode="auto">
          <a:xfrm>
            <a:off x="7096125" y="2695575"/>
            <a:ext cx="200025" cy="180975"/>
          </a:xfrm>
          <a:custGeom>
            <a:avLst/>
            <a:gdLst>
              <a:gd name="T0" fmla="*/ 0 w 126"/>
              <a:gd name="T1" fmla="*/ 2147483646 h 114"/>
              <a:gd name="T2" fmla="*/ 2147483646 w 126"/>
              <a:gd name="T3" fmla="*/ 2147483646 h 114"/>
              <a:gd name="T4" fmla="*/ 2147483646 w 126"/>
              <a:gd name="T5" fmla="*/ 2147483646 h 114"/>
              <a:gd name="T6" fmla="*/ 2147483646 w 126"/>
              <a:gd name="T7" fmla="*/ 2147483646 h 114"/>
              <a:gd name="T8" fmla="*/ 2147483646 w 126"/>
              <a:gd name="T9" fmla="*/ 0 h 114"/>
              <a:gd name="T10" fmla="*/ 2147483646 w 126"/>
              <a:gd name="T11" fmla="*/ 0 h 114"/>
              <a:gd name="T12" fmla="*/ 0 w 126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" h="114">
                <a:moveTo>
                  <a:pt x="0" y="106"/>
                </a:moveTo>
                <a:lnTo>
                  <a:pt x="18" y="114"/>
                </a:lnTo>
                <a:lnTo>
                  <a:pt x="126" y="8"/>
                </a:lnTo>
                <a:lnTo>
                  <a:pt x="10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53" name="Freeform 68"/>
          <p:cNvSpPr>
            <a:spLocks/>
          </p:cNvSpPr>
          <p:nvPr/>
        </p:nvSpPr>
        <p:spPr bwMode="auto">
          <a:xfrm>
            <a:off x="7267575" y="2514600"/>
            <a:ext cx="171450" cy="193675"/>
          </a:xfrm>
          <a:custGeom>
            <a:avLst/>
            <a:gdLst>
              <a:gd name="T0" fmla="*/ 0 w 108"/>
              <a:gd name="T1" fmla="*/ 2147483646 h 122"/>
              <a:gd name="T2" fmla="*/ 2147483646 w 108"/>
              <a:gd name="T3" fmla="*/ 2147483646 h 122"/>
              <a:gd name="T4" fmla="*/ 2147483646 w 108"/>
              <a:gd name="T5" fmla="*/ 2147483646 h 122"/>
              <a:gd name="T6" fmla="*/ 2147483646 w 108"/>
              <a:gd name="T7" fmla="*/ 2147483646 h 122"/>
              <a:gd name="T8" fmla="*/ 2147483646 w 108"/>
              <a:gd name="T9" fmla="*/ 0 h 122"/>
              <a:gd name="T10" fmla="*/ 2147483646 w 108"/>
              <a:gd name="T11" fmla="*/ 0 h 122"/>
              <a:gd name="T12" fmla="*/ 0 w 108"/>
              <a:gd name="T13" fmla="*/ 2147483646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8" h="122">
                <a:moveTo>
                  <a:pt x="0" y="114"/>
                </a:moveTo>
                <a:lnTo>
                  <a:pt x="18" y="122"/>
                </a:lnTo>
                <a:lnTo>
                  <a:pt x="108" y="8"/>
                </a:lnTo>
                <a:lnTo>
                  <a:pt x="9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54" name="Freeform 69"/>
          <p:cNvSpPr>
            <a:spLocks/>
          </p:cNvSpPr>
          <p:nvPr/>
        </p:nvSpPr>
        <p:spPr bwMode="auto">
          <a:xfrm>
            <a:off x="7410450" y="2332038"/>
            <a:ext cx="128588" cy="195262"/>
          </a:xfrm>
          <a:custGeom>
            <a:avLst/>
            <a:gdLst>
              <a:gd name="T0" fmla="*/ 0 w 81"/>
              <a:gd name="T1" fmla="*/ 2147483646 h 123"/>
              <a:gd name="T2" fmla="*/ 2147483646 w 81"/>
              <a:gd name="T3" fmla="*/ 2147483646 h 123"/>
              <a:gd name="T4" fmla="*/ 2147483646 w 81"/>
              <a:gd name="T5" fmla="*/ 2147483646 h 123"/>
              <a:gd name="T6" fmla="*/ 2147483646 w 81"/>
              <a:gd name="T7" fmla="*/ 0 h 123"/>
              <a:gd name="T8" fmla="*/ 2147483646 w 81"/>
              <a:gd name="T9" fmla="*/ 0 h 123"/>
              <a:gd name="T10" fmla="*/ 2147483646 w 81"/>
              <a:gd name="T11" fmla="*/ 0 h 123"/>
              <a:gd name="T12" fmla="*/ 0 w 81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1" h="123">
                <a:moveTo>
                  <a:pt x="0" y="115"/>
                </a:moveTo>
                <a:lnTo>
                  <a:pt x="18" y="123"/>
                </a:lnTo>
                <a:lnTo>
                  <a:pt x="81" y="9"/>
                </a:lnTo>
                <a:lnTo>
                  <a:pt x="81" y="0"/>
                </a:lnTo>
                <a:lnTo>
                  <a:pt x="63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55" name="Freeform 70"/>
          <p:cNvSpPr>
            <a:spLocks/>
          </p:cNvSpPr>
          <p:nvPr/>
        </p:nvSpPr>
        <p:spPr bwMode="auto">
          <a:xfrm>
            <a:off x="7510463" y="2138363"/>
            <a:ext cx="57150" cy="193675"/>
          </a:xfrm>
          <a:custGeom>
            <a:avLst/>
            <a:gdLst>
              <a:gd name="T0" fmla="*/ 0 w 36"/>
              <a:gd name="T1" fmla="*/ 2147483646 h 122"/>
              <a:gd name="T2" fmla="*/ 2147483646 w 36"/>
              <a:gd name="T3" fmla="*/ 2147483646 h 122"/>
              <a:gd name="T4" fmla="*/ 2147483646 w 36"/>
              <a:gd name="T5" fmla="*/ 0 h 122"/>
              <a:gd name="T6" fmla="*/ 2147483646 w 36"/>
              <a:gd name="T7" fmla="*/ 0 h 122"/>
              <a:gd name="T8" fmla="*/ 0 w 36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" h="122">
                <a:moveTo>
                  <a:pt x="0" y="122"/>
                </a:moveTo>
                <a:lnTo>
                  <a:pt x="18" y="122"/>
                </a:lnTo>
                <a:lnTo>
                  <a:pt x="36" y="0"/>
                </a:lnTo>
                <a:lnTo>
                  <a:pt x="18" y="0"/>
                </a:lnTo>
                <a:lnTo>
                  <a:pt x="0" y="1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56" name="Freeform 71"/>
          <p:cNvSpPr>
            <a:spLocks/>
          </p:cNvSpPr>
          <p:nvPr/>
        </p:nvSpPr>
        <p:spPr bwMode="auto">
          <a:xfrm>
            <a:off x="7010400" y="2359025"/>
            <a:ext cx="28575" cy="25400"/>
          </a:xfrm>
          <a:custGeom>
            <a:avLst/>
            <a:gdLst>
              <a:gd name="T0" fmla="*/ 2147483646 w 18"/>
              <a:gd name="T1" fmla="*/ 2147483646 h 16"/>
              <a:gd name="T2" fmla="*/ 2147483646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0 h 16"/>
              <a:gd name="T8" fmla="*/ 2147483646 w 18"/>
              <a:gd name="T9" fmla="*/ 0 h 16"/>
              <a:gd name="T10" fmla="*/ 2147483646 w 18"/>
              <a:gd name="T11" fmla="*/ 0 h 16"/>
              <a:gd name="T12" fmla="*/ 0 w 18"/>
              <a:gd name="T13" fmla="*/ 2147483646 h 16"/>
              <a:gd name="T14" fmla="*/ 2147483646 w 18"/>
              <a:gd name="T15" fmla="*/ 2147483646 h 16"/>
              <a:gd name="T16" fmla="*/ 2147483646 w 18"/>
              <a:gd name="T17" fmla="*/ 2147483646 h 16"/>
              <a:gd name="T18" fmla="*/ 2147483646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9" y="16"/>
                </a:move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57" name="Freeform 72"/>
          <p:cNvSpPr>
            <a:spLocks/>
          </p:cNvSpPr>
          <p:nvPr/>
        </p:nvSpPr>
        <p:spPr bwMode="auto">
          <a:xfrm>
            <a:off x="6967538" y="2384425"/>
            <a:ext cx="128587" cy="195263"/>
          </a:xfrm>
          <a:custGeom>
            <a:avLst/>
            <a:gdLst>
              <a:gd name="T0" fmla="*/ 2147483646 w 81"/>
              <a:gd name="T1" fmla="*/ 0 h 123"/>
              <a:gd name="T2" fmla="*/ 2147483646 w 81"/>
              <a:gd name="T3" fmla="*/ 0 h 123"/>
              <a:gd name="T4" fmla="*/ 2147483646 w 81"/>
              <a:gd name="T5" fmla="*/ 2147483646 h 123"/>
              <a:gd name="T6" fmla="*/ 0 w 81"/>
              <a:gd name="T7" fmla="*/ 0 h 123"/>
              <a:gd name="T8" fmla="*/ 2147483646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58" name="Freeform 73"/>
          <p:cNvSpPr>
            <a:spLocks/>
          </p:cNvSpPr>
          <p:nvPr/>
        </p:nvSpPr>
        <p:spPr bwMode="auto">
          <a:xfrm>
            <a:off x="6967538" y="2384425"/>
            <a:ext cx="128587" cy="195263"/>
          </a:xfrm>
          <a:custGeom>
            <a:avLst/>
            <a:gdLst>
              <a:gd name="T0" fmla="*/ 2147483646 w 81"/>
              <a:gd name="T1" fmla="*/ 0 h 123"/>
              <a:gd name="T2" fmla="*/ 2147483646 w 81"/>
              <a:gd name="T3" fmla="*/ 0 h 123"/>
              <a:gd name="T4" fmla="*/ 2147483646 w 81"/>
              <a:gd name="T5" fmla="*/ 2147483646 h 123"/>
              <a:gd name="T6" fmla="*/ 0 w 81"/>
              <a:gd name="T7" fmla="*/ 0 h 123"/>
              <a:gd name="T8" fmla="*/ 2147483646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59" name="Freeform 74"/>
          <p:cNvSpPr>
            <a:spLocks/>
          </p:cNvSpPr>
          <p:nvPr/>
        </p:nvSpPr>
        <p:spPr bwMode="auto">
          <a:xfrm>
            <a:off x="7281863" y="1646238"/>
            <a:ext cx="214312" cy="193675"/>
          </a:xfrm>
          <a:custGeom>
            <a:avLst/>
            <a:gdLst>
              <a:gd name="T0" fmla="*/ 2147483646 w 135"/>
              <a:gd name="T1" fmla="*/ 2147483646 h 122"/>
              <a:gd name="T2" fmla="*/ 2147483646 w 135"/>
              <a:gd name="T3" fmla="*/ 0 h 122"/>
              <a:gd name="T4" fmla="*/ 0 w 135"/>
              <a:gd name="T5" fmla="*/ 2147483646 h 122"/>
              <a:gd name="T6" fmla="*/ 0 w 135"/>
              <a:gd name="T7" fmla="*/ 2147483646 h 122"/>
              <a:gd name="T8" fmla="*/ 2147483646 w 135"/>
              <a:gd name="T9" fmla="*/ 2147483646 h 122"/>
              <a:gd name="T10" fmla="*/ 2147483646 w 135"/>
              <a:gd name="T11" fmla="*/ 2147483646 h 122"/>
              <a:gd name="T12" fmla="*/ 2147483646 w 135"/>
              <a:gd name="T13" fmla="*/ 2147483646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122">
                <a:moveTo>
                  <a:pt x="135" y="8"/>
                </a:moveTo>
                <a:lnTo>
                  <a:pt x="117" y="0"/>
                </a:lnTo>
                <a:lnTo>
                  <a:pt x="0" y="114"/>
                </a:lnTo>
                <a:lnTo>
                  <a:pt x="18" y="122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60" name="Freeform 75"/>
          <p:cNvSpPr>
            <a:spLocks/>
          </p:cNvSpPr>
          <p:nvPr/>
        </p:nvSpPr>
        <p:spPr bwMode="auto">
          <a:xfrm>
            <a:off x="7138988" y="1827213"/>
            <a:ext cx="171450" cy="180975"/>
          </a:xfrm>
          <a:custGeom>
            <a:avLst/>
            <a:gdLst>
              <a:gd name="T0" fmla="*/ 2147483646 w 108"/>
              <a:gd name="T1" fmla="*/ 2147483646 h 114"/>
              <a:gd name="T2" fmla="*/ 2147483646 w 108"/>
              <a:gd name="T3" fmla="*/ 0 h 114"/>
              <a:gd name="T4" fmla="*/ 0 w 108"/>
              <a:gd name="T5" fmla="*/ 2147483646 h 114"/>
              <a:gd name="T6" fmla="*/ 0 w 108"/>
              <a:gd name="T7" fmla="*/ 2147483646 h 114"/>
              <a:gd name="T8" fmla="*/ 2147483646 w 108"/>
              <a:gd name="T9" fmla="*/ 2147483646 h 114"/>
              <a:gd name="T10" fmla="*/ 2147483646 w 108"/>
              <a:gd name="T11" fmla="*/ 2147483646 h 114"/>
              <a:gd name="T12" fmla="*/ 2147483646 w 108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8" h="114">
                <a:moveTo>
                  <a:pt x="108" y="8"/>
                </a:moveTo>
                <a:lnTo>
                  <a:pt x="90" y="0"/>
                </a:lnTo>
                <a:lnTo>
                  <a:pt x="0" y="106"/>
                </a:lnTo>
                <a:lnTo>
                  <a:pt x="18" y="114"/>
                </a:lnTo>
                <a:lnTo>
                  <a:pt x="108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61" name="Freeform 76"/>
          <p:cNvSpPr>
            <a:spLocks/>
          </p:cNvSpPr>
          <p:nvPr/>
        </p:nvSpPr>
        <p:spPr bwMode="auto">
          <a:xfrm>
            <a:off x="7053263" y="1995488"/>
            <a:ext cx="114300" cy="195262"/>
          </a:xfrm>
          <a:custGeom>
            <a:avLst/>
            <a:gdLst>
              <a:gd name="T0" fmla="*/ 2147483646 w 72"/>
              <a:gd name="T1" fmla="*/ 2147483646 h 123"/>
              <a:gd name="T2" fmla="*/ 2147483646 w 72"/>
              <a:gd name="T3" fmla="*/ 0 h 123"/>
              <a:gd name="T4" fmla="*/ 0 w 72"/>
              <a:gd name="T5" fmla="*/ 2147483646 h 123"/>
              <a:gd name="T6" fmla="*/ 0 w 72"/>
              <a:gd name="T7" fmla="*/ 2147483646 h 123"/>
              <a:gd name="T8" fmla="*/ 2147483646 w 72"/>
              <a:gd name="T9" fmla="*/ 2147483646 h 123"/>
              <a:gd name="T10" fmla="*/ 2147483646 w 72"/>
              <a:gd name="T11" fmla="*/ 2147483646 h 123"/>
              <a:gd name="T12" fmla="*/ 2147483646 w 72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2" h="123">
                <a:moveTo>
                  <a:pt x="72" y="8"/>
                </a:moveTo>
                <a:lnTo>
                  <a:pt x="54" y="0"/>
                </a:lnTo>
                <a:lnTo>
                  <a:pt x="0" y="114"/>
                </a:lnTo>
                <a:lnTo>
                  <a:pt x="18" y="114"/>
                </a:lnTo>
                <a:lnTo>
                  <a:pt x="18" y="123"/>
                </a:lnTo>
                <a:lnTo>
                  <a:pt x="7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62" name="Freeform 77"/>
          <p:cNvSpPr>
            <a:spLocks/>
          </p:cNvSpPr>
          <p:nvPr/>
        </p:nvSpPr>
        <p:spPr bwMode="auto">
          <a:xfrm>
            <a:off x="7010400" y="2176463"/>
            <a:ext cx="71438" cy="195262"/>
          </a:xfrm>
          <a:custGeom>
            <a:avLst/>
            <a:gdLst>
              <a:gd name="T0" fmla="*/ 2147483646 w 45"/>
              <a:gd name="T1" fmla="*/ 0 h 123"/>
              <a:gd name="T2" fmla="*/ 2147483646 w 45"/>
              <a:gd name="T3" fmla="*/ 0 h 123"/>
              <a:gd name="T4" fmla="*/ 0 w 45"/>
              <a:gd name="T5" fmla="*/ 2147483646 h 123"/>
              <a:gd name="T6" fmla="*/ 2147483646 w 45"/>
              <a:gd name="T7" fmla="*/ 2147483646 h 123"/>
              <a:gd name="T8" fmla="*/ 2147483646 w 45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5" h="123">
                <a:moveTo>
                  <a:pt x="45" y="0"/>
                </a:moveTo>
                <a:lnTo>
                  <a:pt x="27" y="0"/>
                </a:lnTo>
                <a:lnTo>
                  <a:pt x="0" y="123"/>
                </a:lnTo>
                <a:lnTo>
                  <a:pt x="18" y="123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63" name="Freeform 78"/>
          <p:cNvSpPr>
            <a:spLocks/>
          </p:cNvSpPr>
          <p:nvPr/>
        </p:nvSpPr>
        <p:spPr bwMode="auto">
          <a:xfrm>
            <a:off x="4624388" y="4549775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0 h 16"/>
              <a:gd name="T12" fmla="*/ 0 w 18"/>
              <a:gd name="T13" fmla="*/ 0 h 16"/>
              <a:gd name="T14" fmla="*/ 0 w 18"/>
              <a:gd name="T15" fmla="*/ 2147483646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0" y="16"/>
                </a:moveTo>
                <a:lnTo>
                  <a:pt x="0" y="16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64" name="Freeform 79"/>
          <p:cNvSpPr>
            <a:spLocks/>
          </p:cNvSpPr>
          <p:nvPr/>
        </p:nvSpPr>
        <p:spPr bwMode="auto">
          <a:xfrm>
            <a:off x="4424363" y="4524375"/>
            <a:ext cx="228600" cy="115888"/>
          </a:xfrm>
          <a:custGeom>
            <a:avLst/>
            <a:gdLst>
              <a:gd name="T0" fmla="*/ 2147483646 w 144"/>
              <a:gd name="T1" fmla="*/ 2147483646 h 73"/>
              <a:gd name="T2" fmla="*/ 2147483646 w 144"/>
              <a:gd name="T3" fmla="*/ 2147483646 h 73"/>
              <a:gd name="T4" fmla="*/ 0 w 144"/>
              <a:gd name="T5" fmla="*/ 2147483646 h 73"/>
              <a:gd name="T6" fmla="*/ 2147483646 w 144"/>
              <a:gd name="T7" fmla="*/ 0 h 73"/>
              <a:gd name="T8" fmla="*/ 2147483646 w 144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65" name="Freeform 80"/>
          <p:cNvSpPr>
            <a:spLocks/>
          </p:cNvSpPr>
          <p:nvPr/>
        </p:nvSpPr>
        <p:spPr bwMode="auto">
          <a:xfrm>
            <a:off x="4424363" y="4524375"/>
            <a:ext cx="228600" cy="115888"/>
          </a:xfrm>
          <a:custGeom>
            <a:avLst/>
            <a:gdLst>
              <a:gd name="T0" fmla="*/ 2147483646 w 144"/>
              <a:gd name="T1" fmla="*/ 2147483646 h 73"/>
              <a:gd name="T2" fmla="*/ 2147483646 w 144"/>
              <a:gd name="T3" fmla="*/ 2147483646 h 73"/>
              <a:gd name="T4" fmla="*/ 0 w 144"/>
              <a:gd name="T5" fmla="*/ 2147483646 h 73"/>
              <a:gd name="T6" fmla="*/ 2147483646 w 144"/>
              <a:gd name="T7" fmla="*/ 0 h 73"/>
              <a:gd name="T8" fmla="*/ 2147483646 w 144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66" name="Freeform 81"/>
          <p:cNvSpPr>
            <a:spLocks/>
          </p:cNvSpPr>
          <p:nvPr/>
        </p:nvSpPr>
        <p:spPr bwMode="auto">
          <a:xfrm>
            <a:off x="6824663" y="2825750"/>
            <a:ext cx="214312" cy="271463"/>
          </a:xfrm>
          <a:custGeom>
            <a:avLst/>
            <a:gdLst>
              <a:gd name="T0" fmla="*/ 2147483646 w 135"/>
              <a:gd name="T1" fmla="*/ 2147483646 h 171"/>
              <a:gd name="T2" fmla="*/ 2147483646 w 135"/>
              <a:gd name="T3" fmla="*/ 0 h 171"/>
              <a:gd name="T4" fmla="*/ 0 w 135"/>
              <a:gd name="T5" fmla="*/ 2147483646 h 171"/>
              <a:gd name="T6" fmla="*/ 0 w 135"/>
              <a:gd name="T7" fmla="*/ 2147483646 h 171"/>
              <a:gd name="T8" fmla="*/ 2147483646 w 135"/>
              <a:gd name="T9" fmla="*/ 2147483646 h 171"/>
              <a:gd name="T10" fmla="*/ 2147483646 w 135"/>
              <a:gd name="T11" fmla="*/ 2147483646 h 171"/>
              <a:gd name="T12" fmla="*/ 2147483646 w 135"/>
              <a:gd name="T13" fmla="*/ 2147483646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171">
                <a:moveTo>
                  <a:pt x="135" y="8"/>
                </a:moveTo>
                <a:lnTo>
                  <a:pt x="117" y="0"/>
                </a:lnTo>
                <a:lnTo>
                  <a:pt x="0" y="163"/>
                </a:lnTo>
                <a:lnTo>
                  <a:pt x="18" y="171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67" name="Freeform 82"/>
          <p:cNvSpPr>
            <a:spLocks/>
          </p:cNvSpPr>
          <p:nvPr/>
        </p:nvSpPr>
        <p:spPr bwMode="auto">
          <a:xfrm>
            <a:off x="6596063" y="3084513"/>
            <a:ext cx="257175" cy="273050"/>
          </a:xfrm>
          <a:custGeom>
            <a:avLst/>
            <a:gdLst>
              <a:gd name="T0" fmla="*/ 2147483646 w 162"/>
              <a:gd name="T1" fmla="*/ 2147483646 h 172"/>
              <a:gd name="T2" fmla="*/ 2147483646 w 162"/>
              <a:gd name="T3" fmla="*/ 0 h 172"/>
              <a:gd name="T4" fmla="*/ 0 w 162"/>
              <a:gd name="T5" fmla="*/ 2147483646 h 172"/>
              <a:gd name="T6" fmla="*/ 0 w 162"/>
              <a:gd name="T7" fmla="*/ 2147483646 h 172"/>
              <a:gd name="T8" fmla="*/ 2147483646 w 162"/>
              <a:gd name="T9" fmla="*/ 2147483646 h 172"/>
              <a:gd name="T10" fmla="*/ 2147483646 w 162"/>
              <a:gd name="T11" fmla="*/ 2147483646 h 172"/>
              <a:gd name="T12" fmla="*/ 2147483646 w 162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4"/>
                </a:lnTo>
                <a:lnTo>
                  <a:pt x="0" y="155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68" name="Freeform 83"/>
          <p:cNvSpPr>
            <a:spLocks/>
          </p:cNvSpPr>
          <p:nvPr/>
        </p:nvSpPr>
        <p:spPr bwMode="auto">
          <a:xfrm>
            <a:off x="6324600" y="3330575"/>
            <a:ext cx="300038" cy="273050"/>
          </a:xfrm>
          <a:custGeom>
            <a:avLst/>
            <a:gdLst>
              <a:gd name="T0" fmla="*/ 2147483646 w 189"/>
              <a:gd name="T1" fmla="*/ 2147483646 h 172"/>
              <a:gd name="T2" fmla="*/ 2147483646 w 189"/>
              <a:gd name="T3" fmla="*/ 0 h 172"/>
              <a:gd name="T4" fmla="*/ 0 w 189"/>
              <a:gd name="T5" fmla="*/ 2147483646 h 172"/>
              <a:gd name="T6" fmla="*/ 2147483646 w 189"/>
              <a:gd name="T7" fmla="*/ 2147483646 h 172"/>
              <a:gd name="T8" fmla="*/ 2147483646 w 189"/>
              <a:gd name="T9" fmla="*/ 2147483646 h 172"/>
              <a:gd name="T10" fmla="*/ 2147483646 w 189"/>
              <a:gd name="T11" fmla="*/ 2147483646 h 172"/>
              <a:gd name="T12" fmla="*/ 2147483646 w 189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72">
                <a:moveTo>
                  <a:pt x="189" y="17"/>
                </a:moveTo>
                <a:lnTo>
                  <a:pt x="171" y="0"/>
                </a:lnTo>
                <a:lnTo>
                  <a:pt x="0" y="156"/>
                </a:lnTo>
                <a:lnTo>
                  <a:pt x="9" y="156"/>
                </a:lnTo>
                <a:lnTo>
                  <a:pt x="18" y="172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69" name="Freeform 84"/>
          <p:cNvSpPr>
            <a:spLocks/>
          </p:cNvSpPr>
          <p:nvPr/>
        </p:nvSpPr>
        <p:spPr bwMode="auto">
          <a:xfrm>
            <a:off x="6053138" y="3578225"/>
            <a:ext cx="300037" cy="258763"/>
          </a:xfrm>
          <a:custGeom>
            <a:avLst/>
            <a:gdLst>
              <a:gd name="T0" fmla="*/ 2147483646 w 189"/>
              <a:gd name="T1" fmla="*/ 2147483646 h 163"/>
              <a:gd name="T2" fmla="*/ 2147483646 w 189"/>
              <a:gd name="T3" fmla="*/ 0 h 163"/>
              <a:gd name="T4" fmla="*/ 0 w 189"/>
              <a:gd name="T5" fmla="*/ 2147483646 h 163"/>
              <a:gd name="T6" fmla="*/ 0 w 189"/>
              <a:gd name="T7" fmla="*/ 2147483646 h 163"/>
              <a:gd name="T8" fmla="*/ 2147483646 w 189"/>
              <a:gd name="T9" fmla="*/ 2147483646 h 163"/>
              <a:gd name="T10" fmla="*/ 2147483646 w 189"/>
              <a:gd name="T11" fmla="*/ 2147483646 h 163"/>
              <a:gd name="T12" fmla="*/ 2147483646 w 189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0" y="147"/>
                </a:lnTo>
                <a:lnTo>
                  <a:pt x="9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70" name="Freeform 85"/>
          <p:cNvSpPr>
            <a:spLocks/>
          </p:cNvSpPr>
          <p:nvPr/>
        </p:nvSpPr>
        <p:spPr bwMode="auto">
          <a:xfrm>
            <a:off x="5724525" y="3811588"/>
            <a:ext cx="342900" cy="246062"/>
          </a:xfrm>
          <a:custGeom>
            <a:avLst/>
            <a:gdLst>
              <a:gd name="T0" fmla="*/ 2147483646 w 216"/>
              <a:gd name="T1" fmla="*/ 2147483646 h 155"/>
              <a:gd name="T2" fmla="*/ 2147483646 w 216"/>
              <a:gd name="T3" fmla="*/ 0 h 155"/>
              <a:gd name="T4" fmla="*/ 0 w 216"/>
              <a:gd name="T5" fmla="*/ 2147483646 h 155"/>
              <a:gd name="T6" fmla="*/ 0 w 216"/>
              <a:gd name="T7" fmla="*/ 2147483646 h 155"/>
              <a:gd name="T8" fmla="*/ 2147483646 w 216"/>
              <a:gd name="T9" fmla="*/ 2147483646 h 155"/>
              <a:gd name="T10" fmla="*/ 2147483646 w 216"/>
              <a:gd name="T11" fmla="*/ 2147483646 h 155"/>
              <a:gd name="T12" fmla="*/ 2147483646 w 216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155">
                <a:moveTo>
                  <a:pt x="216" y="16"/>
                </a:moveTo>
                <a:lnTo>
                  <a:pt x="207" y="0"/>
                </a:lnTo>
                <a:lnTo>
                  <a:pt x="0" y="138"/>
                </a:lnTo>
                <a:lnTo>
                  <a:pt x="9" y="155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71" name="Freeform 86"/>
          <p:cNvSpPr>
            <a:spLocks/>
          </p:cNvSpPr>
          <p:nvPr/>
        </p:nvSpPr>
        <p:spPr bwMode="auto">
          <a:xfrm>
            <a:off x="5381625" y="4030663"/>
            <a:ext cx="357188" cy="220662"/>
          </a:xfrm>
          <a:custGeom>
            <a:avLst/>
            <a:gdLst>
              <a:gd name="T0" fmla="*/ 2147483646 w 225"/>
              <a:gd name="T1" fmla="*/ 2147483646 h 139"/>
              <a:gd name="T2" fmla="*/ 2147483646 w 225"/>
              <a:gd name="T3" fmla="*/ 0 h 139"/>
              <a:gd name="T4" fmla="*/ 0 w 225"/>
              <a:gd name="T5" fmla="*/ 2147483646 h 139"/>
              <a:gd name="T6" fmla="*/ 0 w 225"/>
              <a:gd name="T7" fmla="*/ 2147483646 h 139"/>
              <a:gd name="T8" fmla="*/ 2147483646 w 225"/>
              <a:gd name="T9" fmla="*/ 2147483646 h 139"/>
              <a:gd name="T10" fmla="*/ 2147483646 w 225"/>
              <a:gd name="T11" fmla="*/ 2147483646 h 139"/>
              <a:gd name="T12" fmla="*/ 2147483646 w 225"/>
              <a:gd name="T13" fmla="*/ 2147483646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139">
                <a:moveTo>
                  <a:pt x="225" y="17"/>
                </a:moveTo>
                <a:lnTo>
                  <a:pt x="216" y="0"/>
                </a:lnTo>
                <a:lnTo>
                  <a:pt x="0" y="123"/>
                </a:lnTo>
                <a:lnTo>
                  <a:pt x="9" y="139"/>
                </a:lnTo>
                <a:lnTo>
                  <a:pt x="22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72" name="Freeform 87"/>
          <p:cNvSpPr>
            <a:spLocks/>
          </p:cNvSpPr>
          <p:nvPr/>
        </p:nvSpPr>
        <p:spPr bwMode="auto">
          <a:xfrm>
            <a:off x="5010150" y="4225925"/>
            <a:ext cx="385763" cy="207963"/>
          </a:xfrm>
          <a:custGeom>
            <a:avLst/>
            <a:gdLst>
              <a:gd name="T0" fmla="*/ 2147483646 w 243"/>
              <a:gd name="T1" fmla="*/ 2147483646 h 131"/>
              <a:gd name="T2" fmla="*/ 2147483646 w 243"/>
              <a:gd name="T3" fmla="*/ 0 h 131"/>
              <a:gd name="T4" fmla="*/ 0 w 243"/>
              <a:gd name="T5" fmla="*/ 2147483646 h 131"/>
              <a:gd name="T6" fmla="*/ 0 w 243"/>
              <a:gd name="T7" fmla="*/ 2147483646 h 131"/>
              <a:gd name="T8" fmla="*/ 2147483646 w 243"/>
              <a:gd name="T9" fmla="*/ 2147483646 h 131"/>
              <a:gd name="T10" fmla="*/ 2147483646 w 243"/>
              <a:gd name="T11" fmla="*/ 2147483646 h 131"/>
              <a:gd name="T12" fmla="*/ 2147483646 w 243"/>
              <a:gd name="T13" fmla="*/ 2147483646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" h="131">
                <a:moveTo>
                  <a:pt x="243" y="16"/>
                </a:moveTo>
                <a:lnTo>
                  <a:pt x="234" y="0"/>
                </a:lnTo>
                <a:lnTo>
                  <a:pt x="0" y="114"/>
                </a:lnTo>
                <a:lnTo>
                  <a:pt x="9" y="131"/>
                </a:lnTo>
                <a:lnTo>
                  <a:pt x="24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73" name="Freeform 88"/>
          <p:cNvSpPr>
            <a:spLocks/>
          </p:cNvSpPr>
          <p:nvPr/>
        </p:nvSpPr>
        <p:spPr bwMode="auto">
          <a:xfrm>
            <a:off x="4624388" y="4406900"/>
            <a:ext cx="400050" cy="168275"/>
          </a:xfrm>
          <a:custGeom>
            <a:avLst/>
            <a:gdLst>
              <a:gd name="T0" fmla="*/ 2147483646 w 252"/>
              <a:gd name="T1" fmla="*/ 2147483646 h 106"/>
              <a:gd name="T2" fmla="*/ 2147483646 w 252"/>
              <a:gd name="T3" fmla="*/ 0 h 106"/>
              <a:gd name="T4" fmla="*/ 0 w 252"/>
              <a:gd name="T5" fmla="*/ 2147483646 h 106"/>
              <a:gd name="T6" fmla="*/ 2147483646 w 252"/>
              <a:gd name="T7" fmla="*/ 2147483646 h 106"/>
              <a:gd name="T8" fmla="*/ 2147483646 w 252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52" h="106">
                <a:moveTo>
                  <a:pt x="252" y="17"/>
                </a:moveTo>
                <a:lnTo>
                  <a:pt x="243" y="0"/>
                </a:lnTo>
                <a:lnTo>
                  <a:pt x="0" y="90"/>
                </a:lnTo>
                <a:lnTo>
                  <a:pt x="9" y="106"/>
                </a:lnTo>
                <a:lnTo>
                  <a:pt x="25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74" name="Freeform 89"/>
          <p:cNvSpPr>
            <a:spLocks/>
          </p:cNvSpPr>
          <p:nvPr/>
        </p:nvSpPr>
        <p:spPr bwMode="auto">
          <a:xfrm>
            <a:off x="2152650" y="4926013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0 w 18"/>
              <a:gd name="T15" fmla="*/ 0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0" y="8"/>
                </a:move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75" name="Freeform 90"/>
          <p:cNvSpPr>
            <a:spLocks/>
          </p:cNvSpPr>
          <p:nvPr/>
        </p:nvSpPr>
        <p:spPr bwMode="auto">
          <a:xfrm>
            <a:off x="1952625" y="4886325"/>
            <a:ext cx="228600" cy="104775"/>
          </a:xfrm>
          <a:custGeom>
            <a:avLst/>
            <a:gdLst>
              <a:gd name="T0" fmla="*/ 2147483646 w 144"/>
              <a:gd name="T1" fmla="*/ 2147483646 h 66"/>
              <a:gd name="T2" fmla="*/ 2147483646 w 144"/>
              <a:gd name="T3" fmla="*/ 2147483646 h 66"/>
              <a:gd name="T4" fmla="*/ 0 w 144"/>
              <a:gd name="T5" fmla="*/ 0 h 66"/>
              <a:gd name="T6" fmla="*/ 2147483646 w 144"/>
              <a:gd name="T7" fmla="*/ 0 h 66"/>
              <a:gd name="T8" fmla="*/ 2147483646 w 144"/>
              <a:gd name="T9" fmla="*/ 2147483646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76" name="Freeform 91"/>
          <p:cNvSpPr>
            <a:spLocks/>
          </p:cNvSpPr>
          <p:nvPr/>
        </p:nvSpPr>
        <p:spPr bwMode="auto">
          <a:xfrm>
            <a:off x="1952625" y="4886325"/>
            <a:ext cx="228600" cy="104775"/>
          </a:xfrm>
          <a:custGeom>
            <a:avLst/>
            <a:gdLst>
              <a:gd name="T0" fmla="*/ 2147483646 w 144"/>
              <a:gd name="T1" fmla="*/ 2147483646 h 66"/>
              <a:gd name="T2" fmla="*/ 2147483646 w 144"/>
              <a:gd name="T3" fmla="*/ 2147483646 h 66"/>
              <a:gd name="T4" fmla="*/ 0 w 144"/>
              <a:gd name="T5" fmla="*/ 0 h 66"/>
              <a:gd name="T6" fmla="*/ 2147483646 w 144"/>
              <a:gd name="T7" fmla="*/ 0 h 66"/>
              <a:gd name="T8" fmla="*/ 2147483646 w 144"/>
              <a:gd name="T9" fmla="*/ 2147483646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77" name="Freeform 92"/>
          <p:cNvSpPr>
            <a:spLocks/>
          </p:cNvSpPr>
          <p:nvPr/>
        </p:nvSpPr>
        <p:spPr bwMode="auto">
          <a:xfrm>
            <a:off x="3838575" y="4627563"/>
            <a:ext cx="171450" cy="142875"/>
          </a:xfrm>
          <a:custGeom>
            <a:avLst/>
            <a:gdLst>
              <a:gd name="T0" fmla="*/ 2147483646 w 108"/>
              <a:gd name="T1" fmla="*/ 2147483646 h 90"/>
              <a:gd name="T2" fmla="*/ 2147483646 w 108"/>
              <a:gd name="T3" fmla="*/ 0 h 90"/>
              <a:gd name="T4" fmla="*/ 0 w 108"/>
              <a:gd name="T5" fmla="*/ 2147483646 h 90"/>
              <a:gd name="T6" fmla="*/ 0 w 108"/>
              <a:gd name="T7" fmla="*/ 2147483646 h 90"/>
              <a:gd name="T8" fmla="*/ 2147483646 w 108"/>
              <a:gd name="T9" fmla="*/ 2147483646 h 90"/>
              <a:gd name="T10" fmla="*/ 2147483646 w 108"/>
              <a:gd name="T11" fmla="*/ 2147483646 h 90"/>
              <a:gd name="T12" fmla="*/ 2147483646 w 108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8" h="90">
                <a:moveTo>
                  <a:pt x="108" y="16"/>
                </a:moveTo>
                <a:lnTo>
                  <a:pt x="99" y="0"/>
                </a:lnTo>
                <a:lnTo>
                  <a:pt x="0" y="74"/>
                </a:lnTo>
                <a:lnTo>
                  <a:pt x="9" y="90"/>
                </a:lnTo>
                <a:lnTo>
                  <a:pt x="108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78" name="Freeform 93"/>
          <p:cNvSpPr>
            <a:spLocks/>
          </p:cNvSpPr>
          <p:nvPr/>
        </p:nvSpPr>
        <p:spPr bwMode="auto">
          <a:xfrm>
            <a:off x="3638550" y="4745038"/>
            <a:ext cx="214313" cy="115887"/>
          </a:xfrm>
          <a:custGeom>
            <a:avLst/>
            <a:gdLst>
              <a:gd name="T0" fmla="*/ 2147483646 w 135"/>
              <a:gd name="T1" fmla="*/ 2147483646 h 73"/>
              <a:gd name="T2" fmla="*/ 2147483646 w 135"/>
              <a:gd name="T3" fmla="*/ 0 h 73"/>
              <a:gd name="T4" fmla="*/ 0 w 135"/>
              <a:gd name="T5" fmla="*/ 2147483646 h 73"/>
              <a:gd name="T6" fmla="*/ 0 w 135"/>
              <a:gd name="T7" fmla="*/ 2147483646 h 73"/>
              <a:gd name="T8" fmla="*/ 2147483646 w 135"/>
              <a:gd name="T9" fmla="*/ 2147483646 h 73"/>
              <a:gd name="T10" fmla="*/ 2147483646 w 135"/>
              <a:gd name="T11" fmla="*/ 2147483646 h 73"/>
              <a:gd name="T12" fmla="*/ 2147483646 w 135"/>
              <a:gd name="T13" fmla="*/ 2147483646 h 7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73">
                <a:moveTo>
                  <a:pt x="135" y="16"/>
                </a:moveTo>
                <a:lnTo>
                  <a:pt x="126" y="0"/>
                </a:lnTo>
                <a:lnTo>
                  <a:pt x="0" y="57"/>
                </a:lnTo>
                <a:lnTo>
                  <a:pt x="9" y="73"/>
                </a:lnTo>
                <a:lnTo>
                  <a:pt x="13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79" name="Freeform 94"/>
          <p:cNvSpPr>
            <a:spLocks/>
          </p:cNvSpPr>
          <p:nvPr/>
        </p:nvSpPr>
        <p:spPr bwMode="auto">
          <a:xfrm>
            <a:off x="3424238" y="4835525"/>
            <a:ext cx="228600" cy="90488"/>
          </a:xfrm>
          <a:custGeom>
            <a:avLst/>
            <a:gdLst>
              <a:gd name="T0" fmla="*/ 2147483646 w 144"/>
              <a:gd name="T1" fmla="*/ 2147483646 h 57"/>
              <a:gd name="T2" fmla="*/ 2147483646 w 144"/>
              <a:gd name="T3" fmla="*/ 0 h 57"/>
              <a:gd name="T4" fmla="*/ 0 w 144"/>
              <a:gd name="T5" fmla="*/ 2147483646 h 57"/>
              <a:gd name="T6" fmla="*/ 0 w 144"/>
              <a:gd name="T7" fmla="*/ 2147483646 h 57"/>
              <a:gd name="T8" fmla="*/ 0 w 144"/>
              <a:gd name="T9" fmla="*/ 2147483646 h 57"/>
              <a:gd name="T10" fmla="*/ 2147483646 w 144"/>
              <a:gd name="T11" fmla="*/ 2147483646 h 57"/>
              <a:gd name="T12" fmla="*/ 2147483646 w 144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57">
                <a:moveTo>
                  <a:pt x="144" y="16"/>
                </a:moveTo>
                <a:lnTo>
                  <a:pt x="135" y="0"/>
                </a:lnTo>
                <a:lnTo>
                  <a:pt x="0" y="41"/>
                </a:lnTo>
                <a:lnTo>
                  <a:pt x="0" y="57"/>
                </a:lnTo>
                <a:lnTo>
                  <a:pt x="9" y="57"/>
                </a:lnTo>
                <a:lnTo>
                  <a:pt x="14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80" name="Freeform 95"/>
          <p:cNvSpPr>
            <a:spLocks/>
          </p:cNvSpPr>
          <p:nvPr/>
        </p:nvSpPr>
        <p:spPr bwMode="auto">
          <a:xfrm>
            <a:off x="3181350" y="4900613"/>
            <a:ext cx="242888" cy="77787"/>
          </a:xfrm>
          <a:custGeom>
            <a:avLst/>
            <a:gdLst>
              <a:gd name="T0" fmla="*/ 2147483646 w 153"/>
              <a:gd name="T1" fmla="*/ 2147483646 h 49"/>
              <a:gd name="T2" fmla="*/ 2147483646 w 153"/>
              <a:gd name="T3" fmla="*/ 0 h 49"/>
              <a:gd name="T4" fmla="*/ 0 w 153"/>
              <a:gd name="T5" fmla="*/ 2147483646 h 49"/>
              <a:gd name="T6" fmla="*/ 0 w 153"/>
              <a:gd name="T7" fmla="*/ 2147483646 h 49"/>
              <a:gd name="T8" fmla="*/ 0 w 153"/>
              <a:gd name="T9" fmla="*/ 2147483646 h 49"/>
              <a:gd name="T10" fmla="*/ 0 w 153"/>
              <a:gd name="T11" fmla="*/ 2147483646 h 49"/>
              <a:gd name="T12" fmla="*/ 2147483646 w 153"/>
              <a:gd name="T13" fmla="*/ 2147483646 h 4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3" h="49">
                <a:moveTo>
                  <a:pt x="153" y="16"/>
                </a:moveTo>
                <a:lnTo>
                  <a:pt x="153" y="0"/>
                </a:lnTo>
                <a:lnTo>
                  <a:pt x="0" y="32"/>
                </a:lnTo>
                <a:lnTo>
                  <a:pt x="0" y="49"/>
                </a:lnTo>
                <a:lnTo>
                  <a:pt x="15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81" name="Freeform 96"/>
          <p:cNvSpPr>
            <a:spLocks/>
          </p:cNvSpPr>
          <p:nvPr/>
        </p:nvSpPr>
        <p:spPr bwMode="auto">
          <a:xfrm>
            <a:off x="2681288" y="4951413"/>
            <a:ext cx="500062" cy="65087"/>
          </a:xfrm>
          <a:custGeom>
            <a:avLst/>
            <a:gdLst>
              <a:gd name="T0" fmla="*/ 2147483646 w 315"/>
              <a:gd name="T1" fmla="*/ 2147483646 h 41"/>
              <a:gd name="T2" fmla="*/ 2147483646 w 315"/>
              <a:gd name="T3" fmla="*/ 0 h 41"/>
              <a:gd name="T4" fmla="*/ 0 w 315"/>
              <a:gd name="T5" fmla="*/ 2147483646 h 41"/>
              <a:gd name="T6" fmla="*/ 0 w 315"/>
              <a:gd name="T7" fmla="*/ 2147483646 h 41"/>
              <a:gd name="T8" fmla="*/ 0 w 315"/>
              <a:gd name="T9" fmla="*/ 2147483646 h 41"/>
              <a:gd name="T10" fmla="*/ 0 w 315"/>
              <a:gd name="T11" fmla="*/ 2147483646 h 41"/>
              <a:gd name="T12" fmla="*/ 2147483646 w 315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15" h="41">
                <a:moveTo>
                  <a:pt x="315" y="17"/>
                </a:moveTo>
                <a:lnTo>
                  <a:pt x="315" y="0"/>
                </a:lnTo>
                <a:lnTo>
                  <a:pt x="0" y="25"/>
                </a:lnTo>
                <a:lnTo>
                  <a:pt x="0" y="41"/>
                </a:lnTo>
                <a:lnTo>
                  <a:pt x="31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82" name="Freeform 97"/>
          <p:cNvSpPr>
            <a:spLocks/>
          </p:cNvSpPr>
          <p:nvPr/>
        </p:nvSpPr>
        <p:spPr bwMode="auto">
          <a:xfrm>
            <a:off x="2166938" y="4926013"/>
            <a:ext cx="514350" cy="90487"/>
          </a:xfrm>
          <a:custGeom>
            <a:avLst/>
            <a:gdLst>
              <a:gd name="T0" fmla="*/ 2147483646 w 324"/>
              <a:gd name="T1" fmla="*/ 2147483646 h 57"/>
              <a:gd name="T2" fmla="*/ 2147483646 w 324"/>
              <a:gd name="T3" fmla="*/ 2147483646 h 57"/>
              <a:gd name="T4" fmla="*/ 0 w 324"/>
              <a:gd name="T5" fmla="*/ 0 h 57"/>
              <a:gd name="T6" fmla="*/ 0 w 324"/>
              <a:gd name="T7" fmla="*/ 2147483646 h 57"/>
              <a:gd name="T8" fmla="*/ 2147483646 w 324"/>
              <a:gd name="T9" fmla="*/ 2147483646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24" h="57">
                <a:moveTo>
                  <a:pt x="324" y="57"/>
                </a:moveTo>
                <a:lnTo>
                  <a:pt x="324" y="41"/>
                </a:lnTo>
                <a:lnTo>
                  <a:pt x="0" y="0"/>
                </a:lnTo>
                <a:lnTo>
                  <a:pt x="0" y="16"/>
                </a:lnTo>
                <a:lnTo>
                  <a:pt x="324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83" name="Freeform 98"/>
          <p:cNvSpPr>
            <a:spLocks/>
          </p:cNvSpPr>
          <p:nvPr/>
        </p:nvSpPr>
        <p:spPr bwMode="auto">
          <a:xfrm>
            <a:off x="3938588" y="4186238"/>
            <a:ext cx="28575" cy="26987"/>
          </a:xfrm>
          <a:custGeom>
            <a:avLst/>
            <a:gdLst>
              <a:gd name="T0" fmla="*/ 2147483646 w 18"/>
              <a:gd name="T1" fmla="*/ 2147483646 h 17"/>
              <a:gd name="T2" fmla="*/ 2147483646 w 18"/>
              <a:gd name="T3" fmla="*/ 2147483646 h 17"/>
              <a:gd name="T4" fmla="*/ 2147483646 w 18"/>
              <a:gd name="T5" fmla="*/ 0 h 17"/>
              <a:gd name="T6" fmla="*/ 2147483646 w 18"/>
              <a:gd name="T7" fmla="*/ 0 h 17"/>
              <a:gd name="T8" fmla="*/ 2147483646 w 18"/>
              <a:gd name="T9" fmla="*/ 0 h 17"/>
              <a:gd name="T10" fmla="*/ 2147483646 w 18"/>
              <a:gd name="T11" fmla="*/ 0 h 17"/>
              <a:gd name="T12" fmla="*/ 0 w 18"/>
              <a:gd name="T13" fmla="*/ 2147483646 h 17"/>
              <a:gd name="T14" fmla="*/ 2147483646 w 18"/>
              <a:gd name="T15" fmla="*/ 2147483646 h 17"/>
              <a:gd name="T16" fmla="*/ 2147483646 w 18"/>
              <a:gd name="T17" fmla="*/ 2147483646 h 17"/>
              <a:gd name="T18" fmla="*/ 2147483646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7">
                <a:moveTo>
                  <a:pt x="9" y="17"/>
                </a:move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84" name="Freeform 99"/>
          <p:cNvSpPr>
            <a:spLocks/>
          </p:cNvSpPr>
          <p:nvPr/>
        </p:nvSpPr>
        <p:spPr bwMode="auto">
          <a:xfrm>
            <a:off x="3895725" y="4200525"/>
            <a:ext cx="128588" cy="193675"/>
          </a:xfrm>
          <a:custGeom>
            <a:avLst/>
            <a:gdLst>
              <a:gd name="T0" fmla="*/ 2147483646 w 81"/>
              <a:gd name="T1" fmla="*/ 0 h 122"/>
              <a:gd name="T2" fmla="*/ 2147483646 w 81"/>
              <a:gd name="T3" fmla="*/ 0 h 122"/>
              <a:gd name="T4" fmla="*/ 2147483646 w 81"/>
              <a:gd name="T5" fmla="*/ 2147483646 h 122"/>
              <a:gd name="T6" fmla="*/ 0 w 81"/>
              <a:gd name="T7" fmla="*/ 0 h 122"/>
              <a:gd name="T8" fmla="*/ 2147483646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85" name="Freeform 100"/>
          <p:cNvSpPr>
            <a:spLocks/>
          </p:cNvSpPr>
          <p:nvPr/>
        </p:nvSpPr>
        <p:spPr bwMode="auto">
          <a:xfrm>
            <a:off x="3895725" y="4200525"/>
            <a:ext cx="128588" cy="193675"/>
          </a:xfrm>
          <a:custGeom>
            <a:avLst/>
            <a:gdLst>
              <a:gd name="T0" fmla="*/ 2147483646 w 81"/>
              <a:gd name="T1" fmla="*/ 0 h 122"/>
              <a:gd name="T2" fmla="*/ 2147483646 w 81"/>
              <a:gd name="T3" fmla="*/ 0 h 122"/>
              <a:gd name="T4" fmla="*/ 2147483646 w 81"/>
              <a:gd name="T5" fmla="*/ 2147483646 h 122"/>
              <a:gd name="T6" fmla="*/ 0 w 81"/>
              <a:gd name="T7" fmla="*/ 0 h 122"/>
              <a:gd name="T8" fmla="*/ 2147483646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86" name="Freeform 101"/>
          <p:cNvSpPr>
            <a:spLocks/>
          </p:cNvSpPr>
          <p:nvPr/>
        </p:nvSpPr>
        <p:spPr bwMode="auto">
          <a:xfrm>
            <a:off x="4667250" y="2293938"/>
            <a:ext cx="257175" cy="233362"/>
          </a:xfrm>
          <a:custGeom>
            <a:avLst/>
            <a:gdLst>
              <a:gd name="T0" fmla="*/ 2147483646 w 162"/>
              <a:gd name="T1" fmla="*/ 2147483646 h 147"/>
              <a:gd name="T2" fmla="*/ 2147483646 w 162"/>
              <a:gd name="T3" fmla="*/ 0 h 147"/>
              <a:gd name="T4" fmla="*/ 0 w 162"/>
              <a:gd name="T5" fmla="*/ 2147483646 h 147"/>
              <a:gd name="T6" fmla="*/ 0 w 162"/>
              <a:gd name="T7" fmla="*/ 2147483646 h 147"/>
              <a:gd name="T8" fmla="*/ 2147483646 w 162"/>
              <a:gd name="T9" fmla="*/ 2147483646 h 147"/>
              <a:gd name="T10" fmla="*/ 2147483646 w 162"/>
              <a:gd name="T11" fmla="*/ 2147483646 h 147"/>
              <a:gd name="T12" fmla="*/ 2147483646 w 162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47">
                <a:moveTo>
                  <a:pt x="162" y="8"/>
                </a:moveTo>
                <a:lnTo>
                  <a:pt x="144" y="0"/>
                </a:lnTo>
                <a:lnTo>
                  <a:pt x="0" y="139"/>
                </a:lnTo>
                <a:lnTo>
                  <a:pt x="18" y="147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87" name="Freeform 102"/>
          <p:cNvSpPr>
            <a:spLocks/>
          </p:cNvSpPr>
          <p:nvPr/>
        </p:nvSpPr>
        <p:spPr bwMode="auto">
          <a:xfrm>
            <a:off x="4467225" y="2514600"/>
            <a:ext cx="228600" cy="246063"/>
          </a:xfrm>
          <a:custGeom>
            <a:avLst/>
            <a:gdLst>
              <a:gd name="T0" fmla="*/ 2147483646 w 144"/>
              <a:gd name="T1" fmla="*/ 2147483646 h 155"/>
              <a:gd name="T2" fmla="*/ 2147483646 w 144"/>
              <a:gd name="T3" fmla="*/ 0 h 155"/>
              <a:gd name="T4" fmla="*/ 0 w 144"/>
              <a:gd name="T5" fmla="*/ 2147483646 h 155"/>
              <a:gd name="T6" fmla="*/ 0 w 144"/>
              <a:gd name="T7" fmla="*/ 2147483646 h 155"/>
              <a:gd name="T8" fmla="*/ 2147483646 w 144"/>
              <a:gd name="T9" fmla="*/ 2147483646 h 155"/>
              <a:gd name="T10" fmla="*/ 2147483646 w 144"/>
              <a:gd name="T11" fmla="*/ 2147483646 h 155"/>
              <a:gd name="T12" fmla="*/ 2147483646 w 144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55">
                <a:moveTo>
                  <a:pt x="144" y="8"/>
                </a:moveTo>
                <a:lnTo>
                  <a:pt x="126" y="0"/>
                </a:lnTo>
                <a:lnTo>
                  <a:pt x="0" y="147"/>
                </a:lnTo>
                <a:lnTo>
                  <a:pt x="18" y="155"/>
                </a:lnTo>
                <a:lnTo>
                  <a:pt x="144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88" name="Freeform 103"/>
          <p:cNvSpPr>
            <a:spLocks/>
          </p:cNvSpPr>
          <p:nvPr/>
        </p:nvSpPr>
        <p:spPr bwMode="auto">
          <a:xfrm>
            <a:off x="4295775" y="2747963"/>
            <a:ext cx="200025" cy="233362"/>
          </a:xfrm>
          <a:custGeom>
            <a:avLst/>
            <a:gdLst>
              <a:gd name="T0" fmla="*/ 2147483646 w 126"/>
              <a:gd name="T1" fmla="*/ 2147483646 h 147"/>
              <a:gd name="T2" fmla="*/ 2147483646 w 126"/>
              <a:gd name="T3" fmla="*/ 0 h 147"/>
              <a:gd name="T4" fmla="*/ 0 w 126"/>
              <a:gd name="T5" fmla="*/ 2147483646 h 147"/>
              <a:gd name="T6" fmla="*/ 0 w 126"/>
              <a:gd name="T7" fmla="*/ 2147483646 h 147"/>
              <a:gd name="T8" fmla="*/ 2147483646 w 126"/>
              <a:gd name="T9" fmla="*/ 2147483646 h 147"/>
              <a:gd name="T10" fmla="*/ 2147483646 w 126"/>
              <a:gd name="T11" fmla="*/ 2147483646 h 147"/>
              <a:gd name="T12" fmla="*/ 2147483646 w 126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" h="147">
                <a:moveTo>
                  <a:pt x="126" y="8"/>
                </a:moveTo>
                <a:lnTo>
                  <a:pt x="108" y="0"/>
                </a:lnTo>
                <a:lnTo>
                  <a:pt x="0" y="139"/>
                </a:lnTo>
                <a:lnTo>
                  <a:pt x="18" y="147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89" name="Freeform 104"/>
          <p:cNvSpPr>
            <a:spLocks/>
          </p:cNvSpPr>
          <p:nvPr/>
        </p:nvSpPr>
        <p:spPr bwMode="auto">
          <a:xfrm>
            <a:off x="4167188" y="2968625"/>
            <a:ext cx="157162" cy="246063"/>
          </a:xfrm>
          <a:custGeom>
            <a:avLst/>
            <a:gdLst>
              <a:gd name="T0" fmla="*/ 2147483646 w 99"/>
              <a:gd name="T1" fmla="*/ 2147483646 h 155"/>
              <a:gd name="T2" fmla="*/ 2147483646 w 99"/>
              <a:gd name="T3" fmla="*/ 0 h 155"/>
              <a:gd name="T4" fmla="*/ 0 w 99"/>
              <a:gd name="T5" fmla="*/ 2147483646 h 155"/>
              <a:gd name="T6" fmla="*/ 0 w 99"/>
              <a:gd name="T7" fmla="*/ 2147483646 h 155"/>
              <a:gd name="T8" fmla="*/ 2147483646 w 99"/>
              <a:gd name="T9" fmla="*/ 2147483646 h 155"/>
              <a:gd name="T10" fmla="*/ 2147483646 w 99"/>
              <a:gd name="T11" fmla="*/ 2147483646 h 155"/>
              <a:gd name="T12" fmla="*/ 2147483646 w 99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9" h="155">
                <a:moveTo>
                  <a:pt x="99" y="8"/>
                </a:moveTo>
                <a:lnTo>
                  <a:pt x="81" y="0"/>
                </a:lnTo>
                <a:lnTo>
                  <a:pt x="0" y="147"/>
                </a:lnTo>
                <a:lnTo>
                  <a:pt x="18" y="155"/>
                </a:lnTo>
                <a:lnTo>
                  <a:pt x="99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90" name="Freeform 105"/>
          <p:cNvSpPr>
            <a:spLocks/>
          </p:cNvSpPr>
          <p:nvPr/>
        </p:nvSpPr>
        <p:spPr bwMode="auto">
          <a:xfrm>
            <a:off x="4052888" y="3201988"/>
            <a:ext cx="142875" cy="258762"/>
          </a:xfrm>
          <a:custGeom>
            <a:avLst/>
            <a:gdLst>
              <a:gd name="T0" fmla="*/ 2147483646 w 90"/>
              <a:gd name="T1" fmla="*/ 2147483646 h 163"/>
              <a:gd name="T2" fmla="*/ 2147483646 w 90"/>
              <a:gd name="T3" fmla="*/ 0 h 163"/>
              <a:gd name="T4" fmla="*/ 0 w 90"/>
              <a:gd name="T5" fmla="*/ 2147483646 h 163"/>
              <a:gd name="T6" fmla="*/ 0 w 90"/>
              <a:gd name="T7" fmla="*/ 2147483646 h 163"/>
              <a:gd name="T8" fmla="*/ 2147483646 w 90"/>
              <a:gd name="T9" fmla="*/ 2147483646 h 163"/>
              <a:gd name="T10" fmla="*/ 2147483646 w 90"/>
              <a:gd name="T11" fmla="*/ 2147483646 h 163"/>
              <a:gd name="T12" fmla="*/ 2147483646 w 90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0" h="163">
                <a:moveTo>
                  <a:pt x="90" y="8"/>
                </a:moveTo>
                <a:lnTo>
                  <a:pt x="72" y="0"/>
                </a:lnTo>
                <a:lnTo>
                  <a:pt x="0" y="155"/>
                </a:lnTo>
                <a:lnTo>
                  <a:pt x="18" y="163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91" name="Freeform 106"/>
          <p:cNvSpPr>
            <a:spLocks/>
          </p:cNvSpPr>
          <p:nvPr/>
        </p:nvSpPr>
        <p:spPr bwMode="auto">
          <a:xfrm>
            <a:off x="3981450" y="3448050"/>
            <a:ext cx="100013" cy="258763"/>
          </a:xfrm>
          <a:custGeom>
            <a:avLst/>
            <a:gdLst>
              <a:gd name="T0" fmla="*/ 2147483646 w 63"/>
              <a:gd name="T1" fmla="*/ 2147483646 h 163"/>
              <a:gd name="T2" fmla="*/ 2147483646 w 63"/>
              <a:gd name="T3" fmla="*/ 0 h 163"/>
              <a:gd name="T4" fmla="*/ 0 w 63"/>
              <a:gd name="T5" fmla="*/ 2147483646 h 163"/>
              <a:gd name="T6" fmla="*/ 0 w 63"/>
              <a:gd name="T7" fmla="*/ 2147483646 h 163"/>
              <a:gd name="T8" fmla="*/ 2147483646 w 63"/>
              <a:gd name="T9" fmla="*/ 2147483646 h 163"/>
              <a:gd name="T10" fmla="*/ 2147483646 w 63"/>
              <a:gd name="T11" fmla="*/ 2147483646 h 163"/>
              <a:gd name="T12" fmla="*/ 2147483646 w 63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3" h="163">
                <a:moveTo>
                  <a:pt x="63" y="8"/>
                </a:moveTo>
                <a:lnTo>
                  <a:pt x="45" y="0"/>
                </a:lnTo>
                <a:lnTo>
                  <a:pt x="0" y="155"/>
                </a:lnTo>
                <a:lnTo>
                  <a:pt x="18" y="155"/>
                </a:lnTo>
                <a:lnTo>
                  <a:pt x="18" y="163"/>
                </a:lnTo>
                <a:lnTo>
                  <a:pt x="63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92" name="Freeform 107"/>
          <p:cNvSpPr>
            <a:spLocks/>
          </p:cNvSpPr>
          <p:nvPr/>
        </p:nvSpPr>
        <p:spPr bwMode="auto">
          <a:xfrm>
            <a:off x="3938588" y="3694113"/>
            <a:ext cx="71437" cy="246062"/>
          </a:xfrm>
          <a:custGeom>
            <a:avLst/>
            <a:gdLst>
              <a:gd name="T0" fmla="*/ 2147483646 w 45"/>
              <a:gd name="T1" fmla="*/ 0 h 155"/>
              <a:gd name="T2" fmla="*/ 2147483646 w 45"/>
              <a:gd name="T3" fmla="*/ 0 h 155"/>
              <a:gd name="T4" fmla="*/ 0 w 45"/>
              <a:gd name="T5" fmla="*/ 2147483646 h 155"/>
              <a:gd name="T6" fmla="*/ 0 w 45"/>
              <a:gd name="T7" fmla="*/ 2147483646 h 155"/>
              <a:gd name="T8" fmla="*/ 2147483646 w 45"/>
              <a:gd name="T9" fmla="*/ 2147483646 h 155"/>
              <a:gd name="T10" fmla="*/ 2147483646 w 45"/>
              <a:gd name="T11" fmla="*/ 2147483646 h 155"/>
              <a:gd name="T12" fmla="*/ 2147483646 w 45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5" h="155">
                <a:moveTo>
                  <a:pt x="45" y="0"/>
                </a:moveTo>
                <a:lnTo>
                  <a:pt x="27" y="0"/>
                </a:lnTo>
                <a:lnTo>
                  <a:pt x="0" y="155"/>
                </a:lnTo>
                <a:lnTo>
                  <a:pt x="18" y="15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93" name="Rectangle 108"/>
          <p:cNvSpPr>
            <a:spLocks noChangeArrowheads="1"/>
          </p:cNvSpPr>
          <p:nvPr/>
        </p:nvSpPr>
        <p:spPr bwMode="auto">
          <a:xfrm>
            <a:off x="3938588" y="3940175"/>
            <a:ext cx="28575" cy="24606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094" name="Freeform 109"/>
          <p:cNvSpPr>
            <a:spLocks/>
          </p:cNvSpPr>
          <p:nvPr/>
        </p:nvSpPr>
        <p:spPr bwMode="auto">
          <a:xfrm>
            <a:off x="2024063" y="3641725"/>
            <a:ext cx="28575" cy="26988"/>
          </a:xfrm>
          <a:custGeom>
            <a:avLst/>
            <a:gdLst>
              <a:gd name="T0" fmla="*/ 0 w 18"/>
              <a:gd name="T1" fmla="*/ 2147483646 h 17"/>
              <a:gd name="T2" fmla="*/ 0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2147483646 h 17"/>
              <a:gd name="T10" fmla="*/ 2147483646 w 18"/>
              <a:gd name="T11" fmla="*/ 2147483646 h 17"/>
              <a:gd name="T12" fmla="*/ 2147483646 w 18"/>
              <a:gd name="T13" fmla="*/ 0 h 17"/>
              <a:gd name="T14" fmla="*/ 0 w 18"/>
              <a:gd name="T15" fmla="*/ 0 h 17"/>
              <a:gd name="T16" fmla="*/ 0 w 18"/>
              <a:gd name="T17" fmla="*/ 2147483646 h 17"/>
              <a:gd name="T18" fmla="*/ 0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7">
                <a:moveTo>
                  <a:pt x="0" y="9"/>
                </a:moveTo>
                <a:lnTo>
                  <a:pt x="0" y="17"/>
                </a:lnTo>
                <a:lnTo>
                  <a:pt x="9" y="17"/>
                </a:lnTo>
                <a:lnTo>
                  <a:pt x="18" y="17"/>
                </a:lnTo>
                <a:lnTo>
                  <a:pt x="18" y="9"/>
                </a:lnTo>
                <a:lnTo>
                  <a:pt x="9" y="0"/>
                </a:lnTo>
                <a:lnTo>
                  <a:pt x="0" y="0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95" name="Freeform 110"/>
          <p:cNvSpPr>
            <a:spLocks/>
          </p:cNvSpPr>
          <p:nvPr/>
        </p:nvSpPr>
        <p:spPr bwMode="auto">
          <a:xfrm>
            <a:off x="1824038" y="3603625"/>
            <a:ext cx="228600" cy="103188"/>
          </a:xfrm>
          <a:custGeom>
            <a:avLst/>
            <a:gdLst>
              <a:gd name="T0" fmla="*/ 2147483646 w 144"/>
              <a:gd name="T1" fmla="*/ 2147483646 h 65"/>
              <a:gd name="T2" fmla="*/ 2147483646 w 144"/>
              <a:gd name="T3" fmla="*/ 2147483646 h 65"/>
              <a:gd name="T4" fmla="*/ 0 w 144"/>
              <a:gd name="T5" fmla="*/ 0 h 65"/>
              <a:gd name="T6" fmla="*/ 2147483646 w 144"/>
              <a:gd name="T7" fmla="*/ 0 h 65"/>
              <a:gd name="T8" fmla="*/ 2147483646 w 144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96" name="Freeform 111"/>
          <p:cNvSpPr>
            <a:spLocks/>
          </p:cNvSpPr>
          <p:nvPr/>
        </p:nvSpPr>
        <p:spPr bwMode="auto">
          <a:xfrm>
            <a:off x="1824038" y="3603625"/>
            <a:ext cx="228600" cy="103188"/>
          </a:xfrm>
          <a:custGeom>
            <a:avLst/>
            <a:gdLst>
              <a:gd name="T0" fmla="*/ 2147483646 w 144"/>
              <a:gd name="T1" fmla="*/ 2147483646 h 65"/>
              <a:gd name="T2" fmla="*/ 2147483646 w 144"/>
              <a:gd name="T3" fmla="*/ 2147483646 h 65"/>
              <a:gd name="T4" fmla="*/ 0 w 144"/>
              <a:gd name="T5" fmla="*/ 0 h 65"/>
              <a:gd name="T6" fmla="*/ 2147483646 w 144"/>
              <a:gd name="T7" fmla="*/ 0 h 65"/>
              <a:gd name="T8" fmla="*/ 2147483646 w 144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97" name="Freeform 112"/>
          <p:cNvSpPr>
            <a:spLocks/>
          </p:cNvSpPr>
          <p:nvPr/>
        </p:nvSpPr>
        <p:spPr bwMode="auto">
          <a:xfrm>
            <a:off x="3538538" y="4303713"/>
            <a:ext cx="471487" cy="363537"/>
          </a:xfrm>
          <a:custGeom>
            <a:avLst/>
            <a:gdLst>
              <a:gd name="T0" fmla="*/ 2147483646 w 297"/>
              <a:gd name="T1" fmla="*/ 2147483646 h 229"/>
              <a:gd name="T2" fmla="*/ 2147483646 w 297"/>
              <a:gd name="T3" fmla="*/ 2147483646 h 229"/>
              <a:gd name="T4" fmla="*/ 2147483646 w 297"/>
              <a:gd name="T5" fmla="*/ 0 h 229"/>
              <a:gd name="T6" fmla="*/ 2147483646 w 297"/>
              <a:gd name="T7" fmla="*/ 0 h 229"/>
              <a:gd name="T8" fmla="*/ 0 w 297"/>
              <a:gd name="T9" fmla="*/ 2147483646 h 229"/>
              <a:gd name="T10" fmla="*/ 0 w 297"/>
              <a:gd name="T11" fmla="*/ 2147483646 h 229"/>
              <a:gd name="T12" fmla="*/ 2147483646 w 297"/>
              <a:gd name="T13" fmla="*/ 214748364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97" h="229">
                <a:moveTo>
                  <a:pt x="288" y="229"/>
                </a:moveTo>
                <a:lnTo>
                  <a:pt x="297" y="212"/>
                </a:lnTo>
                <a:lnTo>
                  <a:pt x="9" y="0"/>
                </a:lnTo>
                <a:lnTo>
                  <a:pt x="0" y="16"/>
                </a:lnTo>
                <a:lnTo>
                  <a:pt x="288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98" name="Freeform 113"/>
          <p:cNvSpPr>
            <a:spLocks/>
          </p:cNvSpPr>
          <p:nvPr/>
        </p:nvSpPr>
        <p:spPr bwMode="auto">
          <a:xfrm>
            <a:off x="3067050" y="4030663"/>
            <a:ext cx="485775" cy="298450"/>
          </a:xfrm>
          <a:custGeom>
            <a:avLst/>
            <a:gdLst>
              <a:gd name="T0" fmla="*/ 2147483646 w 306"/>
              <a:gd name="T1" fmla="*/ 2147483646 h 188"/>
              <a:gd name="T2" fmla="*/ 2147483646 w 306"/>
              <a:gd name="T3" fmla="*/ 2147483646 h 188"/>
              <a:gd name="T4" fmla="*/ 2147483646 w 306"/>
              <a:gd name="T5" fmla="*/ 0 h 188"/>
              <a:gd name="T6" fmla="*/ 2147483646 w 306"/>
              <a:gd name="T7" fmla="*/ 0 h 188"/>
              <a:gd name="T8" fmla="*/ 0 w 306"/>
              <a:gd name="T9" fmla="*/ 2147483646 h 188"/>
              <a:gd name="T10" fmla="*/ 0 w 306"/>
              <a:gd name="T11" fmla="*/ 2147483646 h 188"/>
              <a:gd name="T12" fmla="*/ 2147483646 w 306"/>
              <a:gd name="T13" fmla="*/ 2147483646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06" h="188">
                <a:moveTo>
                  <a:pt x="297" y="188"/>
                </a:moveTo>
                <a:lnTo>
                  <a:pt x="306" y="172"/>
                </a:lnTo>
                <a:lnTo>
                  <a:pt x="9" y="0"/>
                </a:lnTo>
                <a:lnTo>
                  <a:pt x="0" y="17"/>
                </a:lnTo>
                <a:lnTo>
                  <a:pt x="297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99" name="Freeform 114"/>
          <p:cNvSpPr>
            <a:spLocks/>
          </p:cNvSpPr>
          <p:nvPr/>
        </p:nvSpPr>
        <p:spPr bwMode="auto">
          <a:xfrm>
            <a:off x="2552700" y="3811588"/>
            <a:ext cx="528638" cy="246062"/>
          </a:xfrm>
          <a:custGeom>
            <a:avLst/>
            <a:gdLst>
              <a:gd name="T0" fmla="*/ 2147483646 w 333"/>
              <a:gd name="T1" fmla="*/ 2147483646 h 155"/>
              <a:gd name="T2" fmla="*/ 2147483646 w 333"/>
              <a:gd name="T3" fmla="*/ 2147483646 h 155"/>
              <a:gd name="T4" fmla="*/ 2147483646 w 333"/>
              <a:gd name="T5" fmla="*/ 0 h 155"/>
              <a:gd name="T6" fmla="*/ 2147483646 w 333"/>
              <a:gd name="T7" fmla="*/ 0 h 155"/>
              <a:gd name="T8" fmla="*/ 0 w 333"/>
              <a:gd name="T9" fmla="*/ 2147483646 h 155"/>
              <a:gd name="T10" fmla="*/ 0 w 333"/>
              <a:gd name="T11" fmla="*/ 2147483646 h 155"/>
              <a:gd name="T12" fmla="*/ 2147483646 w 333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33" h="155">
                <a:moveTo>
                  <a:pt x="324" y="155"/>
                </a:moveTo>
                <a:lnTo>
                  <a:pt x="333" y="138"/>
                </a:lnTo>
                <a:lnTo>
                  <a:pt x="9" y="0"/>
                </a:lnTo>
                <a:lnTo>
                  <a:pt x="0" y="16"/>
                </a:lnTo>
                <a:lnTo>
                  <a:pt x="324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100" name="Freeform 115"/>
          <p:cNvSpPr>
            <a:spLocks/>
          </p:cNvSpPr>
          <p:nvPr/>
        </p:nvSpPr>
        <p:spPr bwMode="auto">
          <a:xfrm>
            <a:off x="2038350" y="3641725"/>
            <a:ext cx="528638" cy="195263"/>
          </a:xfrm>
          <a:custGeom>
            <a:avLst/>
            <a:gdLst>
              <a:gd name="T0" fmla="*/ 2147483646 w 333"/>
              <a:gd name="T1" fmla="*/ 2147483646 h 123"/>
              <a:gd name="T2" fmla="*/ 2147483646 w 333"/>
              <a:gd name="T3" fmla="*/ 2147483646 h 123"/>
              <a:gd name="T4" fmla="*/ 2147483646 w 333"/>
              <a:gd name="T5" fmla="*/ 0 h 123"/>
              <a:gd name="T6" fmla="*/ 0 w 333"/>
              <a:gd name="T7" fmla="*/ 2147483646 h 123"/>
              <a:gd name="T8" fmla="*/ 2147483646 w 333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3" h="123">
                <a:moveTo>
                  <a:pt x="324" y="123"/>
                </a:moveTo>
                <a:lnTo>
                  <a:pt x="333" y="107"/>
                </a:lnTo>
                <a:lnTo>
                  <a:pt x="9" y="0"/>
                </a:lnTo>
                <a:lnTo>
                  <a:pt x="0" y="17"/>
                </a:lnTo>
                <a:lnTo>
                  <a:pt x="324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101" name="Freeform 116"/>
          <p:cNvSpPr>
            <a:spLocks/>
          </p:cNvSpPr>
          <p:nvPr/>
        </p:nvSpPr>
        <p:spPr bwMode="auto">
          <a:xfrm>
            <a:off x="4953000" y="2747963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0 w 18"/>
              <a:gd name="T3" fmla="*/ 0 h 16"/>
              <a:gd name="T4" fmla="*/ 0 w 18"/>
              <a:gd name="T5" fmla="*/ 2147483646 h 16"/>
              <a:gd name="T6" fmla="*/ 0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9" y="0"/>
                </a:moveTo>
                <a:lnTo>
                  <a:pt x="0" y="0"/>
                </a:lnTo>
                <a:lnTo>
                  <a:pt x="0" y="8"/>
                </a:lnTo>
                <a:lnTo>
                  <a:pt x="9" y="16"/>
                </a:lnTo>
                <a:lnTo>
                  <a:pt x="9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102" name="Freeform 117"/>
          <p:cNvSpPr>
            <a:spLocks/>
          </p:cNvSpPr>
          <p:nvPr/>
        </p:nvSpPr>
        <p:spPr bwMode="auto">
          <a:xfrm>
            <a:off x="4895850" y="2552700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103" name="Freeform 118"/>
          <p:cNvSpPr>
            <a:spLocks/>
          </p:cNvSpPr>
          <p:nvPr/>
        </p:nvSpPr>
        <p:spPr bwMode="auto">
          <a:xfrm>
            <a:off x="4895850" y="2552700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104" name="Freeform 119"/>
          <p:cNvSpPr>
            <a:spLocks/>
          </p:cNvSpPr>
          <p:nvPr/>
        </p:nvSpPr>
        <p:spPr bwMode="auto">
          <a:xfrm>
            <a:off x="3981450" y="4419600"/>
            <a:ext cx="257175" cy="233363"/>
          </a:xfrm>
          <a:custGeom>
            <a:avLst/>
            <a:gdLst>
              <a:gd name="T0" fmla="*/ 0 w 162"/>
              <a:gd name="T1" fmla="*/ 2147483646 h 147"/>
              <a:gd name="T2" fmla="*/ 2147483646 w 162"/>
              <a:gd name="T3" fmla="*/ 2147483646 h 147"/>
              <a:gd name="T4" fmla="*/ 2147483646 w 162"/>
              <a:gd name="T5" fmla="*/ 2147483646 h 147"/>
              <a:gd name="T6" fmla="*/ 2147483646 w 162"/>
              <a:gd name="T7" fmla="*/ 2147483646 h 147"/>
              <a:gd name="T8" fmla="*/ 2147483646 w 162"/>
              <a:gd name="T9" fmla="*/ 0 h 147"/>
              <a:gd name="T10" fmla="*/ 2147483646 w 162"/>
              <a:gd name="T11" fmla="*/ 0 h 147"/>
              <a:gd name="T12" fmla="*/ 0 w 162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47">
                <a:moveTo>
                  <a:pt x="0" y="139"/>
                </a:moveTo>
                <a:lnTo>
                  <a:pt x="18" y="147"/>
                </a:lnTo>
                <a:lnTo>
                  <a:pt x="162" y="9"/>
                </a:lnTo>
                <a:lnTo>
                  <a:pt x="144" y="0"/>
                </a:lnTo>
                <a:lnTo>
                  <a:pt x="0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105" name="Freeform 120"/>
          <p:cNvSpPr>
            <a:spLocks/>
          </p:cNvSpPr>
          <p:nvPr/>
        </p:nvSpPr>
        <p:spPr bwMode="auto">
          <a:xfrm>
            <a:off x="4210050" y="4200525"/>
            <a:ext cx="228600" cy="233363"/>
          </a:xfrm>
          <a:custGeom>
            <a:avLst/>
            <a:gdLst>
              <a:gd name="T0" fmla="*/ 0 w 144"/>
              <a:gd name="T1" fmla="*/ 2147483646 h 147"/>
              <a:gd name="T2" fmla="*/ 2147483646 w 144"/>
              <a:gd name="T3" fmla="*/ 2147483646 h 147"/>
              <a:gd name="T4" fmla="*/ 2147483646 w 144"/>
              <a:gd name="T5" fmla="*/ 2147483646 h 147"/>
              <a:gd name="T6" fmla="*/ 2147483646 w 144"/>
              <a:gd name="T7" fmla="*/ 2147483646 h 147"/>
              <a:gd name="T8" fmla="*/ 2147483646 w 144"/>
              <a:gd name="T9" fmla="*/ 0 h 147"/>
              <a:gd name="T10" fmla="*/ 2147483646 w 144"/>
              <a:gd name="T11" fmla="*/ 0 h 147"/>
              <a:gd name="T12" fmla="*/ 0 w 144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47">
                <a:moveTo>
                  <a:pt x="0" y="138"/>
                </a:moveTo>
                <a:lnTo>
                  <a:pt x="18" y="147"/>
                </a:lnTo>
                <a:lnTo>
                  <a:pt x="144" y="8"/>
                </a:lnTo>
                <a:lnTo>
                  <a:pt x="126" y="0"/>
                </a:lnTo>
                <a:lnTo>
                  <a:pt x="0" y="13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106" name="Freeform 121"/>
          <p:cNvSpPr>
            <a:spLocks/>
          </p:cNvSpPr>
          <p:nvPr/>
        </p:nvSpPr>
        <p:spPr bwMode="auto">
          <a:xfrm>
            <a:off x="4410075" y="3967163"/>
            <a:ext cx="200025" cy="246062"/>
          </a:xfrm>
          <a:custGeom>
            <a:avLst/>
            <a:gdLst>
              <a:gd name="T0" fmla="*/ 0 w 126"/>
              <a:gd name="T1" fmla="*/ 2147483646 h 155"/>
              <a:gd name="T2" fmla="*/ 2147483646 w 126"/>
              <a:gd name="T3" fmla="*/ 2147483646 h 155"/>
              <a:gd name="T4" fmla="*/ 2147483646 w 126"/>
              <a:gd name="T5" fmla="*/ 2147483646 h 155"/>
              <a:gd name="T6" fmla="*/ 2147483646 w 126"/>
              <a:gd name="T7" fmla="*/ 2147483646 h 155"/>
              <a:gd name="T8" fmla="*/ 2147483646 w 126"/>
              <a:gd name="T9" fmla="*/ 0 h 155"/>
              <a:gd name="T10" fmla="*/ 2147483646 w 126"/>
              <a:gd name="T11" fmla="*/ 0 h 155"/>
              <a:gd name="T12" fmla="*/ 0 w 126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" h="155">
                <a:moveTo>
                  <a:pt x="0" y="147"/>
                </a:moveTo>
                <a:lnTo>
                  <a:pt x="18" y="155"/>
                </a:lnTo>
                <a:lnTo>
                  <a:pt x="126" y="8"/>
                </a:lnTo>
                <a:lnTo>
                  <a:pt x="108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107" name="Freeform 122"/>
          <p:cNvSpPr>
            <a:spLocks/>
          </p:cNvSpPr>
          <p:nvPr/>
        </p:nvSpPr>
        <p:spPr bwMode="auto">
          <a:xfrm>
            <a:off x="4581525" y="3733800"/>
            <a:ext cx="171450" cy="246063"/>
          </a:xfrm>
          <a:custGeom>
            <a:avLst/>
            <a:gdLst>
              <a:gd name="T0" fmla="*/ 0 w 108"/>
              <a:gd name="T1" fmla="*/ 2147483646 h 155"/>
              <a:gd name="T2" fmla="*/ 2147483646 w 108"/>
              <a:gd name="T3" fmla="*/ 2147483646 h 155"/>
              <a:gd name="T4" fmla="*/ 2147483646 w 108"/>
              <a:gd name="T5" fmla="*/ 2147483646 h 155"/>
              <a:gd name="T6" fmla="*/ 2147483646 w 108"/>
              <a:gd name="T7" fmla="*/ 2147483646 h 155"/>
              <a:gd name="T8" fmla="*/ 2147483646 w 108"/>
              <a:gd name="T9" fmla="*/ 0 h 155"/>
              <a:gd name="T10" fmla="*/ 2147483646 w 108"/>
              <a:gd name="T11" fmla="*/ 0 h 155"/>
              <a:gd name="T12" fmla="*/ 0 w 108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8" h="155">
                <a:moveTo>
                  <a:pt x="0" y="147"/>
                </a:moveTo>
                <a:lnTo>
                  <a:pt x="18" y="155"/>
                </a:lnTo>
                <a:lnTo>
                  <a:pt x="108" y="8"/>
                </a:lnTo>
                <a:lnTo>
                  <a:pt x="90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108" name="Freeform 123"/>
          <p:cNvSpPr>
            <a:spLocks/>
          </p:cNvSpPr>
          <p:nvPr/>
        </p:nvSpPr>
        <p:spPr bwMode="auto">
          <a:xfrm>
            <a:off x="4724400" y="3500438"/>
            <a:ext cx="128588" cy="246062"/>
          </a:xfrm>
          <a:custGeom>
            <a:avLst/>
            <a:gdLst>
              <a:gd name="T0" fmla="*/ 0 w 81"/>
              <a:gd name="T1" fmla="*/ 2147483646 h 155"/>
              <a:gd name="T2" fmla="*/ 2147483646 w 81"/>
              <a:gd name="T3" fmla="*/ 2147483646 h 155"/>
              <a:gd name="T4" fmla="*/ 2147483646 w 81"/>
              <a:gd name="T5" fmla="*/ 2147483646 h 155"/>
              <a:gd name="T6" fmla="*/ 2147483646 w 81"/>
              <a:gd name="T7" fmla="*/ 2147483646 h 155"/>
              <a:gd name="T8" fmla="*/ 2147483646 w 81"/>
              <a:gd name="T9" fmla="*/ 0 h 155"/>
              <a:gd name="T10" fmla="*/ 2147483646 w 81"/>
              <a:gd name="T11" fmla="*/ 0 h 155"/>
              <a:gd name="T12" fmla="*/ 0 w 81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1" h="155">
                <a:moveTo>
                  <a:pt x="0" y="147"/>
                </a:moveTo>
                <a:lnTo>
                  <a:pt x="18" y="155"/>
                </a:lnTo>
                <a:lnTo>
                  <a:pt x="81" y="8"/>
                </a:lnTo>
                <a:lnTo>
                  <a:pt x="63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109" name="Freeform 124"/>
          <p:cNvSpPr>
            <a:spLocks/>
          </p:cNvSpPr>
          <p:nvPr/>
        </p:nvSpPr>
        <p:spPr bwMode="auto">
          <a:xfrm>
            <a:off x="4824413" y="3252788"/>
            <a:ext cx="100012" cy="260350"/>
          </a:xfrm>
          <a:custGeom>
            <a:avLst/>
            <a:gdLst>
              <a:gd name="T0" fmla="*/ 0 w 63"/>
              <a:gd name="T1" fmla="*/ 2147483646 h 164"/>
              <a:gd name="T2" fmla="*/ 2147483646 w 63"/>
              <a:gd name="T3" fmla="*/ 2147483646 h 164"/>
              <a:gd name="T4" fmla="*/ 2147483646 w 63"/>
              <a:gd name="T5" fmla="*/ 2147483646 h 164"/>
              <a:gd name="T6" fmla="*/ 2147483646 w 63"/>
              <a:gd name="T7" fmla="*/ 0 h 164"/>
              <a:gd name="T8" fmla="*/ 2147483646 w 63"/>
              <a:gd name="T9" fmla="*/ 0 h 164"/>
              <a:gd name="T10" fmla="*/ 2147483646 w 63"/>
              <a:gd name="T11" fmla="*/ 0 h 164"/>
              <a:gd name="T12" fmla="*/ 0 w 63"/>
              <a:gd name="T13" fmla="*/ 2147483646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3" h="164">
                <a:moveTo>
                  <a:pt x="0" y="156"/>
                </a:moveTo>
                <a:lnTo>
                  <a:pt x="18" y="164"/>
                </a:lnTo>
                <a:lnTo>
                  <a:pt x="63" y="9"/>
                </a:lnTo>
                <a:lnTo>
                  <a:pt x="63" y="0"/>
                </a:lnTo>
                <a:lnTo>
                  <a:pt x="45" y="0"/>
                </a:lnTo>
                <a:lnTo>
                  <a:pt x="0" y="15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110" name="Freeform 125"/>
          <p:cNvSpPr>
            <a:spLocks/>
          </p:cNvSpPr>
          <p:nvPr/>
        </p:nvSpPr>
        <p:spPr bwMode="auto">
          <a:xfrm>
            <a:off x="4895850" y="3006725"/>
            <a:ext cx="71438" cy="246063"/>
          </a:xfrm>
          <a:custGeom>
            <a:avLst/>
            <a:gdLst>
              <a:gd name="T0" fmla="*/ 0 w 45"/>
              <a:gd name="T1" fmla="*/ 2147483646 h 155"/>
              <a:gd name="T2" fmla="*/ 2147483646 w 45"/>
              <a:gd name="T3" fmla="*/ 2147483646 h 155"/>
              <a:gd name="T4" fmla="*/ 2147483646 w 45"/>
              <a:gd name="T5" fmla="*/ 0 h 155"/>
              <a:gd name="T6" fmla="*/ 2147483646 w 45"/>
              <a:gd name="T7" fmla="*/ 0 h 155"/>
              <a:gd name="T8" fmla="*/ 2147483646 w 45"/>
              <a:gd name="T9" fmla="*/ 0 h 155"/>
              <a:gd name="T10" fmla="*/ 2147483646 w 45"/>
              <a:gd name="T11" fmla="*/ 0 h 155"/>
              <a:gd name="T12" fmla="*/ 0 w 45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5" h="155">
                <a:moveTo>
                  <a:pt x="0" y="155"/>
                </a:moveTo>
                <a:lnTo>
                  <a:pt x="18" y="155"/>
                </a:lnTo>
                <a:lnTo>
                  <a:pt x="45" y="0"/>
                </a:lnTo>
                <a:lnTo>
                  <a:pt x="27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111" name="Rectangle 126"/>
          <p:cNvSpPr>
            <a:spLocks noChangeArrowheads="1"/>
          </p:cNvSpPr>
          <p:nvPr/>
        </p:nvSpPr>
        <p:spPr bwMode="auto">
          <a:xfrm>
            <a:off x="4938713" y="2747963"/>
            <a:ext cx="28575" cy="2587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112" name="Freeform 127"/>
          <p:cNvSpPr>
            <a:spLocks/>
          </p:cNvSpPr>
          <p:nvPr/>
        </p:nvSpPr>
        <p:spPr bwMode="auto">
          <a:xfrm>
            <a:off x="6938963" y="5199063"/>
            <a:ext cx="14287" cy="12700"/>
          </a:xfrm>
          <a:custGeom>
            <a:avLst/>
            <a:gdLst>
              <a:gd name="T0" fmla="*/ 0 w 9"/>
              <a:gd name="T1" fmla="*/ 2147483646 h 8"/>
              <a:gd name="T2" fmla="*/ 2147483646 w 9"/>
              <a:gd name="T3" fmla="*/ 2147483646 h 8"/>
              <a:gd name="T4" fmla="*/ 2147483646 w 9"/>
              <a:gd name="T5" fmla="*/ 2147483646 h 8"/>
              <a:gd name="T6" fmla="*/ 2147483646 w 9"/>
              <a:gd name="T7" fmla="*/ 0 h 8"/>
              <a:gd name="T8" fmla="*/ 2147483646 w 9"/>
              <a:gd name="T9" fmla="*/ 0 h 8"/>
              <a:gd name="T10" fmla="*/ 0 w 9"/>
              <a:gd name="T11" fmla="*/ 0 h 8"/>
              <a:gd name="T12" fmla="*/ 0 w 9"/>
              <a:gd name="T13" fmla="*/ 0 h 8"/>
              <a:gd name="T14" fmla="*/ 0 w 9"/>
              <a:gd name="T15" fmla="*/ 2147483646 h 8"/>
              <a:gd name="T16" fmla="*/ 0 w 9"/>
              <a:gd name="T17" fmla="*/ 2147483646 h 8"/>
              <a:gd name="T18" fmla="*/ 0 w 9"/>
              <a:gd name="T19" fmla="*/ 2147483646 h 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9" h="8">
                <a:moveTo>
                  <a:pt x="0" y="8"/>
                </a:moveTo>
                <a:lnTo>
                  <a:pt x="9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113" name="Freeform 128"/>
          <p:cNvSpPr>
            <a:spLocks/>
          </p:cNvSpPr>
          <p:nvPr/>
        </p:nvSpPr>
        <p:spPr bwMode="auto">
          <a:xfrm>
            <a:off x="6881813" y="5199063"/>
            <a:ext cx="114300" cy="193675"/>
          </a:xfrm>
          <a:custGeom>
            <a:avLst/>
            <a:gdLst>
              <a:gd name="T0" fmla="*/ 2147483646 w 72"/>
              <a:gd name="T1" fmla="*/ 2147483646 h 122"/>
              <a:gd name="T2" fmla="*/ 2147483646 w 72"/>
              <a:gd name="T3" fmla="*/ 2147483646 h 122"/>
              <a:gd name="T4" fmla="*/ 0 w 72"/>
              <a:gd name="T5" fmla="*/ 2147483646 h 122"/>
              <a:gd name="T6" fmla="*/ 0 w 72"/>
              <a:gd name="T7" fmla="*/ 0 h 122"/>
              <a:gd name="T8" fmla="*/ 2147483646 w 72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114" name="Freeform 129"/>
          <p:cNvSpPr>
            <a:spLocks/>
          </p:cNvSpPr>
          <p:nvPr/>
        </p:nvSpPr>
        <p:spPr bwMode="auto">
          <a:xfrm>
            <a:off x="6881813" y="5199063"/>
            <a:ext cx="114300" cy="193675"/>
          </a:xfrm>
          <a:custGeom>
            <a:avLst/>
            <a:gdLst>
              <a:gd name="T0" fmla="*/ 2147483646 w 72"/>
              <a:gd name="T1" fmla="*/ 2147483646 h 122"/>
              <a:gd name="T2" fmla="*/ 2147483646 w 72"/>
              <a:gd name="T3" fmla="*/ 2147483646 h 122"/>
              <a:gd name="T4" fmla="*/ 0 w 72"/>
              <a:gd name="T5" fmla="*/ 2147483646 h 122"/>
              <a:gd name="T6" fmla="*/ 0 w 72"/>
              <a:gd name="T7" fmla="*/ 0 h 122"/>
              <a:gd name="T8" fmla="*/ 2147483646 w 72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115" name="Freeform 130"/>
          <p:cNvSpPr>
            <a:spLocks/>
          </p:cNvSpPr>
          <p:nvPr/>
        </p:nvSpPr>
        <p:spPr bwMode="auto">
          <a:xfrm>
            <a:off x="7010400" y="2825750"/>
            <a:ext cx="114300" cy="311150"/>
          </a:xfrm>
          <a:custGeom>
            <a:avLst/>
            <a:gdLst>
              <a:gd name="T0" fmla="*/ 2147483646 w 72"/>
              <a:gd name="T1" fmla="*/ 0 h 196"/>
              <a:gd name="T2" fmla="*/ 0 w 72"/>
              <a:gd name="T3" fmla="*/ 2147483646 h 196"/>
              <a:gd name="T4" fmla="*/ 2147483646 w 72"/>
              <a:gd name="T5" fmla="*/ 2147483646 h 196"/>
              <a:gd name="T6" fmla="*/ 2147483646 w 72"/>
              <a:gd name="T7" fmla="*/ 2147483646 h 196"/>
              <a:gd name="T8" fmla="*/ 2147483646 w 72"/>
              <a:gd name="T9" fmla="*/ 2147483646 h 196"/>
              <a:gd name="T10" fmla="*/ 2147483646 w 72"/>
              <a:gd name="T11" fmla="*/ 2147483646 h 196"/>
              <a:gd name="T12" fmla="*/ 2147483646 w 72"/>
              <a:gd name="T13" fmla="*/ 0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2" h="196">
                <a:moveTo>
                  <a:pt x="18" y="0"/>
                </a:moveTo>
                <a:lnTo>
                  <a:pt x="0" y="8"/>
                </a:lnTo>
                <a:lnTo>
                  <a:pt x="54" y="196"/>
                </a:lnTo>
                <a:lnTo>
                  <a:pt x="54" y="188"/>
                </a:lnTo>
                <a:lnTo>
                  <a:pt x="72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116" name="Freeform 131"/>
          <p:cNvSpPr>
            <a:spLocks/>
          </p:cNvSpPr>
          <p:nvPr/>
        </p:nvSpPr>
        <p:spPr bwMode="auto">
          <a:xfrm>
            <a:off x="7096125" y="3124200"/>
            <a:ext cx="85725" cy="298450"/>
          </a:xfrm>
          <a:custGeom>
            <a:avLst/>
            <a:gdLst>
              <a:gd name="T0" fmla="*/ 2147483646 w 54"/>
              <a:gd name="T1" fmla="*/ 0 h 188"/>
              <a:gd name="T2" fmla="*/ 0 w 54"/>
              <a:gd name="T3" fmla="*/ 0 h 188"/>
              <a:gd name="T4" fmla="*/ 2147483646 w 54"/>
              <a:gd name="T5" fmla="*/ 2147483646 h 188"/>
              <a:gd name="T6" fmla="*/ 2147483646 w 54"/>
              <a:gd name="T7" fmla="*/ 2147483646 h 188"/>
              <a:gd name="T8" fmla="*/ 2147483646 w 54"/>
              <a:gd name="T9" fmla="*/ 2147483646 h 188"/>
              <a:gd name="T10" fmla="*/ 2147483646 w 54"/>
              <a:gd name="T11" fmla="*/ 2147483646 h 188"/>
              <a:gd name="T12" fmla="*/ 2147483646 w 54"/>
              <a:gd name="T13" fmla="*/ 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4" h="188">
                <a:moveTo>
                  <a:pt x="18" y="0"/>
                </a:moveTo>
                <a:lnTo>
                  <a:pt x="0" y="0"/>
                </a:lnTo>
                <a:lnTo>
                  <a:pt x="36" y="188"/>
                </a:lnTo>
                <a:lnTo>
                  <a:pt x="54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117" name="Freeform 132"/>
          <p:cNvSpPr>
            <a:spLocks/>
          </p:cNvSpPr>
          <p:nvPr/>
        </p:nvSpPr>
        <p:spPr bwMode="auto">
          <a:xfrm>
            <a:off x="7153275" y="3422650"/>
            <a:ext cx="42863" cy="595313"/>
          </a:xfrm>
          <a:custGeom>
            <a:avLst/>
            <a:gdLst>
              <a:gd name="T0" fmla="*/ 2147483646 w 27"/>
              <a:gd name="T1" fmla="*/ 0 h 375"/>
              <a:gd name="T2" fmla="*/ 0 w 27"/>
              <a:gd name="T3" fmla="*/ 0 h 375"/>
              <a:gd name="T4" fmla="*/ 2147483646 w 27"/>
              <a:gd name="T5" fmla="*/ 2147483646 h 375"/>
              <a:gd name="T6" fmla="*/ 2147483646 w 27"/>
              <a:gd name="T7" fmla="*/ 2147483646 h 375"/>
              <a:gd name="T8" fmla="*/ 2147483646 w 27"/>
              <a:gd name="T9" fmla="*/ 2147483646 h 375"/>
              <a:gd name="T10" fmla="*/ 2147483646 w 27"/>
              <a:gd name="T11" fmla="*/ 2147483646 h 375"/>
              <a:gd name="T12" fmla="*/ 2147483646 w 27"/>
              <a:gd name="T13" fmla="*/ 0 h 3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" h="375">
                <a:moveTo>
                  <a:pt x="18" y="0"/>
                </a:moveTo>
                <a:lnTo>
                  <a:pt x="0" y="0"/>
                </a:lnTo>
                <a:lnTo>
                  <a:pt x="9" y="375"/>
                </a:lnTo>
                <a:lnTo>
                  <a:pt x="27" y="37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118" name="Freeform 133"/>
          <p:cNvSpPr>
            <a:spLocks/>
          </p:cNvSpPr>
          <p:nvPr/>
        </p:nvSpPr>
        <p:spPr bwMode="auto">
          <a:xfrm>
            <a:off x="7096125" y="4017963"/>
            <a:ext cx="100013" cy="609600"/>
          </a:xfrm>
          <a:custGeom>
            <a:avLst/>
            <a:gdLst>
              <a:gd name="T0" fmla="*/ 2147483646 w 63"/>
              <a:gd name="T1" fmla="*/ 0 h 384"/>
              <a:gd name="T2" fmla="*/ 2147483646 w 63"/>
              <a:gd name="T3" fmla="*/ 0 h 384"/>
              <a:gd name="T4" fmla="*/ 0 w 63"/>
              <a:gd name="T5" fmla="*/ 2147483646 h 384"/>
              <a:gd name="T6" fmla="*/ 0 w 63"/>
              <a:gd name="T7" fmla="*/ 2147483646 h 384"/>
              <a:gd name="T8" fmla="*/ 2147483646 w 63"/>
              <a:gd name="T9" fmla="*/ 2147483646 h 384"/>
              <a:gd name="T10" fmla="*/ 2147483646 w 63"/>
              <a:gd name="T11" fmla="*/ 2147483646 h 384"/>
              <a:gd name="T12" fmla="*/ 2147483646 w 63"/>
              <a:gd name="T13" fmla="*/ 0 h 3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3" h="384">
                <a:moveTo>
                  <a:pt x="63" y="0"/>
                </a:moveTo>
                <a:lnTo>
                  <a:pt x="45" y="0"/>
                </a:lnTo>
                <a:lnTo>
                  <a:pt x="0" y="376"/>
                </a:lnTo>
                <a:lnTo>
                  <a:pt x="18" y="384"/>
                </a:lnTo>
                <a:lnTo>
                  <a:pt x="18" y="376"/>
                </a:lnTo>
                <a:lnTo>
                  <a:pt x="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119" name="Freeform 134"/>
          <p:cNvSpPr>
            <a:spLocks/>
          </p:cNvSpPr>
          <p:nvPr/>
        </p:nvSpPr>
        <p:spPr bwMode="auto">
          <a:xfrm>
            <a:off x="6924675" y="4614863"/>
            <a:ext cx="200025" cy="596900"/>
          </a:xfrm>
          <a:custGeom>
            <a:avLst/>
            <a:gdLst>
              <a:gd name="T0" fmla="*/ 2147483646 w 126"/>
              <a:gd name="T1" fmla="*/ 2147483646 h 376"/>
              <a:gd name="T2" fmla="*/ 2147483646 w 126"/>
              <a:gd name="T3" fmla="*/ 0 h 376"/>
              <a:gd name="T4" fmla="*/ 0 w 126"/>
              <a:gd name="T5" fmla="*/ 2147483646 h 376"/>
              <a:gd name="T6" fmla="*/ 2147483646 w 126"/>
              <a:gd name="T7" fmla="*/ 2147483646 h 376"/>
              <a:gd name="T8" fmla="*/ 2147483646 w 126"/>
              <a:gd name="T9" fmla="*/ 2147483646 h 3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6" h="376">
                <a:moveTo>
                  <a:pt x="126" y="8"/>
                </a:moveTo>
                <a:lnTo>
                  <a:pt x="108" y="0"/>
                </a:lnTo>
                <a:lnTo>
                  <a:pt x="0" y="368"/>
                </a:lnTo>
                <a:lnTo>
                  <a:pt x="18" y="376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120" name="Oval 135"/>
          <p:cNvSpPr>
            <a:spLocks noChangeArrowheads="1"/>
          </p:cNvSpPr>
          <p:nvPr/>
        </p:nvSpPr>
        <p:spPr bwMode="auto">
          <a:xfrm>
            <a:off x="6624638" y="2592388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121" name="Oval 136"/>
          <p:cNvSpPr>
            <a:spLocks noChangeArrowheads="1"/>
          </p:cNvSpPr>
          <p:nvPr/>
        </p:nvSpPr>
        <p:spPr bwMode="auto">
          <a:xfrm>
            <a:off x="6624638" y="2593975"/>
            <a:ext cx="800100" cy="436563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122" name="Rectangle 137"/>
          <p:cNvSpPr>
            <a:spLocks noChangeArrowheads="1"/>
          </p:cNvSpPr>
          <p:nvPr/>
        </p:nvSpPr>
        <p:spPr bwMode="auto">
          <a:xfrm>
            <a:off x="6796088" y="2708275"/>
            <a:ext cx="40716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JFK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2123" name="Freeform 138"/>
          <p:cNvSpPr>
            <a:spLocks/>
          </p:cNvSpPr>
          <p:nvPr/>
        </p:nvSpPr>
        <p:spPr bwMode="auto">
          <a:xfrm>
            <a:off x="4424363" y="4964113"/>
            <a:ext cx="28575" cy="26987"/>
          </a:xfrm>
          <a:custGeom>
            <a:avLst/>
            <a:gdLst>
              <a:gd name="T0" fmla="*/ 2147483646 w 18"/>
              <a:gd name="T1" fmla="*/ 0 h 17"/>
              <a:gd name="T2" fmla="*/ 0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2147483646 h 17"/>
              <a:gd name="T10" fmla="*/ 2147483646 w 18"/>
              <a:gd name="T11" fmla="*/ 2147483646 h 17"/>
              <a:gd name="T12" fmla="*/ 2147483646 w 18"/>
              <a:gd name="T13" fmla="*/ 0 h 17"/>
              <a:gd name="T14" fmla="*/ 2147483646 w 18"/>
              <a:gd name="T15" fmla="*/ 0 h 17"/>
              <a:gd name="T16" fmla="*/ 2147483646 w 18"/>
              <a:gd name="T17" fmla="*/ 0 h 17"/>
              <a:gd name="T18" fmla="*/ 2147483646 w 18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7">
                <a:moveTo>
                  <a:pt x="9" y="0"/>
                </a:move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124" name="Freeform 139"/>
          <p:cNvSpPr>
            <a:spLocks/>
          </p:cNvSpPr>
          <p:nvPr/>
        </p:nvSpPr>
        <p:spPr bwMode="auto">
          <a:xfrm>
            <a:off x="4295775" y="4822825"/>
            <a:ext cx="185738" cy="180975"/>
          </a:xfrm>
          <a:custGeom>
            <a:avLst/>
            <a:gdLst>
              <a:gd name="T0" fmla="*/ 2147483646 w 117"/>
              <a:gd name="T1" fmla="*/ 2147483646 h 114"/>
              <a:gd name="T2" fmla="*/ 2147483646 w 117"/>
              <a:gd name="T3" fmla="*/ 2147483646 h 114"/>
              <a:gd name="T4" fmla="*/ 0 w 117"/>
              <a:gd name="T5" fmla="*/ 0 h 114"/>
              <a:gd name="T6" fmla="*/ 2147483646 w 117"/>
              <a:gd name="T7" fmla="*/ 2147483646 h 114"/>
              <a:gd name="T8" fmla="*/ 2147483646 w 117"/>
              <a:gd name="T9" fmla="*/ 2147483646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125" name="Freeform 140"/>
          <p:cNvSpPr>
            <a:spLocks/>
          </p:cNvSpPr>
          <p:nvPr/>
        </p:nvSpPr>
        <p:spPr bwMode="auto">
          <a:xfrm>
            <a:off x="4295775" y="4822825"/>
            <a:ext cx="185738" cy="180975"/>
          </a:xfrm>
          <a:custGeom>
            <a:avLst/>
            <a:gdLst>
              <a:gd name="T0" fmla="*/ 2147483646 w 117"/>
              <a:gd name="T1" fmla="*/ 2147483646 h 114"/>
              <a:gd name="T2" fmla="*/ 2147483646 w 117"/>
              <a:gd name="T3" fmla="*/ 2147483646 h 114"/>
              <a:gd name="T4" fmla="*/ 0 w 117"/>
              <a:gd name="T5" fmla="*/ 0 h 114"/>
              <a:gd name="T6" fmla="*/ 2147483646 w 117"/>
              <a:gd name="T7" fmla="*/ 2147483646 h 114"/>
              <a:gd name="T8" fmla="*/ 2147483646 w 117"/>
              <a:gd name="T9" fmla="*/ 2147483646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126" name="Freeform 141"/>
          <p:cNvSpPr>
            <a:spLocks/>
          </p:cNvSpPr>
          <p:nvPr/>
        </p:nvSpPr>
        <p:spPr bwMode="auto">
          <a:xfrm>
            <a:off x="6510338" y="5626100"/>
            <a:ext cx="357187" cy="65088"/>
          </a:xfrm>
          <a:custGeom>
            <a:avLst/>
            <a:gdLst>
              <a:gd name="T0" fmla="*/ 2147483646 w 225"/>
              <a:gd name="T1" fmla="*/ 2147483646 h 41"/>
              <a:gd name="T2" fmla="*/ 2147483646 w 225"/>
              <a:gd name="T3" fmla="*/ 0 h 41"/>
              <a:gd name="T4" fmla="*/ 0 w 225"/>
              <a:gd name="T5" fmla="*/ 2147483646 h 41"/>
              <a:gd name="T6" fmla="*/ 0 w 225"/>
              <a:gd name="T7" fmla="*/ 2147483646 h 41"/>
              <a:gd name="T8" fmla="*/ 0 w 225"/>
              <a:gd name="T9" fmla="*/ 2147483646 h 41"/>
              <a:gd name="T10" fmla="*/ 0 w 225"/>
              <a:gd name="T11" fmla="*/ 2147483646 h 41"/>
              <a:gd name="T12" fmla="*/ 2147483646 w 225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41">
                <a:moveTo>
                  <a:pt x="225" y="16"/>
                </a:moveTo>
                <a:lnTo>
                  <a:pt x="225" y="0"/>
                </a:lnTo>
                <a:lnTo>
                  <a:pt x="0" y="25"/>
                </a:lnTo>
                <a:lnTo>
                  <a:pt x="0" y="4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127" name="Freeform 142"/>
          <p:cNvSpPr>
            <a:spLocks/>
          </p:cNvSpPr>
          <p:nvPr/>
        </p:nvSpPr>
        <p:spPr bwMode="auto">
          <a:xfrm>
            <a:off x="6153150" y="5665788"/>
            <a:ext cx="357188" cy="25400"/>
          </a:xfrm>
          <a:custGeom>
            <a:avLst/>
            <a:gdLst>
              <a:gd name="T0" fmla="*/ 2147483646 w 225"/>
              <a:gd name="T1" fmla="*/ 2147483646 h 16"/>
              <a:gd name="T2" fmla="*/ 2147483646 w 225"/>
              <a:gd name="T3" fmla="*/ 0 h 16"/>
              <a:gd name="T4" fmla="*/ 0 w 225"/>
              <a:gd name="T5" fmla="*/ 0 h 16"/>
              <a:gd name="T6" fmla="*/ 0 w 225"/>
              <a:gd name="T7" fmla="*/ 0 h 16"/>
              <a:gd name="T8" fmla="*/ 0 w 225"/>
              <a:gd name="T9" fmla="*/ 2147483646 h 16"/>
              <a:gd name="T10" fmla="*/ 0 w 225"/>
              <a:gd name="T11" fmla="*/ 2147483646 h 16"/>
              <a:gd name="T12" fmla="*/ 2147483646 w 225"/>
              <a:gd name="T13" fmla="*/ 2147483646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16">
                <a:moveTo>
                  <a:pt x="225" y="16"/>
                </a:moveTo>
                <a:lnTo>
                  <a:pt x="225" y="0"/>
                </a:lnTo>
                <a:lnTo>
                  <a:pt x="0" y="0"/>
                </a:lnTo>
                <a:lnTo>
                  <a:pt x="0" y="16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128" name="Freeform 143"/>
          <p:cNvSpPr>
            <a:spLocks/>
          </p:cNvSpPr>
          <p:nvPr/>
        </p:nvSpPr>
        <p:spPr bwMode="auto">
          <a:xfrm>
            <a:off x="5810250" y="5626100"/>
            <a:ext cx="342900" cy="65088"/>
          </a:xfrm>
          <a:custGeom>
            <a:avLst/>
            <a:gdLst>
              <a:gd name="T0" fmla="*/ 2147483646 w 216"/>
              <a:gd name="T1" fmla="*/ 2147483646 h 41"/>
              <a:gd name="T2" fmla="*/ 2147483646 w 216"/>
              <a:gd name="T3" fmla="*/ 2147483646 h 41"/>
              <a:gd name="T4" fmla="*/ 0 w 216"/>
              <a:gd name="T5" fmla="*/ 0 h 41"/>
              <a:gd name="T6" fmla="*/ 0 w 216"/>
              <a:gd name="T7" fmla="*/ 0 h 41"/>
              <a:gd name="T8" fmla="*/ 0 w 216"/>
              <a:gd name="T9" fmla="*/ 2147483646 h 41"/>
              <a:gd name="T10" fmla="*/ 0 w 216"/>
              <a:gd name="T11" fmla="*/ 2147483646 h 41"/>
              <a:gd name="T12" fmla="*/ 2147483646 w 216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41">
                <a:moveTo>
                  <a:pt x="216" y="41"/>
                </a:moveTo>
                <a:lnTo>
                  <a:pt x="216" y="25"/>
                </a:lnTo>
                <a:lnTo>
                  <a:pt x="0" y="0"/>
                </a:lnTo>
                <a:lnTo>
                  <a:pt x="0" y="16"/>
                </a:lnTo>
                <a:lnTo>
                  <a:pt x="216" y="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129" name="Freeform 144"/>
          <p:cNvSpPr>
            <a:spLocks/>
          </p:cNvSpPr>
          <p:nvPr/>
        </p:nvSpPr>
        <p:spPr bwMode="auto">
          <a:xfrm>
            <a:off x="5481638" y="5561013"/>
            <a:ext cx="328612" cy="90487"/>
          </a:xfrm>
          <a:custGeom>
            <a:avLst/>
            <a:gdLst>
              <a:gd name="T0" fmla="*/ 2147483646 w 207"/>
              <a:gd name="T1" fmla="*/ 2147483646 h 57"/>
              <a:gd name="T2" fmla="*/ 2147483646 w 207"/>
              <a:gd name="T3" fmla="*/ 2147483646 h 57"/>
              <a:gd name="T4" fmla="*/ 0 w 207"/>
              <a:gd name="T5" fmla="*/ 0 h 57"/>
              <a:gd name="T6" fmla="*/ 2147483646 w 207"/>
              <a:gd name="T7" fmla="*/ 0 h 57"/>
              <a:gd name="T8" fmla="*/ 0 w 207"/>
              <a:gd name="T9" fmla="*/ 2147483646 h 57"/>
              <a:gd name="T10" fmla="*/ 0 w 207"/>
              <a:gd name="T11" fmla="*/ 2147483646 h 57"/>
              <a:gd name="T12" fmla="*/ 2147483646 w 207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7" h="57">
                <a:moveTo>
                  <a:pt x="207" y="57"/>
                </a:moveTo>
                <a:lnTo>
                  <a:pt x="207" y="41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07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130" name="Freeform 145"/>
          <p:cNvSpPr>
            <a:spLocks/>
          </p:cNvSpPr>
          <p:nvPr/>
        </p:nvSpPr>
        <p:spPr bwMode="auto">
          <a:xfrm>
            <a:off x="5181600" y="5457825"/>
            <a:ext cx="314325" cy="130175"/>
          </a:xfrm>
          <a:custGeom>
            <a:avLst/>
            <a:gdLst>
              <a:gd name="T0" fmla="*/ 2147483646 w 198"/>
              <a:gd name="T1" fmla="*/ 2147483646 h 82"/>
              <a:gd name="T2" fmla="*/ 2147483646 w 198"/>
              <a:gd name="T3" fmla="*/ 2147483646 h 82"/>
              <a:gd name="T4" fmla="*/ 2147483646 w 198"/>
              <a:gd name="T5" fmla="*/ 0 h 82"/>
              <a:gd name="T6" fmla="*/ 2147483646 w 198"/>
              <a:gd name="T7" fmla="*/ 0 h 82"/>
              <a:gd name="T8" fmla="*/ 0 w 198"/>
              <a:gd name="T9" fmla="*/ 2147483646 h 82"/>
              <a:gd name="T10" fmla="*/ 0 w 198"/>
              <a:gd name="T11" fmla="*/ 2147483646 h 82"/>
              <a:gd name="T12" fmla="*/ 2147483646 w 198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8" h="82">
                <a:moveTo>
                  <a:pt x="189" y="82"/>
                </a:moveTo>
                <a:lnTo>
                  <a:pt x="198" y="65"/>
                </a:lnTo>
                <a:lnTo>
                  <a:pt x="9" y="0"/>
                </a:lnTo>
                <a:lnTo>
                  <a:pt x="0" y="16"/>
                </a:lnTo>
                <a:lnTo>
                  <a:pt x="189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131" name="Freeform 146"/>
          <p:cNvSpPr>
            <a:spLocks/>
          </p:cNvSpPr>
          <p:nvPr/>
        </p:nvSpPr>
        <p:spPr bwMode="auto">
          <a:xfrm>
            <a:off x="4895850" y="5327650"/>
            <a:ext cx="300038" cy="155575"/>
          </a:xfrm>
          <a:custGeom>
            <a:avLst/>
            <a:gdLst>
              <a:gd name="T0" fmla="*/ 2147483646 w 189"/>
              <a:gd name="T1" fmla="*/ 2147483646 h 98"/>
              <a:gd name="T2" fmla="*/ 2147483646 w 189"/>
              <a:gd name="T3" fmla="*/ 2147483646 h 98"/>
              <a:gd name="T4" fmla="*/ 2147483646 w 189"/>
              <a:gd name="T5" fmla="*/ 0 h 98"/>
              <a:gd name="T6" fmla="*/ 2147483646 w 189"/>
              <a:gd name="T7" fmla="*/ 0 h 98"/>
              <a:gd name="T8" fmla="*/ 0 w 189"/>
              <a:gd name="T9" fmla="*/ 2147483646 h 98"/>
              <a:gd name="T10" fmla="*/ 0 w 189"/>
              <a:gd name="T11" fmla="*/ 2147483646 h 98"/>
              <a:gd name="T12" fmla="*/ 2147483646 w 189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98">
                <a:moveTo>
                  <a:pt x="180" y="98"/>
                </a:moveTo>
                <a:lnTo>
                  <a:pt x="189" y="82"/>
                </a:lnTo>
                <a:lnTo>
                  <a:pt x="9" y="0"/>
                </a:lnTo>
                <a:lnTo>
                  <a:pt x="0" y="17"/>
                </a:lnTo>
                <a:lnTo>
                  <a:pt x="180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132" name="Freeform 147"/>
          <p:cNvSpPr>
            <a:spLocks/>
          </p:cNvSpPr>
          <p:nvPr/>
        </p:nvSpPr>
        <p:spPr bwMode="auto">
          <a:xfrm>
            <a:off x="4638675" y="5159375"/>
            <a:ext cx="271463" cy="195263"/>
          </a:xfrm>
          <a:custGeom>
            <a:avLst/>
            <a:gdLst>
              <a:gd name="T0" fmla="*/ 2147483646 w 171"/>
              <a:gd name="T1" fmla="*/ 2147483646 h 123"/>
              <a:gd name="T2" fmla="*/ 2147483646 w 171"/>
              <a:gd name="T3" fmla="*/ 2147483646 h 123"/>
              <a:gd name="T4" fmla="*/ 2147483646 w 171"/>
              <a:gd name="T5" fmla="*/ 0 h 123"/>
              <a:gd name="T6" fmla="*/ 2147483646 w 171"/>
              <a:gd name="T7" fmla="*/ 2147483646 h 123"/>
              <a:gd name="T8" fmla="*/ 0 w 171"/>
              <a:gd name="T9" fmla="*/ 2147483646 h 123"/>
              <a:gd name="T10" fmla="*/ 2147483646 w 171"/>
              <a:gd name="T11" fmla="*/ 2147483646 h 123"/>
              <a:gd name="T12" fmla="*/ 2147483646 w 171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1" h="123">
                <a:moveTo>
                  <a:pt x="162" y="123"/>
                </a:moveTo>
                <a:lnTo>
                  <a:pt x="171" y="106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62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133" name="Freeform 148"/>
          <p:cNvSpPr>
            <a:spLocks/>
          </p:cNvSpPr>
          <p:nvPr/>
        </p:nvSpPr>
        <p:spPr bwMode="auto">
          <a:xfrm>
            <a:off x="4424363" y="4964113"/>
            <a:ext cx="242887" cy="220662"/>
          </a:xfrm>
          <a:custGeom>
            <a:avLst/>
            <a:gdLst>
              <a:gd name="T0" fmla="*/ 2147483646 w 153"/>
              <a:gd name="T1" fmla="*/ 2147483646 h 139"/>
              <a:gd name="T2" fmla="*/ 2147483646 w 153"/>
              <a:gd name="T3" fmla="*/ 2147483646 h 139"/>
              <a:gd name="T4" fmla="*/ 2147483646 w 153"/>
              <a:gd name="T5" fmla="*/ 0 h 139"/>
              <a:gd name="T6" fmla="*/ 0 w 153"/>
              <a:gd name="T7" fmla="*/ 2147483646 h 139"/>
              <a:gd name="T8" fmla="*/ 2147483646 w 153"/>
              <a:gd name="T9" fmla="*/ 2147483646 h 1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3" h="139">
                <a:moveTo>
                  <a:pt x="135" y="139"/>
                </a:moveTo>
                <a:lnTo>
                  <a:pt x="153" y="131"/>
                </a:lnTo>
                <a:lnTo>
                  <a:pt x="18" y="0"/>
                </a:lnTo>
                <a:lnTo>
                  <a:pt x="0" y="9"/>
                </a:lnTo>
                <a:lnTo>
                  <a:pt x="135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134" name="Oval 149"/>
          <p:cNvSpPr>
            <a:spLocks noChangeArrowheads="1"/>
          </p:cNvSpPr>
          <p:nvPr/>
        </p:nvSpPr>
        <p:spPr bwMode="auto">
          <a:xfrm>
            <a:off x="7210425" y="1503363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135" name="Oval 150"/>
          <p:cNvSpPr>
            <a:spLocks noChangeArrowheads="1"/>
          </p:cNvSpPr>
          <p:nvPr/>
        </p:nvSpPr>
        <p:spPr bwMode="auto">
          <a:xfrm>
            <a:off x="7210425" y="1504950"/>
            <a:ext cx="800100" cy="436563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136" name="Rectangle 151"/>
          <p:cNvSpPr>
            <a:spLocks noChangeArrowheads="1"/>
          </p:cNvSpPr>
          <p:nvPr/>
        </p:nvSpPr>
        <p:spPr bwMode="auto">
          <a:xfrm>
            <a:off x="7353300" y="1619250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BOS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2137" name="Oval 152"/>
          <p:cNvSpPr>
            <a:spLocks noChangeArrowheads="1"/>
          </p:cNvSpPr>
          <p:nvPr/>
        </p:nvSpPr>
        <p:spPr bwMode="auto">
          <a:xfrm>
            <a:off x="6467475" y="5418138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138" name="Oval 153"/>
          <p:cNvSpPr>
            <a:spLocks noChangeArrowheads="1"/>
          </p:cNvSpPr>
          <p:nvPr/>
        </p:nvSpPr>
        <p:spPr bwMode="auto">
          <a:xfrm>
            <a:off x="6467475" y="5421313"/>
            <a:ext cx="800100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139" name="Rectangle 154"/>
          <p:cNvSpPr>
            <a:spLocks noChangeArrowheads="1"/>
          </p:cNvSpPr>
          <p:nvPr/>
        </p:nvSpPr>
        <p:spPr bwMode="auto">
          <a:xfrm>
            <a:off x="6610350" y="5521325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MIA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2140" name="Oval 155"/>
          <p:cNvSpPr>
            <a:spLocks noChangeArrowheads="1"/>
          </p:cNvSpPr>
          <p:nvPr/>
        </p:nvSpPr>
        <p:spPr bwMode="auto">
          <a:xfrm>
            <a:off x="4552950" y="2085975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141" name="Oval 156"/>
          <p:cNvSpPr>
            <a:spLocks noChangeArrowheads="1"/>
          </p:cNvSpPr>
          <p:nvPr/>
        </p:nvSpPr>
        <p:spPr bwMode="auto">
          <a:xfrm>
            <a:off x="4552950" y="2089150"/>
            <a:ext cx="800100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142" name="Rectangle 157"/>
          <p:cNvSpPr>
            <a:spLocks noChangeArrowheads="1"/>
          </p:cNvSpPr>
          <p:nvPr/>
        </p:nvSpPr>
        <p:spPr bwMode="auto">
          <a:xfrm>
            <a:off x="4667250" y="2201863"/>
            <a:ext cx="51456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ORD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2143" name="Oval 158"/>
          <p:cNvSpPr>
            <a:spLocks noChangeArrowheads="1"/>
          </p:cNvSpPr>
          <p:nvPr/>
        </p:nvSpPr>
        <p:spPr bwMode="auto">
          <a:xfrm>
            <a:off x="1123950" y="4667250"/>
            <a:ext cx="800100" cy="43973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144" name="Oval 159"/>
          <p:cNvSpPr>
            <a:spLocks noChangeArrowheads="1"/>
          </p:cNvSpPr>
          <p:nvPr/>
        </p:nvSpPr>
        <p:spPr bwMode="auto">
          <a:xfrm>
            <a:off x="1123950" y="4668838"/>
            <a:ext cx="800100" cy="436562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145" name="Rectangle 160"/>
          <p:cNvSpPr>
            <a:spLocks noChangeArrowheads="1"/>
          </p:cNvSpPr>
          <p:nvPr/>
        </p:nvSpPr>
        <p:spPr bwMode="auto">
          <a:xfrm>
            <a:off x="1252538" y="4783138"/>
            <a:ext cx="50174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LAX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2146" name="Oval 161"/>
          <p:cNvSpPr>
            <a:spLocks noChangeArrowheads="1"/>
          </p:cNvSpPr>
          <p:nvPr/>
        </p:nvSpPr>
        <p:spPr bwMode="auto">
          <a:xfrm>
            <a:off x="3595688" y="4419600"/>
            <a:ext cx="814387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147" name="Oval 162"/>
          <p:cNvSpPr>
            <a:spLocks noChangeArrowheads="1"/>
          </p:cNvSpPr>
          <p:nvPr/>
        </p:nvSpPr>
        <p:spPr bwMode="auto">
          <a:xfrm>
            <a:off x="3595688" y="4422775"/>
            <a:ext cx="814387" cy="434975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148" name="Rectangle 163"/>
          <p:cNvSpPr>
            <a:spLocks noChangeArrowheads="1"/>
          </p:cNvSpPr>
          <p:nvPr/>
        </p:nvSpPr>
        <p:spPr bwMode="auto">
          <a:xfrm>
            <a:off x="3709988" y="4537075"/>
            <a:ext cx="569067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 b="1" dirty="0">
                <a:latin typeface="Times New Roman" panose="02020603050405020304" pitchFamily="18" charset="0"/>
              </a:rPr>
              <a:t>DFW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2149" name="Oval 164"/>
          <p:cNvSpPr>
            <a:spLocks noChangeArrowheads="1"/>
          </p:cNvSpPr>
          <p:nvPr/>
        </p:nvSpPr>
        <p:spPr bwMode="auto">
          <a:xfrm>
            <a:off x="938213" y="3370263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150" name="Oval 165"/>
          <p:cNvSpPr>
            <a:spLocks noChangeArrowheads="1"/>
          </p:cNvSpPr>
          <p:nvPr/>
        </p:nvSpPr>
        <p:spPr bwMode="auto">
          <a:xfrm>
            <a:off x="938213" y="3373438"/>
            <a:ext cx="800100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151" name="Rectangle 166"/>
          <p:cNvSpPr>
            <a:spLocks noChangeArrowheads="1"/>
          </p:cNvSpPr>
          <p:nvPr/>
        </p:nvSpPr>
        <p:spPr bwMode="auto">
          <a:xfrm>
            <a:off x="1081088" y="3486150"/>
            <a:ext cx="448841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 dirty="0">
                <a:latin typeface="Times New Roman" panose="02020603050405020304" pitchFamily="18" charset="0"/>
              </a:rPr>
              <a:t>SFO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2152" name="Rectangle 167"/>
          <p:cNvSpPr>
            <a:spLocks noChangeArrowheads="1"/>
          </p:cNvSpPr>
          <p:nvPr/>
        </p:nvSpPr>
        <p:spPr bwMode="auto">
          <a:xfrm>
            <a:off x="866775" y="2890838"/>
            <a:ext cx="400050" cy="349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153" name="Rectangle 168"/>
          <p:cNvSpPr>
            <a:spLocks noChangeArrowheads="1"/>
          </p:cNvSpPr>
          <p:nvPr/>
        </p:nvSpPr>
        <p:spPr bwMode="auto">
          <a:xfrm>
            <a:off x="838200" y="2916238"/>
            <a:ext cx="385763" cy="350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154" name="Rectangle 169"/>
          <p:cNvSpPr>
            <a:spLocks noChangeArrowheads="1"/>
          </p:cNvSpPr>
          <p:nvPr/>
        </p:nvSpPr>
        <p:spPr bwMode="auto">
          <a:xfrm>
            <a:off x="838200" y="2917825"/>
            <a:ext cx="385763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155" name="Rectangle 170"/>
          <p:cNvSpPr>
            <a:spLocks noChangeArrowheads="1"/>
          </p:cNvSpPr>
          <p:nvPr/>
        </p:nvSpPr>
        <p:spPr bwMode="auto">
          <a:xfrm>
            <a:off x="909638" y="2878138"/>
            <a:ext cx="1349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2156" name="Rectangle 171"/>
          <p:cNvSpPr>
            <a:spLocks noChangeArrowheads="1"/>
          </p:cNvSpPr>
          <p:nvPr/>
        </p:nvSpPr>
        <p:spPr bwMode="auto">
          <a:xfrm>
            <a:off x="1052513" y="3033713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2157" name="Rectangle 172"/>
          <p:cNvSpPr>
            <a:spLocks noChangeArrowheads="1"/>
          </p:cNvSpPr>
          <p:nvPr/>
        </p:nvSpPr>
        <p:spPr bwMode="auto">
          <a:xfrm>
            <a:off x="881063" y="5199063"/>
            <a:ext cx="400050" cy="349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158" name="Rectangle 173"/>
          <p:cNvSpPr>
            <a:spLocks noChangeArrowheads="1"/>
          </p:cNvSpPr>
          <p:nvPr/>
        </p:nvSpPr>
        <p:spPr bwMode="auto">
          <a:xfrm>
            <a:off x="852488" y="522446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159" name="Rectangle 174"/>
          <p:cNvSpPr>
            <a:spLocks noChangeArrowheads="1"/>
          </p:cNvSpPr>
          <p:nvPr/>
        </p:nvSpPr>
        <p:spPr bwMode="auto">
          <a:xfrm>
            <a:off x="852488" y="5226050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160" name="Rectangle 175"/>
          <p:cNvSpPr>
            <a:spLocks noChangeArrowheads="1"/>
          </p:cNvSpPr>
          <p:nvPr/>
        </p:nvSpPr>
        <p:spPr bwMode="auto">
          <a:xfrm>
            <a:off x="923925" y="5186363"/>
            <a:ext cx="1349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2161" name="Rectangle 176"/>
          <p:cNvSpPr>
            <a:spLocks noChangeArrowheads="1"/>
          </p:cNvSpPr>
          <p:nvPr/>
        </p:nvSpPr>
        <p:spPr bwMode="auto">
          <a:xfrm>
            <a:off x="1066800" y="53419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2162" name="Rectangle 177"/>
          <p:cNvSpPr>
            <a:spLocks noChangeArrowheads="1"/>
          </p:cNvSpPr>
          <p:nvPr/>
        </p:nvSpPr>
        <p:spPr bwMode="auto">
          <a:xfrm>
            <a:off x="3652838" y="4978400"/>
            <a:ext cx="400050" cy="3619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163" name="Rectangle 178"/>
          <p:cNvSpPr>
            <a:spLocks noChangeArrowheads="1"/>
          </p:cNvSpPr>
          <p:nvPr/>
        </p:nvSpPr>
        <p:spPr bwMode="auto">
          <a:xfrm>
            <a:off x="3609975" y="5003800"/>
            <a:ext cx="400050" cy="363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164" name="Rectangle 179"/>
          <p:cNvSpPr>
            <a:spLocks noChangeArrowheads="1"/>
          </p:cNvSpPr>
          <p:nvPr/>
        </p:nvSpPr>
        <p:spPr bwMode="auto">
          <a:xfrm>
            <a:off x="3609975" y="5005388"/>
            <a:ext cx="400050" cy="36036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165" name="Rectangle 180"/>
          <p:cNvSpPr>
            <a:spLocks noChangeArrowheads="1"/>
          </p:cNvSpPr>
          <p:nvPr/>
        </p:nvSpPr>
        <p:spPr bwMode="auto">
          <a:xfrm>
            <a:off x="3695700" y="4978400"/>
            <a:ext cx="1349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2166" name="Rectangle 181"/>
          <p:cNvSpPr>
            <a:spLocks noChangeArrowheads="1"/>
          </p:cNvSpPr>
          <p:nvPr/>
        </p:nvSpPr>
        <p:spPr bwMode="auto">
          <a:xfrm>
            <a:off x="3838575" y="512127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2167" name="Rectangle 182"/>
          <p:cNvSpPr>
            <a:spLocks noChangeArrowheads="1"/>
          </p:cNvSpPr>
          <p:nvPr/>
        </p:nvSpPr>
        <p:spPr bwMode="auto">
          <a:xfrm>
            <a:off x="5510213" y="2112963"/>
            <a:ext cx="385762" cy="349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168" name="Rectangle 183"/>
          <p:cNvSpPr>
            <a:spLocks noChangeArrowheads="1"/>
          </p:cNvSpPr>
          <p:nvPr/>
        </p:nvSpPr>
        <p:spPr bwMode="auto">
          <a:xfrm>
            <a:off x="5467350" y="2138363"/>
            <a:ext cx="385763" cy="3635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169" name="Rectangle 184"/>
          <p:cNvSpPr>
            <a:spLocks noChangeArrowheads="1"/>
          </p:cNvSpPr>
          <p:nvPr/>
        </p:nvSpPr>
        <p:spPr bwMode="auto">
          <a:xfrm>
            <a:off x="5467350" y="2139950"/>
            <a:ext cx="385763" cy="3603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170" name="Rectangle 185"/>
          <p:cNvSpPr>
            <a:spLocks noChangeArrowheads="1"/>
          </p:cNvSpPr>
          <p:nvPr/>
        </p:nvSpPr>
        <p:spPr bwMode="auto">
          <a:xfrm>
            <a:off x="5538788" y="2100263"/>
            <a:ext cx="1349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2171" name="Rectangle 186"/>
          <p:cNvSpPr>
            <a:spLocks noChangeArrowheads="1"/>
          </p:cNvSpPr>
          <p:nvPr/>
        </p:nvSpPr>
        <p:spPr bwMode="auto">
          <a:xfrm>
            <a:off x="5681663" y="22558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2172" name="Rectangle 187"/>
          <p:cNvSpPr>
            <a:spLocks noChangeArrowheads="1"/>
          </p:cNvSpPr>
          <p:nvPr/>
        </p:nvSpPr>
        <p:spPr bwMode="auto">
          <a:xfrm>
            <a:off x="6396038" y="5962650"/>
            <a:ext cx="400050" cy="3635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173" name="Rectangle 188"/>
          <p:cNvSpPr>
            <a:spLocks noChangeArrowheads="1"/>
          </p:cNvSpPr>
          <p:nvPr/>
        </p:nvSpPr>
        <p:spPr bwMode="auto">
          <a:xfrm>
            <a:off x="6353175" y="6002338"/>
            <a:ext cx="400050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174" name="Rectangle 189"/>
          <p:cNvSpPr>
            <a:spLocks noChangeArrowheads="1"/>
          </p:cNvSpPr>
          <p:nvPr/>
        </p:nvSpPr>
        <p:spPr bwMode="auto">
          <a:xfrm>
            <a:off x="6353175" y="6003925"/>
            <a:ext cx="400050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175" name="Rectangle 190"/>
          <p:cNvSpPr>
            <a:spLocks noChangeArrowheads="1"/>
          </p:cNvSpPr>
          <p:nvPr/>
        </p:nvSpPr>
        <p:spPr bwMode="auto">
          <a:xfrm>
            <a:off x="6424613" y="5964238"/>
            <a:ext cx="1349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2176" name="Rectangle 191"/>
          <p:cNvSpPr>
            <a:spLocks noChangeArrowheads="1"/>
          </p:cNvSpPr>
          <p:nvPr/>
        </p:nvSpPr>
        <p:spPr bwMode="auto">
          <a:xfrm>
            <a:off x="6581775" y="610552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2177" name="Rectangle 192"/>
          <p:cNvSpPr>
            <a:spLocks noChangeArrowheads="1"/>
          </p:cNvSpPr>
          <p:nvPr/>
        </p:nvSpPr>
        <p:spPr bwMode="auto">
          <a:xfrm>
            <a:off x="7439025" y="3019425"/>
            <a:ext cx="385763" cy="3635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178" name="Rectangle 193"/>
          <p:cNvSpPr>
            <a:spLocks noChangeArrowheads="1"/>
          </p:cNvSpPr>
          <p:nvPr/>
        </p:nvSpPr>
        <p:spPr bwMode="auto">
          <a:xfrm>
            <a:off x="7396163" y="305911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179" name="Rectangle 194"/>
          <p:cNvSpPr>
            <a:spLocks noChangeArrowheads="1"/>
          </p:cNvSpPr>
          <p:nvPr/>
        </p:nvSpPr>
        <p:spPr bwMode="auto">
          <a:xfrm>
            <a:off x="7396163" y="3060700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2180" name="Rectangle 195"/>
          <p:cNvSpPr>
            <a:spLocks noChangeArrowheads="1"/>
          </p:cNvSpPr>
          <p:nvPr/>
        </p:nvSpPr>
        <p:spPr bwMode="auto">
          <a:xfrm>
            <a:off x="7467600" y="3021013"/>
            <a:ext cx="1349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2181" name="Rectangle 196"/>
          <p:cNvSpPr>
            <a:spLocks noChangeArrowheads="1"/>
          </p:cNvSpPr>
          <p:nvPr/>
        </p:nvSpPr>
        <p:spPr bwMode="auto">
          <a:xfrm>
            <a:off x="7610475" y="3162300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cxnSp>
        <p:nvCxnSpPr>
          <p:cNvPr id="42183" name="AutoShape 198"/>
          <p:cNvCxnSpPr>
            <a:cxnSpLocks noChangeShapeType="1"/>
            <a:stCxn id="42138" idx="1"/>
            <a:endCxn id="42141" idx="5"/>
          </p:cNvCxnSpPr>
          <p:nvPr/>
        </p:nvCxnSpPr>
        <p:spPr bwMode="auto">
          <a:xfrm rot="5400000" flipH="1">
            <a:off x="4426744" y="3298031"/>
            <a:ext cx="2967038" cy="1349375"/>
          </a:xfrm>
          <a:prstGeom prst="curvedConnector3">
            <a:avLst>
              <a:gd name="adj1" fmla="val 49972"/>
            </a:avLst>
          </a:prstGeom>
          <a:noFill/>
          <a:ln w="38100">
            <a:solidFill>
              <a:srgbClr val="00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8727" name="AutoShape 199"/>
          <p:cNvCxnSpPr>
            <a:cxnSpLocks noChangeShapeType="1"/>
            <a:stCxn id="42138" idx="3"/>
            <a:endCxn id="42150" idx="2"/>
          </p:cNvCxnSpPr>
          <p:nvPr/>
        </p:nvCxnSpPr>
        <p:spPr bwMode="auto">
          <a:xfrm rot="16200000" flipV="1">
            <a:off x="2632075" y="1868488"/>
            <a:ext cx="2230438" cy="5675312"/>
          </a:xfrm>
          <a:prstGeom prst="curvedConnector4">
            <a:avLst>
              <a:gd name="adj1" fmla="val -25125"/>
              <a:gd name="adj2" fmla="val 108838"/>
            </a:avLst>
          </a:pr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8729" name="AutoShape 201"/>
          <p:cNvCxnSpPr>
            <a:cxnSpLocks noChangeShapeType="1"/>
            <a:stCxn id="42121" idx="3"/>
            <a:endCxn id="42144" idx="7"/>
          </p:cNvCxnSpPr>
          <p:nvPr/>
        </p:nvCxnSpPr>
        <p:spPr bwMode="auto">
          <a:xfrm rot="5400000">
            <a:off x="3420269" y="1381919"/>
            <a:ext cx="1708150" cy="4935538"/>
          </a:xfrm>
          <a:prstGeom prst="curvedConnector3">
            <a:avLst>
              <a:gd name="adj1" fmla="val 50000"/>
            </a:avLst>
          </a:pr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8730" name="AutoShape 202"/>
          <p:cNvCxnSpPr>
            <a:cxnSpLocks noChangeShapeType="1"/>
          </p:cNvCxnSpPr>
          <p:nvPr/>
        </p:nvCxnSpPr>
        <p:spPr bwMode="auto">
          <a:xfrm rot="10800000">
            <a:off x="5310188" y="2397125"/>
            <a:ext cx="1360487" cy="323850"/>
          </a:xfrm>
          <a:prstGeom prst="curvedConnector2">
            <a:avLst/>
          </a:pr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8731" name="AutoShape 203"/>
          <p:cNvCxnSpPr>
            <a:cxnSpLocks noChangeShapeType="1"/>
            <a:stCxn id="42141" idx="1"/>
            <a:endCxn id="42150" idx="0"/>
          </p:cNvCxnSpPr>
          <p:nvPr/>
        </p:nvCxnSpPr>
        <p:spPr bwMode="auto">
          <a:xfrm rot="-5400000" flipH="1" flipV="1">
            <a:off x="2393950" y="1068388"/>
            <a:ext cx="1220788" cy="3332162"/>
          </a:xfrm>
          <a:prstGeom prst="curvedConnector3">
            <a:avLst>
              <a:gd name="adj1" fmla="val -21588"/>
            </a:avLst>
          </a:pr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8732" name="AutoShape 204"/>
          <p:cNvCxnSpPr>
            <a:cxnSpLocks noChangeShapeType="1"/>
            <a:endCxn id="42144" idx="0"/>
          </p:cNvCxnSpPr>
          <p:nvPr/>
        </p:nvCxnSpPr>
        <p:spPr bwMode="auto">
          <a:xfrm rot="10800000" flipV="1">
            <a:off x="1524000" y="2228850"/>
            <a:ext cx="2971800" cy="2411413"/>
          </a:xfrm>
          <a:prstGeom prst="curvedConnector2">
            <a:avLst/>
          </a:pr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" name="Group 4">
            <a:extLst>
              <a:ext uri="{FF2B5EF4-FFF2-40B4-BE49-F238E27FC236}">
                <a16:creationId xmlns:a16="http://schemas.microsoft.com/office/drawing/2014/main" id="{E74E6037-2526-5B6E-15D3-2C255847601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062913" y="1219200"/>
            <a:ext cx="419100" cy="419100"/>
            <a:chOff x="5079" y="768"/>
            <a:chExt cx="264" cy="264"/>
          </a:xfrm>
        </p:grpSpPr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9CCC30BC-FAFD-65FF-98E4-394ABF1E1B1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5079" y="768"/>
              <a:ext cx="264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Rectangle 5">
              <a:extLst>
                <a:ext uri="{FF2B5EF4-FFF2-40B4-BE49-F238E27FC236}">
                  <a16:creationId xmlns:a16="http://schemas.microsoft.com/office/drawing/2014/main" id="{C76D5075-E523-C26D-444A-9C03357BA5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1" y="776"/>
              <a:ext cx="216" cy="216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DAB539F2-1FBD-142F-2D1C-5A231BCA3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7" y="792"/>
              <a:ext cx="216" cy="2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3977F842-D11E-0241-DC5D-F97E547BEE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7" y="792"/>
              <a:ext cx="216" cy="224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2AB63952-439D-B65A-70FA-FEF41ADCC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7" y="776"/>
              <a:ext cx="152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300" b="0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v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468CD5C9-A3AC-2A80-CB55-F2F54CC81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7" y="864"/>
              <a:ext cx="5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78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78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78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78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78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2C6591E-6AE3-408F-9C83-D2DDDEC73F02}" type="slidenum">
              <a:rPr lang="en-US" altLang="en-US" sz="1400" smtClean="0">
                <a:solidFill>
                  <a:srgbClr val="40458C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>
              <a:solidFill>
                <a:srgbClr val="40458C"/>
              </a:solidFill>
            </a:endParaRP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7772400" cy="1143000"/>
          </a:xfrm>
        </p:spPr>
        <p:txBody>
          <a:bodyPr/>
          <a:lstStyle/>
          <a:p>
            <a:r>
              <a:rPr lang="en-US" altLang="en-US" dirty="0"/>
              <a:t>Floyd-</a:t>
            </a:r>
            <a:r>
              <a:rPr lang="en-US" altLang="en-US" dirty="0" err="1"/>
              <a:t>Warshall</a:t>
            </a:r>
            <a:r>
              <a:rPr lang="en-US" altLang="en-US" dirty="0"/>
              <a:t>, Iteration k=3</a:t>
            </a:r>
          </a:p>
        </p:txBody>
      </p:sp>
      <p:sp>
        <p:nvSpPr>
          <p:cNvPr id="43012" name="Freeform 3"/>
          <p:cNvSpPr>
            <a:spLocks/>
          </p:cNvSpPr>
          <p:nvPr/>
        </p:nvSpPr>
        <p:spPr bwMode="auto">
          <a:xfrm>
            <a:off x="4310063" y="2384425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2147483646 w 18"/>
              <a:gd name="T3" fmla="*/ 0 h 16"/>
              <a:gd name="T4" fmla="*/ 0 w 18"/>
              <a:gd name="T5" fmla="*/ 0 h 16"/>
              <a:gd name="T6" fmla="*/ 0 w 18"/>
              <a:gd name="T7" fmla="*/ 0 h 16"/>
              <a:gd name="T8" fmla="*/ 0 w 18"/>
              <a:gd name="T9" fmla="*/ 2147483646 h 16"/>
              <a:gd name="T10" fmla="*/ 0 w 18"/>
              <a:gd name="T11" fmla="*/ 2147483646 h 16"/>
              <a:gd name="T12" fmla="*/ 2147483646 w 18"/>
              <a:gd name="T13" fmla="*/ 2147483646 h 16"/>
              <a:gd name="T14" fmla="*/ 2147483646 w 18"/>
              <a:gd name="T15" fmla="*/ 2147483646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18" y="0"/>
                </a:move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13" name="Freeform 4"/>
          <p:cNvSpPr>
            <a:spLocks/>
          </p:cNvSpPr>
          <p:nvPr/>
        </p:nvSpPr>
        <p:spPr bwMode="auto">
          <a:xfrm>
            <a:off x="4310063" y="2319338"/>
            <a:ext cx="214312" cy="130175"/>
          </a:xfrm>
          <a:custGeom>
            <a:avLst/>
            <a:gdLst>
              <a:gd name="T0" fmla="*/ 2147483646 w 135"/>
              <a:gd name="T1" fmla="*/ 2147483646 h 82"/>
              <a:gd name="T2" fmla="*/ 0 w 135"/>
              <a:gd name="T3" fmla="*/ 2147483646 h 82"/>
              <a:gd name="T4" fmla="*/ 2147483646 w 135"/>
              <a:gd name="T5" fmla="*/ 0 h 82"/>
              <a:gd name="T6" fmla="*/ 2147483646 w 135"/>
              <a:gd name="T7" fmla="*/ 2147483646 h 82"/>
              <a:gd name="T8" fmla="*/ 2147483646 w 135"/>
              <a:gd name="T9" fmla="*/ 2147483646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14" name="Freeform 5"/>
          <p:cNvSpPr>
            <a:spLocks/>
          </p:cNvSpPr>
          <p:nvPr/>
        </p:nvSpPr>
        <p:spPr bwMode="auto">
          <a:xfrm>
            <a:off x="4310063" y="2319338"/>
            <a:ext cx="214312" cy="130175"/>
          </a:xfrm>
          <a:custGeom>
            <a:avLst/>
            <a:gdLst>
              <a:gd name="T0" fmla="*/ 2147483646 w 135"/>
              <a:gd name="T1" fmla="*/ 2147483646 h 82"/>
              <a:gd name="T2" fmla="*/ 0 w 135"/>
              <a:gd name="T3" fmla="*/ 2147483646 h 82"/>
              <a:gd name="T4" fmla="*/ 2147483646 w 135"/>
              <a:gd name="T5" fmla="*/ 0 h 82"/>
              <a:gd name="T6" fmla="*/ 2147483646 w 135"/>
              <a:gd name="T7" fmla="*/ 2147483646 h 82"/>
              <a:gd name="T8" fmla="*/ 2147483646 w 135"/>
              <a:gd name="T9" fmla="*/ 2147483646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15" name="Freeform 6"/>
          <p:cNvSpPr>
            <a:spLocks/>
          </p:cNvSpPr>
          <p:nvPr/>
        </p:nvSpPr>
        <p:spPr bwMode="auto">
          <a:xfrm>
            <a:off x="1509713" y="4549775"/>
            <a:ext cx="242887" cy="363538"/>
          </a:xfrm>
          <a:custGeom>
            <a:avLst/>
            <a:gdLst>
              <a:gd name="T0" fmla="*/ 0 w 153"/>
              <a:gd name="T1" fmla="*/ 2147483646 h 229"/>
              <a:gd name="T2" fmla="*/ 2147483646 w 153"/>
              <a:gd name="T3" fmla="*/ 2147483646 h 229"/>
              <a:gd name="T4" fmla="*/ 2147483646 w 153"/>
              <a:gd name="T5" fmla="*/ 2147483646 h 229"/>
              <a:gd name="T6" fmla="*/ 2147483646 w 153"/>
              <a:gd name="T7" fmla="*/ 2147483646 h 229"/>
              <a:gd name="T8" fmla="*/ 2147483646 w 153"/>
              <a:gd name="T9" fmla="*/ 0 h 229"/>
              <a:gd name="T10" fmla="*/ 2147483646 w 153"/>
              <a:gd name="T11" fmla="*/ 0 h 229"/>
              <a:gd name="T12" fmla="*/ 0 w 153"/>
              <a:gd name="T13" fmla="*/ 214748364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3" h="229">
                <a:moveTo>
                  <a:pt x="0" y="221"/>
                </a:moveTo>
                <a:lnTo>
                  <a:pt x="18" y="229"/>
                </a:lnTo>
                <a:lnTo>
                  <a:pt x="153" y="8"/>
                </a:lnTo>
                <a:lnTo>
                  <a:pt x="135" y="0"/>
                </a:lnTo>
                <a:lnTo>
                  <a:pt x="0" y="2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16" name="Freeform 7"/>
          <p:cNvSpPr>
            <a:spLocks/>
          </p:cNvSpPr>
          <p:nvPr/>
        </p:nvSpPr>
        <p:spPr bwMode="auto">
          <a:xfrm>
            <a:off x="1724025" y="4186238"/>
            <a:ext cx="285750" cy="376237"/>
          </a:xfrm>
          <a:custGeom>
            <a:avLst/>
            <a:gdLst>
              <a:gd name="T0" fmla="*/ 0 w 180"/>
              <a:gd name="T1" fmla="*/ 2147483646 h 237"/>
              <a:gd name="T2" fmla="*/ 2147483646 w 180"/>
              <a:gd name="T3" fmla="*/ 2147483646 h 237"/>
              <a:gd name="T4" fmla="*/ 2147483646 w 180"/>
              <a:gd name="T5" fmla="*/ 2147483646 h 237"/>
              <a:gd name="T6" fmla="*/ 2147483646 w 180"/>
              <a:gd name="T7" fmla="*/ 2147483646 h 237"/>
              <a:gd name="T8" fmla="*/ 2147483646 w 180"/>
              <a:gd name="T9" fmla="*/ 0 h 237"/>
              <a:gd name="T10" fmla="*/ 2147483646 w 180"/>
              <a:gd name="T11" fmla="*/ 0 h 237"/>
              <a:gd name="T12" fmla="*/ 0 w 180"/>
              <a:gd name="T13" fmla="*/ 2147483646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0" h="237">
                <a:moveTo>
                  <a:pt x="0" y="229"/>
                </a:moveTo>
                <a:lnTo>
                  <a:pt x="18" y="237"/>
                </a:lnTo>
                <a:lnTo>
                  <a:pt x="180" y="9"/>
                </a:lnTo>
                <a:lnTo>
                  <a:pt x="162" y="0"/>
                </a:lnTo>
                <a:lnTo>
                  <a:pt x="0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17" name="Freeform 8"/>
          <p:cNvSpPr>
            <a:spLocks/>
          </p:cNvSpPr>
          <p:nvPr/>
        </p:nvSpPr>
        <p:spPr bwMode="auto">
          <a:xfrm>
            <a:off x="1981200" y="3824288"/>
            <a:ext cx="342900" cy="376237"/>
          </a:xfrm>
          <a:custGeom>
            <a:avLst/>
            <a:gdLst>
              <a:gd name="T0" fmla="*/ 0 w 216"/>
              <a:gd name="T1" fmla="*/ 2147483646 h 237"/>
              <a:gd name="T2" fmla="*/ 2147483646 w 216"/>
              <a:gd name="T3" fmla="*/ 2147483646 h 237"/>
              <a:gd name="T4" fmla="*/ 2147483646 w 216"/>
              <a:gd name="T5" fmla="*/ 2147483646 h 237"/>
              <a:gd name="T6" fmla="*/ 2147483646 w 216"/>
              <a:gd name="T7" fmla="*/ 2147483646 h 237"/>
              <a:gd name="T8" fmla="*/ 2147483646 w 216"/>
              <a:gd name="T9" fmla="*/ 0 h 237"/>
              <a:gd name="T10" fmla="*/ 2147483646 w 216"/>
              <a:gd name="T11" fmla="*/ 0 h 237"/>
              <a:gd name="T12" fmla="*/ 0 w 216"/>
              <a:gd name="T13" fmla="*/ 2147483646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237">
                <a:moveTo>
                  <a:pt x="0" y="228"/>
                </a:moveTo>
                <a:lnTo>
                  <a:pt x="18" y="237"/>
                </a:lnTo>
                <a:lnTo>
                  <a:pt x="216" y="8"/>
                </a:lnTo>
                <a:lnTo>
                  <a:pt x="198" y="0"/>
                </a:lnTo>
                <a:lnTo>
                  <a:pt x="0" y="2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18" name="Freeform 9"/>
          <p:cNvSpPr>
            <a:spLocks/>
          </p:cNvSpPr>
          <p:nvPr/>
        </p:nvSpPr>
        <p:spPr bwMode="auto">
          <a:xfrm>
            <a:off x="2295525" y="3448050"/>
            <a:ext cx="385763" cy="388938"/>
          </a:xfrm>
          <a:custGeom>
            <a:avLst/>
            <a:gdLst>
              <a:gd name="T0" fmla="*/ 0 w 243"/>
              <a:gd name="T1" fmla="*/ 2147483646 h 245"/>
              <a:gd name="T2" fmla="*/ 2147483646 w 243"/>
              <a:gd name="T3" fmla="*/ 2147483646 h 245"/>
              <a:gd name="T4" fmla="*/ 2147483646 w 243"/>
              <a:gd name="T5" fmla="*/ 2147483646 h 245"/>
              <a:gd name="T6" fmla="*/ 2147483646 w 243"/>
              <a:gd name="T7" fmla="*/ 2147483646 h 245"/>
              <a:gd name="T8" fmla="*/ 2147483646 w 243"/>
              <a:gd name="T9" fmla="*/ 0 h 245"/>
              <a:gd name="T10" fmla="*/ 2147483646 w 243"/>
              <a:gd name="T11" fmla="*/ 2147483646 h 245"/>
              <a:gd name="T12" fmla="*/ 0 w 243"/>
              <a:gd name="T13" fmla="*/ 2147483646 h 2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" h="245">
                <a:moveTo>
                  <a:pt x="0" y="237"/>
                </a:moveTo>
                <a:lnTo>
                  <a:pt x="18" y="245"/>
                </a:lnTo>
                <a:lnTo>
                  <a:pt x="243" y="16"/>
                </a:lnTo>
                <a:lnTo>
                  <a:pt x="234" y="0"/>
                </a:lnTo>
                <a:lnTo>
                  <a:pt x="225" y="8"/>
                </a:lnTo>
                <a:lnTo>
                  <a:pt x="0" y="2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19" name="Freeform 10"/>
          <p:cNvSpPr>
            <a:spLocks/>
          </p:cNvSpPr>
          <p:nvPr/>
        </p:nvSpPr>
        <p:spPr bwMode="auto">
          <a:xfrm>
            <a:off x="2667000" y="3124200"/>
            <a:ext cx="385763" cy="349250"/>
          </a:xfrm>
          <a:custGeom>
            <a:avLst/>
            <a:gdLst>
              <a:gd name="T0" fmla="*/ 0 w 243"/>
              <a:gd name="T1" fmla="*/ 2147483646 h 220"/>
              <a:gd name="T2" fmla="*/ 2147483646 w 243"/>
              <a:gd name="T3" fmla="*/ 2147483646 h 220"/>
              <a:gd name="T4" fmla="*/ 2147483646 w 243"/>
              <a:gd name="T5" fmla="*/ 2147483646 h 220"/>
              <a:gd name="T6" fmla="*/ 2147483646 w 243"/>
              <a:gd name="T7" fmla="*/ 2147483646 h 220"/>
              <a:gd name="T8" fmla="*/ 2147483646 w 243"/>
              <a:gd name="T9" fmla="*/ 0 h 220"/>
              <a:gd name="T10" fmla="*/ 2147483646 w 243"/>
              <a:gd name="T11" fmla="*/ 0 h 220"/>
              <a:gd name="T12" fmla="*/ 0 w 243"/>
              <a:gd name="T13" fmla="*/ 2147483646 h 2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" h="220">
                <a:moveTo>
                  <a:pt x="0" y="204"/>
                </a:moveTo>
                <a:lnTo>
                  <a:pt x="9" y="220"/>
                </a:lnTo>
                <a:lnTo>
                  <a:pt x="243" y="16"/>
                </a:lnTo>
                <a:lnTo>
                  <a:pt x="234" y="0"/>
                </a:lnTo>
                <a:lnTo>
                  <a:pt x="0" y="20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20" name="Freeform 11"/>
          <p:cNvSpPr>
            <a:spLocks/>
          </p:cNvSpPr>
          <p:nvPr/>
        </p:nvSpPr>
        <p:spPr bwMode="auto">
          <a:xfrm>
            <a:off x="3038475" y="2825750"/>
            <a:ext cx="428625" cy="323850"/>
          </a:xfrm>
          <a:custGeom>
            <a:avLst/>
            <a:gdLst>
              <a:gd name="T0" fmla="*/ 0 w 270"/>
              <a:gd name="T1" fmla="*/ 2147483646 h 204"/>
              <a:gd name="T2" fmla="*/ 2147483646 w 270"/>
              <a:gd name="T3" fmla="*/ 2147483646 h 204"/>
              <a:gd name="T4" fmla="*/ 2147483646 w 270"/>
              <a:gd name="T5" fmla="*/ 2147483646 h 204"/>
              <a:gd name="T6" fmla="*/ 2147483646 w 270"/>
              <a:gd name="T7" fmla="*/ 2147483646 h 204"/>
              <a:gd name="T8" fmla="*/ 2147483646 w 270"/>
              <a:gd name="T9" fmla="*/ 0 h 204"/>
              <a:gd name="T10" fmla="*/ 2147483646 w 270"/>
              <a:gd name="T11" fmla="*/ 0 h 204"/>
              <a:gd name="T12" fmla="*/ 0 w 270"/>
              <a:gd name="T13" fmla="*/ 2147483646 h 2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0" h="204">
                <a:moveTo>
                  <a:pt x="0" y="188"/>
                </a:moveTo>
                <a:lnTo>
                  <a:pt x="9" y="204"/>
                </a:lnTo>
                <a:lnTo>
                  <a:pt x="270" y="16"/>
                </a:lnTo>
                <a:lnTo>
                  <a:pt x="261" y="0"/>
                </a:lnTo>
                <a:lnTo>
                  <a:pt x="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21" name="Freeform 12"/>
          <p:cNvSpPr>
            <a:spLocks/>
          </p:cNvSpPr>
          <p:nvPr/>
        </p:nvSpPr>
        <p:spPr bwMode="auto">
          <a:xfrm>
            <a:off x="3452813" y="2579688"/>
            <a:ext cx="442912" cy="271462"/>
          </a:xfrm>
          <a:custGeom>
            <a:avLst/>
            <a:gdLst>
              <a:gd name="T0" fmla="*/ 0 w 279"/>
              <a:gd name="T1" fmla="*/ 2147483646 h 171"/>
              <a:gd name="T2" fmla="*/ 2147483646 w 279"/>
              <a:gd name="T3" fmla="*/ 2147483646 h 171"/>
              <a:gd name="T4" fmla="*/ 2147483646 w 279"/>
              <a:gd name="T5" fmla="*/ 2147483646 h 171"/>
              <a:gd name="T6" fmla="*/ 2147483646 w 279"/>
              <a:gd name="T7" fmla="*/ 2147483646 h 171"/>
              <a:gd name="T8" fmla="*/ 2147483646 w 279"/>
              <a:gd name="T9" fmla="*/ 0 h 171"/>
              <a:gd name="T10" fmla="*/ 2147483646 w 279"/>
              <a:gd name="T11" fmla="*/ 0 h 171"/>
              <a:gd name="T12" fmla="*/ 0 w 279"/>
              <a:gd name="T13" fmla="*/ 2147483646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9" h="171">
                <a:moveTo>
                  <a:pt x="0" y="155"/>
                </a:moveTo>
                <a:lnTo>
                  <a:pt x="9" y="171"/>
                </a:lnTo>
                <a:lnTo>
                  <a:pt x="279" y="16"/>
                </a:lnTo>
                <a:lnTo>
                  <a:pt x="270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22" name="Freeform 13"/>
          <p:cNvSpPr>
            <a:spLocks/>
          </p:cNvSpPr>
          <p:nvPr/>
        </p:nvSpPr>
        <p:spPr bwMode="auto">
          <a:xfrm>
            <a:off x="3881438" y="2371725"/>
            <a:ext cx="457200" cy="233363"/>
          </a:xfrm>
          <a:custGeom>
            <a:avLst/>
            <a:gdLst>
              <a:gd name="T0" fmla="*/ 0 w 288"/>
              <a:gd name="T1" fmla="*/ 2147483646 h 147"/>
              <a:gd name="T2" fmla="*/ 2147483646 w 288"/>
              <a:gd name="T3" fmla="*/ 2147483646 h 147"/>
              <a:gd name="T4" fmla="*/ 2147483646 w 288"/>
              <a:gd name="T5" fmla="*/ 2147483646 h 147"/>
              <a:gd name="T6" fmla="*/ 2147483646 w 288"/>
              <a:gd name="T7" fmla="*/ 0 h 147"/>
              <a:gd name="T8" fmla="*/ 0 w 288"/>
              <a:gd name="T9" fmla="*/ 2147483646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88" h="147">
                <a:moveTo>
                  <a:pt x="0" y="131"/>
                </a:moveTo>
                <a:lnTo>
                  <a:pt x="9" y="147"/>
                </a:lnTo>
                <a:lnTo>
                  <a:pt x="288" y="16"/>
                </a:lnTo>
                <a:lnTo>
                  <a:pt x="279" y="0"/>
                </a:lnTo>
                <a:lnTo>
                  <a:pt x="0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23" name="Freeform 14"/>
          <p:cNvSpPr>
            <a:spLocks/>
          </p:cNvSpPr>
          <p:nvPr/>
        </p:nvSpPr>
        <p:spPr bwMode="auto">
          <a:xfrm>
            <a:off x="1638300" y="5289550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9" y="0"/>
                </a:move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24" name="Freeform 15"/>
          <p:cNvSpPr>
            <a:spLocks/>
          </p:cNvSpPr>
          <p:nvPr/>
        </p:nvSpPr>
        <p:spPr bwMode="auto">
          <a:xfrm>
            <a:off x="1538288" y="5133975"/>
            <a:ext cx="171450" cy="193675"/>
          </a:xfrm>
          <a:custGeom>
            <a:avLst/>
            <a:gdLst>
              <a:gd name="T0" fmla="*/ 2147483646 w 108"/>
              <a:gd name="T1" fmla="*/ 2147483646 h 122"/>
              <a:gd name="T2" fmla="*/ 2147483646 w 108"/>
              <a:gd name="T3" fmla="*/ 2147483646 h 122"/>
              <a:gd name="T4" fmla="*/ 0 w 108"/>
              <a:gd name="T5" fmla="*/ 0 h 122"/>
              <a:gd name="T6" fmla="*/ 2147483646 w 108"/>
              <a:gd name="T7" fmla="*/ 2147483646 h 122"/>
              <a:gd name="T8" fmla="*/ 2147483646 w 108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25" name="Freeform 16"/>
          <p:cNvSpPr>
            <a:spLocks/>
          </p:cNvSpPr>
          <p:nvPr/>
        </p:nvSpPr>
        <p:spPr bwMode="auto">
          <a:xfrm>
            <a:off x="1538288" y="5133975"/>
            <a:ext cx="171450" cy="193675"/>
          </a:xfrm>
          <a:custGeom>
            <a:avLst/>
            <a:gdLst>
              <a:gd name="T0" fmla="*/ 2147483646 w 108"/>
              <a:gd name="T1" fmla="*/ 2147483646 h 122"/>
              <a:gd name="T2" fmla="*/ 2147483646 w 108"/>
              <a:gd name="T3" fmla="*/ 2147483646 h 122"/>
              <a:gd name="T4" fmla="*/ 0 w 108"/>
              <a:gd name="T5" fmla="*/ 0 h 122"/>
              <a:gd name="T6" fmla="*/ 2147483646 w 108"/>
              <a:gd name="T7" fmla="*/ 2147483646 h 122"/>
              <a:gd name="T8" fmla="*/ 2147483646 w 108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26" name="Freeform 17"/>
          <p:cNvSpPr>
            <a:spLocks/>
          </p:cNvSpPr>
          <p:nvPr/>
        </p:nvSpPr>
        <p:spPr bwMode="auto">
          <a:xfrm>
            <a:off x="6581775" y="5626100"/>
            <a:ext cx="300038" cy="180975"/>
          </a:xfrm>
          <a:custGeom>
            <a:avLst/>
            <a:gdLst>
              <a:gd name="T0" fmla="*/ 2147483646 w 189"/>
              <a:gd name="T1" fmla="*/ 2147483646 h 114"/>
              <a:gd name="T2" fmla="*/ 2147483646 w 189"/>
              <a:gd name="T3" fmla="*/ 0 h 114"/>
              <a:gd name="T4" fmla="*/ 0 w 189"/>
              <a:gd name="T5" fmla="*/ 2147483646 h 114"/>
              <a:gd name="T6" fmla="*/ 0 w 189"/>
              <a:gd name="T7" fmla="*/ 2147483646 h 114"/>
              <a:gd name="T8" fmla="*/ 2147483646 w 189"/>
              <a:gd name="T9" fmla="*/ 2147483646 h 114"/>
              <a:gd name="T10" fmla="*/ 2147483646 w 189"/>
              <a:gd name="T11" fmla="*/ 2147483646 h 114"/>
              <a:gd name="T12" fmla="*/ 2147483646 w 189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14">
                <a:moveTo>
                  <a:pt x="189" y="16"/>
                </a:moveTo>
                <a:lnTo>
                  <a:pt x="180" y="0"/>
                </a:lnTo>
                <a:lnTo>
                  <a:pt x="0" y="98"/>
                </a:lnTo>
                <a:lnTo>
                  <a:pt x="9" y="114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27" name="Freeform 18"/>
          <p:cNvSpPr>
            <a:spLocks/>
          </p:cNvSpPr>
          <p:nvPr/>
        </p:nvSpPr>
        <p:spPr bwMode="auto">
          <a:xfrm>
            <a:off x="6253163" y="5781675"/>
            <a:ext cx="342900" cy="155575"/>
          </a:xfrm>
          <a:custGeom>
            <a:avLst/>
            <a:gdLst>
              <a:gd name="T0" fmla="*/ 2147483646 w 216"/>
              <a:gd name="T1" fmla="*/ 2147483646 h 98"/>
              <a:gd name="T2" fmla="*/ 2147483646 w 216"/>
              <a:gd name="T3" fmla="*/ 0 h 98"/>
              <a:gd name="T4" fmla="*/ 0 w 216"/>
              <a:gd name="T5" fmla="*/ 2147483646 h 98"/>
              <a:gd name="T6" fmla="*/ 0 w 216"/>
              <a:gd name="T7" fmla="*/ 2147483646 h 98"/>
              <a:gd name="T8" fmla="*/ 2147483646 w 216"/>
              <a:gd name="T9" fmla="*/ 2147483646 h 98"/>
              <a:gd name="T10" fmla="*/ 2147483646 w 216"/>
              <a:gd name="T11" fmla="*/ 2147483646 h 98"/>
              <a:gd name="T12" fmla="*/ 2147483646 w 216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98">
                <a:moveTo>
                  <a:pt x="216" y="16"/>
                </a:moveTo>
                <a:lnTo>
                  <a:pt x="207" y="0"/>
                </a:lnTo>
                <a:lnTo>
                  <a:pt x="0" y="82"/>
                </a:lnTo>
                <a:lnTo>
                  <a:pt x="9" y="98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28" name="Freeform 19"/>
          <p:cNvSpPr>
            <a:spLocks/>
          </p:cNvSpPr>
          <p:nvPr/>
        </p:nvSpPr>
        <p:spPr bwMode="auto">
          <a:xfrm>
            <a:off x="5910263" y="5911850"/>
            <a:ext cx="357187" cy="128588"/>
          </a:xfrm>
          <a:custGeom>
            <a:avLst/>
            <a:gdLst>
              <a:gd name="T0" fmla="*/ 2147483646 w 225"/>
              <a:gd name="T1" fmla="*/ 2147483646 h 81"/>
              <a:gd name="T2" fmla="*/ 2147483646 w 225"/>
              <a:gd name="T3" fmla="*/ 0 h 81"/>
              <a:gd name="T4" fmla="*/ 0 w 225"/>
              <a:gd name="T5" fmla="*/ 2147483646 h 81"/>
              <a:gd name="T6" fmla="*/ 0 w 225"/>
              <a:gd name="T7" fmla="*/ 2147483646 h 81"/>
              <a:gd name="T8" fmla="*/ 0 w 225"/>
              <a:gd name="T9" fmla="*/ 2147483646 h 81"/>
              <a:gd name="T10" fmla="*/ 2147483646 w 225"/>
              <a:gd name="T11" fmla="*/ 2147483646 h 81"/>
              <a:gd name="T12" fmla="*/ 2147483646 w 225"/>
              <a:gd name="T13" fmla="*/ 2147483646 h 8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81">
                <a:moveTo>
                  <a:pt x="225" y="16"/>
                </a:moveTo>
                <a:lnTo>
                  <a:pt x="216" y="0"/>
                </a:lnTo>
                <a:lnTo>
                  <a:pt x="0" y="65"/>
                </a:lnTo>
                <a:lnTo>
                  <a:pt x="0" y="81"/>
                </a:lnTo>
                <a:lnTo>
                  <a:pt x="9" y="8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29" name="Freeform 20"/>
          <p:cNvSpPr>
            <a:spLocks/>
          </p:cNvSpPr>
          <p:nvPr/>
        </p:nvSpPr>
        <p:spPr bwMode="auto">
          <a:xfrm>
            <a:off x="5538788" y="6015038"/>
            <a:ext cx="371475" cy="103187"/>
          </a:xfrm>
          <a:custGeom>
            <a:avLst/>
            <a:gdLst>
              <a:gd name="T0" fmla="*/ 2147483646 w 234"/>
              <a:gd name="T1" fmla="*/ 2147483646 h 65"/>
              <a:gd name="T2" fmla="*/ 2147483646 w 234"/>
              <a:gd name="T3" fmla="*/ 0 h 65"/>
              <a:gd name="T4" fmla="*/ 0 w 234"/>
              <a:gd name="T5" fmla="*/ 2147483646 h 65"/>
              <a:gd name="T6" fmla="*/ 0 w 234"/>
              <a:gd name="T7" fmla="*/ 2147483646 h 65"/>
              <a:gd name="T8" fmla="*/ 0 w 234"/>
              <a:gd name="T9" fmla="*/ 2147483646 h 65"/>
              <a:gd name="T10" fmla="*/ 0 w 234"/>
              <a:gd name="T11" fmla="*/ 2147483646 h 65"/>
              <a:gd name="T12" fmla="*/ 2147483646 w 234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4" h="65">
                <a:moveTo>
                  <a:pt x="234" y="16"/>
                </a:moveTo>
                <a:lnTo>
                  <a:pt x="234" y="0"/>
                </a:lnTo>
                <a:lnTo>
                  <a:pt x="0" y="49"/>
                </a:lnTo>
                <a:lnTo>
                  <a:pt x="0" y="65"/>
                </a:lnTo>
                <a:lnTo>
                  <a:pt x="23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30" name="Freeform 21"/>
          <p:cNvSpPr>
            <a:spLocks/>
          </p:cNvSpPr>
          <p:nvPr/>
        </p:nvSpPr>
        <p:spPr bwMode="auto">
          <a:xfrm>
            <a:off x="4752975" y="6092825"/>
            <a:ext cx="785813" cy="90488"/>
          </a:xfrm>
          <a:custGeom>
            <a:avLst/>
            <a:gdLst>
              <a:gd name="T0" fmla="*/ 2147483646 w 495"/>
              <a:gd name="T1" fmla="*/ 2147483646 h 57"/>
              <a:gd name="T2" fmla="*/ 2147483646 w 495"/>
              <a:gd name="T3" fmla="*/ 0 h 57"/>
              <a:gd name="T4" fmla="*/ 0 w 495"/>
              <a:gd name="T5" fmla="*/ 2147483646 h 57"/>
              <a:gd name="T6" fmla="*/ 0 w 495"/>
              <a:gd name="T7" fmla="*/ 2147483646 h 57"/>
              <a:gd name="T8" fmla="*/ 0 w 495"/>
              <a:gd name="T9" fmla="*/ 2147483646 h 57"/>
              <a:gd name="T10" fmla="*/ 0 w 495"/>
              <a:gd name="T11" fmla="*/ 2147483646 h 57"/>
              <a:gd name="T12" fmla="*/ 2147483646 w 495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95" h="57">
                <a:moveTo>
                  <a:pt x="495" y="16"/>
                </a:moveTo>
                <a:lnTo>
                  <a:pt x="495" y="0"/>
                </a:lnTo>
                <a:lnTo>
                  <a:pt x="0" y="41"/>
                </a:lnTo>
                <a:lnTo>
                  <a:pt x="0" y="57"/>
                </a:lnTo>
                <a:lnTo>
                  <a:pt x="49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31" name="Freeform 22"/>
          <p:cNvSpPr>
            <a:spLocks/>
          </p:cNvSpPr>
          <p:nvPr/>
        </p:nvSpPr>
        <p:spPr bwMode="auto">
          <a:xfrm>
            <a:off x="3967163" y="6145213"/>
            <a:ext cx="785812" cy="38100"/>
          </a:xfrm>
          <a:custGeom>
            <a:avLst/>
            <a:gdLst>
              <a:gd name="T0" fmla="*/ 2147483646 w 495"/>
              <a:gd name="T1" fmla="*/ 2147483646 h 24"/>
              <a:gd name="T2" fmla="*/ 2147483646 w 495"/>
              <a:gd name="T3" fmla="*/ 2147483646 h 24"/>
              <a:gd name="T4" fmla="*/ 0 w 495"/>
              <a:gd name="T5" fmla="*/ 0 h 24"/>
              <a:gd name="T6" fmla="*/ 0 w 495"/>
              <a:gd name="T7" fmla="*/ 0 h 24"/>
              <a:gd name="T8" fmla="*/ 0 w 495"/>
              <a:gd name="T9" fmla="*/ 2147483646 h 24"/>
              <a:gd name="T10" fmla="*/ 0 w 495"/>
              <a:gd name="T11" fmla="*/ 2147483646 h 24"/>
              <a:gd name="T12" fmla="*/ 2147483646 w 495"/>
              <a:gd name="T13" fmla="*/ 2147483646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95" h="24">
                <a:moveTo>
                  <a:pt x="495" y="24"/>
                </a:moveTo>
                <a:lnTo>
                  <a:pt x="495" y="8"/>
                </a:lnTo>
                <a:lnTo>
                  <a:pt x="0" y="0"/>
                </a:lnTo>
                <a:lnTo>
                  <a:pt x="0" y="16"/>
                </a:lnTo>
                <a:lnTo>
                  <a:pt x="495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32" name="Freeform 23"/>
          <p:cNvSpPr>
            <a:spLocks/>
          </p:cNvSpPr>
          <p:nvPr/>
        </p:nvSpPr>
        <p:spPr bwMode="auto">
          <a:xfrm>
            <a:off x="3209925" y="6027738"/>
            <a:ext cx="757238" cy="142875"/>
          </a:xfrm>
          <a:custGeom>
            <a:avLst/>
            <a:gdLst>
              <a:gd name="T0" fmla="*/ 2147483646 w 477"/>
              <a:gd name="T1" fmla="*/ 2147483646 h 90"/>
              <a:gd name="T2" fmla="*/ 2147483646 w 477"/>
              <a:gd name="T3" fmla="*/ 2147483646 h 90"/>
              <a:gd name="T4" fmla="*/ 0 w 477"/>
              <a:gd name="T5" fmla="*/ 0 h 90"/>
              <a:gd name="T6" fmla="*/ 0 w 477"/>
              <a:gd name="T7" fmla="*/ 0 h 90"/>
              <a:gd name="T8" fmla="*/ 0 w 477"/>
              <a:gd name="T9" fmla="*/ 2147483646 h 90"/>
              <a:gd name="T10" fmla="*/ 0 w 477"/>
              <a:gd name="T11" fmla="*/ 2147483646 h 90"/>
              <a:gd name="T12" fmla="*/ 2147483646 w 477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77" h="90">
                <a:moveTo>
                  <a:pt x="477" y="90"/>
                </a:moveTo>
                <a:lnTo>
                  <a:pt x="477" y="74"/>
                </a:lnTo>
                <a:lnTo>
                  <a:pt x="0" y="0"/>
                </a:lnTo>
                <a:lnTo>
                  <a:pt x="0" y="17"/>
                </a:lnTo>
                <a:lnTo>
                  <a:pt x="477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33" name="Freeform 24"/>
          <p:cNvSpPr>
            <a:spLocks/>
          </p:cNvSpPr>
          <p:nvPr/>
        </p:nvSpPr>
        <p:spPr bwMode="auto">
          <a:xfrm>
            <a:off x="2852738" y="5949950"/>
            <a:ext cx="357187" cy="104775"/>
          </a:xfrm>
          <a:custGeom>
            <a:avLst/>
            <a:gdLst>
              <a:gd name="T0" fmla="*/ 2147483646 w 225"/>
              <a:gd name="T1" fmla="*/ 2147483646 h 66"/>
              <a:gd name="T2" fmla="*/ 2147483646 w 225"/>
              <a:gd name="T3" fmla="*/ 2147483646 h 66"/>
              <a:gd name="T4" fmla="*/ 0 w 225"/>
              <a:gd name="T5" fmla="*/ 0 h 66"/>
              <a:gd name="T6" fmla="*/ 2147483646 w 225"/>
              <a:gd name="T7" fmla="*/ 0 h 66"/>
              <a:gd name="T8" fmla="*/ 0 w 225"/>
              <a:gd name="T9" fmla="*/ 2147483646 h 66"/>
              <a:gd name="T10" fmla="*/ 0 w 225"/>
              <a:gd name="T11" fmla="*/ 2147483646 h 66"/>
              <a:gd name="T12" fmla="*/ 2147483646 w 225"/>
              <a:gd name="T13" fmla="*/ 2147483646 h 6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66">
                <a:moveTo>
                  <a:pt x="225" y="66"/>
                </a:moveTo>
                <a:lnTo>
                  <a:pt x="225" y="49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25" y="6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34" name="Freeform 25"/>
          <p:cNvSpPr>
            <a:spLocks/>
          </p:cNvSpPr>
          <p:nvPr/>
        </p:nvSpPr>
        <p:spPr bwMode="auto">
          <a:xfrm>
            <a:off x="2538413" y="5846763"/>
            <a:ext cx="328612" cy="130175"/>
          </a:xfrm>
          <a:custGeom>
            <a:avLst/>
            <a:gdLst>
              <a:gd name="T0" fmla="*/ 2147483646 w 207"/>
              <a:gd name="T1" fmla="*/ 2147483646 h 82"/>
              <a:gd name="T2" fmla="*/ 2147483646 w 207"/>
              <a:gd name="T3" fmla="*/ 2147483646 h 82"/>
              <a:gd name="T4" fmla="*/ 2147483646 w 207"/>
              <a:gd name="T5" fmla="*/ 0 h 82"/>
              <a:gd name="T6" fmla="*/ 2147483646 w 207"/>
              <a:gd name="T7" fmla="*/ 0 h 82"/>
              <a:gd name="T8" fmla="*/ 0 w 207"/>
              <a:gd name="T9" fmla="*/ 2147483646 h 82"/>
              <a:gd name="T10" fmla="*/ 0 w 207"/>
              <a:gd name="T11" fmla="*/ 2147483646 h 82"/>
              <a:gd name="T12" fmla="*/ 2147483646 w 207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7" h="82">
                <a:moveTo>
                  <a:pt x="198" y="82"/>
                </a:moveTo>
                <a:lnTo>
                  <a:pt x="207" y="65"/>
                </a:lnTo>
                <a:lnTo>
                  <a:pt x="9" y="0"/>
                </a:lnTo>
                <a:lnTo>
                  <a:pt x="0" y="16"/>
                </a:lnTo>
                <a:lnTo>
                  <a:pt x="198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35" name="Freeform 26"/>
          <p:cNvSpPr>
            <a:spLocks/>
          </p:cNvSpPr>
          <p:nvPr/>
        </p:nvSpPr>
        <p:spPr bwMode="auto">
          <a:xfrm>
            <a:off x="2252663" y="5729288"/>
            <a:ext cx="300037" cy="142875"/>
          </a:xfrm>
          <a:custGeom>
            <a:avLst/>
            <a:gdLst>
              <a:gd name="T0" fmla="*/ 2147483646 w 189"/>
              <a:gd name="T1" fmla="*/ 2147483646 h 90"/>
              <a:gd name="T2" fmla="*/ 2147483646 w 189"/>
              <a:gd name="T3" fmla="*/ 2147483646 h 90"/>
              <a:gd name="T4" fmla="*/ 2147483646 w 189"/>
              <a:gd name="T5" fmla="*/ 0 h 90"/>
              <a:gd name="T6" fmla="*/ 2147483646 w 189"/>
              <a:gd name="T7" fmla="*/ 0 h 90"/>
              <a:gd name="T8" fmla="*/ 0 w 189"/>
              <a:gd name="T9" fmla="*/ 2147483646 h 90"/>
              <a:gd name="T10" fmla="*/ 0 w 189"/>
              <a:gd name="T11" fmla="*/ 2147483646 h 90"/>
              <a:gd name="T12" fmla="*/ 2147483646 w 189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90">
                <a:moveTo>
                  <a:pt x="180" y="90"/>
                </a:moveTo>
                <a:lnTo>
                  <a:pt x="189" y="74"/>
                </a:lnTo>
                <a:lnTo>
                  <a:pt x="9" y="0"/>
                </a:lnTo>
                <a:lnTo>
                  <a:pt x="0" y="17"/>
                </a:lnTo>
                <a:lnTo>
                  <a:pt x="180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36" name="Freeform 27"/>
          <p:cNvSpPr>
            <a:spLocks/>
          </p:cNvSpPr>
          <p:nvPr/>
        </p:nvSpPr>
        <p:spPr bwMode="auto">
          <a:xfrm>
            <a:off x="1995488" y="5600700"/>
            <a:ext cx="271462" cy="155575"/>
          </a:xfrm>
          <a:custGeom>
            <a:avLst/>
            <a:gdLst>
              <a:gd name="T0" fmla="*/ 2147483646 w 171"/>
              <a:gd name="T1" fmla="*/ 2147483646 h 98"/>
              <a:gd name="T2" fmla="*/ 2147483646 w 171"/>
              <a:gd name="T3" fmla="*/ 2147483646 h 98"/>
              <a:gd name="T4" fmla="*/ 2147483646 w 171"/>
              <a:gd name="T5" fmla="*/ 0 h 98"/>
              <a:gd name="T6" fmla="*/ 2147483646 w 171"/>
              <a:gd name="T7" fmla="*/ 0 h 98"/>
              <a:gd name="T8" fmla="*/ 0 w 171"/>
              <a:gd name="T9" fmla="*/ 2147483646 h 98"/>
              <a:gd name="T10" fmla="*/ 0 w 171"/>
              <a:gd name="T11" fmla="*/ 2147483646 h 98"/>
              <a:gd name="T12" fmla="*/ 2147483646 w 171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1" h="98">
                <a:moveTo>
                  <a:pt x="162" y="98"/>
                </a:moveTo>
                <a:lnTo>
                  <a:pt x="171" y="81"/>
                </a:lnTo>
                <a:lnTo>
                  <a:pt x="9" y="0"/>
                </a:lnTo>
                <a:lnTo>
                  <a:pt x="0" y="16"/>
                </a:lnTo>
                <a:lnTo>
                  <a:pt x="16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37" name="Freeform 28"/>
          <p:cNvSpPr>
            <a:spLocks/>
          </p:cNvSpPr>
          <p:nvPr/>
        </p:nvSpPr>
        <p:spPr bwMode="auto">
          <a:xfrm>
            <a:off x="1795463" y="5445125"/>
            <a:ext cx="214312" cy="180975"/>
          </a:xfrm>
          <a:custGeom>
            <a:avLst/>
            <a:gdLst>
              <a:gd name="T0" fmla="*/ 2147483646 w 135"/>
              <a:gd name="T1" fmla="*/ 2147483646 h 114"/>
              <a:gd name="T2" fmla="*/ 2147483646 w 135"/>
              <a:gd name="T3" fmla="*/ 2147483646 h 114"/>
              <a:gd name="T4" fmla="*/ 2147483646 w 135"/>
              <a:gd name="T5" fmla="*/ 0 h 114"/>
              <a:gd name="T6" fmla="*/ 2147483646 w 135"/>
              <a:gd name="T7" fmla="*/ 2147483646 h 114"/>
              <a:gd name="T8" fmla="*/ 0 w 135"/>
              <a:gd name="T9" fmla="*/ 2147483646 h 114"/>
              <a:gd name="T10" fmla="*/ 2147483646 w 135"/>
              <a:gd name="T11" fmla="*/ 2147483646 h 114"/>
              <a:gd name="T12" fmla="*/ 2147483646 w 135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114">
                <a:moveTo>
                  <a:pt x="126" y="114"/>
                </a:moveTo>
                <a:lnTo>
                  <a:pt x="135" y="98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26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38" name="Freeform 29"/>
          <p:cNvSpPr>
            <a:spLocks/>
          </p:cNvSpPr>
          <p:nvPr/>
        </p:nvSpPr>
        <p:spPr bwMode="auto">
          <a:xfrm>
            <a:off x="1638300" y="5302250"/>
            <a:ext cx="185738" cy="168275"/>
          </a:xfrm>
          <a:custGeom>
            <a:avLst/>
            <a:gdLst>
              <a:gd name="T0" fmla="*/ 2147483646 w 117"/>
              <a:gd name="T1" fmla="*/ 2147483646 h 106"/>
              <a:gd name="T2" fmla="*/ 2147483646 w 117"/>
              <a:gd name="T3" fmla="*/ 2147483646 h 106"/>
              <a:gd name="T4" fmla="*/ 2147483646 w 117"/>
              <a:gd name="T5" fmla="*/ 0 h 106"/>
              <a:gd name="T6" fmla="*/ 0 w 117"/>
              <a:gd name="T7" fmla="*/ 2147483646 h 106"/>
              <a:gd name="T8" fmla="*/ 2147483646 w 117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7" h="106">
                <a:moveTo>
                  <a:pt x="99" y="106"/>
                </a:moveTo>
                <a:lnTo>
                  <a:pt x="117" y="98"/>
                </a:lnTo>
                <a:lnTo>
                  <a:pt x="18" y="0"/>
                </a:lnTo>
                <a:lnTo>
                  <a:pt x="0" y="8"/>
                </a:lnTo>
                <a:lnTo>
                  <a:pt x="99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39" name="Freeform 30"/>
          <p:cNvSpPr>
            <a:spLocks/>
          </p:cNvSpPr>
          <p:nvPr/>
        </p:nvSpPr>
        <p:spPr bwMode="auto">
          <a:xfrm>
            <a:off x="7310438" y="5302250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2147483646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0 h 16"/>
              <a:gd name="T10" fmla="*/ 2147483646 w 18"/>
              <a:gd name="T11" fmla="*/ 0 h 16"/>
              <a:gd name="T12" fmla="*/ 0 w 18"/>
              <a:gd name="T13" fmla="*/ 0 h 16"/>
              <a:gd name="T14" fmla="*/ 0 w 18"/>
              <a:gd name="T15" fmla="*/ 2147483646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0" y="16"/>
                </a:move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40" name="Freeform 31"/>
          <p:cNvSpPr>
            <a:spLocks/>
          </p:cNvSpPr>
          <p:nvPr/>
        </p:nvSpPr>
        <p:spPr bwMode="auto">
          <a:xfrm>
            <a:off x="7167563" y="5289550"/>
            <a:ext cx="200025" cy="168275"/>
          </a:xfrm>
          <a:custGeom>
            <a:avLst/>
            <a:gdLst>
              <a:gd name="T0" fmla="*/ 2147483646 w 126"/>
              <a:gd name="T1" fmla="*/ 2147483646 h 106"/>
              <a:gd name="T2" fmla="*/ 2147483646 w 126"/>
              <a:gd name="T3" fmla="*/ 2147483646 h 106"/>
              <a:gd name="T4" fmla="*/ 0 w 126"/>
              <a:gd name="T5" fmla="*/ 2147483646 h 106"/>
              <a:gd name="T6" fmla="*/ 2147483646 w 126"/>
              <a:gd name="T7" fmla="*/ 0 h 106"/>
              <a:gd name="T8" fmla="*/ 2147483646 w 126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41" name="Freeform 32"/>
          <p:cNvSpPr>
            <a:spLocks/>
          </p:cNvSpPr>
          <p:nvPr/>
        </p:nvSpPr>
        <p:spPr bwMode="auto">
          <a:xfrm>
            <a:off x="7167563" y="5289550"/>
            <a:ext cx="200025" cy="168275"/>
          </a:xfrm>
          <a:custGeom>
            <a:avLst/>
            <a:gdLst>
              <a:gd name="T0" fmla="*/ 2147483646 w 126"/>
              <a:gd name="T1" fmla="*/ 2147483646 h 106"/>
              <a:gd name="T2" fmla="*/ 2147483646 w 126"/>
              <a:gd name="T3" fmla="*/ 2147483646 h 106"/>
              <a:gd name="T4" fmla="*/ 0 w 126"/>
              <a:gd name="T5" fmla="*/ 2147483646 h 106"/>
              <a:gd name="T6" fmla="*/ 2147483646 w 126"/>
              <a:gd name="T7" fmla="*/ 0 h 106"/>
              <a:gd name="T8" fmla="*/ 2147483646 w 126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42" name="Freeform 33"/>
          <p:cNvSpPr>
            <a:spLocks/>
          </p:cNvSpPr>
          <p:nvPr/>
        </p:nvSpPr>
        <p:spPr bwMode="auto">
          <a:xfrm>
            <a:off x="7596188" y="1697038"/>
            <a:ext cx="228600" cy="246062"/>
          </a:xfrm>
          <a:custGeom>
            <a:avLst/>
            <a:gdLst>
              <a:gd name="T0" fmla="*/ 2147483646 w 144"/>
              <a:gd name="T1" fmla="*/ 0 h 155"/>
              <a:gd name="T2" fmla="*/ 0 w 144"/>
              <a:gd name="T3" fmla="*/ 2147483646 h 155"/>
              <a:gd name="T4" fmla="*/ 2147483646 w 144"/>
              <a:gd name="T5" fmla="*/ 2147483646 h 155"/>
              <a:gd name="T6" fmla="*/ 2147483646 w 144"/>
              <a:gd name="T7" fmla="*/ 2147483646 h 155"/>
              <a:gd name="T8" fmla="*/ 2147483646 w 144"/>
              <a:gd name="T9" fmla="*/ 2147483646 h 155"/>
              <a:gd name="T10" fmla="*/ 2147483646 w 144"/>
              <a:gd name="T11" fmla="*/ 2147483646 h 155"/>
              <a:gd name="T12" fmla="*/ 2147483646 w 144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55">
                <a:moveTo>
                  <a:pt x="18" y="0"/>
                </a:moveTo>
                <a:lnTo>
                  <a:pt x="0" y="8"/>
                </a:lnTo>
                <a:lnTo>
                  <a:pt x="126" y="155"/>
                </a:lnTo>
                <a:lnTo>
                  <a:pt x="14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43" name="Freeform 34"/>
          <p:cNvSpPr>
            <a:spLocks/>
          </p:cNvSpPr>
          <p:nvPr/>
        </p:nvSpPr>
        <p:spPr bwMode="auto">
          <a:xfrm>
            <a:off x="7796213" y="1930400"/>
            <a:ext cx="185737" cy="260350"/>
          </a:xfrm>
          <a:custGeom>
            <a:avLst/>
            <a:gdLst>
              <a:gd name="T0" fmla="*/ 2147483646 w 117"/>
              <a:gd name="T1" fmla="*/ 0 h 164"/>
              <a:gd name="T2" fmla="*/ 0 w 117"/>
              <a:gd name="T3" fmla="*/ 2147483646 h 164"/>
              <a:gd name="T4" fmla="*/ 2147483646 w 117"/>
              <a:gd name="T5" fmla="*/ 2147483646 h 164"/>
              <a:gd name="T6" fmla="*/ 2147483646 w 117"/>
              <a:gd name="T7" fmla="*/ 2147483646 h 164"/>
              <a:gd name="T8" fmla="*/ 2147483646 w 117"/>
              <a:gd name="T9" fmla="*/ 2147483646 h 164"/>
              <a:gd name="T10" fmla="*/ 2147483646 w 117"/>
              <a:gd name="T11" fmla="*/ 2147483646 h 164"/>
              <a:gd name="T12" fmla="*/ 2147483646 w 117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7" h="164">
                <a:moveTo>
                  <a:pt x="18" y="0"/>
                </a:moveTo>
                <a:lnTo>
                  <a:pt x="0" y="8"/>
                </a:lnTo>
                <a:lnTo>
                  <a:pt x="99" y="164"/>
                </a:lnTo>
                <a:lnTo>
                  <a:pt x="117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44" name="Freeform 35"/>
          <p:cNvSpPr>
            <a:spLocks/>
          </p:cNvSpPr>
          <p:nvPr/>
        </p:nvSpPr>
        <p:spPr bwMode="auto">
          <a:xfrm>
            <a:off x="7953375" y="2176463"/>
            <a:ext cx="142875" cy="247650"/>
          </a:xfrm>
          <a:custGeom>
            <a:avLst/>
            <a:gdLst>
              <a:gd name="T0" fmla="*/ 2147483646 w 90"/>
              <a:gd name="T1" fmla="*/ 0 h 156"/>
              <a:gd name="T2" fmla="*/ 0 w 90"/>
              <a:gd name="T3" fmla="*/ 2147483646 h 156"/>
              <a:gd name="T4" fmla="*/ 2147483646 w 90"/>
              <a:gd name="T5" fmla="*/ 2147483646 h 156"/>
              <a:gd name="T6" fmla="*/ 2147483646 w 90"/>
              <a:gd name="T7" fmla="*/ 2147483646 h 156"/>
              <a:gd name="T8" fmla="*/ 2147483646 w 90"/>
              <a:gd name="T9" fmla="*/ 2147483646 h 156"/>
              <a:gd name="T10" fmla="*/ 2147483646 w 90"/>
              <a:gd name="T11" fmla="*/ 2147483646 h 156"/>
              <a:gd name="T12" fmla="*/ 2147483646 w 90"/>
              <a:gd name="T13" fmla="*/ 0 h 1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0" h="156">
                <a:moveTo>
                  <a:pt x="18" y="0"/>
                </a:moveTo>
                <a:lnTo>
                  <a:pt x="0" y="9"/>
                </a:lnTo>
                <a:lnTo>
                  <a:pt x="72" y="156"/>
                </a:lnTo>
                <a:lnTo>
                  <a:pt x="90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45" name="Freeform 36"/>
          <p:cNvSpPr>
            <a:spLocks/>
          </p:cNvSpPr>
          <p:nvPr/>
        </p:nvSpPr>
        <p:spPr bwMode="auto">
          <a:xfrm>
            <a:off x="8067675" y="2409825"/>
            <a:ext cx="114300" cy="260350"/>
          </a:xfrm>
          <a:custGeom>
            <a:avLst/>
            <a:gdLst>
              <a:gd name="T0" fmla="*/ 2147483646 w 72"/>
              <a:gd name="T1" fmla="*/ 0 h 164"/>
              <a:gd name="T2" fmla="*/ 0 w 72"/>
              <a:gd name="T3" fmla="*/ 2147483646 h 164"/>
              <a:gd name="T4" fmla="*/ 2147483646 w 72"/>
              <a:gd name="T5" fmla="*/ 2147483646 h 164"/>
              <a:gd name="T6" fmla="*/ 2147483646 w 72"/>
              <a:gd name="T7" fmla="*/ 2147483646 h 164"/>
              <a:gd name="T8" fmla="*/ 2147483646 w 72"/>
              <a:gd name="T9" fmla="*/ 2147483646 h 164"/>
              <a:gd name="T10" fmla="*/ 2147483646 w 72"/>
              <a:gd name="T11" fmla="*/ 2147483646 h 164"/>
              <a:gd name="T12" fmla="*/ 2147483646 w 72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2" h="164">
                <a:moveTo>
                  <a:pt x="18" y="0"/>
                </a:moveTo>
                <a:lnTo>
                  <a:pt x="0" y="9"/>
                </a:lnTo>
                <a:lnTo>
                  <a:pt x="54" y="164"/>
                </a:lnTo>
                <a:lnTo>
                  <a:pt x="54" y="156"/>
                </a:lnTo>
                <a:lnTo>
                  <a:pt x="72" y="156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46" name="Freeform 37"/>
          <p:cNvSpPr>
            <a:spLocks/>
          </p:cNvSpPr>
          <p:nvPr/>
        </p:nvSpPr>
        <p:spPr bwMode="auto">
          <a:xfrm>
            <a:off x="8153400" y="2657475"/>
            <a:ext cx="85725" cy="233363"/>
          </a:xfrm>
          <a:custGeom>
            <a:avLst/>
            <a:gdLst>
              <a:gd name="T0" fmla="*/ 2147483646 w 54"/>
              <a:gd name="T1" fmla="*/ 0 h 147"/>
              <a:gd name="T2" fmla="*/ 0 w 54"/>
              <a:gd name="T3" fmla="*/ 0 h 147"/>
              <a:gd name="T4" fmla="*/ 2147483646 w 54"/>
              <a:gd name="T5" fmla="*/ 2147483646 h 147"/>
              <a:gd name="T6" fmla="*/ 2147483646 w 54"/>
              <a:gd name="T7" fmla="*/ 2147483646 h 147"/>
              <a:gd name="T8" fmla="*/ 2147483646 w 54"/>
              <a:gd name="T9" fmla="*/ 2147483646 h 147"/>
              <a:gd name="T10" fmla="*/ 2147483646 w 54"/>
              <a:gd name="T11" fmla="*/ 2147483646 h 147"/>
              <a:gd name="T12" fmla="*/ 2147483646 w 54"/>
              <a:gd name="T13" fmla="*/ 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4" h="147">
                <a:moveTo>
                  <a:pt x="18" y="0"/>
                </a:moveTo>
                <a:lnTo>
                  <a:pt x="0" y="0"/>
                </a:lnTo>
                <a:lnTo>
                  <a:pt x="36" y="147"/>
                </a:lnTo>
                <a:lnTo>
                  <a:pt x="5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47" name="Freeform 38"/>
          <p:cNvSpPr>
            <a:spLocks/>
          </p:cNvSpPr>
          <p:nvPr/>
        </p:nvSpPr>
        <p:spPr bwMode="auto">
          <a:xfrm>
            <a:off x="8210550" y="2890838"/>
            <a:ext cx="57150" cy="246062"/>
          </a:xfrm>
          <a:custGeom>
            <a:avLst/>
            <a:gdLst>
              <a:gd name="T0" fmla="*/ 2147483646 w 36"/>
              <a:gd name="T1" fmla="*/ 0 h 155"/>
              <a:gd name="T2" fmla="*/ 0 w 36"/>
              <a:gd name="T3" fmla="*/ 0 h 155"/>
              <a:gd name="T4" fmla="*/ 2147483646 w 36"/>
              <a:gd name="T5" fmla="*/ 2147483646 h 155"/>
              <a:gd name="T6" fmla="*/ 2147483646 w 36"/>
              <a:gd name="T7" fmla="*/ 2147483646 h 155"/>
              <a:gd name="T8" fmla="*/ 2147483646 w 36"/>
              <a:gd name="T9" fmla="*/ 2147483646 h 155"/>
              <a:gd name="T10" fmla="*/ 2147483646 w 36"/>
              <a:gd name="T11" fmla="*/ 2147483646 h 155"/>
              <a:gd name="T12" fmla="*/ 2147483646 w 36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6" h="155">
                <a:moveTo>
                  <a:pt x="18" y="0"/>
                </a:moveTo>
                <a:lnTo>
                  <a:pt x="0" y="0"/>
                </a:lnTo>
                <a:lnTo>
                  <a:pt x="18" y="155"/>
                </a:lnTo>
                <a:lnTo>
                  <a:pt x="36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48" name="Freeform 39"/>
          <p:cNvSpPr>
            <a:spLocks/>
          </p:cNvSpPr>
          <p:nvPr/>
        </p:nvSpPr>
        <p:spPr bwMode="auto">
          <a:xfrm>
            <a:off x="8196263" y="3136900"/>
            <a:ext cx="71437" cy="479425"/>
          </a:xfrm>
          <a:custGeom>
            <a:avLst/>
            <a:gdLst>
              <a:gd name="T0" fmla="*/ 2147483646 w 45"/>
              <a:gd name="T1" fmla="*/ 0 h 302"/>
              <a:gd name="T2" fmla="*/ 2147483646 w 45"/>
              <a:gd name="T3" fmla="*/ 0 h 302"/>
              <a:gd name="T4" fmla="*/ 0 w 45"/>
              <a:gd name="T5" fmla="*/ 2147483646 h 302"/>
              <a:gd name="T6" fmla="*/ 0 w 45"/>
              <a:gd name="T7" fmla="*/ 2147483646 h 302"/>
              <a:gd name="T8" fmla="*/ 2147483646 w 45"/>
              <a:gd name="T9" fmla="*/ 2147483646 h 302"/>
              <a:gd name="T10" fmla="*/ 2147483646 w 45"/>
              <a:gd name="T11" fmla="*/ 2147483646 h 302"/>
              <a:gd name="T12" fmla="*/ 2147483646 w 45"/>
              <a:gd name="T13" fmla="*/ 0 h 30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5" h="302">
                <a:moveTo>
                  <a:pt x="45" y="0"/>
                </a:moveTo>
                <a:lnTo>
                  <a:pt x="27" y="0"/>
                </a:lnTo>
                <a:lnTo>
                  <a:pt x="0" y="294"/>
                </a:lnTo>
                <a:lnTo>
                  <a:pt x="18" y="302"/>
                </a:lnTo>
                <a:lnTo>
                  <a:pt x="18" y="294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49" name="Freeform 40"/>
          <p:cNvSpPr>
            <a:spLocks/>
          </p:cNvSpPr>
          <p:nvPr/>
        </p:nvSpPr>
        <p:spPr bwMode="auto">
          <a:xfrm>
            <a:off x="8081963" y="3603625"/>
            <a:ext cx="142875" cy="427038"/>
          </a:xfrm>
          <a:custGeom>
            <a:avLst/>
            <a:gdLst>
              <a:gd name="T0" fmla="*/ 2147483646 w 90"/>
              <a:gd name="T1" fmla="*/ 2147483646 h 269"/>
              <a:gd name="T2" fmla="*/ 2147483646 w 90"/>
              <a:gd name="T3" fmla="*/ 0 h 269"/>
              <a:gd name="T4" fmla="*/ 0 w 90"/>
              <a:gd name="T5" fmla="*/ 2147483646 h 269"/>
              <a:gd name="T6" fmla="*/ 0 w 90"/>
              <a:gd name="T7" fmla="*/ 2147483646 h 269"/>
              <a:gd name="T8" fmla="*/ 2147483646 w 90"/>
              <a:gd name="T9" fmla="*/ 2147483646 h 269"/>
              <a:gd name="T10" fmla="*/ 2147483646 w 90"/>
              <a:gd name="T11" fmla="*/ 2147483646 h 269"/>
              <a:gd name="T12" fmla="*/ 2147483646 w 90"/>
              <a:gd name="T13" fmla="*/ 2147483646 h 26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0" h="269">
                <a:moveTo>
                  <a:pt x="90" y="8"/>
                </a:moveTo>
                <a:lnTo>
                  <a:pt x="72" y="0"/>
                </a:lnTo>
                <a:lnTo>
                  <a:pt x="0" y="261"/>
                </a:lnTo>
                <a:lnTo>
                  <a:pt x="18" y="269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50" name="Freeform 41"/>
          <p:cNvSpPr>
            <a:spLocks/>
          </p:cNvSpPr>
          <p:nvPr/>
        </p:nvSpPr>
        <p:spPr bwMode="auto">
          <a:xfrm>
            <a:off x="7896225" y="4017963"/>
            <a:ext cx="214313" cy="466725"/>
          </a:xfrm>
          <a:custGeom>
            <a:avLst/>
            <a:gdLst>
              <a:gd name="T0" fmla="*/ 2147483646 w 135"/>
              <a:gd name="T1" fmla="*/ 2147483646 h 294"/>
              <a:gd name="T2" fmla="*/ 2147483646 w 135"/>
              <a:gd name="T3" fmla="*/ 0 h 294"/>
              <a:gd name="T4" fmla="*/ 0 w 135"/>
              <a:gd name="T5" fmla="*/ 2147483646 h 294"/>
              <a:gd name="T6" fmla="*/ 0 w 135"/>
              <a:gd name="T7" fmla="*/ 2147483646 h 294"/>
              <a:gd name="T8" fmla="*/ 2147483646 w 135"/>
              <a:gd name="T9" fmla="*/ 2147483646 h 294"/>
              <a:gd name="T10" fmla="*/ 2147483646 w 135"/>
              <a:gd name="T11" fmla="*/ 2147483646 h 294"/>
              <a:gd name="T12" fmla="*/ 2147483646 w 135"/>
              <a:gd name="T13" fmla="*/ 2147483646 h 2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294">
                <a:moveTo>
                  <a:pt x="135" y="8"/>
                </a:moveTo>
                <a:lnTo>
                  <a:pt x="117" y="0"/>
                </a:lnTo>
                <a:lnTo>
                  <a:pt x="0" y="286"/>
                </a:lnTo>
                <a:lnTo>
                  <a:pt x="18" y="294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51" name="Freeform 42"/>
          <p:cNvSpPr>
            <a:spLocks/>
          </p:cNvSpPr>
          <p:nvPr/>
        </p:nvSpPr>
        <p:spPr bwMode="auto">
          <a:xfrm>
            <a:off x="7639050" y="4471988"/>
            <a:ext cx="285750" cy="454025"/>
          </a:xfrm>
          <a:custGeom>
            <a:avLst/>
            <a:gdLst>
              <a:gd name="T0" fmla="*/ 2147483646 w 180"/>
              <a:gd name="T1" fmla="*/ 2147483646 h 286"/>
              <a:gd name="T2" fmla="*/ 2147483646 w 180"/>
              <a:gd name="T3" fmla="*/ 0 h 286"/>
              <a:gd name="T4" fmla="*/ 0 w 180"/>
              <a:gd name="T5" fmla="*/ 2147483646 h 286"/>
              <a:gd name="T6" fmla="*/ 0 w 180"/>
              <a:gd name="T7" fmla="*/ 2147483646 h 286"/>
              <a:gd name="T8" fmla="*/ 2147483646 w 180"/>
              <a:gd name="T9" fmla="*/ 2147483646 h 286"/>
              <a:gd name="T10" fmla="*/ 2147483646 w 180"/>
              <a:gd name="T11" fmla="*/ 2147483646 h 286"/>
              <a:gd name="T12" fmla="*/ 2147483646 w 180"/>
              <a:gd name="T13" fmla="*/ 2147483646 h 2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0" h="286">
                <a:moveTo>
                  <a:pt x="180" y="8"/>
                </a:moveTo>
                <a:lnTo>
                  <a:pt x="162" y="0"/>
                </a:lnTo>
                <a:lnTo>
                  <a:pt x="0" y="278"/>
                </a:lnTo>
                <a:lnTo>
                  <a:pt x="18" y="286"/>
                </a:lnTo>
                <a:lnTo>
                  <a:pt x="18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52" name="Freeform 43"/>
          <p:cNvSpPr>
            <a:spLocks/>
          </p:cNvSpPr>
          <p:nvPr/>
        </p:nvSpPr>
        <p:spPr bwMode="auto">
          <a:xfrm>
            <a:off x="7481888" y="4913313"/>
            <a:ext cx="185737" cy="220662"/>
          </a:xfrm>
          <a:custGeom>
            <a:avLst/>
            <a:gdLst>
              <a:gd name="T0" fmla="*/ 2147483646 w 117"/>
              <a:gd name="T1" fmla="*/ 2147483646 h 139"/>
              <a:gd name="T2" fmla="*/ 2147483646 w 117"/>
              <a:gd name="T3" fmla="*/ 0 h 139"/>
              <a:gd name="T4" fmla="*/ 0 w 117"/>
              <a:gd name="T5" fmla="*/ 2147483646 h 139"/>
              <a:gd name="T6" fmla="*/ 0 w 117"/>
              <a:gd name="T7" fmla="*/ 2147483646 h 139"/>
              <a:gd name="T8" fmla="*/ 2147483646 w 117"/>
              <a:gd name="T9" fmla="*/ 2147483646 h 139"/>
              <a:gd name="T10" fmla="*/ 2147483646 w 117"/>
              <a:gd name="T11" fmla="*/ 2147483646 h 139"/>
              <a:gd name="T12" fmla="*/ 2147483646 w 117"/>
              <a:gd name="T13" fmla="*/ 2147483646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7" h="139">
                <a:moveTo>
                  <a:pt x="117" y="8"/>
                </a:moveTo>
                <a:lnTo>
                  <a:pt x="99" y="0"/>
                </a:lnTo>
                <a:lnTo>
                  <a:pt x="0" y="131"/>
                </a:lnTo>
                <a:lnTo>
                  <a:pt x="18" y="139"/>
                </a:lnTo>
                <a:lnTo>
                  <a:pt x="117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53" name="Freeform 44"/>
          <p:cNvSpPr>
            <a:spLocks/>
          </p:cNvSpPr>
          <p:nvPr/>
        </p:nvSpPr>
        <p:spPr bwMode="auto">
          <a:xfrm>
            <a:off x="7296150" y="5121275"/>
            <a:ext cx="214313" cy="206375"/>
          </a:xfrm>
          <a:custGeom>
            <a:avLst/>
            <a:gdLst>
              <a:gd name="T0" fmla="*/ 2147483646 w 135"/>
              <a:gd name="T1" fmla="*/ 2147483646 h 130"/>
              <a:gd name="T2" fmla="*/ 2147483646 w 135"/>
              <a:gd name="T3" fmla="*/ 0 h 130"/>
              <a:gd name="T4" fmla="*/ 0 w 135"/>
              <a:gd name="T5" fmla="*/ 2147483646 h 130"/>
              <a:gd name="T6" fmla="*/ 2147483646 w 135"/>
              <a:gd name="T7" fmla="*/ 2147483646 h 130"/>
              <a:gd name="T8" fmla="*/ 2147483646 w 135"/>
              <a:gd name="T9" fmla="*/ 2147483646 h 1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5" h="130">
                <a:moveTo>
                  <a:pt x="135" y="8"/>
                </a:moveTo>
                <a:lnTo>
                  <a:pt x="117" y="0"/>
                </a:lnTo>
                <a:lnTo>
                  <a:pt x="0" y="122"/>
                </a:lnTo>
                <a:lnTo>
                  <a:pt x="18" y="130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54" name="Freeform 45"/>
          <p:cNvSpPr>
            <a:spLocks/>
          </p:cNvSpPr>
          <p:nvPr/>
        </p:nvSpPr>
        <p:spPr bwMode="auto">
          <a:xfrm>
            <a:off x="1509713" y="3162300"/>
            <a:ext cx="28575" cy="26988"/>
          </a:xfrm>
          <a:custGeom>
            <a:avLst/>
            <a:gdLst>
              <a:gd name="T0" fmla="*/ 2147483646 w 18"/>
              <a:gd name="T1" fmla="*/ 2147483646 h 17"/>
              <a:gd name="T2" fmla="*/ 2147483646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0 h 17"/>
              <a:gd name="T10" fmla="*/ 2147483646 w 18"/>
              <a:gd name="T11" fmla="*/ 0 h 17"/>
              <a:gd name="T12" fmla="*/ 0 w 18"/>
              <a:gd name="T13" fmla="*/ 2147483646 h 17"/>
              <a:gd name="T14" fmla="*/ 0 w 18"/>
              <a:gd name="T15" fmla="*/ 2147483646 h 17"/>
              <a:gd name="T16" fmla="*/ 2147483646 w 18"/>
              <a:gd name="T17" fmla="*/ 2147483646 h 17"/>
              <a:gd name="T18" fmla="*/ 2147483646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7">
                <a:moveTo>
                  <a:pt x="9" y="17"/>
                </a:moveTo>
                <a:lnTo>
                  <a:pt x="9" y="17"/>
                </a:lnTo>
                <a:lnTo>
                  <a:pt x="18" y="17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0" y="17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55" name="Freeform 46"/>
          <p:cNvSpPr>
            <a:spLocks/>
          </p:cNvSpPr>
          <p:nvPr/>
        </p:nvSpPr>
        <p:spPr bwMode="auto">
          <a:xfrm>
            <a:off x="1409700" y="3162300"/>
            <a:ext cx="171450" cy="195263"/>
          </a:xfrm>
          <a:custGeom>
            <a:avLst/>
            <a:gdLst>
              <a:gd name="T0" fmla="*/ 2147483646 w 108"/>
              <a:gd name="T1" fmla="*/ 2147483646 h 123"/>
              <a:gd name="T2" fmla="*/ 2147483646 w 108"/>
              <a:gd name="T3" fmla="*/ 2147483646 h 123"/>
              <a:gd name="T4" fmla="*/ 0 w 108"/>
              <a:gd name="T5" fmla="*/ 2147483646 h 123"/>
              <a:gd name="T6" fmla="*/ 2147483646 w 108"/>
              <a:gd name="T7" fmla="*/ 0 h 123"/>
              <a:gd name="T8" fmla="*/ 2147483646 w 108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56" name="Freeform 47"/>
          <p:cNvSpPr>
            <a:spLocks/>
          </p:cNvSpPr>
          <p:nvPr/>
        </p:nvSpPr>
        <p:spPr bwMode="auto">
          <a:xfrm>
            <a:off x="1409700" y="3162300"/>
            <a:ext cx="171450" cy="195263"/>
          </a:xfrm>
          <a:custGeom>
            <a:avLst/>
            <a:gdLst>
              <a:gd name="T0" fmla="*/ 2147483646 w 108"/>
              <a:gd name="T1" fmla="*/ 2147483646 h 123"/>
              <a:gd name="T2" fmla="*/ 2147483646 w 108"/>
              <a:gd name="T3" fmla="*/ 2147483646 h 123"/>
              <a:gd name="T4" fmla="*/ 0 w 108"/>
              <a:gd name="T5" fmla="*/ 2147483646 h 123"/>
              <a:gd name="T6" fmla="*/ 2147483646 w 108"/>
              <a:gd name="T7" fmla="*/ 0 h 123"/>
              <a:gd name="T8" fmla="*/ 2147483646 w 108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57" name="Freeform 48"/>
          <p:cNvSpPr>
            <a:spLocks/>
          </p:cNvSpPr>
          <p:nvPr/>
        </p:nvSpPr>
        <p:spPr bwMode="auto">
          <a:xfrm>
            <a:off x="6753225" y="2514600"/>
            <a:ext cx="285750" cy="311150"/>
          </a:xfrm>
          <a:custGeom>
            <a:avLst/>
            <a:gdLst>
              <a:gd name="T0" fmla="*/ 2147483646 w 180"/>
              <a:gd name="T1" fmla="*/ 2147483646 h 196"/>
              <a:gd name="T2" fmla="*/ 2147483646 w 180"/>
              <a:gd name="T3" fmla="*/ 2147483646 h 196"/>
              <a:gd name="T4" fmla="*/ 2147483646 w 180"/>
              <a:gd name="T5" fmla="*/ 0 h 196"/>
              <a:gd name="T6" fmla="*/ 2147483646 w 180"/>
              <a:gd name="T7" fmla="*/ 0 h 196"/>
              <a:gd name="T8" fmla="*/ 0 w 180"/>
              <a:gd name="T9" fmla="*/ 2147483646 h 196"/>
              <a:gd name="T10" fmla="*/ 0 w 180"/>
              <a:gd name="T11" fmla="*/ 2147483646 h 196"/>
              <a:gd name="T12" fmla="*/ 2147483646 w 180"/>
              <a:gd name="T13" fmla="*/ 2147483646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0" h="196">
                <a:moveTo>
                  <a:pt x="162" y="196"/>
                </a:moveTo>
                <a:lnTo>
                  <a:pt x="180" y="188"/>
                </a:lnTo>
                <a:lnTo>
                  <a:pt x="18" y="0"/>
                </a:lnTo>
                <a:lnTo>
                  <a:pt x="0" y="8"/>
                </a:lnTo>
                <a:lnTo>
                  <a:pt x="162" y="19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58" name="Freeform 49"/>
          <p:cNvSpPr>
            <a:spLocks/>
          </p:cNvSpPr>
          <p:nvPr/>
        </p:nvSpPr>
        <p:spPr bwMode="auto">
          <a:xfrm>
            <a:off x="6467475" y="2228850"/>
            <a:ext cx="314325" cy="298450"/>
          </a:xfrm>
          <a:custGeom>
            <a:avLst/>
            <a:gdLst>
              <a:gd name="T0" fmla="*/ 2147483646 w 198"/>
              <a:gd name="T1" fmla="*/ 2147483646 h 188"/>
              <a:gd name="T2" fmla="*/ 2147483646 w 198"/>
              <a:gd name="T3" fmla="*/ 2147483646 h 188"/>
              <a:gd name="T4" fmla="*/ 2147483646 w 198"/>
              <a:gd name="T5" fmla="*/ 2147483646 h 188"/>
              <a:gd name="T6" fmla="*/ 2147483646 w 198"/>
              <a:gd name="T7" fmla="*/ 0 h 188"/>
              <a:gd name="T8" fmla="*/ 2147483646 w 198"/>
              <a:gd name="T9" fmla="*/ 2147483646 h 188"/>
              <a:gd name="T10" fmla="*/ 0 w 198"/>
              <a:gd name="T11" fmla="*/ 2147483646 h 188"/>
              <a:gd name="T12" fmla="*/ 2147483646 w 198"/>
              <a:gd name="T13" fmla="*/ 2147483646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8" h="188">
                <a:moveTo>
                  <a:pt x="180" y="188"/>
                </a:moveTo>
                <a:lnTo>
                  <a:pt x="198" y="180"/>
                </a:lnTo>
                <a:lnTo>
                  <a:pt x="18" y="8"/>
                </a:lnTo>
                <a:lnTo>
                  <a:pt x="18" y="0"/>
                </a:lnTo>
                <a:lnTo>
                  <a:pt x="9" y="16"/>
                </a:lnTo>
                <a:lnTo>
                  <a:pt x="0" y="16"/>
                </a:lnTo>
                <a:lnTo>
                  <a:pt x="18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59" name="Freeform 50"/>
          <p:cNvSpPr>
            <a:spLocks/>
          </p:cNvSpPr>
          <p:nvPr/>
        </p:nvSpPr>
        <p:spPr bwMode="auto">
          <a:xfrm>
            <a:off x="6153150" y="2020888"/>
            <a:ext cx="342900" cy="233362"/>
          </a:xfrm>
          <a:custGeom>
            <a:avLst/>
            <a:gdLst>
              <a:gd name="T0" fmla="*/ 2147483646 w 216"/>
              <a:gd name="T1" fmla="*/ 2147483646 h 147"/>
              <a:gd name="T2" fmla="*/ 2147483646 w 216"/>
              <a:gd name="T3" fmla="*/ 2147483646 h 147"/>
              <a:gd name="T4" fmla="*/ 2147483646 w 216"/>
              <a:gd name="T5" fmla="*/ 0 h 147"/>
              <a:gd name="T6" fmla="*/ 2147483646 w 216"/>
              <a:gd name="T7" fmla="*/ 0 h 147"/>
              <a:gd name="T8" fmla="*/ 0 w 216"/>
              <a:gd name="T9" fmla="*/ 2147483646 h 147"/>
              <a:gd name="T10" fmla="*/ 0 w 216"/>
              <a:gd name="T11" fmla="*/ 2147483646 h 147"/>
              <a:gd name="T12" fmla="*/ 2147483646 w 216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147">
                <a:moveTo>
                  <a:pt x="207" y="147"/>
                </a:moveTo>
                <a:lnTo>
                  <a:pt x="216" y="131"/>
                </a:lnTo>
                <a:lnTo>
                  <a:pt x="9" y="0"/>
                </a:lnTo>
                <a:lnTo>
                  <a:pt x="0" y="17"/>
                </a:lnTo>
                <a:lnTo>
                  <a:pt x="207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60" name="Freeform 51"/>
          <p:cNvSpPr>
            <a:spLocks/>
          </p:cNvSpPr>
          <p:nvPr/>
        </p:nvSpPr>
        <p:spPr bwMode="auto">
          <a:xfrm>
            <a:off x="5810250" y="1839913"/>
            <a:ext cx="357188" cy="207962"/>
          </a:xfrm>
          <a:custGeom>
            <a:avLst/>
            <a:gdLst>
              <a:gd name="T0" fmla="*/ 2147483646 w 225"/>
              <a:gd name="T1" fmla="*/ 2147483646 h 131"/>
              <a:gd name="T2" fmla="*/ 2147483646 w 225"/>
              <a:gd name="T3" fmla="*/ 2147483646 h 131"/>
              <a:gd name="T4" fmla="*/ 2147483646 w 225"/>
              <a:gd name="T5" fmla="*/ 0 h 131"/>
              <a:gd name="T6" fmla="*/ 2147483646 w 225"/>
              <a:gd name="T7" fmla="*/ 0 h 131"/>
              <a:gd name="T8" fmla="*/ 0 w 225"/>
              <a:gd name="T9" fmla="*/ 2147483646 h 131"/>
              <a:gd name="T10" fmla="*/ 0 w 225"/>
              <a:gd name="T11" fmla="*/ 2147483646 h 131"/>
              <a:gd name="T12" fmla="*/ 2147483646 w 225"/>
              <a:gd name="T13" fmla="*/ 2147483646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131">
                <a:moveTo>
                  <a:pt x="216" y="131"/>
                </a:moveTo>
                <a:lnTo>
                  <a:pt x="225" y="114"/>
                </a:lnTo>
                <a:lnTo>
                  <a:pt x="9" y="0"/>
                </a:lnTo>
                <a:lnTo>
                  <a:pt x="0" y="16"/>
                </a:lnTo>
                <a:lnTo>
                  <a:pt x="216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61" name="Freeform 52"/>
          <p:cNvSpPr>
            <a:spLocks/>
          </p:cNvSpPr>
          <p:nvPr/>
        </p:nvSpPr>
        <p:spPr bwMode="auto">
          <a:xfrm>
            <a:off x="5424488" y="1724025"/>
            <a:ext cx="400050" cy="141288"/>
          </a:xfrm>
          <a:custGeom>
            <a:avLst/>
            <a:gdLst>
              <a:gd name="T0" fmla="*/ 2147483646 w 252"/>
              <a:gd name="T1" fmla="*/ 2147483646 h 89"/>
              <a:gd name="T2" fmla="*/ 2147483646 w 252"/>
              <a:gd name="T3" fmla="*/ 2147483646 h 89"/>
              <a:gd name="T4" fmla="*/ 2147483646 w 252"/>
              <a:gd name="T5" fmla="*/ 0 h 89"/>
              <a:gd name="T6" fmla="*/ 0 w 252"/>
              <a:gd name="T7" fmla="*/ 0 h 89"/>
              <a:gd name="T8" fmla="*/ 0 w 252"/>
              <a:gd name="T9" fmla="*/ 2147483646 h 89"/>
              <a:gd name="T10" fmla="*/ 0 w 252"/>
              <a:gd name="T11" fmla="*/ 2147483646 h 89"/>
              <a:gd name="T12" fmla="*/ 2147483646 w 252"/>
              <a:gd name="T13" fmla="*/ 2147483646 h 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2" h="89">
                <a:moveTo>
                  <a:pt x="243" y="89"/>
                </a:moveTo>
                <a:lnTo>
                  <a:pt x="252" y="73"/>
                </a:lnTo>
                <a:lnTo>
                  <a:pt x="9" y="0"/>
                </a:lnTo>
                <a:lnTo>
                  <a:pt x="0" y="0"/>
                </a:lnTo>
                <a:lnTo>
                  <a:pt x="0" y="16"/>
                </a:lnTo>
                <a:lnTo>
                  <a:pt x="243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62" name="Freeform 53"/>
          <p:cNvSpPr>
            <a:spLocks/>
          </p:cNvSpPr>
          <p:nvPr/>
        </p:nvSpPr>
        <p:spPr bwMode="auto">
          <a:xfrm>
            <a:off x="5010150" y="1646238"/>
            <a:ext cx="414338" cy="103187"/>
          </a:xfrm>
          <a:custGeom>
            <a:avLst/>
            <a:gdLst>
              <a:gd name="T0" fmla="*/ 2147483646 w 261"/>
              <a:gd name="T1" fmla="*/ 2147483646 h 65"/>
              <a:gd name="T2" fmla="*/ 2147483646 w 261"/>
              <a:gd name="T3" fmla="*/ 2147483646 h 65"/>
              <a:gd name="T4" fmla="*/ 0 w 261"/>
              <a:gd name="T5" fmla="*/ 0 h 65"/>
              <a:gd name="T6" fmla="*/ 0 w 261"/>
              <a:gd name="T7" fmla="*/ 0 h 65"/>
              <a:gd name="T8" fmla="*/ 0 w 261"/>
              <a:gd name="T9" fmla="*/ 2147483646 h 65"/>
              <a:gd name="T10" fmla="*/ 0 w 261"/>
              <a:gd name="T11" fmla="*/ 2147483646 h 65"/>
              <a:gd name="T12" fmla="*/ 2147483646 w 261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61" h="65">
                <a:moveTo>
                  <a:pt x="261" y="65"/>
                </a:moveTo>
                <a:lnTo>
                  <a:pt x="261" y="49"/>
                </a:lnTo>
                <a:lnTo>
                  <a:pt x="0" y="0"/>
                </a:lnTo>
                <a:lnTo>
                  <a:pt x="0" y="16"/>
                </a:lnTo>
                <a:lnTo>
                  <a:pt x="261" y="6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63" name="Freeform 54"/>
          <p:cNvSpPr>
            <a:spLocks/>
          </p:cNvSpPr>
          <p:nvPr/>
        </p:nvSpPr>
        <p:spPr bwMode="auto">
          <a:xfrm>
            <a:off x="4567238" y="1631950"/>
            <a:ext cx="442912" cy="39688"/>
          </a:xfrm>
          <a:custGeom>
            <a:avLst/>
            <a:gdLst>
              <a:gd name="T0" fmla="*/ 2147483646 w 279"/>
              <a:gd name="T1" fmla="*/ 2147483646 h 25"/>
              <a:gd name="T2" fmla="*/ 2147483646 w 279"/>
              <a:gd name="T3" fmla="*/ 2147483646 h 25"/>
              <a:gd name="T4" fmla="*/ 0 w 279"/>
              <a:gd name="T5" fmla="*/ 0 h 25"/>
              <a:gd name="T6" fmla="*/ 0 w 279"/>
              <a:gd name="T7" fmla="*/ 0 h 25"/>
              <a:gd name="T8" fmla="*/ 0 w 279"/>
              <a:gd name="T9" fmla="*/ 2147483646 h 25"/>
              <a:gd name="T10" fmla="*/ 0 w 279"/>
              <a:gd name="T11" fmla="*/ 2147483646 h 25"/>
              <a:gd name="T12" fmla="*/ 2147483646 w 279"/>
              <a:gd name="T13" fmla="*/ 2147483646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9" h="25">
                <a:moveTo>
                  <a:pt x="279" y="25"/>
                </a:moveTo>
                <a:lnTo>
                  <a:pt x="279" y="9"/>
                </a:lnTo>
                <a:lnTo>
                  <a:pt x="0" y="0"/>
                </a:lnTo>
                <a:lnTo>
                  <a:pt x="0" y="17"/>
                </a:lnTo>
                <a:lnTo>
                  <a:pt x="279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64" name="Freeform 55"/>
          <p:cNvSpPr>
            <a:spLocks/>
          </p:cNvSpPr>
          <p:nvPr/>
        </p:nvSpPr>
        <p:spPr bwMode="auto">
          <a:xfrm>
            <a:off x="4110038" y="1631950"/>
            <a:ext cx="457200" cy="65088"/>
          </a:xfrm>
          <a:custGeom>
            <a:avLst/>
            <a:gdLst>
              <a:gd name="T0" fmla="*/ 2147483646 w 288"/>
              <a:gd name="T1" fmla="*/ 2147483646 h 41"/>
              <a:gd name="T2" fmla="*/ 2147483646 w 288"/>
              <a:gd name="T3" fmla="*/ 0 h 41"/>
              <a:gd name="T4" fmla="*/ 0 w 288"/>
              <a:gd name="T5" fmla="*/ 2147483646 h 41"/>
              <a:gd name="T6" fmla="*/ 0 w 288"/>
              <a:gd name="T7" fmla="*/ 2147483646 h 41"/>
              <a:gd name="T8" fmla="*/ 0 w 288"/>
              <a:gd name="T9" fmla="*/ 2147483646 h 41"/>
              <a:gd name="T10" fmla="*/ 0 w 288"/>
              <a:gd name="T11" fmla="*/ 2147483646 h 41"/>
              <a:gd name="T12" fmla="*/ 2147483646 w 288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88" h="41">
                <a:moveTo>
                  <a:pt x="288" y="17"/>
                </a:moveTo>
                <a:lnTo>
                  <a:pt x="288" y="0"/>
                </a:lnTo>
                <a:lnTo>
                  <a:pt x="0" y="25"/>
                </a:lnTo>
                <a:lnTo>
                  <a:pt x="0" y="41"/>
                </a:lnTo>
                <a:lnTo>
                  <a:pt x="288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65" name="Freeform 56"/>
          <p:cNvSpPr>
            <a:spLocks/>
          </p:cNvSpPr>
          <p:nvPr/>
        </p:nvSpPr>
        <p:spPr bwMode="auto">
          <a:xfrm>
            <a:off x="3638550" y="1671638"/>
            <a:ext cx="471488" cy="103187"/>
          </a:xfrm>
          <a:custGeom>
            <a:avLst/>
            <a:gdLst>
              <a:gd name="T0" fmla="*/ 2147483646 w 297"/>
              <a:gd name="T1" fmla="*/ 2147483646 h 65"/>
              <a:gd name="T2" fmla="*/ 2147483646 w 297"/>
              <a:gd name="T3" fmla="*/ 0 h 65"/>
              <a:gd name="T4" fmla="*/ 0 w 297"/>
              <a:gd name="T5" fmla="*/ 2147483646 h 65"/>
              <a:gd name="T6" fmla="*/ 0 w 297"/>
              <a:gd name="T7" fmla="*/ 2147483646 h 65"/>
              <a:gd name="T8" fmla="*/ 2147483646 w 297"/>
              <a:gd name="T9" fmla="*/ 2147483646 h 65"/>
              <a:gd name="T10" fmla="*/ 0 w 297"/>
              <a:gd name="T11" fmla="*/ 2147483646 h 65"/>
              <a:gd name="T12" fmla="*/ 2147483646 w 297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97" h="65">
                <a:moveTo>
                  <a:pt x="297" y="16"/>
                </a:moveTo>
                <a:lnTo>
                  <a:pt x="297" y="0"/>
                </a:lnTo>
                <a:lnTo>
                  <a:pt x="0" y="49"/>
                </a:lnTo>
                <a:lnTo>
                  <a:pt x="9" y="65"/>
                </a:lnTo>
                <a:lnTo>
                  <a:pt x="0" y="65"/>
                </a:lnTo>
                <a:lnTo>
                  <a:pt x="297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66" name="Freeform 57"/>
          <p:cNvSpPr>
            <a:spLocks/>
          </p:cNvSpPr>
          <p:nvPr/>
        </p:nvSpPr>
        <p:spPr bwMode="auto">
          <a:xfrm>
            <a:off x="3224213" y="1749425"/>
            <a:ext cx="428625" cy="130175"/>
          </a:xfrm>
          <a:custGeom>
            <a:avLst/>
            <a:gdLst>
              <a:gd name="T0" fmla="*/ 2147483646 w 270"/>
              <a:gd name="T1" fmla="*/ 2147483646 h 82"/>
              <a:gd name="T2" fmla="*/ 2147483646 w 270"/>
              <a:gd name="T3" fmla="*/ 0 h 82"/>
              <a:gd name="T4" fmla="*/ 0 w 270"/>
              <a:gd name="T5" fmla="*/ 2147483646 h 82"/>
              <a:gd name="T6" fmla="*/ 0 w 270"/>
              <a:gd name="T7" fmla="*/ 2147483646 h 82"/>
              <a:gd name="T8" fmla="*/ 2147483646 w 270"/>
              <a:gd name="T9" fmla="*/ 2147483646 h 82"/>
              <a:gd name="T10" fmla="*/ 2147483646 w 270"/>
              <a:gd name="T11" fmla="*/ 2147483646 h 82"/>
              <a:gd name="T12" fmla="*/ 2147483646 w 270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0" h="82">
                <a:moveTo>
                  <a:pt x="270" y="16"/>
                </a:moveTo>
                <a:lnTo>
                  <a:pt x="261" y="0"/>
                </a:lnTo>
                <a:lnTo>
                  <a:pt x="0" y="65"/>
                </a:lnTo>
                <a:lnTo>
                  <a:pt x="9" y="82"/>
                </a:lnTo>
                <a:lnTo>
                  <a:pt x="27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67" name="Freeform 58"/>
          <p:cNvSpPr>
            <a:spLocks/>
          </p:cNvSpPr>
          <p:nvPr/>
        </p:nvSpPr>
        <p:spPr bwMode="auto">
          <a:xfrm>
            <a:off x="2852738" y="1852613"/>
            <a:ext cx="385762" cy="168275"/>
          </a:xfrm>
          <a:custGeom>
            <a:avLst/>
            <a:gdLst>
              <a:gd name="T0" fmla="*/ 2147483646 w 243"/>
              <a:gd name="T1" fmla="*/ 2147483646 h 106"/>
              <a:gd name="T2" fmla="*/ 2147483646 w 243"/>
              <a:gd name="T3" fmla="*/ 0 h 106"/>
              <a:gd name="T4" fmla="*/ 0 w 243"/>
              <a:gd name="T5" fmla="*/ 2147483646 h 106"/>
              <a:gd name="T6" fmla="*/ 0 w 243"/>
              <a:gd name="T7" fmla="*/ 2147483646 h 106"/>
              <a:gd name="T8" fmla="*/ 2147483646 w 243"/>
              <a:gd name="T9" fmla="*/ 2147483646 h 106"/>
              <a:gd name="T10" fmla="*/ 2147483646 w 243"/>
              <a:gd name="T11" fmla="*/ 2147483646 h 106"/>
              <a:gd name="T12" fmla="*/ 2147483646 w 243"/>
              <a:gd name="T13" fmla="*/ 2147483646 h 1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" h="106">
                <a:moveTo>
                  <a:pt x="243" y="17"/>
                </a:moveTo>
                <a:lnTo>
                  <a:pt x="234" y="0"/>
                </a:lnTo>
                <a:lnTo>
                  <a:pt x="0" y="90"/>
                </a:lnTo>
                <a:lnTo>
                  <a:pt x="9" y="106"/>
                </a:lnTo>
                <a:lnTo>
                  <a:pt x="243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68" name="Freeform 59"/>
          <p:cNvSpPr>
            <a:spLocks/>
          </p:cNvSpPr>
          <p:nvPr/>
        </p:nvSpPr>
        <p:spPr bwMode="auto">
          <a:xfrm>
            <a:off x="2524125" y="1995488"/>
            <a:ext cx="342900" cy="195262"/>
          </a:xfrm>
          <a:custGeom>
            <a:avLst/>
            <a:gdLst>
              <a:gd name="T0" fmla="*/ 2147483646 w 216"/>
              <a:gd name="T1" fmla="*/ 2147483646 h 123"/>
              <a:gd name="T2" fmla="*/ 2147483646 w 216"/>
              <a:gd name="T3" fmla="*/ 0 h 123"/>
              <a:gd name="T4" fmla="*/ 0 w 216"/>
              <a:gd name="T5" fmla="*/ 2147483646 h 123"/>
              <a:gd name="T6" fmla="*/ 0 w 216"/>
              <a:gd name="T7" fmla="*/ 2147483646 h 123"/>
              <a:gd name="T8" fmla="*/ 2147483646 w 216"/>
              <a:gd name="T9" fmla="*/ 2147483646 h 123"/>
              <a:gd name="T10" fmla="*/ 2147483646 w 216"/>
              <a:gd name="T11" fmla="*/ 2147483646 h 123"/>
              <a:gd name="T12" fmla="*/ 2147483646 w 216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123">
                <a:moveTo>
                  <a:pt x="216" y="16"/>
                </a:moveTo>
                <a:lnTo>
                  <a:pt x="207" y="0"/>
                </a:lnTo>
                <a:lnTo>
                  <a:pt x="0" y="106"/>
                </a:lnTo>
                <a:lnTo>
                  <a:pt x="9" y="123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69" name="Freeform 60"/>
          <p:cNvSpPr>
            <a:spLocks/>
          </p:cNvSpPr>
          <p:nvPr/>
        </p:nvSpPr>
        <p:spPr bwMode="auto">
          <a:xfrm>
            <a:off x="2238375" y="2163763"/>
            <a:ext cx="300038" cy="233362"/>
          </a:xfrm>
          <a:custGeom>
            <a:avLst/>
            <a:gdLst>
              <a:gd name="T0" fmla="*/ 2147483646 w 189"/>
              <a:gd name="T1" fmla="*/ 2147483646 h 147"/>
              <a:gd name="T2" fmla="*/ 2147483646 w 189"/>
              <a:gd name="T3" fmla="*/ 0 h 147"/>
              <a:gd name="T4" fmla="*/ 0 w 189"/>
              <a:gd name="T5" fmla="*/ 2147483646 h 147"/>
              <a:gd name="T6" fmla="*/ 0 w 189"/>
              <a:gd name="T7" fmla="*/ 2147483646 h 147"/>
              <a:gd name="T8" fmla="*/ 2147483646 w 189"/>
              <a:gd name="T9" fmla="*/ 2147483646 h 147"/>
              <a:gd name="T10" fmla="*/ 2147483646 w 189"/>
              <a:gd name="T11" fmla="*/ 2147483646 h 147"/>
              <a:gd name="T12" fmla="*/ 2147483646 w 189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47">
                <a:moveTo>
                  <a:pt x="189" y="17"/>
                </a:moveTo>
                <a:lnTo>
                  <a:pt x="180" y="0"/>
                </a:lnTo>
                <a:lnTo>
                  <a:pt x="0" y="131"/>
                </a:lnTo>
                <a:lnTo>
                  <a:pt x="9" y="147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70" name="Freeform 61"/>
          <p:cNvSpPr>
            <a:spLocks/>
          </p:cNvSpPr>
          <p:nvPr/>
        </p:nvSpPr>
        <p:spPr bwMode="auto">
          <a:xfrm>
            <a:off x="1952625" y="2371725"/>
            <a:ext cx="300038" cy="258763"/>
          </a:xfrm>
          <a:custGeom>
            <a:avLst/>
            <a:gdLst>
              <a:gd name="T0" fmla="*/ 2147483646 w 189"/>
              <a:gd name="T1" fmla="*/ 2147483646 h 163"/>
              <a:gd name="T2" fmla="*/ 2147483646 w 189"/>
              <a:gd name="T3" fmla="*/ 0 h 163"/>
              <a:gd name="T4" fmla="*/ 2147483646 w 189"/>
              <a:gd name="T5" fmla="*/ 2147483646 h 163"/>
              <a:gd name="T6" fmla="*/ 0 w 189"/>
              <a:gd name="T7" fmla="*/ 2147483646 h 163"/>
              <a:gd name="T8" fmla="*/ 2147483646 w 189"/>
              <a:gd name="T9" fmla="*/ 2147483646 h 163"/>
              <a:gd name="T10" fmla="*/ 2147483646 w 189"/>
              <a:gd name="T11" fmla="*/ 2147483646 h 163"/>
              <a:gd name="T12" fmla="*/ 2147483646 w 189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9" y="147"/>
                </a:lnTo>
                <a:lnTo>
                  <a:pt x="0" y="155"/>
                </a:lnTo>
                <a:lnTo>
                  <a:pt x="18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71" name="Freeform 62"/>
          <p:cNvSpPr>
            <a:spLocks/>
          </p:cNvSpPr>
          <p:nvPr/>
        </p:nvSpPr>
        <p:spPr bwMode="auto">
          <a:xfrm>
            <a:off x="1724025" y="2617788"/>
            <a:ext cx="257175" cy="273050"/>
          </a:xfrm>
          <a:custGeom>
            <a:avLst/>
            <a:gdLst>
              <a:gd name="T0" fmla="*/ 2147483646 w 162"/>
              <a:gd name="T1" fmla="*/ 2147483646 h 172"/>
              <a:gd name="T2" fmla="*/ 2147483646 w 162"/>
              <a:gd name="T3" fmla="*/ 0 h 172"/>
              <a:gd name="T4" fmla="*/ 0 w 162"/>
              <a:gd name="T5" fmla="*/ 2147483646 h 172"/>
              <a:gd name="T6" fmla="*/ 0 w 162"/>
              <a:gd name="T7" fmla="*/ 2147483646 h 172"/>
              <a:gd name="T8" fmla="*/ 2147483646 w 162"/>
              <a:gd name="T9" fmla="*/ 2147483646 h 172"/>
              <a:gd name="T10" fmla="*/ 2147483646 w 162"/>
              <a:gd name="T11" fmla="*/ 2147483646 h 172"/>
              <a:gd name="T12" fmla="*/ 2147483646 w 162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3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72" name="Freeform 63"/>
          <p:cNvSpPr>
            <a:spLocks/>
          </p:cNvSpPr>
          <p:nvPr/>
        </p:nvSpPr>
        <p:spPr bwMode="auto">
          <a:xfrm>
            <a:off x="1509713" y="2876550"/>
            <a:ext cx="242887" cy="312738"/>
          </a:xfrm>
          <a:custGeom>
            <a:avLst/>
            <a:gdLst>
              <a:gd name="T0" fmla="*/ 2147483646 w 153"/>
              <a:gd name="T1" fmla="*/ 2147483646 h 197"/>
              <a:gd name="T2" fmla="*/ 2147483646 w 153"/>
              <a:gd name="T3" fmla="*/ 0 h 197"/>
              <a:gd name="T4" fmla="*/ 0 w 153"/>
              <a:gd name="T5" fmla="*/ 2147483646 h 197"/>
              <a:gd name="T6" fmla="*/ 2147483646 w 153"/>
              <a:gd name="T7" fmla="*/ 2147483646 h 197"/>
              <a:gd name="T8" fmla="*/ 2147483646 w 153"/>
              <a:gd name="T9" fmla="*/ 2147483646 h 1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3" h="197">
                <a:moveTo>
                  <a:pt x="153" y="9"/>
                </a:moveTo>
                <a:lnTo>
                  <a:pt x="135" y="0"/>
                </a:lnTo>
                <a:lnTo>
                  <a:pt x="0" y="188"/>
                </a:lnTo>
                <a:lnTo>
                  <a:pt x="18" y="197"/>
                </a:lnTo>
                <a:lnTo>
                  <a:pt x="153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73" name="Freeform 64"/>
          <p:cNvSpPr>
            <a:spLocks/>
          </p:cNvSpPr>
          <p:nvPr/>
        </p:nvSpPr>
        <p:spPr bwMode="auto">
          <a:xfrm>
            <a:off x="7539038" y="2138363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2147483646 w 18"/>
              <a:gd name="T3" fmla="*/ 0 h 16"/>
              <a:gd name="T4" fmla="*/ 0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2147483646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9" y="0"/>
                </a:moveTo>
                <a:lnTo>
                  <a:pt x="9" y="0"/>
                </a:ln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74" name="Freeform 65"/>
          <p:cNvSpPr>
            <a:spLocks/>
          </p:cNvSpPr>
          <p:nvPr/>
        </p:nvSpPr>
        <p:spPr bwMode="auto">
          <a:xfrm>
            <a:off x="7496175" y="1943100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75" name="Freeform 66"/>
          <p:cNvSpPr>
            <a:spLocks/>
          </p:cNvSpPr>
          <p:nvPr/>
        </p:nvSpPr>
        <p:spPr bwMode="auto">
          <a:xfrm>
            <a:off x="7496175" y="1943100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76" name="Freeform 67"/>
          <p:cNvSpPr>
            <a:spLocks/>
          </p:cNvSpPr>
          <p:nvPr/>
        </p:nvSpPr>
        <p:spPr bwMode="auto">
          <a:xfrm>
            <a:off x="7096125" y="2695575"/>
            <a:ext cx="200025" cy="180975"/>
          </a:xfrm>
          <a:custGeom>
            <a:avLst/>
            <a:gdLst>
              <a:gd name="T0" fmla="*/ 0 w 126"/>
              <a:gd name="T1" fmla="*/ 2147483646 h 114"/>
              <a:gd name="T2" fmla="*/ 2147483646 w 126"/>
              <a:gd name="T3" fmla="*/ 2147483646 h 114"/>
              <a:gd name="T4" fmla="*/ 2147483646 w 126"/>
              <a:gd name="T5" fmla="*/ 2147483646 h 114"/>
              <a:gd name="T6" fmla="*/ 2147483646 w 126"/>
              <a:gd name="T7" fmla="*/ 2147483646 h 114"/>
              <a:gd name="T8" fmla="*/ 2147483646 w 126"/>
              <a:gd name="T9" fmla="*/ 0 h 114"/>
              <a:gd name="T10" fmla="*/ 2147483646 w 126"/>
              <a:gd name="T11" fmla="*/ 0 h 114"/>
              <a:gd name="T12" fmla="*/ 0 w 126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" h="114">
                <a:moveTo>
                  <a:pt x="0" y="106"/>
                </a:moveTo>
                <a:lnTo>
                  <a:pt x="18" y="114"/>
                </a:lnTo>
                <a:lnTo>
                  <a:pt x="126" y="8"/>
                </a:lnTo>
                <a:lnTo>
                  <a:pt x="10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77" name="Freeform 68"/>
          <p:cNvSpPr>
            <a:spLocks/>
          </p:cNvSpPr>
          <p:nvPr/>
        </p:nvSpPr>
        <p:spPr bwMode="auto">
          <a:xfrm>
            <a:off x="7267575" y="2514600"/>
            <a:ext cx="171450" cy="193675"/>
          </a:xfrm>
          <a:custGeom>
            <a:avLst/>
            <a:gdLst>
              <a:gd name="T0" fmla="*/ 0 w 108"/>
              <a:gd name="T1" fmla="*/ 2147483646 h 122"/>
              <a:gd name="T2" fmla="*/ 2147483646 w 108"/>
              <a:gd name="T3" fmla="*/ 2147483646 h 122"/>
              <a:gd name="T4" fmla="*/ 2147483646 w 108"/>
              <a:gd name="T5" fmla="*/ 2147483646 h 122"/>
              <a:gd name="T6" fmla="*/ 2147483646 w 108"/>
              <a:gd name="T7" fmla="*/ 2147483646 h 122"/>
              <a:gd name="T8" fmla="*/ 2147483646 w 108"/>
              <a:gd name="T9" fmla="*/ 0 h 122"/>
              <a:gd name="T10" fmla="*/ 2147483646 w 108"/>
              <a:gd name="T11" fmla="*/ 0 h 122"/>
              <a:gd name="T12" fmla="*/ 0 w 108"/>
              <a:gd name="T13" fmla="*/ 2147483646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8" h="122">
                <a:moveTo>
                  <a:pt x="0" y="114"/>
                </a:moveTo>
                <a:lnTo>
                  <a:pt x="18" y="122"/>
                </a:lnTo>
                <a:lnTo>
                  <a:pt x="108" y="8"/>
                </a:lnTo>
                <a:lnTo>
                  <a:pt x="9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78" name="Freeform 69"/>
          <p:cNvSpPr>
            <a:spLocks/>
          </p:cNvSpPr>
          <p:nvPr/>
        </p:nvSpPr>
        <p:spPr bwMode="auto">
          <a:xfrm>
            <a:off x="7410450" y="2332038"/>
            <a:ext cx="128588" cy="195262"/>
          </a:xfrm>
          <a:custGeom>
            <a:avLst/>
            <a:gdLst>
              <a:gd name="T0" fmla="*/ 0 w 81"/>
              <a:gd name="T1" fmla="*/ 2147483646 h 123"/>
              <a:gd name="T2" fmla="*/ 2147483646 w 81"/>
              <a:gd name="T3" fmla="*/ 2147483646 h 123"/>
              <a:gd name="T4" fmla="*/ 2147483646 w 81"/>
              <a:gd name="T5" fmla="*/ 2147483646 h 123"/>
              <a:gd name="T6" fmla="*/ 2147483646 w 81"/>
              <a:gd name="T7" fmla="*/ 0 h 123"/>
              <a:gd name="T8" fmla="*/ 2147483646 w 81"/>
              <a:gd name="T9" fmla="*/ 0 h 123"/>
              <a:gd name="T10" fmla="*/ 2147483646 w 81"/>
              <a:gd name="T11" fmla="*/ 0 h 123"/>
              <a:gd name="T12" fmla="*/ 0 w 81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1" h="123">
                <a:moveTo>
                  <a:pt x="0" y="115"/>
                </a:moveTo>
                <a:lnTo>
                  <a:pt x="18" y="123"/>
                </a:lnTo>
                <a:lnTo>
                  <a:pt x="81" y="9"/>
                </a:lnTo>
                <a:lnTo>
                  <a:pt x="81" y="0"/>
                </a:lnTo>
                <a:lnTo>
                  <a:pt x="63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79" name="Freeform 70"/>
          <p:cNvSpPr>
            <a:spLocks/>
          </p:cNvSpPr>
          <p:nvPr/>
        </p:nvSpPr>
        <p:spPr bwMode="auto">
          <a:xfrm>
            <a:off x="7510463" y="2138363"/>
            <a:ext cx="57150" cy="193675"/>
          </a:xfrm>
          <a:custGeom>
            <a:avLst/>
            <a:gdLst>
              <a:gd name="T0" fmla="*/ 0 w 36"/>
              <a:gd name="T1" fmla="*/ 2147483646 h 122"/>
              <a:gd name="T2" fmla="*/ 2147483646 w 36"/>
              <a:gd name="T3" fmla="*/ 2147483646 h 122"/>
              <a:gd name="T4" fmla="*/ 2147483646 w 36"/>
              <a:gd name="T5" fmla="*/ 0 h 122"/>
              <a:gd name="T6" fmla="*/ 2147483646 w 36"/>
              <a:gd name="T7" fmla="*/ 0 h 122"/>
              <a:gd name="T8" fmla="*/ 0 w 36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" h="122">
                <a:moveTo>
                  <a:pt x="0" y="122"/>
                </a:moveTo>
                <a:lnTo>
                  <a:pt x="18" y="122"/>
                </a:lnTo>
                <a:lnTo>
                  <a:pt x="36" y="0"/>
                </a:lnTo>
                <a:lnTo>
                  <a:pt x="18" y="0"/>
                </a:lnTo>
                <a:lnTo>
                  <a:pt x="0" y="1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80" name="Freeform 71"/>
          <p:cNvSpPr>
            <a:spLocks/>
          </p:cNvSpPr>
          <p:nvPr/>
        </p:nvSpPr>
        <p:spPr bwMode="auto">
          <a:xfrm>
            <a:off x="7010400" y="2359025"/>
            <a:ext cx="28575" cy="25400"/>
          </a:xfrm>
          <a:custGeom>
            <a:avLst/>
            <a:gdLst>
              <a:gd name="T0" fmla="*/ 2147483646 w 18"/>
              <a:gd name="T1" fmla="*/ 2147483646 h 16"/>
              <a:gd name="T2" fmla="*/ 2147483646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0 h 16"/>
              <a:gd name="T8" fmla="*/ 2147483646 w 18"/>
              <a:gd name="T9" fmla="*/ 0 h 16"/>
              <a:gd name="T10" fmla="*/ 2147483646 w 18"/>
              <a:gd name="T11" fmla="*/ 0 h 16"/>
              <a:gd name="T12" fmla="*/ 0 w 18"/>
              <a:gd name="T13" fmla="*/ 2147483646 h 16"/>
              <a:gd name="T14" fmla="*/ 2147483646 w 18"/>
              <a:gd name="T15" fmla="*/ 2147483646 h 16"/>
              <a:gd name="T16" fmla="*/ 2147483646 w 18"/>
              <a:gd name="T17" fmla="*/ 2147483646 h 16"/>
              <a:gd name="T18" fmla="*/ 2147483646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9" y="16"/>
                </a:move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81" name="Freeform 72"/>
          <p:cNvSpPr>
            <a:spLocks/>
          </p:cNvSpPr>
          <p:nvPr/>
        </p:nvSpPr>
        <p:spPr bwMode="auto">
          <a:xfrm>
            <a:off x="6967538" y="2384425"/>
            <a:ext cx="128587" cy="195263"/>
          </a:xfrm>
          <a:custGeom>
            <a:avLst/>
            <a:gdLst>
              <a:gd name="T0" fmla="*/ 2147483646 w 81"/>
              <a:gd name="T1" fmla="*/ 0 h 123"/>
              <a:gd name="T2" fmla="*/ 2147483646 w 81"/>
              <a:gd name="T3" fmla="*/ 0 h 123"/>
              <a:gd name="T4" fmla="*/ 2147483646 w 81"/>
              <a:gd name="T5" fmla="*/ 2147483646 h 123"/>
              <a:gd name="T6" fmla="*/ 0 w 81"/>
              <a:gd name="T7" fmla="*/ 0 h 123"/>
              <a:gd name="T8" fmla="*/ 2147483646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82" name="Freeform 73"/>
          <p:cNvSpPr>
            <a:spLocks/>
          </p:cNvSpPr>
          <p:nvPr/>
        </p:nvSpPr>
        <p:spPr bwMode="auto">
          <a:xfrm>
            <a:off x="6967538" y="2384425"/>
            <a:ext cx="128587" cy="195263"/>
          </a:xfrm>
          <a:custGeom>
            <a:avLst/>
            <a:gdLst>
              <a:gd name="T0" fmla="*/ 2147483646 w 81"/>
              <a:gd name="T1" fmla="*/ 0 h 123"/>
              <a:gd name="T2" fmla="*/ 2147483646 w 81"/>
              <a:gd name="T3" fmla="*/ 0 h 123"/>
              <a:gd name="T4" fmla="*/ 2147483646 w 81"/>
              <a:gd name="T5" fmla="*/ 2147483646 h 123"/>
              <a:gd name="T6" fmla="*/ 0 w 81"/>
              <a:gd name="T7" fmla="*/ 0 h 123"/>
              <a:gd name="T8" fmla="*/ 2147483646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83" name="Freeform 74"/>
          <p:cNvSpPr>
            <a:spLocks/>
          </p:cNvSpPr>
          <p:nvPr/>
        </p:nvSpPr>
        <p:spPr bwMode="auto">
          <a:xfrm>
            <a:off x="7281863" y="1646238"/>
            <a:ext cx="214312" cy="193675"/>
          </a:xfrm>
          <a:custGeom>
            <a:avLst/>
            <a:gdLst>
              <a:gd name="T0" fmla="*/ 2147483646 w 135"/>
              <a:gd name="T1" fmla="*/ 2147483646 h 122"/>
              <a:gd name="T2" fmla="*/ 2147483646 w 135"/>
              <a:gd name="T3" fmla="*/ 0 h 122"/>
              <a:gd name="T4" fmla="*/ 0 w 135"/>
              <a:gd name="T5" fmla="*/ 2147483646 h 122"/>
              <a:gd name="T6" fmla="*/ 0 w 135"/>
              <a:gd name="T7" fmla="*/ 2147483646 h 122"/>
              <a:gd name="T8" fmla="*/ 2147483646 w 135"/>
              <a:gd name="T9" fmla="*/ 2147483646 h 122"/>
              <a:gd name="T10" fmla="*/ 2147483646 w 135"/>
              <a:gd name="T11" fmla="*/ 2147483646 h 122"/>
              <a:gd name="T12" fmla="*/ 2147483646 w 135"/>
              <a:gd name="T13" fmla="*/ 2147483646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122">
                <a:moveTo>
                  <a:pt x="135" y="8"/>
                </a:moveTo>
                <a:lnTo>
                  <a:pt x="117" y="0"/>
                </a:lnTo>
                <a:lnTo>
                  <a:pt x="0" y="114"/>
                </a:lnTo>
                <a:lnTo>
                  <a:pt x="18" y="122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84" name="Freeform 75"/>
          <p:cNvSpPr>
            <a:spLocks/>
          </p:cNvSpPr>
          <p:nvPr/>
        </p:nvSpPr>
        <p:spPr bwMode="auto">
          <a:xfrm>
            <a:off x="7138988" y="1827213"/>
            <a:ext cx="171450" cy="180975"/>
          </a:xfrm>
          <a:custGeom>
            <a:avLst/>
            <a:gdLst>
              <a:gd name="T0" fmla="*/ 2147483646 w 108"/>
              <a:gd name="T1" fmla="*/ 2147483646 h 114"/>
              <a:gd name="T2" fmla="*/ 2147483646 w 108"/>
              <a:gd name="T3" fmla="*/ 0 h 114"/>
              <a:gd name="T4" fmla="*/ 0 w 108"/>
              <a:gd name="T5" fmla="*/ 2147483646 h 114"/>
              <a:gd name="T6" fmla="*/ 0 w 108"/>
              <a:gd name="T7" fmla="*/ 2147483646 h 114"/>
              <a:gd name="T8" fmla="*/ 2147483646 w 108"/>
              <a:gd name="T9" fmla="*/ 2147483646 h 114"/>
              <a:gd name="T10" fmla="*/ 2147483646 w 108"/>
              <a:gd name="T11" fmla="*/ 2147483646 h 114"/>
              <a:gd name="T12" fmla="*/ 2147483646 w 108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8" h="114">
                <a:moveTo>
                  <a:pt x="108" y="8"/>
                </a:moveTo>
                <a:lnTo>
                  <a:pt x="90" y="0"/>
                </a:lnTo>
                <a:lnTo>
                  <a:pt x="0" y="106"/>
                </a:lnTo>
                <a:lnTo>
                  <a:pt x="18" y="114"/>
                </a:lnTo>
                <a:lnTo>
                  <a:pt x="108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85" name="Freeform 76"/>
          <p:cNvSpPr>
            <a:spLocks/>
          </p:cNvSpPr>
          <p:nvPr/>
        </p:nvSpPr>
        <p:spPr bwMode="auto">
          <a:xfrm>
            <a:off x="7053263" y="1995488"/>
            <a:ext cx="114300" cy="195262"/>
          </a:xfrm>
          <a:custGeom>
            <a:avLst/>
            <a:gdLst>
              <a:gd name="T0" fmla="*/ 2147483646 w 72"/>
              <a:gd name="T1" fmla="*/ 2147483646 h 123"/>
              <a:gd name="T2" fmla="*/ 2147483646 w 72"/>
              <a:gd name="T3" fmla="*/ 0 h 123"/>
              <a:gd name="T4" fmla="*/ 0 w 72"/>
              <a:gd name="T5" fmla="*/ 2147483646 h 123"/>
              <a:gd name="T6" fmla="*/ 0 w 72"/>
              <a:gd name="T7" fmla="*/ 2147483646 h 123"/>
              <a:gd name="T8" fmla="*/ 2147483646 w 72"/>
              <a:gd name="T9" fmla="*/ 2147483646 h 123"/>
              <a:gd name="T10" fmla="*/ 2147483646 w 72"/>
              <a:gd name="T11" fmla="*/ 2147483646 h 123"/>
              <a:gd name="T12" fmla="*/ 2147483646 w 72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2" h="123">
                <a:moveTo>
                  <a:pt x="72" y="8"/>
                </a:moveTo>
                <a:lnTo>
                  <a:pt x="54" y="0"/>
                </a:lnTo>
                <a:lnTo>
                  <a:pt x="0" y="114"/>
                </a:lnTo>
                <a:lnTo>
                  <a:pt x="18" y="114"/>
                </a:lnTo>
                <a:lnTo>
                  <a:pt x="18" y="123"/>
                </a:lnTo>
                <a:lnTo>
                  <a:pt x="7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86" name="Freeform 77"/>
          <p:cNvSpPr>
            <a:spLocks/>
          </p:cNvSpPr>
          <p:nvPr/>
        </p:nvSpPr>
        <p:spPr bwMode="auto">
          <a:xfrm>
            <a:off x="7010400" y="2176463"/>
            <a:ext cx="71438" cy="195262"/>
          </a:xfrm>
          <a:custGeom>
            <a:avLst/>
            <a:gdLst>
              <a:gd name="T0" fmla="*/ 2147483646 w 45"/>
              <a:gd name="T1" fmla="*/ 0 h 123"/>
              <a:gd name="T2" fmla="*/ 2147483646 w 45"/>
              <a:gd name="T3" fmla="*/ 0 h 123"/>
              <a:gd name="T4" fmla="*/ 0 w 45"/>
              <a:gd name="T5" fmla="*/ 2147483646 h 123"/>
              <a:gd name="T6" fmla="*/ 2147483646 w 45"/>
              <a:gd name="T7" fmla="*/ 2147483646 h 123"/>
              <a:gd name="T8" fmla="*/ 2147483646 w 45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5" h="123">
                <a:moveTo>
                  <a:pt x="45" y="0"/>
                </a:moveTo>
                <a:lnTo>
                  <a:pt x="27" y="0"/>
                </a:lnTo>
                <a:lnTo>
                  <a:pt x="0" y="123"/>
                </a:lnTo>
                <a:lnTo>
                  <a:pt x="18" y="123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87" name="Freeform 78"/>
          <p:cNvSpPr>
            <a:spLocks/>
          </p:cNvSpPr>
          <p:nvPr/>
        </p:nvSpPr>
        <p:spPr bwMode="auto">
          <a:xfrm>
            <a:off x="4624388" y="4549775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0 h 16"/>
              <a:gd name="T12" fmla="*/ 0 w 18"/>
              <a:gd name="T13" fmla="*/ 0 h 16"/>
              <a:gd name="T14" fmla="*/ 0 w 18"/>
              <a:gd name="T15" fmla="*/ 2147483646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0" y="16"/>
                </a:moveTo>
                <a:lnTo>
                  <a:pt x="0" y="16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88" name="Freeform 79"/>
          <p:cNvSpPr>
            <a:spLocks/>
          </p:cNvSpPr>
          <p:nvPr/>
        </p:nvSpPr>
        <p:spPr bwMode="auto">
          <a:xfrm>
            <a:off x="4424363" y="4524375"/>
            <a:ext cx="228600" cy="115888"/>
          </a:xfrm>
          <a:custGeom>
            <a:avLst/>
            <a:gdLst>
              <a:gd name="T0" fmla="*/ 2147483646 w 144"/>
              <a:gd name="T1" fmla="*/ 2147483646 h 73"/>
              <a:gd name="T2" fmla="*/ 2147483646 w 144"/>
              <a:gd name="T3" fmla="*/ 2147483646 h 73"/>
              <a:gd name="T4" fmla="*/ 0 w 144"/>
              <a:gd name="T5" fmla="*/ 2147483646 h 73"/>
              <a:gd name="T6" fmla="*/ 2147483646 w 144"/>
              <a:gd name="T7" fmla="*/ 0 h 73"/>
              <a:gd name="T8" fmla="*/ 2147483646 w 144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89" name="Freeform 80"/>
          <p:cNvSpPr>
            <a:spLocks/>
          </p:cNvSpPr>
          <p:nvPr/>
        </p:nvSpPr>
        <p:spPr bwMode="auto">
          <a:xfrm>
            <a:off x="4424363" y="4524375"/>
            <a:ext cx="228600" cy="115888"/>
          </a:xfrm>
          <a:custGeom>
            <a:avLst/>
            <a:gdLst>
              <a:gd name="T0" fmla="*/ 2147483646 w 144"/>
              <a:gd name="T1" fmla="*/ 2147483646 h 73"/>
              <a:gd name="T2" fmla="*/ 2147483646 w 144"/>
              <a:gd name="T3" fmla="*/ 2147483646 h 73"/>
              <a:gd name="T4" fmla="*/ 0 w 144"/>
              <a:gd name="T5" fmla="*/ 2147483646 h 73"/>
              <a:gd name="T6" fmla="*/ 2147483646 w 144"/>
              <a:gd name="T7" fmla="*/ 0 h 73"/>
              <a:gd name="T8" fmla="*/ 2147483646 w 144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90" name="Freeform 81"/>
          <p:cNvSpPr>
            <a:spLocks/>
          </p:cNvSpPr>
          <p:nvPr/>
        </p:nvSpPr>
        <p:spPr bwMode="auto">
          <a:xfrm>
            <a:off x="6824663" y="2825750"/>
            <a:ext cx="214312" cy="271463"/>
          </a:xfrm>
          <a:custGeom>
            <a:avLst/>
            <a:gdLst>
              <a:gd name="T0" fmla="*/ 2147483646 w 135"/>
              <a:gd name="T1" fmla="*/ 2147483646 h 171"/>
              <a:gd name="T2" fmla="*/ 2147483646 w 135"/>
              <a:gd name="T3" fmla="*/ 0 h 171"/>
              <a:gd name="T4" fmla="*/ 0 w 135"/>
              <a:gd name="T5" fmla="*/ 2147483646 h 171"/>
              <a:gd name="T6" fmla="*/ 0 w 135"/>
              <a:gd name="T7" fmla="*/ 2147483646 h 171"/>
              <a:gd name="T8" fmla="*/ 2147483646 w 135"/>
              <a:gd name="T9" fmla="*/ 2147483646 h 171"/>
              <a:gd name="T10" fmla="*/ 2147483646 w 135"/>
              <a:gd name="T11" fmla="*/ 2147483646 h 171"/>
              <a:gd name="T12" fmla="*/ 2147483646 w 135"/>
              <a:gd name="T13" fmla="*/ 2147483646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171">
                <a:moveTo>
                  <a:pt x="135" y="8"/>
                </a:moveTo>
                <a:lnTo>
                  <a:pt x="117" y="0"/>
                </a:lnTo>
                <a:lnTo>
                  <a:pt x="0" y="163"/>
                </a:lnTo>
                <a:lnTo>
                  <a:pt x="18" y="171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91" name="Freeform 82"/>
          <p:cNvSpPr>
            <a:spLocks/>
          </p:cNvSpPr>
          <p:nvPr/>
        </p:nvSpPr>
        <p:spPr bwMode="auto">
          <a:xfrm>
            <a:off x="6596063" y="3084513"/>
            <a:ext cx="257175" cy="273050"/>
          </a:xfrm>
          <a:custGeom>
            <a:avLst/>
            <a:gdLst>
              <a:gd name="T0" fmla="*/ 2147483646 w 162"/>
              <a:gd name="T1" fmla="*/ 2147483646 h 172"/>
              <a:gd name="T2" fmla="*/ 2147483646 w 162"/>
              <a:gd name="T3" fmla="*/ 0 h 172"/>
              <a:gd name="T4" fmla="*/ 0 w 162"/>
              <a:gd name="T5" fmla="*/ 2147483646 h 172"/>
              <a:gd name="T6" fmla="*/ 0 w 162"/>
              <a:gd name="T7" fmla="*/ 2147483646 h 172"/>
              <a:gd name="T8" fmla="*/ 2147483646 w 162"/>
              <a:gd name="T9" fmla="*/ 2147483646 h 172"/>
              <a:gd name="T10" fmla="*/ 2147483646 w 162"/>
              <a:gd name="T11" fmla="*/ 2147483646 h 172"/>
              <a:gd name="T12" fmla="*/ 2147483646 w 162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4"/>
                </a:lnTo>
                <a:lnTo>
                  <a:pt x="0" y="155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92" name="Freeform 83"/>
          <p:cNvSpPr>
            <a:spLocks/>
          </p:cNvSpPr>
          <p:nvPr/>
        </p:nvSpPr>
        <p:spPr bwMode="auto">
          <a:xfrm>
            <a:off x="6324600" y="3330575"/>
            <a:ext cx="300038" cy="273050"/>
          </a:xfrm>
          <a:custGeom>
            <a:avLst/>
            <a:gdLst>
              <a:gd name="T0" fmla="*/ 2147483646 w 189"/>
              <a:gd name="T1" fmla="*/ 2147483646 h 172"/>
              <a:gd name="T2" fmla="*/ 2147483646 w 189"/>
              <a:gd name="T3" fmla="*/ 0 h 172"/>
              <a:gd name="T4" fmla="*/ 0 w 189"/>
              <a:gd name="T5" fmla="*/ 2147483646 h 172"/>
              <a:gd name="T6" fmla="*/ 2147483646 w 189"/>
              <a:gd name="T7" fmla="*/ 2147483646 h 172"/>
              <a:gd name="T8" fmla="*/ 2147483646 w 189"/>
              <a:gd name="T9" fmla="*/ 2147483646 h 172"/>
              <a:gd name="T10" fmla="*/ 2147483646 w 189"/>
              <a:gd name="T11" fmla="*/ 2147483646 h 172"/>
              <a:gd name="T12" fmla="*/ 2147483646 w 189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72">
                <a:moveTo>
                  <a:pt x="189" y="17"/>
                </a:moveTo>
                <a:lnTo>
                  <a:pt x="171" y="0"/>
                </a:lnTo>
                <a:lnTo>
                  <a:pt x="0" y="156"/>
                </a:lnTo>
                <a:lnTo>
                  <a:pt x="9" y="156"/>
                </a:lnTo>
                <a:lnTo>
                  <a:pt x="18" y="172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93" name="Freeform 84"/>
          <p:cNvSpPr>
            <a:spLocks/>
          </p:cNvSpPr>
          <p:nvPr/>
        </p:nvSpPr>
        <p:spPr bwMode="auto">
          <a:xfrm>
            <a:off x="6053138" y="3578225"/>
            <a:ext cx="300037" cy="258763"/>
          </a:xfrm>
          <a:custGeom>
            <a:avLst/>
            <a:gdLst>
              <a:gd name="T0" fmla="*/ 2147483646 w 189"/>
              <a:gd name="T1" fmla="*/ 2147483646 h 163"/>
              <a:gd name="T2" fmla="*/ 2147483646 w 189"/>
              <a:gd name="T3" fmla="*/ 0 h 163"/>
              <a:gd name="T4" fmla="*/ 0 w 189"/>
              <a:gd name="T5" fmla="*/ 2147483646 h 163"/>
              <a:gd name="T6" fmla="*/ 0 w 189"/>
              <a:gd name="T7" fmla="*/ 2147483646 h 163"/>
              <a:gd name="T8" fmla="*/ 2147483646 w 189"/>
              <a:gd name="T9" fmla="*/ 2147483646 h 163"/>
              <a:gd name="T10" fmla="*/ 2147483646 w 189"/>
              <a:gd name="T11" fmla="*/ 2147483646 h 163"/>
              <a:gd name="T12" fmla="*/ 2147483646 w 189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0" y="147"/>
                </a:lnTo>
                <a:lnTo>
                  <a:pt x="9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94" name="Freeform 85"/>
          <p:cNvSpPr>
            <a:spLocks/>
          </p:cNvSpPr>
          <p:nvPr/>
        </p:nvSpPr>
        <p:spPr bwMode="auto">
          <a:xfrm>
            <a:off x="5724525" y="3811588"/>
            <a:ext cx="342900" cy="246062"/>
          </a:xfrm>
          <a:custGeom>
            <a:avLst/>
            <a:gdLst>
              <a:gd name="T0" fmla="*/ 2147483646 w 216"/>
              <a:gd name="T1" fmla="*/ 2147483646 h 155"/>
              <a:gd name="T2" fmla="*/ 2147483646 w 216"/>
              <a:gd name="T3" fmla="*/ 0 h 155"/>
              <a:gd name="T4" fmla="*/ 0 w 216"/>
              <a:gd name="T5" fmla="*/ 2147483646 h 155"/>
              <a:gd name="T6" fmla="*/ 0 w 216"/>
              <a:gd name="T7" fmla="*/ 2147483646 h 155"/>
              <a:gd name="T8" fmla="*/ 2147483646 w 216"/>
              <a:gd name="T9" fmla="*/ 2147483646 h 155"/>
              <a:gd name="T10" fmla="*/ 2147483646 w 216"/>
              <a:gd name="T11" fmla="*/ 2147483646 h 155"/>
              <a:gd name="T12" fmla="*/ 2147483646 w 216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155">
                <a:moveTo>
                  <a:pt x="216" y="16"/>
                </a:moveTo>
                <a:lnTo>
                  <a:pt x="207" y="0"/>
                </a:lnTo>
                <a:lnTo>
                  <a:pt x="0" y="138"/>
                </a:lnTo>
                <a:lnTo>
                  <a:pt x="9" y="155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95" name="Freeform 86"/>
          <p:cNvSpPr>
            <a:spLocks/>
          </p:cNvSpPr>
          <p:nvPr/>
        </p:nvSpPr>
        <p:spPr bwMode="auto">
          <a:xfrm>
            <a:off x="5381625" y="4030663"/>
            <a:ext cx="357188" cy="220662"/>
          </a:xfrm>
          <a:custGeom>
            <a:avLst/>
            <a:gdLst>
              <a:gd name="T0" fmla="*/ 2147483646 w 225"/>
              <a:gd name="T1" fmla="*/ 2147483646 h 139"/>
              <a:gd name="T2" fmla="*/ 2147483646 w 225"/>
              <a:gd name="T3" fmla="*/ 0 h 139"/>
              <a:gd name="T4" fmla="*/ 0 w 225"/>
              <a:gd name="T5" fmla="*/ 2147483646 h 139"/>
              <a:gd name="T6" fmla="*/ 0 w 225"/>
              <a:gd name="T7" fmla="*/ 2147483646 h 139"/>
              <a:gd name="T8" fmla="*/ 2147483646 w 225"/>
              <a:gd name="T9" fmla="*/ 2147483646 h 139"/>
              <a:gd name="T10" fmla="*/ 2147483646 w 225"/>
              <a:gd name="T11" fmla="*/ 2147483646 h 139"/>
              <a:gd name="T12" fmla="*/ 2147483646 w 225"/>
              <a:gd name="T13" fmla="*/ 2147483646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139">
                <a:moveTo>
                  <a:pt x="225" y="17"/>
                </a:moveTo>
                <a:lnTo>
                  <a:pt x="216" y="0"/>
                </a:lnTo>
                <a:lnTo>
                  <a:pt x="0" y="123"/>
                </a:lnTo>
                <a:lnTo>
                  <a:pt x="9" y="139"/>
                </a:lnTo>
                <a:lnTo>
                  <a:pt x="22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96" name="Freeform 87"/>
          <p:cNvSpPr>
            <a:spLocks/>
          </p:cNvSpPr>
          <p:nvPr/>
        </p:nvSpPr>
        <p:spPr bwMode="auto">
          <a:xfrm>
            <a:off x="5010150" y="4225925"/>
            <a:ext cx="385763" cy="207963"/>
          </a:xfrm>
          <a:custGeom>
            <a:avLst/>
            <a:gdLst>
              <a:gd name="T0" fmla="*/ 2147483646 w 243"/>
              <a:gd name="T1" fmla="*/ 2147483646 h 131"/>
              <a:gd name="T2" fmla="*/ 2147483646 w 243"/>
              <a:gd name="T3" fmla="*/ 0 h 131"/>
              <a:gd name="T4" fmla="*/ 0 w 243"/>
              <a:gd name="T5" fmla="*/ 2147483646 h 131"/>
              <a:gd name="T6" fmla="*/ 0 w 243"/>
              <a:gd name="T7" fmla="*/ 2147483646 h 131"/>
              <a:gd name="T8" fmla="*/ 2147483646 w 243"/>
              <a:gd name="T9" fmla="*/ 2147483646 h 131"/>
              <a:gd name="T10" fmla="*/ 2147483646 w 243"/>
              <a:gd name="T11" fmla="*/ 2147483646 h 131"/>
              <a:gd name="T12" fmla="*/ 2147483646 w 243"/>
              <a:gd name="T13" fmla="*/ 2147483646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" h="131">
                <a:moveTo>
                  <a:pt x="243" y="16"/>
                </a:moveTo>
                <a:lnTo>
                  <a:pt x="234" y="0"/>
                </a:lnTo>
                <a:lnTo>
                  <a:pt x="0" y="114"/>
                </a:lnTo>
                <a:lnTo>
                  <a:pt x="9" y="131"/>
                </a:lnTo>
                <a:lnTo>
                  <a:pt x="24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97" name="Freeform 88"/>
          <p:cNvSpPr>
            <a:spLocks/>
          </p:cNvSpPr>
          <p:nvPr/>
        </p:nvSpPr>
        <p:spPr bwMode="auto">
          <a:xfrm>
            <a:off x="4624388" y="4406900"/>
            <a:ext cx="400050" cy="168275"/>
          </a:xfrm>
          <a:custGeom>
            <a:avLst/>
            <a:gdLst>
              <a:gd name="T0" fmla="*/ 2147483646 w 252"/>
              <a:gd name="T1" fmla="*/ 2147483646 h 106"/>
              <a:gd name="T2" fmla="*/ 2147483646 w 252"/>
              <a:gd name="T3" fmla="*/ 0 h 106"/>
              <a:gd name="T4" fmla="*/ 0 w 252"/>
              <a:gd name="T5" fmla="*/ 2147483646 h 106"/>
              <a:gd name="T6" fmla="*/ 2147483646 w 252"/>
              <a:gd name="T7" fmla="*/ 2147483646 h 106"/>
              <a:gd name="T8" fmla="*/ 2147483646 w 252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52" h="106">
                <a:moveTo>
                  <a:pt x="252" y="17"/>
                </a:moveTo>
                <a:lnTo>
                  <a:pt x="243" y="0"/>
                </a:lnTo>
                <a:lnTo>
                  <a:pt x="0" y="90"/>
                </a:lnTo>
                <a:lnTo>
                  <a:pt x="9" y="106"/>
                </a:lnTo>
                <a:lnTo>
                  <a:pt x="25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98" name="Freeform 89"/>
          <p:cNvSpPr>
            <a:spLocks/>
          </p:cNvSpPr>
          <p:nvPr/>
        </p:nvSpPr>
        <p:spPr bwMode="auto">
          <a:xfrm>
            <a:off x="2152650" y="4926013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0 w 18"/>
              <a:gd name="T15" fmla="*/ 0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0" y="8"/>
                </a:move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99" name="Freeform 90"/>
          <p:cNvSpPr>
            <a:spLocks/>
          </p:cNvSpPr>
          <p:nvPr/>
        </p:nvSpPr>
        <p:spPr bwMode="auto">
          <a:xfrm>
            <a:off x="1952625" y="4886325"/>
            <a:ext cx="228600" cy="104775"/>
          </a:xfrm>
          <a:custGeom>
            <a:avLst/>
            <a:gdLst>
              <a:gd name="T0" fmla="*/ 2147483646 w 144"/>
              <a:gd name="T1" fmla="*/ 2147483646 h 66"/>
              <a:gd name="T2" fmla="*/ 2147483646 w 144"/>
              <a:gd name="T3" fmla="*/ 2147483646 h 66"/>
              <a:gd name="T4" fmla="*/ 0 w 144"/>
              <a:gd name="T5" fmla="*/ 0 h 66"/>
              <a:gd name="T6" fmla="*/ 2147483646 w 144"/>
              <a:gd name="T7" fmla="*/ 0 h 66"/>
              <a:gd name="T8" fmla="*/ 2147483646 w 144"/>
              <a:gd name="T9" fmla="*/ 2147483646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00" name="Freeform 91"/>
          <p:cNvSpPr>
            <a:spLocks/>
          </p:cNvSpPr>
          <p:nvPr/>
        </p:nvSpPr>
        <p:spPr bwMode="auto">
          <a:xfrm>
            <a:off x="1952625" y="4886325"/>
            <a:ext cx="228600" cy="104775"/>
          </a:xfrm>
          <a:custGeom>
            <a:avLst/>
            <a:gdLst>
              <a:gd name="T0" fmla="*/ 2147483646 w 144"/>
              <a:gd name="T1" fmla="*/ 2147483646 h 66"/>
              <a:gd name="T2" fmla="*/ 2147483646 w 144"/>
              <a:gd name="T3" fmla="*/ 2147483646 h 66"/>
              <a:gd name="T4" fmla="*/ 0 w 144"/>
              <a:gd name="T5" fmla="*/ 0 h 66"/>
              <a:gd name="T6" fmla="*/ 2147483646 w 144"/>
              <a:gd name="T7" fmla="*/ 0 h 66"/>
              <a:gd name="T8" fmla="*/ 2147483646 w 144"/>
              <a:gd name="T9" fmla="*/ 2147483646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01" name="Freeform 92"/>
          <p:cNvSpPr>
            <a:spLocks/>
          </p:cNvSpPr>
          <p:nvPr/>
        </p:nvSpPr>
        <p:spPr bwMode="auto">
          <a:xfrm>
            <a:off x="3838575" y="4627563"/>
            <a:ext cx="171450" cy="142875"/>
          </a:xfrm>
          <a:custGeom>
            <a:avLst/>
            <a:gdLst>
              <a:gd name="T0" fmla="*/ 2147483646 w 108"/>
              <a:gd name="T1" fmla="*/ 2147483646 h 90"/>
              <a:gd name="T2" fmla="*/ 2147483646 w 108"/>
              <a:gd name="T3" fmla="*/ 0 h 90"/>
              <a:gd name="T4" fmla="*/ 0 w 108"/>
              <a:gd name="T5" fmla="*/ 2147483646 h 90"/>
              <a:gd name="T6" fmla="*/ 0 w 108"/>
              <a:gd name="T7" fmla="*/ 2147483646 h 90"/>
              <a:gd name="T8" fmla="*/ 2147483646 w 108"/>
              <a:gd name="T9" fmla="*/ 2147483646 h 90"/>
              <a:gd name="T10" fmla="*/ 2147483646 w 108"/>
              <a:gd name="T11" fmla="*/ 2147483646 h 90"/>
              <a:gd name="T12" fmla="*/ 2147483646 w 108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8" h="90">
                <a:moveTo>
                  <a:pt x="108" y="16"/>
                </a:moveTo>
                <a:lnTo>
                  <a:pt x="99" y="0"/>
                </a:lnTo>
                <a:lnTo>
                  <a:pt x="0" y="74"/>
                </a:lnTo>
                <a:lnTo>
                  <a:pt x="9" y="90"/>
                </a:lnTo>
                <a:lnTo>
                  <a:pt x="108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02" name="Freeform 93"/>
          <p:cNvSpPr>
            <a:spLocks/>
          </p:cNvSpPr>
          <p:nvPr/>
        </p:nvSpPr>
        <p:spPr bwMode="auto">
          <a:xfrm>
            <a:off x="3638550" y="4745038"/>
            <a:ext cx="214313" cy="115887"/>
          </a:xfrm>
          <a:custGeom>
            <a:avLst/>
            <a:gdLst>
              <a:gd name="T0" fmla="*/ 2147483646 w 135"/>
              <a:gd name="T1" fmla="*/ 2147483646 h 73"/>
              <a:gd name="T2" fmla="*/ 2147483646 w 135"/>
              <a:gd name="T3" fmla="*/ 0 h 73"/>
              <a:gd name="T4" fmla="*/ 0 w 135"/>
              <a:gd name="T5" fmla="*/ 2147483646 h 73"/>
              <a:gd name="T6" fmla="*/ 0 w 135"/>
              <a:gd name="T7" fmla="*/ 2147483646 h 73"/>
              <a:gd name="T8" fmla="*/ 2147483646 w 135"/>
              <a:gd name="T9" fmla="*/ 2147483646 h 73"/>
              <a:gd name="T10" fmla="*/ 2147483646 w 135"/>
              <a:gd name="T11" fmla="*/ 2147483646 h 73"/>
              <a:gd name="T12" fmla="*/ 2147483646 w 135"/>
              <a:gd name="T13" fmla="*/ 2147483646 h 7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73">
                <a:moveTo>
                  <a:pt x="135" y="16"/>
                </a:moveTo>
                <a:lnTo>
                  <a:pt x="126" y="0"/>
                </a:lnTo>
                <a:lnTo>
                  <a:pt x="0" y="57"/>
                </a:lnTo>
                <a:lnTo>
                  <a:pt x="9" y="73"/>
                </a:lnTo>
                <a:lnTo>
                  <a:pt x="13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03" name="Freeform 94"/>
          <p:cNvSpPr>
            <a:spLocks/>
          </p:cNvSpPr>
          <p:nvPr/>
        </p:nvSpPr>
        <p:spPr bwMode="auto">
          <a:xfrm>
            <a:off x="3424238" y="4835525"/>
            <a:ext cx="228600" cy="90488"/>
          </a:xfrm>
          <a:custGeom>
            <a:avLst/>
            <a:gdLst>
              <a:gd name="T0" fmla="*/ 2147483646 w 144"/>
              <a:gd name="T1" fmla="*/ 2147483646 h 57"/>
              <a:gd name="T2" fmla="*/ 2147483646 w 144"/>
              <a:gd name="T3" fmla="*/ 0 h 57"/>
              <a:gd name="T4" fmla="*/ 0 w 144"/>
              <a:gd name="T5" fmla="*/ 2147483646 h 57"/>
              <a:gd name="T6" fmla="*/ 0 w 144"/>
              <a:gd name="T7" fmla="*/ 2147483646 h 57"/>
              <a:gd name="T8" fmla="*/ 0 w 144"/>
              <a:gd name="T9" fmla="*/ 2147483646 h 57"/>
              <a:gd name="T10" fmla="*/ 2147483646 w 144"/>
              <a:gd name="T11" fmla="*/ 2147483646 h 57"/>
              <a:gd name="T12" fmla="*/ 2147483646 w 144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57">
                <a:moveTo>
                  <a:pt x="144" y="16"/>
                </a:moveTo>
                <a:lnTo>
                  <a:pt x="135" y="0"/>
                </a:lnTo>
                <a:lnTo>
                  <a:pt x="0" y="41"/>
                </a:lnTo>
                <a:lnTo>
                  <a:pt x="0" y="57"/>
                </a:lnTo>
                <a:lnTo>
                  <a:pt x="9" y="57"/>
                </a:lnTo>
                <a:lnTo>
                  <a:pt x="14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04" name="Freeform 95"/>
          <p:cNvSpPr>
            <a:spLocks/>
          </p:cNvSpPr>
          <p:nvPr/>
        </p:nvSpPr>
        <p:spPr bwMode="auto">
          <a:xfrm>
            <a:off x="3181350" y="4900613"/>
            <a:ext cx="242888" cy="77787"/>
          </a:xfrm>
          <a:custGeom>
            <a:avLst/>
            <a:gdLst>
              <a:gd name="T0" fmla="*/ 2147483646 w 153"/>
              <a:gd name="T1" fmla="*/ 2147483646 h 49"/>
              <a:gd name="T2" fmla="*/ 2147483646 w 153"/>
              <a:gd name="T3" fmla="*/ 0 h 49"/>
              <a:gd name="T4" fmla="*/ 0 w 153"/>
              <a:gd name="T5" fmla="*/ 2147483646 h 49"/>
              <a:gd name="T6" fmla="*/ 0 w 153"/>
              <a:gd name="T7" fmla="*/ 2147483646 h 49"/>
              <a:gd name="T8" fmla="*/ 0 w 153"/>
              <a:gd name="T9" fmla="*/ 2147483646 h 49"/>
              <a:gd name="T10" fmla="*/ 0 w 153"/>
              <a:gd name="T11" fmla="*/ 2147483646 h 49"/>
              <a:gd name="T12" fmla="*/ 2147483646 w 153"/>
              <a:gd name="T13" fmla="*/ 2147483646 h 4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3" h="49">
                <a:moveTo>
                  <a:pt x="153" y="16"/>
                </a:moveTo>
                <a:lnTo>
                  <a:pt x="153" y="0"/>
                </a:lnTo>
                <a:lnTo>
                  <a:pt x="0" y="32"/>
                </a:lnTo>
                <a:lnTo>
                  <a:pt x="0" y="49"/>
                </a:lnTo>
                <a:lnTo>
                  <a:pt x="15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05" name="Freeform 96"/>
          <p:cNvSpPr>
            <a:spLocks/>
          </p:cNvSpPr>
          <p:nvPr/>
        </p:nvSpPr>
        <p:spPr bwMode="auto">
          <a:xfrm>
            <a:off x="2681288" y="4951413"/>
            <a:ext cx="500062" cy="65087"/>
          </a:xfrm>
          <a:custGeom>
            <a:avLst/>
            <a:gdLst>
              <a:gd name="T0" fmla="*/ 2147483646 w 315"/>
              <a:gd name="T1" fmla="*/ 2147483646 h 41"/>
              <a:gd name="T2" fmla="*/ 2147483646 w 315"/>
              <a:gd name="T3" fmla="*/ 0 h 41"/>
              <a:gd name="T4" fmla="*/ 0 w 315"/>
              <a:gd name="T5" fmla="*/ 2147483646 h 41"/>
              <a:gd name="T6" fmla="*/ 0 w 315"/>
              <a:gd name="T7" fmla="*/ 2147483646 h 41"/>
              <a:gd name="T8" fmla="*/ 0 w 315"/>
              <a:gd name="T9" fmla="*/ 2147483646 h 41"/>
              <a:gd name="T10" fmla="*/ 0 w 315"/>
              <a:gd name="T11" fmla="*/ 2147483646 h 41"/>
              <a:gd name="T12" fmla="*/ 2147483646 w 315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15" h="41">
                <a:moveTo>
                  <a:pt x="315" y="17"/>
                </a:moveTo>
                <a:lnTo>
                  <a:pt x="315" y="0"/>
                </a:lnTo>
                <a:lnTo>
                  <a:pt x="0" y="25"/>
                </a:lnTo>
                <a:lnTo>
                  <a:pt x="0" y="41"/>
                </a:lnTo>
                <a:lnTo>
                  <a:pt x="31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06" name="Freeform 97"/>
          <p:cNvSpPr>
            <a:spLocks/>
          </p:cNvSpPr>
          <p:nvPr/>
        </p:nvSpPr>
        <p:spPr bwMode="auto">
          <a:xfrm>
            <a:off x="2166938" y="4926013"/>
            <a:ext cx="514350" cy="90487"/>
          </a:xfrm>
          <a:custGeom>
            <a:avLst/>
            <a:gdLst>
              <a:gd name="T0" fmla="*/ 2147483646 w 324"/>
              <a:gd name="T1" fmla="*/ 2147483646 h 57"/>
              <a:gd name="T2" fmla="*/ 2147483646 w 324"/>
              <a:gd name="T3" fmla="*/ 2147483646 h 57"/>
              <a:gd name="T4" fmla="*/ 0 w 324"/>
              <a:gd name="T5" fmla="*/ 0 h 57"/>
              <a:gd name="T6" fmla="*/ 0 w 324"/>
              <a:gd name="T7" fmla="*/ 2147483646 h 57"/>
              <a:gd name="T8" fmla="*/ 2147483646 w 324"/>
              <a:gd name="T9" fmla="*/ 2147483646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24" h="57">
                <a:moveTo>
                  <a:pt x="324" y="57"/>
                </a:moveTo>
                <a:lnTo>
                  <a:pt x="324" y="41"/>
                </a:lnTo>
                <a:lnTo>
                  <a:pt x="0" y="0"/>
                </a:lnTo>
                <a:lnTo>
                  <a:pt x="0" y="16"/>
                </a:lnTo>
                <a:lnTo>
                  <a:pt x="324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07" name="Freeform 98"/>
          <p:cNvSpPr>
            <a:spLocks/>
          </p:cNvSpPr>
          <p:nvPr/>
        </p:nvSpPr>
        <p:spPr bwMode="auto">
          <a:xfrm>
            <a:off x="3938588" y="4186238"/>
            <a:ext cx="28575" cy="26987"/>
          </a:xfrm>
          <a:custGeom>
            <a:avLst/>
            <a:gdLst>
              <a:gd name="T0" fmla="*/ 2147483646 w 18"/>
              <a:gd name="T1" fmla="*/ 2147483646 h 17"/>
              <a:gd name="T2" fmla="*/ 2147483646 w 18"/>
              <a:gd name="T3" fmla="*/ 2147483646 h 17"/>
              <a:gd name="T4" fmla="*/ 2147483646 w 18"/>
              <a:gd name="T5" fmla="*/ 0 h 17"/>
              <a:gd name="T6" fmla="*/ 2147483646 w 18"/>
              <a:gd name="T7" fmla="*/ 0 h 17"/>
              <a:gd name="T8" fmla="*/ 2147483646 w 18"/>
              <a:gd name="T9" fmla="*/ 0 h 17"/>
              <a:gd name="T10" fmla="*/ 2147483646 w 18"/>
              <a:gd name="T11" fmla="*/ 0 h 17"/>
              <a:gd name="T12" fmla="*/ 0 w 18"/>
              <a:gd name="T13" fmla="*/ 2147483646 h 17"/>
              <a:gd name="T14" fmla="*/ 2147483646 w 18"/>
              <a:gd name="T15" fmla="*/ 2147483646 h 17"/>
              <a:gd name="T16" fmla="*/ 2147483646 w 18"/>
              <a:gd name="T17" fmla="*/ 2147483646 h 17"/>
              <a:gd name="T18" fmla="*/ 2147483646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7">
                <a:moveTo>
                  <a:pt x="9" y="17"/>
                </a:move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08" name="Freeform 99"/>
          <p:cNvSpPr>
            <a:spLocks/>
          </p:cNvSpPr>
          <p:nvPr/>
        </p:nvSpPr>
        <p:spPr bwMode="auto">
          <a:xfrm>
            <a:off x="3895725" y="4200525"/>
            <a:ext cx="128588" cy="193675"/>
          </a:xfrm>
          <a:custGeom>
            <a:avLst/>
            <a:gdLst>
              <a:gd name="T0" fmla="*/ 2147483646 w 81"/>
              <a:gd name="T1" fmla="*/ 0 h 122"/>
              <a:gd name="T2" fmla="*/ 2147483646 w 81"/>
              <a:gd name="T3" fmla="*/ 0 h 122"/>
              <a:gd name="T4" fmla="*/ 2147483646 w 81"/>
              <a:gd name="T5" fmla="*/ 2147483646 h 122"/>
              <a:gd name="T6" fmla="*/ 0 w 81"/>
              <a:gd name="T7" fmla="*/ 0 h 122"/>
              <a:gd name="T8" fmla="*/ 2147483646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09" name="Freeform 100"/>
          <p:cNvSpPr>
            <a:spLocks/>
          </p:cNvSpPr>
          <p:nvPr/>
        </p:nvSpPr>
        <p:spPr bwMode="auto">
          <a:xfrm>
            <a:off x="3895725" y="4200525"/>
            <a:ext cx="128588" cy="193675"/>
          </a:xfrm>
          <a:custGeom>
            <a:avLst/>
            <a:gdLst>
              <a:gd name="T0" fmla="*/ 2147483646 w 81"/>
              <a:gd name="T1" fmla="*/ 0 h 122"/>
              <a:gd name="T2" fmla="*/ 2147483646 w 81"/>
              <a:gd name="T3" fmla="*/ 0 h 122"/>
              <a:gd name="T4" fmla="*/ 2147483646 w 81"/>
              <a:gd name="T5" fmla="*/ 2147483646 h 122"/>
              <a:gd name="T6" fmla="*/ 0 w 81"/>
              <a:gd name="T7" fmla="*/ 0 h 122"/>
              <a:gd name="T8" fmla="*/ 2147483646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10" name="Freeform 101"/>
          <p:cNvSpPr>
            <a:spLocks/>
          </p:cNvSpPr>
          <p:nvPr/>
        </p:nvSpPr>
        <p:spPr bwMode="auto">
          <a:xfrm>
            <a:off x="4667250" y="2293938"/>
            <a:ext cx="257175" cy="233362"/>
          </a:xfrm>
          <a:custGeom>
            <a:avLst/>
            <a:gdLst>
              <a:gd name="T0" fmla="*/ 2147483646 w 162"/>
              <a:gd name="T1" fmla="*/ 2147483646 h 147"/>
              <a:gd name="T2" fmla="*/ 2147483646 w 162"/>
              <a:gd name="T3" fmla="*/ 0 h 147"/>
              <a:gd name="T4" fmla="*/ 0 w 162"/>
              <a:gd name="T5" fmla="*/ 2147483646 h 147"/>
              <a:gd name="T6" fmla="*/ 0 w 162"/>
              <a:gd name="T7" fmla="*/ 2147483646 h 147"/>
              <a:gd name="T8" fmla="*/ 2147483646 w 162"/>
              <a:gd name="T9" fmla="*/ 2147483646 h 147"/>
              <a:gd name="T10" fmla="*/ 2147483646 w 162"/>
              <a:gd name="T11" fmla="*/ 2147483646 h 147"/>
              <a:gd name="T12" fmla="*/ 2147483646 w 162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47">
                <a:moveTo>
                  <a:pt x="162" y="8"/>
                </a:moveTo>
                <a:lnTo>
                  <a:pt x="144" y="0"/>
                </a:lnTo>
                <a:lnTo>
                  <a:pt x="0" y="139"/>
                </a:lnTo>
                <a:lnTo>
                  <a:pt x="18" y="147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11" name="Freeform 102"/>
          <p:cNvSpPr>
            <a:spLocks/>
          </p:cNvSpPr>
          <p:nvPr/>
        </p:nvSpPr>
        <p:spPr bwMode="auto">
          <a:xfrm>
            <a:off x="4467225" y="2514600"/>
            <a:ext cx="228600" cy="246063"/>
          </a:xfrm>
          <a:custGeom>
            <a:avLst/>
            <a:gdLst>
              <a:gd name="T0" fmla="*/ 2147483646 w 144"/>
              <a:gd name="T1" fmla="*/ 2147483646 h 155"/>
              <a:gd name="T2" fmla="*/ 2147483646 w 144"/>
              <a:gd name="T3" fmla="*/ 0 h 155"/>
              <a:gd name="T4" fmla="*/ 0 w 144"/>
              <a:gd name="T5" fmla="*/ 2147483646 h 155"/>
              <a:gd name="T6" fmla="*/ 0 w 144"/>
              <a:gd name="T7" fmla="*/ 2147483646 h 155"/>
              <a:gd name="T8" fmla="*/ 2147483646 w 144"/>
              <a:gd name="T9" fmla="*/ 2147483646 h 155"/>
              <a:gd name="T10" fmla="*/ 2147483646 w 144"/>
              <a:gd name="T11" fmla="*/ 2147483646 h 155"/>
              <a:gd name="T12" fmla="*/ 2147483646 w 144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55">
                <a:moveTo>
                  <a:pt x="144" y="8"/>
                </a:moveTo>
                <a:lnTo>
                  <a:pt x="126" y="0"/>
                </a:lnTo>
                <a:lnTo>
                  <a:pt x="0" y="147"/>
                </a:lnTo>
                <a:lnTo>
                  <a:pt x="18" y="155"/>
                </a:lnTo>
                <a:lnTo>
                  <a:pt x="144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12" name="Freeform 103"/>
          <p:cNvSpPr>
            <a:spLocks/>
          </p:cNvSpPr>
          <p:nvPr/>
        </p:nvSpPr>
        <p:spPr bwMode="auto">
          <a:xfrm>
            <a:off x="4295775" y="2747963"/>
            <a:ext cx="200025" cy="233362"/>
          </a:xfrm>
          <a:custGeom>
            <a:avLst/>
            <a:gdLst>
              <a:gd name="T0" fmla="*/ 2147483646 w 126"/>
              <a:gd name="T1" fmla="*/ 2147483646 h 147"/>
              <a:gd name="T2" fmla="*/ 2147483646 w 126"/>
              <a:gd name="T3" fmla="*/ 0 h 147"/>
              <a:gd name="T4" fmla="*/ 0 w 126"/>
              <a:gd name="T5" fmla="*/ 2147483646 h 147"/>
              <a:gd name="T6" fmla="*/ 0 w 126"/>
              <a:gd name="T7" fmla="*/ 2147483646 h 147"/>
              <a:gd name="T8" fmla="*/ 2147483646 w 126"/>
              <a:gd name="T9" fmla="*/ 2147483646 h 147"/>
              <a:gd name="T10" fmla="*/ 2147483646 w 126"/>
              <a:gd name="T11" fmla="*/ 2147483646 h 147"/>
              <a:gd name="T12" fmla="*/ 2147483646 w 126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" h="147">
                <a:moveTo>
                  <a:pt x="126" y="8"/>
                </a:moveTo>
                <a:lnTo>
                  <a:pt x="108" y="0"/>
                </a:lnTo>
                <a:lnTo>
                  <a:pt x="0" y="139"/>
                </a:lnTo>
                <a:lnTo>
                  <a:pt x="18" y="147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13" name="Freeform 104"/>
          <p:cNvSpPr>
            <a:spLocks/>
          </p:cNvSpPr>
          <p:nvPr/>
        </p:nvSpPr>
        <p:spPr bwMode="auto">
          <a:xfrm>
            <a:off x="4167188" y="2968625"/>
            <a:ext cx="157162" cy="246063"/>
          </a:xfrm>
          <a:custGeom>
            <a:avLst/>
            <a:gdLst>
              <a:gd name="T0" fmla="*/ 2147483646 w 99"/>
              <a:gd name="T1" fmla="*/ 2147483646 h 155"/>
              <a:gd name="T2" fmla="*/ 2147483646 w 99"/>
              <a:gd name="T3" fmla="*/ 0 h 155"/>
              <a:gd name="T4" fmla="*/ 0 w 99"/>
              <a:gd name="T5" fmla="*/ 2147483646 h 155"/>
              <a:gd name="T6" fmla="*/ 0 w 99"/>
              <a:gd name="T7" fmla="*/ 2147483646 h 155"/>
              <a:gd name="T8" fmla="*/ 2147483646 w 99"/>
              <a:gd name="T9" fmla="*/ 2147483646 h 155"/>
              <a:gd name="T10" fmla="*/ 2147483646 w 99"/>
              <a:gd name="T11" fmla="*/ 2147483646 h 155"/>
              <a:gd name="T12" fmla="*/ 2147483646 w 99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9" h="155">
                <a:moveTo>
                  <a:pt x="99" y="8"/>
                </a:moveTo>
                <a:lnTo>
                  <a:pt x="81" y="0"/>
                </a:lnTo>
                <a:lnTo>
                  <a:pt x="0" y="147"/>
                </a:lnTo>
                <a:lnTo>
                  <a:pt x="18" y="155"/>
                </a:lnTo>
                <a:lnTo>
                  <a:pt x="99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14" name="Freeform 105"/>
          <p:cNvSpPr>
            <a:spLocks/>
          </p:cNvSpPr>
          <p:nvPr/>
        </p:nvSpPr>
        <p:spPr bwMode="auto">
          <a:xfrm>
            <a:off x="4052888" y="3201988"/>
            <a:ext cx="142875" cy="258762"/>
          </a:xfrm>
          <a:custGeom>
            <a:avLst/>
            <a:gdLst>
              <a:gd name="T0" fmla="*/ 2147483646 w 90"/>
              <a:gd name="T1" fmla="*/ 2147483646 h 163"/>
              <a:gd name="T2" fmla="*/ 2147483646 w 90"/>
              <a:gd name="T3" fmla="*/ 0 h 163"/>
              <a:gd name="T4" fmla="*/ 0 w 90"/>
              <a:gd name="T5" fmla="*/ 2147483646 h 163"/>
              <a:gd name="T6" fmla="*/ 0 w 90"/>
              <a:gd name="T7" fmla="*/ 2147483646 h 163"/>
              <a:gd name="T8" fmla="*/ 2147483646 w 90"/>
              <a:gd name="T9" fmla="*/ 2147483646 h 163"/>
              <a:gd name="T10" fmla="*/ 2147483646 w 90"/>
              <a:gd name="T11" fmla="*/ 2147483646 h 163"/>
              <a:gd name="T12" fmla="*/ 2147483646 w 90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0" h="163">
                <a:moveTo>
                  <a:pt x="90" y="8"/>
                </a:moveTo>
                <a:lnTo>
                  <a:pt x="72" y="0"/>
                </a:lnTo>
                <a:lnTo>
                  <a:pt x="0" y="155"/>
                </a:lnTo>
                <a:lnTo>
                  <a:pt x="18" y="163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15" name="Freeform 106"/>
          <p:cNvSpPr>
            <a:spLocks/>
          </p:cNvSpPr>
          <p:nvPr/>
        </p:nvSpPr>
        <p:spPr bwMode="auto">
          <a:xfrm>
            <a:off x="3981450" y="3448050"/>
            <a:ext cx="100013" cy="258763"/>
          </a:xfrm>
          <a:custGeom>
            <a:avLst/>
            <a:gdLst>
              <a:gd name="T0" fmla="*/ 2147483646 w 63"/>
              <a:gd name="T1" fmla="*/ 2147483646 h 163"/>
              <a:gd name="T2" fmla="*/ 2147483646 w 63"/>
              <a:gd name="T3" fmla="*/ 0 h 163"/>
              <a:gd name="T4" fmla="*/ 0 w 63"/>
              <a:gd name="T5" fmla="*/ 2147483646 h 163"/>
              <a:gd name="T6" fmla="*/ 0 w 63"/>
              <a:gd name="T7" fmla="*/ 2147483646 h 163"/>
              <a:gd name="T8" fmla="*/ 2147483646 w 63"/>
              <a:gd name="T9" fmla="*/ 2147483646 h 163"/>
              <a:gd name="T10" fmla="*/ 2147483646 w 63"/>
              <a:gd name="T11" fmla="*/ 2147483646 h 163"/>
              <a:gd name="T12" fmla="*/ 2147483646 w 63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3" h="163">
                <a:moveTo>
                  <a:pt x="63" y="8"/>
                </a:moveTo>
                <a:lnTo>
                  <a:pt x="45" y="0"/>
                </a:lnTo>
                <a:lnTo>
                  <a:pt x="0" y="155"/>
                </a:lnTo>
                <a:lnTo>
                  <a:pt x="18" y="155"/>
                </a:lnTo>
                <a:lnTo>
                  <a:pt x="18" y="163"/>
                </a:lnTo>
                <a:lnTo>
                  <a:pt x="63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16" name="Freeform 107"/>
          <p:cNvSpPr>
            <a:spLocks/>
          </p:cNvSpPr>
          <p:nvPr/>
        </p:nvSpPr>
        <p:spPr bwMode="auto">
          <a:xfrm>
            <a:off x="3938588" y="3694113"/>
            <a:ext cx="71437" cy="246062"/>
          </a:xfrm>
          <a:custGeom>
            <a:avLst/>
            <a:gdLst>
              <a:gd name="T0" fmla="*/ 2147483646 w 45"/>
              <a:gd name="T1" fmla="*/ 0 h 155"/>
              <a:gd name="T2" fmla="*/ 2147483646 w 45"/>
              <a:gd name="T3" fmla="*/ 0 h 155"/>
              <a:gd name="T4" fmla="*/ 0 w 45"/>
              <a:gd name="T5" fmla="*/ 2147483646 h 155"/>
              <a:gd name="T6" fmla="*/ 0 w 45"/>
              <a:gd name="T7" fmla="*/ 2147483646 h 155"/>
              <a:gd name="T8" fmla="*/ 2147483646 w 45"/>
              <a:gd name="T9" fmla="*/ 2147483646 h 155"/>
              <a:gd name="T10" fmla="*/ 2147483646 w 45"/>
              <a:gd name="T11" fmla="*/ 2147483646 h 155"/>
              <a:gd name="T12" fmla="*/ 2147483646 w 45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5" h="155">
                <a:moveTo>
                  <a:pt x="45" y="0"/>
                </a:moveTo>
                <a:lnTo>
                  <a:pt x="27" y="0"/>
                </a:lnTo>
                <a:lnTo>
                  <a:pt x="0" y="155"/>
                </a:lnTo>
                <a:lnTo>
                  <a:pt x="18" y="15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17" name="Rectangle 108"/>
          <p:cNvSpPr>
            <a:spLocks noChangeArrowheads="1"/>
          </p:cNvSpPr>
          <p:nvPr/>
        </p:nvSpPr>
        <p:spPr bwMode="auto">
          <a:xfrm>
            <a:off x="3938588" y="3940175"/>
            <a:ext cx="28575" cy="24606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118" name="Freeform 109"/>
          <p:cNvSpPr>
            <a:spLocks/>
          </p:cNvSpPr>
          <p:nvPr/>
        </p:nvSpPr>
        <p:spPr bwMode="auto">
          <a:xfrm>
            <a:off x="2024063" y="3641725"/>
            <a:ext cx="28575" cy="26988"/>
          </a:xfrm>
          <a:custGeom>
            <a:avLst/>
            <a:gdLst>
              <a:gd name="T0" fmla="*/ 0 w 18"/>
              <a:gd name="T1" fmla="*/ 2147483646 h 17"/>
              <a:gd name="T2" fmla="*/ 0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2147483646 h 17"/>
              <a:gd name="T10" fmla="*/ 2147483646 w 18"/>
              <a:gd name="T11" fmla="*/ 2147483646 h 17"/>
              <a:gd name="T12" fmla="*/ 2147483646 w 18"/>
              <a:gd name="T13" fmla="*/ 0 h 17"/>
              <a:gd name="T14" fmla="*/ 0 w 18"/>
              <a:gd name="T15" fmla="*/ 0 h 17"/>
              <a:gd name="T16" fmla="*/ 0 w 18"/>
              <a:gd name="T17" fmla="*/ 2147483646 h 17"/>
              <a:gd name="T18" fmla="*/ 0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7">
                <a:moveTo>
                  <a:pt x="0" y="9"/>
                </a:moveTo>
                <a:lnTo>
                  <a:pt x="0" y="17"/>
                </a:lnTo>
                <a:lnTo>
                  <a:pt x="9" y="17"/>
                </a:lnTo>
                <a:lnTo>
                  <a:pt x="18" y="17"/>
                </a:lnTo>
                <a:lnTo>
                  <a:pt x="18" y="9"/>
                </a:lnTo>
                <a:lnTo>
                  <a:pt x="9" y="0"/>
                </a:lnTo>
                <a:lnTo>
                  <a:pt x="0" y="0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19" name="Freeform 110"/>
          <p:cNvSpPr>
            <a:spLocks/>
          </p:cNvSpPr>
          <p:nvPr/>
        </p:nvSpPr>
        <p:spPr bwMode="auto">
          <a:xfrm>
            <a:off x="1824038" y="3603625"/>
            <a:ext cx="228600" cy="103188"/>
          </a:xfrm>
          <a:custGeom>
            <a:avLst/>
            <a:gdLst>
              <a:gd name="T0" fmla="*/ 2147483646 w 144"/>
              <a:gd name="T1" fmla="*/ 2147483646 h 65"/>
              <a:gd name="T2" fmla="*/ 2147483646 w 144"/>
              <a:gd name="T3" fmla="*/ 2147483646 h 65"/>
              <a:gd name="T4" fmla="*/ 0 w 144"/>
              <a:gd name="T5" fmla="*/ 0 h 65"/>
              <a:gd name="T6" fmla="*/ 2147483646 w 144"/>
              <a:gd name="T7" fmla="*/ 0 h 65"/>
              <a:gd name="T8" fmla="*/ 2147483646 w 144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20" name="Freeform 111"/>
          <p:cNvSpPr>
            <a:spLocks/>
          </p:cNvSpPr>
          <p:nvPr/>
        </p:nvSpPr>
        <p:spPr bwMode="auto">
          <a:xfrm>
            <a:off x="1824038" y="3603625"/>
            <a:ext cx="228600" cy="103188"/>
          </a:xfrm>
          <a:custGeom>
            <a:avLst/>
            <a:gdLst>
              <a:gd name="T0" fmla="*/ 2147483646 w 144"/>
              <a:gd name="T1" fmla="*/ 2147483646 h 65"/>
              <a:gd name="T2" fmla="*/ 2147483646 w 144"/>
              <a:gd name="T3" fmla="*/ 2147483646 h 65"/>
              <a:gd name="T4" fmla="*/ 0 w 144"/>
              <a:gd name="T5" fmla="*/ 0 h 65"/>
              <a:gd name="T6" fmla="*/ 2147483646 w 144"/>
              <a:gd name="T7" fmla="*/ 0 h 65"/>
              <a:gd name="T8" fmla="*/ 2147483646 w 144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21" name="Freeform 112"/>
          <p:cNvSpPr>
            <a:spLocks/>
          </p:cNvSpPr>
          <p:nvPr/>
        </p:nvSpPr>
        <p:spPr bwMode="auto">
          <a:xfrm>
            <a:off x="3538538" y="4303713"/>
            <a:ext cx="471487" cy="363537"/>
          </a:xfrm>
          <a:custGeom>
            <a:avLst/>
            <a:gdLst>
              <a:gd name="T0" fmla="*/ 2147483646 w 297"/>
              <a:gd name="T1" fmla="*/ 2147483646 h 229"/>
              <a:gd name="T2" fmla="*/ 2147483646 w 297"/>
              <a:gd name="T3" fmla="*/ 2147483646 h 229"/>
              <a:gd name="T4" fmla="*/ 2147483646 w 297"/>
              <a:gd name="T5" fmla="*/ 0 h 229"/>
              <a:gd name="T6" fmla="*/ 2147483646 w 297"/>
              <a:gd name="T7" fmla="*/ 0 h 229"/>
              <a:gd name="T8" fmla="*/ 0 w 297"/>
              <a:gd name="T9" fmla="*/ 2147483646 h 229"/>
              <a:gd name="T10" fmla="*/ 0 w 297"/>
              <a:gd name="T11" fmla="*/ 2147483646 h 229"/>
              <a:gd name="T12" fmla="*/ 2147483646 w 297"/>
              <a:gd name="T13" fmla="*/ 214748364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97" h="229">
                <a:moveTo>
                  <a:pt x="288" y="229"/>
                </a:moveTo>
                <a:lnTo>
                  <a:pt x="297" y="212"/>
                </a:lnTo>
                <a:lnTo>
                  <a:pt x="9" y="0"/>
                </a:lnTo>
                <a:lnTo>
                  <a:pt x="0" y="16"/>
                </a:lnTo>
                <a:lnTo>
                  <a:pt x="288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22" name="Freeform 113"/>
          <p:cNvSpPr>
            <a:spLocks/>
          </p:cNvSpPr>
          <p:nvPr/>
        </p:nvSpPr>
        <p:spPr bwMode="auto">
          <a:xfrm>
            <a:off x="3067050" y="4030663"/>
            <a:ext cx="485775" cy="298450"/>
          </a:xfrm>
          <a:custGeom>
            <a:avLst/>
            <a:gdLst>
              <a:gd name="T0" fmla="*/ 2147483646 w 306"/>
              <a:gd name="T1" fmla="*/ 2147483646 h 188"/>
              <a:gd name="T2" fmla="*/ 2147483646 w 306"/>
              <a:gd name="T3" fmla="*/ 2147483646 h 188"/>
              <a:gd name="T4" fmla="*/ 2147483646 w 306"/>
              <a:gd name="T5" fmla="*/ 0 h 188"/>
              <a:gd name="T6" fmla="*/ 2147483646 w 306"/>
              <a:gd name="T7" fmla="*/ 0 h 188"/>
              <a:gd name="T8" fmla="*/ 0 w 306"/>
              <a:gd name="T9" fmla="*/ 2147483646 h 188"/>
              <a:gd name="T10" fmla="*/ 0 w 306"/>
              <a:gd name="T11" fmla="*/ 2147483646 h 188"/>
              <a:gd name="T12" fmla="*/ 2147483646 w 306"/>
              <a:gd name="T13" fmla="*/ 2147483646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06" h="188">
                <a:moveTo>
                  <a:pt x="297" y="188"/>
                </a:moveTo>
                <a:lnTo>
                  <a:pt x="306" y="172"/>
                </a:lnTo>
                <a:lnTo>
                  <a:pt x="9" y="0"/>
                </a:lnTo>
                <a:lnTo>
                  <a:pt x="0" y="17"/>
                </a:lnTo>
                <a:lnTo>
                  <a:pt x="297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23" name="Freeform 114"/>
          <p:cNvSpPr>
            <a:spLocks/>
          </p:cNvSpPr>
          <p:nvPr/>
        </p:nvSpPr>
        <p:spPr bwMode="auto">
          <a:xfrm>
            <a:off x="2552700" y="3811588"/>
            <a:ext cx="528638" cy="246062"/>
          </a:xfrm>
          <a:custGeom>
            <a:avLst/>
            <a:gdLst>
              <a:gd name="T0" fmla="*/ 2147483646 w 333"/>
              <a:gd name="T1" fmla="*/ 2147483646 h 155"/>
              <a:gd name="T2" fmla="*/ 2147483646 w 333"/>
              <a:gd name="T3" fmla="*/ 2147483646 h 155"/>
              <a:gd name="T4" fmla="*/ 2147483646 w 333"/>
              <a:gd name="T5" fmla="*/ 0 h 155"/>
              <a:gd name="T6" fmla="*/ 2147483646 w 333"/>
              <a:gd name="T7" fmla="*/ 0 h 155"/>
              <a:gd name="T8" fmla="*/ 0 w 333"/>
              <a:gd name="T9" fmla="*/ 2147483646 h 155"/>
              <a:gd name="T10" fmla="*/ 0 w 333"/>
              <a:gd name="T11" fmla="*/ 2147483646 h 155"/>
              <a:gd name="T12" fmla="*/ 2147483646 w 333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33" h="155">
                <a:moveTo>
                  <a:pt x="324" y="155"/>
                </a:moveTo>
                <a:lnTo>
                  <a:pt x="333" y="138"/>
                </a:lnTo>
                <a:lnTo>
                  <a:pt x="9" y="0"/>
                </a:lnTo>
                <a:lnTo>
                  <a:pt x="0" y="16"/>
                </a:lnTo>
                <a:lnTo>
                  <a:pt x="324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24" name="Freeform 115"/>
          <p:cNvSpPr>
            <a:spLocks/>
          </p:cNvSpPr>
          <p:nvPr/>
        </p:nvSpPr>
        <p:spPr bwMode="auto">
          <a:xfrm>
            <a:off x="2038350" y="3641725"/>
            <a:ext cx="528638" cy="195263"/>
          </a:xfrm>
          <a:custGeom>
            <a:avLst/>
            <a:gdLst>
              <a:gd name="T0" fmla="*/ 2147483646 w 333"/>
              <a:gd name="T1" fmla="*/ 2147483646 h 123"/>
              <a:gd name="T2" fmla="*/ 2147483646 w 333"/>
              <a:gd name="T3" fmla="*/ 2147483646 h 123"/>
              <a:gd name="T4" fmla="*/ 2147483646 w 333"/>
              <a:gd name="T5" fmla="*/ 0 h 123"/>
              <a:gd name="T6" fmla="*/ 0 w 333"/>
              <a:gd name="T7" fmla="*/ 2147483646 h 123"/>
              <a:gd name="T8" fmla="*/ 2147483646 w 333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3" h="123">
                <a:moveTo>
                  <a:pt x="324" y="123"/>
                </a:moveTo>
                <a:lnTo>
                  <a:pt x="333" y="107"/>
                </a:lnTo>
                <a:lnTo>
                  <a:pt x="9" y="0"/>
                </a:lnTo>
                <a:lnTo>
                  <a:pt x="0" y="17"/>
                </a:lnTo>
                <a:lnTo>
                  <a:pt x="324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25" name="Freeform 116"/>
          <p:cNvSpPr>
            <a:spLocks/>
          </p:cNvSpPr>
          <p:nvPr/>
        </p:nvSpPr>
        <p:spPr bwMode="auto">
          <a:xfrm>
            <a:off x="4953000" y="2747963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0 w 18"/>
              <a:gd name="T3" fmla="*/ 0 h 16"/>
              <a:gd name="T4" fmla="*/ 0 w 18"/>
              <a:gd name="T5" fmla="*/ 2147483646 h 16"/>
              <a:gd name="T6" fmla="*/ 0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9" y="0"/>
                </a:moveTo>
                <a:lnTo>
                  <a:pt x="0" y="0"/>
                </a:lnTo>
                <a:lnTo>
                  <a:pt x="0" y="8"/>
                </a:lnTo>
                <a:lnTo>
                  <a:pt x="9" y="16"/>
                </a:lnTo>
                <a:lnTo>
                  <a:pt x="9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26" name="Freeform 117"/>
          <p:cNvSpPr>
            <a:spLocks/>
          </p:cNvSpPr>
          <p:nvPr/>
        </p:nvSpPr>
        <p:spPr bwMode="auto">
          <a:xfrm>
            <a:off x="4895850" y="2552700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27" name="Freeform 118"/>
          <p:cNvSpPr>
            <a:spLocks/>
          </p:cNvSpPr>
          <p:nvPr/>
        </p:nvSpPr>
        <p:spPr bwMode="auto">
          <a:xfrm>
            <a:off x="4895850" y="2552700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28" name="Freeform 119"/>
          <p:cNvSpPr>
            <a:spLocks/>
          </p:cNvSpPr>
          <p:nvPr/>
        </p:nvSpPr>
        <p:spPr bwMode="auto">
          <a:xfrm>
            <a:off x="3981450" y="4419600"/>
            <a:ext cx="257175" cy="233363"/>
          </a:xfrm>
          <a:custGeom>
            <a:avLst/>
            <a:gdLst>
              <a:gd name="T0" fmla="*/ 0 w 162"/>
              <a:gd name="T1" fmla="*/ 2147483646 h 147"/>
              <a:gd name="T2" fmla="*/ 2147483646 w 162"/>
              <a:gd name="T3" fmla="*/ 2147483646 h 147"/>
              <a:gd name="T4" fmla="*/ 2147483646 w 162"/>
              <a:gd name="T5" fmla="*/ 2147483646 h 147"/>
              <a:gd name="T6" fmla="*/ 2147483646 w 162"/>
              <a:gd name="T7" fmla="*/ 2147483646 h 147"/>
              <a:gd name="T8" fmla="*/ 2147483646 w 162"/>
              <a:gd name="T9" fmla="*/ 0 h 147"/>
              <a:gd name="T10" fmla="*/ 2147483646 w 162"/>
              <a:gd name="T11" fmla="*/ 0 h 147"/>
              <a:gd name="T12" fmla="*/ 0 w 162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47">
                <a:moveTo>
                  <a:pt x="0" y="139"/>
                </a:moveTo>
                <a:lnTo>
                  <a:pt x="18" y="147"/>
                </a:lnTo>
                <a:lnTo>
                  <a:pt x="162" y="9"/>
                </a:lnTo>
                <a:lnTo>
                  <a:pt x="144" y="0"/>
                </a:lnTo>
                <a:lnTo>
                  <a:pt x="0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29" name="Freeform 120"/>
          <p:cNvSpPr>
            <a:spLocks/>
          </p:cNvSpPr>
          <p:nvPr/>
        </p:nvSpPr>
        <p:spPr bwMode="auto">
          <a:xfrm>
            <a:off x="4210050" y="4200525"/>
            <a:ext cx="228600" cy="233363"/>
          </a:xfrm>
          <a:custGeom>
            <a:avLst/>
            <a:gdLst>
              <a:gd name="T0" fmla="*/ 0 w 144"/>
              <a:gd name="T1" fmla="*/ 2147483646 h 147"/>
              <a:gd name="T2" fmla="*/ 2147483646 w 144"/>
              <a:gd name="T3" fmla="*/ 2147483646 h 147"/>
              <a:gd name="T4" fmla="*/ 2147483646 w 144"/>
              <a:gd name="T5" fmla="*/ 2147483646 h 147"/>
              <a:gd name="T6" fmla="*/ 2147483646 w 144"/>
              <a:gd name="T7" fmla="*/ 2147483646 h 147"/>
              <a:gd name="T8" fmla="*/ 2147483646 w 144"/>
              <a:gd name="T9" fmla="*/ 0 h 147"/>
              <a:gd name="T10" fmla="*/ 2147483646 w 144"/>
              <a:gd name="T11" fmla="*/ 0 h 147"/>
              <a:gd name="T12" fmla="*/ 0 w 144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47">
                <a:moveTo>
                  <a:pt x="0" y="138"/>
                </a:moveTo>
                <a:lnTo>
                  <a:pt x="18" y="147"/>
                </a:lnTo>
                <a:lnTo>
                  <a:pt x="144" y="8"/>
                </a:lnTo>
                <a:lnTo>
                  <a:pt x="126" y="0"/>
                </a:lnTo>
                <a:lnTo>
                  <a:pt x="0" y="13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30" name="Freeform 121"/>
          <p:cNvSpPr>
            <a:spLocks/>
          </p:cNvSpPr>
          <p:nvPr/>
        </p:nvSpPr>
        <p:spPr bwMode="auto">
          <a:xfrm>
            <a:off x="4410075" y="3967163"/>
            <a:ext cx="200025" cy="246062"/>
          </a:xfrm>
          <a:custGeom>
            <a:avLst/>
            <a:gdLst>
              <a:gd name="T0" fmla="*/ 0 w 126"/>
              <a:gd name="T1" fmla="*/ 2147483646 h 155"/>
              <a:gd name="T2" fmla="*/ 2147483646 w 126"/>
              <a:gd name="T3" fmla="*/ 2147483646 h 155"/>
              <a:gd name="T4" fmla="*/ 2147483646 w 126"/>
              <a:gd name="T5" fmla="*/ 2147483646 h 155"/>
              <a:gd name="T6" fmla="*/ 2147483646 w 126"/>
              <a:gd name="T7" fmla="*/ 2147483646 h 155"/>
              <a:gd name="T8" fmla="*/ 2147483646 w 126"/>
              <a:gd name="T9" fmla="*/ 0 h 155"/>
              <a:gd name="T10" fmla="*/ 2147483646 w 126"/>
              <a:gd name="T11" fmla="*/ 0 h 155"/>
              <a:gd name="T12" fmla="*/ 0 w 126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" h="155">
                <a:moveTo>
                  <a:pt x="0" y="147"/>
                </a:moveTo>
                <a:lnTo>
                  <a:pt x="18" y="155"/>
                </a:lnTo>
                <a:lnTo>
                  <a:pt x="126" y="8"/>
                </a:lnTo>
                <a:lnTo>
                  <a:pt x="108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31" name="Freeform 122"/>
          <p:cNvSpPr>
            <a:spLocks/>
          </p:cNvSpPr>
          <p:nvPr/>
        </p:nvSpPr>
        <p:spPr bwMode="auto">
          <a:xfrm>
            <a:off x="4581525" y="3733800"/>
            <a:ext cx="171450" cy="246063"/>
          </a:xfrm>
          <a:custGeom>
            <a:avLst/>
            <a:gdLst>
              <a:gd name="T0" fmla="*/ 0 w 108"/>
              <a:gd name="T1" fmla="*/ 2147483646 h 155"/>
              <a:gd name="T2" fmla="*/ 2147483646 w 108"/>
              <a:gd name="T3" fmla="*/ 2147483646 h 155"/>
              <a:gd name="T4" fmla="*/ 2147483646 w 108"/>
              <a:gd name="T5" fmla="*/ 2147483646 h 155"/>
              <a:gd name="T6" fmla="*/ 2147483646 w 108"/>
              <a:gd name="T7" fmla="*/ 2147483646 h 155"/>
              <a:gd name="T8" fmla="*/ 2147483646 w 108"/>
              <a:gd name="T9" fmla="*/ 0 h 155"/>
              <a:gd name="T10" fmla="*/ 2147483646 w 108"/>
              <a:gd name="T11" fmla="*/ 0 h 155"/>
              <a:gd name="T12" fmla="*/ 0 w 108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8" h="155">
                <a:moveTo>
                  <a:pt x="0" y="147"/>
                </a:moveTo>
                <a:lnTo>
                  <a:pt x="18" y="155"/>
                </a:lnTo>
                <a:lnTo>
                  <a:pt x="108" y="8"/>
                </a:lnTo>
                <a:lnTo>
                  <a:pt x="90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32" name="Freeform 123"/>
          <p:cNvSpPr>
            <a:spLocks/>
          </p:cNvSpPr>
          <p:nvPr/>
        </p:nvSpPr>
        <p:spPr bwMode="auto">
          <a:xfrm>
            <a:off x="4724400" y="3500438"/>
            <a:ext cx="128588" cy="246062"/>
          </a:xfrm>
          <a:custGeom>
            <a:avLst/>
            <a:gdLst>
              <a:gd name="T0" fmla="*/ 0 w 81"/>
              <a:gd name="T1" fmla="*/ 2147483646 h 155"/>
              <a:gd name="T2" fmla="*/ 2147483646 w 81"/>
              <a:gd name="T3" fmla="*/ 2147483646 h 155"/>
              <a:gd name="T4" fmla="*/ 2147483646 w 81"/>
              <a:gd name="T5" fmla="*/ 2147483646 h 155"/>
              <a:gd name="T6" fmla="*/ 2147483646 w 81"/>
              <a:gd name="T7" fmla="*/ 2147483646 h 155"/>
              <a:gd name="T8" fmla="*/ 2147483646 w 81"/>
              <a:gd name="T9" fmla="*/ 0 h 155"/>
              <a:gd name="T10" fmla="*/ 2147483646 w 81"/>
              <a:gd name="T11" fmla="*/ 0 h 155"/>
              <a:gd name="T12" fmla="*/ 0 w 81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1" h="155">
                <a:moveTo>
                  <a:pt x="0" y="147"/>
                </a:moveTo>
                <a:lnTo>
                  <a:pt x="18" y="155"/>
                </a:lnTo>
                <a:lnTo>
                  <a:pt x="81" y="8"/>
                </a:lnTo>
                <a:lnTo>
                  <a:pt x="63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33" name="Freeform 124"/>
          <p:cNvSpPr>
            <a:spLocks/>
          </p:cNvSpPr>
          <p:nvPr/>
        </p:nvSpPr>
        <p:spPr bwMode="auto">
          <a:xfrm>
            <a:off x="4824413" y="3252788"/>
            <a:ext cx="100012" cy="260350"/>
          </a:xfrm>
          <a:custGeom>
            <a:avLst/>
            <a:gdLst>
              <a:gd name="T0" fmla="*/ 0 w 63"/>
              <a:gd name="T1" fmla="*/ 2147483646 h 164"/>
              <a:gd name="T2" fmla="*/ 2147483646 w 63"/>
              <a:gd name="T3" fmla="*/ 2147483646 h 164"/>
              <a:gd name="T4" fmla="*/ 2147483646 w 63"/>
              <a:gd name="T5" fmla="*/ 2147483646 h 164"/>
              <a:gd name="T6" fmla="*/ 2147483646 w 63"/>
              <a:gd name="T7" fmla="*/ 0 h 164"/>
              <a:gd name="T8" fmla="*/ 2147483646 w 63"/>
              <a:gd name="T9" fmla="*/ 0 h 164"/>
              <a:gd name="T10" fmla="*/ 2147483646 w 63"/>
              <a:gd name="T11" fmla="*/ 0 h 164"/>
              <a:gd name="T12" fmla="*/ 0 w 63"/>
              <a:gd name="T13" fmla="*/ 2147483646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3" h="164">
                <a:moveTo>
                  <a:pt x="0" y="156"/>
                </a:moveTo>
                <a:lnTo>
                  <a:pt x="18" y="164"/>
                </a:lnTo>
                <a:lnTo>
                  <a:pt x="63" y="9"/>
                </a:lnTo>
                <a:lnTo>
                  <a:pt x="63" y="0"/>
                </a:lnTo>
                <a:lnTo>
                  <a:pt x="45" y="0"/>
                </a:lnTo>
                <a:lnTo>
                  <a:pt x="0" y="15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34" name="Freeform 125"/>
          <p:cNvSpPr>
            <a:spLocks/>
          </p:cNvSpPr>
          <p:nvPr/>
        </p:nvSpPr>
        <p:spPr bwMode="auto">
          <a:xfrm>
            <a:off x="4895850" y="3006725"/>
            <a:ext cx="71438" cy="246063"/>
          </a:xfrm>
          <a:custGeom>
            <a:avLst/>
            <a:gdLst>
              <a:gd name="T0" fmla="*/ 0 w 45"/>
              <a:gd name="T1" fmla="*/ 2147483646 h 155"/>
              <a:gd name="T2" fmla="*/ 2147483646 w 45"/>
              <a:gd name="T3" fmla="*/ 2147483646 h 155"/>
              <a:gd name="T4" fmla="*/ 2147483646 w 45"/>
              <a:gd name="T5" fmla="*/ 0 h 155"/>
              <a:gd name="T6" fmla="*/ 2147483646 w 45"/>
              <a:gd name="T7" fmla="*/ 0 h 155"/>
              <a:gd name="T8" fmla="*/ 2147483646 w 45"/>
              <a:gd name="T9" fmla="*/ 0 h 155"/>
              <a:gd name="T10" fmla="*/ 2147483646 w 45"/>
              <a:gd name="T11" fmla="*/ 0 h 155"/>
              <a:gd name="T12" fmla="*/ 0 w 45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5" h="155">
                <a:moveTo>
                  <a:pt x="0" y="155"/>
                </a:moveTo>
                <a:lnTo>
                  <a:pt x="18" y="155"/>
                </a:lnTo>
                <a:lnTo>
                  <a:pt x="45" y="0"/>
                </a:lnTo>
                <a:lnTo>
                  <a:pt x="27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35" name="Rectangle 126"/>
          <p:cNvSpPr>
            <a:spLocks noChangeArrowheads="1"/>
          </p:cNvSpPr>
          <p:nvPr/>
        </p:nvSpPr>
        <p:spPr bwMode="auto">
          <a:xfrm>
            <a:off x="4938713" y="2747963"/>
            <a:ext cx="28575" cy="2587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136" name="Freeform 127"/>
          <p:cNvSpPr>
            <a:spLocks/>
          </p:cNvSpPr>
          <p:nvPr/>
        </p:nvSpPr>
        <p:spPr bwMode="auto">
          <a:xfrm>
            <a:off x="6938963" y="5199063"/>
            <a:ext cx="14287" cy="12700"/>
          </a:xfrm>
          <a:custGeom>
            <a:avLst/>
            <a:gdLst>
              <a:gd name="T0" fmla="*/ 0 w 9"/>
              <a:gd name="T1" fmla="*/ 2147483646 h 8"/>
              <a:gd name="T2" fmla="*/ 2147483646 w 9"/>
              <a:gd name="T3" fmla="*/ 2147483646 h 8"/>
              <a:gd name="T4" fmla="*/ 2147483646 w 9"/>
              <a:gd name="T5" fmla="*/ 2147483646 h 8"/>
              <a:gd name="T6" fmla="*/ 2147483646 w 9"/>
              <a:gd name="T7" fmla="*/ 0 h 8"/>
              <a:gd name="T8" fmla="*/ 2147483646 w 9"/>
              <a:gd name="T9" fmla="*/ 0 h 8"/>
              <a:gd name="T10" fmla="*/ 0 w 9"/>
              <a:gd name="T11" fmla="*/ 0 h 8"/>
              <a:gd name="T12" fmla="*/ 0 w 9"/>
              <a:gd name="T13" fmla="*/ 0 h 8"/>
              <a:gd name="T14" fmla="*/ 0 w 9"/>
              <a:gd name="T15" fmla="*/ 2147483646 h 8"/>
              <a:gd name="T16" fmla="*/ 0 w 9"/>
              <a:gd name="T17" fmla="*/ 2147483646 h 8"/>
              <a:gd name="T18" fmla="*/ 0 w 9"/>
              <a:gd name="T19" fmla="*/ 2147483646 h 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9" h="8">
                <a:moveTo>
                  <a:pt x="0" y="8"/>
                </a:moveTo>
                <a:lnTo>
                  <a:pt x="9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37" name="Freeform 128"/>
          <p:cNvSpPr>
            <a:spLocks/>
          </p:cNvSpPr>
          <p:nvPr/>
        </p:nvSpPr>
        <p:spPr bwMode="auto">
          <a:xfrm>
            <a:off x="6881813" y="5199063"/>
            <a:ext cx="114300" cy="193675"/>
          </a:xfrm>
          <a:custGeom>
            <a:avLst/>
            <a:gdLst>
              <a:gd name="T0" fmla="*/ 2147483646 w 72"/>
              <a:gd name="T1" fmla="*/ 2147483646 h 122"/>
              <a:gd name="T2" fmla="*/ 2147483646 w 72"/>
              <a:gd name="T3" fmla="*/ 2147483646 h 122"/>
              <a:gd name="T4" fmla="*/ 0 w 72"/>
              <a:gd name="T5" fmla="*/ 2147483646 h 122"/>
              <a:gd name="T6" fmla="*/ 0 w 72"/>
              <a:gd name="T7" fmla="*/ 0 h 122"/>
              <a:gd name="T8" fmla="*/ 2147483646 w 72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38" name="Freeform 129"/>
          <p:cNvSpPr>
            <a:spLocks/>
          </p:cNvSpPr>
          <p:nvPr/>
        </p:nvSpPr>
        <p:spPr bwMode="auto">
          <a:xfrm>
            <a:off x="6881813" y="5199063"/>
            <a:ext cx="114300" cy="193675"/>
          </a:xfrm>
          <a:custGeom>
            <a:avLst/>
            <a:gdLst>
              <a:gd name="T0" fmla="*/ 2147483646 w 72"/>
              <a:gd name="T1" fmla="*/ 2147483646 h 122"/>
              <a:gd name="T2" fmla="*/ 2147483646 w 72"/>
              <a:gd name="T3" fmla="*/ 2147483646 h 122"/>
              <a:gd name="T4" fmla="*/ 0 w 72"/>
              <a:gd name="T5" fmla="*/ 2147483646 h 122"/>
              <a:gd name="T6" fmla="*/ 0 w 72"/>
              <a:gd name="T7" fmla="*/ 0 h 122"/>
              <a:gd name="T8" fmla="*/ 2147483646 w 72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39" name="Freeform 130"/>
          <p:cNvSpPr>
            <a:spLocks/>
          </p:cNvSpPr>
          <p:nvPr/>
        </p:nvSpPr>
        <p:spPr bwMode="auto">
          <a:xfrm>
            <a:off x="7010400" y="2825750"/>
            <a:ext cx="114300" cy="311150"/>
          </a:xfrm>
          <a:custGeom>
            <a:avLst/>
            <a:gdLst>
              <a:gd name="T0" fmla="*/ 2147483646 w 72"/>
              <a:gd name="T1" fmla="*/ 0 h 196"/>
              <a:gd name="T2" fmla="*/ 0 w 72"/>
              <a:gd name="T3" fmla="*/ 2147483646 h 196"/>
              <a:gd name="T4" fmla="*/ 2147483646 w 72"/>
              <a:gd name="T5" fmla="*/ 2147483646 h 196"/>
              <a:gd name="T6" fmla="*/ 2147483646 w 72"/>
              <a:gd name="T7" fmla="*/ 2147483646 h 196"/>
              <a:gd name="T8" fmla="*/ 2147483646 w 72"/>
              <a:gd name="T9" fmla="*/ 2147483646 h 196"/>
              <a:gd name="T10" fmla="*/ 2147483646 w 72"/>
              <a:gd name="T11" fmla="*/ 2147483646 h 196"/>
              <a:gd name="T12" fmla="*/ 2147483646 w 72"/>
              <a:gd name="T13" fmla="*/ 0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2" h="196">
                <a:moveTo>
                  <a:pt x="18" y="0"/>
                </a:moveTo>
                <a:lnTo>
                  <a:pt x="0" y="8"/>
                </a:lnTo>
                <a:lnTo>
                  <a:pt x="54" y="196"/>
                </a:lnTo>
                <a:lnTo>
                  <a:pt x="54" y="188"/>
                </a:lnTo>
                <a:lnTo>
                  <a:pt x="72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40" name="Freeform 131"/>
          <p:cNvSpPr>
            <a:spLocks/>
          </p:cNvSpPr>
          <p:nvPr/>
        </p:nvSpPr>
        <p:spPr bwMode="auto">
          <a:xfrm>
            <a:off x="7096125" y="3124200"/>
            <a:ext cx="85725" cy="298450"/>
          </a:xfrm>
          <a:custGeom>
            <a:avLst/>
            <a:gdLst>
              <a:gd name="T0" fmla="*/ 2147483646 w 54"/>
              <a:gd name="T1" fmla="*/ 0 h 188"/>
              <a:gd name="T2" fmla="*/ 0 w 54"/>
              <a:gd name="T3" fmla="*/ 0 h 188"/>
              <a:gd name="T4" fmla="*/ 2147483646 w 54"/>
              <a:gd name="T5" fmla="*/ 2147483646 h 188"/>
              <a:gd name="T6" fmla="*/ 2147483646 w 54"/>
              <a:gd name="T7" fmla="*/ 2147483646 h 188"/>
              <a:gd name="T8" fmla="*/ 2147483646 w 54"/>
              <a:gd name="T9" fmla="*/ 2147483646 h 188"/>
              <a:gd name="T10" fmla="*/ 2147483646 w 54"/>
              <a:gd name="T11" fmla="*/ 2147483646 h 188"/>
              <a:gd name="T12" fmla="*/ 2147483646 w 54"/>
              <a:gd name="T13" fmla="*/ 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4" h="188">
                <a:moveTo>
                  <a:pt x="18" y="0"/>
                </a:moveTo>
                <a:lnTo>
                  <a:pt x="0" y="0"/>
                </a:lnTo>
                <a:lnTo>
                  <a:pt x="36" y="188"/>
                </a:lnTo>
                <a:lnTo>
                  <a:pt x="54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41" name="Freeform 132"/>
          <p:cNvSpPr>
            <a:spLocks/>
          </p:cNvSpPr>
          <p:nvPr/>
        </p:nvSpPr>
        <p:spPr bwMode="auto">
          <a:xfrm>
            <a:off x="7153275" y="3422650"/>
            <a:ext cx="42863" cy="595313"/>
          </a:xfrm>
          <a:custGeom>
            <a:avLst/>
            <a:gdLst>
              <a:gd name="T0" fmla="*/ 2147483646 w 27"/>
              <a:gd name="T1" fmla="*/ 0 h 375"/>
              <a:gd name="T2" fmla="*/ 0 w 27"/>
              <a:gd name="T3" fmla="*/ 0 h 375"/>
              <a:gd name="T4" fmla="*/ 2147483646 w 27"/>
              <a:gd name="T5" fmla="*/ 2147483646 h 375"/>
              <a:gd name="T6" fmla="*/ 2147483646 w 27"/>
              <a:gd name="T7" fmla="*/ 2147483646 h 375"/>
              <a:gd name="T8" fmla="*/ 2147483646 w 27"/>
              <a:gd name="T9" fmla="*/ 2147483646 h 375"/>
              <a:gd name="T10" fmla="*/ 2147483646 w 27"/>
              <a:gd name="T11" fmla="*/ 2147483646 h 375"/>
              <a:gd name="T12" fmla="*/ 2147483646 w 27"/>
              <a:gd name="T13" fmla="*/ 0 h 3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" h="375">
                <a:moveTo>
                  <a:pt x="18" y="0"/>
                </a:moveTo>
                <a:lnTo>
                  <a:pt x="0" y="0"/>
                </a:lnTo>
                <a:lnTo>
                  <a:pt x="9" y="375"/>
                </a:lnTo>
                <a:lnTo>
                  <a:pt x="27" y="37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42" name="Freeform 133"/>
          <p:cNvSpPr>
            <a:spLocks/>
          </p:cNvSpPr>
          <p:nvPr/>
        </p:nvSpPr>
        <p:spPr bwMode="auto">
          <a:xfrm>
            <a:off x="7096125" y="4017963"/>
            <a:ext cx="100013" cy="609600"/>
          </a:xfrm>
          <a:custGeom>
            <a:avLst/>
            <a:gdLst>
              <a:gd name="T0" fmla="*/ 2147483646 w 63"/>
              <a:gd name="T1" fmla="*/ 0 h 384"/>
              <a:gd name="T2" fmla="*/ 2147483646 w 63"/>
              <a:gd name="T3" fmla="*/ 0 h 384"/>
              <a:gd name="T4" fmla="*/ 0 w 63"/>
              <a:gd name="T5" fmla="*/ 2147483646 h 384"/>
              <a:gd name="T6" fmla="*/ 0 w 63"/>
              <a:gd name="T7" fmla="*/ 2147483646 h 384"/>
              <a:gd name="T8" fmla="*/ 2147483646 w 63"/>
              <a:gd name="T9" fmla="*/ 2147483646 h 384"/>
              <a:gd name="T10" fmla="*/ 2147483646 w 63"/>
              <a:gd name="T11" fmla="*/ 2147483646 h 384"/>
              <a:gd name="T12" fmla="*/ 2147483646 w 63"/>
              <a:gd name="T13" fmla="*/ 0 h 3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3" h="384">
                <a:moveTo>
                  <a:pt x="63" y="0"/>
                </a:moveTo>
                <a:lnTo>
                  <a:pt x="45" y="0"/>
                </a:lnTo>
                <a:lnTo>
                  <a:pt x="0" y="376"/>
                </a:lnTo>
                <a:lnTo>
                  <a:pt x="18" y="384"/>
                </a:lnTo>
                <a:lnTo>
                  <a:pt x="18" y="376"/>
                </a:lnTo>
                <a:lnTo>
                  <a:pt x="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43" name="Freeform 134"/>
          <p:cNvSpPr>
            <a:spLocks/>
          </p:cNvSpPr>
          <p:nvPr/>
        </p:nvSpPr>
        <p:spPr bwMode="auto">
          <a:xfrm>
            <a:off x="6924675" y="4614863"/>
            <a:ext cx="200025" cy="596900"/>
          </a:xfrm>
          <a:custGeom>
            <a:avLst/>
            <a:gdLst>
              <a:gd name="T0" fmla="*/ 2147483646 w 126"/>
              <a:gd name="T1" fmla="*/ 2147483646 h 376"/>
              <a:gd name="T2" fmla="*/ 2147483646 w 126"/>
              <a:gd name="T3" fmla="*/ 0 h 376"/>
              <a:gd name="T4" fmla="*/ 0 w 126"/>
              <a:gd name="T5" fmla="*/ 2147483646 h 376"/>
              <a:gd name="T6" fmla="*/ 2147483646 w 126"/>
              <a:gd name="T7" fmla="*/ 2147483646 h 376"/>
              <a:gd name="T8" fmla="*/ 2147483646 w 126"/>
              <a:gd name="T9" fmla="*/ 2147483646 h 3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6" h="376">
                <a:moveTo>
                  <a:pt x="126" y="8"/>
                </a:moveTo>
                <a:lnTo>
                  <a:pt x="108" y="0"/>
                </a:lnTo>
                <a:lnTo>
                  <a:pt x="0" y="368"/>
                </a:lnTo>
                <a:lnTo>
                  <a:pt x="18" y="376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44" name="Oval 135"/>
          <p:cNvSpPr>
            <a:spLocks noChangeArrowheads="1"/>
          </p:cNvSpPr>
          <p:nvPr/>
        </p:nvSpPr>
        <p:spPr bwMode="auto">
          <a:xfrm>
            <a:off x="6624638" y="2592388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145" name="Oval 136"/>
          <p:cNvSpPr>
            <a:spLocks noChangeArrowheads="1"/>
          </p:cNvSpPr>
          <p:nvPr/>
        </p:nvSpPr>
        <p:spPr bwMode="auto">
          <a:xfrm>
            <a:off x="6624638" y="2593975"/>
            <a:ext cx="800100" cy="436563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146" name="Rectangle 137"/>
          <p:cNvSpPr>
            <a:spLocks noChangeArrowheads="1"/>
          </p:cNvSpPr>
          <p:nvPr/>
        </p:nvSpPr>
        <p:spPr bwMode="auto">
          <a:xfrm>
            <a:off x="6796088" y="2708275"/>
            <a:ext cx="40716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JFK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3147" name="Freeform 138"/>
          <p:cNvSpPr>
            <a:spLocks/>
          </p:cNvSpPr>
          <p:nvPr/>
        </p:nvSpPr>
        <p:spPr bwMode="auto">
          <a:xfrm>
            <a:off x="4424363" y="4964113"/>
            <a:ext cx="28575" cy="26987"/>
          </a:xfrm>
          <a:custGeom>
            <a:avLst/>
            <a:gdLst>
              <a:gd name="T0" fmla="*/ 2147483646 w 18"/>
              <a:gd name="T1" fmla="*/ 0 h 17"/>
              <a:gd name="T2" fmla="*/ 0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2147483646 h 17"/>
              <a:gd name="T10" fmla="*/ 2147483646 w 18"/>
              <a:gd name="T11" fmla="*/ 2147483646 h 17"/>
              <a:gd name="T12" fmla="*/ 2147483646 w 18"/>
              <a:gd name="T13" fmla="*/ 0 h 17"/>
              <a:gd name="T14" fmla="*/ 2147483646 w 18"/>
              <a:gd name="T15" fmla="*/ 0 h 17"/>
              <a:gd name="T16" fmla="*/ 2147483646 w 18"/>
              <a:gd name="T17" fmla="*/ 0 h 17"/>
              <a:gd name="T18" fmla="*/ 2147483646 w 18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7">
                <a:moveTo>
                  <a:pt x="9" y="0"/>
                </a:move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48" name="Freeform 139"/>
          <p:cNvSpPr>
            <a:spLocks/>
          </p:cNvSpPr>
          <p:nvPr/>
        </p:nvSpPr>
        <p:spPr bwMode="auto">
          <a:xfrm>
            <a:off x="4295775" y="4822825"/>
            <a:ext cx="185738" cy="180975"/>
          </a:xfrm>
          <a:custGeom>
            <a:avLst/>
            <a:gdLst>
              <a:gd name="T0" fmla="*/ 2147483646 w 117"/>
              <a:gd name="T1" fmla="*/ 2147483646 h 114"/>
              <a:gd name="T2" fmla="*/ 2147483646 w 117"/>
              <a:gd name="T3" fmla="*/ 2147483646 h 114"/>
              <a:gd name="T4" fmla="*/ 0 w 117"/>
              <a:gd name="T5" fmla="*/ 0 h 114"/>
              <a:gd name="T6" fmla="*/ 2147483646 w 117"/>
              <a:gd name="T7" fmla="*/ 2147483646 h 114"/>
              <a:gd name="T8" fmla="*/ 2147483646 w 117"/>
              <a:gd name="T9" fmla="*/ 2147483646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49" name="Freeform 140"/>
          <p:cNvSpPr>
            <a:spLocks/>
          </p:cNvSpPr>
          <p:nvPr/>
        </p:nvSpPr>
        <p:spPr bwMode="auto">
          <a:xfrm>
            <a:off x="4295775" y="4822825"/>
            <a:ext cx="185738" cy="180975"/>
          </a:xfrm>
          <a:custGeom>
            <a:avLst/>
            <a:gdLst>
              <a:gd name="T0" fmla="*/ 2147483646 w 117"/>
              <a:gd name="T1" fmla="*/ 2147483646 h 114"/>
              <a:gd name="T2" fmla="*/ 2147483646 w 117"/>
              <a:gd name="T3" fmla="*/ 2147483646 h 114"/>
              <a:gd name="T4" fmla="*/ 0 w 117"/>
              <a:gd name="T5" fmla="*/ 0 h 114"/>
              <a:gd name="T6" fmla="*/ 2147483646 w 117"/>
              <a:gd name="T7" fmla="*/ 2147483646 h 114"/>
              <a:gd name="T8" fmla="*/ 2147483646 w 117"/>
              <a:gd name="T9" fmla="*/ 2147483646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50" name="Freeform 141"/>
          <p:cNvSpPr>
            <a:spLocks/>
          </p:cNvSpPr>
          <p:nvPr/>
        </p:nvSpPr>
        <p:spPr bwMode="auto">
          <a:xfrm>
            <a:off x="6510338" y="5626100"/>
            <a:ext cx="357187" cy="65088"/>
          </a:xfrm>
          <a:custGeom>
            <a:avLst/>
            <a:gdLst>
              <a:gd name="T0" fmla="*/ 2147483646 w 225"/>
              <a:gd name="T1" fmla="*/ 2147483646 h 41"/>
              <a:gd name="T2" fmla="*/ 2147483646 w 225"/>
              <a:gd name="T3" fmla="*/ 0 h 41"/>
              <a:gd name="T4" fmla="*/ 0 w 225"/>
              <a:gd name="T5" fmla="*/ 2147483646 h 41"/>
              <a:gd name="T6" fmla="*/ 0 w 225"/>
              <a:gd name="T7" fmla="*/ 2147483646 h 41"/>
              <a:gd name="T8" fmla="*/ 0 w 225"/>
              <a:gd name="T9" fmla="*/ 2147483646 h 41"/>
              <a:gd name="T10" fmla="*/ 0 w 225"/>
              <a:gd name="T11" fmla="*/ 2147483646 h 41"/>
              <a:gd name="T12" fmla="*/ 2147483646 w 225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41">
                <a:moveTo>
                  <a:pt x="225" y="16"/>
                </a:moveTo>
                <a:lnTo>
                  <a:pt x="225" y="0"/>
                </a:lnTo>
                <a:lnTo>
                  <a:pt x="0" y="25"/>
                </a:lnTo>
                <a:lnTo>
                  <a:pt x="0" y="4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51" name="Freeform 142"/>
          <p:cNvSpPr>
            <a:spLocks/>
          </p:cNvSpPr>
          <p:nvPr/>
        </p:nvSpPr>
        <p:spPr bwMode="auto">
          <a:xfrm>
            <a:off x="6153150" y="5665788"/>
            <a:ext cx="357188" cy="25400"/>
          </a:xfrm>
          <a:custGeom>
            <a:avLst/>
            <a:gdLst>
              <a:gd name="T0" fmla="*/ 2147483646 w 225"/>
              <a:gd name="T1" fmla="*/ 2147483646 h 16"/>
              <a:gd name="T2" fmla="*/ 2147483646 w 225"/>
              <a:gd name="T3" fmla="*/ 0 h 16"/>
              <a:gd name="T4" fmla="*/ 0 w 225"/>
              <a:gd name="T5" fmla="*/ 0 h 16"/>
              <a:gd name="T6" fmla="*/ 0 w 225"/>
              <a:gd name="T7" fmla="*/ 0 h 16"/>
              <a:gd name="T8" fmla="*/ 0 w 225"/>
              <a:gd name="T9" fmla="*/ 2147483646 h 16"/>
              <a:gd name="T10" fmla="*/ 0 w 225"/>
              <a:gd name="T11" fmla="*/ 2147483646 h 16"/>
              <a:gd name="T12" fmla="*/ 2147483646 w 225"/>
              <a:gd name="T13" fmla="*/ 2147483646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16">
                <a:moveTo>
                  <a:pt x="225" y="16"/>
                </a:moveTo>
                <a:lnTo>
                  <a:pt x="225" y="0"/>
                </a:lnTo>
                <a:lnTo>
                  <a:pt x="0" y="0"/>
                </a:lnTo>
                <a:lnTo>
                  <a:pt x="0" y="16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52" name="Freeform 143"/>
          <p:cNvSpPr>
            <a:spLocks/>
          </p:cNvSpPr>
          <p:nvPr/>
        </p:nvSpPr>
        <p:spPr bwMode="auto">
          <a:xfrm>
            <a:off x="5810250" y="5626100"/>
            <a:ext cx="342900" cy="65088"/>
          </a:xfrm>
          <a:custGeom>
            <a:avLst/>
            <a:gdLst>
              <a:gd name="T0" fmla="*/ 2147483646 w 216"/>
              <a:gd name="T1" fmla="*/ 2147483646 h 41"/>
              <a:gd name="T2" fmla="*/ 2147483646 w 216"/>
              <a:gd name="T3" fmla="*/ 2147483646 h 41"/>
              <a:gd name="T4" fmla="*/ 0 w 216"/>
              <a:gd name="T5" fmla="*/ 0 h 41"/>
              <a:gd name="T6" fmla="*/ 0 w 216"/>
              <a:gd name="T7" fmla="*/ 0 h 41"/>
              <a:gd name="T8" fmla="*/ 0 w 216"/>
              <a:gd name="T9" fmla="*/ 2147483646 h 41"/>
              <a:gd name="T10" fmla="*/ 0 w 216"/>
              <a:gd name="T11" fmla="*/ 2147483646 h 41"/>
              <a:gd name="T12" fmla="*/ 2147483646 w 216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41">
                <a:moveTo>
                  <a:pt x="216" y="41"/>
                </a:moveTo>
                <a:lnTo>
                  <a:pt x="216" y="25"/>
                </a:lnTo>
                <a:lnTo>
                  <a:pt x="0" y="0"/>
                </a:lnTo>
                <a:lnTo>
                  <a:pt x="0" y="16"/>
                </a:lnTo>
                <a:lnTo>
                  <a:pt x="216" y="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53" name="Freeform 144"/>
          <p:cNvSpPr>
            <a:spLocks/>
          </p:cNvSpPr>
          <p:nvPr/>
        </p:nvSpPr>
        <p:spPr bwMode="auto">
          <a:xfrm>
            <a:off x="5481638" y="5561013"/>
            <a:ext cx="328612" cy="90487"/>
          </a:xfrm>
          <a:custGeom>
            <a:avLst/>
            <a:gdLst>
              <a:gd name="T0" fmla="*/ 2147483646 w 207"/>
              <a:gd name="T1" fmla="*/ 2147483646 h 57"/>
              <a:gd name="T2" fmla="*/ 2147483646 w 207"/>
              <a:gd name="T3" fmla="*/ 2147483646 h 57"/>
              <a:gd name="T4" fmla="*/ 0 w 207"/>
              <a:gd name="T5" fmla="*/ 0 h 57"/>
              <a:gd name="T6" fmla="*/ 2147483646 w 207"/>
              <a:gd name="T7" fmla="*/ 0 h 57"/>
              <a:gd name="T8" fmla="*/ 0 w 207"/>
              <a:gd name="T9" fmla="*/ 2147483646 h 57"/>
              <a:gd name="T10" fmla="*/ 0 w 207"/>
              <a:gd name="T11" fmla="*/ 2147483646 h 57"/>
              <a:gd name="T12" fmla="*/ 2147483646 w 207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7" h="57">
                <a:moveTo>
                  <a:pt x="207" y="57"/>
                </a:moveTo>
                <a:lnTo>
                  <a:pt x="207" y="41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07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54" name="Freeform 145"/>
          <p:cNvSpPr>
            <a:spLocks/>
          </p:cNvSpPr>
          <p:nvPr/>
        </p:nvSpPr>
        <p:spPr bwMode="auto">
          <a:xfrm>
            <a:off x="5181600" y="5457825"/>
            <a:ext cx="314325" cy="130175"/>
          </a:xfrm>
          <a:custGeom>
            <a:avLst/>
            <a:gdLst>
              <a:gd name="T0" fmla="*/ 2147483646 w 198"/>
              <a:gd name="T1" fmla="*/ 2147483646 h 82"/>
              <a:gd name="T2" fmla="*/ 2147483646 w 198"/>
              <a:gd name="T3" fmla="*/ 2147483646 h 82"/>
              <a:gd name="T4" fmla="*/ 2147483646 w 198"/>
              <a:gd name="T5" fmla="*/ 0 h 82"/>
              <a:gd name="T6" fmla="*/ 2147483646 w 198"/>
              <a:gd name="T7" fmla="*/ 0 h 82"/>
              <a:gd name="T8" fmla="*/ 0 w 198"/>
              <a:gd name="T9" fmla="*/ 2147483646 h 82"/>
              <a:gd name="T10" fmla="*/ 0 w 198"/>
              <a:gd name="T11" fmla="*/ 2147483646 h 82"/>
              <a:gd name="T12" fmla="*/ 2147483646 w 198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8" h="82">
                <a:moveTo>
                  <a:pt x="189" y="82"/>
                </a:moveTo>
                <a:lnTo>
                  <a:pt x="198" y="65"/>
                </a:lnTo>
                <a:lnTo>
                  <a:pt x="9" y="0"/>
                </a:lnTo>
                <a:lnTo>
                  <a:pt x="0" y="16"/>
                </a:lnTo>
                <a:lnTo>
                  <a:pt x="189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55" name="Freeform 146"/>
          <p:cNvSpPr>
            <a:spLocks/>
          </p:cNvSpPr>
          <p:nvPr/>
        </p:nvSpPr>
        <p:spPr bwMode="auto">
          <a:xfrm>
            <a:off x="4895850" y="5327650"/>
            <a:ext cx="300038" cy="155575"/>
          </a:xfrm>
          <a:custGeom>
            <a:avLst/>
            <a:gdLst>
              <a:gd name="T0" fmla="*/ 2147483646 w 189"/>
              <a:gd name="T1" fmla="*/ 2147483646 h 98"/>
              <a:gd name="T2" fmla="*/ 2147483646 w 189"/>
              <a:gd name="T3" fmla="*/ 2147483646 h 98"/>
              <a:gd name="T4" fmla="*/ 2147483646 w 189"/>
              <a:gd name="T5" fmla="*/ 0 h 98"/>
              <a:gd name="T6" fmla="*/ 2147483646 w 189"/>
              <a:gd name="T7" fmla="*/ 0 h 98"/>
              <a:gd name="T8" fmla="*/ 0 w 189"/>
              <a:gd name="T9" fmla="*/ 2147483646 h 98"/>
              <a:gd name="T10" fmla="*/ 0 w 189"/>
              <a:gd name="T11" fmla="*/ 2147483646 h 98"/>
              <a:gd name="T12" fmla="*/ 2147483646 w 189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98">
                <a:moveTo>
                  <a:pt x="180" y="98"/>
                </a:moveTo>
                <a:lnTo>
                  <a:pt x="189" y="82"/>
                </a:lnTo>
                <a:lnTo>
                  <a:pt x="9" y="0"/>
                </a:lnTo>
                <a:lnTo>
                  <a:pt x="0" y="17"/>
                </a:lnTo>
                <a:lnTo>
                  <a:pt x="180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56" name="Freeform 147"/>
          <p:cNvSpPr>
            <a:spLocks/>
          </p:cNvSpPr>
          <p:nvPr/>
        </p:nvSpPr>
        <p:spPr bwMode="auto">
          <a:xfrm>
            <a:off x="4638675" y="5159375"/>
            <a:ext cx="271463" cy="195263"/>
          </a:xfrm>
          <a:custGeom>
            <a:avLst/>
            <a:gdLst>
              <a:gd name="T0" fmla="*/ 2147483646 w 171"/>
              <a:gd name="T1" fmla="*/ 2147483646 h 123"/>
              <a:gd name="T2" fmla="*/ 2147483646 w 171"/>
              <a:gd name="T3" fmla="*/ 2147483646 h 123"/>
              <a:gd name="T4" fmla="*/ 2147483646 w 171"/>
              <a:gd name="T5" fmla="*/ 0 h 123"/>
              <a:gd name="T6" fmla="*/ 2147483646 w 171"/>
              <a:gd name="T7" fmla="*/ 2147483646 h 123"/>
              <a:gd name="T8" fmla="*/ 0 w 171"/>
              <a:gd name="T9" fmla="*/ 2147483646 h 123"/>
              <a:gd name="T10" fmla="*/ 2147483646 w 171"/>
              <a:gd name="T11" fmla="*/ 2147483646 h 123"/>
              <a:gd name="T12" fmla="*/ 2147483646 w 171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1" h="123">
                <a:moveTo>
                  <a:pt x="162" y="123"/>
                </a:moveTo>
                <a:lnTo>
                  <a:pt x="171" y="106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62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57" name="Freeform 148"/>
          <p:cNvSpPr>
            <a:spLocks/>
          </p:cNvSpPr>
          <p:nvPr/>
        </p:nvSpPr>
        <p:spPr bwMode="auto">
          <a:xfrm>
            <a:off x="4424363" y="4964113"/>
            <a:ext cx="242887" cy="220662"/>
          </a:xfrm>
          <a:custGeom>
            <a:avLst/>
            <a:gdLst>
              <a:gd name="T0" fmla="*/ 2147483646 w 153"/>
              <a:gd name="T1" fmla="*/ 2147483646 h 139"/>
              <a:gd name="T2" fmla="*/ 2147483646 w 153"/>
              <a:gd name="T3" fmla="*/ 2147483646 h 139"/>
              <a:gd name="T4" fmla="*/ 2147483646 w 153"/>
              <a:gd name="T5" fmla="*/ 0 h 139"/>
              <a:gd name="T6" fmla="*/ 0 w 153"/>
              <a:gd name="T7" fmla="*/ 2147483646 h 139"/>
              <a:gd name="T8" fmla="*/ 2147483646 w 153"/>
              <a:gd name="T9" fmla="*/ 2147483646 h 1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3" h="139">
                <a:moveTo>
                  <a:pt x="135" y="139"/>
                </a:moveTo>
                <a:lnTo>
                  <a:pt x="153" y="131"/>
                </a:lnTo>
                <a:lnTo>
                  <a:pt x="18" y="0"/>
                </a:lnTo>
                <a:lnTo>
                  <a:pt x="0" y="9"/>
                </a:lnTo>
                <a:lnTo>
                  <a:pt x="135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158" name="Oval 149"/>
          <p:cNvSpPr>
            <a:spLocks noChangeArrowheads="1"/>
          </p:cNvSpPr>
          <p:nvPr/>
        </p:nvSpPr>
        <p:spPr bwMode="auto">
          <a:xfrm>
            <a:off x="7210425" y="1503363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159" name="Oval 150"/>
          <p:cNvSpPr>
            <a:spLocks noChangeArrowheads="1"/>
          </p:cNvSpPr>
          <p:nvPr/>
        </p:nvSpPr>
        <p:spPr bwMode="auto">
          <a:xfrm>
            <a:off x="7210425" y="1504950"/>
            <a:ext cx="800100" cy="436563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160" name="Rectangle 151"/>
          <p:cNvSpPr>
            <a:spLocks noChangeArrowheads="1"/>
          </p:cNvSpPr>
          <p:nvPr/>
        </p:nvSpPr>
        <p:spPr bwMode="auto">
          <a:xfrm>
            <a:off x="7353300" y="1619250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BOS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3161" name="Oval 152"/>
          <p:cNvSpPr>
            <a:spLocks noChangeArrowheads="1"/>
          </p:cNvSpPr>
          <p:nvPr/>
        </p:nvSpPr>
        <p:spPr bwMode="auto">
          <a:xfrm>
            <a:off x="6467475" y="5418138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162" name="Oval 153"/>
          <p:cNvSpPr>
            <a:spLocks noChangeArrowheads="1"/>
          </p:cNvSpPr>
          <p:nvPr/>
        </p:nvSpPr>
        <p:spPr bwMode="auto">
          <a:xfrm>
            <a:off x="6467475" y="5421313"/>
            <a:ext cx="800100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163" name="Rectangle 154"/>
          <p:cNvSpPr>
            <a:spLocks noChangeArrowheads="1"/>
          </p:cNvSpPr>
          <p:nvPr/>
        </p:nvSpPr>
        <p:spPr bwMode="auto">
          <a:xfrm>
            <a:off x="6610350" y="5521325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MIA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3164" name="Oval 155"/>
          <p:cNvSpPr>
            <a:spLocks noChangeArrowheads="1"/>
          </p:cNvSpPr>
          <p:nvPr/>
        </p:nvSpPr>
        <p:spPr bwMode="auto">
          <a:xfrm>
            <a:off x="4552950" y="2085975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165" name="Oval 156"/>
          <p:cNvSpPr>
            <a:spLocks noChangeArrowheads="1"/>
          </p:cNvSpPr>
          <p:nvPr/>
        </p:nvSpPr>
        <p:spPr bwMode="auto">
          <a:xfrm>
            <a:off x="4552950" y="2089150"/>
            <a:ext cx="800100" cy="434975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166" name="Rectangle 157"/>
          <p:cNvSpPr>
            <a:spLocks noChangeArrowheads="1"/>
          </p:cNvSpPr>
          <p:nvPr/>
        </p:nvSpPr>
        <p:spPr bwMode="auto">
          <a:xfrm>
            <a:off x="4667250" y="2201863"/>
            <a:ext cx="54181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 b="1" dirty="0">
                <a:latin typeface="Times New Roman" panose="02020603050405020304" pitchFamily="18" charset="0"/>
              </a:rPr>
              <a:t>ORD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3167" name="Oval 158"/>
          <p:cNvSpPr>
            <a:spLocks noChangeArrowheads="1"/>
          </p:cNvSpPr>
          <p:nvPr/>
        </p:nvSpPr>
        <p:spPr bwMode="auto">
          <a:xfrm>
            <a:off x="1123950" y="4667250"/>
            <a:ext cx="800100" cy="43973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168" name="Oval 159"/>
          <p:cNvSpPr>
            <a:spLocks noChangeArrowheads="1"/>
          </p:cNvSpPr>
          <p:nvPr/>
        </p:nvSpPr>
        <p:spPr bwMode="auto">
          <a:xfrm>
            <a:off x="1123950" y="4668838"/>
            <a:ext cx="800100" cy="436562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169" name="Rectangle 160"/>
          <p:cNvSpPr>
            <a:spLocks noChangeArrowheads="1"/>
          </p:cNvSpPr>
          <p:nvPr/>
        </p:nvSpPr>
        <p:spPr bwMode="auto">
          <a:xfrm>
            <a:off x="1252538" y="4783138"/>
            <a:ext cx="50174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LAX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3170" name="Oval 161"/>
          <p:cNvSpPr>
            <a:spLocks noChangeArrowheads="1"/>
          </p:cNvSpPr>
          <p:nvPr/>
        </p:nvSpPr>
        <p:spPr bwMode="auto">
          <a:xfrm>
            <a:off x="3595688" y="4419600"/>
            <a:ext cx="814387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171" name="Oval 162"/>
          <p:cNvSpPr>
            <a:spLocks noChangeArrowheads="1"/>
          </p:cNvSpPr>
          <p:nvPr/>
        </p:nvSpPr>
        <p:spPr bwMode="auto">
          <a:xfrm>
            <a:off x="3595688" y="4422775"/>
            <a:ext cx="814387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172" name="Rectangle 163"/>
          <p:cNvSpPr>
            <a:spLocks noChangeArrowheads="1"/>
          </p:cNvSpPr>
          <p:nvPr/>
        </p:nvSpPr>
        <p:spPr bwMode="auto">
          <a:xfrm>
            <a:off x="3709988" y="4537075"/>
            <a:ext cx="54181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DFW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3173" name="Oval 164"/>
          <p:cNvSpPr>
            <a:spLocks noChangeArrowheads="1"/>
          </p:cNvSpPr>
          <p:nvPr/>
        </p:nvSpPr>
        <p:spPr bwMode="auto">
          <a:xfrm>
            <a:off x="938213" y="3370263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174" name="Oval 165"/>
          <p:cNvSpPr>
            <a:spLocks noChangeArrowheads="1"/>
          </p:cNvSpPr>
          <p:nvPr/>
        </p:nvSpPr>
        <p:spPr bwMode="auto">
          <a:xfrm>
            <a:off x="938213" y="3373438"/>
            <a:ext cx="800100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175" name="Rectangle 166"/>
          <p:cNvSpPr>
            <a:spLocks noChangeArrowheads="1"/>
          </p:cNvSpPr>
          <p:nvPr/>
        </p:nvSpPr>
        <p:spPr bwMode="auto">
          <a:xfrm>
            <a:off x="1081088" y="3486150"/>
            <a:ext cx="448841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 dirty="0">
                <a:latin typeface="Times New Roman" panose="02020603050405020304" pitchFamily="18" charset="0"/>
              </a:rPr>
              <a:t>SFO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3176" name="Rectangle 167"/>
          <p:cNvSpPr>
            <a:spLocks noChangeArrowheads="1"/>
          </p:cNvSpPr>
          <p:nvPr/>
        </p:nvSpPr>
        <p:spPr bwMode="auto">
          <a:xfrm>
            <a:off x="866775" y="2890838"/>
            <a:ext cx="400050" cy="349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177" name="Rectangle 168"/>
          <p:cNvSpPr>
            <a:spLocks noChangeArrowheads="1"/>
          </p:cNvSpPr>
          <p:nvPr/>
        </p:nvSpPr>
        <p:spPr bwMode="auto">
          <a:xfrm>
            <a:off x="838200" y="2916238"/>
            <a:ext cx="385763" cy="350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178" name="Rectangle 169"/>
          <p:cNvSpPr>
            <a:spLocks noChangeArrowheads="1"/>
          </p:cNvSpPr>
          <p:nvPr/>
        </p:nvSpPr>
        <p:spPr bwMode="auto">
          <a:xfrm>
            <a:off x="838200" y="2917825"/>
            <a:ext cx="385763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179" name="Rectangle 170"/>
          <p:cNvSpPr>
            <a:spLocks noChangeArrowheads="1"/>
          </p:cNvSpPr>
          <p:nvPr/>
        </p:nvSpPr>
        <p:spPr bwMode="auto">
          <a:xfrm>
            <a:off x="909638" y="2878138"/>
            <a:ext cx="1349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3180" name="Rectangle 171"/>
          <p:cNvSpPr>
            <a:spLocks noChangeArrowheads="1"/>
          </p:cNvSpPr>
          <p:nvPr/>
        </p:nvSpPr>
        <p:spPr bwMode="auto">
          <a:xfrm>
            <a:off x="1052513" y="3033713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3181" name="Rectangle 172"/>
          <p:cNvSpPr>
            <a:spLocks noChangeArrowheads="1"/>
          </p:cNvSpPr>
          <p:nvPr/>
        </p:nvSpPr>
        <p:spPr bwMode="auto">
          <a:xfrm>
            <a:off x="881063" y="5199063"/>
            <a:ext cx="400050" cy="349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182" name="Rectangle 173"/>
          <p:cNvSpPr>
            <a:spLocks noChangeArrowheads="1"/>
          </p:cNvSpPr>
          <p:nvPr/>
        </p:nvSpPr>
        <p:spPr bwMode="auto">
          <a:xfrm>
            <a:off x="852488" y="522446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183" name="Rectangle 174"/>
          <p:cNvSpPr>
            <a:spLocks noChangeArrowheads="1"/>
          </p:cNvSpPr>
          <p:nvPr/>
        </p:nvSpPr>
        <p:spPr bwMode="auto">
          <a:xfrm>
            <a:off x="852488" y="5226050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184" name="Rectangle 175"/>
          <p:cNvSpPr>
            <a:spLocks noChangeArrowheads="1"/>
          </p:cNvSpPr>
          <p:nvPr/>
        </p:nvSpPr>
        <p:spPr bwMode="auto">
          <a:xfrm>
            <a:off x="923925" y="5186363"/>
            <a:ext cx="1349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3185" name="Rectangle 176"/>
          <p:cNvSpPr>
            <a:spLocks noChangeArrowheads="1"/>
          </p:cNvSpPr>
          <p:nvPr/>
        </p:nvSpPr>
        <p:spPr bwMode="auto">
          <a:xfrm>
            <a:off x="1066800" y="53419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3186" name="Rectangle 177"/>
          <p:cNvSpPr>
            <a:spLocks noChangeArrowheads="1"/>
          </p:cNvSpPr>
          <p:nvPr/>
        </p:nvSpPr>
        <p:spPr bwMode="auto">
          <a:xfrm>
            <a:off x="3652838" y="4978400"/>
            <a:ext cx="400050" cy="3619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187" name="Rectangle 178"/>
          <p:cNvSpPr>
            <a:spLocks noChangeArrowheads="1"/>
          </p:cNvSpPr>
          <p:nvPr/>
        </p:nvSpPr>
        <p:spPr bwMode="auto">
          <a:xfrm>
            <a:off x="3609975" y="5003800"/>
            <a:ext cx="400050" cy="363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188" name="Rectangle 179"/>
          <p:cNvSpPr>
            <a:spLocks noChangeArrowheads="1"/>
          </p:cNvSpPr>
          <p:nvPr/>
        </p:nvSpPr>
        <p:spPr bwMode="auto">
          <a:xfrm>
            <a:off x="3609975" y="5005388"/>
            <a:ext cx="400050" cy="36036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189" name="Rectangle 180"/>
          <p:cNvSpPr>
            <a:spLocks noChangeArrowheads="1"/>
          </p:cNvSpPr>
          <p:nvPr/>
        </p:nvSpPr>
        <p:spPr bwMode="auto">
          <a:xfrm>
            <a:off x="3695700" y="4978400"/>
            <a:ext cx="1349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3190" name="Rectangle 181"/>
          <p:cNvSpPr>
            <a:spLocks noChangeArrowheads="1"/>
          </p:cNvSpPr>
          <p:nvPr/>
        </p:nvSpPr>
        <p:spPr bwMode="auto">
          <a:xfrm>
            <a:off x="3838575" y="512127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3191" name="Rectangle 182"/>
          <p:cNvSpPr>
            <a:spLocks noChangeArrowheads="1"/>
          </p:cNvSpPr>
          <p:nvPr/>
        </p:nvSpPr>
        <p:spPr bwMode="auto">
          <a:xfrm>
            <a:off x="5510213" y="2112963"/>
            <a:ext cx="385762" cy="349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192" name="Rectangle 183"/>
          <p:cNvSpPr>
            <a:spLocks noChangeArrowheads="1"/>
          </p:cNvSpPr>
          <p:nvPr/>
        </p:nvSpPr>
        <p:spPr bwMode="auto">
          <a:xfrm>
            <a:off x="5467350" y="2138363"/>
            <a:ext cx="385763" cy="3635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193" name="Rectangle 184"/>
          <p:cNvSpPr>
            <a:spLocks noChangeArrowheads="1"/>
          </p:cNvSpPr>
          <p:nvPr/>
        </p:nvSpPr>
        <p:spPr bwMode="auto">
          <a:xfrm>
            <a:off x="5467350" y="2139950"/>
            <a:ext cx="385763" cy="3603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194" name="Rectangle 185"/>
          <p:cNvSpPr>
            <a:spLocks noChangeArrowheads="1"/>
          </p:cNvSpPr>
          <p:nvPr/>
        </p:nvSpPr>
        <p:spPr bwMode="auto">
          <a:xfrm>
            <a:off x="5538788" y="2100263"/>
            <a:ext cx="1349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3195" name="Rectangle 186"/>
          <p:cNvSpPr>
            <a:spLocks noChangeArrowheads="1"/>
          </p:cNvSpPr>
          <p:nvPr/>
        </p:nvSpPr>
        <p:spPr bwMode="auto">
          <a:xfrm>
            <a:off x="5681663" y="22558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3196" name="Rectangle 187"/>
          <p:cNvSpPr>
            <a:spLocks noChangeArrowheads="1"/>
          </p:cNvSpPr>
          <p:nvPr/>
        </p:nvSpPr>
        <p:spPr bwMode="auto">
          <a:xfrm>
            <a:off x="6396038" y="5962650"/>
            <a:ext cx="400050" cy="3635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197" name="Rectangle 188"/>
          <p:cNvSpPr>
            <a:spLocks noChangeArrowheads="1"/>
          </p:cNvSpPr>
          <p:nvPr/>
        </p:nvSpPr>
        <p:spPr bwMode="auto">
          <a:xfrm>
            <a:off x="6353175" y="6002338"/>
            <a:ext cx="400050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198" name="Rectangle 189"/>
          <p:cNvSpPr>
            <a:spLocks noChangeArrowheads="1"/>
          </p:cNvSpPr>
          <p:nvPr/>
        </p:nvSpPr>
        <p:spPr bwMode="auto">
          <a:xfrm>
            <a:off x="6353175" y="6003925"/>
            <a:ext cx="400050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199" name="Rectangle 190"/>
          <p:cNvSpPr>
            <a:spLocks noChangeArrowheads="1"/>
          </p:cNvSpPr>
          <p:nvPr/>
        </p:nvSpPr>
        <p:spPr bwMode="auto">
          <a:xfrm>
            <a:off x="6424613" y="5964238"/>
            <a:ext cx="1349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3200" name="Rectangle 191"/>
          <p:cNvSpPr>
            <a:spLocks noChangeArrowheads="1"/>
          </p:cNvSpPr>
          <p:nvPr/>
        </p:nvSpPr>
        <p:spPr bwMode="auto">
          <a:xfrm>
            <a:off x="6581775" y="610552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3201" name="Rectangle 192"/>
          <p:cNvSpPr>
            <a:spLocks noChangeArrowheads="1"/>
          </p:cNvSpPr>
          <p:nvPr/>
        </p:nvSpPr>
        <p:spPr bwMode="auto">
          <a:xfrm>
            <a:off x="7439025" y="3019425"/>
            <a:ext cx="385763" cy="3635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202" name="Rectangle 193"/>
          <p:cNvSpPr>
            <a:spLocks noChangeArrowheads="1"/>
          </p:cNvSpPr>
          <p:nvPr/>
        </p:nvSpPr>
        <p:spPr bwMode="auto">
          <a:xfrm>
            <a:off x="7396163" y="305911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203" name="Rectangle 194"/>
          <p:cNvSpPr>
            <a:spLocks noChangeArrowheads="1"/>
          </p:cNvSpPr>
          <p:nvPr/>
        </p:nvSpPr>
        <p:spPr bwMode="auto">
          <a:xfrm>
            <a:off x="7396163" y="3060700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3204" name="Rectangle 195"/>
          <p:cNvSpPr>
            <a:spLocks noChangeArrowheads="1"/>
          </p:cNvSpPr>
          <p:nvPr/>
        </p:nvSpPr>
        <p:spPr bwMode="auto">
          <a:xfrm>
            <a:off x="7467600" y="3021013"/>
            <a:ext cx="1349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3205" name="Rectangle 196"/>
          <p:cNvSpPr>
            <a:spLocks noChangeArrowheads="1"/>
          </p:cNvSpPr>
          <p:nvPr/>
        </p:nvSpPr>
        <p:spPr bwMode="auto">
          <a:xfrm>
            <a:off x="7610475" y="3162300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cxnSp>
        <p:nvCxnSpPr>
          <p:cNvPr id="43207" name="AutoShape 198"/>
          <p:cNvCxnSpPr>
            <a:cxnSpLocks noChangeShapeType="1"/>
            <a:stCxn id="43162" idx="1"/>
          </p:cNvCxnSpPr>
          <p:nvPr/>
        </p:nvCxnSpPr>
        <p:spPr bwMode="auto">
          <a:xfrm rot="5400000" flipH="1">
            <a:off x="4352925" y="3224213"/>
            <a:ext cx="2903538" cy="1560512"/>
          </a:xfrm>
          <a:prstGeom prst="curvedConnector3">
            <a:avLst>
              <a:gd name="adj1" fmla="val 50574"/>
            </a:avLst>
          </a:prstGeom>
          <a:noFill/>
          <a:ln w="38100">
            <a:solidFill>
              <a:srgbClr val="00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208" name="AutoShape 199"/>
          <p:cNvCxnSpPr>
            <a:cxnSpLocks noChangeShapeType="1"/>
            <a:stCxn id="43162" idx="3"/>
            <a:endCxn id="43174" idx="2"/>
          </p:cNvCxnSpPr>
          <p:nvPr/>
        </p:nvCxnSpPr>
        <p:spPr bwMode="auto">
          <a:xfrm rot="16200000" flipV="1">
            <a:off x="2632075" y="1868488"/>
            <a:ext cx="2230438" cy="5675312"/>
          </a:xfrm>
          <a:prstGeom prst="curvedConnector4">
            <a:avLst>
              <a:gd name="adj1" fmla="val -25125"/>
              <a:gd name="adj2" fmla="val 108838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209" name="AutoShape 200"/>
          <p:cNvCxnSpPr>
            <a:cxnSpLocks noChangeShapeType="1"/>
            <a:stCxn id="43145" idx="3"/>
            <a:endCxn id="43168" idx="7"/>
          </p:cNvCxnSpPr>
          <p:nvPr/>
        </p:nvCxnSpPr>
        <p:spPr bwMode="auto">
          <a:xfrm rot="5400000">
            <a:off x="3420269" y="1381919"/>
            <a:ext cx="1708150" cy="4935538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00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210" name="AutoShape 201"/>
          <p:cNvCxnSpPr>
            <a:cxnSpLocks noChangeShapeType="1"/>
            <a:stCxn id="43145" idx="2"/>
            <a:endCxn id="43165" idx="5"/>
          </p:cNvCxnSpPr>
          <p:nvPr/>
        </p:nvCxnSpPr>
        <p:spPr bwMode="auto">
          <a:xfrm rot="10800000">
            <a:off x="5235575" y="2489200"/>
            <a:ext cx="1360488" cy="323850"/>
          </a:xfrm>
          <a:prstGeom prst="curvedConnector2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9754" name="AutoShape 202"/>
          <p:cNvCxnSpPr>
            <a:cxnSpLocks noChangeShapeType="1"/>
            <a:stCxn id="43168" idx="7"/>
            <a:endCxn id="43171" idx="2"/>
          </p:cNvCxnSpPr>
          <p:nvPr/>
        </p:nvCxnSpPr>
        <p:spPr bwMode="auto">
          <a:xfrm rot="-5400000">
            <a:off x="2655094" y="3791744"/>
            <a:ext cx="63500" cy="1760538"/>
          </a:xfrm>
          <a:prstGeom prst="curvedConnector2">
            <a:avLst/>
          </a:pr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212" name="AutoShape 203"/>
          <p:cNvCxnSpPr>
            <a:cxnSpLocks noChangeShapeType="1"/>
          </p:cNvCxnSpPr>
          <p:nvPr/>
        </p:nvCxnSpPr>
        <p:spPr bwMode="auto">
          <a:xfrm rot="-5400000" flipH="1" flipV="1">
            <a:off x="2393950" y="1068388"/>
            <a:ext cx="1220788" cy="3332162"/>
          </a:xfrm>
          <a:prstGeom prst="curvedConnector3">
            <a:avLst>
              <a:gd name="adj1" fmla="val -21588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9756" name="AutoShape 204"/>
          <p:cNvCxnSpPr>
            <a:cxnSpLocks noChangeShapeType="1"/>
            <a:stCxn id="43168" idx="0"/>
            <a:endCxn id="43174" idx="4"/>
          </p:cNvCxnSpPr>
          <p:nvPr/>
        </p:nvCxnSpPr>
        <p:spPr bwMode="auto">
          <a:xfrm flipH="1" flipV="1">
            <a:off x="1338263" y="3836988"/>
            <a:ext cx="185737" cy="803275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214" name="AutoShape 205"/>
          <p:cNvCxnSpPr>
            <a:cxnSpLocks noChangeShapeType="1"/>
          </p:cNvCxnSpPr>
          <p:nvPr/>
        </p:nvCxnSpPr>
        <p:spPr bwMode="auto">
          <a:xfrm rot="10800000" flipV="1">
            <a:off x="1600200" y="2228850"/>
            <a:ext cx="2971800" cy="2411413"/>
          </a:xfrm>
          <a:prstGeom prst="curvedConnector2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" name="Group 4">
            <a:extLst>
              <a:ext uri="{FF2B5EF4-FFF2-40B4-BE49-F238E27FC236}">
                <a16:creationId xmlns:a16="http://schemas.microsoft.com/office/drawing/2014/main" id="{049108CF-D0EB-2F14-FC40-309A3E92351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062913" y="1219200"/>
            <a:ext cx="419100" cy="419100"/>
            <a:chOff x="5079" y="768"/>
            <a:chExt cx="264" cy="264"/>
          </a:xfrm>
        </p:grpSpPr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CD618E17-6416-CBF2-A563-4B3197BBFC6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5079" y="768"/>
              <a:ext cx="264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Rectangle 5">
              <a:extLst>
                <a:ext uri="{FF2B5EF4-FFF2-40B4-BE49-F238E27FC236}">
                  <a16:creationId xmlns:a16="http://schemas.microsoft.com/office/drawing/2014/main" id="{12299B2B-34A7-2289-F712-28B2E98261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1" y="776"/>
              <a:ext cx="216" cy="216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E229F891-4C99-E264-D776-7A58F6363B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7" y="792"/>
              <a:ext cx="216" cy="2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4E3A37E3-686F-8BF3-F4E8-B5AE4D2F9A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7" y="792"/>
              <a:ext cx="216" cy="224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9E1DEEAF-EF98-E6C9-11D4-74DC2A712F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7" y="776"/>
              <a:ext cx="152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300" b="0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v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6105DE61-25A6-E28D-735C-B7A95DA3B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7" y="864"/>
              <a:ext cx="5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9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9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AEFC83-6285-480E-8241-5B51C3F9AD0A}" type="slidenum">
              <a:rPr lang="en-US" altLang="en-US" sz="1400" smtClean="0">
                <a:solidFill>
                  <a:srgbClr val="40458C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>
              <a:solidFill>
                <a:srgbClr val="40458C"/>
              </a:solidFill>
            </a:endParaRPr>
          </a:p>
        </p:txBody>
      </p:sp>
      <p:sp>
        <p:nvSpPr>
          <p:cNvPr id="44035" name="Oval 150"/>
          <p:cNvSpPr>
            <a:spLocks noChangeArrowheads="1"/>
          </p:cNvSpPr>
          <p:nvPr/>
        </p:nvSpPr>
        <p:spPr bwMode="auto">
          <a:xfrm>
            <a:off x="7210425" y="1504950"/>
            <a:ext cx="800100" cy="436563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hlink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7772400" cy="1143000"/>
          </a:xfrm>
        </p:spPr>
        <p:txBody>
          <a:bodyPr/>
          <a:lstStyle/>
          <a:p>
            <a:r>
              <a:rPr lang="en-US" altLang="en-US" dirty="0"/>
              <a:t>Floyd-</a:t>
            </a:r>
            <a:r>
              <a:rPr lang="en-US" altLang="en-US" dirty="0" err="1"/>
              <a:t>Warshall</a:t>
            </a:r>
            <a:r>
              <a:rPr lang="en-US" altLang="en-US" dirty="0"/>
              <a:t>, Iteration k=4</a:t>
            </a:r>
          </a:p>
        </p:txBody>
      </p:sp>
      <p:sp>
        <p:nvSpPr>
          <p:cNvPr id="44037" name="Freeform 3"/>
          <p:cNvSpPr>
            <a:spLocks/>
          </p:cNvSpPr>
          <p:nvPr/>
        </p:nvSpPr>
        <p:spPr bwMode="auto">
          <a:xfrm>
            <a:off x="4310063" y="2384425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2147483646 w 18"/>
              <a:gd name="T3" fmla="*/ 0 h 16"/>
              <a:gd name="T4" fmla="*/ 0 w 18"/>
              <a:gd name="T5" fmla="*/ 0 h 16"/>
              <a:gd name="T6" fmla="*/ 0 w 18"/>
              <a:gd name="T7" fmla="*/ 0 h 16"/>
              <a:gd name="T8" fmla="*/ 0 w 18"/>
              <a:gd name="T9" fmla="*/ 2147483646 h 16"/>
              <a:gd name="T10" fmla="*/ 0 w 18"/>
              <a:gd name="T11" fmla="*/ 2147483646 h 16"/>
              <a:gd name="T12" fmla="*/ 2147483646 w 18"/>
              <a:gd name="T13" fmla="*/ 2147483646 h 16"/>
              <a:gd name="T14" fmla="*/ 2147483646 w 18"/>
              <a:gd name="T15" fmla="*/ 2147483646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18" y="0"/>
                </a:move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38" name="Freeform 4"/>
          <p:cNvSpPr>
            <a:spLocks/>
          </p:cNvSpPr>
          <p:nvPr/>
        </p:nvSpPr>
        <p:spPr bwMode="auto">
          <a:xfrm>
            <a:off x="4310063" y="2319338"/>
            <a:ext cx="214312" cy="130175"/>
          </a:xfrm>
          <a:custGeom>
            <a:avLst/>
            <a:gdLst>
              <a:gd name="T0" fmla="*/ 2147483646 w 135"/>
              <a:gd name="T1" fmla="*/ 2147483646 h 82"/>
              <a:gd name="T2" fmla="*/ 0 w 135"/>
              <a:gd name="T3" fmla="*/ 2147483646 h 82"/>
              <a:gd name="T4" fmla="*/ 2147483646 w 135"/>
              <a:gd name="T5" fmla="*/ 0 h 82"/>
              <a:gd name="T6" fmla="*/ 2147483646 w 135"/>
              <a:gd name="T7" fmla="*/ 2147483646 h 82"/>
              <a:gd name="T8" fmla="*/ 2147483646 w 135"/>
              <a:gd name="T9" fmla="*/ 2147483646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39" name="Freeform 5"/>
          <p:cNvSpPr>
            <a:spLocks/>
          </p:cNvSpPr>
          <p:nvPr/>
        </p:nvSpPr>
        <p:spPr bwMode="auto">
          <a:xfrm>
            <a:off x="4310063" y="2319338"/>
            <a:ext cx="214312" cy="130175"/>
          </a:xfrm>
          <a:custGeom>
            <a:avLst/>
            <a:gdLst>
              <a:gd name="T0" fmla="*/ 2147483646 w 135"/>
              <a:gd name="T1" fmla="*/ 2147483646 h 82"/>
              <a:gd name="T2" fmla="*/ 0 w 135"/>
              <a:gd name="T3" fmla="*/ 2147483646 h 82"/>
              <a:gd name="T4" fmla="*/ 2147483646 w 135"/>
              <a:gd name="T5" fmla="*/ 0 h 82"/>
              <a:gd name="T6" fmla="*/ 2147483646 w 135"/>
              <a:gd name="T7" fmla="*/ 2147483646 h 82"/>
              <a:gd name="T8" fmla="*/ 2147483646 w 135"/>
              <a:gd name="T9" fmla="*/ 2147483646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40" name="Freeform 6"/>
          <p:cNvSpPr>
            <a:spLocks/>
          </p:cNvSpPr>
          <p:nvPr/>
        </p:nvSpPr>
        <p:spPr bwMode="auto">
          <a:xfrm>
            <a:off x="1509713" y="4549775"/>
            <a:ext cx="242887" cy="363538"/>
          </a:xfrm>
          <a:custGeom>
            <a:avLst/>
            <a:gdLst>
              <a:gd name="T0" fmla="*/ 0 w 153"/>
              <a:gd name="T1" fmla="*/ 2147483646 h 229"/>
              <a:gd name="T2" fmla="*/ 2147483646 w 153"/>
              <a:gd name="T3" fmla="*/ 2147483646 h 229"/>
              <a:gd name="T4" fmla="*/ 2147483646 w 153"/>
              <a:gd name="T5" fmla="*/ 2147483646 h 229"/>
              <a:gd name="T6" fmla="*/ 2147483646 w 153"/>
              <a:gd name="T7" fmla="*/ 2147483646 h 229"/>
              <a:gd name="T8" fmla="*/ 2147483646 w 153"/>
              <a:gd name="T9" fmla="*/ 0 h 229"/>
              <a:gd name="T10" fmla="*/ 2147483646 w 153"/>
              <a:gd name="T11" fmla="*/ 0 h 229"/>
              <a:gd name="T12" fmla="*/ 0 w 153"/>
              <a:gd name="T13" fmla="*/ 214748364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3" h="229">
                <a:moveTo>
                  <a:pt x="0" y="221"/>
                </a:moveTo>
                <a:lnTo>
                  <a:pt x="18" y="229"/>
                </a:lnTo>
                <a:lnTo>
                  <a:pt x="153" y="8"/>
                </a:lnTo>
                <a:lnTo>
                  <a:pt x="135" y="0"/>
                </a:lnTo>
                <a:lnTo>
                  <a:pt x="0" y="2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41" name="Freeform 7"/>
          <p:cNvSpPr>
            <a:spLocks/>
          </p:cNvSpPr>
          <p:nvPr/>
        </p:nvSpPr>
        <p:spPr bwMode="auto">
          <a:xfrm>
            <a:off x="1724025" y="4186238"/>
            <a:ext cx="285750" cy="376237"/>
          </a:xfrm>
          <a:custGeom>
            <a:avLst/>
            <a:gdLst>
              <a:gd name="T0" fmla="*/ 0 w 180"/>
              <a:gd name="T1" fmla="*/ 2147483646 h 237"/>
              <a:gd name="T2" fmla="*/ 2147483646 w 180"/>
              <a:gd name="T3" fmla="*/ 2147483646 h 237"/>
              <a:gd name="T4" fmla="*/ 2147483646 w 180"/>
              <a:gd name="T5" fmla="*/ 2147483646 h 237"/>
              <a:gd name="T6" fmla="*/ 2147483646 w 180"/>
              <a:gd name="T7" fmla="*/ 2147483646 h 237"/>
              <a:gd name="T8" fmla="*/ 2147483646 w 180"/>
              <a:gd name="T9" fmla="*/ 0 h 237"/>
              <a:gd name="T10" fmla="*/ 2147483646 w 180"/>
              <a:gd name="T11" fmla="*/ 0 h 237"/>
              <a:gd name="T12" fmla="*/ 0 w 180"/>
              <a:gd name="T13" fmla="*/ 2147483646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0" h="237">
                <a:moveTo>
                  <a:pt x="0" y="229"/>
                </a:moveTo>
                <a:lnTo>
                  <a:pt x="18" y="237"/>
                </a:lnTo>
                <a:lnTo>
                  <a:pt x="180" y="9"/>
                </a:lnTo>
                <a:lnTo>
                  <a:pt x="162" y="0"/>
                </a:lnTo>
                <a:lnTo>
                  <a:pt x="0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42" name="Freeform 8"/>
          <p:cNvSpPr>
            <a:spLocks/>
          </p:cNvSpPr>
          <p:nvPr/>
        </p:nvSpPr>
        <p:spPr bwMode="auto">
          <a:xfrm>
            <a:off x="1981200" y="3824288"/>
            <a:ext cx="342900" cy="376237"/>
          </a:xfrm>
          <a:custGeom>
            <a:avLst/>
            <a:gdLst>
              <a:gd name="T0" fmla="*/ 0 w 216"/>
              <a:gd name="T1" fmla="*/ 2147483646 h 237"/>
              <a:gd name="T2" fmla="*/ 2147483646 w 216"/>
              <a:gd name="T3" fmla="*/ 2147483646 h 237"/>
              <a:gd name="T4" fmla="*/ 2147483646 w 216"/>
              <a:gd name="T5" fmla="*/ 2147483646 h 237"/>
              <a:gd name="T6" fmla="*/ 2147483646 w 216"/>
              <a:gd name="T7" fmla="*/ 2147483646 h 237"/>
              <a:gd name="T8" fmla="*/ 2147483646 w 216"/>
              <a:gd name="T9" fmla="*/ 0 h 237"/>
              <a:gd name="T10" fmla="*/ 2147483646 w 216"/>
              <a:gd name="T11" fmla="*/ 0 h 237"/>
              <a:gd name="T12" fmla="*/ 0 w 216"/>
              <a:gd name="T13" fmla="*/ 2147483646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237">
                <a:moveTo>
                  <a:pt x="0" y="228"/>
                </a:moveTo>
                <a:lnTo>
                  <a:pt x="18" y="237"/>
                </a:lnTo>
                <a:lnTo>
                  <a:pt x="216" y="8"/>
                </a:lnTo>
                <a:lnTo>
                  <a:pt x="198" y="0"/>
                </a:lnTo>
                <a:lnTo>
                  <a:pt x="0" y="2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43" name="Freeform 9"/>
          <p:cNvSpPr>
            <a:spLocks/>
          </p:cNvSpPr>
          <p:nvPr/>
        </p:nvSpPr>
        <p:spPr bwMode="auto">
          <a:xfrm>
            <a:off x="2295525" y="3448050"/>
            <a:ext cx="385763" cy="388938"/>
          </a:xfrm>
          <a:custGeom>
            <a:avLst/>
            <a:gdLst>
              <a:gd name="T0" fmla="*/ 0 w 243"/>
              <a:gd name="T1" fmla="*/ 2147483646 h 245"/>
              <a:gd name="T2" fmla="*/ 2147483646 w 243"/>
              <a:gd name="T3" fmla="*/ 2147483646 h 245"/>
              <a:gd name="T4" fmla="*/ 2147483646 w 243"/>
              <a:gd name="T5" fmla="*/ 2147483646 h 245"/>
              <a:gd name="T6" fmla="*/ 2147483646 w 243"/>
              <a:gd name="T7" fmla="*/ 2147483646 h 245"/>
              <a:gd name="T8" fmla="*/ 2147483646 w 243"/>
              <a:gd name="T9" fmla="*/ 0 h 245"/>
              <a:gd name="T10" fmla="*/ 2147483646 w 243"/>
              <a:gd name="T11" fmla="*/ 2147483646 h 245"/>
              <a:gd name="T12" fmla="*/ 0 w 243"/>
              <a:gd name="T13" fmla="*/ 2147483646 h 2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" h="245">
                <a:moveTo>
                  <a:pt x="0" y="237"/>
                </a:moveTo>
                <a:lnTo>
                  <a:pt x="18" y="245"/>
                </a:lnTo>
                <a:lnTo>
                  <a:pt x="243" y="16"/>
                </a:lnTo>
                <a:lnTo>
                  <a:pt x="234" y="0"/>
                </a:lnTo>
                <a:lnTo>
                  <a:pt x="225" y="8"/>
                </a:lnTo>
                <a:lnTo>
                  <a:pt x="0" y="2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44" name="Freeform 10"/>
          <p:cNvSpPr>
            <a:spLocks/>
          </p:cNvSpPr>
          <p:nvPr/>
        </p:nvSpPr>
        <p:spPr bwMode="auto">
          <a:xfrm>
            <a:off x="2667000" y="3124200"/>
            <a:ext cx="385763" cy="349250"/>
          </a:xfrm>
          <a:custGeom>
            <a:avLst/>
            <a:gdLst>
              <a:gd name="T0" fmla="*/ 0 w 243"/>
              <a:gd name="T1" fmla="*/ 2147483646 h 220"/>
              <a:gd name="T2" fmla="*/ 2147483646 w 243"/>
              <a:gd name="T3" fmla="*/ 2147483646 h 220"/>
              <a:gd name="T4" fmla="*/ 2147483646 w 243"/>
              <a:gd name="T5" fmla="*/ 2147483646 h 220"/>
              <a:gd name="T6" fmla="*/ 2147483646 w 243"/>
              <a:gd name="T7" fmla="*/ 2147483646 h 220"/>
              <a:gd name="T8" fmla="*/ 2147483646 w 243"/>
              <a:gd name="T9" fmla="*/ 0 h 220"/>
              <a:gd name="T10" fmla="*/ 2147483646 w 243"/>
              <a:gd name="T11" fmla="*/ 0 h 220"/>
              <a:gd name="T12" fmla="*/ 0 w 243"/>
              <a:gd name="T13" fmla="*/ 2147483646 h 2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" h="220">
                <a:moveTo>
                  <a:pt x="0" y="204"/>
                </a:moveTo>
                <a:lnTo>
                  <a:pt x="9" y="220"/>
                </a:lnTo>
                <a:lnTo>
                  <a:pt x="243" y="16"/>
                </a:lnTo>
                <a:lnTo>
                  <a:pt x="234" y="0"/>
                </a:lnTo>
                <a:lnTo>
                  <a:pt x="0" y="20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45" name="Freeform 11"/>
          <p:cNvSpPr>
            <a:spLocks/>
          </p:cNvSpPr>
          <p:nvPr/>
        </p:nvSpPr>
        <p:spPr bwMode="auto">
          <a:xfrm>
            <a:off x="3038475" y="2825750"/>
            <a:ext cx="428625" cy="323850"/>
          </a:xfrm>
          <a:custGeom>
            <a:avLst/>
            <a:gdLst>
              <a:gd name="T0" fmla="*/ 0 w 270"/>
              <a:gd name="T1" fmla="*/ 2147483646 h 204"/>
              <a:gd name="T2" fmla="*/ 2147483646 w 270"/>
              <a:gd name="T3" fmla="*/ 2147483646 h 204"/>
              <a:gd name="T4" fmla="*/ 2147483646 w 270"/>
              <a:gd name="T5" fmla="*/ 2147483646 h 204"/>
              <a:gd name="T6" fmla="*/ 2147483646 w 270"/>
              <a:gd name="T7" fmla="*/ 2147483646 h 204"/>
              <a:gd name="T8" fmla="*/ 2147483646 w 270"/>
              <a:gd name="T9" fmla="*/ 0 h 204"/>
              <a:gd name="T10" fmla="*/ 2147483646 w 270"/>
              <a:gd name="T11" fmla="*/ 0 h 204"/>
              <a:gd name="T12" fmla="*/ 0 w 270"/>
              <a:gd name="T13" fmla="*/ 2147483646 h 2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0" h="204">
                <a:moveTo>
                  <a:pt x="0" y="188"/>
                </a:moveTo>
                <a:lnTo>
                  <a:pt x="9" y="204"/>
                </a:lnTo>
                <a:lnTo>
                  <a:pt x="270" y="16"/>
                </a:lnTo>
                <a:lnTo>
                  <a:pt x="261" y="0"/>
                </a:lnTo>
                <a:lnTo>
                  <a:pt x="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46" name="Freeform 12"/>
          <p:cNvSpPr>
            <a:spLocks/>
          </p:cNvSpPr>
          <p:nvPr/>
        </p:nvSpPr>
        <p:spPr bwMode="auto">
          <a:xfrm>
            <a:off x="3452813" y="2579688"/>
            <a:ext cx="442912" cy="271462"/>
          </a:xfrm>
          <a:custGeom>
            <a:avLst/>
            <a:gdLst>
              <a:gd name="T0" fmla="*/ 0 w 279"/>
              <a:gd name="T1" fmla="*/ 2147483646 h 171"/>
              <a:gd name="T2" fmla="*/ 2147483646 w 279"/>
              <a:gd name="T3" fmla="*/ 2147483646 h 171"/>
              <a:gd name="T4" fmla="*/ 2147483646 w 279"/>
              <a:gd name="T5" fmla="*/ 2147483646 h 171"/>
              <a:gd name="T6" fmla="*/ 2147483646 w 279"/>
              <a:gd name="T7" fmla="*/ 2147483646 h 171"/>
              <a:gd name="T8" fmla="*/ 2147483646 w 279"/>
              <a:gd name="T9" fmla="*/ 0 h 171"/>
              <a:gd name="T10" fmla="*/ 2147483646 w 279"/>
              <a:gd name="T11" fmla="*/ 0 h 171"/>
              <a:gd name="T12" fmla="*/ 0 w 279"/>
              <a:gd name="T13" fmla="*/ 2147483646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9" h="171">
                <a:moveTo>
                  <a:pt x="0" y="155"/>
                </a:moveTo>
                <a:lnTo>
                  <a:pt x="9" y="171"/>
                </a:lnTo>
                <a:lnTo>
                  <a:pt x="279" y="16"/>
                </a:lnTo>
                <a:lnTo>
                  <a:pt x="270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47" name="Freeform 13"/>
          <p:cNvSpPr>
            <a:spLocks/>
          </p:cNvSpPr>
          <p:nvPr/>
        </p:nvSpPr>
        <p:spPr bwMode="auto">
          <a:xfrm>
            <a:off x="3881438" y="2371725"/>
            <a:ext cx="457200" cy="233363"/>
          </a:xfrm>
          <a:custGeom>
            <a:avLst/>
            <a:gdLst>
              <a:gd name="T0" fmla="*/ 0 w 288"/>
              <a:gd name="T1" fmla="*/ 2147483646 h 147"/>
              <a:gd name="T2" fmla="*/ 2147483646 w 288"/>
              <a:gd name="T3" fmla="*/ 2147483646 h 147"/>
              <a:gd name="T4" fmla="*/ 2147483646 w 288"/>
              <a:gd name="T5" fmla="*/ 2147483646 h 147"/>
              <a:gd name="T6" fmla="*/ 2147483646 w 288"/>
              <a:gd name="T7" fmla="*/ 0 h 147"/>
              <a:gd name="T8" fmla="*/ 0 w 288"/>
              <a:gd name="T9" fmla="*/ 2147483646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88" h="147">
                <a:moveTo>
                  <a:pt x="0" y="131"/>
                </a:moveTo>
                <a:lnTo>
                  <a:pt x="9" y="147"/>
                </a:lnTo>
                <a:lnTo>
                  <a:pt x="288" y="16"/>
                </a:lnTo>
                <a:lnTo>
                  <a:pt x="279" y="0"/>
                </a:lnTo>
                <a:lnTo>
                  <a:pt x="0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48" name="Freeform 14"/>
          <p:cNvSpPr>
            <a:spLocks/>
          </p:cNvSpPr>
          <p:nvPr/>
        </p:nvSpPr>
        <p:spPr bwMode="auto">
          <a:xfrm>
            <a:off x="1638300" y="5289550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9" y="0"/>
                </a:move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49" name="Freeform 15"/>
          <p:cNvSpPr>
            <a:spLocks/>
          </p:cNvSpPr>
          <p:nvPr/>
        </p:nvSpPr>
        <p:spPr bwMode="auto">
          <a:xfrm>
            <a:off x="1538288" y="5133975"/>
            <a:ext cx="171450" cy="193675"/>
          </a:xfrm>
          <a:custGeom>
            <a:avLst/>
            <a:gdLst>
              <a:gd name="T0" fmla="*/ 2147483646 w 108"/>
              <a:gd name="T1" fmla="*/ 2147483646 h 122"/>
              <a:gd name="T2" fmla="*/ 2147483646 w 108"/>
              <a:gd name="T3" fmla="*/ 2147483646 h 122"/>
              <a:gd name="T4" fmla="*/ 0 w 108"/>
              <a:gd name="T5" fmla="*/ 0 h 122"/>
              <a:gd name="T6" fmla="*/ 2147483646 w 108"/>
              <a:gd name="T7" fmla="*/ 2147483646 h 122"/>
              <a:gd name="T8" fmla="*/ 2147483646 w 108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50" name="Freeform 16"/>
          <p:cNvSpPr>
            <a:spLocks/>
          </p:cNvSpPr>
          <p:nvPr/>
        </p:nvSpPr>
        <p:spPr bwMode="auto">
          <a:xfrm>
            <a:off x="1538288" y="5133975"/>
            <a:ext cx="171450" cy="193675"/>
          </a:xfrm>
          <a:custGeom>
            <a:avLst/>
            <a:gdLst>
              <a:gd name="T0" fmla="*/ 2147483646 w 108"/>
              <a:gd name="T1" fmla="*/ 2147483646 h 122"/>
              <a:gd name="T2" fmla="*/ 2147483646 w 108"/>
              <a:gd name="T3" fmla="*/ 2147483646 h 122"/>
              <a:gd name="T4" fmla="*/ 0 w 108"/>
              <a:gd name="T5" fmla="*/ 0 h 122"/>
              <a:gd name="T6" fmla="*/ 2147483646 w 108"/>
              <a:gd name="T7" fmla="*/ 2147483646 h 122"/>
              <a:gd name="T8" fmla="*/ 2147483646 w 108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51" name="Freeform 17"/>
          <p:cNvSpPr>
            <a:spLocks/>
          </p:cNvSpPr>
          <p:nvPr/>
        </p:nvSpPr>
        <p:spPr bwMode="auto">
          <a:xfrm>
            <a:off x="6581775" y="5626100"/>
            <a:ext cx="300038" cy="180975"/>
          </a:xfrm>
          <a:custGeom>
            <a:avLst/>
            <a:gdLst>
              <a:gd name="T0" fmla="*/ 2147483646 w 189"/>
              <a:gd name="T1" fmla="*/ 2147483646 h 114"/>
              <a:gd name="T2" fmla="*/ 2147483646 w 189"/>
              <a:gd name="T3" fmla="*/ 0 h 114"/>
              <a:gd name="T4" fmla="*/ 0 w 189"/>
              <a:gd name="T5" fmla="*/ 2147483646 h 114"/>
              <a:gd name="T6" fmla="*/ 0 w 189"/>
              <a:gd name="T7" fmla="*/ 2147483646 h 114"/>
              <a:gd name="T8" fmla="*/ 2147483646 w 189"/>
              <a:gd name="T9" fmla="*/ 2147483646 h 114"/>
              <a:gd name="T10" fmla="*/ 2147483646 w 189"/>
              <a:gd name="T11" fmla="*/ 2147483646 h 114"/>
              <a:gd name="T12" fmla="*/ 2147483646 w 189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14">
                <a:moveTo>
                  <a:pt x="189" y="16"/>
                </a:moveTo>
                <a:lnTo>
                  <a:pt x="180" y="0"/>
                </a:lnTo>
                <a:lnTo>
                  <a:pt x="0" y="98"/>
                </a:lnTo>
                <a:lnTo>
                  <a:pt x="9" y="114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52" name="Freeform 18"/>
          <p:cNvSpPr>
            <a:spLocks/>
          </p:cNvSpPr>
          <p:nvPr/>
        </p:nvSpPr>
        <p:spPr bwMode="auto">
          <a:xfrm>
            <a:off x="6253163" y="5781675"/>
            <a:ext cx="342900" cy="155575"/>
          </a:xfrm>
          <a:custGeom>
            <a:avLst/>
            <a:gdLst>
              <a:gd name="T0" fmla="*/ 2147483646 w 216"/>
              <a:gd name="T1" fmla="*/ 2147483646 h 98"/>
              <a:gd name="T2" fmla="*/ 2147483646 w 216"/>
              <a:gd name="T3" fmla="*/ 0 h 98"/>
              <a:gd name="T4" fmla="*/ 0 w 216"/>
              <a:gd name="T5" fmla="*/ 2147483646 h 98"/>
              <a:gd name="T6" fmla="*/ 0 w 216"/>
              <a:gd name="T7" fmla="*/ 2147483646 h 98"/>
              <a:gd name="T8" fmla="*/ 2147483646 w 216"/>
              <a:gd name="T9" fmla="*/ 2147483646 h 98"/>
              <a:gd name="T10" fmla="*/ 2147483646 w 216"/>
              <a:gd name="T11" fmla="*/ 2147483646 h 98"/>
              <a:gd name="T12" fmla="*/ 2147483646 w 216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98">
                <a:moveTo>
                  <a:pt x="216" y="16"/>
                </a:moveTo>
                <a:lnTo>
                  <a:pt x="207" y="0"/>
                </a:lnTo>
                <a:lnTo>
                  <a:pt x="0" y="82"/>
                </a:lnTo>
                <a:lnTo>
                  <a:pt x="9" y="98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53" name="Freeform 19"/>
          <p:cNvSpPr>
            <a:spLocks/>
          </p:cNvSpPr>
          <p:nvPr/>
        </p:nvSpPr>
        <p:spPr bwMode="auto">
          <a:xfrm>
            <a:off x="5910263" y="5911850"/>
            <a:ext cx="357187" cy="128588"/>
          </a:xfrm>
          <a:custGeom>
            <a:avLst/>
            <a:gdLst>
              <a:gd name="T0" fmla="*/ 2147483646 w 225"/>
              <a:gd name="T1" fmla="*/ 2147483646 h 81"/>
              <a:gd name="T2" fmla="*/ 2147483646 w 225"/>
              <a:gd name="T3" fmla="*/ 0 h 81"/>
              <a:gd name="T4" fmla="*/ 0 w 225"/>
              <a:gd name="T5" fmla="*/ 2147483646 h 81"/>
              <a:gd name="T6" fmla="*/ 0 w 225"/>
              <a:gd name="T7" fmla="*/ 2147483646 h 81"/>
              <a:gd name="T8" fmla="*/ 0 w 225"/>
              <a:gd name="T9" fmla="*/ 2147483646 h 81"/>
              <a:gd name="T10" fmla="*/ 2147483646 w 225"/>
              <a:gd name="T11" fmla="*/ 2147483646 h 81"/>
              <a:gd name="T12" fmla="*/ 2147483646 w 225"/>
              <a:gd name="T13" fmla="*/ 2147483646 h 8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81">
                <a:moveTo>
                  <a:pt x="225" y="16"/>
                </a:moveTo>
                <a:lnTo>
                  <a:pt x="216" y="0"/>
                </a:lnTo>
                <a:lnTo>
                  <a:pt x="0" y="65"/>
                </a:lnTo>
                <a:lnTo>
                  <a:pt x="0" y="81"/>
                </a:lnTo>
                <a:lnTo>
                  <a:pt x="9" y="8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54" name="Freeform 20"/>
          <p:cNvSpPr>
            <a:spLocks/>
          </p:cNvSpPr>
          <p:nvPr/>
        </p:nvSpPr>
        <p:spPr bwMode="auto">
          <a:xfrm>
            <a:off x="5538788" y="6015038"/>
            <a:ext cx="371475" cy="103187"/>
          </a:xfrm>
          <a:custGeom>
            <a:avLst/>
            <a:gdLst>
              <a:gd name="T0" fmla="*/ 2147483646 w 234"/>
              <a:gd name="T1" fmla="*/ 2147483646 h 65"/>
              <a:gd name="T2" fmla="*/ 2147483646 w 234"/>
              <a:gd name="T3" fmla="*/ 0 h 65"/>
              <a:gd name="T4" fmla="*/ 0 w 234"/>
              <a:gd name="T5" fmla="*/ 2147483646 h 65"/>
              <a:gd name="T6" fmla="*/ 0 w 234"/>
              <a:gd name="T7" fmla="*/ 2147483646 h 65"/>
              <a:gd name="T8" fmla="*/ 0 w 234"/>
              <a:gd name="T9" fmla="*/ 2147483646 h 65"/>
              <a:gd name="T10" fmla="*/ 0 w 234"/>
              <a:gd name="T11" fmla="*/ 2147483646 h 65"/>
              <a:gd name="T12" fmla="*/ 2147483646 w 234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4" h="65">
                <a:moveTo>
                  <a:pt x="234" y="16"/>
                </a:moveTo>
                <a:lnTo>
                  <a:pt x="234" y="0"/>
                </a:lnTo>
                <a:lnTo>
                  <a:pt x="0" y="49"/>
                </a:lnTo>
                <a:lnTo>
                  <a:pt x="0" y="65"/>
                </a:lnTo>
                <a:lnTo>
                  <a:pt x="23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55" name="Freeform 21"/>
          <p:cNvSpPr>
            <a:spLocks/>
          </p:cNvSpPr>
          <p:nvPr/>
        </p:nvSpPr>
        <p:spPr bwMode="auto">
          <a:xfrm>
            <a:off x="4752975" y="6092825"/>
            <a:ext cx="785813" cy="90488"/>
          </a:xfrm>
          <a:custGeom>
            <a:avLst/>
            <a:gdLst>
              <a:gd name="T0" fmla="*/ 2147483646 w 495"/>
              <a:gd name="T1" fmla="*/ 2147483646 h 57"/>
              <a:gd name="T2" fmla="*/ 2147483646 w 495"/>
              <a:gd name="T3" fmla="*/ 0 h 57"/>
              <a:gd name="T4" fmla="*/ 0 w 495"/>
              <a:gd name="T5" fmla="*/ 2147483646 h 57"/>
              <a:gd name="T6" fmla="*/ 0 w 495"/>
              <a:gd name="T7" fmla="*/ 2147483646 h 57"/>
              <a:gd name="T8" fmla="*/ 0 w 495"/>
              <a:gd name="T9" fmla="*/ 2147483646 h 57"/>
              <a:gd name="T10" fmla="*/ 0 w 495"/>
              <a:gd name="T11" fmla="*/ 2147483646 h 57"/>
              <a:gd name="T12" fmla="*/ 2147483646 w 495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95" h="57">
                <a:moveTo>
                  <a:pt x="495" y="16"/>
                </a:moveTo>
                <a:lnTo>
                  <a:pt x="495" y="0"/>
                </a:lnTo>
                <a:lnTo>
                  <a:pt x="0" y="41"/>
                </a:lnTo>
                <a:lnTo>
                  <a:pt x="0" y="57"/>
                </a:lnTo>
                <a:lnTo>
                  <a:pt x="49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56" name="Freeform 22"/>
          <p:cNvSpPr>
            <a:spLocks/>
          </p:cNvSpPr>
          <p:nvPr/>
        </p:nvSpPr>
        <p:spPr bwMode="auto">
          <a:xfrm>
            <a:off x="3967163" y="6145213"/>
            <a:ext cx="785812" cy="38100"/>
          </a:xfrm>
          <a:custGeom>
            <a:avLst/>
            <a:gdLst>
              <a:gd name="T0" fmla="*/ 2147483646 w 495"/>
              <a:gd name="T1" fmla="*/ 2147483646 h 24"/>
              <a:gd name="T2" fmla="*/ 2147483646 w 495"/>
              <a:gd name="T3" fmla="*/ 2147483646 h 24"/>
              <a:gd name="T4" fmla="*/ 0 w 495"/>
              <a:gd name="T5" fmla="*/ 0 h 24"/>
              <a:gd name="T6" fmla="*/ 0 w 495"/>
              <a:gd name="T7" fmla="*/ 0 h 24"/>
              <a:gd name="T8" fmla="*/ 0 w 495"/>
              <a:gd name="T9" fmla="*/ 2147483646 h 24"/>
              <a:gd name="T10" fmla="*/ 0 w 495"/>
              <a:gd name="T11" fmla="*/ 2147483646 h 24"/>
              <a:gd name="T12" fmla="*/ 2147483646 w 495"/>
              <a:gd name="T13" fmla="*/ 2147483646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95" h="24">
                <a:moveTo>
                  <a:pt x="495" y="24"/>
                </a:moveTo>
                <a:lnTo>
                  <a:pt x="495" y="8"/>
                </a:lnTo>
                <a:lnTo>
                  <a:pt x="0" y="0"/>
                </a:lnTo>
                <a:lnTo>
                  <a:pt x="0" y="16"/>
                </a:lnTo>
                <a:lnTo>
                  <a:pt x="495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57" name="Freeform 23"/>
          <p:cNvSpPr>
            <a:spLocks/>
          </p:cNvSpPr>
          <p:nvPr/>
        </p:nvSpPr>
        <p:spPr bwMode="auto">
          <a:xfrm>
            <a:off x="3209925" y="6027738"/>
            <a:ext cx="757238" cy="142875"/>
          </a:xfrm>
          <a:custGeom>
            <a:avLst/>
            <a:gdLst>
              <a:gd name="T0" fmla="*/ 2147483646 w 477"/>
              <a:gd name="T1" fmla="*/ 2147483646 h 90"/>
              <a:gd name="T2" fmla="*/ 2147483646 w 477"/>
              <a:gd name="T3" fmla="*/ 2147483646 h 90"/>
              <a:gd name="T4" fmla="*/ 0 w 477"/>
              <a:gd name="T5" fmla="*/ 0 h 90"/>
              <a:gd name="T6" fmla="*/ 0 w 477"/>
              <a:gd name="T7" fmla="*/ 0 h 90"/>
              <a:gd name="T8" fmla="*/ 0 w 477"/>
              <a:gd name="T9" fmla="*/ 2147483646 h 90"/>
              <a:gd name="T10" fmla="*/ 0 w 477"/>
              <a:gd name="T11" fmla="*/ 2147483646 h 90"/>
              <a:gd name="T12" fmla="*/ 2147483646 w 477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77" h="90">
                <a:moveTo>
                  <a:pt x="477" y="90"/>
                </a:moveTo>
                <a:lnTo>
                  <a:pt x="477" y="74"/>
                </a:lnTo>
                <a:lnTo>
                  <a:pt x="0" y="0"/>
                </a:lnTo>
                <a:lnTo>
                  <a:pt x="0" y="17"/>
                </a:lnTo>
                <a:lnTo>
                  <a:pt x="477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58" name="Freeform 24"/>
          <p:cNvSpPr>
            <a:spLocks/>
          </p:cNvSpPr>
          <p:nvPr/>
        </p:nvSpPr>
        <p:spPr bwMode="auto">
          <a:xfrm>
            <a:off x="2852738" y="5949950"/>
            <a:ext cx="357187" cy="104775"/>
          </a:xfrm>
          <a:custGeom>
            <a:avLst/>
            <a:gdLst>
              <a:gd name="T0" fmla="*/ 2147483646 w 225"/>
              <a:gd name="T1" fmla="*/ 2147483646 h 66"/>
              <a:gd name="T2" fmla="*/ 2147483646 w 225"/>
              <a:gd name="T3" fmla="*/ 2147483646 h 66"/>
              <a:gd name="T4" fmla="*/ 0 w 225"/>
              <a:gd name="T5" fmla="*/ 0 h 66"/>
              <a:gd name="T6" fmla="*/ 2147483646 w 225"/>
              <a:gd name="T7" fmla="*/ 0 h 66"/>
              <a:gd name="T8" fmla="*/ 0 w 225"/>
              <a:gd name="T9" fmla="*/ 2147483646 h 66"/>
              <a:gd name="T10" fmla="*/ 0 w 225"/>
              <a:gd name="T11" fmla="*/ 2147483646 h 66"/>
              <a:gd name="T12" fmla="*/ 2147483646 w 225"/>
              <a:gd name="T13" fmla="*/ 2147483646 h 6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66">
                <a:moveTo>
                  <a:pt x="225" y="66"/>
                </a:moveTo>
                <a:lnTo>
                  <a:pt x="225" y="49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25" y="6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59" name="Freeform 25"/>
          <p:cNvSpPr>
            <a:spLocks/>
          </p:cNvSpPr>
          <p:nvPr/>
        </p:nvSpPr>
        <p:spPr bwMode="auto">
          <a:xfrm>
            <a:off x="2538413" y="5846763"/>
            <a:ext cx="328612" cy="130175"/>
          </a:xfrm>
          <a:custGeom>
            <a:avLst/>
            <a:gdLst>
              <a:gd name="T0" fmla="*/ 2147483646 w 207"/>
              <a:gd name="T1" fmla="*/ 2147483646 h 82"/>
              <a:gd name="T2" fmla="*/ 2147483646 w 207"/>
              <a:gd name="T3" fmla="*/ 2147483646 h 82"/>
              <a:gd name="T4" fmla="*/ 2147483646 w 207"/>
              <a:gd name="T5" fmla="*/ 0 h 82"/>
              <a:gd name="T6" fmla="*/ 2147483646 w 207"/>
              <a:gd name="T7" fmla="*/ 0 h 82"/>
              <a:gd name="T8" fmla="*/ 0 w 207"/>
              <a:gd name="T9" fmla="*/ 2147483646 h 82"/>
              <a:gd name="T10" fmla="*/ 0 w 207"/>
              <a:gd name="T11" fmla="*/ 2147483646 h 82"/>
              <a:gd name="T12" fmla="*/ 2147483646 w 207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7" h="82">
                <a:moveTo>
                  <a:pt x="198" y="82"/>
                </a:moveTo>
                <a:lnTo>
                  <a:pt x="207" y="65"/>
                </a:lnTo>
                <a:lnTo>
                  <a:pt x="9" y="0"/>
                </a:lnTo>
                <a:lnTo>
                  <a:pt x="0" y="16"/>
                </a:lnTo>
                <a:lnTo>
                  <a:pt x="198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60" name="Freeform 26"/>
          <p:cNvSpPr>
            <a:spLocks/>
          </p:cNvSpPr>
          <p:nvPr/>
        </p:nvSpPr>
        <p:spPr bwMode="auto">
          <a:xfrm>
            <a:off x="2252663" y="5729288"/>
            <a:ext cx="300037" cy="142875"/>
          </a:xfrm>
          <a:custGeom>
            <a:avLst/>
            <a:gdLst>
              <a:gd name="T0" fmla="*/ 2147483646 w 189"/>
              <a:gd name="T1" fmla="*/ 2147483646 h 90"/>
              <a:gd name="T2" fmla="*/ 2147483646 w 189"/>
              <a:gd name="T3" fmla="*/ 2147483646 h 90"/>
              <a:gd name="T4" fmla="*/ 2147483646 w 189"/>
              <a:gd name="T5" fmla="*/ 0 h 90"/>
              <a:gd name="T6" fmla="*/ 2147483646 w 189"/>
              <a:gd name="T7" fmla="*/ 0 h 90"/>
              <a:gd name="T8" fmla="*/ 0 w 189"/>
              <a:gd name="T9" fmla="*/ 2147483646 h 90"/>
              <a:gd name="T10" fmla="*/ 0 w 189"/>
              <a:gd name="T11" fmla="*/ 2147483646 h 90"/>
              <a:gd name="T12" fmla="*/ 2147483646 w 189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90">
                <a:moveTo>
                  <a:pt x="180" y="90"/>
                </a:moveTo>
                <a:lnTo>
                  <a:pt x="189" y="74"/>
                </a:lnTo>
                <a:lnTo>
                  <a:pt x="9" y="0"/>
                </a:lnTo>
                <a:lnTo>
                  <a:pt x="0" y="17"/>
                </a:lnTo>
                <a:lnTo>
                  <a:pt x="180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61" name="Freeform 27"/>
          <p:cNvSpPr>
            <a:spLocks/>
          </p:cNvSpPr>
          <p:nvPr/>
        </p:nvSpPr>
        <p:spPr bwMode="auto">
          <a:xfrm>
            <a:off x="1995488" y="5600700"/>
            <a:ext cx="271462" cy="155575"/>
          </a:xfrm>
          <a:custGeom>
            <a:avLst/>
            <a:gdLst>
              <a:gd name="T0" fmla="*/ 2147483646 w 171"/>
              <a:gd name="T1" fmla="*/ 2147483646 h 98"/>
              <a:gd name="T2" fmla="*/ 2147483646 w 171"/>
              <a:gd name="T3" fmla="*/ 2147483646 h 98"/>
              <a:gd name="T4" fmla="*/ 2147483646 w 171"/>
              <a:gd name="T5" fmla="*/ 0 h 98"/>
              <a:gd name="T6" fmla="*/ 2147483646 w 171"/>
              <a:gd name="T7" fmla="*/ 0 h 98"/>
              <a:gd name="T8" fmla="*/ 0 w 171"/>
              <a:gd name="T9" fmla="*/ 2147483646 h 98"/>
              <a:gd name="T10" fmla="*/ 0 w 171"/>
              <a:gd name="T11" fmla="*/ 2147483646 h 98"/>
              <a:gd name="T12" fmla="*/ 2147483646 w 171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1" h="98">
                <a:moveTo>
                  <a:pt x="162" y="98"/>
                </a:moveTo>
                <a:lnTo>
                  <a:pt x="171" y="81"/>
                </a:lnTo>
                <a:lnTo>
                  <a:pt x="9" y="0"/>
                </a:lnTo>
                <a:lnTo>
                  <a:pt x="0" y="16"/>
                </a:lnTo>
                <a:lnTo>
                  <a:pt x="16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62" name="Freeform 28"/>
          <p:cNvSpPr>
            <a:spLocks/>
          </p:cNvSpPr>
          <p:nvPr/>
        </p:nvSpPr>
        <p:spPr bwMode="auto">
          <a:xfrm>
            <a:off x="1795463" y="5445125"/>
            <a:ext cx="214312" cy="180975"/>
          </a:xfrm>
          <a:custGeom>
            <a:avLst/>
            <a:gdLst>
              <a:gd name="T0" fmla="*/ 2147483646 w 135"/>
              <a:gd name="T1" fmla="*/ 2147483646 h 114"/>
              <a:gd name="T2" fmla="*/ 2147483646 w 135"/>
              <a:gd name="T3" fmla="*/ 2147483646 h 114"/>
              <a:gd name="T4" fmla="*/ 2147483646 w 135"/>
              <a:gd name="T5" fmla="*/ 0 h 114"/>
              <a:gd name="T6" fmla="*/ 2147483646 w 135"/>
              <a:gd name="T7" fmla="*/ 2147483646 h 114"/>
              <a:gd name="T8" fmla="*/ 0 w 135"/>
              <a:gd name="T9" fmla="*/ 2147483646 h 114"/>
              <a:gd name="T10" fmla="*/ 2147483646 w 135"/>
              <a:gd name="T11" fmla="*/ 2147483646 h 114"/>
              <a:gd name="T12" fmla="*/ 2147483646 w 135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114">
                <a:moveTo>
                  <a:pt x="126" y="114"/>
                </a:moveTo>
                <a:lnTo>
                  <a:pt x="135" y="98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26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63" name="Freeform 29"/>
          <p:cNvSpPr>
            <a:spLocks/>
          </p:cNvSpPr>
          <p:nvPr/>
        </p:nvSpPr>
        <p:spPr bwMode="auto">
          <a:xfrm>
            <a:off x="1638300" y="5302250"/>
            <a:ext cx="185738" cy="168275"/>
          </a:xfrm>
          <a:custGeom>
            <a:avLst/>
            <a:gdLst>
              <a:gd name="T0" fmla="*/ 2147483646 w 117"/>
              <a:gd name="T1" fmla="*/ 2147483646 h 106"/>
              <a:gd name="T2" fmla="*/ 2147483646 w 117"/>
              <a:gd name="T3" fmla="*/ 2147483646 h 106"/>
              <a:gd name="T4" fmla="*/ 2147483646 w 117"/>
              <a:gd name="T5" fmla="*/ 0 h 106"/>
              <a:gd name="T6" fmla="*/ 0 w 117"/>
              <a:gd name="T7" fmla="*/ 2147483646 h 106"/>
              <a:gd name="T8" fmla="*/ 2147483646 w 117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7" h="106">
                <a:moveTo>
                  <a:pt x="99" y="106"/>
                </a:moveTo>
                <a:lnTo>
                  <a:pt x="117" y="98"/>
                </a:lnTo>
                <a:lnTo>
                  <a:pt x="18" y="0"/>
                </a:lnTo>
                <a:lnTo>
                  <a:pt x="0" y="8"/>
                </a:lnTo>
                <a:lnTo>
                  <a:pt x="99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64" name="Freeform 30"/>
          <p:cNvSpPr>
            <a:spLocks/>
          </p:cNvSpPr>
          <p:nvPr/>
        </p:nvSpPr>
        <p:spPr bwMode="auto">
          <a:xfrm>
            <a:off x="7310438" y="5302250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2147483646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0 h 16"/>
              <a:gd name="T10" fmla="*/ 2147483646 w 18"/>
              <a:gd name="T11" fmla="*/ 0 h 16"/>
              <a:gd name="T12" fmla="*/ 0 w 18"/>
              <a:gd name="T13" fmla="*/ 0 h 16"/>
              <a:gd name="T14" fmla="*/ 0 w 18"/>
              <a:gd name="T15" fmla="*/ 2147483646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0" y="16"/>
                </a:move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65" name="Freeform 31"/>
          <p:cNvSpPr>
            <a:spLocks/>
          </p:cNvSpPr>
          <p:nvPr/>
        </p:nvSpPr>
        <p:spPr bwMode="auto">
          <a:xfrm>
            <a:off x="7167563" y="5289550"/>
            <a:ext cx="200025" cy="168275"/>
          </a:xfrm>
          <a:custGeom>
            <a:avLst/>
            <a:gdLst>
              <a:gd name="T0" fmla="*/ 2147483646 w 126"/>
              <a:gd name="T1" fmla="*/ 2147483646 h 106"/>
              <a:gd name="T2" fmla="*/ 2147483646 w 126"/>
              <a:gd name="T3" fmla="*/ 2147483646 h 106"/>
              <a:gd name="T4" fmla="*/ 0 w 126"/>
              <a:gd name="T5" fmla="*/ 2147483646 h 106"/>
              <a:gd name="T6" fmla="*/ 2147483646 w 126"/>
              <a:gd name="T7" fmla="*/ 0 h 106"/>
              <a:gd name="T8" fmla="*/ 2147483646 w 126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66" name="Freeform 32"/>
          <p:cNvSpPr>
            <a:spLocks/>
          </p:cNvSpPr>
          <p:nvPr/>
        </p:nvSpPr>
        <p:spPr bwMode="auto">
          <a:xfrm>
            <a:off x="7167563" y="5289550"/>
            <a:ext cx="200025" cy="168275"/>
          </a:xfrm>
          <a:custGeom>
            <a:avLst/>
            <a:gdLst>
              <a:gd name="T0" fmla="*/ 2147483646 w 126"/>
              <a:gd name="T1" fmla="*/ 2147483646 h 106"/>
              <a:gd name="T2" fmla="*/ 2147483646 w 126"/>
              <a:gd name="T3" fmla="*/ 2147483646 h 106"/>
              <a:gd name="T4" fmla="*/ 0 w 126"/>
              <a:gd name="T5" fmla="*/ 2147483646 h 106"/>
              <a:gd name="T6" fmla="*/ 2147483646 w 126"/>
              <a:gd name="T7" fmla="*/ 0 h 106"/>
              <a:gd name="T8" fmla="*/ 2147483646 w 126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67" name="Freeform 33"/>
          <p:cNvSpPr>
            <a:spLocks/>
          </p:cNvSpPr>
          <p:nvPr/>
        </p:nvSpPr>
        <p:spPr bwMode="auto">
          <a:xfrm>
            <a:off x="7596188" y="1697038"/>
            <a:ext cx="228600" cy="246062"/>
          </a:xfrm>
          <a:custGeom>
            <a:avLst/>
            <a:gdLst>
              <a:gd name="T0" fmla="*/ 2147483646 w 144"/>
              <a:gd name="T1" fmla="*/ 0 h 155"/>
              <a:gd name="T2" fmla="*/ 0 w 144"/>
              <a:gd name="T3" fmla="*/ 2147483646 h 155"/>
              <a:gd name="T4" fmla="*/ 2147483646 w 144"/>
              <a:gd name="T5" fmla="*/ 2147483646 h 155"/>
              <a:gd name="T6" fmla="*/ 2147483646 w 144"/>
              <a:gd name="T7" fmla="*/ 2147483646 h 155"/>
              <a:gd name="T8" fmla="*/ 2147483646 w 144"/>
              <a:gd name="T9" fmla="*/ 2147483646 h 155"/>
              <a:gd name="T10" fmla="*/ 2147483646 w 144"/>
              <a:gd name="T11" fmla="*/ 2147483646 h 155"/>
              <a:gd name="T12" fmla="*/ 2147483646 w 144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55">
                <a:moveTo>
                  <a:pt x="18" y="0"/>
                </a:moveTo>
                <a:lnTo>
                  <a:pt x="0" y="8"/>
                </a:lnTo>
                <a:lnTo>
                  <a:pt x="126" y="155"/>
                </a:lnTo>
                <a:lnTo>
                  <a:pt x="14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68" name="Freeform 34"/>
          <p:cNvSpPr>
            <a:spLocks/>
          </p:cNvSpPr>
          <p:nvPr/>
        </p:nvSpPr>
        <p:spPr bwMode="auto">
          <a:xfrm>
            <a:off x="7796213" y="1930400"/>
            <a:ext cx="185737" cy="260350"/>
          </a:xfrm>
          <a:custGeom>
            <a:avLst/>
            <a:gdLst>
              <a:gd name="T0" fmla="*/ 2147483646 w 117"/>
              <a:gd name="T1" fmla="*/ 0 h 164"/>
              <a:gd name="T2" fmla="*/ 0 w 117"/>
              <a:gd name="T3" fmla="*/ 2147483646 h 164"/>
              <a:gd name="T4" fmla="*/ 2147483646 w 117"/>
              <a:gd name="T5" fmla="*/ 2147483646 h 164"/>
              <a:gd name="T6" fmla="*/ 2147483646 w 117"/>
              <a:gd name="T7" fmla="*/ 2147483646 h 164"/>
              <a:gd name="T8" fmla="*/ 2147483646 w 117"/>
              <a:gd name="T9" fmla="*/ 2147483646 h 164"/>
              <a:gd name="T10" fmla="*/ 2147483646 w 117"/>
              <a:gd name="T11" fmla="*/ 2147483646 h 164"/>
              <a:gd name="T12" fmla="*/ 2147483646 w 117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7" h="164">
                <a:moveTo>
                  <a:pt x="18" y="0"/>
                </a:moveTo>
                <a:lnTo>
                  <a:pt x="0" y="8"/>
                </a:lnTo>
                <a:lnTo>
                  <a:pt x="99" y="164"/>
                </a:lnTo>
                <a:lnTo>
                  <a:pt x="117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69" name="Freeform 35"/>
          <p:cNvSpPr>
            <a:spLocks/>
          </p:cNvSpPr>
          <p:nvPr/>
        </p:nvSpPr>
        <p:spPr bwMode="auto">
          <a:xfrm>
            <a:off x="7953375" y="2176463"/>
            <a:ext cx="142875" cy="247650"/>
          </a:xfrm>
          <a:custGeom>
            <a:avLst/>
            <a:gdLst>
              <a:gd name="T0" fmla="*/ 2147483646 w 90"/>
              <a:gd name="T1" fmla="*/ 0 h 156"/>
              <a:gd name="T2" fmla="*/ 0 w 90"/>
              <a:gd name="T3" fmla="*/ 2147483646 h 156"/>
              <a:gd name="T4" fmla="*/ 2147483646 w 90"/>
              <a:gd name="T5" fmla="*/ 2147483646 h 156"/>
              <a:gd name="T6" fmla="*/ 2147483646 w 90"/>
              <a:gd name="T7" fmla="*/ 2147483646 h 156"/>
              <a:gd name="T8" fmla="*/ 2147483646 w 90"/>
              <a:gd name="T9" fmla="*/ 2147483646 h 156"/>
              <a:gd name="T10" fmla="*/ 2147483646 w 90"/>
              <a:gd name="T11" fmla="*/ 2147483646 h 156"/>
              <a:gd name="T12" fmla="*/ 2147483646 w 90"/>
              <a:gd name="T13" fmla="*/ 0 h 1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0" h="156">
                <a:moveTo>
                  <a:pt x="18" y="0"/>
                </a:moveTo>
                <a:lnTo>
                  <a:pt x="0" y="9"/>
                </a:lnTo>
                <a:lnTo>
                  <a:pt x="72" y="156"/>
                </a:lnTo>
                <a:lnTo>
                  <a:pt x="90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70" name="Freeform 36"/>
          <p:cNvSpPr>
            <a:spLocks/>
          </p:cNvSpPr>
          <p:nvPr/>
        </p:nvSpPr>
        <p:spPr bwMode="auto">
          <a:xfrm>
            <a:off x="8067675" y="2409825"/>
            <a:ext cx="114300" cy="260350"/>
          </a:xfrm>
          <a:custGeom>
            <a:avLst/>
            <a:gdLst>
              <a:gd name="T0" fmla="*/ 2147483646 w 72"/>
              <a:gd name="T1" fmla="*/ 0 h 164"/>
              <a:gd name="T2" fmla="*/ 0 w 72"/>
              <a:gd name="T3" fmla="*/ 2147483646 h 164"/>
              <a:gd name="T4" fmla="*/ 2147483646 w 72"/>
              <a:gd name="T5" fmla="*/ 2147483646 h 164"/>
              <a:gd name="T6" fmla="*/ 2147483646 w 72"/>
              <a:gd name="T7" fmla="*/ 2147483646 h 164"/>
              <a:gd name="T8" fmla="*/ 2147483646 w 72"/>
              <a:gd name="T9" fmla="*/ 2147483646 h 164"/>
              <a:gd name="T10" fmla="*/ 2147483646 w 72"/>
              <a:gd name="T11" fmla="*/ 2147483646 h 164"/>
              <a:gd name="T12" fmla="*/ 2147483646 w 72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2" h="164">
                <a:moveTo>
                  <a:pt x="18" y="0"/>
                </a:moveTo>
                <a:lnTo>
                  <a:pt x="0" y="9"/>
                </a:lnTo>
                <a:lnTo>
                  <a:pt x="54" y="164"/>
                </a:lnTo>
                <a:lnTo>
                  <a:pt x="54" y="156"/>
                </a:lnTo>
                <a:lnTo>
                  <a:pt x="72" y="156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71" name="Freeform 37"/>
          <p:cNvSpPr>
            <a:spLocks/>
          </p:cNvSpPr>
          <p:nvPr/>
        </p:nvSpPr>
        <p:spPr bwMode="auto">
          <a:xfrm>
            <a:off x="8153400" y="2657475"/>
            <a:ext cx="85725" cy="233363"/>
          </a:xfrm>
          <a:custGeom>
            <a:avLst/>
            <a:gdLst>
              <a:gd name="T0" fmla="*/ 2147483646 w 54"/>
              <a:gd name="T1" fmla="*/ 0 h 147"/>
              <a:gd name="T2" fmla="*/ 0 w 54"/>
              <a:gd name="T3" fmla="*/ 0 h 147"/>
              <a:gd name="T4" fmla="*/ 2147483646 w 54"/>
              <a:gd name="T5" fmla="*/ 2147483646 h 147"/>
              <a:gd name="T6" fmla="*/ 2147483646 w 54"/>
              <a:gd name="T7" fmla="*/ 2147483646 h 147"/>
              <a:gd name="T8" fmla="*/ 2147483646 w 54"/>
              <a:gd name="T9" fmla="*/ 2147483646 h 147"/>
              <a:gd name="T10" fmla="*/ 2147483646 w 54"/>
              <a:gd name="T11" fmla="*/ 2147483646 h 147"/>
              <a:gd name="T12" fmla="*/ 2147483646 w 54"/>
              <a:gd name="T13" fmla="*/ 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4" h="147">
                <a:moveTo>
                  <a:pt x="18" y="0"/>
                </a:moveTo>
                <a:lnTo>
                  <a:pt x="0" y="0"/>
                </a:lnTo>
                <a:lnTo>
                  <a:pt x="36" y="147"/>
                </a:lnTo>
                <a:lnTo>
                  <a:pt x="5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72" name="Freeform 38"/>
          <p:cNvSpPr>
            <a:spLocks/>
          </p:cNvSpPr>
          <p:nvPr/>
        </p:nvSpPr>
        <p:spPr bwMode="auto">
          <a:xfrm>
            <a:off x="8210550" y="2890838"/>
            <a:ext cx="57150" cy="246062"/>
          </a:xfrm>
          <a:custGeom>
            <a:avLst/>
            <a:gdLst>
              <a:gd name="T0" fmla="*/ 2147483646 w 36"/>
              <a:gd name="T1" fmla="*/ 0 h 155"/>
              <a:gd name="T2" fmla="*/ 0 w 36"/>
              <a:gd name="T3" fmla="*/ 0 h 155"/>
              <a:gd name="T4" fmla="*/ 2147483646 w 36"/>
              <a:gd name="T5" fmla="*/ 2147483646 h 155"/>
              <a:gd name="T6" fmla="*/ 2147483646 w 36"/>
              <a:gd name="T7" fmla="*/ 2147483646 h 155"/>
              <a:gd name="T8" fmla="*/ 2147483646 w 36"/>
              <a:gd name="T9" fmla="*/ 2147483646 h 155"/>
              <a:gd name="T10" fmla="*/ 2147483646 w 36"/>
              <a:gd name="T11" fmla="*/ 2147483646 h 155"/>
              <a:gd name="T12" fmla="*/ 2147483646 w 36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6" h="155">
                <a:moveTo>
                  <a:pt x="18" y="0"/>
                </a:moveTo>
                <a:lnTo>
                  <a:pt x="0" y="0"/>
                </a:lnTo>
                <a:lnTo>
                  <a:pt x="18" y="155"/>
                </a:lnTo>
                <a:lnTo>
                  <a:pt x="36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73" name="Freeform 39"/>
          <p:cNvSpPr>
            <a:spLocks/>
          </p:cNvSpPr>
          <p:nvPr/>
        </p:nvSpPr>
        <p:spPr bwMode="auto">
          <a:xfrm>
            <a:off x="8196263" y="3136900"/>
            <a:ext cx="71437" cy="479425"/>
          </a:xfrm>
          <a:custGeom>
            <a:avLst/>
            <a:gdLst>
              <a:gd name="T0" fmla="*/ 2147483646 w 45"/>
              <a:gd name="T1" fmla="*/ 0 h 302"/>
              <a:gd name="T2" fmla="*/ 2147483646 w 45"/>
              <a:gd name="T3" fmla="*/ 0 h 302"/>
              <a:gd name="T4" fmla="*/ 0 w 45"/>
              <a:gd name="T5" fmla="*/ 2147483646 h 302"/>
              <a:gd name="T6" fmla="*/ 0 w 45"/>
              <a:gd name="T7" fmla="*/ 2147483646 h 302"/>
              <a:gd name="T8" fmla="*/ 2147483646 w 45"/>
              <a:gd name="T9" fmla="*/ 2147483646 h 302"/>
              <a:gd name="T10" fmla="*/ 2147483646 w 45"/>
              <a:gd name="T11" fmla="*/ 2147483646 h 302"/>
              <a:gd name="T12" fmla="*/ 2147483646 w 45"/>
              <a:gd name="T13" fmla="*/ 0 h 30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5" h="302">
                <a:moveTo>
                  <a:pt x="45" y="0"/>
                </a:moveTo>
                <a:lnTo>
                  <a:pt x="27" y="0"/>
                </a:lnTo>
                <a:lnTo>
                  <a:pt x="0" y="294"/>
                </a:lnTo>
                <a:lnTo>
                  <a:pt x="18" y="302"/>
                </a:lnTo>
                <a:lnTo>
                  <a:pt x="18" y="294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74" name="Freeform 40"/>
          <p:cNvSpPr>
            <a:spLocks/>
          </p:cNvSpPr>
          <p:nvPr/>
        </p:nvSpPr>
        <p:spPr bwMode="auto">
          <a:xfrm>
            <a:off x="8081963" y="3603625"/>
            <a:ext cx="142875" cy="427038"/>
          </a:xfrm>
          <a:custGeom>
            <a:avLst/>
            <a:gdLst>
              <a:gd name="T0" fmla="*/ 2147483646 w 90"/>
              <a:gd name="T1" fmla="*/ 2147483646 h 269"/>
              <a:gd name="T2" fmla="*/ 2147483646 w 90"/>
              <a:gd name="T3" fmla="*/ 0 h 269"/>
              <a:gd name="T4" fmla="*/ 0 w 90"/>
              <a:gd name="T5" fmla="*/ 2147483646 h 269"/>
              <a:gd name="T6" fmla="*/ 0 w 90"/>
              <a:gd name="T7" fmla="*/ 2147483646 h 269"/>
              <a:gd name="T8" fmla="*/ 2147483646 w 90"/>
              <a:gd name="T9" fmla="*/ 2147483646 h 269"/>
              <a:gd name="T10" fmla="*/ 2147483646 w 90"/>
              <a:gd name="T11" fmla="*/ 2147483646 h 269"/>
              <a:gd name="T12" fmla="*/ 2147483646 w 90"/>
              <a:gd name="T13" fmla="*/ 2147483646 h 26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0" h="269">
                <a:moveTo>
                  <a:pt x="90" y="8"/>
                </a:moveTo>
                <a:lnTo>
                  <a:pt x="72" y="0"/>
                </a:lnTo>
                <a:lnTo>
                  <a:pt x="0" y="261"/>
                </a:lnTo>
                <a:lnTo>
                  <a:pt x="18" y="269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75" name="Freeform 41"/>
          <p:cNvSpPr>
            <a:spLocks/>
          </p:cNvSpPr>
          <p:nvPr/>
        </p:nvSpPr>
        <p:spPr bwMode="auto">
          <a:xfrm>
            <a:off x="7896225" y="4017963"/>
            <a:ext cx="214313" cy="466725"/>
          </a:xfrm>
          <a:custGeom>
            <a:avLst/>
            <a:gdLst>
              <a:gd name="T0" fmla="*/ 2147483646 w 135"/>
              <a:gd name="T1" fmla="*/ 2147483646 h 294"/>
              <a:gd name="T2" fmla="*/ 2147483646 w 135"/>
              <a:gd name="T3" fmla="*/ 0 h 294"/>
              <a:gd name="T4" fmla="*/ 0 w 135"/>
              <a:gd name="T5" fmla="*/ 2147483646 h 294"/>
              <a:gd name="T6" fmla="*/ 0 w 135"/>
              <a:gd name="T7" fmla="*/ 2147483646 h 294"/>
              <a:gd name="T8" fmla="*/ 2147483646 w 135"/>
              <a:gd name="T9" fmla="*/ 2147483646 h 294"/>
              <a:gd name="T10" fmla="*/ 2147483646 w 135"/>
              <a:gd name="T11" fmla="*/ 2147483646 h 294"/>
              <a:gd name="T12" fmla="*/ 2147483646 w 135"/>
              <a:gd name="T13" fmla="*/ 2147483646 h 2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294">
                <a:moveTo>
                  <a:pt x="135" y="8"/>
                </a:moveTo>
                <a:lnTo>
                  <a:pt x="117" y="0"/>
                </a:lnTo>
                <a:lnTo>
                  <a:pt x="0" y="286"/>
                </a:lnTo>
                <a:lnTo>
                  <a:pt x="18" y="294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76" name="Freeform 42"/>
          <p:cNvSpPr>
            <a:spLocks/>
          </p:cNvSpPr>
          <p:nvPr/>
        </p:nvSpPr>
        <p:spPr bwMode="auto">
          <a:xfrm>
            <a:off x="7639050" y="4471988"/>
            <a:ext cx="285750" cy="454025"/>
          </a:xfrm>
          <a:custGeom>
            <a:avLst/>
            <a:gdLst>
              <a:gd name="T0" fmla="*/ 2147483646 w 180"/>
              <a:gd name="T1" fmla="*/ 2147483646 h 286"/>
              <a:gd name="T2" fmla="*/ 2147483646 w 180"/>
              <a:gd name="T3" fmla="*/ 0 h 286"/>
              <a:gd name="T4" fmla="*/ 0 w 180"/>
              <a:gd name="T5" fmla="*/ 2147483646 h 286"/>
              <a:gd name="T6" fmla="*/ 0 w 180"/>
              <a:gd name="T7" fmla="*/ 2147483646 h 286"/>
              <a:gd name="T8" fmla="*/ 2147483646 w 180"/>
              <a:gd name="T9" fmla="*/ 2147483646 h 286"/>
              <a:gd name="T10" fmla="*/ 2147483646 w 180"/>
              <a:gd name="T11" fmla="*/ 2147483646 h 286"/>
              <a:gd name="T12" fmla="*/ 2147483646 w 180"/>
              <a:gd name="T13" fmla="*/ 2147483646 h 2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0" h="286">
                <a:moveTo>
                  <a:pt x="180" y="8"/>
                </a:moveTo>
                <a:lnTo>
                  <a:pt x="162" y="0"/>
                </a:lnTo>
                <a:lnTo>
                  <a:pt x="0" y="278"/>
                </a:lnTo>
                <a:lnTo>
                  <a:pt x="18" y="286"/>
                </a:lnTo>
                <a:lnTo>
                  <a:pt x="18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77" name="Freeform 43"/>
          <p:cNvSpPr>
            <a:spLocks/>
          </p:cNvSpPr>
          <p:nvPr/>
        </p:nvSpPr>
        <p:spPr bwMode="auto">
          <a:xfrm>
            <a:off x="7481888" y="4913313"/>
            <a:ext cx="185737" cy="220662"/>
          </a:xfrm>
          <a:custGeom>
            <a:avLst/>
            <a:gdLst>
              <a:gd name="T0" fmla="*/ 2147483646 w 117"/>
              <a:gd name="T1" fmla="*/ 2147483646 h 139"/>
              <a:gd name="T2" fmla="*/ 2147483646 w 117"/>
              <a:gd name="T3" fmla="*/ 0 h 139"/>
              <a:gd name="T4" fmla="*/ 0 w 117"/>
              <a:gd name="T5" fmla="*/ 2147483646 h 139"/>
              <a:gd name="T6" fmla="*/ 0 w 117"/>
              <a:gd name="T7" fmla="*/ 2147483646 h 139"/>
              <a:gd name="T8" fmla="*/ 2147483646 w 117"/>
              <a:gd name="T9" fmla="*/ 2147483646 h 139"/>
              <a:gd name="T10" fmla="*/ 2147483646 w 117"/>
              <a:gd name="T11" fmla="*/ 2147483646 h 139"/>
              <a:gd name="T12" fmla="*/ 2147483646 w 117"/>
              <a:gd name="T13" fmla="*/ 2147483646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7" h="139">
                <a:moveTo>
                  <a:pt x="117" y="8"/>
                </a:moveTo>
                <a:lnTo>
                  <a:pt x="99" y="0"/>
                </a:lnTo>
                <a:lnTo>
                  <a:pt x="0" y="131"/>
                </a:lnTo>
                <a:lnTo>
                  <a:pt x="18" y="139"/>
                </a:lnTo>
                <a:lnTo>
                  <a:pt x="117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78" name="Freeform 44"/>
          <p:cNvSpPr>
            <a:spLocks/>
          </p:cNvSpPr>
          <p:nvPr/>
        </p:nvSpPr>
        <p:spPr bwMode="auto">
          <a:xfrm>
            <a:off x="7296150" y="5121275"/>
            <a:ext cx="214313" cy="206375"/>
          </a:xfrm>
          <a:custGeom>
            <a:avLst/>
            <a:gdLst>
              <a:gd name="T0" fmla="*/ 2147483646 w 135"/>
              <a:gd name="T1" fmla="*/ 2147483646 h 130"/>
              <a:gd name="T2" fmla="*/ 2147483646 w 135"/>
              <a:gd name="T3" fmla="*/ 0 h 130"/>
              <a:gd name="T4" fmla="*/ 0 w 135"/>
              <a:gd name="T5" fmla="*/ 2147483646 h 130"/>
              <a:gd name="T6" fmla="*/ 2147483646 w 135"/>
              <a:gd name="T7" fmla="*/ 2147483646 h 130"/>
              <a:gd name="T8" fmla="*/ 2147483646 w 135"/>
              <a:gd name="T9" fmla="*/ 2147483646 h 1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5" h="130">
                <a:moveTo>
                  <a:pt x="135" y="8"/>
                </a:moveTo>
                <a:lnTo>
                  <a:pt x="117" y="0"/>
                </a:lnTo>
                <a:lnTo>
                  <a:pt x="0" y="122"/>
                </a:lnTo>
                <a:lnTo>
                  <a:pt x="18" y="130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79" name="Freeform 45"/>
          <p:cNvSpPr>
            <a:spLocks/>
          </p:cNvSpPr>
          <p:nvPr/>
        </p:nvSpPr>
        <p:spPr bwMode="auto">
          <a:xfrm>
            <a:off x="1509713" y="3162300"/>
            <a:ext cx="28575" cy="26988"/>
          </a:xfrm>
          <a:custGeom>
            <a:avLst/>
            <a:gdLst>
              <a:gd name="T0" fmla="*/ 2147483646 w 18"/>
              <a:gd name="T1" fmla="*/ 2147483646 h 17"/>
              <a:gd name="T2" fmla="*/ 2147483646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0 h 17"/>
              <a:gd name="T10" fmla="*/ 2147483646 w 18"/>
              <a:gd name="T11" fmla="*/ 0 h 17"/>
              <a:gd name="T12" fmla="*/ 0 w 18"/>
              <a:gd name="T13" fmla="*/ 2147483646 h 17"/>
              <a:gd name="T14" fmla="*/ 0 w 18"/>
              <a:gd name="T15" fmla="*/ 2147483646 h 17"/>
              <a:gd name="T16" fmla="*/ 2147483646 w 18"/>
              <a:gd name="T17" fmla="*/ 2147483646 h 17"/>
              <a:gd name="T18" fmla="*/ 2147483646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7">
                <a:moveTo>
                  <a:pt x="9" y="17"/>
                </a:moveTo>
                <a:lnTo>
                  <a:pt x="9" y="17"/>
                </a:lnTo>
                <a:lnTo>
                  <a:pt x="18" y="17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0" y="17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80" name="Freeform 46"/>
          <p:cNvSpPr>
            <a:spLocks/>
          </p:cNvSpPr>
          <p:nvPr/>
        </p:nvSpPr>
        <p:spPr bwMode="auto">
          <a:xfrm>
            <a:off x="1409700" y="3162300"/>
            <a:ext cx="171450" cy="195263"/>
          </a:xfrm>
          <a:custGeom>
            <a:avLst/>
            <a:gdLst>
              <a:gd name="T0" fmla="*/ 2147483646 w 108"/>
              <a:gd name="T1" fmla="*/ 2147483646 h 123"/>
              <a:gd name="T2" fmla="*/ 2147483646 w 108"/>
              <a:gd name="T3" fmla="*/ 2147483646 h 123"/>
              <a:gd name="T4" fmla="*/ 0 w 108"/>
              <a:gd name="T5" fmla="*/ 2147483646 h 123"/>
              <a:gd name="T6" fmla="*/ 2147483646 w 108"/>
              <a:gd name="T7" fmla="*/ 0 h 123"/>
              <a:gd name="T8" fmla="*/ 2147483646 w 108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81" name="Freeform 47"/>
          <p:cNvSpPr>
            <a:spLocks/>
          </p:cNvSpPr>
          <p:nvPr/>
        </p:nvSpPr>
        <p:spPr bwMode="auto">
          <a:xfrm>
            <a:off x="1409700" y="3162300"/>
            <a:ext cx="171450" cy="195263"/>
          </a:xfrm>
          <a:custGeom>
            <a:avLst/>
            <a:gdLst>
              <a:gd name="T0" fmla="*/ 2147483646 w 108"/>
              <a:gd name="T1" fmla="*/ 2147483646 h 123"/>
              <a:gd name="T2" fmla="*/ 2147483646 w 108"/>
              <a:gd name="T3" fmla="*/ 2147483646 h 123"/>
              <a:gd name="T4" fmla="*/ 0 w 108"/>
              <a:gd name="T5" fmla="*/ 2147483646 h 123"/>
              <a:gd name="T6" fmla="*/ 2147483646 w 108"/>
              <a:gd name="T7" fmla="*/ 0 h 123"/>
              <a:gd name="T8" fmla="*/ 2147483646 w 108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82" name="Freeform 48"/>
          <p:cNvSpPr>
            <a:spLocks/>
          </p:cNvSpPr>
          <p:nvPr/>
        </p:nvSpPr>
        <p:spPr bwMode="auto">
          <a:xfrm>
            <a:off x="6753225" y="2514600"/>
            <a:ext cx="285750" cy="311150"/>
          </a:xfrm>
          <a:custGeom>
            <a:avLst/>
            <a:gdLst>
              <a:gd name="T0" fmla="*/ 2147483646 w 180"/>
              <a:gd name="T1" fmla="*/ 2147483646 h 196"/>
              <a:gd name="T2" fmla="*/ 2147483646 w 180"/>
              <a:gd name="T3" fmla="*/ 2147483646 h 196"/>
              <a:gd name="T4" fmla="*/ 2147483646 w 180"/>
              <a:gd name="T5" fmla="*/ 0 h 196"/>
              <a:gd name="T6" fmla="*/ 2147483646 w 180"/>
              <a:gd name="T7" fmla="*/ 0 h 196"/>
              <a:gd name="T8" fmla="*/ 0 w 180"/>
              <a:gd name="T9" fmla="*/ 2147483646 h 196"/>
              <a:gd name="T10" fmla="*/ 0 w 180"/>
              <a:gd name="T11" fmla="*/ 2147483646 h 196"/>
              <a:gd name="T12" fmla="*/ 2147483646 w 180"/>
              <a:gd name="T13" fmla="*/ 2147483646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0" h="196">
                <a:moveTo>
                  <a:pt x="162" y="196"/>
                </a:moveTo>
                <a:lnTo>
                  <a:pt x="180" y="188"/>
                </a:lnTo>
                <a:lnTo>
                  <a:pt x="18" y="0"/>
                </a:lnTo>
                <a:lnTo>
                  <a:pt x="0" y="8"/>
                </a:lnTo>
                <a:lnTo>
                  <a:pt x="162" y="19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83" name="Freeform 49"/>
          <p:cNvSpPr>
            <a:spLocks/>
          </p:cNvSpPr>
          <p:nvPr/>
        </p:nvSpPr>
        <p:spPr bwMode="auto">
          <a:xfrm>
            <a:off x="6467475" y="2228850"/>
            <a:ext cx="314325" cy="298450"/>
          </a:xfrm>
          <a:custGeom>
            <a:avLst/>
            <a:gdLst>
              <a:gd name="T0" fmla="*/ 2147483646 w 198"/>
              <a:gd name="T1" fmla="*/ 2147483646 h 188"/>
              <a:gd name="T2" fmla="*/ 2147483646 w 198"/>
              <a:gd name="T3" fmla="*/ 2147483646 h 188"/>
              <a:gd name="T4" fmla="*/ 2147483646 w 198"/>
              <a:gd name="T5" fmla="*/ 2147483646 h 188"/>
              <a:gd name="T6" fmla="*/ 2147483646 w 198"/>
              <a:gd name="T7" fmla="*/ 0 h 188"/>
              <a:gd name="T8" fmla="*/ 2147483646 w 198"/>
              <a:gd name="T9" fmla="*/ 2147483646 h 188"/>
              <a:gd name="T10" fmla="*/ 0 w 198"/>
              <a:gd name="T11" fmla="*/ 2147483646 h 188"/>
              <a:gd name="T12" fmla="*/ 2147483646 w 198"/>
              <a:gd name="T13" fmla="*/ 2147483646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8" h="188">
                <a:moveTo>
                  <a:pt x="180" y="188"/>
                </a:moveTo>
                <a:lnTo>
                  <a:pt x="198" y="180"/>
                </a:lnTo>
                <a:lnTo>
                  <a:pt x="18" y="8"/>
                </a:lnTo>
                <a:lnTo>
                  <a:pt x="18" y="0"/>
                </a:lnTo>
                <a:lnTo>
                  <a:pt x="9" y="16"/>
                </a:lnTo>
                <a:lnTo>
                  <a:pt x="0" y="16"/>
                </a:lnTo>
                <a:lnTo>
                  <a:pt x="18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84" name="Freeform 50"/>
          <p:cNvSpPr>
            <a:spLocks/>
          </p:cNvSpPr>
          <p:nvPr/>
        </p:nvSpPr>
        <p:spPr bwMode="auto">
          <a:xfrm>
            <a:off x="6153150" y="2020888"/>
            <a:ext cx="342900" cy="233362"/>
          </a:xfrm>
          <a:custGeom>
            <a:avLst/>
            <a:gdLst>
              <a:gd name="T0" fmla="*/ 2147483646 w 216"/>
              <a:gd name="T1" fmla="*/ 2147483646 h 147"/>
              <a:gd name="T2" fmla="*/ 2147483646 w 216"/>
              <a:gd name="T3" fmla="*/ 2147483646 h 147"/>
              <a:gd name="T4" fmla="*/ 2147483646 w 216"/>
              <a:gd name="T5" fmla="*/ 0 h 147"/>
              <a:gd name="T6" fmla="*/ 2147483646 w 216"/>
              <a:gd name="T7" fmla="*/ 0 h 147"/>
              <a:gd name="T8" fmla="*/ 0 w 216"/>
              <a:gd name="T9" fmla="*/ 2147483646 h 147"/>
              <a:gd name="T10" fmla="*/ 0 w 216"/>
              <a:gd name="T11" fmla="*/ 2147483646 h 147"/>
              <a:gd name="T12" fmla="*/ 2147483646 w 216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147">
                <a:moveTo>
                  <a:pt x="207" y="147"/>
                </a:moveTo>
                <a:lnTo>
                  <a:pt x="216" y="131"/>
                </a:lnTo>
                <a:lnTo>
                  <a:pt x="9" y="0"/>
                </a:lnTo>
                <a:lnTo>
                  <a:pt x="0" y="17"/>
                </a:lnTo>
                <a:lnTo>
                  <a:pt x="207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85" name="Freeform 51"/>
          <p:cNvSpPr>
            <a:spLocks/>
          </p:cNvSpPr>
          <p:nvPr/>
        </p:nvSpPr>
        <p:spPr bwMode="auto">
          <a:xfrm>
            <a:off x="5810250" y="1839913"/>
            <a:ext cx="357188" cy="207962"/>
          </a:xfrm>
          <a:custGeom>
            <a:avLst/>
            <a:gdLst>
              <a:gd name="T0" fmla="*/ 2147483646 w 225"/>
              <a:gd name="T1" fmla="*/ 2147483646 h 131"/>
              <a:gd name="T2" fmla="*/ 2147483646 w 225"/>
              <a:gd name="T3" fmla="*/ 2147483646 h 131"/>
              <a:gd name="T4" fmla="*/ 2147483646 w 225"/>
              <a:gd name="T5" fmla="*/ 0 h 131"/>
              <a:gd name="T6" fmla="*/ 2147483646 w 225"/>
              <a:gd name="T7" fmla="*/ 0 h 131"/>
              <a:gd name="T8" fmla="*/ 0 w 225"/>
              <a:gd name="T9" fmla="*/ 2147483646 h 131"/>
              <a:gd name="T10" fmla="*/ 0 w 225"/>
              <a:gd name="T11" fmla="*/ 2147483646 h 131"/>
              <a:gd name="T12" fmla="*/ 2147483646 w 225"/>
              <a:gd name="T13" fmla="*/ 2147483646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131">
                <a:moveTo>
                  <a:pt x="216" y="131"/>
                </a:moveTo>
                <a:lnTo>
                  <a:pt x="225" y="114"/>
                </a:lnTo>
                <a:lnTo>
                  <a:pt x="9" y="0"/>
                </a:lnTo>
                <a:lnTo>
                  <a:pt x="0" y="16"/>
                </a:lnTo>
                <a:lnTo>
                  <a:pt x="216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86" name="Freeform 52"/>
          <p:cNvSpPr>
            <a:spLocks/>
          </p:cNvSpPr>
          <p:nvPr/>
        </p:nvSpPr>
        <p:spPr bwMode="auto">
          <a:xfrm>
            <a:off x="5424488" y="1724025"/>
            <a:ext cx="400050" cy="141288"/>
          </a:xfrm>
          <a:custGeom>
            <a:avLst/>
            <a:gdLst>
              <a:gd name="T0" fmla="*/ 2147483646 w 252"/>
              <a:gd name="T1" fmla="*/ 2147483646 h 89"/>
              <a:gd name="T2" fmla="*/ 2147483646 w 252"/>
              <a:gd name="T3" fmla="*/ 2147483646 h 89"/>
              <a:gd name="T4" fmla="*/ 2147483646 w 252"/>
              <a:gd name="T5" fmla="*/ 0 h 89"/>
              <a:gd name="T6" fmla="*/ 0 w 252"/>
              <a:gd name="T7" fmla="*/ 0 h 89"/>
              <a:gd name="T8" fmla="*/ 0 w 252"/>
              <a:gd name="T9" fmla="*/ 2147483646 h 89"/>
              <a:gd name="T10" fmla="*/ 0 w 252"/>
              <a:gd name="T11" fmla="*/ 2147483646 h 89"/>
              <a:gd name="T12" fmla="*/ 2147483646 w 252"/>
              <a:gd name="T13" fmla="*/ 2147483646 h 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2" h="89">
                <a:moveTo>
                  <a:pt x="243" y="89"/>
                </a:moveTo>
                <a:lnTo>
                  <a:pt x="252" y="73"/>
                </a:lnTo>
                <a:lnTo>
                  <a:pt x="9" y="0"/>
                </a:lnTo>
                <a:lnTo>
                  <a:pt x="0" y="0"/>
                </a:lnTo>
                <a:lnTo>
                  <a:pt x="0" y="16"/>
                </a:lnTo>
                <a:lnTo>
                  <a:pt x="243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87" name="Freeform 53"/>
          <p:cNvSpPr>
            <a:spLocks/>
          </p:cNvSpPr>
          <p:nvPr/>
        </p:nvSpPr>
        <p:spPr bwMode="auto">
          <a:xfrm>
            <a:off x="5010150" y="1646238"/>
            <a:ext cx="414338" cy="103187"/>
          </a:xfrm>
          <a:custGeom>
            <a:avLst/>
            <a:gdLst>
              <a:gd name="T0" fmla="*/ 2147483646 w 261"/>
              <a:gd name="T1" fmla="*/ 2147483646 h 65"/>
              <a:gd name="T2" fmla="*/ 2147483646 w 261"/>
              <a:gd name="T3" fmla="*/ 2147483646 h 65"/>
              <a:gd name="T4" fmla="*/ 0 w 261"/>
              <a:gd name="T5" fmla="*/ 0 h 65"/>
              <a:gd name="T6" fmla="*/ 0 w 261"/>
              <a:gd name="T7" fmla="*/ 0 h 65"/>
              <a:gd name="T8" fmla="*/ 0 w 261"/>
              <a:gd name="T9" fmla="*/ 2147483646 h 65"/>
              <a:gd name="T10" fmla="*/ 0 w 261"/>
              <a:gd name="T11" fmla="*/ 2147483646 h 65"/>
              <a:gd name="T12" fmla="*/ 2147483646 w 261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61" h="65">
                <a:moveTo>
                  <a:pt x="261" y="65"/>
                </a:moveTo>
                <a:lnTo>
                  <a:pt x="261" y="49"/>
                </a:lnTo>
                <a:lnTo>
                  <a:pt x="0" y="0"/>
                </a:lnTo>
                <a:lnTo>
                  <a:pt x="0" y="16"/>
                </a:lnTo>
                <a:lnTo>
                  <a:pt x="261" y="6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88" name="Freeform 54"/>
          <p:cNvSpPr>
            <a:spLocks/>
          </p:cNvSpPr>
          <p:nvPr/>
        </p:nvSpPr>
        <p:spPr bwMode="auto">
          <a:xfrm>
            <a:off x="4567238" y="1631950"/>
            <a:ext cx="442912" cy="39688"/>
          </a:xfrm>
          <a:custGeom>
            <a:avLst/>
            <a:gdLst>
              <a:gd name="T0" fmla="*/ 2147483646 w 279"/>
              <a:gd name="T1" fmla="*/ 2147483646 h 25"/>
              <a:gd name="T2" fmla="*/ 2147483646 w 279"/>
              <a:gd name="T3" fmla="*/ 2147483646 h 25"/>
              <a:gd name="T4" fmla="*/ 0 w 279"/>
              <a:gd name="T5" fmla="*/ 0 h 25"/>
              <a:gd name="T6" fmla="*/ 0 w 279"/>
              <a:gd name="T7" fmla="*/ 0 h 25"/>
              <a:gd name="T8" fmla="*/ 0 w 279"/>
              <a:gd name="T9" fmla="*/ 2147483646 h 25"/>
              <a:gd name="T10" fmla="*/ 0 w 279"/>
              <a:gd name="T11" fmla="*/ 2147483646 h 25"/>
              <a:gd name="T12" fmla="*/ 2147483646 w 279"/>
              <a:gd name="T13" fmla="*/ 2147483646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9" h="25">
                <a:moveTo>
                  <a:pt x="279" y="25"/>
                </a:moveTo>
                <a:lnTo>
                  <a:pt x="279" y="9"/>
                </a:lnTo>
                <a:lnTo>
                  <a:pt x="0" y="0"/>
                </a:lnTo>
                <a:lnTo>
                  <a:pt x="0" y="17"/>
                </a:lnTo>
                <a:lnTo>
                  <a:pt x="279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89" name="Freeform 55"/>
          <p:cNvSpPr>
            <a:spLocks/>
          </p:cNvSpPr>
          <p:nvPr/>
        </p:nvSpPr>
        <p:spPr bwMode="auto">
          <a:xfrm>
            <a:off x="4110038" y="1631950"/>
            <a:ext cx="457200" cy="65088"/>
          </a:xfrm>
          <a:custGeom>
            <a:avLst/>
            <a:gdLst>
              <a:gd name="T0" fmla="*/ 2147483646 w 288"/>
              <a:gd name="T1" fmla="*/ 2147483646 h 41"/>
              <a:gd name="T2" fmla="*/ 2147483646 w 288"/>
              <a:gd name="T3" fmla="*/ 0 h 41"/>
              <a:gd name="T4" fmla="*/ 0 w 288"/>
              <a:gd name="T5" fmla="*/ 2147483646 h 41"/>
              <a:gd name="T6" fmla="*/ 0 w 288"/>
              <a:gd name="T7" fmla="*/ 2147483646 h 41"/>
              <a:gd name="T8" fmla="*/ 0 w 288"/>
              <a:gd name="T9" fmla="*/ 2147483646 h 41"/>
              <a:gd name="T10" fmla="*/ 0 w 288"/>
              <a:gd name="T11" fmla="*/ 2147483646 h 41"/>
              <a:gd name="T12" fmla="*/ 2147483646 w 288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88" h="41">
                <a:moveTo>
                  <a:pt x="288" y="17"/>
                </a:moveTo>
                <a:lnTo>
                  <a:pt x="288" y="0"/>
                </a:lnTo>
                <a:lnTo>
                  <a:pt x="0" y="25"/>
                </a:lnTo>
                <a:lnTo>
                  <a:pt x="0" y="41"/>
                </a:lnTo>
                <a:lnTo>
                  <a:pt x="288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90" name="Freeform 56"/>
          <p:cNvSpPr>
            <a:spLocks/>
          </p:cNvSpPr>
          <p:nvPr/>
        </p:nvSpPr>
        <p:spPr bwMode="auto">
          <a:xfrm>
            <a:off x="3638550" y="1671638"/>
            <a:ext cx="471488" cy="103187"/>
          </a:xfrm>
          <a:custGeom>
            <a:avLst/>
            <a:gdLst>
              <a:gd name="T0" fmla="*/ 2147483646 w 297"/>
              <a:gd name="T1" fmla="*/ 2147483646 h 65"/>
              <a:gd name="T2" fmla="*/ 2147483646 w 297"/>
              <a:gd name="T3" fmla="*/ 0 h 65"/>
              <a:gd name="T4" fmla="*/ 0 w 297"/>
              <a:gd name="T5" fmla="*/ 2147483646 h 65"/>
              <a:gd name="T6" fmla="*/ 0 w 297"/>
              <a:gd name="T7" fmla="*/ 2147483646 h 65"/>
              <a:gd name="T8" fmla="*/ 2147483646 w 297"/>
              <a:gd name="T9" fmla="*/ 2147483646 h 65"/>
              <a:gd name="T10" fmla="*/ 0 w 297"/>
              <a:gd name="T11" fmla="*/ 2147483646 h 65"/>
              <a:gd name="T12" fmla="*/ 2147483646 w 297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97" h="65">
                <a:moveTo>
                  <a:pt x="297" y="16"/>
                </a:moveTo>
                <a:lnTo>
                  <a:pt x="297" y="0"/>
                </a:lnTo>
                <a:lnTo>
                  <a:pt x="0" y="49"/>
                </a:lnTo>
                <a:lnTo>
                  <a:pt x="9" y="65"/>
                </a:lnTo>
                <a:lnTo>
                  <a:pt x="0" y="65"/>
                </a:lnTo>
                <a:lnTo>
                  <a:pt x="297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91" name="Freeform 57"/>
          <p:cNvSpPr>
            <a:spLocks/>
          </p:cNvSpPr>
          <p:nvPr/>
        </p:nvSpPr>
        <p:spPr bwMode="auto">
          <a:xfrm>
            <a:off x="3224213" y="1749425"/>
            <a:ext cx="428625" cy="130175"/>
          </a:xfrm>
          <a:custGeom>
            <a:avLst/>
            <a:gdLst>
              <a:gd name="T0" fmla="*/ 2147483646 w 270"/>
              <a:gd name="T1" fmla="*/ 2147483646 h 82"/>
              <a:gd name="T2" fmla="*/ 2147483646 w 270"/>
              <a:gd name="T3" fmla="*/ 0 h 82"/>
              <a:gd name="T4" fmla="*/ 0 w 270"/>
              <a:gd name="T5" fmla="*/ 2147483646 h 82"/>
              <a:gd name="T6" fmla="*/ 0 w 270"/>
              <a:gd name="T7" fmla="*/ 2147483646 h 82"/>
              <a:gd name="T8" fmla="*/ 2147483646 w 270"/>
              <a:gd name="T9" fmla="*/ 2147483646 h 82"/>
              <a:gd name="T10" fmla="*/ 2147483646 w 270"/>
              <a:gd name="T11" fmla="*/ 2147483646 h 82"/>
              <a:gd name="T12" fmla="*/ 2147483646 w 270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0" h="82">
                <a:moveTo>
                  <a:pt x="270" y="16"/>
                </a:moveTo>
                <a:lnTo>
                  <a:pt x="261" y="0"/>
                </a:lnTo>
                <a:lnTo>
                  <a:pt x="0" y="65"/>
                </a:lnTo>
                <a:lnTo>
                  <a:pt x="9" y="82"/>
                </a:lnTo>
                <a:lnTo>
                  <a:pt x="27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92" name="Freeform 58"/>
          <p:cNvSpPr>
            <a:spLocks/>
          </p:cNvSpPr>
          <p:nvPr/>
        </p:nvSpPr>
        <p:spPr bwMode="auto">
          <a:xfrm>
            <a:off x="2852738" y="1852613"/>
            <a:ext cx="385762" cy="168275"/>
          </a:xfrm>
          <a:custGeom>
            <a:avLst/>
            <a:gdLst>
              <a:gd name="T0" fmla="*/ 2147483646 w 243"/>
              <a:gd name="T1" fmla="*/ 2147483646 h 106"/>
              <a:gd name="T2" fmla="*/ 2147483646 w 243"/>
              <a:gd name="T3" fmla="*/ 0 h 106"/>
              <a:gd name="T4" fmla="*/ 0 w 243"/>
              <a:gd name="T5" fmla="*/ 2147483646 h 106"/>
              <a:gd name="T6" fmla="*/ 0 w 243"/>
              <a:gd name="T7" fmla="*/ 2147483646 h 106"/>
              <a:gd name="T8" fmla="*/ 2147483646 w 243"/>
              <a:gd name="T9" fmla="*/ 2147483646 h 106"/>
              <a:gd name="T10" fmla="*/ 2147483646 w 243"/>
              <a:gd name="T11" fmla="*/ 2147483646 h 106"/>
              <a:gd name="T12" fmla="*/ 2147483646 w 243"/>
              <a:gd name="T13" fmla="*/ 2147483646 h 1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" h="106">
                <a:moveTo>
                  <a:pt x="243" y="17"/>
                </a:moveTo>
                <a:lnTo>
                  <a:pt x="234" y="0"/>
                </a:lnTo>
                <a:lnTo>
                  <a:pt x="0" y="90"/>
                </a:lnTo>
                <a:lnTo>
                  <a:pt x="9" y="106"/>
                </a:lnTo>
                <a:lnTo>
                  <a:pt x="243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93" name="Freeform 59"/>
          <p:cNvSpPr>
            <a:spLocks/>
          </p:cNvSpPr>
          <p:nvPr/>
        </p:nvSpPr>
        <p:spPr bwMode="auto">
          <a:xfrm>
            <a:off x="2524125" y="1995488"/>
            <a:ext cx="342900" cy="195262"/>
          </a:xfrm>
          <a:custGeom>
            <a:avLst/>
            <a:gdLst>
              <a:gd name="T0" fmla="*/ 2147483646 w 216"/>
              <a:gd name="T1" fmla="*/ 2147483646 h 123"/>
              <a:gd name="T2" fmla="*/ 2147483646 w 216"/>
              <a:gd name="T3" fmla="*/ 0 h 123"/>
              <a:gd name="T4" fmla="*/ 0 w 216"/>
              <a:gd name="T5" fmla="*/ 2147483646 h 123"/>
              <a:gd name="T6" fmla="*/ 0 w 216"/>
              <a:gd name="T7" fmla="*/ 2147483646 h 123"/>
              <a:gd name="T8" fmla="*/ 2147483646 w 216"/>
              <a:gd name="T9" fmla="*/ 2147483646 h 123"/>
              <a:gd name="T10" fmla="*/ 2147483646 w 216"/>
              <a:gd name="T11" fmla="*/ 2147483646 h 123"/>
              <a:gd name="T12" fmla="*/ 2147483646 w 216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123">
                <a:moveTo>
                  <a:pt x="216" y="16"/>
                </a:moveTo>
                <a:lnTo>
                  <a:pt x="207" y="0"/>
                </a:lnTo>
                <a:lnTo>
                  <a:pt x="0" y="106"/>
                </a:lnTo>
                <a:lnTo>
                  <a:pt x="9" y="123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94" name="Freeform 60"/>
          <p:cNvSpPr>
            <a:spLocks/>
          </p:cNvSpPr>
          <p:nvPr/>
        </p:nvSpPr>
        <p:spPr bwMode="auto">
          <a:xfrm>
            <a:off x="2238375" y="2163763"/>
            <a:ext cx="300038" cy="233362"/>
          </a:xfrm>
          <a:custGeom>
            <a:avLst/>
            <a:gdLst>
              <a:gd name="T0" fmla="*/ 2147483646 w 189"/>
              <a:gd name="T1" fmla="*/ 2147483646 h 147"/>
              <a:gd name="T2" fmla="*/ 2147483646 w 189"/>
              <a:gd name="T3" fmla="*/ 0 h 147"/>
              <a:gd name="T4" fmla="*/ 0 w 189"/>
              <a:gd name="T5" fmla="*/ 2147483646 h 147"/>
              <a:gd name="T6" fmla="*/ 0 w 189"/>
              <a:gd name="T7" fmla="*/ 2147483646 h 147"/>
              <a:gd name="T8" fmla="*/ 2147483646 w 189"/>
              <a:gd name="T9" fmla="*/ 2147483646 h 147"/>
              <a:gd name="T10" fmla="*/ 2147483646 w 189"/>
              <a:gd name="T11" fmla="*/ 2147483646 h 147"/>
              <a:gd name="T12" fmla="*/ 2147483646 w 189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47">
                <a:moveTo>
                  <a:pt x="189" y="17"/>
                </a:moveTo>
                <a:lnTo>
                  <a:pt x="180" y="0"/>
                </a:lnTo>
                <a:lnTo>
                  <a:pt x="0" y="131"/>
                </a:lnTo>
                <a:lnTo>
                  <a:pt x="9" y="147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95" name="Freeform 61"/>
          <p:cNvSpPr>
            <a:spLocks/>
          </p:cNvSpPr>
          <p:nvPr/>
        </p:nvSpPr>
        <p:spPr bwMode="auto">
          <a:xfrm>
            <a:off x="1952625" y="2371725"/>
            <a:ext cx="300038" cy="258763"/>
          </a:xfrm>
          <a:custGeom>
            <a:avLst/>
            <a:gdLst>
              <a:gd name="T0" fmla="*/ 2147483646 w 189"/>
              <a:gd name="T1" fmla="*/ 2147483646 h 163"/>
              <a:gd name="T2" fmla="*/ 2147483646 w 189"/>
              <a:gd name="T3" fmla="*/ 0 h 163"/>
              <a:gd name="T4" fmla="*/ 2147483646 w 189"/>
              <a:gd name="T5" fmla="*/ 2147483646 h 163"/>
              <a:gd name="T6" fmla="*/ 0 w 189"/>
              <a:gd name="T7" fmla="*/ 2147483646 h 163"/>
              <a:gd name="T8" fmla="*/ 2147483646 w 189"/>
              <a:gd name="T9" fmla="*/ 2147483646 h 163"/>
              <a:gd name="T10" fmla="*/ 2147483646 w 189"/>
              <a:gd name="T11" fmla="*/ 2147483646 h 163"/>
              <a:gd name="T12" fmla="*/ 2147483646 w 189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9" y="147"/>
                </a:lnTo>
                <a:lnTo>
                  <a:pt x="0" y="155"/>
                </a:lnTo>
                <a:lnTo>
                  <a:pt x="18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96" name="Freeform 62"/>
          <p:cNvSpPr>
            <a:spLocks/>
          </p:cNvSpPr>
          <p:nvPr/>
        </p:nvSpPr>
        <p:spPr bwMode="auto">
          <a:xfrm>
            <a:off x="1724025" y="2617788"/>
            <a:ext cx="257175" cy="273050"/>
          </a:xfrm>
          <a:custGeom>
            <a:avLst/>
            <a:gdLst>
              <a:gd name="T0" fmla="*/ 2147483646 w 162"/>
              <a:gd name="T1" fmla="*/ 2147483646 h 172"/>
              <a:gd name="T2" fmla="*/ 2147483646 w 162"/>
              <a:gd name="T3" fmla="*/ 0 h 172"/>
              <a:gd name="T4" fmla="*/ 0 w 162"/>
              <a:gd name="T5" fmla="*/ 2147483646 h 172"/>
              <a:gd name="T6" fmla="*/ 0 w 162"/>
              <a:gd name="T7" fmla="*/ 2147483646 h 172"/>
              <a:gd name="T8" fmla="*/ 2147483646 w 162"/>
              <a:gd name="T9" fmla="*/ 2147483646 h 172"/>
              <a:gd name="T10" fmla="*/ 2147483646 w 162"/>
              <a:gd name="T11" fmla="*/ 2147483646 h 172"/>
              <a:gd name="T12" fmla="*/ 2147483646 w 162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3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97" name="Freeform 63"/>
          <p:cNvSpPr>
            <a:spLocks/>
          </p:cNvSpPr>
          <p:nvPr/>
        </p:nvSpPr>
        <p:spPr bwMode="auto">
          <a:xfrm>
            <a:off x="1509713" y="2876550"/>
            <a:ext cx="242887" cy="312738"/>
          </a:xfrm>
          <a:custGeom>
            <a:avLst/>
            <a:gdLst>
              <a:gd name="T0" fmla="*/ 2147483646 w 153"/>
              <a:gd name="T1" fmla="*/ 2147483646 h 197"/>
              <a:gd name="T2" fmla="*/ 2147483646 w 153"/>
              <a:gd name="T3" fmla="*/ 0 h 197"/>
              <a:gd name="T4" fmla="*/ 0 w 153"/>
              <a:gd name="T5" fmla="*/ 2147483646 h 197"/>
              <a:gd name="T6" fmla="*/ 2147483646 w 153"/>
              <a:gd name="T7" fmla="*/ 2147483646 h 197"/>
              <a:gd name="T8" fmla="*/ 2147483646 w 153"/>
              <a:gd name="T9" fmla="*/ 2147483646 h 1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3" h="197">
                <a:moveTo>
                  <a:pt x="153" y="9"/>
                </a:moveTo>
                <a:lnTo>
                  <a:pt x="135" y="0"/>
                </a:lnTo>
                <a:lnTo>
                  <a:pt x="0" y="188"/>
                </a:lnTo>
                <a:lnTo>
                  <a:pt x="18" y="197"/>
                </a:lnTo>
                <a:lnTo>
                  <a:pt x="153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98" name="Freeform 64"/>
          <p:cNvSpPr>
            <a:spLocks/>
          </p:cNvSpPr>
          <p:nvPr/>
        </p:nvSpPr>
        <p:spPr bwMode="auto">
          <a:xfrm>
            <a:off x="7539038" y="2138363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2147483646 w 18"/>
              <a:gd name="T3" fmla="*/ 0 h 16"/>
              <a:gd name="T4" fmla="*/ 0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2147483646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9" y="0"/>
                </a:moveTo>
                <a:lnTo>
                  <a:pt x="9" y="0"/>
                </a:ln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99" name="Freeform 65"/>
          <p:cNvSpPr>
            <a:spLocks/>
          </p:cNvSpPr>
          <p:nvPr/>
        </p:nvSpPr>
        <p:spPr bwMode="auto">
          <a:xfrm>
            <a:off x="7496175" y="1943100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00" name="Freeform 66"/>
          <p:cNvSpPr>
            <a:spLocks/>
          </p:cNvSpPr>
          <p:nvPr/>
        </p:nvSpPr>
        <p:spPr bwMode="auto">
          <a:xfrm>
            <a:off x="7496175" y="1943100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01" name="Freeform 67"/>
          <p:cNvSpPr>
            <a:spLocks/>
          </p:cNvSpPr>
          <p:nvPr/>
        </p:nvSpPr>
        <p:spPr bwMode="auto">
          <a:xfrm>
            <a:off x="7096125" y="2695575"/>
            <a:ext cx="200025" cy="180975"/>
          </a:xfrm>
          <a:custGeom>
            <a:avLst/>
            <a:gdLst>
              <a:gd name="T0" fmla="*/ 0 w 126"/>
              <a:gd name="T1" fmla="*/ 2147483646 h 114"/>
              <a:gd name="T2" fmla="*/ 2147483646 w 126"/>
              <a:gd name="T3" fmla="*/ 2147483646 h 114"/>
              <a:gd name="T4" fmla="*/ 2147483646 w 126"/>
              <a:gd name="T5" fmla="*/ 2147483646 h 114"/>
              <a:gd name="T6" fmla="*/ 2147483646 w 126"/>
              <a:gd name="T7" fmla="*/ 2147483646 h 114"/>
              <a:gd name="T8" fmla="*/ 2147483646 w 126"/>
              <a:gd name="T9" fmla="*/ 0 h 114"/>
              <a:gd name="T10" fmla="*/ 2147483646 w 126"/>
              <a:gd name="T11" fmla="*/ 0 h 114"/>
              <a:gd name="T12" fmla="*/ 0 w 126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" h="114">
                <a:moveTo>
                  <a:pt x="0" y="106"/>
                </a:moveTo>
                <a:lnTo>
                  <a:pt x="18" y="114"/>
                </a:lnTo>
                <a:lnTo>
                  <a:pt x="126" y="8"/>
                </a:lnTo>
                <a:lnTo>
                  <a:pt x="10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02" name="Freeform 68"/>
          <p:cNvSpPr>
            <a:spLocks/>
          </p:cNvSpPr>
          <p:nvPr/>
        </p:nvSpPr>
        <p:spPr bwMode="auto">
          <a:xfrm>
            <a:off x="7267575" y="2514600"/>
            <a:ext cx="171450" cy="193675"/>
          </a:xfrm>
          <a:custGeom>
            <a:avLst/>
            <a:gdLst>
              <a:gd name="T0" fmla="*/ 0 w 108"/>
              <a:gd name="T1" fmla="*/ 2147483646 h 122"/>
              <a:gd name="T2" fmla="*/ 2147483646 w 108"/>
              <a:gd name="T3" fmla="*/ 2147483646 h 122"/>
              <a:gd name="T4" fmla="*/ 2147483646 w 108"/>
              <a:gd name="T5" fmla="*/ 2147483646 h 122"/>
              <a:gd name="T6" fmla="*/ 2147483646 w 108"/>
              <a:gd name="T7" fmla="*/ 2147483646 h 122"/>
              <a:gd name="T8" fmla="*/ 2147483646 w 108"/>
              <a:gd name="T9" fmla="*/ 0 h 122"/>
              <a:gd name="T10" fmla="*/ 2147483646 w 108"/>
              <a:gd name="T11" fmla="*/ 0 h 122"/>
              <a:gd name="T12" fmla="*/ 0 w 108"/>
              <a:gd name="T13" fmla="*/ 2147483646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8" h="122">
                <a:moveTo>
                  <a:pt x="0" y="114"/>
                </a:moveTo>
                <a:lnTo>
                  <a:pt x="18" y="122"/>
                </a:lnTo>
                <a:lnTo>
                  <a:pt x="108" y="8"/>
                </a:lnTo>
                <a:lnTo>
                  <a:pt x="9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03" name="Freeform 69"/>
          <p:cNvSpPr>
            <a:spLocks/>
          </p:cNvSpPr>
          <p:nvPr/>
        </p:nvSpPr>
        <p:spPr bwMode="auto">
          <a:xfrm>
            <a:off x="7410450" y="2332038"/>
            <a:ext cx="128588" cy="195262"/>
          </a:xfrm>
          <a:custGeom>
            <a:avLst/>
            <a:gdLst>
              <a:gd name="T0" fmla="*/ 0 w 81"/>
              <a:gd name="T1" fmla="*/ 2147483646 h 123"/>
              <a:gd name="T2" fmla="*/ 2147483646 w 81"/>
              <a:gd name="T3" fmla="*/ 2147483646 h 123"/>
              <a:gd name="T4" fmla="*/ 2147483646 w 81"/>
              <a:gd name="T5" fmla="*/ 2147483646 h 123"/>
              <a:gd name="T6" fmla="*/ 2147483646 w 81"/>
              <a:gd name="T7" fmla="*/ 0 h 123"/>
              <a:gd name="T8" fmla="*/ 2147483646 w 81"/>
              <a:gd name="T9" fmla="*/ 0 h 123"/>
              <a:gd name="T10" fmla="*/ 2147483646 w 81"/>
              <a:gd name="T11" fmla="*/ 0 h 123"/>
              <a:gd name="T12" fmla="*/ 0 w 81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1" h="123">
                <a:moveTo>
                  <a:pt x="0" y="115"/>
                </a:moveTo>
                <a:lnTo>
                  <a:pt x="18" y="123"/>
                </a:lnTo>
                <a:lnTo>
                  <a:pt x="81" y="9"/>
                </a:lnTo>
                <a:lnTo>
                  <a:pt x="81" y="0"/>
                </a:lnTo>
                <a:lnTo>
                  <a:pt x="63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04" name="Freeform 70"/>
          <p:cNvSpPr>
            <a:spLocks/>
          </p:cNvSpPr>
          <p:nvPr/>
        </p:nvSpPr>
        <p:spPr bwMode="auto">
          <a:xfrm>
            <a:off x="7510463" y="2138363"/>
            <a:ext cx="57150" cy="193675"/>
          </a:xfrm>
          <a:custGeom>
            <a:avLst/>
            <a:gdLst>
              <a:gd name="T0" fmla="*/ 0 w 36"/>
              <a:gd name="T1" fmla="*/ 2147483646 h 122"/>
              <a:gd name="T2" fmla="*/ 2147483646 w 36"/>
              <a:gd name="T3" fmla="*/ 2147483646 h 122"/>
              <a:gd name="T4" fmla="*/ 2147483646 w 36"/>
              <a:gd name="T5" fmla="*/ 0 h 122"/>
              <a:gd name="T6" fmla="*/ 2147483646 w 36"/>
              <a:gd name="T7" fmla="*/ 0 h 122"/>
              <a:gd name="T8" fmla="*/ 0 w 36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" h="122">
                <a:moveTo>
                  <a:pt x="0" y="122"/>
                </a:moveTo>
                <a:lnTo>
                  <a:pt x="18" y="122"/>
                </a:lnTo>
                <a:lnTo>
                  <a:pt x="36" y="0"/>
                </a:lnTo>
                <a:lnTo>
                  <a:pt x="18" y="0"/>
                </a:lnTo>
                <a:lnTo>
                  <a:pt x="0" y="1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05" name="Freeform 71"/>
          <p:cNvSpPr>
            <a:spLocks/>
          </p:cNvSpPr>
          <p:nvPr/>
        </p:nvSpPr>
        <p:spPr bwMode="auto">
          <a:xfrm>
            <a:off x="7010400" y="2359025"/>
            <a:ext cx="28575" cy="25400"/>
          </a:xfrm>
          <a:custGeom>
            <a:avLst/>
            <a:gdLst>
              <a:gd name="T0" fmla="*/ 2147483646 w 18"/>
              <a:gd name="T1" fmla="*/ 2147483646 h 16"/>
              <a:gd name="T2" fmla="*/ 2147483646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0 h 16"/>
              <a:gd name="T8" fmla="*/ 2147483646 w 18"/>
              <a:gd name="T9" fmla="*/ 0 h 16"/>
              <a:gd name="T10" fmla="*/ 2147483646 w 18"/>
              <a:gd name="T11" fmla="*/ 0 h 16"/>
              <a:gd name="T12" fmla="*/ 0 w 18"/>
              <a:gd name="T13" fmla="*/ 2147483646 h 16"/>
              <a:gd name="T14" fmla="*/ 2147483646 w 18"/>
              <a:gd name="T15" fmla="*/ 2147483646 h 16"/>
              <a:gd name="T16" fmla="*/ 2147483646 w 18"/>
              <a:gd name="T17" fmla="*/ 2147483646 h 16"/>
              <a:gd name="T18" fmla="*/ 2147483646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9" y="16"/>
                </a:move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06" name="Freeform 72"/>
          <p:cNvSpPr>
            <a:spLocks/>
          </p:cNvSpPr>
          <p:nvPr/>
        </p:nvSpPr>
        <p:spPr bwMode="auto">
          <a:xfrm>
            <a:off x="6967538" y="2384425"/>
            <a:ext cx="128587" cy="195263"/>
          </a:xfrm>
          <a:custGeom>
            <a:avLst/>
            <a:gdLst>
              <a:gd name="T0" fmla="*/ 2147483646 w 81"/>
              <a:gd name="T1" fmla="*/ 0 h 123"/>
              <a:gd name="T2" fmla="*/ 2147483646 w 81"/>
              <a:gd name="T3" fmla="*/ 0 h 123"/>
              <a:gd name="T4" fmla="*/ 2147483646 w 81"/>
              <a:gd name="T5" fmla="*/ 2147483646 h 123"/>
              <a:gd name="T6" fmla="*/ 0 w 81"/>
              <a:gd name="T7" fmla="*/ 0 h 123"/>
              <a:gd name="T8" fmla="*/ 2147483646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07" name="Freeform 73"/>
          <p:cNvSpPr>
            <a:spLocks/>
          </p:cNvSpPr>
          <p:nvPr/>
        </p:nvSpPr>
        <p:spPr bwMode="auto">
          <a:xfrm>
            <a:off x="6967538" y="2384425"/>
            <a:ext cx="128587" cy="195263"/>
          </a:xfrm>
          <a:custGeom>
            <a:avLst/>
            <a:gdLst>
              <a:gd name="T0" fmla="*/ 2147483646 w 81"/>
              <a:gd name="T1" fmla="*/ 0 h 123"/>
              <a:gd name="T2" fmla="*/ 2147483646 w 81"/>
              <a:gd name="T3" fmla="*/ 0 h 123"/>
              <a:gd name="T4" fmla="*/ 2147483646 w 81"/>
              <a:gd name="T5" fmla="*/ 2147483646 h 123"/>
              <a:gd name="T6" fmla="*/ 0 w 81"/>
              <a:gd name="T7" fmla="*/ 0 h 123"/>
              <a:gd name="T8" fmla="*/ 2147483646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08" name="Freeform 74"/>
          <p:cNvSpPr>
            <a:spLocks/>
          </p:cNvSpPr>
          <p:nvPr/>
        </p:nvSpPr>
        <p:spPr bwMode="auto">
          <a:xfrm>
            <a:off x="7281863" y="1646238"/>
            <a:ext cx="214312" cy="193675"/>
          </a:xfrm>
          <a:custGeom>
            <a:avLst/>
            <a:gdLst>
              <a:gd name="T0" fmla="*/ 2147483646 w 135"/>
              <a:gd name="T1" fmla="*/ 2147483646 h 122"/>
              <a:gd name="T2" fmla="*/ 2147483646 w 135"/>
              <a:gd name="T3" fmla="*/ 0 h 122"/>
              <a:gd name="T4" fmla="*/ 0 w 135"/>
              <a:gd name="T5" fmla="*/ 2147483646 h 122"/>
              <a:gd name="T6" fmla="*/ 0 w 135"/>
              <a:gd name="T7" fmla="*/ 2147483646 h 122"/>
              <a:gd name="T8" fmla="*/ 2147483646 w 135"/>
              <a:gd name="T9" fmla="*/ 2147483646 h 122"/>
              <a:gd name="T10" fmla="*/ 2147483646 w 135"/>
              <a:gd name="T11" fmla="*/ 2147483646 h 122"/>
              <a:gd name="T12" fmla="*/ 2147483646 w 135"/>
              <a:gd name="T13" fmla="*/ 2147483646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122">
                <a:moveTo>
                  <a:pt x="135" y="8"/>
                </a:moveTo>
                <a:lnTo>
                  <a:pt x="117" y="0"/>
                </a:lnTo>
                <a:lnTo>
                  <a:pt x="0" y="114"/>
                </a:lnTo>
                <a:lnTo>
                  <a:pt x="18" y="122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09" name="Freeform 75"/>
          <p:cNvSpPr>
            <a:spLocks/>
          </p:cNvSpPr>
          <p:nvPr/>
        </p:nvSpPr>
        <p:spPr bwMode="auto">
          <a:xfrm>
            <a:off x="7138988" y="1827213"/>
            <a:ext cx="171450" cy="180975"/>
          </a:xfrm>
          <a:custGeom>
            <a:avLst/>
            <a:gdLst>
              <a:gd name="T0" fmla="*/ 2147483646 w 108"/>
              <a:gd name="T1" fmla="*/ 2147483646 h 114"/>
              <a:gd name="T2" fmla="*/ 2147483646 w 108"/>
              <a:gd name="T3" fmla="*/ 0 h 114"/>
              <a:gd name="T4" fmla="*/ 0 w 108"/>
              <a:gd name="T5" fmla="*/ 2147483646 h 114"/>
              <a:gd name="T6" fmla="*/ 0 w 108"/>
              <a:gd name="T7" fmla="*/ 2147483646 h 114"/>
              <a:gd name="T8" fmla="*/ 2147483646 w 108"/>
              <a:gd name="T9" fmla="*/ 2147483646 h 114"/>
              <a:gd name="T10" fmla="*/ 2147483646 w 108"/>
              <a:gd name="T11" fmla="*/ 2147483646 h 114"/>
              <a:gd name="T12" fmla="*/ 2147483646 w 108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8" h="114">
                <a:moveTo>
                  <a:pt x="108" y="8"/>
                </a:moveTo>
                <a:lnTo>
                  <a:pt x="90" y="0"/>
                </a:lnTo>
                <a:lnTo>
                  <a:pt x="0" y="106"/>
                </a:lnTo>
                <a:lnTo>
                  <a:pt x="18" y="114"/>
                </a:lnTo>
                <a:lnTo>
                  <a:pt x="108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10" name="Freeform 76"/>
          <p:cNvSpPr>
            <a:spLocks/>
          </p:cNvSpPr>
          <p:nvPr/>
        </p:nvSpPr>
        <p:spPr bwMode="auto">
          <a:xfrm>
            <a:off x="7053263" y="1995488"/>
            <a:ext cx="114300" cy="195262"/>
          </a:xfrm>
          <a:custGeom>
            <a:avLst/>
            <a:gdLst>
              <a:gd name="T0" fmla="*/ 2147483646 w 72"/>
              <a:gd name="T1" fmla="*/ 2147483646 h 123"/>
              <a:gd name="T2" fmla="*/ 2147483646 w 72"/>
              <a:gd name="T3" fmla="*/ 0 h 123"/>
              <a:gd name="T4" fmla="*/ 0 w 72"/>
              <a:gd name="T5" fmla="*/ 2147483646 h 123"/>
              <a:gd name="T6" fmla="*/ 0 w 72"/>
              <a:gd name="T7" fmla="*/ 2147483646 h 123"/>
              <a:gd name="T8" fmla="*/ 2147483646 w 72"/>
              <a:gd name="T9" fmla="*/ 2147483646 h 123"/>
              <a:gd name="T10" fmla="*/ 2147483646 w 72"/>
              <a:gd name="T11" fmla="*/ 2147483646 h 123"/>
              <a:gd name="T12" fmla="*/ 2147483646 w 72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2" h="123">
                <a:moveTo>
                  <a:pt x="72" y="8"/>
                </a:moveTo>
                <a:lnTo>
                  <a:pt x="54" y="0"/>
                </a:lnTo>
                <a:lnTo>
                  <a:pt x="0" y="114"/>
                </a:lnTo>
                <a:lnTo>
                  <a:pt x="18" y="114"/>
                </a:lnTo>
                <a:lnTo>
                  <a:pt x="18" y="123"/>
                </a:lnTo>
                <a:lnTo>
                  <a:pt x="7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11" name="Freeform 77"/>
          <p:cNvSpPr>
            <a:spLocks/>
          </p:cNvSpPr>
          <p:nvPr/>
        </p:nvSpPr>
        <p:spPr bwMode="auto">
          <a:xfrm>
            <a:off x="7010400" y="2176463"/>
            <a:ext cx="71438" cy="195262"/>
          </a:xfrm>
          <a:custGeom>
            <a:avLst/>
            <a:gdLst>
              <a:gd name="T0" fmla="*/ 2147483646 w 45"/>
              <a:gd name="T1" fmla="*/ 0 h 123"/>
              <a:gd name="T2" fmla="*/ 2147483646 w 45"/>
              <a:gd name="T3" fmla="*/ 0 h 123"/>
              <a:gd name="T4" fmla="*/ 0 w 45"/>
              <a:gd name="T5" fmla="*/ 2147483646 h 123"/>
              <a:gd name="T6" fmla="*/ 2147483646 w 45"/>
              <a:gd name="T7" fmla="*/ 2147483646 h 123"/>
              <a:gd name="T8" fmla="*/ 2147483646 w 45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5" h="123">
                <a:moveTo>
                  <a:pt x="45" y="0"/>
                </a:moveTo>
                <a:lnTo>
                  <a:pt x="27" y="0"/>
                </a:lnTo>
                <a:lnTo>
                  <a:pt x="0" y="123"/>
                </a:lnTo>
                <a:lnTo>
                  <a:pt x="18" y="123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12" name="Freeform 78"/>
          <p:cNvSpPr>
            <a:spLocks/>
          </p:cNvSpPr>
          <p:nvPr/>
        </p:nvSpPr>
        <p:spPr bwMode="auto">
          <a:xfrm>
            <a:off x="4624388" y="4549775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0 h 16"/>
              <a:gd name="T12" fmla="*/ 0 w 18"/>
              <a:gd name="T13" fmla="*/ 0 h 16"/>
              <a:gd name="T14" fmla="*/ 0 w 18"/>
              <a:gd name="T15" fmla="*/ 2147483646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0" y="16"/>
                </a:moveTo>
                <a:lnTo>
                  <a:pt x="0" y="16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13" name="Freeform 79"/>
          <p:cNvSpPr>
            <a:spLocks/>
          </p:cNvSpPr>
          <p:nvPr/>
        </p:nvSpPr>
        <p:spPr bwMode="auto">
          <a:xfrm>
            <a:off x="4424363" y="4524375"/>
            <a:ext cx="228600" cy="115888"/>
          </a:xfrm>
          <a:custGeom>
            <a:avLst/>
            <a:gdLst>
              <a:gd name="T0" fmla="*/ 2147483646 w 144"/>
              <a:gd name="T1" fmla="*/ 2147483646 h 73"/>
              <a:gd name="T2" fmla="*/ 2147483646 w 144"/>
              <a:gd name="T3" fmla="*/ 2147483646 h 73"/>
              <a:gd name="T4" fmla="*/ 0 w 144"/>
              <a:gd name="T5" fmla="*/ 2147483646 h 73"/>
              <a:gd name="T6" fmla="*/ 2147483646 w 144"/>
              <a:gd name="T7" fmla="*/ 0 h 73"/>
              <a:gd name="T8" fmla="*/ 2147483646 w 144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14" name="Freeform 80"/>
          <p:cNvSpPr>
            <a:spLocks/>
          </p:cNvSpPr>
          <p:nvPr/>
        </p:nvSpPr>
        <p:spPr bwMode="auto">
          <a:xfrm>
            <a:off x="4424363" y="4524375"/>
            <a:ext cx="228600" cy="115888"/>
          </a:xfrm>
          <a:custGeom>
            <a:avLst/>
            <a:gdLst>
              <a:gd name="T0" fmla="*/ 2147483646 w 144"/>
              <a:gd name="T1" fmla="*/ 2147483646 h 73"/>
              <a:gd name="T2" fmla="*/ 2147483646 w 144"/>
              <a:gd name="T3" fmla="*/ 2147483646 h 73"/>
              <a:gd name="T4" fmla="*/ 0 w 144"/>
              <a:gd name="T5" fmla="*/ 2147483646 h 73"/>
              <a:gd name="T6" fmla="*/ 2147483646 w 144"/>
              <a:gd name="T7" fmla="*/ 0 h 73"/>
              <a:gd name="T8" fmla="*/ 2147483646 w 144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15" name="Freeform 81"/>
          <p:cNvSpPr>
            <a:spLocks/>
          </p:cNvSpPr>
          <p:nvPr/>
        </p:nvSpPr>
        <p:spPr bwMode="auto">
          <a:xfrm>
            <a:off x="6824663" y="2825750"/>
            <a:ext cx="214312" cy="271463"/>
          </a:xfrm>
          <a:custGeom>
            <a:avLst/>
            <a:gdLst>
              <a:gd name="T0" fmla="*/ 2147483646 w 135"/>
              <a:gd name="T1" fmla="*/ 2147483646 h 171"/>
              <a:gd name="T2" fmla="*/ 2147483646 w 135"/>
              <a:gd name="T3" fmla="*/ 0 h 171"/>
              <a:gd name="T4" fmla="*/ 0 w 135"/>
              <a:gd name="T5" fmla="*/ 2147483646 h 171"/>
              <a:gd name="T6" fmla="*/ 0 w 135"/>
              <a:gd name="T7" fmla="*/ 2147483646 h 171"/>
              <a:gd name="T8" fmla="*/ 2147483646 w 135"/>
              <a:gd name="T9" fmla="*/ 2147483646 h 171"/>
              <a:gd name="T10" fmla="*/ 2147483646 w 135"/>
              <a:gd name="T11" fmla="*/ 2147483646 h 171"/>
              <a:gd name="T12" fmla="*/ 2147483646 w 135"/>
              <a:gd name="T13" fmla="*/ 2147483646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171">
                <a:moveTo>
                  <a:pt x="135" y="8"/>
                </a:moveTo>
                <a:lnTo>
                  <a:pt x="117" y="0"/>
                </a:lnTo>
                <a:lnTo>
                  <a:pt x="0" y="163"/>
                </a:lnTo>
                <a:lnTo>
                  <a:pt x="18" y="171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16" name="Freeform 82"/>
          <p:cNvSpPr>
            <a:spLocks/>
          </p:cNvSpPr>
          <p:nvPr/>
        </p:nvSpPr>
        <p:spPr bwMode="auto">
          <a:xfrm>
            <a:off x="6596063" y="3084513"/>
            <a:ext cx="257175" cy="273050"/>
          </a:xfrm>
          <a:custGeom>
            <a:avLst/>
            <a:gdLst>
              <a:gd name="T0" fmla="*/ 2147483646 w 162"/>
              <a:gd name="T1" fmla="*/ 2147483646 h 172"/>
              <a:gd name="T2" fmla="*/ 2147483646 w 162"/>
              <a:gd name="T3" fmla="*/ 0 h 172"/>
              <a:gd name="T4" fmla="*/ 0 w 162"/>
              <a:gd name="T5" fmla="*/ 2147483646 h 172"/>
              <a:gd name="T6" fmla="*/ 0 w 162"/>
              <a:gd name="T7" fmla="*/ 2147483646 h 172"/>
              <a:gd name="T8" fmla="*/ 2147483646 w 162"/>
              <a:gd name="T9" fmla="*/ 2147483646 h 172"/>
              <a:gd name="T10" fmla="*/ 2147483646 w 162"/>
              <a:gd name="T11" fmla="*/ 2147483646 h 172"/>
              <a:gd name="T12" fmla="*/ 2147483646 w 162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4"/>
                </a:lnTo>
                <a:lnTo>
                  <a:pt x="0" y="155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17" name="Freeform 83"/>
          <p:cNvSpPr>
            <a:spLocks/>
          </p:cNvSpPr>
          <p:nvPr/>
        </p:nvSpPr>
        <p:spPr bwMode="auto">
          <a:xfrm>
            <a:off x="6324600" y="3330575"/>
            <a:ext cx="300038" cy="273050"/>
          </a:xfrm>
          <a:custGeom>
            <a:avLst/>
            <a:gdLst>
              <a:gd name="T0" fmla="*/ 2147483646 w 189"/>
              <a:gd name="T1" fmla="*/ 2147483646 h 172"/>
              <a:gd name="T2" fmla="*/ 2147483646 w 189"/>
              <a:gd name="T3" fmla="*/ 0 h 172"/>
              <a:gd name="T4" fmla="*/ 0 w 189"/>
              <a:gd name="T5" fmla="*/ 2147483646 h 172"/>
              <a:gd name="T6" fmla="*/ 2147483646 w 189"/>
              <a:gd name="T7" fmla="*/ 2147483646 h 172"/>
              <a:gd name="T8" fmla="*/ 2147483646 w 189"/>
              <a:gd name="T9" fmla="*/ 2147483646 h 172"/>
              <a:gd name="T10" fmla="*/ 2147483646 w 189"/>
              <a:gd name="T11" fmla="*/ 2147483646 h 172"/>
              <a:gd name="T12" fmla="*/ 2147483646 w 189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72">
                <a:moveTo>
                  <a:pt x="189" y="17"/>
                </a:moveTo>
                <a:lnTo>
                  <a:pt x="171" y="0"/>
                </a:lnTo>
                <a:lnTo>
                  <a:pt x="0" y="156"/>
                </a:lnTo>
                <a:lnTo>
                  <a:pt x="9" y="156"/>
                </a:lnTo>
                <a:lnTo>
                  <a:pt x="18" y="172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18" name="Freeform 84"/>
          <p:cNvSpPr>
            <a:spLocks/>
          </p:cNvSpPr>
          <p:nvPr/>
        </p:nvSpPr>
        <p:spPr bwMode="auto">
          <a:xfrm>
            <a:off x="6053138" y="3578225"/>
            <a:ext cx="300037" cy="258763"/>
          </a:xfrm>
          <a:custGeom>
            <a:avLst/>
            <a:gdLst>
              <a:gd name="T0" fmla="*/ 2147483646 w 189"/>
              <a:gd name="T1" fmla="*/ 2147483646 h 163"/>
              <a:gd name="T2" fmla="*/ 2147483646 w 189"/>
              <a:gd name="T3" fmla="*/ 0 h 163"/>
              <a:gd name="T4" fmla="*/ 0 w 189"/>
              <a:gd name="T5" fmla="*/ 2147483646 h 163"/>
              <a:gd name="T6" fmla="*/ 0 w 189"/>
              <a:gd name="T7" fmla="*/ 2147483646 h 163"/>
              <a:gd name="T8" fmla="*/ 2147483646 w 189"/>
              <a:gd name="T9" fmla="*/ 2147483646 h 163"/>
              <a:gd name="T10" fmla="*/ 2147483646 w 189"/>
              <a:gd name="T11" fmla="*/ 2147483646 h 163"/>
              <a:gd name="T12" fmla="*/ 2147483646 w 189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0" y="147"/>
                </a:lnTo>
                <a:lnTo>
                  <a:pt x="9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19" name="Freeform 85"/>
          <p:cNvSpPr>
            <a:spLocks/>
          </p:cNvSpPr>
          <p:nvPr/>
        </p:nvSpPr>
        <p:spPr bwMode="auto">
          <a:xfrm>
            <a:off x="5724525" y="3811588"/>
            <a:ext cx="342900" cy="246062"/>
          </a:xfrm>
          <a:custGeom>
            <a:avLst/>
            <a:gdLst>
              <a:gd name="T0" fmla="*/ 2147483646 w 216"/>
              <a:gd name="T1" fmla="*/ 2147483646 h 155"/>
              <a:gd name="T2" fmla="*/ 2147483646 w 216"/>
              <a:gd name="T3" fmla="*/ 0 h 155"/>
              <a:gd name="T4" fmla="*/ 0 w 216"/>
              <a:gd name="T5" fmla="*/ 2147483646 h 155"/>
              <a:gd name="T6" fmla="*/ 0 w 216"/>
              <a:gd name="T7" fmla="*/ 2147483646 h 155"/>
              <a:gd name="T8" fmla="*/ 2147483646 w 216"/>
              <a:gd name="T9" fmla="*/ 2147483646 h 155"/>
              <a:gd name="T10" fmla="*/ 2147483646 w 216"/>
              <a:gd name="T11" fmla="*/ 2147483646 h 155"/>
              <a:gd name="T12" fmla="*/ 2147483646 w 216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155">
                <a:moveTo>
                  <a:pt x="216" y="16"/>
                </a:moveTo>
                <a:lnTo>
                  <a:pt x="207" y="0"/>
                </a:lnTo>
                <a:lnTo>
                  <a:pt x="0" y="138"/>
                </a:lnTo>
                <a:lnTo>
                  <a:pt x="9" y="155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20" name="Freeform 86"/>
          <p:cNvSpPr>
            <a:spLocks/>
          </p:cNvSpPr>
          <p:nvPr/>
        </p:nvSpPr>
        <p:spPr bwMode="auto">
          <a:xfrm>
            <a:off x="5381625" y="4030663"/>
            <a:ext cx="357188" cy="220662"/>
          </a:xfrm>
          <a:custGeom>
            <a:avLst/>
            <a:gdLst>
              <a:gd name="T0" fmla="*/ 2147483646 w 225"/>
              <a:gd name="T1" fmla="*/ 2147483646 h 139"/>
              <a:gd name="T2" fmla="*/ 2147483646 w 225"/>
              <a:gd name="T3" fmla="*/ 0 h 139"/>
              <a:gd name="T4" fmla="*/ 0 w 225"/>
              <a:gd name="T5" fmla="*/ 2147483646 h 139"/>
              <a:gd name="T6" fmla="*/ 0 w 225"/>
              <a:gd name="T7" fmla="*/ 2147483646 h 139"/>
              <a:gd name="T8" fmla="*/ 2147483646 w 225"/>
              <a:gd name="T9" fmla="*/ 2147483646 h 139"/>
              <a:gd name="T10" fmla="*/ 2147483646 w 225"/>
              <a:gd name="T11" fmla="*/ 2147483646 h 139"/>
              <a:gd name="T12" fmla="*/ 2147483646 w 225"/>
              <a:gd name="T13" fmla="*/ 2147483646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139">
                <a:moveTo>
                  <a:pt x="225" y="17"/>
                </a:moveTo>
                <a:lnTo>
                  <a:pt x="216" y="0"/>
                </a:lnTo>
                <a:lnTo>
                  <a:pt x="0" y="123"/>
                </a:lnTo>
                <a:lnTo>
                  <a:pt x="9" y="139"/>
                </a:lnTo>
                <a:lnTo>
                  <a:pt x="22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21" name="Freeform 87"/>
          <p:cNvSpPr>
            <a:spLocks/>
          </p:cNvSpPr>
          <p:nvPr/>
        </p:nvSpPr>
        <p:spPr bwMode="auto">
          <a:xfrm>
            <a:off x="5010150" y="4225925"/>
            <a:ext cx="385763" cy="207963"/>
          </a:xfrm>
          <a:custGeom>
            <a:avLst/>
            <a:gdLst>
              <a:gd name="T0" fmla="*/ 2147483646 w 243"/>
              <a:gd name="T1" fmla="*/ 2147483646 h 131"/>
              <a:gd name="T2" fmla="*/ 2147483646 w 243"/>
              <a:gd name="T3" fmla="*/ 0 h 131"/>
              <a:gd name="T4" fmla="*/ 0 w 243"/>
              <a:gd name="T5" fmla="*/ 2147483646 h 131"/>
              <a:gd name="T6" fmla="*/ 0 w 243"/>
              <a:gd name="T7" fmla="*/ 2147483646 h 131"/>
              <a:gd name="T8" fmla="*/ 2147483646 w 243"/>
              <a:gd name="T9" fmla="*/ 2147483646 h 131"/>
              <a:gd name="T10" fmla="*/ 2147483646 w 243"/>
              <a:gd name="T11" fmla="*/ 2147483646 h 131"/>
              <a:gd name="T12" fmla="*/ 2147483646 w 243"/>
              <a:gd name="T13" fmla="*/ 2147483646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" h="131">
                <a:moveTo>
                  <a:pt x="243" y="16"/>
                </a:moveTo>
                <a:lnTo>
                  <a:pt x="234" y="0"/>
                </a:lnTo>
                <a:lnTo>
                  <a:pt x="0" y="114"/>
                </a:lnTo>
                <a:lnTo>
                  <a:pt x="9" y="131"/>
                </a:lnTo>
                <a:lnTo>
                  <a:pt x="24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22" name="Freeform 88"/>
          <p:cNvSpPr>
            <a:spLocks/>
          </p:cNvSpPr>
          <p:nvPr/>
        </p:nvSpPr>
        <p:spPr bwMode="auto">
          <a:xfrm>
            <a:off x="4624388" y="4406900"/>
            <a:ext cx="400050" cy="168275"/>
          </a:xfrm>
          <a:custGeom>
            <a:avLst/>
            <a:gdLst>
              <a:gd name="T0" fmla="*/ 2147483646 w 252"/>
              <a:gd name="T1" fmla="*/ 2147483646 h 106"/>
              <a:gd name="T2" fmla="*/ 2147483646 w 252"/>
              <a:gd name="T3" fmla="*/ 0 h 106"/>
              <a:gd name="T4" fmla="*/ 0 w 252"/>
              <a:gd name="T5" fmla="*/ 2147483646 h 106"/>
              <a:gd name="T6" fmla="*/ 2147483646 w 252"/>
              <a:gd name="T7" fmla="*/ 2147483646 h 106"/>
              <a:gd name="T8" fmla="*/ 2147483646 w 252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52" h="106">
                <a:moveTo>
                  <a:pt x="252" y="17"/>
                </a:moveTo>
                <a:lnTo>
                  <a:pt x="243" y="0"/>
                </a:lnTo>
                <a:lnTo>
                  <a:pt x="0" y="90"/>
                </a:lnTo>
                <a:lnTo>
                  <a:pt x="9" y="106"/>
                </a:lnTo>
                <a:lnTo>
                  <a:pt x="25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23" name="Freeform 89"/>
          <p:cNvSpPr>
            <a:spLocks/>
          </p:cNvSpPr>
          <p:nvPr/>
        </p:nvSpPr>
        <p:spPr bwMode="auto">
          <a:xfrm>
            <a:off x="2152650" y="4926013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0 w 18"/>
              <a:gd name="T15" fmla="*/ 0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0" y="8"/>
                </a:move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24" name="Freeform 90"/>
          <p:cNvSpPr>
            <a:spLocks/>
          </p:cNvSpPr>
          <p:nvPr/>
        </p:nvSpPr>
        <p:spPr bwMode="auto">
          <a:xfrm>
            <a:off x="1952625" y="4886325"/>
            <a:ext cx="228600" cy="104775"/>
          </a:xfrm>
          <a:custGeom>
            <a:avLst/>
            <a:gdLst>
              <a:gd name="T0" fmla="*/ 2147483646 w 144"/>
              <a:gd name="T1" fmla="*/ 2147483646 h 66"/>
              <a:gd name="T2" fmla="*/ 2147483646 w 144"/>
              <a:gd name="T3" fmla="*/ 2147483646 h 66"/>
              <a:gd name="T4" fmla="*/ 0 w 144"/>
              <a:gd name="T5" fmla="*/ 0 h 66"/>
              <a:gd name="T6" fmla="*/ 2147483646 w 144"/>
              <a:gd name="T7" fmla="*/ 0 h 66"/>
              <a:gd name="T8" fmla="*/ 2147483646 w 144"/>
              <a:gd name="T9" fmla="*/ 2147483646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25" name="Freeform 91"/>
          <p:cNvSpPr>
            <a:spLocks/>
          </p:cNvSpPr>
          <p:nvPr/>
        </p:nvSpPr>
        <p:spPr bwMode="auto">
          <a:xfrm>
            <a:off x="1952625" y="4886325"/>
            <a:ext cx="228600" cy="104775"/>
          </a:xfrm>
          <a:custGeom>
            <a:avLst/>
            <a:gdLst>
              <a:gd name="T0" fmla="*/ 2147483646 w 144"/>
              <a:gd name="T1" fmla="*/ 2147483646 h 66"/>
              <a:gd name="T2" fmla="*/ 2147483646 w 144"/>
              <a:gd name="T3" fmla="*/ 2147483646 h 66"/>
              <a:gd name="T4" fmla="*/ 0 w 144"/>
              <a:gd name="T5" fmla="*/ 0 h 66"/>
              <a:gd name="T6" fmla="*/ 2147483646 w 144"/>
              <a:gd name="T7" fmla="*/ 0 h 66"/>
              <a:gd name="T8" fmla="*/ 2147483646 w 144"/>
              <a:gd name="T9" fmla="*/ 2147483646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26" name="Freeform 92"/>
          <p:cNvSpPr>
            <a:spLocks/>
          </p:cNvSpPr>
          <p:nvPr/>
        </p:nvSpPr>
        <p:spPr bwMode="auto">
          <a:xfrm>
            <a:off x="3838575" y="4627563"/>
            <a:ext cx="171450" cy="142875"/>
          </a:xfrm>
          <a:custGeom>
            <a:avLst/>
            <a:gdLst>
              <a:gd name="T0" fmla="*/ 2147483646 w 108"/>
              <a:gd name="T1" fmla="*/ 2147483646 h 90"/>
              <a:gd name="T2" fmla="*/ 2147483646 w 108"/>
              <a:gd name="T3" fmla="*/ 0 h 90"/>
              <a:gd name="T4" fmla="*/ 0 w 108"/>
              <a:gd name="T5" fmla="*/ 2147483646 h 90"/>
              <a:gd name="T6" fmla="*/ 0 w 108"/>
              <a:gd name="T7" fmla="*/ 2147483646 h 90"/>
              <a:gd name="T8" fmla="*/ 2147483646 w 108"/>
              <a:gd name="T9" fmla="*/ 2147483646 h 90"/>
              <a:gd name="T10" fmla="*/ 2147483646 w 108"/>
              <a:gd name="T11" fmla="*/ 2147483646 h 90"/>
              <a:gd name="T12" fmla="*/ 2147483646 w 108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8" h="90">
                <a:moveTo>
                  <a:pt x="108" y="16"/>
                </a:moveTo>
                <a:lnTo>
                  <a:pt x="99" y="0"/>
                </a:lnTo>
                <a:lnTo>
                  <a:pt x="0" y="74"/>
                </a:lnTo>
                <a:lnTo>
                  <a:pt x="9" y="90"/>
                </a:lnTo>
                <a:lnTo>
                  <a:pt x="108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27" name="Freeform 93"/>
          <p:cNvSpPr>
            <a:spLocks/>
          </p:cNvSpPr>
          <p:nvPr/>
        </p:nvSpPr>
        <p:spPr bwMode="auto">
          <a:xfrm>
            <a:off x="3638550" y="4745038"/>
            <a:ext cx="214313" cy="115887"/>
          </a:xfrm>
          <a:custGeom>
            <a:avLst/>
            <a:gdLst>
              <a:gd name="T0" fmla="*/ 2147483646 w 135"/>
              <a:gd name="T1" fmla="*/ 2147483646 h 73"/>
              <a:gd name="T2" fmla="*/ 2147483646 w 135"/>
              <a:gd name="T3" fmla="*/ 0 h 73"/>
              <a:gd name="T4" fmla="*/ 0 w 135"/>
              <a:gd name="T5" fmla="*/ 2147483646 h 73"/>
              <a:gd name="T6" fmla="*/ 0 w 135"/>
              <a:gd name="T7" fmla="*/ 2147483646 h 73"/>
              <a:gd name="T8" fmla="*/ 2147483646 w 135"/>
              <a:gd name="T9" fmla="*/ 2147483646 h 73"/>
              <a:gd name="T10" fmla="*/ 2147483646 w 135"/>
              <a:gd name="T11" fmla="*/ 2147483646 h 73"/>
              <a:gd name="T12" fmla="*/ 2147483646 w 135"/>
              <a:gd name="T13" fmla="*/ 2147483646 h 7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73">
                <a:moveTo>
                  <a:pt x="135" y="16"/>
                </a:moveTo>
                <a:lnTo>
                  <a:pt x="126" y="0"/>
                </a:lnTo>
                <a:lnTo>
                  <a:pt x="0" y="57"/>
                </a:lnTo>
                <a:lnTo>
                  <a:pt x="9" y="73"/>
                </a:lnTo>
                <a:lnTo>
                  <a:pt x="13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28" name="Freeform 94"/>
          <p:cNvSpPr>
            <a:spLocks/>
          </p:cNvSpPr>
          <p:nvPr/>
        </p:nvSpPr>
        <p:spPr bwMode="auto">
          <a:xfrm>
            <a:off x="3424238" y="4835525"/>
            <a:ext cx="228600" cy="90488"/>
          </a:xfrm>
          <a:custGeom>
            <a:avLst/>
            <a:gdLst>
              <a:gd name="T0" fmla="*/ 2147483646 w 144"/>
              <a:gd name="T1" fmla="*/ 2147483646 h 57"/>
              <a:gd name="T2" fmla="*/ 2147483646 w 144"/>
              <a:gd name="T3" fmla="*/ 0 h 57"/>
              <a:gd name="T4" fmla="*/ 0 w 144"/>
              <a:gd name="T5" fmla="*/ 2147483646 h 57"/>
              <a:gd name="T6" fmla="*/ 0 w 144"/>
              <a:gd name="T7" fmla="*/ 2147483646 h 57"/>
              <a:gd name="T8" fmla="*/ 0 w 144"/>
              <a:gd name="T9" fmla="*/ 2147483646 h 57"/>
              <a:gd name="T10" fmla="*/ 2147483646 w 144"/>
              <a:gd name="T11" fmla="*/ 2147483646 h 57"/>
              <a:gd name="T12" fmla="*/ 2147483646 w 144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57">
                <a:moveTo>
                  <a:pt x="144" y="16"/>
                </a:moveTo>
                <a:lnTo>
                  <a:pt x="135" y="0"/>
                </a:lnTo>
                <a:lnTo>
                  <a:pt x="0" y="41"/>
                </a:lnTo>
                <a:lnTo>
                  <a:pt x="0" y="57"/>
                </a:lnTo>
                <a:lnTo>
                  <a:pt x="9" y="57"/>
                </a:lnTo>
                <a:lnTo>
                  <a:pt x="14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29" name="Freeform 95"/>
          <p:cNvSpPr>
            <a:spLocks/>
          </p:cNvSpPr>
          <p:nvPr/>
        </p:nvSpPr>
        <p:spPr bwMode="auto">
          <a:xfrm>
            <a:off x="3181350" y="4900613"/>
            <a:ext cx="242888" cy="77787"/>
          </a:xfrm>
          <a:custGeom>
            <a:avLst/>
            <a:gdLst>
              <a:gd name="T0" fmla="*/ 2147483646 w 153"/>
              <a:gd name="T1" fmla="*/ 2147483646 h 49"/>
              <a:gd name="T2" fmla="*/ 2147483646 w 153"/>
              <a:gd name="T3" fmla="*/ 0 h 49"/>
              <a:gd name="T4" fmla="*/ 0 w 153"/>
              <a:gd name="T5" fmla="*/ 2147483646 h 49"/>
              <a:gd name="T6" fmla="*/ 0 w 153"/>
              <a:gd name="T7" fmla="*/ 2147483646 h 49"/>
              <a:gd name="T8" fmla="*/ 0 w 153"/>
              <a:gd name="T9" fmla="*/ 2147483646 h 49"/>
              <a:gd name="T10" fmla="*/ 0 w 153"/>
              <a:gd name="T11" fmla="*/ 2147483646 h 49"/>
              <a:gd name="T12" fmla="*/ 2147483646 w 153"/>
              <a:gd name="T13" fmla="*/ 2147483646 h 4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3" h="49">
                <a:moveTo>
                  <a:pt x="153" y="16"/>
                </a:moveTo>
                <a:lnTo>
                  <a:pt x="153" y="0"/>
                </a:lnTo>
                <a:lnTo>
                  <a:pt x="0" y="32"/>
                </a:lnTo>
                <a:lnTo>
                  <a:pt x="0" y="49"/>
                </a:lnTo>
                <a:lnTo>
                  <a:pt x="15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30" name="Freeform 96"/>
          <p:cNvSpPr>
            <a:spLocks/>
          </p:cNvSpPr>
          <p:nvPr/>
        </p:nvSpPr>
        <p:spPr bwMode="auto">
          <a:xfrm>
            <a:off x="2681288" y="4951413"/>
            <a:ext cx="500062" cy="65087"/>
          </a:xfrm>
          <a:custGeom>
            <a:avLst/>
            <a:gdLst>
              <a:gd name="T0" fmla="*/ 2147483646 w 315"/>
              <a:gd name="T1" fmla="*/ 2147483646 h 41"/>
              <a:gd name="T2" fmla="*/ 2147483646 w 315"/>
              <a:gd name="T3" fmla="*/ 0 h 41"/>
              <a:gd name="T4" fmla="*/ 0 w 315"/>
              <a:gd name="T5" fmla="*/ 2147483646 h 41"/>
              <a:gd name="T6" fmla="*/ 0 w 315"/>
              <a:gd name="T7" fmla="*/ 2147483646 h 41"/>
              <a:gd name="T8" fmla="*/ 0 w 315"/>
              <a:gd name="T9" fmla="*/ 2147483646 h 41"/>
              <a:gd name="T10" fmla="*/ 0 w 315"/>
              <a:gd name="T11" fmla="*/ 2147483646 h 41"/>
              <a:gd name="T12" fmla="*/ 2147483646 w 315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15" h="41">
                <a:moveTo>
                  <a:pt x="315" y="17"/>
                </a:moveTo>
                <a:lnTo>
                  <a:pt x="315" y="0"/>
                </a:lnTo>
                <a:lnTo>
                  <a:pt x="0" y="25"/>
                </a:lnTo>
                <a:lnTo>
                  <a:pt x="0" y="41"/>
                </a:lnTo>
                <a:lnTo>
                  <a:pt x="31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31" name="Freeform 97"/>
          <p:cNvSpPr>
            <a:spLocks/>
          </p:cNvSpPr>
          <p:nvPr/>
        </p:nvSpPr>
        <p:spPr bwMode="auto">
          <a:xfrm>
            <a:off x="2166938" y="4926013"/>
            <a:ext cx="514350" cy="90487"/>
          </a:xfrm>
          <a:custGeom>
            <a:avLst/>
            <a:gdLst>
              <a:gd name="T0" fmla="*/ 2147483646 w 324"/>
              <a:gd name="T1" fmla="*/ 2147483646 h 57"/>
              <a:gd name="T2" fmla="*/ 2147483646 w 324"/>
              <a:gd name="T3" fmla="*/ 2147483646 h 57"/>
              <a:gd name="T4" fmla="*/ 0 w 324"/>
              <a:gd name="T5" fmla="*/ 0 h 57"/>
              <a:gd name="T6" fmla="*/ 0 w 324"/>
              <a:gd name="T7" fmla="*/ 2147483646 h 57"/>
              <a:gd name="T8" fmla="*/ 2147483646 w 324"/>
              <a:gd name="T9" fmla="*/ 2147483646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24" h="57">
                <a:moveTo>
                  <a:pt x="324" y="57"/>
                </a:moveTo>
                <a:lnTo>
                  <a:pt x="324" y="41"/>
                </a:lnTo>
                <a:lnTo>
                  <a:pt x="0" y="0"/>
                </a:lnTo>
                <a:lnTo>
                  <a:pt x="0" y="16"/>
                </a:lnTo>
                <a:lnTo>
                  <a:pt x="324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32" name="Freeform 98"/>
          <p:cNvSpPr>
            <a:spLocks/>
          </p:cNvSpPr>
          <p:nvPr/>
        </p:nvSpPr>
        <p:spPr bwMode="auto">
          <a:xfrm>
            <a:off x="3938588" y="4186238"/>
            <a:ext cx="28575" cy="26987"/>
          </a:xfrm>
          <a:custGeom>
            <a:avLst/>
            <a:gdLst>
              <a:gd name="T0" fmla="*/ 2147483646 w 18"/>
              <a:gd name="T1" fmla="*/ 2147483646 h 17"/>
              <a:gd name="T2" fmla="*/ 2147483646 w 18"/>
              <a:gd name="T3" fmla="*/ 2147483646 h 17"/>
              <a:gd name="T4" fmla="*/ 2147483646 w 18"/>
              <a:gd name="T5" fmla="*/ 0 h 17"/>
              <a:gd name="T6" fmla="*/ 2147483646 w 18"/>
              <a:gd name="T7" fmla="*/ 0 h 17"/>
              <a:gd name="T8" fmla="*/ 2147483646 w 18"/>
              <a:gd name="T9" fmla="*/ 0 h 17"/>
              <a:gd name="T10" fmla="*/ 2147483646 w 18"/>
              <a:gd name="T11" fmla="*/ 0 h 17"/>
              <a:gd name="T12" fmla="*/ 0 w 18"/>
              <a:gd name="T13" fmla="*/ 2147483646 h 17"/>
              <a:gd name="T14" fmla="*/ 2147483646 w 18"/>
              <a:gd name="T15" fmla="*/ 2147483646 h 17"/>
              <a:gd name="T16" fmla="*/ 2147483646 w 18"/>
              <a:gd name="T17" fmla="*/ 2147483646 h 17"/>
              <a:gd name="T18" fmla="*/ 2147483646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7">
                <a:moveTo>
                  <a:pt x="9" y="17"/>
                </a:move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33" name="Freeform 99"/>
          <p:cNvSpPr>
            <a:spLocks/>
          </p:cNvSpPr>
          <p:nvPr/>
        </p:nvSpPr>
        <p:spPr bwMode="auto">
          <a:xfrm>
            <a:off x="3895725" y="4200525"/>
            <a:ext cx="128588" cy="193675"/>
          </a:xfrm>
          <a:custGeom>
            <a:avLst/>
            <a:gdLst>
              <a:gd name="T0" fmla="*/ 2147483646 w 81"/>
              <a:gd name="T1" fmla="*/ 0 h 122"/>
              <a:gd name="T2" fmla="*/ 2147483646 w 81"/>
              <a:gd name="T3" fmla="*/ 0 h 122"/>
              <a:gd name="T4" fmla="*/ 2147483646 w 81"/>
              <a:gd name="T5" fmla="*/ 2147483646 h 122"/>
              <a:gd name="T6" fmla="*/ 0 w 81"/>
              <a:gd name="T7" fmla="*/ 0 h 122"/>
              <a:gd name="T8" fmla="*/ 2147483646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34" name="Freeform 100"/>
          <p:cNvSpPr>
            <a:spLocks/>
          </p:cNvSpPr>
          <p:nvPr/>
        </p:nvSpPr>
        <p:spPr bwMode="auto">
          <a:xfrm>
            <a:off x="3895725" y="4200525"/>
            <a:ext cx="128588" cy="193675"/>
          </a:xfrm>
          <a:custGeom>
            <a:avLst/>
            <a:gdLst>
              <a:gd name="T0" fmla="*/ 2147483646 w 81"/>
              <a:gd name="T1" fmla="*/ 0 h 122"/>
              <a:gd name="T2" fmla="*/ 2147483646 w 81"/>
              <a:gd name="T3" fmla="*/ 0 h 122"/>
              <a:gd name="T4" fmla="*/ 2147483646 w 81"/>
              <a:gd name="T5" fmla="*/ 2147483646 h 122"/>
              <a:gd name="T6" fmla="*/ 0 w 81"/>
              <a:gd name="T7" fmla="*/ 0 h 122"/>
              <a:gd name="T8" fmla="*/ 2147483646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35" name="Freeform 101"/>
          <p:cNvSpPr>
            <a:spLocks/>
          </p:cNvSpPr>
          <p:nvPr/>
        </p:nvSpPr>
        <p:spPr bwMode="auto">
          <a:xfrm>
            <a:off x="4667250" y="2293938"/>
            <a:ext cx="257175" cy="233362"/>
          </a:xfrm>
          <a:custGeom>
            <a:avLst/>
            <a:gdLst>
              <a:gd name="T0" fmla="*/ 2147483646 w 162"/>
              <a:gd name="T1" fmla="*/ 2147483646 h 147"/>
              <a:gd name="T2" fmla="*/ 2147483646 w 162"/>
              <a:gd name="T3" fmla="*/ 0 h 147"/>
              <a:gd name="T4" fmla="*/ 0 w 162"/>
              <a:gd name="T5" fmla="*/ 2147483646 h 147"/>
              <a:gd name="T6" fmla="*/ 0 w 162"/>
              <a:gd name="T7" fmla="*/ 2147483646 h 147"/>
              <a:gd name="T8" fmla="*/ 2147483646 w 162"/>
              <a:gd name="T9" fmla="*/ 2147483646 h 147"/>
              <a:gd name="T10" fmla="*/ 2147483646 w 162"/>
              <a:gd name="T11" fmla="*/ 2147483646 h 147"/>
              <a:gd name="T12" fmla="*/ 2147483646 w 162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47">
                <a:moveTo>
                  <a:pt x="162" y="8"/>
                </a:moveTo>
                <a:lnTo>
                  <a:pt x="144" y="0"/>
                </a:lnTo>
                <a:lnTo>
                  <a:pt x="0" y="139"/>
                </a:lnTo>
                <a:lnTo>
                  <a:pt x="18" y="147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36" name="Freeform 102"/>
          <p:cNvSpPr>
            <a:spLocks/>
          </p:cNvSpPr>
          <p:nvPr/>
        </p:nvSpPr>
        <p:spPr bwMode="auto">
          <a:xfrm>
            <a:off x="4467225" y="2514600"/>
            <a:ext cx="228600" cy="246063"/>
          </a:xfrm>
          <a:custGeom>
            <a:avLst/>
            <a:gdLst>
              <a:gd name="T0" fmla="*/ 2147483646 w 144"/>
              <a:gd name="T1" fmla="*/ 2147483646 h 155"/>
              <a:gd name="T2" fmla="*/ 2147483646 w 144"/>
              <a:gd name="T3" fmla="*/ 0 h 155"/>
              <a:gd name="T4" fmla="*/ 0 w 144"/>
              <a:gd name="T5" fmla="*/ 2147483646 h 155"/>
              <a:gd name="T6" fmla="*/ 0 w 144"/>
              <a:gd name="T7" fmla="*/ 2147483646 h 155"/>
              <a:gd name="T8" fmla="*/ 2147483646 w 144"/>
              <a:gd name="T9" fmla="*/ 2147483646 h 155"/>
              <a:gd name="T10" fmla="*/ 2147483646 w 144"/>
              <a:gd name="T11" fmla="*/ 2147483646 h 155"/>
              <a:gd name="T12" fmla="*/ 2147483646 w 144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55">
                <a:moveTo>
                  <a:pt x="144" y="8"/>
                </a:moveTo>
                <a:lnTo>
                  <a:pt x="126" y="0"/>
                </a:lnTo>
                <a:lnTo>
                  <a:pt x="0" y="147"/>
                </a:lnTo>
                <a:lnTo>
                  <a:pt x="18" y="155"/>
                </a:lnTo>
                <a:lnTo>
                  <a:pt x="144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37" name="Freeform 103"/>
          <p:cNvSpPr>
            <a:spLocks/>
          </p:cNvSpPr>
          <p:nvPr/>
        </p:nvSpPr>
        <p:spPr bwMode="auto">
          <a:xfrm>
            <a:off x="4295775" y="2747963"/>
            <a:ext cx="200025" cy="233362"/>
          </a:xfrm>
          <a:custGeom>
            <a:avLst/>
            <a:gdLst>
              <a:gd name="T0" fmla="*/ 2147483646 w 126"/>
              <a:gd name="T1" fmla="*/ 2147483646 h 147"/>
              <a:gd name="T2" fmla="*/ 2147483646 w 126"/>
              <a:gd name="T3" fmla="*/ 0 h 147"/>
              <a:gd name="T4" fmla="*/ 0 w 126"/>
              <a:gd name="T5" fmla="*/ 2147483646 h 147"/>
              <a:gd name="T6" fmla="*/ 0 w 126"/>
              <a:gd name="T7" fmla="*/ 2147483646 h 147"/>
              <a:gd name="T8" fmla="*/ 2147483646 w 126"/>
              <a:gd name="T9" fmla="*/ 2147483646 h 147"/>
              <a:gd name="T10" fmla="*/ 2147483646 w 126"/>
              <a:gd name="T11" fmla="*/ 2147483646 h 147"/>
              <a:gd name="T12" fmla="*/ 2147483646 w 126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" h="147">
                <a:moveTo>
                  <a:pt x="126" y="8"/>
                </a:moveTo>
                <a:lnTo>
                  <a:pt x="108" y="0"/>
                </a:lnTo>
                <a:lnTo>
                  <a:pt x="0" y="139"/>
                </a:lnTo>
                <a:lnTo>
                  <a:pt x="18" y="147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38" name="Freeform 104"/>
          <p:cNvSpPr>
            <a:spLocks/>
          </p:cNvSpPr>
          <p:nvPr/>
        </p:nvSpPr>
        <p:spPr bwMode="auto">
          <a:xfrm>
            <a:off x="4167188" y="2968625"/>
            <a:ext cx="157162" cy="246063"/>
          </a:xfrm>
          <a:custGeom>
            <a:avLst/>
            <a:gdLst>
              <a:gd name="T0" fmla="*/ 2147483646 w 99"/>
              <a:gd name="T1" fmla="*/ 2147483646 h 155"/>
              <a:gd name="T2" fmla="*/ 2147483646 w 99"/>
              <a:gd name="T3" fmla="*/ 0 h 155"/>
              <a:gd name="T4" fmla="*/ 0 w 99"/>
              <a:gd name="T5" fmla="*/ 2147483646 h 155"/>
              <a:gd name="T6" fmla="*/ 0 w 99"/>
              <a:gd name="T7" fmla="*/ 2147483646 h 155"/>
              <a:gd name="T8" fmla="*/ 2147483646 w 99"/>
              <a:gd name="T9" fmla="*/ 2147483646 h 155"/>
              <a:gd name="T10" fmla="*/ 2147483646 w 99"/>
              <a:gd name="T11" fmla="*/ 2147483646 h 155"/>
              <a:gd name="T12" fmla="*/ 2147483646 w 99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9" h="155">
                <a:moveTo>
                  <a:pt x="99" y="8"/>
                </a:moveTo>
                <a:lnTo>
                  <a:pt x="81" y="0"/>
                </a:lnTo>
                <a:lnTo>
                  <a:pt x="0" y="147"/>
                </a:lnTo>
                <a:lnTo>
                  <a:pt x="18" y="155"/>
                </a:lnTo>
                <a:lnTo>
                  <a:pt x="99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39" name="Freeform 105"/>
          <p:cNvSpPr>
            <a:spLocks/>
          </p:cNvSpPr>
          <p:nvPr/>
        </p:nvSpPr>
        <p:spPr bwMode="auto">
          <a:xfrm>
            <a:off x="4052888" y="3201988"/>
            <a:ext cx="142875" cy="258762"/>
          </a:xfrm>
          <a:custGeom>
            <a:avLst/>
            <a:gdLst>
              <a:gd name="T0" fmla="*/ 2147483646 w 90"/>
              <a:gd name="T1" fmla="*/ 2147483646 h 163"/>
              <a:gd name="T2" fmla="*/ 2147483646 w 90"/>
              <a:gd name="T3" fmla="*/ 0 h 163"/>
              <a:gd name="T4" fmla="*/ 0 w 90"/>
              <a:gd name="T5" fmla="*/ 2147483646 h 163"/>
              <a:gd name="T6" fmla="*/ 0 w 90"/>
              <a:gd name="T7" fmla="*/ 2147483646 h 163"/>
              <a:gd name="T8" fmla="*/ 2147483646 w 90"/>
              <a:gd name="T9" fmla="*/ 2147483646 h 163"/>
              <a:gd name="T10" fmla="*/ 2147483646 w 90"/>
              <a:gd name="T11" fmla="*/ 2147483646 h 163"/>
              <a:gd name="T12" fmla="*/ 2147483646 w 90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0" h="163">
                <a:moveTo>
                  <a:pt x="90" y="8"/>
                </a:moveTo>
                <a:lnTo>
                  <a:pt x="72" y="0"/>
                </a:lnTo>
                <a:lnTo>
                  <a:pt x="0" y="155"/>
                </a:lnTo>
                <a:lnTo>
                  <a:pt x="18" y="163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40" name="Freeform 106"/>
          <p:cNvSpPr>
            <a:spLocks/>
          </p:cNvSpPr>
          <p:nvPr/>
        </p:nvSpPr>
        <p:spPr bwMode="auto">
          <a:xfrm>
            <a:off x="3981450" y="3448050"/>
            <a:ext cx="100013" cy="258763"/>
          </a:xfrm>
          <a:custGeom>
            <a:avLst/>
            <a:gdLst>
              <a:gd name="T0" fmla="*/ 2147483646 w 63"/>
              <a:gd name="T1" fmla="*/ 2147483646 h 163"/>
              <a:gd name="T2" fmla="*/ 2147483646 w 63"/>
              <a:gd name="T3" fmla="*/ 0 h 163"/>
              <a:gd name="T4" fmla="*/ 0 w 63"/>
              <a:gd name="T5" fmla="*/ 2147483646 h 163"/>
              <a:gd name="T6" fmla="*/ 0 w 63"/>
              <a:gd name="T7" fmla="*/ 2147483646 h 163"/>
              <a:gd name="T8" fmla="*/ 2147483646 w 63"/>
              <a:gd name="T9" fmla="*/ 2147483646 h 163"/>
              <a:gd name="T10" fmla="*/ 2147483646 w 63"/>
              <a:gd name="T11" fmla="*/ 2147483646 h 163"/>
              <a:gd name="T12" fmla="*/ 2147483646 w 63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3" h="163">
                <a:moveTo>
                  <a:pt x="63" y="8"/>
                </a:moveTo>
                <a:lnTo>
                  <a:pt x="45" y="0"/>
                </a:lnTo>
                <a:lnTo>
                  <a:pt x="0" y="155"/>
                </a:lnTo>
                <a:lnTo>
                  <a:pt x="18" y="155"/>
                </a:lnTo>
                <a:lnTo>
                  <a:pt x="18" y="163"/>
                </a:lnTo>
                <a:lnTo>
                  <a:pt x="63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41" name="Freeform 107"/>
          <p:cNvSpPr>
            <a:spLocks/>
          </p:cNvSpPr>
          <p:nvPr/>
        </p:nvSpPr>
        <p:spPr bwMode="auto">
          <a:xfrm>
            <a:off x="3938588" y="3694113"/>
            <a:ext cx="71437" cy="246062"/>
          </a:xfrm>
          <a:custGeom>
            <a:avLst/>
            <a:gdLst>
              <a:gd name="T0" fmla="*/ 2147483646 w 45"/>
              <a:gd name="T1" fmla="*/ 0 h 155"/>
              <a:gd name="T2" fmla="*/ 2147483646 w 45"/>
              <a:gd name="T3" fmla="*/ 0 h 155"/>
              <a:gd name="T4" fmla="*/ 0 w 45"/>
              <a:gd name="T5" fmla="*/ 2147483646 h 155"/>
              <a:gd name="T6" fmla="*/ 0 w 45"/>
              <a:gd name="T7" fmla="*/ 2147483646 h 155"/>
              <a:gd name="T8" fmla="*/ 2147483646 w 45"/>
              <a:gd name="T9" fmla="*/ 2147483646 h 155"/>
              <a:gd name="T10" fmla="*/ 2147483646 w 45"/>
              <a:gd name="T11" fmla="*/ 2147483646 h 155"/>
              <a:gd name="T12" fmla="*/ 2147483646 w 45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5" h="155">
                <a:moveTo>
                  <a:pt x="45" y="0"/>
                </a:moveTo>
                <a:lnTo>
                  <a:pt x="27" y="0"/>
                </a:lnTo>
                <a:lnTo>
                  <a:pt x="0" y="155"/>
                </a:lnTo>
                <a:lnTo>
                  <a:pt x="18" y="15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42" name="Rectangle 108"/>
          <p:cNvSpPr>
            <a:spLocks noChangeArrowheads="1"/>
          </p:cNvSpPr>
          <p:nvPr/>
        </p:nvSpPr>
        <p:spPr bwMode="auto">
          <a:xfrm>
            <a:off x="3938588" y="3940175"/>
            <a:ext cx="28575" cy="24606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4143" name="Freeform 109"/>
          <p:cNvSpPr>
            <a:spLocks/>
          </p:cNvSpPr>
          <p:nvPr/>
        </p:nvSpPr>
        <p:spPr bwMode="auto">
          <a:xfrm>
            <a:off x="2024063" y="3641725"/>
            <a:ext cx="28575" cy="26988"/>
          </a:xfrm>
          <a:custGeom>
            <a:avLst/>
            <a:gdLst>
              <a:gd name="T0" fmla="*/ 0 w 18"/>
              <a:gd name="T1" fmla="*/ 2147483646 h 17"/>
              <a:gd name="T2" fmla="*/ 0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2147483646 h 17"/>
              <a:gd name="T10" fmla="*/ 2147483646 w 18"/>
              <a:gd name="T11" fmla="*/ 2147483646 h 17"/>
              <a:gd name="T12" fmla="*/ 2147483646 w 18"/>
              <a:gd name="T13" fmla="*/ 0 h 17"/>
              <a:gd name="T14" fmla="*/ 0 w 18"/>
              <a:gd name="T15" fmla="*/ 0 h 17"/>
              <a:gd name="T16" fmla="*/ 0 w 18"/>
              <a:gd name="T17" fmla="*/ 2147483646 h 17"/>
              <a:gd name="T18" fmla="*/ 0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7">
                <a:moveTo>
                  <a:pt x="0" y="9"/>
                </a:moveTo>
                <a:lnTo>
                  <a:pt x="0" y="17"/>
                </a:lnTo>
                <a:lnTo>
                  <a:pt x="9" y="17"/>
                </a:lnTo>
                <a:lnTo>
                  <a:pt x="18" y="17"/>
                </a:lnTo>
                <a:lnTo>
                  <a:pt x="18" y="9"/>
                </a:lnTo>
                <a:lnTo>
                  <a:pt x="9" y="0"/>
                </a:lnTo>
                <a:lnTo>
                  <a:pt x="0" y="0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44" name="Freeform 110"/>
          <p:cNvSpPr>
            <a:spLocks/>
          </p:cNvSpPr>
          <p:nvPr/>
        </p:nvSpPr>
        <p:spPr bwMode="auto">
          <a:xfrm>
            <a:off x="1824038" y="3603625"/>
            <a:ext cx="228600" cy="103188"/>
          </a:xfrm>
          <a:custGeom>
            <a:avLst/>
            <a:gdLst>
              <a:gd name="T0" fmla="*/ 2147483646 w 144"/>
              <a:gd name="T1" fmla="*/ 2147483646 h 65"/>
              <a:gd name="T2" fmla="*/ 2147483646 w 144"/>
              <a:gd name="T3" fmla="*/ 2147483646 h 65"/>
              <a:gd name="T4" fmla="*/ 0 w 144"/>
              <a:gd name="T5" fmla="*/ 0 h 65"/>
              <a:gd name="T6" fmla="*/ 2147483646 w 144"/>
              <a:gd name="T7" fmla="*/ 0 h 65"/>
              <a:gd name="T8" fmla="*/ 2147483646 w 144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45" name="Freeform 111"/>
          <p:cNvSpPr>
            <a:spLocks/>
          </p:cNvSpPr>
          <p:nvPr/>
        </p:nvSpPr>
        <p:spPr bwMode="auto">
          <a:xfrm>
            <a:off x="1824038" y="3603625"/>
            <a:ext cx="228600" cy="103188"/>
          </a:xfrm>
          <a:custGeom>
            <a:avLst/>
            <a:gdLst>
              <a:gd name="T0" fmla="*/ 2147483646 w 144"/>
              <a:gd name="T1" fmla="*/ 2147483646 h 65"/>
              <a:gd name="T2" fmla="*/ 2147483646 w 144"/>
              <a:gd name="T3" fmla="*/ 2147483646 h 65"/>
              <a:gd name="T4" fmla="*/ 0 w 144"/>
              <a:gd name="T5" fmla="*/ 0 h 65"/>
              <a:gd name="T6" fmla="*/ 2147483646 w 144"/>
              <a:gd name="T7" fmla="*/ 0 h 65"/>
              <a:gd name="T8" fmla="*/ 2147483646 w 144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46" name="Freeform 112"/>
          <p:cNvSpPr>
            <a:spLocks/>
          </p:cNvSpPr>
          <p:nvPr/>
        </p:nvSpPr>
        <p:spPr bwMode="auto">
          <a:xfrm>
            <a:off x="3538538" y="4303713"/>
            <a:ext cx="471487" cy="363537"/>
          </a:xfrm>
          <a:custGeom>
            <a:avLst/>
            <a:gdLst>
              <a:gd name="T0" fmla="*/ 2147483646 w 297"/>
              <a:gd name="T1" fmla="*/ 2147483646 h 229"/>
              <a:gd name="T2" fmla="*/ 2147483646 w 297"/>
              <a:gd name="T3" fmla="*/ 2147483646 h 229"/>
              <a:gd name="T4" fmla="*/ 2147483646 w 297"/>
              <a:gd name="T5" fmla="*/ 0 h 229"/>
              <a:gd name="T6" fmla="*/ 2147483646 w 297"/>
              <a:gd name="T7" fmla="*/ 0 h 229"/>
              <a:gd name="T8" fmla="*/ 0 w 297"/>
              <a:gd name="T9" fmla="*/ 2147483646 h 229"/>
              <a:gd name="T10" fmla="*/ 0 w 297"/>
              <a:gd name="T11" fmla="*/ 2147483646 h 229"/>
              <a:gd name="T12" fmla="*/ 2147483646 w 297"/>
              <a:gd name="T13" fmla="*/ 214748364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97" h="229">
                <a:moveTo>
                  <a:pt x="288" y="229"/>
                </a:moveTo>
                <a:lnTo>
                  <a:pt x="297" y="212"/>
                </a:lnTo>
                <a:lnTo>
                  <a:pt x="9" y="0"/>
                </a:lnTo>
                <a:lnTo>
                  <a:pt x="0" y="16"/>
                </a:lnTo>
                <a:lnTo>
                  <a:pt x="288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47" name="Freeform 113"/>
          <p:cNvSpPr>
            <a:spLocks/>
          </p:cNvSpPr>
          <p:nvPr/>
        </p:nvSpPr>
        <p:spPr bwMode="auto">
          <a:xfrm>
            <a:off x="3067050" y="4030663"/>
            <a:ext cx="485775" cy="298450"/>
          </a:xfrm>
          <a:custGeom>
            <a:avLst/>
            <a:gdLst>
              <a:gd name="T0" fmla="*/ 2147483646 w 306"/>
              <a:gd name="T1" fmla="*/ 2147483646 h 188"/>
              <a:gd name="T2" fmla="*/ 2147483646 w 306"/>
              <a:gd name="T3" fmla="*/ 2147483646 h 188"/>
              <a:gd name="T4" fmla="*/ 2147483646 w 306"/>
              <a:gd name="T5" fmla="*/ 0 h 188"/>
              <a:gd name="T6" fmla="*/ 2147483646 w 306"/>
              <a:gd name="T7" fmla="*/ 0 h 188"/>
              <a:gd name="T8" fmla="*/ 0 w 306"/>
              <a:gd name="T9" fmla="*/ 2147483646 h 188"/>
              <a:gd name="T10" fmla="*/ 0 w 306"/>
              <a:gd name="T11" fmla="*/ 2147483646 h 188"/>
              <a:gd name="T12" fmla="*/ 2147483646 w 306"/>
              <a:gd name="T13" fmla="*/ 2147483646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06" h="188">
                <a:moveTo>
                  <a:pt x="297" y="188"/>
                </a:moveTo>
                <a:lnTo>
                  <a:pt x="306" y="172"/>
                </a:lnTo>
                <a:lnTo>
                  <a:pt x="9" y="0"/>
                </a:lnTo>
                <a:lnTo>
                  <a:pt x="0" y="17"/>
                </a:lnTo>
                <a:lnTo>
                  <a:pt x="297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48" name="Freeform 114"/>
          <p:cNvSpPr>
            <a:spLocks/>
          </p:cNvSpPr>
          <p:nvPr/>
        </p:nvSpPr>
        <p:spPr bwMode="auto">
          <a:xfrm>
            <a:off x="2552700" y="3811588"/>
            <a:ext cx="528638" cy="246062"/>
          </a:xfrm>
          <a:custGeom>
            <a:avLst/>
            <a:gdLst>
              <a:gd name="T0" fmla="*/ 2147483646 w 333"/>
              <a:gd name="T1" fmla="*/ 2147483646 h 155"/>
              <a:gd name="T2" fmla="*/ 2147483646 w 333"/>
              <a:gd name="T3" fmla="*/ 2147483646 h 155"/>
              <a:gd name="T4" fmla="*/ 2147483646 w 333"/>
              <a:gd name="T5" fmla="*/ 0 h 155"/>
              <a:gd name="T6" fmla="*/ 2147483646 w 333"/>
              <a:gd name="T7" fmla="*/ 0 h 155"/>
              <a:gd name="T8" fmla="*/ 0 w 333"/>
              <a:gd name="T9" fmla="*/ 2147483646 h 155"/>
              <a:gd name="T10" fmla="*/ 0 w 333"/>
              <a:gd name="T11" fmla="*/ 2147483646 h 155"/>
              <a:gd name="T12" fmla="*/ 2147483646 w 333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33" h="155">
                <a:moveTo>
                  <a:pt x="324" y="155"/>
                </a:moveTo>
                <a:lnTo>
                  <a:pt x="333" y="138"/>
                </a:lnTo>
                <a:lnTo>
                  <a:pt x="9" y="0"/>
                </a:lnTo>
                <a:lnTo>
                  <a:pt x="0" y="16"/>
                </a:lnTo>
                <a:lnTo>
                  <a:pt x="324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49" name="Freeform 115"/>
          <p:cNvSpPr>
            <a:spLocks/>
          </p:cNvSpPr>
          <p:nvPr/>
        </p:nvSpPr>
        <p:spPr bwMode="auto">
          <a:xfrm>
            <a:off x="2038350" y="3641725"/>
            <a:ext cx="528638" cy="195263"/>
          </a:xfrm>
          <a:custGeom>
            <a:avLst/>
            <a:gdLst>
              <a:gd name="T0" fmla="*/ 2147483646 w 333"/>
              <a:gd name="T1" fmla="*/ 2147483646 h 123"/>
              <a:gd name="T2" fmla="*/ 2147483646 w 333"/>
              <a:gd name="T3" fmla="*/ 2147483646 h 123"/>
              <a:gd name="T4" fmla="*/ 2147483646 w 333"/>
              <a:gd name="T5" fmla="*/ 0 h 123"/>
              <a:gd name="T6" fmla="*/ 0 w 333"/>
              <a:gd name="T7" fmla="*/ 2147483646 h 123"/>
              <a:gd name="T8" fmla="*/ 2147483646 w 333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3" h="123">
                <a:moveTo>
                  <a:pt x="324" y="123"/>
                </a:moveTo>
                <a:lnTo>
                  <a:pt x="333" y="107"/>
                </a:lnTo>
                <a:lnTo>
                  <a:pt x="9" y="0"/>
                </a:lnTo>
                <a:lnTo>
                  <a:pt x="0" y="17"/>
                </a:lnTo>
                <a:lnTo>
                  <a:pt x="324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50" name="Freeform 116"/>
          <p:cNvSpPr>
            <a:spLocks/>
          </p:cNvSpPr>
          <p:nvPr/>
        </p:nvSpPr>
        <p:spPr bwMode="auto">
          <a:xfrm>
            <a:off x="4953000" y="2747963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0 w 18"/>
              <a:gd name="T3" fmla="*/ 0 h 16"/>
              <a:gd name="T4" fmla="*/ 0 w 18"/>
              <a:gd name="T5" fmla="*/ 2147483646 h 16"/>
              <a:gd name="T6" fmla="*/ 0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9" y="0"/>
                </a:moveTo>
                <a:lnTo>
                  <a:pt x="0" y="0"/>
                </a:lnTo>
                <a:lnTo>
                  <a:pt x="0" y="8"/>
                </a:lnTo>
                <a:lnTo>
                  <a:pt x="9" y="16"/>
                </a:lnTo>
                <a:lnTo>
                  <a:pt x="9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51" name="Freeform 117"/>
          <p:cNvSpPr>
            <a:spLocks/>
          </p:cNvSpPr>
          <p:nvPr/>
        </p:nvSpPr>
        <p:spPr bwMode="auto">
          <a:xfrm>
            <a:off x="4895850" y="2552700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52" name="Freeform 118"/>
          <p:cNvSpPr>
            <a:spLocks/>
          </p:cNvSpPr>
          <p:nvPr/>
        </p:nvSpPr>
        <p:spPr bwMode="auto">
          <a:xfrm>
            <a:off x="4895850" y="2552700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53" name="Freeform 119"/>
          <p:cNvSpPr>
            <a:spLocks/>
          </p:cNvSpPr>
          <p:nvPr/>
        </p:nvSpPr>
        <p:spPr bwMode="auto">
          <a:xfrm>
            <a:off x="3981450" y="4419600"/>
            <a:ext cx="257175" cy="233363"/>
          </a:xfrm>
          <a:custGeom>
            <a:avLst/>
            <a:gdLst>
              <a:gd name="T0" fmla="*/ 0 w 162"/>
              <a:gd name="T1" fmla="*/ 2147483646 h 147"/>
              <a:gd name="T2" fmla="*/ 2147483646 w 162"/>
              <a:gd name="T3" fmla="*/ 2147483646 h 147"/>
              <a:gd name="T4" fmla="*/ 2147483646 w 162"/>
              <a:gd name="T5" fmla="*/ 2147483646 h 147"/>
              <a:gd name="T6" fmla="*/ 2147483646 w 162"/>
              <a:gd name="T7" fmla="*/ 2147483646 h 147"/>
              <a:gd name="T8" fmla="*/ 2147483646 w 162"/>
              <a:gd name="T9" fmla="*/ 0 h 147"/>
              <a:gd name="T10" fmla="*/ 2147483646 w 162"/>
              <a:gd name="T11" fmla="*/ 0 h 147"/>
              <a:gd name="T12" fmla="*/ 0 w 162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47">
                <a:moveTo>
                  <a:pt x="0" y="139"/>
                </a:moveTo>
                <a:lnTo>
                  <a:pt x="18" y="147"/>
                </a:lnTo>
                <a:lnTo>
                  <a:pt x="162" y="9"/>
                </a:lnTo>
                <a:lnTo>
                  <a:pt x="144" y="0"/>
                </a:lnTo>
                <a:lnTo>
                  <a:pt x="0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54" name="Freeform 120"/>
          <p:cNvSpPr>
            <a:spLocks/>
          </p:cNvSpPr>
          <p:nvPr/>
        </p:nvSpPr>
        <p:spPr bwMode="auto">
          <a:xfrm>
            <a:off x="4210050" y="4200525"/>
            <a:ext cx="228600" cy="233363"/>
          </a:xfrm>
          <a:custGeom>
            <a:avLst/>
            <a:gdLst>
              <a:gd name="T0" fmla="*/ 0 w 144"/>
              <a:gd name="T1" fmla="*/ 2147483646 h 147"/>
              <a:gd name="T2" fmla="*/ 2147483646 w 144"/>
              <a:gd name="T3" fmla="*/ 2147483646 h 147"/>
              <a:gd name="T4" fmla="*/ 2147483646 w 144"/>
              <a:gd name="T5" fmla="*/ 2147483646 h 147"/>
              <a:gd name="T6" fmla="*/ 2147483646 w 144"/>
              <a:gd name="T7" fmla="*/ 2147483646 h 147"/>
              <a:gd name="T8" fmla="*/ 2147483646 w 144"/>
              <a:gd name="T9" fmla="*/ 0 h 147"/>
              <a:gd name="T10" fmla="*/ 2147483646 w 144"/>
              <a:gd name="T11" fmla="*/ 0 h 147"/>
              <a:gd name="T12" fmla="*/ 0 w 144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47">
                <a:moveTo>
                  <a:pt x="0" y="138"/>
                </a:moveTo>
                <a:lnTo>
                  <a:pt x="18" y="147"/>
                </a:lnTo>
                <a:lnTo>
                  <a:pt x="144" y="8"/>
                </a:lnTo>
                <a:lnTo>
                  <a:pt x="126" y="0"/>
                </a:lnTo>
                <a:lnTo>
                  <a:pt x="0" y="13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55" name="Freeform 121"/>
          <p:cNvSpPr>
            <a:spLocks/>
          </p:cNvSpPr>
          <p:nvPr/>
        </p:nvSpPr>
        <p:spPr bwMode="auto">
          <a:xfrm>
            <a:off x="4410075" y="3967163"/>
            <a:ext cx="200025" cy="246062"/>
          </a:xfrm>
          <a:custGeom>
            <a:avLst/>
            <a:gdLst>
              <a:gd name="T0" fmla="*/ 0 w 126"/>
              <a:gd name="T1" fmla="*/ 2147483646 h 155"/>
              <a:gd name="T2" fmla="*/ 2147483646 w 126"/>
              <a:gd name="T3" fmla="*/ 2147483646 h 155"/>
              <a:gd name="T4" fmla="*/ 2147483646 w 126"/>
              <a:gd name="T5" fmla="*/ 2147483646 h 155"/>
              <a:gd name="T6" fmla="*/ 2147483646 w 126"/>
              <a:gd name="T7" fmla="*/ 2147483646 h 155"/>
              <a:gd name="T8" fmla="*/ 2147483646 w 126"/>
              <a:gd name="T9" fmla="*/ 0 h 155"/>
              <a:gd name="T10" fmla="*/ 2147483646 w 126"/>
              <a:gd name="T11" fmla="*/ 0 h 155"/>
              <a:gd name="T12" fmla="*/ 0 w 126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" h="155">
                <a:moveTo>
                  <a:pt x="0" y="147"/>
                </a:moveTo>
                <a:lnTo>
                  <a:pt x="18" y="155"/>
                </a:lnTo>
                <a:lnTo>
                  <a:pt x="126" y="8"/>
                </a:lnTo>
                <a:lnTo>
                  <a:pt x="108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56" name="Freeform 122"/>
          <p:cNvSpPr>
            <a:spLocks/>
          </p:cNvSpPr>
          <p:nvPr/>
        </p:nvSpPr>
        <p:spPr bwMode="auto">
          <a:xfrm>
            <a:off x="4581525" y="3733800"/>
            <a:ext cx="171450" cy="246063"/>
          </a:xfrm>
          <a:custGeom>
            <a:avLst/>
            <a:gdLst>
              <a:gd name="T0" fmla="*/ 0 w 108"/>
              <a:gd name="T1" fmla="*/ 2147483646 h 155"/>
              <a:gd name="T2" fmla="*/ 2147483646 w 108"/>
              <a:gd name="T3" fmla="*/ 2147483646 h 155"/>
              <a:gd name="T4" fmla="*/ 2147483646 w 108"/>
              <a:gd name="T5" fmla="*/ 2147483646 h 155"/>
              <a:gd name="T6" fmla="*/ 2147483646 w 108"/>
              <a:gd name="T7" fmla="*/ 2147483646 h 155"/>
              <a:gd name="T8" fmla="*/ 2147483646 w 108"/>
              <a:gd name="T9" fmla="*/ 0 h 155"/>
              <a:gd name="T10" fmla="*/ 2147483646 w 108"/>
              <a:gd name="T11" fmla="*/ 0 h 155"/>
              <a:gd name="T12" fmla="*/ 0 w 108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8" h="155">
                <a:moveTo>
                  <a:pt x="0" y="147"/>
                </a:moveTo>
                <a:lnTo>
                  <a:pt x="18" y="155"/>
                </a:lnTo>
                <a:lnTo>
                  <a:pt x="108" y="8"/>
                </a:lnTo>
                <a:lnTo>
                  <a:pt x="90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57" name="Freeform 123"/>
          <p:cNvSpPr>
            <a:spLocks/>
          </p:cNvSpPr>
          <p:nvPr/>
        </p:nvSpPr>
        <p:spPr bwMode="auto">
          <a:xfrm>
            <a:off x="4724400" y="3500438"/>
            <a:ext cx="128588" cy="246062"/>
          </a:xfrm>
          <a:custGeom>
            <a:avLst/>
            <a:gdLst>
              <a:gd name="T0" fmla="*/ 0 w 81"/>
              <a:gd name="T1" fmla="*/ 2147483646 h 155"/>
              <a:gd name="T2" fmla="*/ 2147483646 w 81"/>
              <a:gd name="T3" fmla="*/ 2147483646 h 155"/>
              <a:gd name="T4" fmla="*/ 2147483646 w 81"/>
              <a:gd name="T5" fmla="*/ 2147483646 h 155"/>
              <a:gd name="T6" fmla="*/ 2147483646 w 81"/>
              <a:gd name="T7" fmla="*/ 2147483646 h 155"/>
              <a:gd name="T8" fmla="*/ 2147483646 w 81"/>
              <a:gd name="T9" fmla="*/ 0 h 155"/>
              <a:gd name="T10" fmla="*/ 2147483646 w 81"/>
              <a:gd name="T11" fmla="*/ 0 h 155"/>
              <a:gd name="T12" fmla="*/ 0 w 81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1" h="155">
                <a:moveTo>
                  <a:pt x="0" y="147"/>
                </a:moveTo>
                <a:lnTo>
                  <a:pt x="18" y="155"/>
                </a:lnTo>
                <a:lnTo>
                  <a:pt x="81" y="8"/>
                </a:lnTo>
                <a:lnTo>
                  <a:pt x="63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58" name="Freeform 124"/>
          <p:cNvSpPr>
            <a:spLocks/>
          </p:cNvSpPr>
          <p:nvPr/>
        </p:nvSpPr>
        <p:spPr bwMode="auto">
          <a:xfrm>
            <a:off x="4824413" y="3252788"/>
            <a:ext cx="100012" cy="260350"/>
          </a:xfrm>
          <a:custGeom>
            <a:avLst/>
            <a:gdLst>
              <a:gd name="T0" fmla="*/ 0 w 63"/>
              <a:gd name="T1" fmla="*/ 2147483646 h 164"/>
              <a:gd name="T2" fmla="*/ 2147483646 w 63"/>
              <a:gd name="T3" fmla="*/ 2147483646 h 164"/>
              <a:gd name="T4" fmla="*/ 2147483646 w 63"/>
              <a:gd name="T5" fmla="*/ 2147483646 h 164"/>
              <a:gd name="T6" fmla="*/ 2147483646 w 63"/>
              <a:gd name="T7" fmla="*/ 0 h 164"/>
              <a:gd name="T8" fmla="*/ 2147483646 w 63"/>
              <a:gd name="T9" fmla="*/ 0 h 164"/>
              <a:gd name="T10" fmla="*/ 2147483646 w 63"/>
              <a:gd name="T11" fmla="*/ 0 h 164"/>
              <a:gd name="T12" fmla="*/ 0 w 63"/>
              <a:gd name="T13" fmla="*/ 2147483646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3" h="164">
                <a:moveTo>
                  <a:pt x="0" y="156"/>
                </a:moveTo>
                <a:lnTo>
                  <a:pt x="18" y="164"/>
                </a:lnTo>
                <a:lnTo>
                  <a:pt x="63" y="9"/>
                </a:lnTo>
                <a:lnTo>
                  <a:pt x="63" y="0"/>
                </a:lnTo>
                <a:lnTo>
                  <a:pt x="45" y="0"/>
                </a:lnTo>
                <a:lnTo>
                  <a:pt x="0" y="15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59" name="Freeform 125"/>
          <p:cNvSpPr>
            <a:spLocks/>
          </p:cNvSpPr>
          <p:nvPr/>
        </p:nvSpPr>
        <p:spPr bwMode="auto">
          <a:xfrm>
            <a:off x="4895850" y="3006725"/>
            <a:ext cx="71438" cy="246063"/>
          </a:xfrm>
          <a:custGeom>
            <a:avLst/>
            <a:gdLst>
              <a:gd name="T0" fmla="*/ 0 w 45"/>
              <a:gd name="T1" fmla="*/ 2147483646 h 155"/>
              <a:gd name="T2" fmla="*/ 2147483646 w 45"/>
              <a:gd name="T3" fmla="*/ 2147483646 h 155"/>
              <a:gd name="T4" fmla="*/ 2147483646 w 45"/>
              <a:gd name="T5" fmla="*/ 0 h 155"/>
              <a:gd name="T6" fmla="*/ 2147483646 w 45"/>
              <a:gd name="T7" fmla="*/ 0 h 155"/>
              <a:gd name="T8" fmla="*/ 2147483646 w 45"/>
              <a:gd name="T9" fmla="*/ 0 h 155"/>
              <a:gd name="T10" fmla="*/ 2147483646 w 45"/>
              <a:gd name="T11" fmla="*/ 0 h 155"/>
              <a:gd name="T12" fmla="*/ 0 w 45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5" h="155">
                <a:moveTo>
                  <a:pt x="0" y="155"/>
                </a:moveTo>
                <a:lnTo>
                  <a:pt x="18" y="155"/>
                </a:lnTo>
                <a:lnTo>
                  <a:pt x="45" y="0"/>
                </a:lnTo>
                <a:lnTo>
                  <a:pt x="27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60" name="Rectangle 126"/>
          <p:cNvSpPr>
            <a:spLocks noChangeArrowheads="1"/>
          </p:cNvSpPr>
          <p:nvPr/>
        </p:nvSpPr>
        <p:spPr bwMode="auto">
          <a:xfrm>
            <a:off x="4938713" y="2747963"/>
            <a:ext cx="28575" cy="2587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4161" name="Freeform 127"/>
          <p:cNvSpPr>
            <a:spLocks/>
          </p:cNvSpPr>
          <p:nvPr/>
        </p:nvSpPr>
        <p:spPr bwMode="auto">
          <a:xfrm>
            <a:off x="6938963" y="5199063"/>
            <a:ext cx="14287" cy="12700"/>
          </a:xfrm>
          <a:custGeom>
            <a:avLst/>
            <a:gdLst>
              <a:gd name="T0" fmla="*/ 0 w 9"/>
              <a:gd name="T1" fmla="*/ 2147483646 h 8"/>
              <a:gd name="T2" fmla="*/ 2147483646 w 9"/>
              <a:gd name="T3" fmla="*/ 2147483646 h 8"/>
              <a:gd name="T4" fmla="*/ 2147483646 w 9"/>
              <a:gd name="T5" fmla="*/ 2147483646 h 8"/>
              <a:gd name="T6" fmla="*/ 2147483646 w 9"/>
              <a:gd name="T7" fmla="*/ 0 h 8"/>
              <a:gd name="T8" fmla="*/ 2147483646 w 9"/>
              <a:gd name="T9" fmla="*/ 0 h 8"/>
              <a:gd name="T10" fmla="*/ 0 w 9"/>
              <a:gd name="T11" fmla="*/ 0 h 8"/>
              <a:gd name="T12" fmla="*/ 0 w 9"/>
              <a:gd name="T13" fmla="*/ 0 h 8"/>
              <a:gd name="T14" fmla="*/ 0 w 9"/>
              <a:gd name="T15" fmla="*/ 2147483646 h 8"/>
              <a:gd name="T16" fmla="*/ 0 w 9"/>
              <a:gd name="T17" fmla="*/ 2147483646 h 8"/>
              <a:gd name="T18" fmla="*/ 0 w 9"/>
              <a:gd name="T19" fmla="*/ 2147483646 h 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9" h="8">
                <a:moveTo>
                  <a:pt x="0" y="8"/>
                </a:moveTo>
                <a:lnTo>
                  <a:pt x="9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62" name="Freeform 128"/>
          <p:cNvSpPr>
            <a:spLocks/>
          </p:cNvSpPr>
          <p:nvPr/>
        </p:nvSpPr>
        <p:spPr bwMode="auto">
          <a:xfrm>
            <a:off x="6881813" y="5199063"/>
            <a:ext cx="114300" cy="193675"/>
          </a:xfrm>
          <a:custGeom>
            <a:avLst/>
            <a:gdLst>
              <a:gd name="T0" fmla="*/ 2147483646 w 72"/>
              <a:gd name="T1" fmla="*/ 2147483646 h 122"/>
              <a:gd name="T2" fmla="*/ 2147483646 w 72"/>
              <a:gd name="T3" fmla="*/ 2147483646 h 122"/>
              <a:gd name="T4" fmla="*/ 0 w 72"/>
              <a:gd name="T5" fmla="*/ 2147483646 h 122"/>
              <a:gd name="T6" fmla="*/ 0 w 72"/>
              <a:gd name="T7" fmla="*/ 0 h 122"/>
              <a:gd name="T8" fmla="*/ 2147483646 w 72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63" name="Freeform 129"/>
          <p:cNvSpPr>
            <a:spLocks/>
          </p:cNvSpPr>
          <p:nvPr/>
        </p:nvSpPr>
        <p:spPr bwMode="auto">
          <a:xfrm>
            <a:off x="6881813" y="5199063"/>
            <a:ext cx="114300" cy="193675"/>
          </a:xfrm>
          <a:custGeom>
            <a:avLst/>
            <a:gdLst>
              <a:gd name="T0" fmla="*/ 2147483646 w 72"/>
              <a:gd name="T1" fmla="*/ 2147483646 h 122"/>
              <a:gd name="T2" fmla="*/ 2147483646 w 72"/>
              <a:gd name="T3" fmla="*/ 2147483646 h 122"/>
              <a:gd name="T4" fmla="*/ 0 w 72"/>
              <a:gd name="T5" fmla="*/ 2147483646 h 122"/>
              <a:gd name="T6" fmla="*/ 0 w 72"/>
              <a:gd name="T7" fmla="*/ 0 h 122"/>
              <a:gd name="T8" fmla="*/ 2147483646 w 72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64" name="Freeform 130"/>
          <p:cNvSpPr>
            <a:spLocks/>
          </p:cNvSpPr>
          <p:nvPr/>
        </p:nvSpPr>
        <p:spPr bwMode="auto">
          <a:xfrm>
            <a:off x="7010400" y="2825750"/>
            <a:ext cx="114300" cy="311150"/>
          </a:xfrm>
          <a:custGeom>
            <a:avLst/>
            <a:gdLst>
              <a:gd name="T0" fmla="*/ 2147483646 w 72"/>
              <a:gd name="T1" fmla="*/ 0 h 196"/>
              <a:gd name="T2" fmla="*/ 0 w 72"/>
              <a:gd name="T3" fmla="*/ 2147483646 h 196"/>
              <a:gd name="T4" fmla="*/ 2147483646 w 72"/>
              <a:gd name="T5" fmla="*/ 2147483646 h 196"/>
              <a:gd name="T6" fmla="*/ 2147483646 w 72"/>
              <a:gd name="T7" fmla="*/ 2147483646 h 196"/>
              <a:gd name="T8" fmla="*/ 2147483646 w 72"/>
              <a:gd name="T9" fmla="*/ 2147483646 h 196"/>
              <a:gd name="T10" fmla="*/ 2147483646 w 72"/>
              <a:gd name="T11" fmla="*/ 2147483646 h 196"/>
              <a:gd name="T12" fmla="*/ 2147483646 w 72"/>
              <a:gd name="T13" fmla="*/ 0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2" h="196">
                <a:moveTo>
                  <a:pt x="18" y="0"/>
                </a:moveTo>
                <a:lnTo>
                  <a:pt x="0" y="8"/>
                </a:lnTo>
                <a:lnTo>
                  <a:pt x="54" y="196"/>
                </a:lnTo>
                <a:lnTo>
                  <a:pt x="54" y="188"/>
                </a:lnTo>
                <a:lnTo>
                  <a:pt x="72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65" name="Freeform 131"/>
          <p:cNvSpPr>
            <a:spLocks/>
          </p:cNvSpPr>
          <p:nvPr/>
        </p:nvSpPr>
        <p:spPr bwMode="auto">
          <a:xfrm>
            <a:off x="7096125" y="3124200"/>
            <a:ext cx="85725" cy="298450"/>
          </a:xfrm>
          <a:custGeom>
            <a:avLst/>
            <a:gdLst>
              <a:gd name="T0" fmla="*/ 2147483646 w 54"/>
              <a:gd name="T1" fmla="*/ 0 h 188"/>
              <a:gd name="T2" fmla="*/ 0 w 54"/>
              <a:gd name="T3" fmla="*/ 0 h 188"/>
              <a:gd name="T4" fmla="*/ 2147483646 w 54"/>
              <a:gd name="T5" fmla="*/ 2147483646 h 188"/>
              <a:gd name="T6" fmla="*/ 2147483646 w 54"/>
              <a:gd name="T7" fmla="*/ 2147483646 h 188"/>
              <a:gd name="T8" fmla="*/ 2147483646 w 54"/>
              <a:gd name="T9" fmla="*/ 2147483646 h 188"/>
              <a:gd name="T10" fmla="*/ 2147483646 w 54"/>
              <a:gd name="T11" fmla="*/ 2147483646 h 188"/>
              <a:gd name="T12" fmla="*/ 2147483646 w 54"/>
              <a:gd name="T13" fmla="*/ 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4" h="188">
                <a:moveTo>
                  <a:pt x="18" y="0"/>
                </a:moveTo>
                <a:lnTo>
                  <a:pt x="0" y="0"/>
                </a:lnTo>
                <a:lnTo>
                  <a:pt x="36" y="188"/>
                </a:lnTo>
                <a:lnTo>
                  <a:pt x="54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66" name="Freeform 132"/>
          <p:cNvSpPr>
            <a:spLocks/>
          </p:cNvSpPr>
          <p:nvPr/>
        </p:nvSpPr>
        <p:spPr bwMode="auto">
          <a:xfrm>
            <a:off x="7153275" y="3422650"/>
            <a:ext cx="42863" cy="595313"/>
          </a:xfrm>
          <a:custGeom>
            <a:avLst/>
            <a:gdLst>
              <a:gd name="T0" fmla="*/ 2147483646 w 27"/>
              <a:gd name="T1" fmla="*/ 0 h 375"/>
              <a:gd name="T2" fmla="*/ 0 w 27"/>
              <a:gd name="T3" fmla="*/ 0 h 375"/>
              <a:gd name="T4" fmla="*/ 2147483646 w 27"/>
              <a:gd name="T5" fmla="*/ 2147483646 h 375"/>
              <a:gd name="T6" fmla="*/ 2147483646 w 27"/>
              <a:gd name="T7" fmla="*/ 2147483646 h 375"/>
              <a:gd name="T8" fmla="*/ 2147483646 w 27"/>
              <a:gd name="T9" fmla="*/ 2147483646 h 375"/>
              <a:gd name="T10" fmla="*/ 2147483646 w 27"/>
              <a:gd name="T11" fmla="*/ 2147483646 h 375"/>
              <a:gd name="T12" fmla="*/ 2147483646 w 27"/>
              <a:gd name="T13" fmla="*/ 0 h 3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" h="375">
                <a:moveTo>
                  <a:pt x="18" y="0"/>
                </a:moveTo>
                <a:lnTo>
                  <a:pt x="0" y="0"/>
                </a:lnTo>
                <a:lnTo>
                  <a:pt x="9" y="375"/>
                </a:lnTo>
                <a:lnTo>
                  <a:pt x="27" y="37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67" name="Freeform 133"/>
          <p:cNvSpPr>
            <a:spLocks/>
          </p:cNvSpPr>
          <p:nvPr/>
        </p:nvSpPr>
        <p:spPr bwMode="auto">
          <a:xfrm>
            <a:off x="7096125" y="4017963"/>
            <a:ext cx="100013" cy="609600"/>
          </a:xfrm>
          <a:custGeom>
            <a:avLst/>
            <a:gdLst>
              <a:gd name="T0" fmla="*/ 2147483646 w 63"/>
              <a:gd name="T1" fmla="*/ 0 h 384"/>
              <a:gd name="T2" fmla="*/ 2147483646 w 63"/>
              <a:gd name="T3" fmla="*/ 0 h 384"/>
              <a:gd name="T4" fmla="*/ 0 w 63"/>
              <a:gd name="T5" fmla="*/ 2147483646 h 384"/>
              <a:gd name="T6" fmla="*/ 0 w 63"/>
              <a:gd name="T7" fmla="*/ 2147483646 h 384"/>
              <a:gd name="T8" fmla="*/ 2147483646 w 63"/>
              <a:gd name="T9" fmla="*/ 2147483646 h 384"/>
              <a:gd name="T10" fmla="*/ 2147483646 w 63"/>
              <a:gd name="T11" fmla="*/ 2147483646 h 384"/>
              <a:gd name="T12" fmla="*/ 2147483646 w 63"/>
              <a:gd name="T13" fmla="*/ 0 h 3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3" h="384">
                <a:moveTo>
                  <a:pt x="63" y="0"/>
                </a:moveTo>
                <a:lnTo>
                  <a:pt x="45" y="0"/>
                </a:lnTo>
                <a:lnTo>
                  <a:pt x="0" y="376"/>
                </a:lnTo>
                <a:lnTo>
                  <a:pt x="18" y="384"/>
                </a:lnTo>
                <a:lnTo>
                  <a:pt x="18" y="376"/>
                </a:lnTo>
                <a:lnTo>
                  <a:pt x="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68" name="Freeform 134"/>
          <p:cNvSpPr>
            <a:spLocks/>
          </p:cNvSpPr>
          <p:nvPr/>
        </p:nvSpPr>
        <p:spPr bwMode="auto">
          <a:xfrm>
            <a:off x="6924675" y="4614863"/>
            <a:ext cx="200025" cy="596900"/>
          </a:xfrm>
          <a:custGeom>
            <a:avLst/>
            <a:gdLst>
              <a:gd name="T0" fmla="*/ 2147483646 w 126"/>
              <a:gd name="T1" fmla="*/ 2147483646 h 376"/>
              <a:gd name="T2" fmla="*/ 2147483646 w 126"/>
              <a:gd name="T3" fmla="*/ 0 h 376"/>
              <a:gd name="T4" fmla="*/ 0 w 126"/>
              <a:gd name="T5" fmla="*/ 2147483646 h 376"/>
              <a:gd name="T6" fmla="*/ 2147483646 w 126"/>
              <a:gd name="T7" fmla="*/ 2147483646 h 376"/>
              <a:gd name="T8" fmla="*/ 2147483646 w 126"/>
              <a:gd name="T9" fmla="*/ 2147483646 h 3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6" h="376">
                <a:moveTo>
                  <a:pt x="126" y="8"/>
                </a:moveTo>
                <a:lnTo>
                  <a:pt x="108" y="0"/>
                </a:lnTo>
                <a:lnTo>
                  <a:pt x="0" y="368"/>
                </a:lnTo>
                <a:lnTo>
                  <a:pt x="18" y="376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69" name="Oval 135"/>
          <p:cNvSpPr>
            <a:spLocks noChangeArrowheads="1"/>
          </p:cNvSpPr>
          <p:nvPr/>
        </p:nvSpPr>
        <p:spPr bwMode="auto">
          <a:xfrm>
            <a:off x="6624638" y="2592388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4170" name="Oval 136"/>
          <p:cNvSpPr>
            <a:spLocks noChangeArrowheads="1"/>
          </p:cNvSpPr>
          <p:nvPr/>
        </p:nvSpPr>
        <p:spPr bwMode="auto">
          <a:xfrm>
            <a:off x="6624638" y="2593975"/>
            <a:ext cx="800100" cy="436563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4171" name="Rectangle 137"/>
          <p:cNvSpPr>
            <a:spLocks noChangeArrowheads="1"/>
          </p:cNvSpPr>
          <p:nvPr/>
        </p:nvSpPr>
        <p:spPr bwMode="auto">
          <a:xfrm>
            <a:off x="6796088" y="2708275"/>
            <a:ext cx="40716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JFK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4172" name="Freeform 138"/>
          <p:cNvSpPr>
            <a:spLocks/>
          </p:cNvSpPr>
          <p:nvPr/>
        </p:nvSpPr>
        <p:spPr bwMode="auto">
          <a:xfrm>
            <a:off x="4424363" y="4964113"/>
            <a:ext cx="28575" cy="26987"/>
          </a:xfrm>
          <a:custGeom>
            <a:avLst/>
            <a:gdLst>
              <a:gd name="T0" fmla="*/ 2147483646 w 18"/>
              <a:gd name="T1" fmla="*/ 0 h 17"/>
              <a:gd name="T2" fmla="*/ 0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2147483646 h 17"/>
              <a:gd name="T10" fmla="*/ 2147483646 w 18"/>
              <a:gd name="T11" fmla="*/ 2147483646 h 17"/>
              <a:gd name="T12" fmla="*/ 2147483646 w 18"/>
              <a:gd name="T13" fmla="*/ 0 h 17"/>
              <a:gd name="T14" fmla="*/ 2147483646 w 18"/>
              <a:gd name="T15" fmla="*/ 0 h 17"/>
              <a:gd name="T16" fmla="*/ 2147483646 w 18"/>
              <a:gd name="T17" fmla="*/ 0 h 17"/>
              <a:gd name="T18" fmla="*/ 2147483646 w 18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7">
                <a:moveTo>
                  <a:pt x="9" y="0"/>
                </a:move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73" name="Freeform 139"/>
          <p:cNvSpPr>
            <a:spLocks/>
          </p:cNvSpPr>
          <p:nvPr/>
        </p:nvSpPr>
        <p:spPr bwMode="auto">
          <a:xfrm>
            <a:off x="4295775" y="4822825"/>
            <a:ext cx="185738" cy="180975"/>
          </a:xfrm>
          <a:custGeom>
            <a:avLst/>
            <a:gdLst>
              <a:gd name="T0" fmla="*/ 2147483646 w 117"/>
              <a:gd name="T1" fmla="*/ 2147483646 h 114"/>
              <a:gd name="T2" fmla="*/ 2147483646 w 117"/>
              <a:gd name="T3" fmla="*/ 2147483646 h 114"/>
              <a:gd name="T4" fmla="*/ 0 w 117"/>
              <a:gd name="T5" fmla="*/ 0 h 114"/>
              <a:gd name="T6" fmla="*/ 2147483646 w 117"/>
              <a:gd name="T7" fmla="*/ 2147483646 h 114"/>
              <a:gd name="T8" fmla="*/ 2147483646 w 117"/>
              <a:gd name="T9" fmla="*/ 2147483646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74" name="Freeform 140"/>
          <p:cNvSpPr>
            <a:spLocks/>
          </p:cNvSpPr>
          <p:nvPr/>
        </p:nvSpPr>
        <p:spPr bwMode="auto">
          <a:xfrm>
            <a:off x="4295775" y="4822825"/>
            <a:ext cx="185738" cy="180975"/>
          </a:xfrm>
          <a:custGeom>
            <a:avLst/>
            <a:gdLst>
              <a:gd name="T0" fmla="*/ 2147483646 w 117"/>
              <a:gd name="T1" fmla="*/ 2147483646 h 114"/>
              <a:gd name="T2" fmla="*/ 2147483646 w 117"/>
              <a:gd name="T3" fmla="*/ 2147483646 h 114"/>
              <a:gd name="T4" fmla="*/ 0 w 117"/>
              <a:gd name="T5" fmla="*/ 0 h 114"/>
              <a:gd name="T6" fmla="*/ 2147483646 w 117"/>
              <a:gd name="T7" fmla="*/ 2147483646 h 114"/>
              <a:gd name="T8" fmla="*/ 2147483646 w 117"/>
              <a:gd name="T9" fmla="*/ 2147483646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75" name="Freeform 141"/>
          <p:cNvSpPr>
            <a:spLocks/>
          </p:cNvSpPr>
          <p:nvPr/>
        </p:nvSpPr>
        <p:spPr bwMode="auto">
          <a:xfrm>
            <a:off x="6510338" y="5626100"/>
            <a:ext cx="357187" cy="65088"/>
          </a:xfrm>
          <a:custGeom>
            <a:avLst/>
            <a:gdLst>
              <a:gd name="T0" fmla="*/ 2147483646 w 225"/>
              <a:gd name="T1" fmla="*/ 2147483646 h 41"/>
              <a:gd name="T2" fmla="*/ 2147483646 w 225"/>
              <a:gd name="T3" fmla="*/ 0 h 41"/>
              <a:gd name="T4" fmla="*/ 0 w 225"/>
              <a:gd name="T5" fmla="*/ 2147483646 h 41"/>
              <a:gd name="T6" fmla="*/ 0 w 225"/>
              <a:gd name="T7" fmla="*/ 2147483646 h 41"/>
              <a:gd name="T8" fmla="*/ 0 w 225"/>
              <a:gd name="T9" fmla="*/ 2147483646 h 41"/>
              <a:gd name="T10" fmla="*/ 0 w 225"/>
              <a:gd name="T11" fmla="*/ 2147483646 h 41"/>
              <a:gd name="T12" fmla="*/ 2147483646 w 225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41">
                <a:moveTo>
                  <a:pt x="225" y="16"/>
                </a:moveTo>
                <a:lnTo>
                  <a:pt x="225" y="0"/>
                </a:lnTo>
                <a:lnTo>
                  <a:pt x="0" y="25"/>
                </a:lnTo>
                <a:lnTo>
                  <a:pt x="0" y="4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76" name="Freeform 142"/>
          <p:cNvSpPr>
            <a:spLocks/>
          </p:cNvSpPr>
          <p:nvPr/>
        </p:nvSpPr>
        <p:spPr bwMode="auto">
          <a:xfrm>
            <a:off x="6153150" y="5665788"/>
            <a:ext cx="357188" cy="25400"/>
          </a:xfrm>
          <a:custGeom>
            <a:avLst/>
            <a:gdLst>
              <a:gd name="T0" fmla="*/ 2147483646 w 225"/>
              <a:gd name="T1" fmla="*/ 2147483646 h 16"/>
              <a:gd name="T2" fmla="*/ 2147483646 w 225"/>
              <a:gd name="T3" fmla="*/ 0 h 16"/>
              <a:gd name="T4" fmla="*/ 0 w 225"/>
              <a:gd name="T5" fmla="*/ 0 h 16"/>
              <a:gd name="T6" fmla="*/ 0 w 225"/>
              <a:gd name="T7" fmla="*/ 0 h 16"/>
              <a:gd name="T8" fmla="*/ 0 w 225"/>
              <a:gd name="T9" fmla="*/ 2147483646 h 16"/>
              <a:gd name="T10" fmla="*/ 0 w 225"/>
              <a:gd name="T11" fmla="*/ 2147483646 h 16"/>
              <a:gd name="T12" fmla="*/ 2147483646 w 225"/>
              <a:gd name="T13" fmla="*/ 2147483646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16">
                <a:moveTo>
                  <a:pt x="225" y="16"/>
                </a:moveTo>
                <a:lnTo>
                  <a:pt x="225" y="0"/>
                </a:lnTo>
                <a:lnTo>
                  <a:pt x="0" y="0"/>
                </a:lnTo>
                <a:lnTo>
                  <a:pt x="0" y="16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77" name="Freeform 143"/>
          <p:cNvSpPr>
            <a:spLocks/>
          </p:cNvSpPr>
          <p:nvPr/>
        </p:nvSpPr>
        <p:spPr bwMode="auto">
          <a:xfrm>
            <a:off x="5810250" y="5626100"/>
            <a:ext cx="342900" cy="65088"/>
          </a:xfrm>
          <a:custGeom>
            <a:avLst/>
            <a:gdLst>
              <a:gd name="T0" fmla="*/ 2147483646 w 216"/>
              <a:gd name="T1" fmla="*/ 2147483646 h 41"/>
              <a:gd name="T2" fmla="*/ 2147483646 w 216"/>
              <a:gd name="T3" fmla="*/ 2147483646 h 41"/>
              <a:gd name="T4" fmla="*/ 0 w 216"/>
              <a:gd name="T5" fmla="*/ 0 h 41"/>
              <a:gd name="T6" fmla="*/ 0 w 216"/>
              <a:gd name="T7" fmla="*/ 0 h 41"/>
              <a:gd name="T8" fmla="*/ 0 w 216"/>
              <a:gd name="T9" fmla="*/ 2147483646 h 41"/>
              <a:gd name="T10" fmla="*/ 0 w 216"/>
              <a:gd name="T11" fmla="*/ 2147483646 h 41"/>
              <a:gd name="T12" fmla="*/ 2147483646 w 216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41">
                <a:moveTo>
                  <a:pt x="216" y="41"/>
                </a:moveTo>
                <a:lnTo>
                  <a:pt x="216" y="25"/>
                </a:lnTo>
                <a:lnTo>
                  <a:pt x="0" y="0"/>
                </a:lnTo>
                <a:lnTo>
                  <a:pt x="0" y="16"/>
                </a:lnTo>
                <a:lnTo>
                  <a:pt x="216" y="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78" name="Freeform 144"/>
          <p:cNvSpPr>
            <a:spLocks/>
          </p:cNvSpPr>
          <p:nvPr/>
        </p:nvSpPr>
        <p:spPr bwMode="auto">
          <a:xfrm>
            <a:off x="5481638" y="5561013"/>
            <a:ext cx="328612" cy="90487"/>
          </a:xfrm>
          <a:custGeom>
            <a:avLst/>
            <a:gdLst>
              <a:gd name="T0" fmla="*/ 2147483646 w 207"/>
              <a:gd name="T1" fmla="*/ 2147483646 h 57"/>
              <a:gd name="T2" fmla="*/ 2147483646 w 207"/>
              <a:gd name="T3" fmla="*/ 2147483646 h 57"/>
              <a:gd name="T4" fmla="*/ 0 w 207"/>
              <a:gd name="T5" fmla="*/ 0 h 57"/>
              <a:gd name="T6" fmla="*/ 2147483646 w 207"/>
              <a:gd name="T7" fmla="*/ 0 h 57"/>
              <a:gd name="T8" fmla="*/ 0 w 207"/>
              <a:gd name="T9" fmla="*/ 2147483646 h 57"/>
              <a:gd name="T10" fmla="*/ 0 w 207"/>
              <a:gd name="T11" fmla="*/ 2147483646 h 57"/>
              <a:gd name="T12" fmla="*/ 2147483646 w 207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7" h="57">
                <a:moveTo>
                  <a:pt x="207" y="57"/>
                </a:moveTo>
                <a:lnTo>
                  <a:pt x="207" y="41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07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79" name="Freeform 145"/>
          <p:cNvSpPr>
            <a:spLocks/>
          </p:cNvSpPr>
          <p:nvPr/>
        </p:nvSpPr>
        <p:spPr bwMode="auto">
          <a:xfrm>
            <a:off x="5181600" y="5457825"/>
            <a:ext cx="314325" cy="130175"/>
          </a:xfrm>
          <a:custGeom>
            <a:avLst/>
            <a:gdLst>
              <a:gd name="T0" fmla="*/ 2147483646 w 198"/>
              <a:gd name="T1" fmla="*/ 2147483646 h 82"/>
              <a:gd name="T2" fmla="*/ 2147483646 w 198"/>
              <a:gd name="T3" fmla="*/ 2147483646 h 82"/>
              <a:gd name="T4" fmla="*/ 2147483646 w 198"/>
              <a:gd name="T5" fmla="*/ 0 h 82"/>
              <a:gd name="T6" fmla="*/ 2147483646 w 198"/>
              <a:gd name="T7" fmla="*/ 0 h 82"/>
              <a:gd name="T8" fmla="*/ 0 w 198"/>
              <a:gd name="T9" fmla="*/ 2147483646 h 82"/>
              <a:gd name="T10" fmla="*/ 0 w 198"/>
              <a:gd name="T11" fmla="*/ 2147483646 h 82"/>
              <a:gd name="T12" fmla="*/ 2147483646 w 198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8" h="82">
                <a:moveTo>
                  <a:pt x="189" y="82"/>
                </a:moveTo>
                <a:lnTo>
                  <a:pt x="198" y="65"/>
                </a:lnTo>
                <a:lnTo>
                  <a:pt x="9" y="0"/>
                </a:lnTo>
                <a:lnTo>
                  <a:pt x="0" y="16"/>
                </a:lnTo>
                <a:lnTo>
                  <a:pt x="189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80" name="Freeform 146"/>
          <p:cNvSpPr>
            <a:spLocks/>
          </p:cNvSpPr>
          <p:nvPr/>
        </p:nvSpPr>
        <p:spPr bwMode="auto">
          <a:xfrm>
            <a:off x="4895850" y="5327650"/>
            <a:ext cx="300038" cy="155575"/>
          </a:xfrm>
          <a:custGeom>
            <a:avLst/>
            <a:gdLst>
              <a:gd name="T0" fmla="*/ 2147483646 w 189"/>
              <a:gd name="T1" fmla="*/ 2147483646 h 98"/>
              <a:gd name="T2" fmla="*/ 2147483646 w 189"/>
              <a:gd name="T3" fmla="*/ 2147483646 h 98"/>
              <a:gd name="T4" fmla="*/ 2147483646 w 189"/>
              <a:gd name="T5" fmla="*/ 0 h 98"/>
              <a:gd name="T6" fmla="*/ 2147483646 w 189"/>
              <a:gd name="T7" fmla="*/ 0 h 98"/>
              <a:gd name="T8" fmla="*/ 0 w 189"/>
              <a:gd name="T9" fmla="*/ 2147483646 h 98"/>
              <a:gd name="T10" fmla="*/ 0 w 189"/>
              <a:gd name="T11" fmla="*/ 2147483646 h 98"/>
              <a:gd name="T12" fmla="*/ 2147483646 w 189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98">
                <a:moveTo>
                  <a:pt x="180" y="98"/>
                </a:moveTo>
                <a:lnTo>
                  <a:pt x="189" y="82"/>
                </a:lnTo>
                <a:lnTo>
                  <a:pt x="9" y="0"/>
                </a:lnTo>
                <a:lnTo>
                  <a:pt x="0" y="17"/>
                </a:lnTo>
                <a:lnTo>
                  <a:pt x="180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81" name="Freeform 147"/>
          <p:cNvSpPr>
            <a:spLocks/>
          </p:cNvSpPr>
          <p:nvPr/>
        </p:nvSpPr>
        <p:spPr bwMode="auto">
          <a:xfrm>
            <a:off x="4638675" y="5159375"/>
            <a:ext cx="271463" cy="195263"/>
          </a:xfrm>
          <a:custGeom>
            <a:avLst/>
            <a:gdLst>
              <a:gd name="T0" fmla="*/ 2147483646 w 171"/>
              <a:gd name="T1" fmla="*/ 2147483646 h 123"/>
              <a:gd name="T2" fmla="*/ 2147483646 w 171"/>
              <a:gd name="T3" fmla="*/ 2147483646 h 123"/>
              <a:gd name="T4" fmla="*/ 2147483646 w 171"/>
              <a:gd name="T5" fmla="*/ 0 h 123"/>
              <a:gd name="T6" fmla="*/ 2147483646 w 171"/>
              <a:gd name="T7" fmla="*/ 2147483646 h 123"/>
              <a:gd name="T8" fmla="*/ 0 w 171"/>
              <a:gd name="T9" fmla="*/ 2147483646 h 123"/>
              <a:gd name="T10" fmla="*/ 2147483646 w 171"/>
              <a:gd name="T11" fmla="*/ 2147483646 h 123"/>
              <a:gd name="T12" fmla="*/ 2147483646 w 171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1" h="123">
                <a:moveTo>
                  <a:pt x="162" y="123"/>
                </a:moveTo>
                <a:lnTo>
                  <a:pt x="171" y="106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62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82" name="Freeform 148"/>
          <p:cNvSpPr>
            <a:spLocks/>
          </p:cNvSpPr>
          <p:nvPr/>
        </p:nvSpPr>
        <p:spPr bwMode="auto">
          <a:xfrm>
            <a:off x="4424363" y="4964113"/>
            <a:ext cx="242887" cy="220662"/>
          </a:xfrm>
          <a:custGeom>
            <a:avLst/>
            <a:gdLst>
              <a:gd name="T0" fmla="*/ 2147483646 w 153"/>
              <a:gd name="T1" fmla="*/ 2147483646 h 139"/>
              <a:gd name="T2" fmla="*/ 2147483646 w 153"/>
              <a:gd name="T3" fmla="*/ 2147483646 h 139"/>
              <a:gd name="T4" fmla="*/ 2147483646 w 153"/>
              <a:gd name="T5" fmla="*/ 0 h 139"/>
              <a:gd name="T6" fmla="*/ 0 w 153"/>
              <a:gd name="T7" fmla="*/ 2147483646 h 139"/>
              <a:gd name="T8" fmla="*/ 2147483646 w 153"/>
              <a:gd name="T9" fmla="*/ 2147483646 h 1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3" h="139">
                <a:moveTo>
                  <a:pt x="135" y="139"/>
                </a:moveTo>
                <a:lnTo>
                  <a:pt x="153" y="131"/>
                </a:lnTo>
                <a:lnTo>
                  <a:pt x="18" y="0"/>
                </a:lnTo>
                <a:lnTo>
                  <a:pt x="0" y="9"/>
                </a:lnTo>
                <a:lnTo>
                  <a:pt x="135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183" name="Oval 152"/>
          <p:cNvSpPr>
            <a:spLocks noChangeArrowheads="1"/>
          </p:cNvSpPr>
          <p:nvPr/>
        </p:nvSpPr>
        <p:spPr bwMode="auto">
          <a:xfrm>
            <a:off x="6467475" y="5418138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4184" name="Oval 153"/>
          <p:cNvSpPr>
            <a:spLocks noChangeArrowheads="1"/>
          </p:cNvSpPr>
          <p:nvPr/>
        </p:nvSpPr>
        <p:spPr bwMode="auto">
          <a:xfrm>
            <a:off x="6467475" y="5421313"/>
            <a:ext cx="800100" cy="434975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4185" name="Rectangle 154"/>
          <p:cNvSpPr>
            <a:spLocks noChangeArrowheads="1"/>
          </p:cNvSpPr>
          <p:nvPr/>
        </p:nvSpPr>
        <p:spPr bwMode="auto">
          <a:xfrm>
            <a:off x="6610350" y="5521325"/>
            <a:ext cx="500137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 b="1" dirty="0">
                <a:latin typeface="Times New Roman" panose="02020603050405020304" pitchFamily="18" charset="0"/>
              </a:rPr>
              <a:t>MIA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4186" name="Oval 155"/>
          <p:cNvSpPr>
            <a:spLocks noChangeArrowheads="1"/>
          </p:cNvSpPr>
          <p:nvPr/>
        </p:nvSpPr>
        <p:spPr bwMode="auto">
          <a:xfrm>
            <a:off x="4552950" y="2085975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4187" name="Oval 156"/>
          <p:cNvSpPr>
            <a:spLocks noChangeArrowheads="1"/>
          </p:cNvSpPr>
          <p:nvPr/>
        </p:nvSpPr>
        <p:spPr bwMode="auto">
          <a:xfrm>
            <a:off x="4552950" y="2089150"/>
            <a:ext cx="800100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4188" name="Rectangle 157"/>
          <p:cNvSpPr>
            <a:spLocks noChangeArrowheads="1"/>
          </p:cNvSpPr>
          <p:nvPr/>
        </p:nvSpPr>
        <p:spPr bwMode="auto">
          <a:xfrm>
            <a:off x="4667250" y="2201863"/>
            <a:ext cx="51456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ORD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4189" name="Oval 158"/>
          <p:cNvSpPr>
            <a:spLocks noChangeArrowheads="1"/>
          </p:cNvSpPr>
          <p:nvPr/>
        </p:nvSpPr>
        <p:spPr bwMode="auto">
          <a:xfrm>
            <a:off x="1123950" y="4667250"/>
            <a:ext cx="800100" cy="43973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4190" name="Oval 159"/>
          <p:cNvSpPr>
            <a:spLocks noChangeArrowheads="1"/>
          </p:cNvSpPr>
          <p:nvPr/>
        </p:nvSpPr>
        <p:spPr bwMode="auto">
          <a:xfrm>
            <a:off x="1123950" y="4668838"/>
            <a:ext cx="800100" cy="436562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4191" name="Rectangle 160"/>
          <p:cNvSpPr>
            <a:spLocks noChangeArrowheads="1"/>
          </p:cNvSpPr>
          <p:nvPr/>
        </p:nvSpPr>
        <p:spPr bwMode="auto">
          <a:xfrm>
            <a:off x="1252538" y="4783138"/>
            <a:ext cx="50174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LAX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4192" name="Oval 161"/>
          <p:cNvSpPr>
            <a:spLocks noChangeArrowheads="1"/>
          </p:cNvSpPr>
          <p:nvPr/>
        </p:nvSpPr>
        <p:spPr bwMode="auto">
          <a:xfrm>
            <a:off x="3595688" y="4419600"/>
            <a:ext cx="814387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4193" name="Oval 162"/>
          <p:cNvSpPr>
            <a:spLocks noChangeArrowheads="1"/>
          </p:cNvSpPr>
          <p:nvPr/>
        </p:nvSpPr>
        <p:spPr bwMode="auto">
          <a:xfrm>
            <a:off x="3595688" y="4422775"/>
            <a:ext cx="814387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4194" name="Rectangle 163"/>
          <p:cNvSpPr>
            <a:spLocks noChangeArrowheads="1"/>
          </p:cNvSpPr>
          <p:nvPr/>
        </p:nvSpPr>
        <p:spPr bwMode="auto">
          <a:xfrm>
            <a:off x="3709988" y="4537075"/>
            <a:ext cx="54181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DFW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4195" name="Oval 164"/>
          <p:cNvSpPr>
            <a:spLocks noChangeArrowheads="1"/>
          </p:cNvSpPr>
          <p:nvPr/>
        </p:nvSpPr>
        <p:spPr bwMode="auto">
          <a:xfrm>
            <a:off x="938213" y="3370263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4196" name="Oval 165"/>
          <p:cNvSpPr>
            <a:spLocks noChangeArrowheads="1"/>
          </p:cNvSpPr>
          <p:nvPr/>
        </p:nvSpPr>
        <p:spPr bwMode="auto">
          <a:xfrm>
            <a:off x="938213" y="3373438"/>
            <a:ext cx="800100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4197" name="Rectangle 166"/>
          <p:cNvSpPr>
            <a:spLocks noChangeArrowheads="1"/>
          </p:cNvSpPr>
          <p:nvPr/>
        </p:nvSpPr>
        <p:spPr bwMode="auto">
          <a:xfrm>
            <a:off x="1081088" y="3486150"/>
            <a:ext cx="448841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 dirty="0">
                <a:latin typeface="Times New Roman" panose="02020603050405020304" pitchFamily="18" charset="0"/>
              </a:rPr>
              <a:t>SFO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4198" name="Rectangle 167"/>
          <p:cNvSpPr>
            <a:spLocks noChangeArrowheads="1"/>
          </p:cNvSpPr>
          <p:nvPr/>
        </p:nvSpPr>
        <p:spPr bwMode="auto">
          <a:xfrm>
            <a:off x="866775" y="2890838"/>
            <a:ext cx="400050" cy="349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4199" name="Rectangle 168"/>
          <p:cNvSpPr>
            <a:spLocks noChangeArrowheads="1"/>
          </p:cNvSpPr>
          <p:nvPr/>
        </p:nvSpPr>
        <p:spPr bwMode="auto">
          <a:xfrm>
            <a:off x="838200" y="2916238"/>
            <a:ext cx="385763" cy="350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4200" name="Rectangle 169"/>
          <p:cNvSpPr>
            <a:spLocks noChangeArrowheads="1"/>
          </p:cNvSpPr>
          <p:nvPr/>
        </p:nvSpPr>
        <p:spPr bwMode="auto">
          <a:xfrm>
            <a:off x="838200" y="2917825"/>
            <a:ext cx="385763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4201" name="Rectangle 170"/>
          <p:cNvSpPr>
            <a:spLocks noChangeArrowheads="1"/>
          </p:cNvSpPr>
          <p:nvPr/>
        </p:nvSpPr>
        <p:spPr bwMode="auto">
          <a:xfrm>
            <a:off x="909638" y="2878138"/>
            <a:ext cx="1349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4202" name="Rectangle 171"/>
          <p:cNvSpPr>
            <a:spLocks noChangeArrowheads="1"/>
          </p:cNvSpPr>
          <p:nvPr/>
        </p:nvSpPr>
        <p:spPr bwMode="auto">
          <a:xfrm>
            <a:off x="1052513" y="3033713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4203" name="Rectangle 172"/>
          <p:cNvSpPr>
            <a:spLocks noChangeArrowheads="1"/>
          </p:cNvSpPr>
          <p:nvPr/>
        </p:nvSpPr>
        <p:spPr bwMode="auto">
          <a:xfrm>
            <a:off x="881063" y="5199063"/>
            <a:ext cx="400050" cy="349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4204" name="Rectangle 173"/>
          <p:cNvSpPr>
            <a:spLocks noChangeArrowheads="1"/>
          </p:cNvSpPr>
          <p:nvPr/>
        </p:nvSpPr>
        <p:spPr bwMode="auto">
          <a:xfrm>
            <a:off x="852488" y="522446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4205" name="Rectangle 174"/>
          <p:cNvSpPr>
            <a:spLocks noChangeArrowheads="1"/>
          </p:cNvSpPr>
          <p:nvPr/>
        </p:nvSpPr>
        <p:spPr bwMode="auto">
          <a:xfrm>
            <a:off x="852488" y="5226050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4206" name="Rectangle 175"/>
          <p:cNvSpPr>
            <a:spLocks noChangeArrowheads="1"/>
          </p:cNvSpPr>
          <p:nvPr/>
        </p:nvSpPr>
        <p:spPr bwMode="auto">
          <a:xfrm>
            <a:off x="923925" y="5186363"/>
            <a:ext cx="1349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4207" name="Rectangle 176"/>
          <p:cNvSpPr>
            <a:spLocks noChangeArrowheads="1"/>
          </p:cNvSpPr>
          <p:nvPr/>
        </p:nvSpPr>
        <p:spPr bwMode="auto">
          <a:xfrm>
            <a:off x="1066800" y="53419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4208" name="Rectangle 177"/>
          <p:cNvSpPr>
            <a:spLocks noChangeArrowheads="1"/>
          </p:cNvSpPr>
          <p:nvPr/>
        </p:nvSpPr>
        <p:spPr bwMode="auto">
          <a:xfrm>
            <a:off x="3652838" y="4978400"/>
            <a:ext cx="400050" cy="3619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4209" name="Rectangle 178"/>
          <p:cNvSpPr>
            <a:spLocks noChangeArrowheads="1"/>
          </p:cNvSpPr>
          <p:nvPr/>
        </p:nvSpPr>
        <p:spPr bwMode="auto">
          <a:xfrm>
            <a:off x="3609975" y="5003800"/>
            <a:ext cx="400050" cy="363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4210" name="Rectangle 179"/>
          <p:cNvSpPr>
            <a:spLocks noChangeArrowheads="1"/>
          </p:cNvSpPr>
          <p:nvPr/>
        </p:nvSpPr>
        <p:spPr bwMode="auto">
          <a:xfrm>
            <a:off x="3609975" y="5005388"/>
            <a:ext cx="400050" cy="36036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4211" name="Rectangle 180"/>
          <p:cNvSpPr>
            <a:spLocks noChangeArrowheads="1"/>
          </p:cNvSpPr>
          <p:nvPr/>
        </p:nvSpPr>
        <p:spPr bwMode="auto">
          <a:xfrm>
            <a:off x="3695700" y="4978400"/>
            <a:ext cx="1349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4212" name="Rectangle 181"/>
          <p:cNvSpPr>
            <a:spLocks noChangeArrowheads="1"/>
          </p:cNvSpPr>
          <p:nvPr/>
        </p:nvSpPr>
        <p:spPr bwMode="auto">
          <a:xfrm>
            <a:off x="3838575" y="512127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4213" name="Rectangle 182"/>
          <p:cNvSpPr>
            <a:spLocks noChangeArrowheads="1"/>
          </p:cNvSpPr>
          <p:nvPr/>
        </p:nvSpPr>
        <p:spPr bwMode="auto">
          <a:xfrm>
            <a:off x="5510213" y="2112963"/>
            <a:ext cx="385762" cy="349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4214" name="Rectangle 183"/>
          <p:cNvSpPr>
            <a:spLocks noChangeArrowheads="1"/>
          </p:cNvSpPr>
          <p:nvPr/>
        </p:nvSpPr>
        <p:spPr bwMode="auto">
          <a:xfrm>
            <a:off x="5467350" y="2138363"/>
            <a:ext cx="385763" cy="3635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4215" name="Rectangle 184"/>
          <p:cNvSpPr>
            <a:spLocks noChangeArrowheads="1"/>
          </p:cNvSpPr>
          <p:nvPr/>
        </p:nvSpPr>
        <p:spPr bwMode="auto">
          <a:xfrm>
            <a:off x="5467350" y="2139950"/>
            <a:ext cx="385763" cy="3603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4216" name="Rectangle 185"/>
          <p:cNvSpPr>
            <a:spLocks noChangeArrowheads="1"/>
          </p:cNvSpPr>
          <p:nvPr/>
        </p:nvSpPr>
        <p:spPr bwMode="auto">
          <a:xfrm>
            <a:off x="5538788" y="2100263"/>
            <a:ext cx="1349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4217" name="Rectangle 186"/>
          <p:cNvSpPr>
            <a:spLocks noChangeArrowheads="1"/>
          </p:cNvSpPr>
          <p:nvPr/>
        </p:nvSpPr>
        <p:spPr bwMode="auto">
          <a:xfrm>
            <a:off x="5681663" y="22558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4218" name="Rectangle 187"/>
          <p:cNvSpPr>
            <a:spLocks noChangeArrowheads="1"/>
          </p:cNvSpPr>
          <p:nvPr/>
        </p:nvSpPr>
        <p:spPr bwMode="auto">
          <a:xfrm>
            <a:off x="6396038" y="5962650"/>
            <a:ext cx="400050" cy="3635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4219" name="Rectangle 188"/>
          <p:cNvSpPr>
            <a:spLocks noChangeArrowheads="1"/>
          </p:cNvSpPr>
          <p:nvPr/>
        </p:nvSpPr>
        <p:spPr bwMode="auto">
          <a:xfrm>
            <a:off x="6353175" y="6002338"/>
            <a:ext cx="400050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4220" name="Rectangle 189"/>
          <p:cNvSpPr>
            <a:spLocks noChangeArrowheads="1"/>
          </p:cNvSpPr>
          <p:nvPr/>
        </p:nvSpPr>
        <p:spPr bwMode="auto">
          <a:xfrm>
            <a:off x="6353175" y="6003925"/>
            <a:ext cx="400050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4221" name="Rectangle 190"/>
          <p:cNvSpPr>
            <a:spLocks noChangeArrowheads="1"/>
          </p:cNvSpPr>
          <p:nvPr/>
        </p:nvSpPr>
        <p:spPr bwMode="auto">
          <a:xfrm>
            <a:off x="6424613" y="5964238"/>
            <a:ext cx="1349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4222" name="Rectangle 191"/>
          <p:cNvSpPr>
            <a:spLocks noChangeArrowheads="1"/>
          </p:cNvSpPr>
          <p:nvPr/>
        </p:nvSpPr>
        <p:spPr bwMode="auto">
          <a:xfrm>
            <a:off x="6581775" y="610552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4223" name="Rectangle 192"/>
          <p:cNvSpPr>
            <a:spLocks noChangeArrowheads="1"/>
          </p:cNvSpPr>
          <p:nvPr/>
        </p:nvSpPr>
        <p:spPr bwMode="auto">
          <a:xfrm>
            <a:off x="7439025" y="3019425"/>
            <a:ext cx="385763" cy="3635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4224" name="Rectangle 193"/>
          <p:cNvSpPr>
            <a:spLocks noChangeArrowheads="1"/>
          </p:cNvSpPr>
          <p:nvPr/>
        </p:nvSpPr>
        <p:spPr bwMode="auto">
          <a:xfrm>
            <a:off x="7396163" y="305911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4225" name="Rectangle 194"/>
          <p:cNvSpPr>
            <a:spLocks noChangeArrowheads="1"/>
          </p:cNvSpPr>
          <p:nvPr/>
        </p:nvSpPr>
        <p:spPr bwMode="auto">
          <a:xfrm>
            <a:off x="7396163" y="3060700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4226" name="Rectangle 195"/>
          <p:cNvSpPr>
            <a:spLocks noChangeArrowheads="1"/>
          </p:cNvSpPr>
          <p:nvPr/>
        </p:nvSpPr>
        <p:spPr bwMode="auto">
          <a:xfrm>
            <a:off x="7467600" y="3021013"/>
            <a:ext cx="1349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4227" name="Rectangle 196"/>
          <p:cNvSpPr>
            <a:spLocks noChangeArrowheads="1"/>
          </p:cNvSpPr>
          <p:nvPr/>
        </p:nvSpPr>
        <p:spPr bwMode="auto">
          <a:xfrm>
            <a:off x="7610475" y="3162300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cxnSp>
        <p:nvCxnSpPr>
          <p:cNvPr id="44229" name="AutoShape 198"/>
          <p:cNvCxnSpPr>
            <a:cxnSpLocks noChangeShapeType="1"/>
            <a:stCxn id="44184" idx="1"/>
            <a:endCxn id="44187" idx="5"/>
          </p:cNvCxnSpPr>
          <p:nvPr/>
        </p:nvCxnSpPr>
        <p:spPr bwMode="auto">
          <a:xfrm rot="5400000" flipH="1">
            <a:off x="4426744" y="3298031"/>
            <a:ext cx="2967038" cy="1349375"/>
          </a:xfrm>
          <a:prstGeom prst="curvedConnector3">
            <a:avLst>
              <a:gd name="adj1" fmla="val 49972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230" name="AutoShape 199"/>
          <p:cNvCxnSpPr>
            <a:cxnSpLocks noChangeShapeType="1"/>
            <a:stCxn id="44184" idx="3"/>
            <a:endCxn id="44196" idx="2"/>
          </p:cNvCxnSpPr>
          <p:nvPr/>
        </p:nvCxnSpPr>
        <p:spPr bwMode="auto">
          <a:xfrm rot="16200000" flipV="1">
            <a:off x="2632075" y="1868488"/>
            <a:ext cx="2230438" cy="5675312"/>
          </a:xfrm>
          <a:prstGeom prst="curvedConnector4">
            <a:avLst>
              <a:gd name="adj1" fmla="val -25125"/>
              <a:gd name="adj2" fmla="val 108838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231" name="AutoShape 200"/>
          <p:cNvCxnSpPr>
            <a:cxnSpLocks noChangeShapeType="1"/>
            <a:stCxn id="44170" idx="3"/>
            <a:endCxn id="44190" idx="7"/>
          </p:cNvCxnSpPr>
          <p:nvPr/>
        </p:nvCxnSpPr>
        <p:spPr bwMode="auto">
          <a:xfrm rot="5400000">
            <a:off x="3420269" y="1381919"/>
            <a:ext cx="1708150" cy="4935538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232" name="AutoShape 201"/>
          <p:cNvCxnSpPr>
            <a:cxnSpLocks noChangeShapeType="1"/>
            <a:stCxn id="44170" idx="2"/>
            <a:endCxn id="44187" idx="5"/>
          </p:cNvCxnSpPr>
          <p:nvPr/>
        </p:nvCxnSpPr>
        <p:spPr bwMode="auto">
          <a:xfrm rot="10800000">
            <a:off x="5235575" y="2489200"/>
            <a:ext cx="1360488" cy="323850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233" name="AutoShape 202"/>
          <p:cNvCxnSpPr>
            <a:cxnSpLocks noChangeShapeType="1"/>
            <a:stCxn id="44190" idx="7"/>
            <a:endCxn id="44193" idx="2"/>
          </p:cNvCxnSpPr>
          <p:nvPr/>
        </p:nvCxnSpPr>
        <p:spPr bwMode="auto">
          <a:xfrm rot="-5400000">
            <a:off x="2655094" y="3791744"/>
            <a:ext cx="63500" cy="1760538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0779" name="AutoShape 203"/>
          <p:cNvCxnSpPr>
            <a:cxnSpLocks noChangeShapeType="1"/>
            <a:stCxn id="44035" idx="2"/>
            <a:endCxn id="44195" idx="7"/>
          </p:cNvCxnSpPr>
          <p:nvPr/>
        </p:nvCxnSpPr>
        <p:spPr bwMode="auto">
          <a:xfrm rot="10800000" flipV="1">
            <a:off x="1620838" y="1724025"/>
            <a:ext cx="5561012" cy="1711325"/>
          </a:xfrm>
          <a:prstGeom prst="curvedConnector2">
            <a:avLst/>
          </a:pr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0780" name="AutoShape 204"/>
          <p:cNvCxnSpPr>
            <a:cxnSpLocks noChangeShapeType="1"/>
            <a:stCxn id="44035" idx="6"/>
            <a:endCxn id="44189" idx="5"/>
          </p:cNvCxnSpPr>
          <p:nvPr/>
        </p:nvCxnSpPr>
        <p:spPr bwMode="auto">
          <a:xfrm flipH="1">
            <a:off x="1806575" y="1724025"/>
            <a:ext cx="6232525" cy="3317875"/>
          </a:xfrm>
          <a:prstGeom prst="curvedConnector4">
            <a:avLst>
              <a:gd name="adj1" fmla="val -7264"/>
              <a:gd name="adj2" fmla="val 115597"/>
            </a:avLst>
          </a:pr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0782" name="AutoShape 206"/>
          <p:cNvCxnSpPr>
            <a:cxnSpLocks noChangeShapeType="1"/>
            <a:stCxn id="44242" idx="2"/>
            <a:endCxn id="44193" idx="7"/>
          </p:cNvCxnSpPr>
          <p:nvPr/>
        </p:nvCxnSpPr>
        <p:spPr bwMode="auto">
          <a:xfrm flipH="1">
            <a:off x="4291013" y="1724025"/>
            <a:ext cx="2919412" cy="2733675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0783" name="AutoShape 207"/>
          <p:cNvCxnSpPr>
            <a:cxnSpLocks noChangeShapeType="1"/>
            <a:stCxn id="44242" idx="1"/>
            <a:endCxn id="44187" idx="7"/>
          </p:cNvCxnSpPr>
          <p:nvPr/>
        </p:nvCxnSpPr>
        <p:spPr bwMode="auto">
          <a:xfrm rot="-5400000" flipH="1" flipV="1">
            <a:off x="6003925" y="800100"/>
            <a:ext cx="555625" cy="2092325"/>
          </a:xfrm>
          <a:prstGeom prst="curvedConnector3">
            <a:avLst>
              <a:gd name="adj1" fmla="val -18005"/>
            </a:avLst>
          </a:pr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4238" name="Group 208"/>
          <p:cNvGrpSpPr>
            <a:grpSpLocks/>
          </p:cNvGrpSpPr>
          <p:nvPr/>
        </p:nvGrpSpPr>
        <p:grpSpPr bwMode="auto">
          <a:xfrm>
            <a:off x="7210425" y="1503363"/>
            <a:ext cx="800100" cy="439737"/>
            <a:chOff x="4542" y="947"/>
            <a:chExt cx="504" cy="277"/>
          </a:xfrm>
        </p:grpSpPr>
        <p:sp>
          <p:nvSpPr>
            <p:cNvPr id="44242" name="Oval 149"/>
            <p:cNvSpPr>
              <a:spLocks noChangeArrowheads="1"/>
            </p:cNvSpPr>
            <p:nvPr/>
          </p:nvSpPr>
          <p:spPr bwMode="auto">
            <a:xfrm>
              <a:off x="4542" y="947"/>
              <a:ext cx="504" cy="27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MY" altLang="en-US" sz="1800"/>
            </a:p>
          </p:txBody>
        </p:sp>
        <p:sp>
          <p:nvSpPr>
            <p:cNvPr id="44243" name="Rectangle 151"/>
            <p:cNvSpPr>
              <a:spLocks noChangeArrowheads="1"/>
            </p:cNvSpPr>
            <p:nvPr/>
          </p:nvSpPr>
          <p:spPr bwMode="auto">
            <a:xfrm>
              <a:off x="4655" y="1002"/>
              <a:ext cx="299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900" dirty="0">
                  <a:latin typeface="Times New Roman" panose="02020603050405020304" pitchFamily="18" charset="0"/>
                </a:rPr>
                <a:t>BOS</a:t>
              </a:r>
              <a:endParaRPr lang="en-US" altLang="en-US" sz="1800" b="1" dirty="0">
                <a:latin typeface="Times" panose="02020603050405020304" pitchFamily="18" charset="0"/>
              </a:endParaRPr>
            </a:p>
          </p:txBody>
        </p:sp>
      </p:grpSp>
      <p:cxnSp>
        <p:nvCxnSpPr>
          <p:cNvPr id="44239" name="AutoShape 210"/>
          <p:cNvCxnSpPr>
            <a:cxnSpLocks noChangeShapeType="1"/>
          </p:cNvCxnSpPr>
          <p:nvPr/>
        </p:nvCxnSpPr>
        <p:spPr bwMode="auto">
          <a:xfrm rot="-5400000" flipH="1" flipV="1">
            <a:off x="2393950" y="1068388"/>
            <a:ext cx="1220788" cy="3332162"/>
          </a:xfrm>
          <a:prstGeom prst="curvedConnector3">
            <a:avLst>
              <a:gd name="adj1" fmla="val -21588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240" name="AutoShape 211"/>
          <p:cNvCxnSpPr>
            <a:cxnSpLocks noChangeShapeType="1"/>
          </p:cNvCxnSpPr>
          <p:nvPr/>
        </p:nvCxnSpPr>
        <p:spPr bwMode="auto">
          <a:xfrm flipH="1" flipV="1">
            <a:off x="1338263" y="3836988"/>
            <a:ext cx="185737" cy="803275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241" name="AutoShape 212"/>
          <p:cNvCxnSpPr>
            <a:cxnSpLocks noChangeShapeType="1"/>
          </p:cNvCxnSpPr>
          <p:nvPr/>
        </p:nvCxnSpPr>
        <p:spPr bwMode="auto">
          <a:xfrm rot="10800000" flipV="1">
            <a:off x="1562100" y="2228850"/>
            <a:ext cx="2971800" cy="2411413"/>
          </a:xfrm>
          <a:prstGeom prst="curvedConnector2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" name="Group 4">
            <a:extLst>
              <a:ext uri="{FF2B5EF4-FFF2-40B4-BE49-F238E27FC236}">
                <a16:creationId xmlns:a16="http://schemas.microsoft.com/office/drawing/2014/main" id="{EC2FCEB8-2674-115B-2925-98CF5E5D2DD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062913" y="1219200"/>
            <a:ext cx="419100" cy="419100"/>
            <a:chOff x="5079" y="768"/>
            <a:chExt cx="264" cy="264"/>
          </a:xfrm>
        </p:grpSpPr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C4CA636E-F669-3C8F-BBC9-0A36D7EA0B3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5079" y="768"/>
              <a:ext cx="264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Rectangle 5">
              <a:extLst>
                <a:ext uri="{FF2B5EF4-FFF2-40B4-BE49-F238E27FC236}">
                  <a16:creationId xmlns:a16="http://schemas.microsoft.com/office/drawing/2014/main" id="{D1645B14-25E9-242E-7B77-BB2EB2D1D1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1" y="776"/>
              <a:ext cx="216" cy="216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E55E2C51-EA38-4C9E-470E-823D09DF5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7" y="792"/>
              <a:ext cx="216" cy="2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3EEFBBC8-7B62-7F37-0118-BEBC77AC5D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7" y="792"/>
              <a:ext cx="216" cy="224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6AC5A211-7073-8F39-FF92-A7133B579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7" y="776"/>
              <a:ext cx="152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300" b="0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v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8BDCEB36-BDC3-4669-8D1D-3D3423C9F3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7" y="864"/>
              <a:ext cx="5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80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80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80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80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7172CAD-6ACE-4383-9C08-1AFCD32B48D6}" type="slidenum">
              <a:rPr lang="en-US" altLang="en-US" sz="1400" smtClean="0">
                <a:solidFill>
                  <a:srgbClr val="40458C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>
              <a:solidFill>
                <a:srgbClr val="40458C"/>
              </a:solidFill>
            </a:endParaRPr>
          </a:p>
        </p:txBody>
      </p:sp>
      <p:sp>
        <p:nvSpPr>
          <p:cNvPr id="45059" name="Oval 2"/>
          <p:cNvSpPr>
            <a:spLocks noChangeArrowheads="1"/>
          </p:cNvSpPr>
          <p:nvPr/>
        </p:nvSpPr>
        <p:spPr bwMode="auto">
          <a:xfrm>
            <a:off x="7210425" y="1504950"/>
            <a:ext cx="800100" cy="436563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hlink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7772400" cy="1143000"/>
          </a:xfrm>
        </p:spPr>
        <p:txBody>
          <a:bodyPr/>
          <a:lstStyle/>
          <a:p>
            <a:r>
              <a:rPr lang="en-US" altLang="en-US" dirty="0"/>
              <a:t>Floyd-</a:t>
            </a:r>
            <a:r>
              <a:rPr lang="en-US" altLang="en-US" dirty="0" err="1"/>
              <a:t>Warshall</a:t>
            </a:r>
            <a:r>
              <a:rPr lang="en-US" altLang="en-US" dirty="0"/>
              <a:t>, Iteration 5-6</a:t>
            </a:r>
          </a:p>
        </p:txBody>
      </p:sp>
      <p:sp>
        <p:nvSpPr>
          <p:cNvPr id="45061" name="Freeform 4"/>
          <p:cNvSpPr>
            <a:spLocks/>
          </p:cNvSpPr>
          <p:nvPr/>
        </p:nvSpPr>
        <p:spPr bwMode="auto">
          <a:xfrm>
            <a:off x="4310063" y="2384425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2147483646 w 18"/>
              <a:gd name="T3" fmla="*/ 0 h 16"/>
              <a:gd name="T4" fmla="*/ 0 w 18"/>
              <a:gd name="T5" fmla="*/ 0 h 16"/>
              <a:gd name="T6" fmla="*/ 0 w 18"/>
              <a:gd name="T7" fmla="*/ 0 h 16"/>
              <a:gd name="T8" fmla="*/ 0 w 18"/>
              <a:gd name="T9" fmla="*/ 2147483646 h 16"/>
              <a:gd name="T10" fmla="*/ 0 w 18"/>
              <a:gd name="T11" fmla="*/ 2147483646 h 16"/>
              <a:gd name="T12" fmla="*/ 2147483646 w 18"/>
              <a:gd name="T13" fmla="*/ 2147483646 h 16"/>
              <a:gd name="T14" fmla="*/ 2147483646 w 18"/>
              <a:gd name="T15" fmla="*/ 2147483646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18" y="0"/>
                </a:move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62" name="Freeform 5"/>
          <p:cNvSpPr>
            <a:spLocks/>
          </p:cNvSpPr>
          <p:nvPr/>
        </p:nvSpPr>
        <p:spPr bwMode="auto">
          <a:xfrm>
            <a:off x="4310063" y="2319338"/>
            <a:ext cx="214312" cy="130175"/>
          </a:xfrm>
          <a:custGeom>
            <a:avLst/>
            <a:gdLst>
              <a:gd name="T0" fmla="*/ 2147483646 w 135"/>
              <a:gd name="T1" fmla="*/ 2147483646 h 82"/>
              <a:gd name="T2" fmla="*/ 0 w 135"/>
              <a:gd name="T3" fmla="*/ 2147483646 h 82"/>
              <a:gd name="T4" fmla="*/ 2147483646 w 135"/>
              <a:gd name="T5" fmla="*/ 0 h 82"/>
              <a:gd name="T6" fmla="*/ 2147483646 w 135"/>
              <a:gd name="T7" fmla="*/ 2147483646 h 82"/>
              <a:gd name="T8" fmla="*/ 2147483646 w 135"/>
              <a:gd name="T9" fmla="*/ 2147483646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63" name="Freeform 6"/>
          <p:cNvSpPr>
            <a:spLocks/>
          </p:cNvSpPr>
          <p:nvPr/>
        </p:nvSpPr>
        <p:spPr bwMode="auto">
          <a:xfrm>
            <a:off x="4310063" y="2319338"/>
            <a:ext cx="214312" cy="130175"/>
          </a:xfrm>
          <a:custGeom>
            <a:avLst/>
            <a:gdLst>
              <a:gd name="T0" fmla="*/ 2147483646 w 135"/>
              <a:gd name="T1" fmla="*/ 2147483646 h 82"/>
              <a:gd name="T2" fmla="*/ 0 w 135"/>
              <a:gd name="T3" fmla="*/ 2147483646 h 82"/>
              <a:gd name="T4" fmla="*/ 2147483646 w 135"/>
              <a:gd name="T5" fmla="*/ 0 h 82"/>
              <a:gd name="T6" fmla="*/ 2147483646 w 135"/>
              <a:gd name="T7" fmla="*/ 2147483646 h 82"/>
              <a:gd name="T8" fmla="*/ 2147483646 w 135"/>
              <a:gd name="T9" fmla="*/ 2147483646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64" name="Freeform 7"/>
          <p:cNvSpPr>
            <a:spLocks/>
          </p:cNvSpPr>
          <p:nvPr/>
        </p:nvSpPr>
        <p:spPr bwMode="auto">
          <a:xfrm>
            <a:off x="1509713" y="4549775"/>
            <a:ext cx="242887" cy="363538"/>
          </a:xfrm>
          <a:custGeom>
            <a:avLst/>
            <a:gdLst>
              <a:gd name="T0" fmla="*/ 0 w 153"/>
              <a:gd name="T1" fmla="*/ 2147483646 h 229"/>
              <a:gd name="T2" fmla="*/ 2147483646 w 153"/>
              <a:gd name="T3" fmla="*/ 2147483646 h 229"/>
              <a:gd name="T4" fmla="*/ 2147483646 w 153"/>
              <a:gd name="T5" fmla="*/ 2147483646 h 229"/>
              <a:gd name="T6" fmla="*/ 2147483646 w 153"/>
              <a:gd name="T7" fmla="*/ 2147483646 h 229"/>
              <a:gd name="T8" fmla="*/ 2147483646 w 153"/>
              <a:gd name="T9" fmla="*/ 0 h 229"/>
              <a:gd name="T10" fmla="*/ 2147483646 w 153"/>
              <a:gd name="T11" fmla="*/ 0 h 229"/>
              <a:gd name="T12" fmla="*/ 0 w 153"/>
              <a:gd name="T13" fmla="*/ 214748364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3" h="229">
                <a:moveTo>
                  <a:pt x="0" y="221"/>
                </a:moveTo>
                <a:lnTo>
                  <a:pt x="18" y="229"/>
                </a:lnTo>
                <a:lnTo>
                  <a:pt x="153" y="8"/>
                </a:lnTo>
                <a:lnTo>
                  <a:pt x="135" y="0"/>
                </a:lnTo>
                <a:lnTo>
                  <a:pt x="0" y="2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65" name="Freeform 8"/>
          <p:cNvSpPr>
            <a:spLocks/>
          </p:cNvSpPr>
          <p:nvPr/>
        </p:nvSpPr>
        <p:spPr bwMode="auto">
          <a:xfrm>
            <a:off x="1724025" y="4186238"/>
            <a:ext cx="285750" cy="376237"/>
          </a:xfrm>
          <a:custGeom>
            <a:avLst/>
            <a:gdLst>
              <a:gd name="T0" fmla="*/ 0 w 180"/>
              <a:gd name="T1" fmla="*/ 2147483646 h 237"/>
              <a:gd name="T2" fmla="*/ 2147483646 w 180"/>
              <a:gd name="T3" fmla="*/ 2147483646 h 237"/>
              <a:gd name="T4" fmla="*/ 2147483646 w 180"/>
              <a:gd name="T5" fmla="*/ 2147483646 h 237"/>
              <a:gd name="T6" fmla="*/ 2147483646 w 180"/>
              <a:gd name="T7" fmla="*/ 2147483646 h 237"/>
              <a:gd name="T8" fmla="*/ 2147483646 w 180"/>
              <a:gd name="T9" fmla="*/ 0 h 237"/>
              <a:gd name="T10" fmla="*/ 2147483646 w 180"/>
              <a:gd name="T11" fmla="*/ 0 h 237"/>
              <a:gd name="T12" fmla="*/ 0 w 180"/>
              <a:gd name="T13" fmla="*/ 2147483646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0" h="237">
                <a:moveTo>
                  <a:pt x="0" y="229"/>
                </a:moveTo>
                <a:lnTo>
                  <a:pt x="18" y="237"/>
                </a:lnTo>
                <a:lnTo>
                  <a:pt x="180" y="9"/>
                </a:lnTo>
                <a:lnTo>
                  <a:pt x="162" y="0"/>
                </a:lnTo>
                <a:lnTo>
                  <a:pt x="0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66" name="Freeform 9"/>
          <p:cNvSpPr>
            <a:spLocks/>
          </p:cNvSpPr>
          <p:nvPr/>
        </p:nvSpPr>
        <p:spPr bwMode="auto">
          <a:xfrm>
            <a:off x="1981200" y="3824288"/>
            <a:ext cx="342900" cy="376237"/>
          </a:xfrm>
          <a:custGeom>
            <a:avLst/>
            <a:gdLst>
              <a:gd name="T0" fmla="*/ 0 w 216"/>
              <a:gd name="T1" fmla="*/ 2147483646 h 237"/>
              <a:gd name="T2" fmla="*/ 2147483646 w 216"/>
              <a:gd name="T3" fmla="*/ 2147483646 h 237"/>
              <a:gd name="T4" fmla="*/ 2147483646 w 216"/>
              <a:gd name="T5" fmla="*/ 2147483646 h 237"/>
              <a:gd name="T6" fmla="*/ 2147483646 w 216"/>
              <a:gd name="T7" fmla="*/ 2147483646 h 237"/>
              <a:gd name="T8" fmla="*/ 2147483646 w 216"/>
              <a:gd name="T9" fmla="*/ 0 h 237"/>
              <a:gd name="T10" fmla="*/ 2147483646 w 216"/>
              <a:gd name="T11" fmla="*/ 0 h 237"/>
              <a:gd name="T12" fmla="*/ 0 w 216"/>
              <a:gd name="T13" fmla="*/ 2147483646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237">
                <a:moveTo>
                  <a:pt x="0" y="228"/>
                </a:moveTo>
                <a:lnTo>
                  <a:pt x="18" y="237"/>
                </a:lnTo>
                <a:lnTo>
                  <a:pt x="216" y="8"/>
                </a:lnTo>
                <a:lnTo>
                  <a:pt x="198" y="0"/>
                </a:lnTo>
                <a:lnTo>
                  <a:pt x="0" y="2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67" name="Freeform 10"/>
          <p:cNvSpPr>
            <a:spLocks/>
          </p:cNvSpPr>
          <p:nvPr/>
        </p:nvSpPr>
        <p:spPr bwMode="auto">
          <a:xfrm>
            <a:off x="2295525" y="3448050"/>
            <a:ext cx="385763" cy="388938"/>
          </a:xfrm>
          <a:custGeom>
            <a:avLst/>
            <a:gdLst>
              <a:gd name="T0" fmla="*/ 0 w 243"/>
              <a:gd name="T1" fmla="*/ 2147483646 h 245"/>
              <a:gd name="T2" fmla="*/ 2147483646 w 243"/>
              <a:gd name="T3" fmla="*/ 2147483646 h 245"/>
              <a:gd name="T4" fmla="*/ 2147483646 w 243"/>
              <a:gd name="T5" fmla="*/ 2147483646 h 245"/>
              <a:gd name="T6" fmla="*/ 2147483646 w 243"/>
              <a:gd name="T7" fmla="*/ 2147483646 h 245"/>
              <a:gd name="T8" fmla="*/ 2147483646 w 243"/>
              <a:gd name="T9" fmla="*/ 0 h 245"/>
              <a:gd name="T10" fmla="*/ 2147483646 w 243"/>
              <a:gd name="T11" fmla="*/ 2147483646 h 245"/>
              <a:gd name="T12" fmla="*/ 0 w 243"/>
              <a:gd name="T13" fmla="*/ 2147483646 h 2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" h="245">
                <a:moveTo>
                  <a:pt x="0" y="237"/>
                </a:moveTo>
                <a:lnTo>
                  <a:pt x="18" y="245"/>
                </a:lnTo>
                <a:lnTo>
                  <a:pt x="243" y="16"/>
                </a:lnTo>
                <a:lnTo>
                  <a:pt x="234" y="0"/>
                </a:lnTo>
                <a:lnTo>
                  <a:pt x="225" y="8"/>
                </a:lnTo>
                <a:lnTo>
                  <a:pt x="0" y="2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68" name="Freeform 11"/>
          <p:cNvSpPr>
            <a:spLocks/>
          </p:cNvSpPr>
          <p:nvPr/>
        </p:nvSpPr>
        <p:spPr bwMode="auto">
          <a:xfrm>
            <a:off x="2667000" y="3124200"/>
            <a:ext cx="385763" cy="349250"/>
          </a:xfrm>
          <a:custGeom>
            <a:avLst/>
            <a:gdLst>
              <a:gd name="T0" fmla="*/ 0 w 243"/>
              <a:gd name="T1" fmla="*/ 2147483646 h 220"/>
              <a:gd name="T2" fmla="*/ 2147483646 w 243"/>
              <a:gd name="T3" fmla="*/ 2147483646 h 220"/>
              <a:gd name="T4" fmla="*/ 2147483646 w 243"/>
              <a:gd name="T5" fmla="*/ 2147483646 h 220"/>
              <a:gd name="T6" fmla="*/ 2147483646 w 243"/>
              <a:gd name="T7" fmla="*/ 2147483646 h 220"/>
              <a:gd name="T8" fmla="*/ 2147483646 w 243"/>
              <a:gd name="T9" fmla="*/ 0 h 220"/>
              <a:gd name="T10" fmla="*/ 2147483646 w 243"/>
              <a:gd name="T11" fmla="*/ 0 h 220"/>
              <a:gd name="T12" fmla="*/ 0 w 243"/>
              <a:gd name="T13" fmla="*/ 2147483646 h 2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" h="220">
                <a:moveTo>
                  <a:pt x="0" y="204"/>
                </a:moveTo>
                <a:lnTo>
                  <a:pt x="9" y="220"/>
                </a:lnTo>
                <a:lnTo>
                  <a:pt x="243" y="16"/>
                </a:lnTo>
                <a:lnTo>
                  <a:pt x="234" y="0"/>
                </a:lnTo>
                <a:lnTo>
                  <a:pt x="0" y="20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69" name="Freeform 12"/>
          <p:cNvSpPr>
            <a:spLocks/>
          </p:cNvSpPr>
          <p:nvPr/>
        </p:nvSpPr>
        <p:spPr bwMode="auto">
          <a:xfrm>
            <a:off x="3038475" y="2825750"/>
            <a:ext cx="428625" cy="323850"/>
          </a:xfrm>
          <a:custGeom>
            <a:avLst/>
            <a:gdLst>
              <a:gd name="T0" fmla="*/ 0 w 270"/>
              <a:gd name="T1" fmla="*/ 2147483646 h 204"/>
              <a:gd name="T2" fmla="*/ 2147483646 w 270"/>
              <a:gd name="T3" fmla="*/ 2147483646 h 204"/>
              <a:gd name="T4" fmla="*/ 2147483646 w 270"/>
              <a:gd name="T5" fmla="*/ 2147483646 h 204"/>
              <a:gd name="T6" fmla="*/ 2147483646 w 270"/>
              <a:gd name="T7" fmla="*/ 2147483646 h 204"/>
              <a:gd name="T8" fmla="*/ 2147483646 w 270"/>
              <a:gd name="T9" fmla="*/ 0 h 204"/>
              <a:gd name="T10" fmla="*/ 2147483646 w 270"/>
              <a:gd name="T11" fmla="*/ 0 h 204"/>
              <a:gd name="T12" fmla="*/ 0 w 270"/>
              <a:gd name="T13" fmla="*/ 2147483646 h 2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0" h="204">
                <a:moveTo>
                  <a:pt x="0" y="188"/>
                </a:moveTo>
                <a:lnTo>
                  <a:pt x="9" y="204"/>
                </a:lnTo>
                <a:lnTo>
                  <a:pt x="270" y="16"/>
                </a:lnTo>
                <a:lnTo>
                  <a:pt x="261" y="0"/>
                </a:lnTo>
                <a:lnTo>
                  <a:pt x="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70" name="Freeform 13"/>
          <p:cNvSpPr>
            <a:spLocks/>
          </p:cNvSpPr>
          <p:nvPr/>
        </p:nvSpPr>
        <p:spPr bwMode="auto">
          <a:xfrm>
            <a:off x="3452813" y="2579688"/>
            <a:ext cx="442912" cy="271462"/>
          </a:xfrm>
          <a:custGeom>
            <a:avLst/>
            <a:gdLst>
              <a:gd name="T0" fmla="*/ 0 w 279"/>
              <a:gd name="T1" fmla="*/ 2147483646 h 171"/>
              <a:gd name="T2" fmla="*/ 2147483646 w 279"/>
              <a:gd name="T3" fmla="*/ 2147483646 h 171"/>
              <a:gd name="T4" fmla="*/ 2147483646 w 279"/>
              <a:gd name="T5" fmla="*/ 2147483646 h 171"/>
              <a:gd name="T6" fmla="*/ 2147483646 w 279"/>
              <a:gd name="T7" fmla="*/ 2147483646 h 171"/>
              <a:gd name="T8" fmla="*/ 2147483646 w 279"/>
              <a:gd name="T9" fmla="*/ 0 h 171"/>
              <a:gd name="T10" fmla="*/ 2147483646 w 279"/>
              <a:gd name="T11" fmla="*/ 0 h 171"/>
              <a:gd name="T12" fmla="*/ 0 w 279"/>
              <a:gd name="T13" fmla="*/ 2147483646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9" h="171">
                <a:moveTo>
                  <a:pt x="0" y="155"/>
                </a:moveTo>
                <a:lnTo>
                  <a:pt x="9" y="171"/>
                </a:lnTo>
                <a:lnTo>
                  <a:pt x="279" y="16"/>
                </a:lnTo>
                <a:lnTo>
                  <a:pt x="270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71" name="Freeform 14"/>
          <p:cNvSpPr>
            <a:spLocks/>
          </p:cNvSpPr>
          <p:nvPr/>
        </p:nvSpPr>
        <p:spPr bwMode="auto">
          <a:xfrm>
            <a:off x="3881438" y="2371725"/>
            <a:ext cx="457200" cy="233363"/>
          </a:xfrm>
          <a:custGeom>
            <a:avLst/>
            <a:gdLst>
              <a:gd name="T0" fmla="*/ 0 w 288"/>
              <a:gd name="T1" fmla="*/ 2147483646 h 147"/>
              <a:gd name="T2" fmla="*/ 2147483646 w 288"/>
              <a:gd name="T3" fmla="*/ 2147483646 h 147"/>
              <a:gd name="T4" fmla="*/ 2147483646 w 288"/>
              <a:gd name="T5" fmla="*/ 2147483646 h 147"/>
              <a:gd name="T6" fmla="*/ 2147483646 w 288"/>
              <a:gd name="T7" fmla="*/ 0 h 147"/>
              <a:gd name="T8" fmla="*/ 0 w 288"/>
              <a:gd name="T9" fmla="*/ 2147483646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88" h="147">
                <a:moveTo>
                  <a:pt x="0" y="131"/>
                </a:moveTo>
                <a:lnTo>
                  <a:pt x="9" y="147"/>
                </a:lnTo>
                <a:lnTo>
                  <a:pt x="288" y="16"/>
                </a:lnTo>
                <a:lnTo>
                  <a:pt x="279" y="0"/>
                </a:lnTo>
                <a:lnTo>
                  <a:pt x="0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72" name="Freeform 15"/>
          <p:cNvSpPr>
            <a:spLocks/>
          </p:cNvSpPr>
          <p:nvPr/>
        </p:nvSpPr>
        <p:spPr bwMode="auto">
          <a:xfrm>
            <a:off x="1638300" y="5289550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9" y="0"/>
                </a:move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73" name="Freeform 16"/>
          <p:cNvSpPr>
            <a:spLocks/>
          </p:cNvSpPr>
          <p:nvPr/>
        </p:nvSpPr>
        <p:spPr bwMode="auto">
          <a:xfrm>
            <a:off x="1538288" y="5133975"/>
            <a:ext cx="171450" cy="193675"/>
          </a:xfrm>
          <a:custGeom>
            <a:avLst/>
            <a:gdLst>
              <a:gd name="T0" fmla="*/ 2147483646 w 108"/>
              <a:gd name="T1" fmla="*/ 2147483646 h 122"/>
              <a:gd name="T2" fmla="*/ 2147483646 w 108"/>
              <a:gd name="T3" fmla="*/ 2147483646 h 122"/>
              <a:gd name="T4" fmla="*/ 0 w 108"/>
              <a:gd name="T5" fmla="*/ 0 h 122"/>
              <a:gd name="T6" fmla="*/ 2147483646 w 108"/>
              <a:gd name="T7" fmla="*/ 2147483646 h 122"/>
              <a:gd name="T8" fmla="*/ 2147483646 w 108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74" name="Freeform 17"/>
          <p:cNvSpPr>
            <a:spLocks/>
          </p:cNvSpPr>
          <p:nvPr/>
        </p:nvSpPr>
        <p:spPr bwMode="auto">
          <a:xfrm>
            <a:off x="1538288" y="5133975"/>
            <a:ext cx="171450" cy="193675"/>
          </a:xfrm>
          <a:custGeom>
            <a:avLst/>
            <a:gdLst>
              <a:gd name="T0" fmla="*/ 2147483646 w 108"/>
              <a:gd name="T1" fmla="*/ 2147483646 h 122"/>
              <a:gd name="T2" fmla="*/ 2147483646 w 108"/>
              <a:gd name="T3" fmla="*/ 2147483646 h 122"/>
              <a:gd name="T4" fmla="*/ 0 w 108"/>
              <a:gd name="T5" fmla="*/ 0 h 122"/>
              <a:gd name="T6" fmla="*/ 2147483646 w 108"/>
              <a:gd name="T7" fmla="*/ 2147483646 h 122"/>
              <a:gd name="T8" fmla="*/ 2147483646 w 108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75" name="Freeform 18"/>
          <p:cNvSpPr>
            <a:spLocks/>
          </p:cNvSpPr>
          <p:nvPr/>
        </p:nvSpPr>
        <p:spPr bwMode="auto">
          <a:xfrm>
            <a:off x="6581775" y="5626100"/>
            <a:ext cx="300038" cy="180975"/>
          </a:xfrm>
          <a:custGeom>
            <a:avLst/>
            <a:gdLst>
              <a:gd name="T0" fmla="*/ 2147483646 w 189"/>
              <a:gd name="T1" fmla="*/ 2147483646 h 114"/>
              <a:gd name="T2" fmla="*/ 2147483646 w 189"/>
              <a:gd name="T3" fmla="*/ 0 h 114"/>
              <a:gd name="T4" fmla="*/ 0 w 189"/>
              <a:gd name="T5" fmla="*/ 2147483646 h 114"/>
              <a:gd name="T6" fmla="*/ 0 w 189"/>
              <a:gd name="T7" fmla="*/ 2147483646 h 114"/>
              <a:gd name="T8" fmla="*/ 2147483646 w 189"/>
              <a:gd name="T9" fmla="*/ 2147483646 h 114"/>
              <a:gd name="T10" fmla="*/ 2147483646 w 189"/>
              <a:gd name="T11" fmla="*/ 2147483646 h 114"/>
              <a:gd name="T12" fmla="*/ 2147483646 w 189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14">
                <a:moveTo>
                  <a:pt x="189" y="16"/>
                </a:moveTo>
                <a:lnTo>
                  <a:pt x="180" y="0"/>
                </a:lnTo>
                <a:lnTo>
                  <a:pt x="0" y="98"/>
                </a:lnTo>
                <a:lnTo>
                  <a:pt x="9" y="114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76" name="Freeform 19"/>
          <p:cNvSpPr>
            <a:spLocks/>
          </p:cNvSpPr>
          <p:nvPr/>
        </p:nvSpPr>
        <p:spPr bwMode="auto">
          <a:xfrm>
            <a:off x="6253163" y="5781675"/>
            <a:ext cx="342900" cy="155575"/>
          </a:xfrm>
          <a:custGeom>
            <a:avLst/>
            <a:gdLst>
              <a:gd name="T0" fmla="*/ 2147483646 w 216"/>
              <a:gd name="T1" fmla="*/ 2147483646 h 98"/>
              <a:gd name="T2" fmla="*/ 2147483646 w 216"/>
              <a:gd name="T3" fmla="*/ 0 h 98"/>
              <a:gd name="T4" fmla="*/ 0 w 216"/>
              <a:gd name="T5" fmla="*/ 2147483646 h 98"/>
              <a:gd name="T6" fmla="*/ 0 w 216"/>
              <a:gd name="T7" fmla="*/ 2147483646 h 98"/>
              <a:gd name="T8" fmla="*/ 2147483646 w 216"/>
              <a:gd name="T9" fmla="*/ 2147483646 h 98"/>
              <a:gd name="T10" fmla="*/ 2147483646 w 216"/>
              <a:gd name="T11" fmla="*/ 2147483646 h 98"/>
              <a:gd name="T12" fmla="*/ 2147483646 w 216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98">
                <a:moveTo>
                  <a:pt x="216" y="16"/>
                </a:moveTo>
                <a:lnTo>
                  <a:pt x="207" y="0"/>
                </a:lnTo>
                <a:lnTo>
                  <a:pt x="0" y="82"/>
                </a:lnTo>
                <a:lnTo>
                  <a:pt x="9" y="98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77" name="Freeform 20"/>
          <p:cNvSpPr>
            <a:spLocks/>
          </p:cNvSpPr>
          <p:nvPr/>
        </p:nvSpPr>
        <p:spPr bwMode="auto">
          <a:xfrm>
            <a:off x="5910263" y="5911850"/>
            <a:ext cx="357187" cy="128588"/>
          </a:xfrm>
          <a:custGeom>
            <a:avLst/>
            <a:gdLst>
              <a:gd name="T0" fmla="*/ 2147483646 w 225"/>
              <a:gd name="T1" fmla="*/ 2147483646 h 81"/>
              <a:gd name="T2" fmla="*/ 2147483646 w 225"/>
              <a:gd name="T3" fmla="*/ 0 h 81"/>
              <a:gd name="T4" fmla="*/ 0 w 225"/>
              <a:gd name="T5" fmla="*/ 2147483646 h 81"/>
              <a:gd name="T6" fmla="*/ 0 w 225"/>
              <a:gd name="T7" fmla="*/ 2147483646 h 81"/>
              <a:gd name="T8" fmla="*/ 0 w 225"/>
              <a:gd name="T9" fmla="*/ 2147483646 h 81"/>
              <a:gd name="T10" fmla="*/ 2147483646 w 225"/>
              <a:gd name="T11" fmla="*/ 2147483646 h 81"/>
              <a:gd name="T12" fmla="*/ 2147483646 w 225"/>
              <a:gd name="T13" fmla="*/ 2147483646 h 8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81">
                <a:moveTo>
                  <a:pt x="225" y="16"/>
                </a:moveTo>
                <a:lnTo>
                  <a:pt x="216" y="0"/>
                </a:lnTo>
                <a:lnTo>
                  <a:pt x="0" y="65"/>
                </a:lnTo>
                <a:lnTo>
                  <a:pt x="0" y="81"/>
                </a:lnTo>
                <a:lnTo>
                  <a:pt x="9" y="8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78" name="Freeform 21"/>
          <p:cNvSpPr>
            <a:spLocks/>
          </p:cNvSpPr>
          <p:nvPr/>
        </p:nvSpPr>
        <p:spPr bwMode="auto">
          <a:xfrm>
            <a:off x="5538788" y="6015038"/>
            <a:ext cx="371475" cy="103187"/>
          </a:xfrm>
          <a:custGeom>
            <a:avLst/>
            <a:gdLst>
              <a:gd name="T0" fmla="*/ 2147483646 w 234"/>
              <a:gd name="T1" fmla="*/ 2147483646 h 65"/>
              <a:gd name="T2" fmla="*/ 2147483646 w 234"/>
              <a:gd name="T3" fmla="*/ 0 h 65"/>
              <a:gd name="T4" fmla="*/ 0 w 234"/>
              <a:gd name="T5" fmla="*/ 2147483646 h 65"/>
              <a:gd name="T6" fmla="*/ 0 w 234"/>
              <a:gd name="T7" fmla="*/ 2147483646 h 65"/>
              <a:gd name="T8" fmla="*/ 0 w 234"/>
              <a:gd name="T9" fmla="*/ 2147483646 h 65"/>
              <a:gd name="T10" fmla="*/ 0 w 234"/>
              <a:gd name="T11" fmla="*/ 2147483646 h 65"/>
              <a:gd name="T12" fmla="*/ 2147483646 w 234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4" h="65">
                <a:moveTo>
                  <a:pt x="234" y="16"/>
                </a:moveTo>
                <a:lnTo>
                  <a:pt x="234" y="0"/>
                </a:lnTo>
                <a:lnTo>
                  <a:pt x="0" y="49"/>
                </a:lnTo>
                <a:lnTo>
                  <a:pt x="0" y="65"/>
                </a:lnTo>
                <a:lnTo>
                  <a:pt x="23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79" name="Freeform 22"/>
          <p:cNvSpPr>
            <a:spLocks/>
          </p:cNvSpPr>
          <p:nvPr/>
        </p:nvSpPr>
        <p:spPr bwMode="auto">
          <a:xfrm>
            <a:off x="4752975" y="6092825"/>
            <a:ext cx="785813" cy="90488"/>
          </a:xfrm>
          <a:custGeom>
            <a:avLst/>
            <a:gdLst>
              <a:gd name="T0" fmla="*/ 2147483646 w 495"/>
              <a:gd name="T1" fmla="*/ 2147483646 h 57"/>
              <a:gd name="T2" fmla="*/ 2147483646 w 495"/>
              <a:gd name="T3" fmla="*/ 0 h 57"/>
              <a:gd name="T4" fmla="*/ 0 w 495"/>
              <a:gd name="T5" fmla="*/ 2147483646 h 57"/>
              <a:gd name="T6" fmla="*/ 0 w 495"/>
              <a:gd name="T7" fmla="*/ 2147483646 h 57"/>
              <a:gd name="T8" fmla="*/ 0 w 495"/>
              <a:gd name="T9" fmla="*/ 2147483646 h 57"/>
              <a:gd name="T10" fmla="*/ 0 w 495"/>
              <a:gd name="T11" fmla="*/ 2147483646 h 57"/>
              <a:gd name="T12" fmla="*/ 2147483646 w 495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95" h="57">
                <a:moveTo>
                  <a:pt x="495" y="16"/>
                </a:moveTo>
                <a:lnTo>
                  <a:pt x="495" y="0"/>
                </a:lnTo>
                <a:lnTo>
                  <a:pt x="0" y="41"/>
                </a:lnTo>
                <a:lnTo>
                  <a:pt x="0" y="57"/>
                </a:lnTo>
                <a:lnTo>
                  <a:pt x="49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80" name="Freeform 23"/>
          <p:cNvSpPr>
            <a:spLocks/>
          </p:cNvSpPr>
          <p:nvPr/>
        </p:nvSpPr>
        <p:spPr bwMode="auto">
          <a:xfrm>
            <a:off x="3967163" y="6145213"/>
            <a:ext cx="785812" cy="38100"/>
          </a:xfrm>
          <a:custGeom>
            <a:avLst/>
            <a:gdLst>
              <a:gd name="T0" fmla="*/ 2147483646 w 495"/>
              <a:gd name="T1" fmla="*/ 2147483646 h 24"/>
              <a:gd name="T2" fmla="*/ 2147483646 w 495"/>
              <a:gd name="T3" fmla="*/ 2147483646 h 24"/>
              <a:gd name="T4" fmla="*/ 0 w 495"/>
              <a:gd name="T5" fmla="*/ 0 h 24"/>
              <a:gd name="T6" fmla="*/ 0 w 495"/>
              <a:gd name="T7" fmla="*/ 0 h 24"/>
              <a:gd name="T8" fmla="*/ 0 w 495"/>
              <a:gd name="T9" fmla="*/ 2147483646 h 24"/>
              <a:gd name="T10" fmla="*/ 0 w 495"/>
              <a:gd name="T11" fmla="*/ 2147483646 h 24"/>
              <a:gd name="T12" fmla="*/ 2147483646 w 495"/>
              <a:gd name="T13" fmla="*/ 2147483646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95" h="24">
                <a:moveTo>
                  <a:pt x="495" y="24"/>
                </a:moveTo>
                <a:lnTo>
                  <a:pt x="495" y="8"/>
                </a:lnTo>
                <a:lnTo>
                  <a:pt x="0" y="0"/>
                </a:lnTo>
                <a:lnTo>
                  <a:pt x="0" y="16"/>
                </a:lnTo>
                <a:lnTo>
                  <a:pt x="495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81" name="Freeform 24"/>
          <p:cNvSpPr>
            <a:spLocks/>
          </p:cNvSpPr>
          <p:nvPr/>
        </p:nvSpPr>
        <p:spPr bwMode="auto">
          <a:xfrm>
            <a:off x="3209925" y="6027738"/>
            <a:ext cx="757238" cy="142875"/>
          </a:xfrm>
          <a:custGeom>
            <a:avLst/>
            <a:gdLst>
              <a:gd name="T0" fmla="*/ 2147483646 w 477"/>
              <a:gd name="T1" fmla="*/ 2147483646 h 90"/>
              <a:gd name="T2" fmla="*/ 2147483646 w 477"/>
              <a:gd name="T3" fmla="*/ 2147483646 h 90"/>
              <a:gd name="T4" fmla="*/ 0 w 477"/>
              <a:gd name="T5" fmla="*/ 0 h 90"/>
              <a:gd name="T6" fmla="*/ 0 w 477"/>
              <a:gd name="T7" fmla="*/ 0 h 90"/>
              <a:gd name="T8" fmla="*/ 0 w 477"/>
              <a:gd name="T9" fmla="*/ 2147483646 h 90"/>
              <a:gd name="T10" fmla="*/ 0 w 477"/>
              <a:gd name="T11" fmla="*/ 2147483646 h 90"/>
              <a:gd name="T12" fmla="*/ 2147483646 w 477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77" h="90">
                <a:moveTo>
                  <a:pt x="477" y="90"/>
                </a:moveTo>
                <a:lnTo>
                  <a:pt x="477" y="74"/>
                </a:lnTo>
                <a:lnTo>
                  <a:pt x="0" y="0"/>
                </a:lnTo>
                <a:lnTo>
                  <a:pt x="0" y="17"/>
                </a:lnTo>
                <a:lnTo>
                  <a:pt x="477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82" name="Freeform 25"/>
          <p:cNvSpPr>
            <a:spLocks/>
          </p:cNvSpPr>
          <p:nvPr/>
        </p:nvSpPr>
        <p:spPr bwMode="auto">
          <a:xfrm>
            <a:off x="2852738" y="5949950"/>
            <a:ext cx="357187" cy="104775"/>
          </a:xfrm>
          <a:custGeom>
            <a:avLst/>
            <a:gdLst>
              <a:gd name="T0" fmla="*/ 2147483646 w 225"/>
              <a:gd name="T1" fmla="*/ 2147483646 h 66"/>
              <a:gd name="T2" fmla="*/ 2147483646 w 225"/>
              <a:gd name="T3" fmla="*/ 2147483646 h 66"/>
              <a:gd name="T4" fmla="*/ 0 w 225"/>
              <a:gd name="T5" fmla="*/ 0 h 66"/>
              <a:gd name="T6" fmla="*/ 2147483646 w 225"/>
              <a:gd name="T7" fmla="*/ 0 h 66"/>
              <a:gd name="T8" fmla="*/ 0 w 225"/>
              <a:gd name="T9" fmla="*/ 2147483646 h 66"/>
              <a:gd name="T10" fmla="*/ 0 w 225"/>
              <a:gd name="T11" fmla="*/ 2147483646 h 66"/>
              <a:gd name="T12" fmla="*/ 2147483646 w 225"/>
              <a:gd name="T13" fmla="*/ 2147483646 h 6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66">
                <a:moveTo>
                  <a:pt x="225" y="66"/>
                </a:moveTo>
                <a:lnTo>
                  <a:pt x="225" y="49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25" y="6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83" name="Freeform 26"/>
          <p:cNvSpPr>
            <a:spLocks/>
          </p:cNvSpPr>
          <p:nvPr/>
        </p:nvSpPr>
        <p:spPr bwMode="auto">
          <a:xfrm>
            <a:off x="2538413" y="5846763"/>
            <a:ext cx="328612" cy="130175"/>
          </a:xfrm>
          <a:custGeom>
            <a:avLst/>
            <a:gdLst>
              <a:gd name="T0" fmla="*/ 2147483646 w 207"/>
              <a:gd name="T1" fmla="*/ 2147483646 h 82"/>
              <a:gd name="T2" fmla="*/ 2147483646 w 207"/>
              <a:gd name="T3" fmla="*/ 2147483646 h 82"/>
              <a:gd name="T4" fmla="*/ 2147483646 w 207"/>
              <a:gd name="T5" fmla="*/ 0 h 82"/>
              <a:gd name="T6" fmla="*/ 2147483646 w 207"/>
              <a:gd name="T7" fmla="*/ 0 h 82"/>
              <a:gd name="T8" fmla="*/ 0 w 207"/>
              <a:gd name="T9" fmla="*/ 2147483646 h 82"/>
              <a:gd name="T10" fmla="*/ 0 w 207"/>
              <a:gd name="T11" fmla="*/ 2147483646 h 82"/>
              <a:gd name="T12" fmla="*/ 2147483646 w 207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7" h="82">
                <a:moveTo>
                  <a:pt x="198" y="82"/>
                </a:moveTo>
                <a:lnTo>
                  <a:pt x="207" y="65"/>
                </a:lnTo>
                <a:lnTo>
                  <a:pt x="9" y="0"/>
                </a:lnTo>
                <a:lnTo>
                  <a:pt x="0" y="16"/>
                </a:lnTo>
                <a:lnTo>
                  <a:pt x="198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84" name="Freeform 27"/>
          <p:cNvSpPr>
            <a:spLocks/>
          </p:cNvSpPr>
          <p:nvPr/>
        </p:nvSpPr>
        <p:spPr bwMode="auto">
          <a:xfrm>
            <a:off x="2252663" y="5729288"/>
            <a:ext cx="300037" cy="142875"/>
          </a:xfrm>
          <a:custGeom>
            <a:avLst/>
            <a:gdLst>
              <a:gd name="T0" fmla="*/ 2147483646 w 189"/>
              <a:gd name="T1" fmla="*/ 2147483646 h 90"/>
              <a:gd name="T2" fmla="*/ 2147483646 w 189"/>
              <a:gd name="T3" fmla="*/ 2147483646 h 90"/>
              <a:gd name="T4" fmla="*/ 2147483646 w 189"/>
              <a:gd name="T5" fmla="*/ 0 h 90"/>
              <a:gd name="T6" fmla="*/ 2147483646 w 189"/>
              <a:gd name="T7" fmla="*/ 0 h 90"/>
              <a:gd name="T8" fmla="*/ 0 w 189"/>
              <a:gd name="T9" fmla="*/ 2147483646 h 90"/>
              <a:gd name="T10" fmla="*/ 0 w 189"/>
              <a:gd name="T11" fmla="*/ 2147483646 h 90"/>
              <a:gd name="T12" fmla="*/ 2147483646 w 189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90">
                <a:moveTo>
                  <a:pt x="180" y="90"/>
                </a:moveTo>
                <a:lnTo>
                  <a:pt x="189" y="74"/>
                </a:lnTo>
                <a:lnTo>
                  <a:pt x="9" y="0"/>
                </a:lnTo>
                <a:lnTo>
                  <a:pt x="0" y="17"/>
                </a:lnTo>
                <a:lnTo>
                  <a:pt x="180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85" name="Freeform 28"/>
          <p:cNvSpPr>
            <a:spLocks/>
          </p:cNvSpPr>
          <p:nvPr/>
        </p:nvSpPr>
        <p:spPr bwMode="auto">
          <a:xfrm>
            <a:off x="1995488" y="5600700"/>
            <a:ext cx="271462" cy="155575"/>
          </a:xfrm>
          <a:custGeom>
            <a:avLst/>
            <a:gdLst>
              <a:gd name="T0" fmla="*/ 2147483646 w 171"/>
              <a:gd name="T1" fmla="*/ 2147483646 h 98"/>
              <a:gd name="T2" fmla="*/ 2147483646 w 171"/>
              <a:gd name="T3" fmla="*/ 2147483646 h 98"/>
              <a:gd name="T4" fmla="*/ 2147483646 w 171"/>
              <a:gd name="T5" fmla="*/ 0 h 98"/>
              <a:gd name="T6" fmla="*/ 2147483646 w 171"/>
              <a:gd name="T7" fmla="*/ 0 h 98"/>
              <a:gd name="T8" fmla="*/ 0 w 171"/>
              <a:gd name="T9" fmla="*/ 2147483646 h 98"/>
              <a:gd name="T10" fmla="*/ 0 w 171"/>
              <a:gd name="T11" fmla="*/ 2147483646 h 98"/>
              <a:gd name="T12" fmla="*/ 2147483646 w 171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1" h="98">
                <a:moveTo>
                  <a:pt x="162" y="98"/>
                </a:moveTo>
                <a:lnTo>
                  <a:pt x="171" y="81"/>
                </a:lnTo>
                <a:lnTo>
                  <a:pt x="9" y="0"/>
                </a:lnTo>
                <a:lnTo>
                  <a:pt x="0" y="16"/>
                </a:lnTo>
                <a:lnTo>
                  <a:pt x="16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86" name="Freeform 29"/>
          <p:cNvSpPr>
            <a:spLocks/>
          </p:cNvSpPr>
          <p:nvPr/>
        </p:nvSpPr>
        <p:spPr bwMode="auto">
          <a:xfrm>
            <a:off x="1795463" y="5445125"/>
            <a:ext cx="214312" cy="180975"/>
          </a:xfrm>
          <a:custGeom>
            <a:avLst/>
            <a:gdLst>
              <a:gd name="T0" fmla="*/ 2147483646 w 135"/>
              <a:gd name="T1" fmla="*/ 2147483646 h 114"/>
              <a:gd name="T2" fmla="*/ 2147483646 w 135"/>
              <a:gd name="T3" fmla="*/ 2147483646 h 114"/>
              <a:gd name="T4" fmla="*/ 2147483646 w 135"/>
              <a:gd name="T5" fmla="*/ 0 h 114"/>
              <a:gd name="T6" fmla="*/ 2147483646 w 135"/>
              <a:gd name="T7" fmla="*/ 2147483646 h 114"/>
              <a:gd name="T8" fmla="*/ 0 w 135"/>
              <a:gd name="T9" fmla="*/ 2147483646 h 114"/>
              <a:gd name="T10" fmla="*/ 2147483646 w 135"/>
              <a:gd name="T11" fmla="*/ 2147483646 h 114"/>
              <a:gd name="T12" fmla="*/ 2147483646 w 135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114">
                <a:moveTo>
                  <a:pt x="126" y="114"/>
                </a:moveTo>
                <a:lnTo>
                  <a:pt x="135" y="98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26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87" name="Freeform 30"/>
          <p:cNvSpPr>
            <a:spLocks/>
          </p:cNvSpPr>
          <p:nvPr/>
        </p:nvSpPr>
        <p:spPr bwMode="auto">
          <a:xfrm>
            <a:off x="1638300" y="5302250"/>
            <a:ext cx="185738" cy="168275"/>
          </a:xfrm>
          <a:custGeom>
            <a:avLst/>
            <a:gdLst>
              <a:gd name="T0" fmla="*/ 2147483646 w 117"/>
              <a:gd name="T1" fmla="*/ 2147483646 h 106"/>
              <a:gd name="T2" fmla="*/ 2147483646 w 117"/>
              <a:gd name="T3" fmla="*/ 2147483646 h 106"/>
              <a:gd name="T4" fmla="*/ 2147483646 w 117"/>
              <a:gd name="T5" fmla="*/ 0 h 106"/>
              <a:gd name="T6" fmla="*/ 0 w 117"/>
              <a:gd name="T7" fmla="*/ 2147483646 h 106"/>
              <a:gd name="T8" fmla="*/ 2147483646 w 117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7" h="106">
                <a:moveTo>
                  <a:pt x="99" y="106"/>
                </a:moveTo>
                <a:lnTo>
                  <a:pt x="117" y="98"/>
                </a:lnTo>
                <a:lnTo>
                  <a:pt x="18" y="0"/>
                </a:lnTo>
                <a:lnTo>
                  <a:pt x="0" y="8"/>
                </a:lnTo>
                <a:lnTo>
                  <a:pt x="99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88" name="Freeform 31"/>
          <p:cNvSpPr>
            <a:spLocks/>
          </p:cNvSpPr>
          <p:nvPr/>
        </p:nvSpPr>
        <p:spPr bwMode="auto">
          <a:xfrm>
            <a:off x="7310438" y="5302250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2147483646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0 h 16"/>
              <a:gd name="T10" fmla="*/ 2147483646 w 18"/>
              <a:gd name="T11" fmla="*/ 0 h 16"/>
              <a:gd name="T12" fmla="*/ 0 w 18"/>
              <a:gd name="T13" fmla="*/ 0 h 16"/>
              <a:gd name="T14" fmla="*/ 0 w 18"/>
              <a:gd name="T15" fmla="*/ 2147483646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0" y="16"/>
                </a:move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89" name="Freeform 32"/>
          <p:cNvSpPr>
            <a:spLocks/>
          </p:cNvSpPr>
          <p:nvPr/>
        </p:nvSpPr>
        <p:spPr bwMode="auto">
          <a:xfrm>
            <a:off x="7167563" y="5289550"/>
            <a:ext cx="200025" cy="168275"/>
          </a:xfrm>
          <a:custGeom>
            <a:avLst/>
            <a:gdLst>
              <a:gd name="T0" fmla="*/ 2147483646 w 126"/>
              <a:gd name="T1" fmla="*/ 2147483646 h 106"/>
              <a:gd name="T2" fmla="*/ 2147483646 w 126"/>
              <a:gd name="T3" fmla="*/ 2147483646 h 106"/>
              <a:gd name="T4" fmla="*/ 0 w 126"/>
              <a:gd name="T5" fmla="*/ 2147483646 h 106"/>
              <a:gd name="T6" fmla="*/ 2147483646 w 126"/>
              <a:gd name="T7" fmla="*/ 0 h 106"/>
              <a:gd name="T8" fmla="*/ 2147483646 w 126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90" name="Freeform 33"/>
          <p:cNvSpPr>
            <a:spLocks/>
          </p:cNvSpPr>
          <p:nvPr/>
        </p:nvSpPr>
        <p:spPr bwMode="auto">
          <a:xfrm>
            <a:off x="7167563" y="5289550"/>
            <a:ext cx="200025" cy="168275"/>
          </a:xfrm>
          <a:custGeom>
            <a:avLst/>
            <a:gdLst>
              <a:gd name="T0" fmla="*/ 2147483646 w 126"/>
              <a:gd name="T1" fmla="*/ 2147483646 h 106"/>
              <a:gd name="T2" fmla="*/ 2147483646 w 126"/>
              <a:gd name="T3" fmla="*/ 2147483646 h 106"/>
              <a:gd name="T4" fmla="*/ 0 w 126"/>
              <a:gd name="T5" fmla="*/ 2147483646 h 106"/>
              <a:gd name="T6" fmla="*/ 2147483646 w 126"/>
              <a:gd name="T7" fmla="*/ 0 h 106"/>
              <a:gd name="T8" fmla="*/ 2147483646 w 126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91" name="Freeform 34"/>
          <p:cNvSpPr>
            <a:spLocks/>
          </p:cNvSpPr>
          <p:nvPr/>
        </p:nvSpPr>
        <p:spPr bwMode="auto">
          <a:xfrm>
            <a:off x="7596188" y="1697038"/>
            <a:ext cx="228600" cy="246062"/>
          </a:xfrm>
          <a:custGeom>
            <a:avLst/>
            <a:gdLst>
              <a:gd name="T0" fmla="*/ 2147483646 w 144"/>
              <a:gd name="T1" fmla="*/ 0 h 155"/>
              <a:gd name="T2" fmla="*/ 0 w 144"/>
              <a:gd name="T3" fmla="*/ 2147483646 h 155"/>
              <a:gd name="T4" fmla="*/ 2147483646 w 144"/>
              <a:gd name="T5" fmla="*/ 2147483646 h 155"/>
              <a:gd name="T6" fmla="*/ 2147483646 w 144"/>
              <a:gd name="T7" fmla="*/ 2147483646 h 155"/>
              <a:gd name="T8" fmla="*/ 2147483646 w 144"/>
              <a:gd name="T9" fmla="*/ 2147483646 h 155"/>
              <a:gd name="T10" fmla="*/ 2147483646 w 144"/>
              <a:gd name="T11" fmla="*/ 2147483646 h 155"/>
              <a:gd name="T12" fmla="*/ 2147483646 w 144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55">
                <a:moveTo>
                  <a:pt x="18" y="0"/>
                </a:moveTo>
                <a:lnTo>
                  <a:pt x="0" y="8"/>
                </a:lnTo>
                <a:lnTo>
                  <a:pt x="126" y="155"/>
                </a:lnTo>
                <a:lnTo>
                  <a:pt x="14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92" name="Freeform 35"/>
          <p:cNvSpPr>
            <a:spLocks/>
          </p:cNvSpPr>
          <p:nvPr/>
        </p:nvSpPr>
        <p:spPr bwMode="auto">
          <a:xfrm>
            <a:off x="7796213" y="1930400"/>
            <a:ext cx="185737" cy="260350"/>
          </a:xfrm>
          <a:custGeom>
            <a:avLst/>
            <a:gdLst>
              <a:gd name="T0" fmla="*/ 2147483646 w 117"/>
              <a:gd name="T1" fmla="*/ 0 h 164"/>
              <a:gd name="T2" fmla="*/ 0 w 117"/>
              <a:gd name="T3" fmla="*/ 2147483646 h 164"/>
              <a:gd name="T4" fmla="*/ 2147483646 w 117"/>
              <a:gd name="T5" fmla="*/ 2147483646 h 164"/>
              <a:gd name="T6" fmla="*/ 2147483646 w 117"/>
              <a:gd name="T7" fmla="*/ 2147483646 h 164"/>
              <a:gd name="T8" fmla="*/ 2147483646 w 117"/>
              <a:gd name="T9" fmla="*/ 2147483646 h 164"/>
              <a:gd name="T10" fmla="*/ 2147483646 w 117"/>
              <a:gd name="T11" fmla="*/ 2147483646 h 164"/>
              <a:gd name="T12" fmla="*/ 2147483646 w 117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7" h="164">
                <a:moveTo>
                  <a:pt x="18" y="0"/>
                </a:moveTo>
                <a:lnTo>
                  <a:pt x="0" y="8"/>
                </a:lnTo>
                <a:lnTo>
                  <a:pt x="99" y="164"/>
                </a:lnTo>
                <a:lnTo>
                  <a:pt x="117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93" name="Freeform 36"/>
          <p:cNvSpPr>
            <a:spLocks/>
          </p:cNvSpPr>
          <p:nvPr/>
        </p:nvSpPr>
        <p:spPr bwMode="auto">
          <a:xfrm>
            <a:off x="7953375" y="2176463"/>
            <a:ext cx="142875" cy="247650"/>
          </a:xfrm>
          <a:custGeom>
            <a:avLst/>
            <a:gdLst>
              <a:gd name="T0" fmla="*/ 2147483646 w 90"/>
              <a:gd name="T1" fmla="*/ 0 h 156"/>
              <a:gd name="T2" fmla="*/ 0 w 90"/>
              <a:gd name="T3" fmla="*/ 2147483646 h 156"/>
              <a:gd name="T4" fmla="*/ 2147483646 w 90"/>
              <a:gd name="T5" fmla="*/ 2147483646 h 156"/>
              <a:gd name="T6" fmla="*/ 2147483646 w 90"/>
              <a:gd name="T7" fmla="*/ 2147483646 h 156"/>
              <a:gd name="T8" fmla="*/ 2147483646 w 90"/>
              <a:gd name="T9" fmla="*/ 2147483646 h 156"/>
              <a:gd name="T10" fmla="*/ 2147483646 w 90"/>
              <a:gd name="T11" fmla="*/ 2147483646 h 156"/>
              <a:gd name="T12" fmla="*/ 2147483646 w 90"/>
              <a:gd name="T13" fmla="*/ 0 h 1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0" h="156">
                <a:moveTo>
                  <a:pt x="18" y="0"/>
                </a:moveTo>
                <a:lnTo>
                  <a:pt x="0" y="9"/>
                </a:lnTo>
                <a:lnTo>
                  <a:pt x="72" y="156"/>
                </a:lnTo>
                <a:lnTo>
                  <a:pt x="90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94" name="Freeform 37"/>
          <p:cNvSpPr>
            <a:spLocks/>
          </p:cNvSpPr>
          <p:nvPr/>
        </p:nvSpPr>
        <p:spPr bwMode="auto">
          <a:xfrm>
            <a:off x="8067675" y="2409825"/>
            <a:ext cx="114300" cy="260350"/>
          </a:xfrm>
          <a:custGeom>
            <a:avLst/>
            <a:gdLst>
              <a:gd name="T0" fmla="*/ 2147483646 w 72"/>
              <a:gd name="T1" fmla="*/ 0 h 164"/>
              <a:gd name="T2" fmla="*/ 0 w 72"/>
              <a:gd name="T3" fmla="*/ 2147483646 h 164"/>
              <a:gd name="T4" fmla="*/ 2147483646 w 72"/>
              <a:gd name="T5" fmla="*/ 2147483646 h 164"/>
              <a:gd name="T6" fmla="*/ 2147483646 w 72"/>
              <a:gd name="T7" fmla="*/ 2147483646 h 164"/>
              <a:gd name="T8" fmla="*/ 2147483646 w 72"/>
              <a:gd name="T9" fmla="*/ 2147483646 h 164"/>
              <a:gd name="T10" fmla="*/ 2147483646 w 72"/>
              <a:gd name="T11" fmla="*/ 2147483646 h 164"/>
              <a:gd name="T12" fmla="*/ 2147483646 w 72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2" h="164">
                <a:moveTo>
                  <a:pt x="18" y="0"/>
                </a:moveTo>
                <a:lnTo>
                  <a:pt x="0" y="9"/>
                </a:lnTo>
                <a:lnTo>
                  <a:pt x="54" y="164"/>
                </a:lnTo>
                <a:lnTo>
                  <a:pt x="54" y="156"/>
                </a:lnTo>
                <a:lnTo>
                  <a:pt x="72" y="156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95" name="Freeform 38"/>
          <p:cNvSpPr>
            <a:spLocks/>
          </p:cNvSpPr>
          <p:nvPr/>
        </p:nvSpPr>
        <p:spPr bwMode="auto">
          <a:xfrm>
            <a:off x="8153400" y="2657475"/>
            <a:ext cx="85725" cy="233363"/>
          </a:xfrm>
          <a:custGeom>
            <a:avLst/>
            <a:gdLst>
              <a:gd name="T0" fmla="*/ 2147483646 w 54"/>
              <a:gd name="T1" fmla="*/ 0 h 147"/>
              <a:gd name="T2" fmla="*/ 0 w 54"/>
              <a:gd name="T3" fmla="*/ 0 h 147"/>
              <a:gd name="T4" fmla="*/ 2147483646 w 54"/>
              <a:gd name="T5" fmla="*/ 2147483646 h 147"/>
              <a:gd name="T6" fmla="*/ 2147483646 w 54"/>
              <a:gd name="T7" fmla="*/ 2147483646 h 147"/>
              <a:gd name="T8" fmla="*/ 2147483646 w 54"/>
              <a:gd name="T9" fmla="*/ 2147483646 h 147"/>
              <a:gd name="T10" fmla="*/ 2147483646 w 54"/>
              <a:gd name="T11" fmla="*/ 2147483646 h 147"/>
              <a:gd name="T12" fmla="*/ 2147483646 w 54"/>
              <a:gd name="T13" fmla="*/ 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4" h="147">
                <a:moveTo>
                  <a:pt x="18" y="0"/>
                </a:moveTo>
                <a:lnTo>
                  <a:pt x="0" y="0"/>
                </a:lnTo>
                <a:lnTo>
                  <a:pt x="36" y="147"/>
                </a:lnTo>
                <a:lnTo>
                  <a:pt x="5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96" name="Freeform 39"/>
          <p:cNvSpPr>
            <a:spLocks/>
          </p:cNvSpPr>
          <p:nvPr/>
        </p:nvSpPr>
        <p:spPr bwMode="auto">
          <a:xfrm>
            <a:off x="8210550" y="2890838"/>
            <a:ext cx="57150" cy="246062"/>
          </a:xfrm>
          <a:custGeom>
            <a:avLst/>
            <a:gdLst>
              <a:gd name="T0" fmla="*/ 2147483646 w 36"/>
              <a:gd name="T1" fmla="*/ 0 h 155"/>
              <a:gd name="T2" fmla="*/ 0 w 36"/>
              <a:gd name="T3" fmla="*/ 0 h 155"/>
              <a:gd name="T4" fmla="*/ 2147483646 w 36"/>
              <a:gd name="T5" fmla="*/ 2147483646 h 155"/>
              <a:gd name="T6" fmla="*/ 2147483646 w 36"/>
              <a:gd name="T7" fmla="*/ 2147483646 h 155"/>
              <a:gd name="T8" fmla="*/ 2147483646 w 36"/>
              <a:gd name="T9" fmla="*/ 2147483646 h 155"/>
              <a:gd name="T10" fmla="*/ 2147483646 w 36"/>
              <a:gd name="T11" fmla="*/ 2147483646 h 155"/>
              <a:gd name="T12" fmla="*/ 2147483646 w 36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6" h="155">
                <a:moveTo>
                  <a:pt x="18" y="0"/>
                </a:moveTo>
                <a:lnTo>
                  <a:pt x="0" y="0"/>
                </a:lnTo>
                <a:lnTo>
                  <a:pt x="18" y="155"/>
                </a:lnTo>
                <a:lnTo>
                  <a:pt x="36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97" name="Freeform 40"/>
          <p:cNvSpPr>
            <a:spLocks/>
          </p:cNvSpPr>
          <p:nvPr/>
        </p:nvSpPr>
        <p:spPr bwMode="auto">
          <a:xfrm>
            <a:off x="8196263" y="3136900"/>
            <a:ext cx="71437" cy="479425"/>
          </a:xfrm>
          <a:custGeom>
            <a:avLst/>
            <a:gdLst>
              <a:gd name="T0" fmla="*/ 2147483646 w 45"/>
              <a:gd name="T1" fmla="*/ 0 h 302"/>
              <a:gd name="T2" fmla="*/ 2147483646 w 45"/>
              <a:gd name="T3" fmla="*/ 0 h 302"/>
              <a:gd name="T4" fmla="*/ 0 w 45"/>
              <a:gd name="T5" fmla="*/ 2147483646 h 302"/>
              <a:gd name="T6" fmla="*/ 0 w 45"/>
              <a:gd name="T7" fmla="*/ 2147483646 h 302"/>
              <a:gd name="T8" fmla="*/ 2147483646 w 45"/>
              <a:gd name="T9" fmla="*/ 2147483646 h 302"/>
              <a:gd name="T10" fmla="*/ 2147483646 w 45"/>
              <a:gd name="T11" fmla="*/ 2147483646 h 302"/>
              <a:gd name="T12" fmla="*/ 2147483646 w 45"/>
              <a:gd name="T13" fmla="*/ 0 h 30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5" h="302">
                <a:moveTo>
                  <a:pt x="45" y="0"/>
                </a:moveTo>
                <a:lnTo>
                  <a:pt x="27" y="0"/>
                </a:lnTo>
                <a:lnTo>
                  <a:pt x="0" y="294"/>
                </a:lnTo>
                <a:lnTo>
                  <a:pt x="18" y="302"/>
                </a:lnTo>
                <a:lnTo>
                  <a:pt x="18" y="294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98" name="Freeform 41"/>
          <p:cNvSpPr>
            <a:spLocks/>
          </p:cNvSpPr>
          <p:nvPr/>
        </p:nvSpPr>
        <p:spPr bwMode="auto">
          <a:xfrm>
            <a:off x="8081963" y="3603625"/>
            <a:ext cx="142875" cy="427038"/>
          </a:xfrm>
          <a:custGeom>
            <a:avLst/>
            <a:gdLst>
              <a:gd name="T0" fmla="*/ 2147483646 w 90"/>
              <a:gd name="T1" fmla="*/ 2147483646 h 269"/>
              <a:gd name="T2" fmla="*/ 2147483646 w 90"/>
              <a:gd name="T3" fmla="*/ 0 h 269"/>
              <a:gd name="T4" fmla="*/ 0 w 90"/>
              <a:gd name="T5" fmla="*/ 2147483646 h 269"/>
              <a:gd name="T6" fmla="*/ 0 w 90"/>
              <a:gd name="T7" fmla="*/ 2147483646 h 269"/>
              <a:gd name="T8" fmla="*/ 2147483646 w 90"/>
              <a:gd name="T9" fmla="*/ 2147483646 h 269"/>
              <a:gd name="T10" fmla="*/ 2147483646 w 90"/>
              <a:gd name="T11" fmla="*/ 2147483646 h 269"/>
              <a:gd name="T12" fmla="*/ 2147483646 w 90"/>
              <a:gd name="T13" fmla="*/ 2147483646 h 26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0" h="269">
                <a:moveTo>
                  <a:pt x="90" y="8"/>
                </a:moveTo>
                <a:lnTo>
                  <a:pt x="72" y="0"/>
                </a:lnTo>
                <a:lnTo>
                  <a:pt x="0" y="261"/>
                </a:lnTo>
                <a:lnTo>
                  <a:pt x="18" y="269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99" name="Freeform 42"/>
          <p:cNvSpPr>
            <a:spLocks/>
          </p:cNvSpPr>
          <p:nvPr/>
        </p:nvSpPr>
        <p:spPr bwMode="auto">
          <a:xfrm>
            <a:off x="7896225" y="4017963"/>
            <a:ext cx="214313" cy="466725"/>
          </a:xfrm>
          <a:custGeom>
            <a:avLst/>
            <a:gdLst>
              <a:gd name="T0" fmla="*/ 2147483646 w 135"/>
              <a:gd name="T1" fmla="*/ 2147483646 h 294"/>
              <a:gd name="T2" fmla="*/ 2147483646 w 135"/>
              <a:gd name="T3" fmla="*/ 0 h 294"/>
              <a:gd name="T4" fmla="*/ 0 w 135"/>
              <a:gd name="T5" fmla="*/ 2147483646 h 294"/>
              <a:gd name="T6" fmla="*/ 0 w 135"/>
              <a:gd name="T7" fmla="*/ 2147483646 h 294"/>
              <a:gd name="T8" fmla="*/ 2147483646 w 135"/>
              <a:gd name="T9" fmla="*/ 2147483646 h 294"/>
              <a:gd name="T10" fmla="*/ 2147483646 w 135"/>
              <a:gd name="T11" fmla="*/ 2147483646 h 294"/>
              <a:gd name="T12" fmla="*/ 2147483646 w 135"/>
              <a:gd name="T13" fmla="*/ 2147483646 h 2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294">
                <a:moveTo>
                  <a:pt x="135" y="8"/>
                </a:moveTo>
                <a:lnTo>
                  <a:pt x="117" y="0"/>
                </a:lnTo>
                <a:lnTo>
                  <a:pt x="0" y="286"/>
                </a:lnTo>
                <a:lnTo>
                  <a:pt x="18" y="294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00" name="Freeform 43"/>
          <p:cNvSpPr>
            <a:spLocks/>
          </p:cNvSpPr>
          <p:nvPr/>
        </p:nvSpPr>
        <p:spPr bwMode="auto">
          <a:xfrm>
            <a:off x="7639050" y="4471988"/>
            <a:ext cx="285750" cy="454025"/>
          </a:xfrm>
          <a:custGeom>
            <a:avLst/>
            <a:gdLst>
              <a:gd name="T0" fmla="*/ 2147483646 w 180"/>
              <a:gd name="T1" fmla="*/ 2147483646 h 286"/>
              <a:gd name="T2" fmla="*/ 2147483646 w 180"/>
              <a:gd name="T3" fmla="*/ 0 h 286"/>
              <a:gd name="T4" fmla="*/ 0 w 180"/>
              <a:gd name="T5" fmla="*/ 2147483646 h 286"/>
              <a:gd name="T6" fmla="*/ 0 w 180"/>
              <a:gd name="T7" fmla="*/ 2147483646 h 286"/>
              <a:gd name="T8" fmla="*/ 2147483646 w 180"/>
              <a:gd name="T9" fmla="*/ 2147483646 h 286"/>
              <a:gd name="T10" fmla="*/ 2147483646 w 180"/>
              <a:gd name="T11" fmla="*/ 2147483646 h 286"/>
              <a:gd name="T12" fmla="*/ 2147483646 w 180"/>
              <a:gd name="T13" fmla="*/ 2147483646 h 2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0" h="286">
                <a:moveTo>
                  <a:pt x="180" y="8"/>
                </a:moveTo>
                <a:lnTo>
                  <a:pt x="162" y="0"/>
                </a:lnTo>
                <a:lnTo>
                  <a:pt x="0" y="278"/>
                </a:lnTo>
                <a:lnTo>
                  <a:pt x="18" y="286"/>
                </a:lnTo>
                <a:lnTo>
                  <a:pt x="18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01" name="Freeform 44"/>
          <p:cNvSpPr>
            <a:spLocks/>
          </p:cNvSpPr>
          <p:nvPr/>
        </p:nvSpPr>
        <p:spPr bwMode="auto">
          <a:xfrm>
            <a:off x="7481888" y="4913313"/>
            <a:ext cx="185737" cy="220662"/>
          </a:xfrm>
          <a:custGeom>
            <a:avLst/>
            <a:gdLst>
              <a:gd name="T0" fmla="*/ 2147483646 w 117"/>
              <a:gd name="T1" fmla="*/ 2147483646 h 139"/>
              <a:gd name="T2" fmla="*/ 2147483646 w 117"/>
              <a:gd name="T3" fmla="*/ 0 h 139"/>
              <a:gd name="T4" fmla="*/ 0 w 117"/>
              <a:gd name="T5" fmla="*/ 2147483646 h 139"/>
              <a:gd name="T6" fmla="*/ 0 w 117"/>
              <a:gd name="T7" fmla="*/ 2147483646 h 139"/>
              <a:gd name="T8" fmla="*/ 2147483646 w 117"/>
              <a:gd name="T9" fmla="*/ 2147483646 h 139"/>
              <a:gd name="T10" fmla="*/ 2147483646 w 117"/>
              <a:gd name="T11" fmla="*/ 2147483646 h 139"/>
              <a:gd name="T12" fmla="*/ 2147483646 w 117"/>
              <a:gd name="T13" fmla="*/ 2147483646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7" h="139">
                <a:moveTo>
                  <a:pt x="117" y="8"/>
                </a:moveTo>
                <a:lnTo>
                  <a:pt x="99" y="0"/>
                </a:lnTo>
                <a:lnTo>
                  <a:pt x="0" y="131"/>
                </a:lnTo>
                <a:lnTo>
                  <a:pt x="18" y="139"/>
                </a:lnTo>
                <a:lnTo>
                  <a:pt x="117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02" name="Freeform 45"/>
          <p:cNvSpPr>
            <a:spLocks/>
          </p:cNvSpPr>
          <p:nvPr/>
        </p:nvSpPr>
        <p:spPr bwMode="auto">
          <a:xfrm>
            <a:off x="7296150" y="5121275"/>
            <a:ext cx="214313" cy="206375"/>
          </a:xfrm>
          <a:custGeom>
            <a:avLst/>
            <a:gdLst>
              <a:gd name="T0" fmla="*/ 2147483646 w 135"/>
              <a:gd name="T1" fmla="*/ 2147483646 h 130"/>
              <a:gd name="T2" fmla="*/ 2147483646 w 135"/>
              <a:gd name="T3" fmla="*/ 0 h 130"/>
              <a:gd name="T4" fmla="*/ 0 w 135"/>
              <a:gd name="T5" fmla="*/ 2147483646 h 130"/>
              <a:gd name="T6" fmla="*/ 2147483646 w 135"/>
              <a:gd name="T7" fmla="*/ 2147483646 h 130"/>
              <a:gd name="T8" fmla="*/ 2147483646 w 135"/>
              <a:gd name="T9" fmla="*/ 2147483646 h 1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5" h="130">
                <a:moveTo>
                  <a:pt x="135" y="8"/>
                </a:moveTo>
                <a:lnTo>
                  <a:pt x="117" y="0"/>
                </a:lnTo>
                <a:lnTo>
                  <a:pt x="0" y="122"/>
                </a:lnTo>
                <a:lnTo>
                  <a:pt x="18" y="130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03" name="Freeform 46"/>
          <p:cNvSpPr>
            <a:spLocks/>
          </p:cNvSpPr>
          <p:nvPr/>
        </p:nvSpPr>
        <p:spPr bwMode="auto">
          <a:xfrm>
            <a:off x="1509713" y="3162300"/>
            <a:ext cx="28575" cy="26988"/>
          </a:xfrm>
          <a:custGeom>
            <a:avLst/>
            <a:gdLst>
              <a:gd name="T0" fmla="*/ 2147483646 w 18"/>
              <a:gd name="T1" fmla="*/ 2147483646 h 17"/>
              <a:gd name="T2" fmla="*/ 2147483646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0 h 17"/>
              <a:gd name="T10" fmla="*/ 2147483646 w 18"/>
              <a:gd name="T11" fmla="*/ 0 h 17"/>
              <a:gd name="T12" fmla="*/ 0 w 18"/>
              <a:gd name="T13" fmla="*/ 2147483646 h 17"/>
              <a:gd name="T14" fmla="*/ 0 w 18"/>
              <a:gd name="T15" fmla="*/ 2147483646 h 17"/>
              <a:gd name="T16" fmla="*/ 2147483646 w 18"/>
              <a:gd name="T17" fmla="*/ 2147483646 h 17"/>
              <a:gd name="T18" fmla="*/ 2147483646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7">
                <a:moveTo>
                  <a:pt x="9" y="17"/>
                </a:moveTo>
                <a:lnTo>
                  <a:pt x="9" y="17"/>
                </a:lnTo>
                <a:lnTo>
                  <a:pt x="18" y="17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0" y="17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04" name="Freeform 47"/>
          <p:cNvSpPr>
            <a:spLocks/>
          </p:cNvSpPr>
          <p:nvPr/>
        </p:nvSpPr>
        <p:spPr bwMode="auto">
          <a:xfrm>
            <a:off x="1409700" y="3162300"/>
            <a:ext cx="171450" cy="195263"/>
          </a:xfrm>
          <a:custGeom>
            <a:avLst/>
            <a:gdLst>
              <a:gd name="T0" fmla="*/ 2147483646 w 108"/>
              <a:gd name="T1" fmla="*/ 2147483646 h 123"/>
              <a:gd name="T2" fmla="*/ 2147483646 w 108"/>
              <a:gd name="T3" fmla="*/ 2147483646 h 123"/>
              <a:gd name="T4" fmla="*/ 0 w 108"/>
              <a:gd name="T5" fmla="*/ 2147483646 h 123"/>
              <a:gd name="T6" fmla="*/ 2147483646 w 108"/>
              <a:gd name="T7" fmla="*/ 0 h 123"/>
              <a:gd name="T8" fmla="*/ 2147483646 w 108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05" name="Freeform 48"/>
          <p:cNvSpPr>
            <a:spLocks/>
          </p:cNvSpPr>
          <p:nvPr/>
        </p:nvSpPr>
        <p:spPr bwMode="auto">
          <a:xfrm>
            <a:off x="1409700" y="3162300"/>
            <a:ext cx="171450" cy="195263"/>
          </a:xfrm>
          <a:custGeom>
            <a:avLst/>
            <a:gdLst>
              <a:gd name="T0" fmla="*/ 2147483646 w 108"/>
              <a:gd name="T1" fmla="*/ 2147483646 h 123"/>
              <a:gd name="T2" fmla="*/ 2147483646 w 108"/>
              <a:gd name="T3" fmla="*/ 2147483646 h 123"/>
              <a:gd name="T4" fmla="*/ 0 w 108"/>
              <a:gd name="T5" fmla="*/ 2147483646 h 123"/>
              <a:gd name="T6" fmla="*/ 2147483646 w 108"/>
              <a:gd name="T7" fmla="*/ 0 h 123"/>
              <a:gd name="T8" fmla="*/ 2147483646 w 108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06" name="Freeform 49"/>
          <p:cNvSpPr>
            <a:spLocks/>
          </p:cNvSpPr>
          <p:nvPr/>
        </p:nvSpPr>
        <p:spPr bwMode="auto">
          <a:xfrm>
            <a:off x="6753225" y="2514600"/>
            <a:ext cx="285750" cy="311150"/>
          </a:xfrm>
          <a:custGeom>
            <a:avLst/>
            <a:gdLst>
              <a:gd name="T0" fmla="*/ 2147483646 w 180"/>
              <a:gd name="T1" fmla="*/ 2147483646 h 196"/>
              <a:gd name="T2" fmla="*/ 2147483646 w 180"/>
              <a:gd name="T3" fmla="*/ 2147483646 h 196"/>
              <a:gd name="T4" fmla="*/ 2147483646 w 180"/>
              <a:gd name="T5" fmla="*/ 0 h 196"/>
              <a:gd name="T6" fmla="*/ 2147483646 w 180"/>
              <a:gd name="T7" fmla="*/ 0 h 196"/>
              <a:gd name="T8" fmla="*/ 0 w 180"/>
              <a:gd name="T9" fmla="*/ 2147483646 h 196"/>
              <a:gd name="T10" fmla="*/ 0 w 180"/>
              <a:gd name="T11" fmla="*/ 2147483646 h 196"/>
              <a:gd name="T12" fmla="*/ 2147483646 w 180"/>
              <a:gd name="T13" fmla="*/ 2147483646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0" h="196">
                <a:moveTo>
                  <a:pt x="162" y="196"/>
                </a:moveTo>
                <a:lnTo>
                  <a:pt x="180" y="188"/>
                </a:lnTo>
                <a:lnTo>
                  <a:pt x="18" y="0"/>
                </a:lnTo>
                <a:lnTo>
                  <a:pt x="0" y="8"/>
                </a:lnTo>
                <a:lnTo>
                  <a:pt x="162" y="19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07" name="Freeform 50"/>
          <p:cNvSpPr>
            <a:spLocks/>
          </p:cNvSpPr>
          <p:nvPr/>
        </p:nvSpPr>
        <p:spPr bwMode="auto">
          <a:xfrm>
            <a:off x="6467475" y="2228850"/>
            <a:ext cx="314325" cy="298450"/>
          </a:xfrm>
          <a:custGeom>
            <a:avLst/>
            <a:gdLst>
              <a:gd name="T0" fmla="*/ 2147483646 w 198"/>
              <a:gd name="T1" fmla="*/ 2147483646 h 188"/>
              <a:gd name="T2" fmla="*/ 2147483646 w 198"/>
              <a:gd name="T3" fmla="*/ 2147483646 h 188"/>
              <a:gd name="T4" fmla="*/ 2147483646 w 198"/>
              <a:gd name="T5" fmla="*/ 2147483646 h 188"/>
              <a:gd name="T6" fmla="*/ 2147483646 w 198"/>
              <a:gd name="T7" fmla="*/ 0 h 188"/>
              <a:gd name="T8" fmla="*/ 2147483646 w 198"/>
              <a:gd name="T9" fmla="*/ 2147483646 h 188"/>
              <a:gd name="T10" fmla="*/ 0 w 198"/>
              <a:gd name="T11" fmla="*/ 2147483646 h 188"/>
              <a:gd name="T12" fmla="*/ 2147483646 w 198"/>
              <a:gd name="T13" fmla="*/ 2147483646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8" h="188">
                <a:moveTo>
                  <a:pt x="180" y="188"/>
                </a:moveTo>
                <a:lnTo>
                  <a:pt x="198" y="180"/>
                </a:lnTo>
                <a:lnTo>
                  <a:pt x="18" y="8"/>
                </a:lnTo>
                <a:lnTo>
                  <a:pt x="18" y="0"/>
                </a:lnTo>
                <a:lnTo>
                  <a:pt x="9" y="16"/>
                </a:lnTo>
                <a:lnTo>
                  <a:pt x="0" y="16"/>
                </a:lnTo>
                <a:lnTo>
                  <a:pt x="18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08" name="Freeform 51"/>
          <p:cNvSpPr>
            <a:spLocks/>
          </p:cNvSpPr>
          <p:nvPr/>
        </p:nvSpPr>
        <p:spPr bwMode="auto">
          <a:xfrm>
            <a:off x="6153150" y="2020888"/>
            <a:ext cx="342900" cy="233362"/>
          </a:xfrm>
          <a:custGeom>
            <a:avLst/>
            <a:gdLst>
              <a:gd name="T0" fmla="*/ 2147483646 w 216"/>
              <a:gd name="T1" fmla="*/ 2147483646 h 147"/>
              <a:gd name="T2" fmla="*/ 2147483646 w 216"/>
              <a:gd name="T3" fmla="*/ 2147483646 h 147"/>
              <a:gd name="T4" fmla="*/ 2147483646 w 216"/>
              <a:gd name="T5" fmla="*/ 0 h 147"/>
              <a:gd name="T6" fmla="*/ 2147483646 w 216"/>
              <a:gd name="T7" fmla="*/ 0 h 147"/>
              <a:gd name="T8" fmla="*/ 0 w 216"/>
              <a:gd name="T9" fmla="*/ 2147483646 h 147"/>
              <a:gd name="T10" fmla="*/ 0 w 216"/>
              <a:gd name="T11" fmla="*/ 2147483646 h 147"/>
              <a:gd name="T12" fmla="*/ 2147483646 w 216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147">
                <a:moveTo>
                  <a:pt x="207" y="147"/>
                </a:moveTo>
                <a:lnTo>
                  <a:pt x="216" y="131"/>
                </a:lnTo>
                <a:lnTo>
                  <a:pt x="9" y="0"/>
                </a:lnTo>
                <a:lnTo>
                  <a:pt x="0" y="17"/>
                </a:lnTo>
                <a:lnTo>
                  <a:pt x="207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09" name="Freeform 52"/>
          <p:cNvSpPr>
            <a:spLocks/>
          </p:cNvSpPr>
          <p:nvPr/>
        </p:nvSpPr>
        <p:spPr bwMode="auto">
          <a:xfrm>
            <a:off x="5810250" y="1839913"/>
            <a:ext cx="357188" cy="207962"/>
          </a:xfrm>
          <a:custGeom>
            <a:avLst/>
            <a:gdLst>
              <a:gd name="T0" fmla="*/ 2147483646 w 225"/>
              <a:gd name="T1" fmla="*/ 2147483646 h 131"/>
              <a:gd name="T2" fmla="*/ 2147483646 w 225"/>
              <a:gd name="T3" fmla="*/ 2147483646 h 131"/>
              <a:gd name="T4" fmla="*/ 2147483646 w 225"/>
              <a:gd name="T5" fmla="*/ 0 h 131"/>
              <a:gd name="T6" fmla="*/ 2147483646 w 225"/>
              <a:gd name="T7" fmla="*/ 0 h 131"/>
              <a:gd name="T8" fmla="*/ 0 w 225"/>
              <a:gd name="T9" fmla="*/ 2147483646 h 131"/>
              <a:gd name="T10" fmla="*/ 0 w 225"/>
              <a:gd name="T11" fmla="*/ 2147483646 h 131"/>
              <a:gd name="T12" fmla="*/ 2147483646 w 225"/>
              <a:gd name="T13" fmla="*/ 2147483646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131">
                <a:moveTo>
                  <a:pt x="216" y="131"/>
                </a:moveTo>
                <a:lnTo>
                  <a:pt x="225" y="114"/>
                </a:lnTo>
                <a:lnTo>
                  <a:pt x="9" y="0"/>
                </a:lnTo>
                <a:lnTo>
                  <a:pt x="0" y="16"/>
                </a:lnTo>
                <a:lnTo>
                  <a:pt x="216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10" name="Freeform 53"/>
          <p:cNvSpPr>
            <a:spLocks/>
          </p:cNvSpPr>
          <p:nvPr/>
        </p:nvSpPr>
        <p:spPr bwMode="auto">
          <a:xfrm>
            <a:off x="5424488" y="1724025"/>
            <a:ext cx="400050" cy="141288"/>
          </a:xfrm>
          <a:custGeom>
            <a:avLst/>
            <a:gdLst>
              <a:gd name="T0" fmla="*/ 2147483646 w 252"/>
              <a:gd name="T1" fmla="*/ 2147483646 h 89"/>
              <a:gd name="T2" fmla="*/ 2147483646 w 252"/>
              <a:gd name="T3" fmla="*/ 2147483646 h 89"/>
              <a:gd name="T4" fmla="*/ 2147483646 w 252"/>
              <a:gd name="T5" fmla="*/ 0 h 89"/>
              <a:gd name="T6" fmla="*/ 0 w 252"/>
              <a:gd name="T7" fmla="*/ 0 h 89"/>
              <a:gd name="T8" fmla="*/ 0 w 252"/>
              <a:gd name="T9" fmla="*/ 2147483646 h 89"/>
              <a:gd name="T10" fmla="*/ 0 w 252"/>
              <a:gd name="T11" fmla="*/ 2147483646 h 89"/>
              <a:gd name="T12" fmla="*/ 2147483646 w 252"/>
              <a:gd name="T13" fmla="*/ 2147483646 h 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2" h="89">
                <a:moveTo>
                  <a:pt x="243" y="89"/>
                </a:moveTo>
                <a:lnTo>
                  <a:pt x="252" y="73"/>
                </a:lnTo>
                <a:lnTo>
                  <a:pt x="9" y="0"/>
                </a:lnTo>
                <a:lnTo>
                  <a:pt x="0" y="0"/>
                </a:lnTo>
                <a:lnTo>
                  <a:pt x="0" y="16"/>
                </a:lnTo>
                <a:lnTo>
                  <a:pt x="243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11" name="Freeform 54"/>
          <p:cNvSpPr>
            <a:spLocks/>
          </p:cNvSpPr>
          <p:nvPr/>
        </p:nvSpPr>
        <p:spPr bwMode="auto">
          <a:xfrm>
            <a:off x="5010150" y="1646238"/>
            <a:ext cx="414338" cy="103187"/>
          </a:xfrm>
          <a:custGeom>
            <a:avLst/>
            <a:gdLst>
              <a:gd name="T0" fmla="*/ 2147483646 w 261"/>
              <a:gd name="T1" fmla="*/ 2147483646 h 65"/>
              <a:gd name="T2" fmla="*/ 2147483646 w 261"/>
              <a:gd name="T3" fmla="*/ 2147483646 h 65"/>
              <a:gd name="T4" fmla="*/ 0 w 261"/>
              <a:gd name="T5" fmla="*/ 0 h 65"/>
              <a:gd name="T6" fmla="*/ 0 w 261"/>
              <a:gd name="T7" fmla="*/ 0 h 65"/>
              <a:gd name="T8" fmla="*/ 0 w 261"/>
              <a:gd name="T9" fmla="*/ 2147483646 h 65"/>
              <a:gd name="T10" fmla="*/ 0 w 261"/>
              <a:gd name="T11" fmla="*/ 2147483646 h 65"/>
              <a:gd name="T12" fmla="*/ 2147483646 w 261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61" h="65">
                <a:moveTo>
                  <a:pt x="261" y="65"/>
                </a:moveTo>
                <a:lnTo>
                  <a:pt x="261" y="49"/>
                </a:lnTo>
                <a:lnTo>
                  <a:pt x="0" y="0"/>
                </a:lnTo>
                <a:lnTo>
                  <a:pt x="0" y="16"/>
                </a:lnTo>
                <a:lnTo>
                  <a:pt x="261" y="6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12" name="Freeform 55"/>
          <p:cNvSpPr>
            <a:spLocks/>
          </p:cNvSpPr>
          <p:nvPr/>
        </p:nvSpPr>
        <p:spPr bwMode="auto">
          <a:xfrm>
            <a:off x="4567238" y="1631950"/>
            <a:ext cx="442912" cy="39688"/>
          </a:xfrm>
          <a:custGeom>
            <a:avLst/>
            <a:gdLst>
              <a:gd name="T0" fmla="*/ 2147483646 w 279"/>
              <a:gd name="T1" fmla="*/ 2147483646 h 25"/>
              <a:gd name="T2" fmla="*/ 2147483646 w 279"/>
              <a:gd name="T3" fmla="*/ 2147483646 h 25"/>
              <a:gd name="T4" fmla="*/ 0 w 279"/>
              <a:gd name="T5" fmla="*/ 0 h 25"/>
              <a:gd name="T6" fmla="*/ 0 w 279"/>
              <a:gd name="T7" fmla="*/ 0 h 25"/>
              <a:gd name="T8" fmla="*/ 0 w 279"/>
              <a:gd name="T9" fmla="*/ 2147483646 h 25"/>
              <a:gd name="T10" fmla="*/ 0 w 279"/>
              <a:gd name="T11" fmla="*/ 2147483646 h 25"/>
              <a:gd name="T12" fmla="*/ 2147483646 w 279"/>
              <a:gd name="T13" fmla="*/ 2147483646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9" h="25">
                <a:moveTo>
                  <a:pt x="279" y="25"/>
                </a:moveTo>
                <a:lnTo>
                  <a:pt x="279" y="9"/>
                </a:lnTo>
                <a:lnTo>
                  <a:pt x="0" y="0"/>
                </a:lnTo>
                <a:lnTo>
                  <a:pt x="0" y="17"/>
                </a:lnTo>
                <a:lnTo>
                  <a:pt x="279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13" name="Freeform 56"/>
          <p:cNvSpPr>
            <a:spLocks/>
          </p:cNvSpPr>
          <p:nvPr/>
        </p:nvSpPr>
        <p:spPr bwMode="auto">
          <a:xfrm>
            <a:off x="4110038" y="1631950"/>
            <a:ext cx="457200" cy="65088"/>
          </a:xfrm>
          <a:custGeom>
            <a:avLst/>
            <a:gdLst>
              <a:gd name="T0" fmla="*/ 2147483646 w 288"/>
              <a:gd name="T1" fmla="*/ 2147483646 h 41"/>
              <a:gd name="T2" fmla="*/ 2147483646 w 288"/>
              <a:gd name="T3" fmla="*/ 0 h 41"/>
              <a:gd name="T4" fmla="*/ 0 w 288"/>
              <a:gd name="T5" fmla="*/ 2147483646 h 41"/>
              <a:gd name="T6" fmla="*/ 0 w 288"/>
              <a:gd name="T7" fmla="*/ 2147483646 h 41"/>
              <a:gd name="T8" fmla="*/ 0 w 288"/>
              <a:gd name="T9" fmla="*/ 2147483646 h 41"/>
              <a:gd name="T10" fmla="*/ 0 w 288"/>
              <a:gd name="T11" fmla="*/ 2147483646 h 41"/>
              <a:gd name="T12" fmla="*/ 2147483646 w 288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88" h="41">
                <a:moveTo>
                  <a:pt x="288" y="17"/>
                </a:moveTo>
                <a:lnTo>
                  <a:pt x="288" y="0"/>
                </a:lnTo>
                <a:lnTo>
                  <a:pt x="0" y="25"/>
                </a:lnTo>
                <a:lnTo>
                  <a:pt x="0" y="41"/>
                </a:lnTo>
                <a:lnTo>
                  <a:pt x="288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14" name="Freeform 57"/>
          <p:cNvSpPr>
            <a:spLocks/>
          </p:cNvSpPr>
          <p:nvPr/>
        </p:nvSpPr>
        <p:spPr bwMode="auto">
          <a:xfrm>
            <a:off x="3638550" y="1671638"/>
            <a:ext cx="471488" cy="103187"/>
          </a:xfrm>
          <a:custGeom>
            <a:avLst/>
            <a:gdLst>
              <a:gd name="T0" fmla="*/ 2147483646 w 297"/>
              <a:gd name="T1" fmla="*/ 2147483646 h 65"/>
              <a:gd name="T2" fmla="*/ 2147483646 w 297"/>
              <a:gd name="T3" fmla="*/ 0 h 65"/>
              <a:gd name="T4" fmla="*/ 0 w 297"/>
              <a:gd name="T5" fmla="*/ 2147483646 h 65"/>
              <a:gd name="T6" fmla="*/ 0 w 297"/>
              <a:gd name="T7" fmla="*/ 2147483646 h 65"/>
              <a:gd name="T8" fmla="*/ 2147483646 w 297"/>
              <a:gd name="T9" fmla="*/ 2147483646 h 65"/>
              <a:gd name="T10" fmla="*/ 0 w 297"/>
              <a:gd name="T11" fmla="*/ 2147483646 h 65"/>
              <a:gd name="T12" fmla="*/ 2147483646 w 297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97" h="65">
                <a:moveTo>
                  <a:pt x="297" y="16"/>
                </a:moveTo>
                <a:lnTo>
                  <a:pt x="297" y="0"/>
                </a:lnTo>
                <a:lnTo>
                  <a:pt x="0" y="49"/>
                </a:lnTo>
                <a:lnTo>
                  <a:pt x="9" y="65"/>
                </a:lnTo>
                <a:lnTo>
                  <a:pt x="0" y="65"/>
                </a:lnTo>
                <a:lnTo>
                  <a:pt x="297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15" name="Freeform 58"/>
          <p:cNvSpPr>
            <a:spLocks/>
          </p:cNvSpPr>
          <p:nvPr/>
        </p:nvSpPr>
        <p:spPr bwMode="auto">
          <a:xfrm>
            <a:off x="3224213" y="1749425"/>
            <a:ext cx="428625" cy="130175"/>
          </a:xfrm>
          <a:custGeom>
            <a:avLst/>
            <a:gdLst>
              <a:gd name="T0" fmla="*/ 2147483646 w 270"/>
              <a:gd name="T1" fmla="*/ 2147483646 h 82"/>
              <a:gd name="T2" fmla="*/ 2147483646 w 270"/>
              <a:gd name="T3" fmla="*/ 0 h 82"/>
              <a:gd name="T4" fmla="*/ 0 w 270"/>
              <a:gd name="T5" fmla="*/ 2147483646 h 82"/>
              <a:gd name="T6" fmla="*/ 0 w 270"/>
              <a:gd name="T7" fmla="*/ 2147483646 h 82"/>
              <a:gd name="T8" fmla="*/ 2147483646 w 270"/>
              <a:gd name="T9" fmla="*/ 2147483646 h 82"/>
              <a:gd name="T10" fmla="*/ 2147483646 w 270"/>
              <a:gd name="T11" fmla="*/ 2147483646 h 82"/>
              <a:gd name="T12" fmla="*/ 2147483646 w 270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0" h="82">
                <a:moveTo>
                  <a:pt x="270" y="16"/>
                </a:moveTo>
                <a:lnTo>
                  <a:pt x="261" y="0"/>
                </a:lnTo>
                <a:lnTo>
                  <a:pt x="0" y="65"/>
                </a:lnTo>
                <a:lnTo>
                  <a:pt x="9" y="82"/>
                </a:lnTo>
                <a:lnTo>
                  <a:pt x="27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16" name="Freeform 59"/>
          <p:cNvSpPr>
            <a:spLocks/>
          </p:cNvSpPr>
          <p:nvPr/>
        </p:nvSpPr>
        <p:spPr bwMode="auto">
          <a:xfrm>
            <a:off x="2852738" y="1852613"/>
            <a:ext cx="385762" cy="168275"/>
          </a:xfrm>
          <a:custGeom>
            <a:avLst/>
            <a:gdLst>
              <a:gd name="T0" fmla="*/ 2147483646 w 243"/>
              <a:gd name="T1" fmla="*/ 2147483646 h 106"/>
              <a:gd name="T2" fmla="*/ 2147483646 w 243"/>
              <a:gd name="T3" fmla="*/ 0 h 106"/>
              <a:gd name="T4" fmla="*/ 0 w 243"/>
              <a:gd name="T5" fmla="*/ 2147483646 h 106"/>
              <a:gd name="T6" fmla="*/ 0 w 243"/>
              <a:gd name="T7" fmla="*/ 2147483646 h 106"/>
              <a:gd name="T8" fmla="*/ 2147483646 w 243"/>
              <a:gd name="T9" fmla="*/ 2147483646 h 106"/>
              <a:gd name="T10" fmla="*/ 2147483646 w 243"/>
              <a:gd name="T11" fmla="*/ 2147483646 h 106"/>
              <a:gd name="T12" fmla="*/ 2147483646 w 243"/>
              <a:gd name="T13" fmla="*/ 2147483646 h 1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" h="106">
                <a:moveTo>
                  <a:pt x="243" y="17"/>
                </a:moveTo>
                <a:lnTo>
                  <a:pt x="234" y="0"/>
                </a:lnTo>
                <a:lnTo>
                  <a:pt x="0" y="90"/>
                </a:lnTo>
                <a:lnTo>
                  <a:pt x="9" y="106"/>
                </a:lnTo>
                <a:lnTo>
                  <a:pt x="243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17" name="Freeform 60"/>
          <p:cNvSpPr>
            <a:spLocks/>
          </p:cNvSpPr>
          <p:nvPr/>
        </p:nvSpPr>
        <p:spPr bwMode="auto">
          <a:xfrm>
            <a:off x="2524125" y="1995488"/>
            <a:ext cx="342900" cy="195262"/>
          </a:xfrm>
          <a:custGeom>
            <a:avLst/>
            <a:gdLst>
              <a:gd name="T0" fmla="*/ 2147483646 w 216"/>
              <a:gd name="T1" fmla="*/ 2147483646 h 123"/>
              <a:gd name="T2" fmla="*/ 2147483646 w 216"/>
              <a:gd name="T3" fmla="*/ 0 h 123"/>
              <a:gd name="T4" fmla="*/ 0 w 216"/>
              <a:gd name="T5" fmla="*/ 2147483646 h 123"/>
              <a:gd name="T6" fmla="*/ 0 w 216"/>
              <a:gd name="T7" fmla="*/ 2147483646 h 123"/>
              <a:gd name="T8" fmla="*/ 2147483646 w 216"/>
              <a:gd name="T9" fmla="*/ 2147483646 h 123"/>
              <a:gd name="T10" fmla="*/ 2147483646 w 216"/>
              <a:gd name="T11" fmla="*/ 2147483646 h 123"/>
              <a:gd name="T12" fmla="*/ 2147483646 w 216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123">
                <a:moveTo>
                  <a:pt x="216" y="16"/>
                </a:moveTo>
                <a:lnTo>
                  <a:pt x="207" y="0"/>
                </a:lnTo>
                <a:lnTo>
                  <a:pt x="0" y="106"/>
                </a:lnTo>
                <a:lnTo>
                  <a:pt x="9" y="123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18" name="Freeform 61"/>
          <p:cNvSpPr>
            <a:spLocks/>
          </p:cNvSpPr>
          <p:nvPr/>
        </p:nvSpPr>
        <p:spPr bwMode="auto">
          <a:xfrm>
            <a:off x="2238375" y="2163763"/>
            <a:ext cx="300038" cy="233362"/>
          </a:xfrm>
          <a:custGeom>
            <a:avLst/>
            <a:gdLst>
              <a:gd name="T0" fmla="*/ 2147483646 w 189"/>
              <a:gd name="T1" fmla="*/ 2147483646 h 147"/>
              <a:gd name="T2" fmla="*/ 2147483646 w 189"/>
              <a:gd name="T3" fmla="*/ 0 h 147"/>
              <a:gd name="T4" fmla="*/ 0 w 189"/>
              <a:gd name="T5" fmla="*/ 2147483646 h 147"/>
              <a:gd name="T6" fmla="*/ 0 w 189"/>
              <a:gd name="T7" fmla="*/ 2147483646 h 147"/>
              <a:gd name="T8" fmla="*/ 2147483646 w 189"/>
              <a:gd name="T9" fmla="*/ 2147483646 h 147"/>
              <a:gd name="T10" fmla="*/ 2147483646 w 189"/>
              <a:gd name="T11" fmla="*/ 2147483646 h 147"/>
              <a:gd name="T12" fmla="*/ 2147483646 w 189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47">
                <a:moveTo>
                  <a:pt x="189" y="17"/>
                </a:moveTo>
                <a:lnTo>
                  <a:pt x="180" y="0"/>
                </a:lnTo>
                <a:lnTo>
                  <a:pt x="0" y="131"/>
                </a:lnTo>
                <a:lnTo>
                  <a:pt x="9" y="147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19" name="Freeform 62"/>
          <p:cNvSpPr>
            <a:spLocks/>
          </p:cNvSpPr>
          <p:nvPr/>
        </p:nvSpPr>
        <p:spPr bwMode="auto">
          <a:xfrm>
            <a:off x="1952625" y="2371725"/>
            <a:ext cx="300038" cy="258763"/>
          </a:xfrm>
          <a:custGeom>
            <a:avLst/>
            <a:gdLst>
              <a:gd name="T0" fmla="*/ 2147483646 w 189"/>
              <a:gd name="T1" fmla="*/ 2147483646 h 163"/>
              <a:gd name="T2" fmla="*/ 2147483646 w 189"/>
              <a:gd name="T3" fmla="*/ 0 h 163"/>
              <a:gd name="T4" fmla="*/ 2147483646 w 189"/>
              <a:gd name="T5" fmla="*/ 2147483646 h 163"/>
              <a:gd name="T6" fmla="*/ 0 w 189"/>
              <a:gd name="T7" fmla="*/ 2147483646 h 163"/>
              <a:gd name="T8" fmla="*/ 2147483646 w 189"/>
              <a:gd name="T9" fmla="*/ 2147483646 h 163"/>
              <a:gd name="T10" fmla="*/ 2147483646 w 189"/>
              <a:gd name="T11" fmla="*/ 2147483646 h 163"/>
              <a:gd name="T12" fmla="*/ 2147483646 w 189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9" y="147"/>
                </a:lnTo>
                <a:lnTo>
                  <a:pt x="0" y="155"/>
                </a:lnTo>
                <a:lnTo>
                  <a:pt x="18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20" name="Freeform 63"/>
          <p:cNvSpPr>
            <a:spLocks/>
          </p:cNvSpPr>
          <p:nvPr/>
        </p:nvSpPr>
        <p:spPr bwMode="auto">
          <a:xfrm>
            <a:off x="1724025" y="2617788"/>
            <a:ext cx="257175" cy="273050"/>
          </a:xfrm>
          <a:custGeom>
            <a:avLst/>
            <a:gdLst>
              <a:gd name="T0" fmla="*/ 2147483646 w 162"/>
              <a:gd name="T1" fmla="*/ 2147483646 h 172"/>
              <a:gd name="T2" fmla="*/ 2147483646 w 162"/>
              <a:gd name="T3" fmla="*/ 0 h 172"/>
              <a:gd name="T4" fmla="*/ 0 w 162"/>
              <a:gd name="T5" fmla="*/ 2147483646 h 172"/>
              <a:gd name="T6" fmla="*/ 0 w 162"/>
              <a:gd name="T7" fmla="*/ 2147483646 h 172"/>
              <a:gd name="T8" fmla="*/ 2147483646 w 162"/>
              <a:gd name="T9" fmla="*/ 2147483646 h 172"/>
              <a:gd name="T10" fmla="*/ 2147483646 w 162"/>
              <a:gd name="T11" fmla="*/ 2147483646 h 172"/>
              <a:gd name="T12" fmla="*/ 2147483646 w 162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3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21" name="Freeform 64"/>
          <p:cNvSpPr>
            <a:spLocks/>
          </p:cNvSpPr>
          <p:nvPr/>
        </p:nvSpPr>
        <p:spPr bwMode="auto">
          <a:xfrm>
            <a:off x="1509713" y="2876550"/>
            <a:ext cx="242887" cy="312738"/>
          </a:xfrm>
          <a:custGeom>
            <a:avLst/>
            <a:gdLst>
              <a:gd name="T0" fmla="*/ 2147483646 w 153"/>
              <a:gd name="T1" fmla="*/ 2147483646 h 197"/>
              <a:gd name="T2" fmla="*/ 2147483646 w 153"/>
              <a:gd name="T3" fmla="*/ 0 h 197"/>
              <a:gd name="T4" fmla="*/ 0 w 153"/>
              <a:gd name="T5" fmla="*/ 2147483646 h 197"/>
              <a:gd name="T6" fmla="*/ 2147483646 w 153"/>
              <a:gd name="T7" fmla="*/ 2147483646 h 197"/>
              <a:gd name="T8" fmla="*/ 2147483646 w 153"/>
              <a:gd name="T9" fmla="*/ 2147483646 h 1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3" h="197">
                <a:moveTo>
                  <a:pt x="153" y="9"/>
                </a:moveTo>
                <a:lnTo>
                  <a:pt x="135" y="0"/>
                </a:lnTo>
                <a:lnTo>
                  <a:pt x="0" y="188"/>
                </a:lnTo>
                <a:lnTo>
                  <a:pt x="18" y="197"/>
                </a:lnTo>
                <a:lnTo>
                  <a:pt x="153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22" name="Freeform 65"/>
          <p:cNvSpPr>
            <a:spLocks/>
          </p:cNvSpPr>
          <p:nvPr/>
        </p:nvSpPr>
        <p:spPr bwMode="auto">
          <a:xfrm>
            <a:off x="7539038" y="2138363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2147483646 w 18"/>
              <a:gd name="T3" fmla="*/ 0 h 16"/>
              <a:gd name="T4" fmla="*/ 0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2147483646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9" y="0"/>
                </a:moveTo>
                <a:lnTo>
                  <a:pt x="9" y="0"/>
                </a:ln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23" name="Freeform 66"/>
          <p:cNvSpPr>
            <a:spLocks/>
          </p:cNvSpPr>
          <p:nvPr/>
        </p:nvSpPr>
        <p:spPr bwMode="auto">
          <a:xfrm>
            <a:off x="7496175" y="1943100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24" name="Freeform 67"/>
          <p:cNvSpPr>
            <a:spLocks/>
          </p:cNvSpPr>
          <p:nvPr/>
        </p:nvSpPr>
        <p:spPr bwMode="auto">
          <a:xfrm>
            <a:off x="7496175" y="1943100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25" name="Freeform 68"/>
          <p:cNvSpPr>
            <a:spLocks/>
          </p:cNvSpPr>
          <p:nvPr/>
        </p:nvSpPr>
        <p:spPr bwMode="auto">
          <a:xfrm>
            <a:off x="7096125" y="2695575"/>
            <a:ext cx="200025" cy="180975"/>
          </a:xfrm>
          <a:custGeom>
            <a:avLst/>
            <a:gdLst>
              <a:gd name="T0" fmla="*/ 0 w 126"/>
              <a:gd name="T1" fmla="*/ 2147483646 h 114"/>
              <a:gd name="T2" fmla="*/ 2147483646 w 126"/>
              <a:gd name="T3" fmla="*/ 2147483646 h 114"/>
              <a:gd name="T4" fmla="*/ 2147483646 w 126"/>
              <a:gd name="T5" fmla="*/ 2147483646 h 114"/>
              <a:gd name="T6" fmla="*/ 2147483646 w 126"/>
              <a:gd name="T7" fmla="*/ 2147483646 h 114"/>
              <a:gd name="T8" fmla="*/ 2147483646 w 126"/>
              <a:gd name="T9" fmla="*/ 0 h 114"/>
              <a:gd name="T10" fmla="*/ 2147483646 w 126"/>
              <a:gd name="T11" fmla="*/ 0 h 114"/>
              <a:gd name="T12" fmla="*/ 0 w 126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" h="114">
                <a:moveTo>
                  <a:pt x="0" y="106"/>
                </a:moveTo>
                <a:lnTo>
                  <a:pt x="18" y="114"/>
                </a:lnTo>
                <a:lnTo>
                  <a:pt x="126" y="8"/>
                </a:lnTo>
                <a:lnTo>
                  <a:pt x="10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26" name="Freeform 69"/>
          <p:cNvSpPr>
            <a:spLocks/>
          </p:cNvSpPr>
          <p:nvPr/>
        </p:nvSpPr>
        <p:spPr bwMode="auto">
          <a:xfrm>
            <a:off x="7267575" y="2514600"/>
            <a:ext cx="171450" cy="193675"/>
          </a:xfrm>
          <a:custGeom>
            <a:avLst/>
            <a:gdLst>
              <a:gd name="T0" fmla="*/ 0 w 108"/>
              <a:gd name="T1" fmla="*/ 2147483646 h 122"/>
              <a:gd name="T2" fmla="*/ 2147483646 w 108"/>
              <a:gd name="T3" fmla="*/ 2147483646 h 122"/>
              <a:gd name="T4" fmla="*/ 2147483646 w 108"/>
              <a:gd name="T5" fmla="*/ 2147483646 h 122"/>
              <a:gd name="T6" fmla="*/ 2147483646 w 108"/>
              <a:gd name="T7" fmla="*/ 2147483646 h 122"/>
              <a:gd name="T8" fmla="*/ 2147483646 w 108"/>
              <a:gd name="T9" fmla="*/ 0 h 122"/>
              <a:gd name="T10" fmla="*/ 2147483646 w 108"/>
              <a:gd name="T11" fmla="*/ 0 h 122"/>
              <a:gd name="T12" fmla="*/ 0 w 108"/>
              <a:gd name="T13" fmla="*/ 2147483646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8" h="122">
                <a:moveTo>
                  <a:pt x="0" y="114"/>
                </a:moveTo>
                <a:lnTo>
                  <a:pt x="18" y="122"/>
                </a:lnTo>
                <a:lnTo>
                  <a:pt x="108" y="8"/>
                </a:lnTo>
                <a:lnTo>
                  <a:pt x="9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27" name="Freeform 70"/>
          <p:cNvSpPr>
            <a:spLocks/>
          </p:cNvSpPr>
          <p:nvPr/>
        </p:nvSpPr>
        <p:spPr bwMode="auto">
          <a:xfrm>
            <a:off x="7410450" y="2332038"/>
            <a:ext cx="128588" cy="195262"/>
          </a:xfrm>
          <a:custGeom>
            <a:avLst/>
            <a:gdLst>
              <a:gd name="T0" fmla="*/ 0 w 81"/>
              <a:gd name="T1" fmla="*/ 2147483646 h 123"/>
              <a:gd name="T2" fmla="*/ 2147483646 w 81"/>
              <a:gd name="T3" fmla="*/ 2147483646 h 123"/>
              <a:gd name="T4" fmla="*/ 2147483646 w 81"/>
              <a:gd name="T5" fmla="*/ 2147483646 h 123"/>
              <a:gd name="T6" fmla="*/ 2147483646 w 81"/>
              <a:gd name="T7" fmla="*/ 0 h 123"/>
              <a:gd name="T8" fmla="*/ 2147483646 w 81"/>
              <a:gd name="T9" fmla="*/ 0 h 123"/>
              <a:gd name="T10" fmla="*/ 2147483646 w 81"/>
              <a:gd name="T11" fmla="*/ 0 h 123"/>
              <a:gd name="T12" fmla="*/ 0 w 81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1" h="123">
                <a:moveTo>
                  <a:pt x="0" y="115"/>
                </a:moveTo>
                <a:lnTo>
                  <a:pt x="18" y="123"/>
                </a:lnTo>
                <a:lnTo>
                  <a:pt x="81" y="9"/>
                </a:lnTo>
                <a:lnTo>
                  <a:pt x="81" y="0"/>
                </a:lnTo>
                <a:lnTo>
                  <a:pt x="63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28" name="Freeform 71"/>
          <p:cNvSpPr>
            <a:spLocks/>
          </p:cNvSpPr>
          <p:nvPr/>
        </p:nvSpPr>
        <p:spPr bwMode="auto">
          <a:xfrm>
            <a:off x="7510463" y="2138363"/>
            <a:ext cx="57150" cy="193675"/>
          </a:xfrm>
          <a:custGeom>
            <a:avLst/>
            <a:gdLst>
              <a:gd name="T0" fmla="*/ 0 w 36"/>
              <a:gd name="T1" fmla="*/ 2147483646 h 122"/>
              <a:gd name="T2" fmla="*/ 2147483646 w 36"/>
              <a:gd name="T3" fmla="*/ 2147483646 h 122"/>
              <a:gd name="T4" fmla="*/ 2147483646 w 36"/>
              <a:gd name="T5" fmla="*/ 0 h 122"/>
              <a:gd name="T6" fmla="*/ 2147483646 w 36"/>
              <a:gd name="T7" fmla="*/ 0 h 122"/>
              <a:gd name="T8" fmla="*/ 0 w 36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" h="122">
                <a:moveTo>
                  <a:pt x="0" y="122"/>
                </a:moveTo>
                <a:lnTo>
                  <a:pt x="18" y="122"/>
                </a:lnTo>
                <a:lnTo>
                  <a:pt x="36" y="0"/>
                </a:lnTo>
                <a:lnTo>
                  <a:pt x="18" y="0"/>
                </a:lnTo>
                <a:lnTo>
                  <a:pt x="0" y="1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29" name="Freeform 72"/>
          <p:cNvSpPr>
            <a:spLocks/>
          </p:cNvSpPr>
          <p:nvPr/>
        </p:nvSpPr>
        <p:spPr bwMode="auto">
          <a:xfrm>
            <a:off x="7010400" y="2359025"/>
            <a:ext cx="28575" cy="25400"/>
          </a:xfrm>
          <a:custGeom>
            <a:avLst/>
            <a:gdLst>
              <a:gd name="T0" fmla="*/ 2147483646 w 18"/>
              <a:gd name="T1" fmla="*/ 2147483646 h 16"/>
              <a:gd name="T2" fmla="*/ 2147483646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0 h 16"/>
              <a:gd name="T8" fmla="*/ 2147483646 w 18"/>
              <a:gd name="T9" fmla="*/ 0 h 16"/>
              <a:gd name="T10" fmla="*/ 2147483646 w 18"/>
              <a:gd name="T11" fmla="*/ 0 h 16"/>
              <a:gd name="T12" fmla="*/ 0 w 18"/>
              <a:gd name="T13" fmla="*/ 2147483646 h 16"/>
              <a:gd name="T14" fmla="*/ 2147483646 w 18"/>
              <a:gd name="T15" fmla="*/ 2147483646 h 16"/>
              <a:gd name="T16" fmla="*/ 2147483646 w 18"/>
              <a:gd name="T17" fmla="*/ 2147483646 h 16"/>
              <a:gd name="T18" fmla="*/ 2147483646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9" y="16"/>
                </a:move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30" name="Freeform 73"/>
          <p:cNvSpPr>
            <a:spLocks/>
          </p:cNvSpPr>
          <p:nvPr/>
        </p:nvSpPr>
        <p:spPr bwMode="auto">
          <a:xfrm>
            <a:off x="6967538" y="2384425"/>
            <a:ext cx="128587" cy="195263"/>
          </a:xfrm>
          <a:custGeom>
            <a:avLst/>
            <a:gdLst>
              <a:gd name="T0" fmla="*/ 2147483646 w 81"/>
              <a:gd name="T1" fmla="*/ 0 h 123"/>
              <a:gd name="T2" fmla="*/ 2147483646 w 81"/>
              <a:gd name="T3" fmla="*/ 0 h 123"/>
              <a:gd name="T4" fmla="*/ 2147483646 w 81"/>
              <a:gd name="T5" fmla="*/ 2147483646 h 123"/>
              <a:gd name="T6" fmla="*/ 0 w 81"/>
              <a:gd name="T7" fmla="*/ 0 h 123"/>
              <a:gd name="T8" fmla="*/ 2147483646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31" name="Freeform 74"/>
          <p:cNvSpPr>
            <a:spLocks/>
          </p:cNvSpPr>
          <p:nvPr/>
        </p:nvSpPr>
        <p:spPr bwMode="auto">
          <a:xfrm>
            <a:off x="6967538" y="2384425"/>
            <a:ext cx="128587" cy="195263"/>
          </a:xfrm>
          <a:custGeom>
            <a:avLst/>
            <a:gdLst>
              <a:gd name="T0" fmla="*/ 2147483646 w 81"/>
              <a:gd name="T1" fmla="*/ 0 h 123"/>
              <a:gd name="T2" fmla="*/ 2147483646 w 81"/>
              <a:gd name="T3" fmla="*/ 0 h 123"/>
              <a:gd name="T4" fmla="*/ 2147483646 w 81"/>
              <a:gd name="T5" fmla="*/ 2147483646 h 123"/>
              <a:gd name="T6" fmla="*/ 0 w 81"/>
              <a:gd name="T7" fmla="*/ 0 h 123"/>
              <a:gd name="T8" fmla="*/ 2147483646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32" name="Freeform 75"/>
          <p:cNvSpPr>
            <a:spLocks/>
          </p:cNvSpPr>
          <p:nvPr/>
        </p:nvSpPr>
        <p:spPr bwMode="auto">
          <a:xfrm>
            <a:off x="7281863" y="1646238"/>
            <a:ext cx="214312" cy="193675"/>
          </a:xfrm>
          <a:custGeom>
            <a:avLst/>
            <a:gdLst>
              <a:gd name="T0" fmla="*/ 2147483646 w 135"/>
              <a:gd name="T1" fmla="*/ 2147483646 h 122"/>
              <a:gd name="T2" fmla="*/ 2147483646 w 135"/>
              <a:gd name="T3" fmla="*/ 0 h 122"/>
              <a:gd name="T4" fmla="*/ 0 w 135"/>
              <a:gd name="T5" fmla="*/ 2147483646 h 122"/>
              <a:gd name="T6" fmla="*/ 0 w 135"/>
              <a:gd name="T7" fmla="*/ 2147483646 h 122"/>
              <a:gd name="T8" fmla="*/ 2147483646 w 135"/>
              <a:gd name="T9" fmla="*/ 2147483646 h 122"/>
              <a:gd name="T10" fmla="*/ 2147483646 w 135"/>
              <a:gd name="T11" fmla="*/ 2147483646 h 122"/>
              <a:gd name="T12" fmla="*/ 2147483646 w 135"/>
              <a:gd name="T13" fmla="*/ 2147483646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122">
                <a:moveTo>
                  <a:pt x="135" y="8"/>
                </a:moveTo>
                <a:lnTo>
                  <a:pt x="117" y="0"/>
                </a:lnTo>
                <a:lnTo>
                  <a:pt x="0" y="114"/>
                </a:lnTo>
                <a:lnTo>
                  <a:pt x="18" y="122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33" name="Freeform 76"/>
          <p:cNvSpPr>
            <a:spLocks/>
          </p:cNvSpPr>
          <p:nvPr/>
        </p:nvSpPr>
        <p:spPr bwMode="auto">
          <a:xfrm>
            <a:off x="7138988" y="1827213"/>
            <a:ext cx="171450" cy="180975"/>
          </a:xfrm>
          <a:custGeom>
            <a:avLst/>
            <a:gdLst>
              <a:gd name="T0" fmla="*/ 2147483646 w 108"/>
              <a:gd name="T1" fmla="*/ 2147483646 h 114"/>
              <a:gd name="T2" fmla="*/ 2147483646 w 108"/>
              <a:gd name="T3" fmla="*/ 0 h 114"/>
              <a:gd name="T4" fmla="*/ 0 w 108"/>
              <a:gd name="T5" fmla="*/ 2147483646 h 114"/>
              <a:gd name="T6" fmla="*/ 0 w 108"/>
              <a:gd name="T7" fmla="*/ 2147483646 h 114"/>
              <a:gd name="T8" fmla="*/ 2147483646 w 108"/>
              <a:gd name="T9" fmla="*/ 2147483646 h 114"/>
              <a:gd name="T10" fmla="*/ 2147483646 w 108"/>
              <a:gd name="T11" fmla="*/ 2147483646 h 114"/>
              <a:gd name="T12" fmla="*/ 2147483646 w 108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8" h="114">
                <a:moveTo>
                  <a:pt x="108" y="8"/>
                </a:moveTo>
                <a:lnTo>
                  <a:pt x="90" y="0"/>
                </a:lnTo>
                <a:lnTo>
                  <a:pt x="0" y="106"/>
                </a:lnTo>
                <a:lnTo>
                  <a:pt x="18" y="114"/>
                </a:lnTo>
                <a:lnTo>
                  <a:pt x="108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34" name="Freeform 77"/>
          <p:cNvSpPr>
            <a:spLocks/>
          </p:cNvSpPr>
          <p:nvPr/>
        </p:nvSpPr>
        <p:spPr bwMode="auto">
          <a:xfrm>
            <a:off x="7053263" y="1995488"/>
            <a:ext cx="114300" cy="195262"/>
          </a:xfrm>
          <a:custGeom>
            <a:avLst/>
            <a:gdLst>
              <a:gd name="T0" fmla="*/ 2147483646 w 72"/>
              <a:gd name="T1" fmla="*/ 2147483646 h 123"/>
              <a:gd name="T2" fmla="*/ 2147483646 w 72"/>
              <a:gd name="T3" fmla="*/ 0 h 123"/>
              <a:gd name="T4" fmla="*/ 0 w 72"/>
              <a:gd name="T5" fmla="*/ 2147483646 h 123"/>
              <a:gd name="T6" fmla="*/ 0 w 72"/>
              <a:gd name="T7" fmla="*/ 2147483646 h 123"/>
              <a:gd name="T8" fmla="*/ 2147483646 w 72"/>
              <a:gd name="T9" fmla="*/ 2147483646 h 123"/>
              <a:gd name="T10" fmla="*/ 2147483646 w 72"/>
              <a:gd name="T11" fmla="*/ 2147483646 h 123"/>
              <a:gd name="T12" fmla="*/ 2147483646 w 72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2" h="123">
                <a:moveTo>
                  <a:pt x="72" y="8"/>
                </a:moveTo>
                <a:lnTo>
                  <a:pt x="54" y="0"/>
                </a:lnTo>
                <a:lnTo>
                  <a:pt x="0" y="114"/>
                </a:lnTo>
                <a:lnTo>
                  <a:pt x="18" y="114"/>
                </a:lnTo>
                <a:lnTo>
                  <a:pt x="18" y="123"/>
                </a:lnTo>
                <a:lnTo>
                  <a:pt x="7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35" name="Freeform 78"/>
          <p:cNvSpPr>
            <a:spLocks/>
          </p:cNvSpPr>
          <p:nvPr/>
        </p:nvSpPr>
        <p:spPr bwMode="auto">
          <a:xfrm>
            <a:off x="7010400" y="2176463"/>
            <a:ext cx="71438" cy="195262"/>
          </a:xfrm>
          <a:custGeom>
            <a:avLst/>
            <a:gdLst>
              <a:gd name="T0" fmla="*/ 2147483646 w 45"/>
              <a:gd name="T1" fmla="*/ 0 h 123"/>
              <a:gd name="T2" fmla="*/ 2147483646 w 45"/>
              <a:gd name="T3" fmla="*/ 0 h 123"/>
              <a:gd name="T4" fmla="*/ 0 w 45"/>
              <a:gd name="T5" fmla="*/ 2147483646 h 123"/>
              <a:gd name="T6" fmla="*/ 2147483646 w 45"/>
              <a:gd name="T7" fmla="*/ 2147483646 h 123"/>
              <a:gd name="T8" fmla="*/ 2147483646 w 45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5" h="123">
                <a:moveTo>
                  <a:pt x="45" y="0"/>
                </a:moveTo>
                <a:lnTo>
                  <a:pt x="27" y="0"/>
                </a:lnTo>
                <a:lnTo>
                  <a:pt x="0" y="123"/>
                </a:lnTo>
                <a:lnTo>
                  <a:pt x="18" y="123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36" name="Freeform 79"/>
          <p:cNvSpPr>
            <a:spLocks/>
          </p:cNvSpPr>
          <p:nvPr/>
        </p:nvSpPr>
        <p:spPr bwMode="auto">
          <a:xfrm>
            <a:off x="4624388" y="4549775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0 h 16"/>
              <a:gd name="T12" fmla="*/ 0 w 18"/>
              <a:gd name="T13" fmla="*/ 0 h 16"/>
              <a:gd name="T14" fmla="*/ 0 w 18"/>
              <a:gd name="T15" fmla="*/ 2147483646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0" y="16"/>
                </a:moveTo>
                <a:lnTo>
                  <a:pt x="0" y="16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37" name="Freeform 80"/>
          <p:cNvSpPr>
            <a:spLocks/>
          </p:cNvSpPr>
          <p:nvPr/>
        </p:nvSpPr>
        <p:spPr bwMode="auto">
          <a:xfrm>
            <a:off x="4424363" y="4524375"/>
            <a:ext cx="228600" cy="115888"/>
          </a:xfrm>
          <a:custGeom>
            <a:avLst/>
            <a:gdLst>
              <a:gd name="T0" fmla="*/ 2147483646 w 144"/>
              <a:gd name="T1" fmla="*/ 2147483646 h 73"/>
              <a:gd name="T2" fmla="*/ 2147483646 w 144"/>
              <a:gd name="T3" fmla="*/ 2147483646 h 73"/>
              <a:gd name="T4" fmla="*/ 0 w 144"/>
              <a:gd name="T5" fmla="*/ 2147483646 h 73"/>
              <a:gd name="T6" fmla="*/ 2147483646 w 144"/>
              <a:gd name="T7" fmla="*/ 0 h 73"/>
              <a:gd name="T8" fmla="*/ 2147483646 w 144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38" name="Freeform 81"/>
          <p:cNvSpPr>
            <a:spLocks/>
          </p:cNvSpPr>
          <p:nvPr/>
        </p:nvSpPr>
        <p:spPr bwMode="auto">
          <a:xfrm>
            <a:off x="4424363" y="4524375"/>
            <a:ext cx="228600" cy="115888"/>
          </a:xfrm>
          <a:custGeom>
            <a:avLst/>
            <a:gdLst>
              <a:gd name="T0" fmla="*/ 2147483646 w 144"/>
              <a:gd name="T1" fmla="*/ 2147483646 h 73"/>
              <a:gd name="T2" fmla="*/ 2147483646 w 144"/>
              <a:gd name="T3" fmla="*/ 2147483646 h 73"/>
              <a:gd name="T4" fmla="*/ 0 w 144"/>
              <a:gd name="T5" fmla="*/ 2147483646 h 73"/>
              <a:gd name="T6" fmla="*/ 2147483646 w 144"/>
              <a:gd name="T7" fmla="*/ 0 h 73"/>
              <a:gd name="T8" fmla="*/ 2147483646 w 144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39" name="Freeform 82"/>
          <p:cNvSpPr>
            <a:spLocks/>
          </p:cNvSpPr>
          <p:nvPr/>
        </p:nvSpPr>
        <p:spPr bwMode="auto">
          <a:xfrm>
            <a:off x="6824663" y="2825750"/>
            <a:ext cx="214312" cy="271463"/>
          </a:xfrm>
          <a:custGeom>
            <a:avLst/>
            <a:gdLst>
              <a:gd name="T0" fmla="*/ 2147483646 w 135"/>
              <a:gd name="T1" fmla="*/ 2147483646 h 171"/>
              <a:gd name="T2" fmla="*/ 2147483646 w 135"/>
              <a:gd name="T3" fmla="*/ 0 h 171"/>
              <a:gd name="T4" fmla="*/ 0 w 135"/>
              <a:gd name="T5" fmla="*/ 2147483646 h 171"/>
              <a:gd name="T6" fmla="*/ 0 w 135"/>
              <a:gd name="T7" fmla="*/ 2147483646 h 171"/>
              <a:gd name="T8" fmla="*/ 2147483646 w 135"/>
              <a:gd name="T9" fmla="*/ 2147483646 h 171"/>
              <a:gd name="T10" fmla="*/ 2147483646 w 135"/>
              <a:gd name="T11" fmla="*/ 2147483646 h 171"/>
              <a:gd name="T12" fmla="*/ 2147483646 w 135"/>
              <a:gd name="T13" fmla="*/ 2147483646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171">
                <a:moveTo>
                  <a:pt x="135" y="8"/>
                </a:moveTo>
                <a:lnTo>
                  <a:pt x="117" y="0"/>
                </a:lnTo>
                <a:lnTo>
                  <a:pt x="0" y="163"/>
                </a:lnTo>
                <a:lnTo>
                  <a:pt x="18" y="171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40" name="Freeform 83"/>
          <p:cNvSpPr>
            <a:spLocks/>
          </p:cNvSpPr>
          <p:nvPr/>
        </p:nvSpPr>
        <p:spPr bwMode="auto">
          <a:xfrm>
            <a:off x="6596063" y="3084513"/>
            <a:ext cx="257175" cy="273050"/>
          </a:xfrm>
          <a:custGeom>
            <a:avLst/>
            <a:gdLst>
              <a:gd name="T0" fmla="*/ 2147483646 w 162"/>
              <a:gd name="T1" fmla="*/ 2147483646 h 172"/>
              <a:gd name="T2" fmla="*/ 2147483646 w 162"/>
              <a:gd name="T3" fmla="*/ 0 h 172"/>
              <a:gd name="T4" fmla="*/ 0 w 162"/>
              <a:gd name="T5" fmla="*/ 2147483646 h 172"/>
              <a:gd name="T6" fmla="*/ 0 w 162"/>
              <a:gd name="T7" fmla="*/ 2147483646 h 172"/>
              <a:gd name="T8" fmla="*/ 2147483646 w 162"/>
              <a:gd name="T9" fmla="*/ 2147483646 h 172"/>
              <a:gd name="T10" fmla="*/ 2147483646 w 162"/>
              <a:gd name="T11" fmla="*/ 2147483646 h 172"/>
              <a:gd name="T12" fmla="*/ 2147483646 w 162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4"/>
                </a:lnTo>
                <a:lnTo>
                  <a:pt x="0" y="155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41" name="Freeform 84"/>
          <p:cNvSpPr>
            <a:spLocks/>
          </p:cNvSpPr>
          <p:nvPr/>
        </p:nvSpPr>
        <p:spPr bwMode="auto">
          <a:xfrm>
            <a:off x="6324600" y="3330575"/>
            <a:ext cx="300038" cy="273050"/>
          </a:xfrm>
          <a:custGeom>
            <a:avLst/>
            <a:gdLst>
              <a:gd name="T0" fmla="*/ 2147483646 w 189"/>
              <a:gd name="T1" fmla="*/ 2147483646 h 172"/>
              <a:gd name="T2" fmla="*/ 2147483646 w 189"/>
              <a:gd name="T3" fmla="*/ 0 h 172"/>
              <a:gd name="T4" fmla="*/ 0 w 189"/>
              <a:gd name="T5" fmla="*/ 2147483646 h 172"/>
              <a:gd name="T6" fmla="*/ 2147483646 w 189"/>
              <a:gd name="T7" fmla="*/ 2147483646 h 172"/>
              <a:gd name="T8" fmla="*/ 2147483646 w 189"/>
              <a:gd name="T9" fmla="*/ 2147483646 h 172"/>
              <a:gd name="T10" fmla="*/ 2147483646 w 189"/>
              <a:gd name="T11" fmla="*/ 2147483646 h 172"/>
              <a:gd name="T12" fmla="*/ 2147483646 w 189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72">
                <a:moveTo>
                  <a:pt x="189" y="17"/>
                </a:moveTo>
                <a:lnTo>
                  <a:pt x="171" y="0"/>
                </a:lnTo>
                <a:lnTo>
                  <a:pt x="0" y="156"/>
                </a:lnTo>
                <a:lnTo>
                  <a:pt x="9" y="156"/>
                </a:lnTo>
                <a:lnTo>
                  <a:pt x="18" y="172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42" name="Freeform 85"/>
          <p:cNvSpPr>
            <a:spLocks/>
          </p:cNvSpPr>
          <p:nvPr/>
        </p:nvSpPr>
        <p:spPr bwMode="auto">
          <a:xfrm>
            <a:off x="6053138" y="3578225"/>
            <a:ext cx="300037" cy="258763"/>
          </a:xfrm>
          <a:custGeom>
            <a:avLst/>
            <a:gdLst>
              <a:gd name="T0" fmla="*/ 2147483646 w 189"/>
              <a:gd name="T1" fmla="*/ 2147483646 h 163"/>
              <a:gd name="T2" fmla="*/ 2147483646 w 189"/>
              <a:gd name="T3" fmla="*/ 0 h 163"/>
              <a:gd name="T4" fmla="*/ 0 w 189"/>
              <a:gd name="T5" fmla="*/ 2147483646 h 163"/>
              <a:gd name="T6" fmla="*/ 0 w 189"/>
              <a:gd name="T7" fmla="*/ 2147483646 h 163"/>
              <a:gd name="T8" fmla="*/ 2147483646 w 189"/>
              <a:gd name="T9" fmla="*/ 2147483646 h 163"/>
              <a:gd name="T10" fmla="*/ 2147483646 w 189"/>
              <a:gd name="T11" fmla="*/ 2147483646 h 163"/>
              <a:gd name="T12" fmla="*/ 2147483646 w 189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0" y="147"/>
                </a:lnTo>
                <a:lnTo>
                  <a:pt x="9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43" name="Freeform 86"/>
          <p:cNvSpPr>
            <a:spLocks/>
          </p:cNvSpPr>
          <p:nvPr/>
        </p:nvSpPr>
        <p:spPr bwMode="auto">
          <a:xfrm>
            <a:off x="5724525" y="3811588"/>
            <a:ext cx="342900" cy="246062"/>
          </a:xfrm>
          <a:custGeom>
            <a:avLst/>
            <a:gdLst>
              <a:gd name="T0" fmla="*/ 2147483646 w 216"/>
              <a:gd name="T1" fmla="*/ 2147483646 h 155"/>
              <a:gd name="T2" fmla="*/ 2147483646 w 216"/>
              <a:gd name="T3" fmla="*/ 0 h 155"/>
              <a:gd name="T4" fmla="*/ 0 w 216"/>
              <a:gd name="T5" fmla="*/ 2147483646 h 155"/>
              <a:gd name="T6" fmla="*/ 0 w 216"/>
              <a:gd name="T7" fmla="*/ 2147483646 h 155"/>
              <a:gd name="T8" fmla="*/ 2147483646 w 216"/>
              <a:gd name="T9" fmla="*/ 2147483646 h 155"/>
              <a:gd name="T10" fmla="*/ 2147483646 w 216"/>
              <a:gd name="T11" fmla="*/ 2147483646 h 155"/>
              <a:gd name="T12" fmla="*/ 2147483646 w 216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155">
                <a:moveTo>
                  <a:pt x="216" y="16"/>
                </a:moveTo>
                <a:lnTo>
                  <a:pt x="207" y="0"/>
                </a:lnTo>
                <a:lnTo>
                  <a:pt x="0" y="138"/>
                </a:lnTo>
                <a:lnTo>
                  <a:pt x="9" y="155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44" name="Freeform 87"/>
          <p:cNvSpPr>
            <a:spLocks/>
          </p:cNvSpPr>
          <p:nvPr/>
        </p:nvSpPr>
        <p:spPr bwMode="auto">
          <a:xfrm>
            <a:off x="5381625" y="4030663"/>
            <a:ext cx="357188" cy="220662"/>
          </a:xfrm>
          <a:custGeom>
            <a:avLst/>
            <a:gdLst>
              <a:gd name="T0" fmla="*/ 2147483646 w 225"/>
              <a:gd name="T1" fmla="*/ 2147483646 h 139"/>
              <a:gd name="T2" fmla="*/ 2147483646 w 225"/>
              <a:gd name="T3" fmla="*/ 0 h 139"/>
              <a:gd name="T4" fmla="*/ 0 w 225"/>
              <a:gd name="T5" fmla="*/ 2147483646 h 139"/>
              <a:gd name="T6" fmla="*/ 0 w 225"/>
              <a:gd name="T7" fmla="*/ 2147483646 h 139"/>
              <a:gd name="T8" fmla="*/ 2147483646 w 225"/>
              <a:gd name="T9" fmla="*/ 2147483646 h 139"/>
              <a:gd name="T10" fmla="*/ 2147483646 w 225"/>
              <a:gd name="T11" fmla="*/ 2147483646 h 139"/>
              <a:gd name="T12" fmla="*/ 2147483646 w 225"/>
              <a:gd name="T13" fmla="*/ 2147483646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139">
                <a:moveTo>
                  <a:pt x="225" y="17"/>
                </a:moveTo>
                <a:lnTo>
                  <a:pt x="216" y="0"/>
                </a:lnTo>
                <a:lnTo>
                  <a:pt x="0" y="123"/>
                </a:lnTo>
                <a:lnTo>
                  <a:pt x="9" y="139"/>
                </a:lnTo>
                <a:lnTo>
                  <a:pt x="22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45" name="Freeform 88"/>
          <p:cNvSpPr>
            <a:spLocks/>
          </p:cNvSpPr>
          <p:nvPr/>
        </p:nvSpPr>
        <p:spPr bwMode="auto">
          <a:xfrm>
            <a:off x="5010150" y="4225925"/>
            <a:ext cx="385763" cy="207963"/>
          </a:xfrm>
          <a:custGeom>
            <a:avLst/>
            <a:gdLst>
              <a:gd name="T0" fmla="*/ 2147483646 w 243"/>
              <a:gd name="T1" fmla="*/ 2147483646 h 131"/>
              <a:gd name="T2" fmla="*/ 2147483646 w 243"/>
              <a:gd name="T3" fmla="*/ 0 h 131"/>
              <a:gd name="T4" fmla="*/ 0 w 243"/>
              <a:gd name="T5" fmla="*/ 2147483646 h 131"/>
              <a:gd name="T6" fmla="*/ 0 w 243"/>
              <a:gd name="T7" fmla="*/ 2147483646 h 131"/>
              <a:gd name="T8" fmla="*/ 2147483646 w 243"/>
              <a:gd name="T9" fmla="*/ 2147483646 h 131"/>
              <a:gd name="T10" fmla="*/ 2147483646 w 243"/>
              <a:gd name="T11" fmla="*/ 2147483646 h 131"/>
              <a:gd name="T12" fmla="*/ 2147483646 w 243"/>
              <a:gd name="T13" fmla="*/ 2147483646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" h="131">
                <a:moveTo>
                  <a:pt x="243" y="16"/>
                </a:moveTo>
                <a:lnTo>
                  <a:pt x="234" y="0"/>
                </a:lnTo>
                <a:lnTo>
                  <a:pt x="0" y="114"/>
                </a:lnTo>
                <a:lnTo>
                  <a:pt x="9" y="131"/>
                </a:lnTo>
                <a:lnTo>
                  <a:pt x="24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46" name="Freeform 89"/>
          <p:cNvSpPr>
            <a:spLocks/>
          </p:cNvSpPr>
          <p:nvPr/>
        </p:nvSpPr>
        <p:spPr bwMode="auto">
          <a:xfrm>
            <a:off x="4624388" y="4406900"/>
            <a:ext cx="400050" cy="168275"/>
          </a:xfrm>
          <a:custGeom>
            <a:avLst/>
            <a:gdLst>
              <a:gd name="T0" fmla="*/ 2147483646 w 252"/>
              <a:gd name="T1" fmla="*/ 2147483646 h 106"/>
              <a:gd name="T2" fmla="*/ 2147483646 w 252"/>
              <a:gd name="T3" fmla="*/ 0 h 106"/>
              <a:gd name="T4" fmla="*/ 0 w 252"/>
              <a:gd name="T5" fmla="*/ 2147483646 h 106"/>
              <a:gd name="T6" fmla="*/ 2147483646 w 252"/>
              <a:gd name="T7" fmla="*/ 2147483646 h 106"/>
              <a:gd name="T8" fmla="*/ 2147483646 w 252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52" h="106">
                <a:moveTo>
                  <a:pt x="252" y="17"/>
                </a:moveTo>
                <a:lnTo>
                  <a:pt x="243" y="0"/>
                </a:lnTo>
                <a:lnTo>
                  <a:pt x="0" y="90"/>
                </a:lnTo>
                <a:lnTo>
                  <a:pt x="9" y="106"/>
                </a:lnTo>
                <a:lnTo>
                  <a:pt x="25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47" name="Freeform 90"/>
          <p:cNvSpPr>
            <a:spLocks/>
          </p:cNvSpPr>
          <p:nvPr/>
        </p:nvSpPr>
        <p:spPr bwMode="auto">
          <a:xfrm>
            <a:off x="2152650" y="4926013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0 w 18"/>
              <a:gd name="T15" fmla="*/ 0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0" y="8"/>
                </a:move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48" name="Freeform 91"/>
          <p:cNvSpPr>
            <a:spLocks/>
          </p:cNvSpPr>
          <p:nvPr/>
        </p:nvSpPr>
        <p:spPr bwMode="auto">
          <a:xfrm>
            <a:off x="1952625" y="4886325"/>
            <a:ext cx="228600" cy="104775"/>
          </a:xfrm>
          <a:custGeom>
            <a:avLst/>
            <a:gdLst>
              <a:gd name="T0" fmla="*/ 2147483646 w 144"/>
              <a:gd name="T1" fmla="*/ 2147483646 h 66"/>
              <a:gd name="T2" fmla="*/ 2147483646 w 144"/>
              <a:gd name="T3" fmla="*/ 2147483646 h 66"/>
              <a:gd name="T4" fmla="*/ 0 w 144"/>
              <a:gd name="T5" fmla="*/ 0 h 66"/>
              <a:gd name="T6" fmla="*/ 2147483646 w 144"/>
              <a:gd name="T7" fmla="*/ 0 h 66"/>
              <a:gd name="T8" fmla="*/ 2147483646 w 144"/>
              <a:gd name="T9" fmla="*/ 2147483646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49" name="Freeform 92"/>
          <p:cNvSpPr>
            <a:spLocks/>
          </p:cNvSpPr>
          <p:nvPr/>
        </p:nvSpPr>
        <p:spPr bwMode="auto">
          <a:xfrm>
            <a:off x="1952625" y="4886325"/>
            <a:ext cx="228600" cy="104775"/>
          </a:xfrm>
          <a:custGeom>
            <a:avLst/>
            <a:gdLst>
              <a:gd name="T0" fmla="*/ 2147483646 w 144"/>
              <a:gd name="T1" fmla="*/ 2147483646 h 66"/>
              <a:gd name="T2" fmla="*/ 2147483646 w 144"/>
              <a:gd name="T3" fmla="*/ 2147483646 h 66"/>
              <a:gd name="T4" fmla="*/ 0 w 144"/>
              <a:gd name="T5" fmla="*/ 0 h 66"/>
              <a:gd name="T6" fmla="*/ 2147483646 w 144"/>
              <a:gd name="T7" fmla="*/ 0 h 66"/>
              <a:gd name="T8" fmla="*/ 2147483646 w 144"/>
              <a:gd name="T9" fmla="*/ 2147483646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50" name="Freeform 93"/>
          <p:cNvSpPr>
            <a:spLocks/>
          </p:cNvSpPr>
          <p:nvPr/>
        </p:nvSpPr>
        <p:spPr bwMode="auto">
          <a:xfrm>
            <a:off x="3838575" y="4627563"/>
            <a:ext cx="171450" cy="142875"/>
          </a:xfrm>
          <a:custGeom>
            <a:avLst/>
            <a:gdLst>
              <a:gd name="T0" fmla="*/ 2147483646 w 108"/>
              <a:gd name="T1" fmla="*/ 2147483646 h 90"/>
              <a:gd name="T2" fmla="*/ 2147483646 w 108"/>
              <a:gd name="T3" fmla="*/ 0 h 90"/>
              <a:gd name="T4" fmla="*/ 0 w 108"/>
              <a:gd name="T5" fmla="*/ 2147483646 h 90"/>
              <a:gd name="T6" fmla="*/ 0 w 108"/>
              <a:gd name="T7" fmla="*/ 2147483646 h 90"/>
              <a:gd name="T8" fmla="*/ 2147483646 w 108"/>
              <a:gd name="T9" fmla="*/ 2147483646 h 90"/>
              <a:gd name="T10" fmla="*/ 2147483646 w 108"/>
              <a:gd name="T11" fmla="*/ 2147483646 h 90"/>
              <a:gd name="T12" fmla="*/ 2147483646 w 108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8" h="90">
                <a:moveTo>
                  <a:pt x="108" y="16"/>
                </a:moveTo>
                <a:lnTo>
                  <a:pt x="99" y="0"/>
                </a:lnTo>
                <a:lnTo>
                  <a:pt x="0" y="74"/>
                </a:lnTo>
                <a:lnTo>
                  <a:pt x="9" y="90"/>
                </a:lnTo>
                <a:lnTo>
                  <a:pt x="108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51" name="Freeform 94"/>
          <p:cNvSpPr>
            <a:spLocks/>
          </p:cNvSpPr>
          <p:nvPr/>
        </p:nvSpPr>
        <p:spPr bwMode="auto">
          <a:xfrm>
            <a:off x="3638550" y="4745038"/>
            <a:ext cx="214313" cy="115887"/>
          </a:xfrm>
          <a:custGeom>
            <a:avLst/>
            <a:gdLst>
              <a:gd name="T0" fmla="*/ 2147483646 w 135"/>
              <a:gd name="T1" fmla="*/ 2147483646 h 73"/>
              <a:gd name="T2" fmla="*/ 2147483646 w 135"/>
              <a:gd name="T3" fmla="*/ 0 h 73"/>
              <a:gd name="T4" fmla="*/ 0 w 135"/>
              <a:gd name="T5" fmla="*/ 2147483646 h 73"/>
              <a:gd name="T6" fmla="*/ 0 w 135"/>
              <a:gd name="T7" fmla="*/ 2147483646 h 73"/>
              <a:gd name="T8" fmla="*/ 2147483646 w 135"/>
              <a:gd name="T9" fmla="*/ 2147483646 h 73"/>
              <a:gd name="T10" fmla="*/ 2147483646 w 135"/>
              <a:gd name="T11" fmla="*/ 2147483646 h 73"/>
              <a:gd name="T12" fmla="*/ 2147483646 w 135"/>
              <a:gd name="T13" fmla="*/ 2147483646 h 7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73">
                <a:moveTo>
                  <a:pt x="135" y="16"/>
                </a:moveTo>
                <a:lnTo>
                  <a:pt x="126" y="0"/>
                </a:lnTo>
                <a:lnTo>
                  <a:pt x="0" y="57"/>
                </a:lnTo>
                <a:lnTo>
                  <a:pt x="9" y="73"/>
                </a:lnTo>
                <a:lnTo>
                  <a:pt x="13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52" name="Freeform 95"/>
          <p:cNvSpPr>
            <a:spLocks/>
          </p:cNvSpPr>
          <p:nvPr/>
        </p:nvSpPr>
        <p:spPr bwMode="auto">
          <a:xfrm>
            <a:off x="3424238" y="4835525"/>
            <a:ext cx="228600" cy="90488"/>
          </a:xfrm>
          <a:custGeom>
            <a:avLst/>
            <a:gdLst>
              <a:gd name="T0" fmla="*/ 2147483646 w 144"/>
              <a:gd name="T1" fmla="*/ 2147483646 h 57"/>
              <a:gd name="T2" fmla="*/ 2147483646 w 144"/>
              <a:gd name="T3" fmla="*/ 0 h 57"/>
              <a:gd name="T4" fmla="*/ 0 w 144"/>
              <a:gd name="T5" fmla="*/ 2147483646 h 57"/>
              <a:gd name="T6" fmla="*/ 0 w 144"/>
              <a:gd name="T7" fmla="*/ 2147483646 h 57"/>
              <a:gd name="T8" fmla="*/ 0 w 144"/>
              <a:gd name="T9" fmla="*/ 2147483646 h 57"/>
              <a:gd name="T10" fmla="*/ 2147483646 w 144"/>
              <a:gd name="T11" fmla="*/ 2147483646 h 57"/>
              <a:gd name="T12" fmla="*/ 2147483646 w 144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57">
                <a:moveTo>
                  <a:pt x="144" y="16"/>
                </a:moveTo>
                <a:lnTo>
                  <a:pt x="135" y="0"/>
                </a:lnTo>
                <a:lnTo>
                  <a:pt x="0" y="41"/>
                </a:lnTo>
                <a:lnTo>
                  <a:pt x="0" y="57"/>
                </a:lnTo>
                <a:lnTo>
                  <a:pt x="9" y="57"/>
                </a:lnTo>
                <a:lnTo>
                  <a:pt x="14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53" name="Freeform 96"/>
          <p:cNvSpPr>
            <a:spLocks/>
          </p:cNvSpPr>
          <p:nvPr/>
        </p:nvSpPr>
        <p:spPr bwMode="auto">
          <a:xfrm>
            <a:off x="3181350" y="4900613"/>
            <a:ext cx="242888" cy="77787"/>
          </a:xfrm>
          <a:custGeom>
            <a:avLst/>
            <a:gdLst>
              <a:gd name="T0" fmla="*/ 2147483646 w 153"/>
              <a:gd name="T1" fmla="*/ 2147483646 h 49"/>
              <a:gd name="T2" fmla="*/ 2147483646 w 153"/>
              <a:gd name="T3" fmla="*/ 0 h 49"/>
              <a:gd name="T4" fmla="*/ 0 w 153"/>
              <a:gd name="T5" fmla="*/ 2147483646 h 49"/>
              <a:gd name="T6" fmla="*/ 0 w 153"/>
              <a:gd name="T7" fmla="*/ 2147483646 h 49"/>
              <a:gd name="T8" fmla="*/ 0 w 153"/>
              <a:gd name="T9" fmla="*/ 2147483646 h 49"/>
              <a:gd name="T10" fmla="*/ 0 w 153"/>
              <a:gd name="T11" fmla="*/ 2147483646 h 49"/>
              <a:gd name="T12" fmla="*/ 2147483646 w 153"/>
              <a:gd name="T13" fmla="*/ 2147483646 h 4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3" h="49">
                <a:moveTo>
                  <a:pt x="153" y="16"/>
                </a:moveTo>
                <a:lnTo>
                  <a:pt x="153" y="0"/>
                </a:lnTo>
                <a:lnTo>
                  <a:pt x="0" y="32"/>
                </a:lnTo>
                <a:lnTo>
                  <a:pt x="0" y="49"/>
                </a:lnTo>
                <a:lnTo>
                  <a:pt x="15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54" name="Freeform 97"/>
          <p:cNvSpPr>
            <a:spLocks/>
          </p:cNvSpPr>
          <p:nvPr/>
        </p:nvSpPr>
        <p:spPr bwMode="auto">
          <a:xfrm>
            <a:off x="2681288" y="4951413"/>
            <a:ext cx="500062" cy="65087"/>
          </a:xfrm>
          <a:custGeom>
            <a:avLst/>
            <a:gdLst>
              <a:gd name="T0" fmla="*/ 2147483646 w 315"/>
              <a:gd name="T1" fmla="*/ 2147483646 h 41"/>
              <a:gd name="T2" fmla="*/ 2147483646 w 315"/>
              <a:gd name="T3" fmla="*/ 0 h 41"/>
              <a:gd name="T4" fmla="*/ 0 w 315"/>
              <a:gd name="T5" fmla="*/ 2147483646 h 41"/>
              <a:gd name="T6" fmla="*/ 0 w 315"/>
              <a:gd name="T7" fmla="*/ 2147483646 h 41"/>
              <a:gd name="T8" fmla="*/ 0 w 315"/>
              <a:gd name="T9" fmla="*/ 2147483646 h 41"/>
              <a:gd name="T10" fmla="*/ 0 w 315"/>
              <a:gd name="T11" fmla="*/ 2147483646 h 41"/>
              <a:gd name="T12" fmla="*/ 2147483646 w 315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15" h="41">
                <a:moveTo>
                  <a:pt x="315" y="17"/>
                </a:moveTo>
                <a:lnTo>
                  <a:pt x="315" y="0"/>
                </a:lnTo>
                <a:lnTo>
                  <a:pt x="0" y="25"/>
                </a:lnTo>
                <a:lnTo>
                  <a:pt x="0" y="41"/>
                </a:lnTo>
                <a:lnTo>
                  <a:pt x="31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55" name="Freeform 98"/>
          <p:cNvSpPr>
            <a:spLocks/>
          </p:cNvSpPr>
          <p:nvPr/>
        </p:nvSpPr>
        <p:spPr bwMode="auto">
          <a:xfrm>
            <a:off x="2166938" y="4926013"/>
            <a:ext cx="514350" cy="90487"/>
          </a:xfrm>
          <a:custGeom>
            <a:avLst/>
            <a:gdLst>
              <a:gd name="T0" fmla="*/ 2147483646 w 324"/>
              <a:gd name="T1" fmla="*/ 2147483646 h 57"/>
              <a:gd name="T2" fmla="*/ 2147483646 w 324"/>
              <a:gd name="T3" fmla="*/ 2147483646 h 57"/>
              <a:gd name="T4" fmla="*/ 0 w 324"/>
              <a:gd name="T5" fmla="*/ 0 h 57"/>
              <a:gd name="T6" fmla="*/ 0 w 324"/>
              <a:gd name="T7" fmla="*/ 2147483646 h 57"/>
              <a:gd name="T8" fmla="*/ 2147483646 w 324"/>
              <a:gd name="T9" fmla="*/ 2147483646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24" h="57">
                <a:moveTo>
                  <a:pt x="324" y="57"/>
                </a:moveTo>
                <a:lnTo>
                  <a:pt x="324" y="41"/>
                </a:lnTo>
                <a:lnTo>
                  <a:pt x="0" y="0"/>
                </a:lnTo>
                <a:lnTo>
                  <a:pt x="0" y="16"/>
                </a:lnTo>
                <a:lnTo>
                  <a:pt x="324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56" name="Freeform 99"/>
          <p:cNvSpPr>
            <a:spLocks/>
          </p:cNvSpPr>
          <p:nvPr/>
        </p:nvSpPr>
        <p:spPr bwMode="auto">
          <a:xfrm>
            <a:off x="3938588" y="4186238"/>
            <a:ext cx="28575" cy="26987"/>
          </a:xfrm>
          <a:custGeom>
            <a:avLst/>
            <a:gdLst>
              <a:gd name="T0" fmla="*/ 2147483646 w 18"/>
              <a:gd name="T1" fmla="*/ 2147483646 h 17"/>
              <a:gd name="T2" fmla="*/ 2147483646 w 18"/>
              <a:gd name="T3" fmla="*/ 2147483646 h 17"/>
              <a:gd name="T4" fmla="*/ 2147483646 w 18"/>
              <a:gd name="T5" fmla="*/ 0 h 17"/>
              <a:gd name="T6" fmla="*/ 2147483646 w 18"/>
              <a:gd name="T7" fmla="*/ 0 h 17"/>
              <a:gd name="T8" fmla="*/ 2147483646 w 18"/>
              <a:gd name="T9" fmla="*/ 0 h 17"/>
              <a:gd name="T10" fmla="*/ 2147483646 w 18"/>
              <a:gd name="T11" fmla="*/ 0 h 17"/>
              <a:gd name="T12" fmla="*/ 0 w 18"/>
              <a:gd name="T13" fmla="*/ 2147483646 h 17"/>
              <a:gd name="T14" fmla="*/ 2147483646 w 18"/>
              <a:gd name="T15" fmla="*/ 2147483646 h 17"/>
              <a:gd name="T16" fmla="*/ 2147483646 w 18"/>
              <a:gd name="T17" fmla="*/ 2147483646 h 17"/>
              <a:gd name="T18" fmla="*/ 2147483646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7">
                <a:moveTo>
                  <a:pt x="9" y="17"/>
                </a:move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57" name="Freeform 100"/>
          <p:cNvSpPr>
            <a:spLocks/>
          </p:cNvSpPr>
          <p:nvPr/>
        </p:nvSpPr>
        <p:spPr bwMode="auto">
          <a:xfrm>
            <a:off x="3895725" y="4200525"/>
            <a:ext cx="128588" cy="193675"/>
          </a:xfrm>
          <a:custGeom>
            <a:avLst/>
            <a:gdLst>
              <a:gd name="T0" fmla="*/ 2147483646 w 81"/>
              <a:gd name="T1" fmla="*/ 0 h 122"/>
              <a:gd name="T2" fmla="*/ 2147483646 w 81"/>
              <a:gd name="T3" fmla="*/ 0 h 122"/>
              <a:gd name="T4" fmla="*/ 2147483646 w 81"/>
              <a:gd name="T5" fmla="*/ 2147483646 h 122"/>
              <a:gd name="T6" fmla="*/ 0 w 81"/>
              <a:gd name="T7" fmla="*/ 0 h 122"/>
              <a:gd name="T8" fmla="*/ 2147483646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58" name="Freeform 101"/>
          <p:cNvSpPr>
            <a:spLocks/>
          </p:cNvSpPr>
          <p:nvPr/>
        </p:nvSpPr>
        <p:spPr bwMode="auto">
          <a:xfrm>
            <a:off x="3895725" y="4200525"/>
            <a:ext cx="128588" cy="193675"/>
          </a:xfrm>
          <a:custGeom>
            <a:avLst/>
            <a:gdLst>
              <a:gd name="T0" fmla="*/ 2147483646 w 81"/>
              <a:gd name="T1" fmla="*/ 0 h 122"/>
              <a:gd name="T2" fmla="*/ 2147483646 w 81"/>
              <a:gd name="T3" fmla="*/ 0 h 122"/>
              <a:gd name="T4" fmla="*/ 2147483646 w 81"/>
              <a:gd name="T5" fmla="*/ 2147483646 h 122"/>
              <a:gd name="T6" fmla="*/ 0 w 81"/>
              <a:gd name="T7" fmla="*/ 0 h 122"/>
              <a:gd name="T8" fmla="*/ 2147483646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59" name="Freeform 102"/>
          <p:cNvSpPr>
            <a:spLocks/>
          </p:cNvSpPr>
          <p:nvPr/>
        </p:nvSpPr>
        <p:spPr bwMode="auto">
          <a:xfrm>
            <a:off x="4667250" y="2293938"/>
            <a:ext cx="257175" cy="233362"/>
          </a:xfrm>
          <a:custGeom>
            <a:avLst/>
            <a:gdLst>
              <a:gd name="T0" fmla="*/ 2147483646 w 162"/>
              <a:gd name="T1" fmla="*/ 2147483646 h 147"/>
              <a:gd name="T2" fmla="*/ 2147483646 w 162"/>
              <a:gd name="T3" fmla="*/ 0 h 147"/>
              <a:gd name="T4" fmla="*/ 0 w 162"/>
              <a:gd name="T5" fmla="*/ 2147483646 h 147"/>
              <a:gd name="T6" fmla="*/ 0 w 162"/>
              <a:gd name="T7" fmla="*/ 2147483646 h 147"/>
              <a:gd name="T8" fmla="*/ 2147483646 w 162"/>
              <a:gd name="T9" fmla="*/ 2147483646 h 147"/>
              <a:gd name="T10" fmla="*/ 2147483646 w 162"/>
              <a:gd name="T11" fmla="*/ 2147483646 h 147"/>
              <a:gd name="T12" fmla="*/ 2147483646 w 162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47">
                <a:moveTo>
                  <a:pt x="162" y="8"/>
                </a:moveTo>
                <a:lnTo>
                  <a:pt x="144" y="0"/>
                </a:lnTo>
                <a:lnTo>
                  <a:pt x="0" y="139"/>
                </a:lnTo>
                <a:lnTo>
                  <a:pt x="18" y="147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60" name="Freeform 103"/>
          <p:cNvSpPr>
            <a:spLocks/>
          </p:cNvSpPr>
          <p:nvPr/>
        </p:nvSpPr>
        <p:spPr bwMode="auto">
          <a:xfrm>
            <a:off x="4467225" y="2514600"/>
            <a:ext cx="228600" cy="246063"/>
          </a:xfrm>
          <a:custGeom>
            <a:avLst/>
            <a:gdLst>
              <a:gd name="T0" fmla="*/ 2147483646 w 144"/>
              <a:gd name="T1" fmla="*/ 2147483646 h 155"/>
              <a:gd name="T2" fmla="*/ 2147483646 w 144"/>
              <a:gd name="T3" fmla="*/ 0 h 155"/>
              <a:gd name="T4" fmla="*/ 0 w 144"/>
              <a:gd name="T5" fmla="*/ 2147483646 h 155"/>
              <a:gd name="T6" fmla="*/ 0 w 144"/>
              <a:gd name="T7" fmla="*/ 2147483646 h 155"/>
              <a:gd name="T8" fmla="*/ 2147483646 w 144"/>
              <a:gd name="T9" fmla="*/ 2147483646 h 155"/>
              <a:gd name="T10" fmla="*/ 2147483646 w 144"/>
              <a:gd name="T11" fmla="*/ 2147483646 h 155"/>
              <a:gd name="T12" fmla="*/ 2147483646 w 144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55">
                <a:moveTo>
                  <a:pt x="144" y="8"/>
                </a:moveTo>
                <a:lnTo>
                  <a:pt x="126" y="0"/>
                </a:lnTo>
                <a:lnTo>
                  <a:pt x="0" y="147"/>
                </a:lnTo>
                <a:lnTo>
                  <a:pt x="18" y="155"/>
                </a:lnTo>
                <a:lnTo>
                  <a:pt x="144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61" name="Freeform 104"/>
          <p:cNvSpPr>
            <a:spLocks/>
          </p:cNvSpPr>
          <p:nvPr/>
        </p:nvSpPr>
        <p:spPr bwMode="auto">
          <a:xfrm>
            <a:off x="4295775" y="2747963"/>
            <a:ext cx="200025" cy="233362"/>
          </a:xfrm>
          <a:custGeom>
            <a:avLst/>
            <a:gdLst>
              <a:gd name="T0" fmla="*/ 2147483646 w 126"/>
              <a:gd name="T1" fmla="*/ 2147483646 h 147"/>
              <a:gd name="T2" fmla="*/ 2147483646 w 126"/>
              <a:gd name="T3" fmla="*/ 0 h 147"/>
              <a:gd name="T4" fmla="*/ 0 w 126"/>
              <a:gd name="T5" fmla="*/ 2147483646 h 147"/>
              <a:gd name="T6" fmla="*/ 0 w 126"/>
              <a:gd name="T7" fmla="*/ 2147483646 h 147"/>
              <a:gd name="T8" fmla="*/ 2147483646 w 126"/>
              <a:gd name="T9" fmla="*/ 2147483646 h 147"/>
              <a:gd name="T10" fmla="*/ 2147483646 w 126"/>
              <a:gd name="T11" fmla="*/ 2147483646 h 147"/>
              <a:gd name="T12" fmla="*/ 2147483646 w 126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" h="147">
                <a:moveTo>
                  <a:pt x="126" y="8"/>
                </a:moveTo>
                <a:lnTo>
                  <a:pt x="108" y="0"/>
                </a:lnTo>
                <a:lnTo>
                  <a:pt x="0" y="139"/>
                </a:lnTo>
                <a:lnTo>
                  <a:pt x="18" y="147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62" name="Freeform 105"/>
          <p:cNvSpPr>
            <a:spLocks/>
          </p:cNvSpPr>
          <p:nvPr/>
        </p:nvSpPr>
        <p:spPr bwMode="auto">
          <a:xfrm>
            <a:off x="4167188" y="2968625"/>
            <a:ext cx="157162" cy="246063"/>
          </a:xfrm>
          <a:custGeom>
            <a:avLst/>
            <a:gdLst>
              <a:gd name="T0" fmla="*/ 2147483646 w 99"/>
              <a:gd name="T1" fmla="*/ 2147483646 h 155"/>
              <a:gd name="T2" fmla="*/ 2147483646 w 99"/>
              <a:gd name="T3" fmla="*/ 0 h 155"/>
              <a:gd name="T4" fmla="*/ 0 w 99"/>
              <a:gd name="T5" fmla="*/ 2147483646 h 155"/>
              <a:gd name="T6" fmla="*/ 0 w 99"/>
              <a:gd name="T7" fmla="*/ 2147483646 h 155"/>
              <a:gd name="T8" fmla="*/ 2147483646 w 99"/>
              <a:gd name="T9" fmla="*/ 2147483646 h 155"/>
              <a:gd name="T10" fmla="*/ 2147483646 w 99"/>
              <a:gd name="T11" fmla="*/ 2147483646 h 155"/>
              <a:gd name="T12" fmla="*/ 2147483646 w 99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9" h="155">
                <a:moveTo>
                  <a:pt x="99" y="8"/>
                </a:moveTo>
                <a:lnTo>
                  <a:pt x="81" y="0"/>
                </a:lnTo>
                <a:lnTo>
                  <a:pt x="0" y="147"/>
                </a:lnTo>
                <a:lnTo>
                  <a:pt x="18" y="155"/>
                </a:lnTo>
                <a:lnTo>
                  <a:pt x="99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63" name="Freeform 106"/>
          <p:cNvSpPr>
            <a:spLocks/>
          </p:cNvSpPr>
          <p:nvPr/>
        </p:nvSpPr>
        <p:spPr bwMode="auto">
          <a:xfrm>
            <a:off x="4052888" y="3201988"/>
            <a:ext cx="142875" cy="258762"/>
          </a:xfrm>
          <a:custGeom>
            <a:avLst/>
            <a:gdLst>
              <a:gd name="T0" fmla="*/ 2147483646 w 90"/>
              <a:gd name="T1" fmla="*/ 2147483646 h 163"/>
              <a:gd name="T2" fmla="*/ 2147483646 w 90"/>
              <a:gd name="T3" fmla="*/ 0 h 163"/>
              <a:gd name="T4" fmla="*/ 0 w 90"/>
              <a:gd name="T5" fmla="*/ 2147483646 h 163"/>
              <a:gd name="T6" fmla="*/ 0 w 90"/>
              <a:gd name="T7" fmla="*/ 2147483646 h 163"/>
              <a:gd name="T8" fmla="*/ 2147483646 w 90"/>
              <a:gd name="T9" fmla="*/ 2147483646 h 163"/>
              <a:gd name="T10" fmla="*/ 2147483646 w 90"/>
              <a:gd name="T11" fmla="*/ 2147483646 h 163"/>
              <a:gd name="T12" fmla="*/ 2147483646 w 90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0" h="163">
                <a:moveTo>
                  <a:pt x="90" y="8"/>
                </a:moveTo>
                <a:lnTo>
                  <a:pt x="72" y="0"/>
                </a:lnTo>
                <a:lnTo>
                  <a:pt x="0" y="155"/>
                </a:lnTo>
                <a:lnTo>
                  <a:pt x="18" y="163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64" name="Freeform 107"/>
          <p:cNvSpPr>
            <a:spLocks/>
          </p:cNvSpPr>
          <p:nvPr/>
        </p:nvSpPr>
        <p:spPr bwMode="auto">
          <a:xfrm>
            <a:off x="3981450" y="3448050"/>
            <a:ext cx="100013" cy="258763"/>
          </a:xfrm>
          <a:custGeom>
            <a:avLst/>
            <a:gdLst>
              <a:gd name="T0" fmla="*/ 2147483646 w 63"/>
              <a:gd name="T1" fmla="*/ 2147483646 h 163"/>
              <a:gd name="T2" fmla="*/ 2147483646 w 63"/>
              <a:gd name="T3" fmla="*/ 0 h 163"/>
              <a:gd name="T4" fmla="*/ 0 w 63"/>
              <a:gd name="T5" fmla="*/ 2147483646 h 163"/>
              <a:gd name="T6" fmla="*/ 0 w 63"/>
              <a:gd name="T7" fmla="*/ 2147483646 h 163"/>
              <a:gd name="T8" fmla="*/ 2147483646 w 63"/>
              <a:gd name="T9" fmla="*/ 2147483646 h 163"/>
              <a:gd name="T10" fmla="*/ 2147483646 w 63"/>
              <a:gd name="T11" fmla="*/ 2147483646 h 163"/>
              <a:gd name="T12" fmla="*/ 2147483646 w 63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3" h="163">
                <a:moveTo>
                  <a:pt x="63" y="8"/>
                </a:moveTo>
                <a:lnTo>
                  <a:pt x="45" y="0"/>
                </a:lnTo>
                <a:lnTo>
                  <a:pt x="0" y="155"/>
                </a:lnTo>
                <a:lnTo>
                  <a:pt x="18" y="155"/>
                </a:lnTo>
                <a:lnTo>
                  <a:pt x="18" y="163"/>
                </a:lnTo>
                <a:lnTo>
                  <a:pt x="63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65" name="Freeform 108"/>
          <p:cNvSpPr>
            <a:spLocks/>
          </p:cNvSpPr>
          <p:nvPr/>
        </p:nvSpPr>
        <p:spPr bwMode="auto">
          <a:xfrm>
            <a:off x="3938588" y="3694113"/>
            <a:ext cx="71437" cy="246062"/>
          </a:xfrm>
          <a:custGeom>
            <a:avLst/>
            <a:gdLst>
              <a:gd name="T0" fmla="*/ 2147483646 w 45"/>
              <a:gd name="T1" fmla="*/ 0 h 155"/>
              <a:gd name="T2" fmla="*/ 2147483646 w 45"/>
              <a:gd name="T3" fmla="*/ 0 h 155"/>
              <a:gd name="T4" fmla="*/ 0 w 45"/>
              <a:gd name="T5" fmla="*/ 2147483646 h 155"/>
              <a:gd name="T6" fmla="*/ 0 w 45"/>
              <a:gd name="T7" fmla="*/ 2147483646 h 155"/>
              <a:gd name="T8" fmla="*/ 2147483646 w 45"/>
              <a:gd name="T9" fmla="*/ 2147483646 h 155"/>
              <a:gd name="T10" fmla="*/ 2147483646 w 45"/>
              <a:gd name="T11" fmla="*/ 2147483646 h 155"/>
              <a:gd name="T12" fmla="*/ 2147483646 w 45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5" h="155">
                <a:moveTo>
                  <a:pt x="45" y="0"/>
                </a:moveTo>
                <a:lnTo>
                  <a:pt x="27" y="0"/>
                </a:lnTo>
                <a:lnTo>
                  <a:pt x="0" y="155"/>
                </a:lnTo>
                <a:lnTo>
                  <a:pt x="18" y="15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66" name="Rectangle 109"/>
          <p:cNvSpPr>
            <a:spLocks noChangeArrowheads="1"/>
          </p:cNvSpPr>
          <p:nvPr/>
        </p:nvSpPr>
        <p:spPr bwMode="auto">
          <a:xfrm>
            <a:off x="3938588" y="3940175"/>
            <a:ext cx="28575" cy="24606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5167" name="Freeform 110"/>
          <p:cNvSpPr>
            <a:spLocks/>
          </p:cNvSpPr>
          <p:nvPr/>
        </p:nvSpPr>
        <p:spPr bwMode="auto">
          <a:xfrm>
            <a:off x="2024063" y="3641725"/>
            <a:ext cx="28575" cy="26988"/>
          </a:xfrm>
          <a:custGeom>
            <a:avLst/>
            <a:gdLst>
              <a:gd name="T0" fmla="*/ 0 w 18"/>
              <a:gd name="T1" fmla="*/ 2147483646 h 17"/>
              <a:gd name="T2" fmla="*/ 0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2147483646 h 17"/>
              <a:gd name="T10" fmla="*/ 2147483646 w 18"/>
              <a:gd name="T11" fmla="*/ 2147483646 h 17"/>
              <a:gd name="T12" fmla="*/ 2147483646 w 18"/>
              <a:gd name="T13" fmla="*/ 0 h 17"/>
              <a:gd name="T14" fmla="*/ 0 w 18"/>
              <a:gd name="T15" fmla="*/ 0 h 17"/>
              <a:gd name="T16" fmla="*/ 0 w 18"/>
              <a:gd name="T17" fmla="*/ 2147483646 h 17"/>
              <a:gd name="T18" fmla="*/ 0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7">
                <a:moveTo>
                  <a:pt x="0" y="9"/>
                </a:moveTo>
                <a:lnTo>
                  <a:pt x="0" y="17"/>
                </a:lnTo>
                <a:lnTo>
                  <a:pt x="9" y="17"/>
                </a:lnTo>
                <a:lnTo>
                  <a:pt x="18" y="17"/>
                </a:lnTo>
                <a:lnTo>
                  <a:pt x="18" y="9"/>
                </a:lnTo>
                <a:lnTo>
                  <a:pt x="9" y="0"/>
                </a:lnTo>
                <a:lnTo>
                  <a:pt x="0" y="0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68" name="Freeform 111"/>
          <p:cNvSpPr>
            <a:spLocks/>
          </p:cNvSpPr>
          <p:nvPr/>
        </p:nvSpPr>
        <p:spPr bwMode="auto">
          <a:xfrm>
            <a:off x="1824038" y="3603625"/>
            <a:ext cx="228600" cy="103188"/>
          </a:xfrm>
          <a:custGeom>
            <a:avLst/>
            <a:gdLst>
              <a:gd name="T0" fmla="*/ 2147483646 w 144"/>
              <a:gd name="T1" fmla="*/ 2147483646 h 65"/>
              <a:gd name="T2" fmla="*/ 2147483646 w 144"/>
              <a:gd name="T3" fmla="*/ 2147483646 h 65"/>
              <a:gd name="T4" fmla="*/ 0 w 144"/>
              <a:gd name="T5" fmla="*/ 0 h 65"/>
              <a:gd name="T6" fmla="*/ 2147483646 w 144"/>
              <a:gd name="T7" fmla="*/ 0 h 65"/>
              <a:gd name="T8" fmla="*/ 2147483646 w 144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69" name="Freeform 112"/>
          <p:cNvSpPr>
            <a:spLocks/>
          </p:cNvSpPr>
          <p:nvPr/>
        </p:nvSpPr>
        <p:spPr bwMode="auto">
          <a:xfrm>
            <a:off x="1824038" y="3603625"/>
            <a:ext cx="228600" cy="103188"/>
          </a:xfrm>
          <a:custGeom>
            <a:avLst/>
            <a:gdLst>
              <a:gd name="T0" fmla="*/ 2147483646 w 144"/>
              <a:gd name="T1" fmla="*/ 2147483646 h 65"/>
              <a:gd name="T2" fmla="*/ 2147483646 w 144"/>
              <a:gd name="T3" fmla="*/ 2147483646 h 65"/>
              <a:gd name="T4" fmla="*/ 0 w 144"/>
              <a:gd name="T5" fmla="*/ 0 h 65"/>
              <a:gd name="T6" fmla="*/ 2147483646 w 144"/>
              <a:gd name="T7" fmla="*/ 0 h 65"/>
              <a:gd name="T8" fmla="*/ 2147483646 w 144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70" name="Freeform 113"/>
          <p:cNvSpPr>
            <a:spLocks/>
          </p:cNvSpPr>
          <p:nvPr/>
        </p:nvSpPr>
        <p:spPr bwMode="auto">
          <a:xfrm>
            <a:off x="3538538" y="4303713"/>
            <a:ext cx="471487" cy="363537"/>
          </a:xfrm>
          <a:custGeom>
            <a:avLst/>
            <a:gdLst>
              <a:gd name="T0" fmla="*/ 2147483646 w 297"/>
              <a:gd name="T1" fmla="*/ 2147483646 h 229"/>
              <a:gd name="T2" fmla="*/ 2147483646 w 297"/>
              <a:gd name="T3" fmla="*/ 2147483646 h 229"/>
              <a:gd name="T4" fmla="*/ 2147483646 w 297"/>
              <a:gd name="T5" fmla="*/ 0 h 229"/>
              <a:gd name="T6" fmla="*/ 2147483646 w 297"/>
              <a:gd name="T7" fmla="*/ 0 h 229"/>
              <a:gd name="T8" fmla="*/ 0 w 297"/>
              <a:gd name="T9" fmla="*/ 2147483646 h 229"/>
              <a:gd name="T10" fmla="*/ 0 w 297"/>
              <a:gd name="T11" fmla="*/ 2147483646 h 229"/>
              <a:gd name="T12" fmla="*/ 2147483646 w 297"/>
              <a:gd name="T13" fmla="*/ 214748364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97" h="229">
                <a:moveTo>
                  <a:pt x="288" y="229"/>
                </a:moveTo>
                <a:lnTo>
                  <a:pt x="297" y="212"/>
                </a:lnTo>
                <a:lnTo>
                  <a:pt x="9" y="0"/>
                </a:lnTo>
                <a:lnTo>
                  <a:pt x="0" y="16"/>
                </a:lnTo>
                <a:lnTo>
                  <a:pt x="288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71" name="Freeform 114"/>
          <p:cNvSpPr>
            <a:spLocks/>
          </p:cNvSpPr>
          <p:nvPr/>
        </p:nvSpPr>
        <p:spPr bwMode="auto">
          <a:xfrm>
            <a:off x="3067050" y="4030663"/>
            <a:ext cx="485775" cy="298450"/>
          </a:xfrm>
          <a:custGeom>
            <a:avLst/>
            <a:gdLst>
              <a:gd name="T0" fmla="*/ 2147483646 w 306"/>
              <a:gd name="T1" fmla="*/ 2147483646 h 188"/>
              <a:gd name="T2" fmla="*/ 2147483646 w 306"/>
              <a:gd name="T3" fmla="*/ 2147483646 h 188"/>
              <a:gd name="T4" fmla="*/ 2147483646 w 306"/>
              <a:gd name="T5" fmla="*/ 0 h 188"/>
              <a:gd name="T6" fmla="*/ 2147483646 w 306"/>
              <a:gd name="T7" fmla="*/ 0 h 188"/>
              <a:gd name="T8" fmla="*/ 0 w 306"/>
              <a:gd name="T9" fmla="*/ 2147483646 h 188"/>
              <a:gd name="T10" fmla="*/ 0 w 306"/>
              <a:gd name="T11" fmla="*/ 2147483646 h 188"/>
              <a:gd name="T12" fmla="*/ 2147483646 w 306"/>
              <a:gd name="T13" fmla="*/ 2147483646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06" h="188">
                <a:moveTo>
                  <a:pt x="297" y="188"/>
                </a:moveTo>
                <a:lnTo>
                  <a:pt x="306" y="172"/>
                </a:lnTo>
                <a:lnTo>
                  <a:pt x="9" y="0"/>
                </a:lnTo>
                <a:lnTo>
                  <a:pt x="0" y="17"/>
                </a:lnTo>
                <a:lnTo>
                  <a:pt x="297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72" name="Freeform 115"/>
          <p:cNvSpPr>
            <a:spLocks/>
          </p:cNvSpPr>
          <p:nvPr/>
        </p:nvSpPr>
        <p:spPr bwMode="auto">
          <a:xfrm>
            <a:off x="2552700" y="3811588"/>
            <a:ext cx="528638" cy="246062"/>
          </a:xfrm>
          <a:custGeom>
            <a:avLst/>
            <a:gdLst>
              <a:gd name="T0" fmla="*/ 2147483646 w 333"/>
              <a:gd name="T1" fmla="*/ 2147483646 h 155"/>
              <a:gd name="T2" fmla="*/ 2147483646 w 333"/>
              <a:gd name="T3" fmla="*/ 2147483646 h 155"/>
              <a:gd name="T4" fmla="*/ 2147483646 w 333"/>
              <a:gd name="T5" fmla="*/ 0 h 155"/>
              <a:gd name="T6" fmla="*/ 2147483646 w 333"/>
              <a:gd name="T7" fmla="*/ 0 h 155"/>
              <a:gd name="T8" fmla="*/ 0 w 333"/>
              <a:gd name="T9" fmla="*/ 2147483646 h 155"/>
              <a:gd name="T10" fmla="*/ 0 w 333"/>
              <a:gd name="T11" fmla="*/ 2147483646 h 155"/>
              <a:gd name="T12" fmla="*/ 2147483646 w 333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33" h="155">
                <a:moveTo>
                  <a:pt x="324" y="155"/>
                </a:moveTo>
                <a:lnTo>
                  <a:pt x="333" y="138"/>
                </a:lnTo>
                <a:lnTo>
                  <a:pt x="9" y="0"/>
                </a:lnTo>
                <a:lnTo>
                  <a:pt x="0" y="16"/>
                </a:lnTo>
                <a:lnTo>
                  <a:pt x="324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73" name="Freeform 116"/>
          <p:cNvSpPr>
            <a:spLocks/>
          </p:cNvSpPr>
          <p:nvPr/>
        </p:nvSpPr>
        <p:spPr bwMode="auto">
          <a:xfrm>
            <a:off x="2038350" y="3641725"/>
            <a:ext cx="528638" cy="195263"/>
          </a:xfrm>
          <a:custGeom>
            <a:avLst/>
            <a:gdLst>
              <a:gd name="T0" fmla="*/ 2147483646 w 333"/>
              <a:gd name="T1" fmla="*/ 2147483646 h 123"/>
              <a:gd name="T2" fmla="*/ 2147483646 w 333"/>
              <a:gd name="T3" fmla="*/ 2147483646 h 123"/>
              <a:gd name="T4" fmla="*/ 2147483646 w 333"/>
              <a:gd name="T5" fmla="*/ 0 h 123"/>
              <a:gd name="T6" fmla="*/ 0 w 333"/>
              <a:gd name="T7" fmla="*/ 2147483646 h 123"/>
              <a:gd name="T8" fmla="*/ 2147483646 w 333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3" h="123">
                <a:moveTo>
                  <a:pt x="324" y="123"/>
                </a:moveTo>
                <a:lnTo>
                  <a:pt x="333" y="107"/>
                </a:lnTo>
                <a:lnTo>
                  <a:pt x="9" y="0"/>
                </a:lnTo>
                <a:lnTo>
                  <a:pt x="0" y="17"/>
                </a:lnTo>
                <a:lnTo>
                  <a:pt x="324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74" name="Freeform 117"/>
          <p:cNvSpPr>
            <a:spLocks/>
          </p:cNvSpPr>
          <p:nvPr/>
        </p:nvSpPr>
        <p:spPr bwMode="auto">
          <a:xfrm>
            <a:off x="4953000" y="2747963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0 w 18"/>
              <a:gd name="T3" fmla="*/ 0 h 16"/>
              <a:gd name="T4" fmla="*/ 0 w 18"/>
              <a:gd name="T5" fmla="*/ 2147483646 h 16"/>
              <a:gd name="T6" fmla="*/ 0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9" y="0"/>
                </a:moveTo>
                <a:lnTo>
                  <a:pt x="0" y="0"/>
                </a:lnTo>
                <a:lnTo>
                  <a:pt x="0" y="8"/>
                </a:lnTo>
                <a:lnTo>
                  <a:pt x="9" y="16"/>
                </a:lnTo>
                <a:lnTo>
                  <a:pt x="9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75" name="Freeform 118"/>
          <p:cNvSpPr>
            <a:spLocks/>
          </p:cNvSpPr>
          <p:nvPr/>
        </p:nvSpPr>
        <p:spPr bwMode="auto">
          <a:xfrm>
            <a:off x="4895850" y="2552700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76" name="Freeform 119"/>
          <p:cNvSpPr>
            <a:spLocks/>
          </p:cNvSpPr>
          <p:nvPr/>
        </p:nvSpPr>
        <p:spPr bwMode="auto">
          <a:xfrm>
            <a:off x="4895850" y="2552700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77" name="Freeform 120"/>
          <p:cNvSpPr>
            <a:spLocks/>
          </p:cNvSpPr>
          <p:nvPr/>
        </p:nvSpPr>
        <p:spPr bwMode="auto">
          <a:xfrm>
            <a:off x="3981450" y="4419600"/>
            <a:ext cx="257175" cy="233363"/>
          </a:xfrm>
          <a:custGeom>
            <a:avLst/>
            <a:gdLst>
              <a:gd name="T0" fmla="*/ 0 w 162"/>
              <a:gd name="T1" fmla="*/ 2147483646 h 147"/>
              <a:gd name="T2" fmla="*/ 2147483646 w 162"/>
              <a:gd name="T3" fmla="*/ 2147483646 h 147"/>
              <a:gd name="T4" fmla="*/ 2147483646 w 162"/>
              <a:gd name="T5" fmla="*/ 2147483646 h 147"/>
              <a:gd name="T6" fmla="*/ 2147483646 w 162"/>
              <a:gd name="T7" fmla="*/ 2147483646 h 147"/>
              <a:gd name="T8" fmla="*/ 2147483646 w 162"/>
              <a:gd name="T9" fmla="*/ 0 h 147"/>
              <a:gd name="T10" fmla="*/ 2147483646 w 162"/>
              <a:gd name="T11" fmla="*/ 0 h 147"/>
              <a:gd name="T12" fmla="*/ 0 w 162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47">
                <a:moveTo>
                  <a:pt x="0" y="139"/>
                </a:moveTo>
                <a:lnTo>
                  <a:pt x="18" y="147"/>
                </a:lnTo>
                <a:lnTo>
                  <a:pt x="162" y="9"/>
                </a:lnTo>
                <a:lnTo>
                  <a:pt x="144" y="0"/>
                </a:lnTo>
                <a:lnTo>
                  <a:pt x="0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78" name="Freeform 121"/>
          <p:cNvSpPr>
            <a:spLocks/>
          </p:cNvSpPr>
          <p:nvPr/>
        </p:nvSpPr>
        <p:spPr bwMode="auto">
          <a:xfrm>
            <a:off x="4210050" y="4200525"/>
            <a:ext cx="228600" cy="233363"/>
          </a:xfrm>
          <a:custGeom>
            <a:avLst/>
            <a:gdLst>
              <a:gd name="T0" fmla="*/ 0 w 144"/>
              <a:gd name="T1" fmla="*/ 2147483646 h 147"/>
              <a:gd name="T2" fmla="*/ 2147483646 w 144"/>
              <a:gd name="T3" fmla="*/ 2147483646 h 147"/>
              <a:gd name="T4" fmla="*/ 2147483646 w 144"/>
              <a:gd name="T5" fmla="*/ 2147483646 h 147"/>
              <a:gd name="T6" fmla="*/ 2147483646 w 144"/>
              <a:gd name="T7" fmla="*/ 2147483646 h 147"/>
              <a:gd name="T8" fmla="*/ 2147483646 w 144"/>
              <a:gd name="T9" fmla="*/ 0 h 147"/>
              <a:gd name="T10" fmla="*/ 2147483646 w 144"/>
              <a:gd name="T11" fmla="*/ 0 h 147"/>
              <a:gd name="T12" fmla="*/ 0 w 144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47">
                <a:moveTo>
                  <a:pt x="0" y="138"/>
                </a:moveTo>
                <a:lnTo>
                  <a:pt x="18" y="147"/>
                </a:lnTo>
                <a:lnTo>
                  <a:pt x="144" y="8"/>
                </a:lnTo>
                <a:lnTo>
                  <a:pt x="126" y="0"/>
                </a:lnTo>
                <a:lnTo>
                  <a:pt x="0" y="13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79" name="Freeform 122"/>
          <p:cNvSpPr>
            <a:spLocks/>
          </p:cNvSpPr>
          <p:nvPr/>
        </p:nvSpPr>
        <p:spPr bwMode="auto">
          <a:xfrm>
            <a:off x="4410075" y="3967163"/>
            <a:ext cx="200025" cy="246062"/>
          </a:xfrm>
          <a:custGeom>
            <a:avLst/>
            <a:gdLst>
              <a:gd name="T0" fmla="*/ 0 w 126"/>
              <a:gd name="T1" fmla="*/ 2147483646 h 155"/>
              <a:gd name="T2" fmla="*/ 2147483646 w 126"/>
              <a:gd name="T3" fmla="*/ 2147483646 h 155"/>
              <a:gd name="T4" fmla="*/ 2147483646 w 126"/>
              <a:gd name="T5" fmla="*/ 2147483646 h 155"/>
              <a:gd name="T6" fmla="*/ 2147483646 w 126"/>
              <a:gd name="T7" fmla="*/ 2147483646 h 155"/>
              <a:gd name="T8" fmla="*/ 2147483646 w 126"/>
              <a:gd name="T9" fmla="*/ 0 h 155"/>
              <a:gd name="T10" fmla="*/ 2147483646 w 126"/>
              <a:gd name="T11" fmla="*/ 0 h 155"/>
              <a:gd name="T12" fmla="*/ 0 w 126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" h="155">
                <a:moveTo>
                  <a:pt x="0" y="147"/>
                </a:moveTo>
                <a:lnTo>
                  <a:pt x="18" y="155"/>
                </a:lnTo>
                <a:lnTo>
                  <a:pt x="126" y="8"/>
                </a:lnTo>
                <a:lnTo>
                  <a:pt x="108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80" name="Freeform 123"/>
          <p:cNvSpPr>
            <a:spLocks/>
          </p:cNvSpPr>
          <p:nvPr/>
        </p:nvSpPr>
        <p:spPr bwMode="auto">
          <a:xfrm>
            <a:off x="4581525" y="3733800"/>
            <a:ext cx="171450" cy="246063"/>
          </a:xfrm>
          <a:custGeom>
            <a:avLst/>
            <a:gdLst>
              <a:gd name="T0" fmla="*/ 0 w 108"/>
              <a:gd name="T1" fmla="*/ 2147483646 h 155"/>
              <a:gd name="T2" fmla="*/ 2147483646 w 108"/>
              <a:gd name="T3" fmla="*/ 2147483646 h 155"/>
              <a:gd name="T4" fmla="*/ 2147483646 w 108"/>
              <a:gd name="T5" fmla="*/ 2147483646 h 155"/>
              <a:gd name="T6" fmla="*/ 2147483646 w 108"/>
              <a:gd name="T7" fmla="*/ 2147483646 h 155"/>
              <a:gd name="T8" fmla="*/ 2147483646 w 108"/>
              <a:gd name="T9" fmla="*/ 0 h 155"/>
              <a:gd name="T10" fmla="*/ 2147483646 w 108"/>
              <a:gd name="T11" fmla="*/ 0 h 155"/>
              <a:gd name="T12" fmla="*/ 0 w 108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8" h="155">
                <a:moveTo>
                  <a:pt x="0" y="147"/>
                </a:moveTo>
                <a:lnTo>
                  <a:pt x="18" y="155"/>
                </a:lnTo>
                <a:lnTo>
                  <a:pt x="108" y="8"/>
                </a:lnTo>
                <a:lnTo>
                  <a:pt x="90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81" name="Freeform 124"/>
          <p:cNvSpPr>
            <a:spLocks/>
          </p:cNvSpPr>
          <p:nvPr/>
        </p:nvSpPr>
        <p:spPr bwMode="auto">
          <a:xfrm>
            <a:off x="4724400" y="3500438"/>
            <a:ext cx="128588" cy="246062"/>
          </a:xfrm>
          <a:custGeom>
            <a:avLst/>
            <a:gdLst>
              <a:gd name="T0" fmla="*/ 0 w 81"/>
              <a:gd name="T1" fmla="*/ 2147483646 h 155"/>
              <a:gd name="T2" fmla="*/ 2147483646 w 81"/>
              <a:gd name="T3" fmla="*/ 2147483646 h 155"/>
              <a:gd name="T4" fmla="*/ 2147483646 w 81"/>
              <a:gd name="T5" fmla="*/ 2147483646 h 155"/>
              <a:gd name="T6" fmla="*/ 2147483646 w 81"/>
              <a:gd name="T7" fmla="*/ 2147483646 h 155"/>
              <a:gd name="T8" fmla="*/ 2147483646 w 81"/>
              <a:gd name="T9" fmla="*/ 0 h 155"/>
              <a:gd name="T10" fmla="*/ 2147483646 w 81"/>
              <a:gd name="T11" fmla="*/ 0 h 155"/>
              <a:gd name="T12" fmla="*/ 0 w 81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1" h="155">
                <a:moveTo>
                  <a:pt x="0" y="147"/>
                </a:moveTo>
                <a:lnTo>
                  <a:pt x="18" y="155"/>
                </a:lnTo>
                <a:lnTo>
                  <a:pt x="81" y="8"/>
                </a:lnTo>
                <a:lnTo>
                  <a:pt x="63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82" name="Freeform 125"/>
          <p:cNvSpPr>
            <a:spLocks/>
          </p:cNvSpPr>
          <p:nvPr/>
        </p:nvSpPr>
        <p:spPr bwMode="auto">
          <a:xfrm>
            <a:off x="4824413" y="3252788"/>
            <a:ext cx="100012" cy="260350"/>
          </a:xfrm>
          <a:custGeom>
            <a:avLst/>
            <a:gdLst>
              <a:gd name="T0" fmla="*/ 0 w 63"/>
              <a:gd name="T1" fmla="*/ 2147483646 h 164"/>
              <a:gd name="T2" fmla="*/ 2147483646 w 63"/>
              <a:gd name="T3" fmla="*/ 2147483646 h 164"/>
              <a:gd name="T4" fmla="*/ 2147483646 w 63"/>
              <a:gd name="T5" fmla="*/ 2147483646 h 164"/>
              <a:gd name="T6" fmla="*/ 2147483646 w 63"/>
              <a:gd name="T7" fmla="*/ 0 h 164"/>
              <a:gd name="T8" fmla="*/ 2147483646 w 63"/>
              <a:gd name="T9" fmla="*/ 0 h 164"/>
              <a:gd name="T10" fmla="*/ 2147483646 w 63"/>
              <a:gd name="T11" fmla="*/ 0 h 164"/>
              <a:gd name="T12" fmla="*/ 0 w 63"/>
              <a:gd name="T13" fmla="*/ 2147483646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3" h="164">
                <a:moveTo>
                  <a:pt x="0" y="156"/>
                </a:moveTo>
                <a:lnTo>
                  <a:pt x="18" y="164"/>
                </a:lnTo>
                <a:lnTo>
                  <a:pt x="63" y="9"/>
                </a:lnTo>
                <a:lnTo>
                  <a:pt x="63" y="0"/>
                </a:lnTo>
                <a:lnTo>
                  <a:pt x="45" y="0"/>
                </a:lnTo>
                <a:lnTo>
                  <a:pt x="0" y="15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83" name="Freeform 126"/>
          <p:cNvSpPr>
            <a:spLocks/>
          </p:cNvSpPr>
          <p:nvPr/>
        </p:nvSpPr>
        <p:spPr bwMode="auto">
          <a:xfrm>
            <a:off x="4895850" y="3006725"/>
            <a:ext cx="71438" cy="246063"/>
          </a:xfrm>
          <a:custGeom>
            <a:avLst/>
            <a:gdLst>
              <a:gd name="T0" fmla="*/ 0 w 45"/>
              <a:gd name="T1" fmla="*/ 2147483646 h 155"/>
              <a:gd name="T2" fmla="*/ 2147483646 w 45"/>
              <a:gd name="T3" fmla="*/ 2147483646 h 155"/>
              <a:gd name="T4" fmla="*/ 2147483646 w 45"/>
              <a:gd name="T5" fmla="*/ 0 h 155"/>
              <a:gd name="T6" fmla="*/ 2147483646 w 45"/>
              <a:gd name="T7" fmla="*/ 0 h 155"/>
              <a:gd name="T8" fmla="*/ 2147483646 w 45"/>
              <a:gd name="T9" fmla="*/ 0 h 155"/>
              <a:gd name="T10" fmla="*/ 2147483646 w 45"/>
              <a:gd name="T11" fmla="*/ 0 h 155"/>
              <a:gd name="T12" fmla="*/ 0 w 45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5" h="155">
                <a:moveTo>
                  <a:pt x="0" y="155"/>
                </a:moveTo>
                <a:lnTo>
                  <a:pt x="18" y="155"/>
                </a:lnTo>
                <a:lnTo>
                  <a:pt x="45" y="0"/>
                </a:lnTo>
                <a:lnTo>
                  <a:pt x="27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84" name="Rectangle 127"/>
          <p:cNvSpPr>
            <a:spLocks noChangeArrowheads="1"/>
          </p:cNvSpPr>
          <p:nvPr/>
        </p:nvSpPr>
        <p:spPr bwMode="auto">
          <a:xfrm>
            <a:off x="4938713" y="2747963"/>
            <a:ext cx="28575" cy="2587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5185" name="Freeform 128"/>
          <p:cNvSpPr>
            <a:spLocks/>
          </p:cNvSpPr>
          <p:nvPr/>
        </p:nvSpPr>
        <p:spPr bwMode="auto">
          <a:xfrm>
            <a:off x="6938963" y="5199063"/>
            <a:ext cx="14287" cy="12700"/>
          </a:xfrm>
          <a:custGeom>
            <a:avLst/>
            <a:gdLst>
              <a:gd name="T0" fmla="*/ 0 w 9"/>
              <a:gd name="T1" fmla="*/ 2147483646 h 8"/>
              <a:gd name="T2" fmla="*/ 2147483646 w 9"/>
              <a:gd name="T3" fmla="*/ 2147483646 h 8"/>
              <a:gd name="T4" fmla="*/ 2147483646 w 9"/>
              <a:gd name="T5" fmla="*/ 2147483646 h 8"/>
              <a:gd name="T6" fmla="*/ 2147483646 w 9"/>
              <a:gd name="T7" fmla="*/ 0 h 8"/>
              <a:gd name="T8" fmla="*/ 2147483646 w 9"/>
              <a:gd name="T9" fmla="*/ 0 h 8"/>
              <a:gd name="T10" fmla="*/ 0 w 9"/>
              <a:gd name="T11" fmla="*/ 0 h 8"/>
              <a:gd name="T12" fmla="*/ 0 w 9"/>
              <a:gd name="T13" fmla="*/ 0 h 8"/>
              <a:gd name="T14" fmla="*/ 0 w 9"/>
              <a:gd name="T15" fmla="*/ 2147483646 h 8"/>
              <a:gd name="T16" fmla="*/ 0 w 9"/>
              <a:gd name="T17" fmla="*/ 2147483646 h 8"/>
              <a:gd name="T18" fmla="*/ 0 w 9"/>
              <a:gd name="T19" fmla="*/ 2147483646 h 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9" h="8">
                <a:moveTo>
                  <a:pt x="0" y="8"/>
                </a:moveTo>
                <a:lnTo>
                  <a:pt x="9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86" name="Freeform 129"/>
          <p:cNvSpPr>
            <a:spLocks/>
          </p:cNvSpPr>
          <p:nvPr/>
        </p:nvSpPr>
        <p:spPr bwMode="auto">
          <a:xfrm>
            <a:off x="6881813" y="5199063"/>
            <a:ext cx="114300" cy="193675"/>
          </a:xfrm>
          <a:custGeom>
            <a:avLst/>
            <a:gdLst>
              <a:gd name="T0" fmla="*/ 2147483646 w 72"/>
              <a:gd name="T1" fmla="*/ 2147483646 h 122"/>
              <a:gd name="T2" fmla="*/ 2147483646 w 72"/>
              <a:gd name="T3" fmla="*/ 2147483646 h 122"/>
              <a:gd name="T4" fmla="*/ 0 w 72"/>
              <a:gd name="T5" fmla="*/ 2147483646 h 122"/>
              <a:gd name="T6" fmla="*/ 0 w 72"/>
              <a:gd name="T7" fmla="*/ 0 h 122"/>
              <a:gd name="T8" fmla="*/ 2147483646 w 72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87" name="Freeform 130"/>
          <p:cNvSpPr>
            <a:spLocks/>
          </p:cNvSpPr>
          <p:nvPr/>
        </p:nvSpPr>
        <p:spPr bwMode="auto">
          <a:xfrm>
            <a:off x="6881813" y="5199063"/>
            <a:ext cx="114300" cy="193675"/>
          </a:xfrm>
          <a:custGeom>
            <a:avLst/>
            <a:gdLst>
              <a:gd name="T0" fmla="*/ 2147483646 w 72"/>
              <a:gd name="T1" fmla="*/ 2147483646 h 122"/>
              <a:gd name="T2" fmla="*/ 2147483646 w 72"/>
              <a:gd name="T3" fmla="*/ 2147483646 h 122"/>
              <a:gd name="T4" fmla="*/ 0 w 72"/>
              <a:gd name="T5" fmla="*/ 2147483646 h 122"/>
              <a:gd name="T6" fmla="*/ 0 w 72"/>
              <a:gd name="T7" fmla="*/ 0 h 122"/>
              <a:gd name="T8" fmla="*/ 2147483646 w 72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88" name="Freeform 131"/>
          <p:cNvSpPr>
            <a:spLocks/>
          </p:cNvSpPr>
          <p:nvPr/>
        </p:nvSpPr>
        <p:spPr bwMode="auto">
          <a:xfrm>
            <a:off x="7010400" y="2825750"/>
            <a:ext cx="114300" cy="311150"/>
          </a:xfrm>
          <a:custGeom>
            <a:avLst/>
            <a:gdLst>
              <a:gd name="T0" fmla="*/ 2147483646 w 72"/>
              <a:gd name="T1" fmla="*/ 0 h 196"/>
              <a:gd name="T2" fmla="*/ 0 w 72"/>
              <a:gd name="T3" fmla="*/ 2147483646 h 196"/>
              <a:gd name="T4" fmla="*/ 2147483646 w 72"/>
              <a:gd name="T5" fmla="*/ 2147483646 h 196"/>
              <a:gd name="T6" fmla="*/ 2147483646 w 72"/>
              <a:gd name="T7" fmla="*/ 2147483646 h 196"/>
              <a:gd name="T8" fmla="*/ 2147483646 w 72"/>
              <a:gd name="T9" fmla="*/ 2147483646 h 196"/>
              <a:gd name="T10" fmla="*/ 2147483646 w 72"/>
              <a:gd name="T11" fmla="*/ 2147483646 h 196"/>
              <a:gd name="T12" fmla="*/ 2147483646 w 72"/>
              <a:gd name="T13" fmla="*/ 0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2" h="196">
                <a:moveTo>
                  <a:pt x="18" y="0"/>
                </a:moveTo>
                <a:lnTo>
                  <a:pt x="0" y="8"/>
                </a:lnTo>
                <a:lnTo>
                  <a:pt x="54" y="196"/>
                </a:lnTo>
                <a:lnTo>
                  <a:pt x="54" y="188"/>
                </a:lnTo>
                <a:lnTo>
                  <a:pt x="72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89" name="Freeform 132"/>
          <p:cNvSpPr>
            <a:spLocks/>
          </p:cNvSpPr>
          <p:nvPr/>
        </p:nvSpPr>
        <p:spPr bwMode="auto">
          <a:xfrm>
            <a:off x="7096125" y="3124200"/>
            <a:ext cx="85725" cy="298450"/>
          </a:xfrm>
          <a:custGeom>
            <a:avLst/>
            <a:gdLst>
              <a:gd name="T0" fmla="*/ 2147483646 w 54"/>
              <a:gd name="T1" fmla="*/ 0 h 188"/>
              <a:gd name="T2" fmla="*/ 0 w 54"/>
              <a:gd name="T3" fmla="*/ 0 h 188"/>
              <a:gd name="T4" fmla="*/ 2147483646 w 54"/>
              <a:gd name="T5" fmla="*/ 2147483646 h 188"/>
              <a:gd name="T6" fmla="*/ 2147483646 w 54"/>
              <a:gd name="T7" fmla="*/ 2147483646 h 188"/>
              <a:gd name="T8" fmla="*/ 2147483646 w 54"/>
              <a:gd name="T9" fmla="*/ 2147483646 h 188"/>
              <a:gd name="T10" fmla="*/ 2147483646 w 54"/>
              <a:gd name="T11" fmla="*/ 2147483646 h 188"/>
              <a:gd name="T12" fmla="*/ 2147483646 w 54"/>
              <a:gd name="T13" fmla="*/ 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4" h="188">
                <a:moveTo>
                  <a:pt x="18" y="0"/>
                </a:moveTo>
                <a:lnTo>
                  <a:pt x="0" y="0"/>
                </a:lnTo>
                <a:lnTo>
                  <a:pt x="36" y="188"/>
                </a:lnTo>
                <a:lnTo>
                  <a:pt x="54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90" name="Freeform 133"/>
          <p:cNvSpPr>
            <a:spLocks/>
          </p:cNvSpPr>
          <p:nvPr/>
        </p:nvSpPr>
        <p:spPr bwMode="auto">
          <a:xfrm>
            <a:off x="7153275" y="3422650"/>
            <a:ext cx="42863" cy="595313"/>
          </a:xfrm>
          <a:custGeom>
            <a:avLst/>
            <a:gdLst>
              <a:gd name="T0" fmla="*/ 2147483646 w 27"/>
              <a:gd name="T1" fmla="*/ 0 h 375"/>
              <a:gd name="T2" fmla="*/ 0 w 27"/>
              <a:gd name="T3" fmla="*/ 0 h 375"/>
              <a:gd name="T4" fmla="*/ 2147483646 w 27"/>
              <a:gd name="T5" fmla="*/ 2147483646 h 375"/>
              <a:gd name="T6" fmla="*/ 2147483646 w 27"/>
              <a:gd name="T7" fmla="*/ 2147483646 h 375"/>
              <a:gd name="T8" fmla="*/ 2147483646 w 27"/>
              <a:gd name="T9" fmla="*/ 2147483646 h 375"/>
              <a:gd name="T10" fmla="*/ 2147483646 w 27"/>
              <a:gd name="T11" fmla="*/ 2147483646 h 375"/>
              <a:gd name="T12" fmla="*/ 2147483646 w 27"/>
              <a:gd name="T13" fmla="*/ 0 h 3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" h="375">
                <a:moveTo>
                  <a:pt x="18" y="0"/>
                </a:moveTo>
                <a:lnTo>
                  <a:pt x="0" y="0"/>
                </a:lnTo>
                <a:lnTo>
                  <a:pt x="9" y="375"/>
                </a:lnTo>
                <a:lnTo>
                  <a:pt x="27" y="37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91" name="Freeform 134"/>
          <p:cNvSpPr>
            <a:spLocks/>
          </p:cNvSpPr>
          <p:nvPr/>
        </p:nvSpPr>
        <p:spPr bwMode="auto">
          <a:xfrm>
            <a:off x="7096125" y="4017963"/>
            <a:ext cx="100013" cy="609600"/>
          </a:xfrm>
          <a:custGeom>
            <a:avLst/>
            <a:gdLst>
              <a:gd name="T0" fmla="*/ 2147483646 w 63"/>
              <a:gd name="T1" fmla="*/ 0 h 384"/>
              <a:gd name="T2" fmla="*/ 2147483646 w 63"/>
              <a:gd name="T3" fmla="*/ 0 h 384"/>
              <a:gd name="T4" fmla="*/ 0 w 63"/>
              <a:gd name="T5" fmla="*/ 2147483646 h 384"/>
              <a:gd name="T6" fmla="*/ 0 w 63"/>
              <a:gd name="T7" fmla="*/ 2147483646 h 384"/>
              <a:gd name="T8" fmla="*/ 2147483646 w 63"/>
              <a:gd name="T9" fmla="*/ 2147483646 h 384"/>
              <a:gd name="T10" fmla="*/ 2147483646 w 63"/>
              <a:gd name="T11" fmla="*/ 2147483646 h 384"/>
              <a:gd name="T12" fmla="*/ 2147483646 w 63"/>
              <a:gd name="T13" fmla="*/ 0 h 3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3" h="384">
                <a:moveTo>
                  <a:pt x="63" y="0"/>
                </a:moveTo>
                <a:lnTo>
                  <a:pt x="45" y="0"/>
                </a:lnTo>
                <a:lnTo>
                  <a:pt x="0" y="376"/>
                </a:lnTo>
                <a:lnTo>
                  <a:pt x="18" y="384"/>
                </a:lnTo>
                <a:lnTo>
                  <a:pt x="18" y="376"/>
                </a:lnTo>
                <a:lnTo>
                  <a:pt x="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92" name="Freeform 135"/>
          <p:cNvSpPr>
            <a:spLocks/>
          </p:cNvSpPr>
          <p:nvPr/>
        </p:nvSpPr>
        <p:spPr bwMode="auto">
          <a:xfrm>
            <a:off x="6924675" y="4614863"/>
            <a:ext cx="200025" cy="596900"/>
          </a:xfrm>
          <a:custGeom>
            <a:avLst/>
            <a:gdLst>
              <a:gd name="T0" fmla="*/ 2147483646 w 126"/>
              <a:gd name="T1" fmla="*/ 2147483646 h 376"/>
              <a:gd name="T2" fmla="*/ 2147483646 w 126"/>
              <a:gd name="T3" fmla="*/ 0 h 376"/>
              <a:gd name="T4" fmla="*/ 0 w 126"/>
              <a:gd name="T5" fmla="*/ 2147483646 h 376"/>
              <a:gd name="T6" fmla="*/ 2147483646 w 126"/>
              <a:gd name="T7" fmla="*/ 2147483646 h 376"/>
              <a:gd name="T8" fmla="*/ 2147483646 w 126"/>
              <a:gd name="T9" fmla="*/ 2147483646 h 3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6" h="376">
                <a:moveTo>
                  <a:pt x="126" y="8"/>
                </a:moveTo>
                <a:lnTo>
                  <a:pt x="108" y="0"/>
                </a:lnTo>
                <a:lnTo>
                  <a:pt x="0" y="368"/>
                </a:lnTo>
                <a:lnTo>
                  <a:pt x="18" y="376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93" name="Oval 136"/>
          <p:cNvSpPr>
            <a:spLocks noChangeArrowheads="1"/>
          </p:cNvSpPr>
          <p:nvPr/>
        </p:nvSpPr>
        <p:spPr bwMode="auto">
          <a:xfrm>
            <a:off x="6624638" y="2592388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5194" name="Oval 137"/>
          <p:cNvSpPr>
            <a:spLocks noChangeArrowheads="1"/>
          </p:cNvSpPr>
          <p:nvPr/>
        </p:nvSpPr>
        <p:spPr bwMode="auto">
          <a:xfrm>
            <a:off x="6624638" y="2593975"/>
            <a:ext cx="800100" cy="436563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5195" name="Rectangle 138"/>
          <p:cNvSpPr>
            <a:spLocks noChangeArrowheads="1"/>
          </p:cNvSpPr>
          <p:nvPr/>
        </p:nvSpPr>
        <p:spPr bwMode="auto">
          <a:xfrm>
            <a:off x="6796088" y="2708275"/>
            <a:ext cx="460062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 b="1" dirty="0">
                <a:latin typeface="Times New Roman" panose="02020603050405020304" pitchFamily="18" charset="0"/>
              </a:rPr>
              <a:t>JFK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5196" name="Freeform 139"/>
          <p:cNvSpPr>
            <a:spLocks/>
          </p:cNvSpPr>
          <p:nvPr/>
        </p:nvSpPr>
        <p:spPr bwMode="auto">
          <a:xfrm>
            <a:off x="4424363" y="4964113"/>
            <a:ext cx="28575" cy="26987"/>
          </a:xfrm>
          <a:custGeom>
            <a:avLst/>
            <a:gdLst>
              <a:gd name="T0" fmla="*/ 2147483646 w 18"/>
              <a:gd name="T1" fmla="*/ 0 h 17"/>
              <a:gd name="T2" fmla="*/ 0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2147483646 h 17"/>
              <a:gd name="T10" fmla="*/ 2147483646 w 18"/>
              <a:gd name="T11" fmla="*/ 2147483646 h 17"/>
              <a:gd name="T12" fmla="*/ 2147483646 w 18"/>
              <a:gd name="T13" fmla="*/ 0 h 17"/>
              <a:gd name="T14" fmla="*/ 2147483646 w 18"/>
              <a:gd name="T15" fmla="*/ 0 h 17"/>
              <a:gd name="T16" fmla="*/ 2147483646 w 18"/>
              <a:gd name="T17" fmla="*/ 0 h 17"/>
              <a:gd name="T18" fmla="*/ 2147483646 w 18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7">
                <a:moveTo>
                  <a:pt x="9" y="0"/>
                </a:move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97" name="Freeform 140"/>
          <p:cNvSpPr>
            <a:spLocks/>
          </p:cNvSpPr>
          <p:nvPr/>
        </p:nvSpPr>
        <p:spPr bwMode="auto">
          <a:xfrm>
            <a:off x="4295775" y="4822825"/>
            <a:ext cx="185738" cy="180975"/>
          </a:xfrm>
          <a:custGeom>
            <a:avLst/>
            <a:gdLst>
              <a:gd name="T0" fmla="*/ 2147483646 w 117"/>
              <a:gd name="T1" fmla="*/ 2147483646 h 114"/>
              <a:gd name="T2" fmla="*/ 2147483646 w 117"/>
              <a:gd name="T3" fmla="*/ 2147483646 h 114"/>
              <a:gd name="T4" fmla="*/ 0 w 117"/>
              <a:gd name="T5" fmla="*/ 0 h 114"/>
              <a:gd name="T6" fmla="*/ 2147483646 w 117"/>
              <a:gd name="T7" fmla="*/ 2147483646 h 114"/>
              <a:gd name="T8" fmla="*/ 2147483646 w 117"/>
              <a:gd name="T9" fmla="*/ 2147483646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98" name="Freeform 141"/>
          <p:cNvSpPr>
            <a:spLocks/>
          </p:cNvSpPr>
          <p:nvPr/>
        </p:nvSpPr>
        <p:spPr bwMode="auto">
          <a:xfrm>
            <a:off x="4295775" y="4822825"/>
            <a:ext cx="185738" cy="180975"/>
          </a:xfrm>
          <a:custGeom>
            <a:avLst/>
            <a:gdLst>
              <a:gd name="T0" fmla="*/ 2147483646 w 117"/>
              <a:gd name="T1" fmla="*/ 2147483646 h 114"/>
              <a:gd name="T2" fmla="*/ 2147483646 w 117"/>
              <a:gd name="T3" fmla="*/ 2147483646 h 114"/>
              <a:gd name="T4" fmla="*/ 0 w 117"/>
              <a:gd name="T5" fmla="*/ 0 h 114"/>
              <a:gd name="T6" fmla="*/ 2147483646 w 117"/>
              <a:gd name="T7" fmla="*/ 2147483646 h 114"/>
              <a:gd name="T8" fmla="*/ 2147483646 w 117"/>
              <a:gd name="T9" fmla="*/ 2147483646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99" name="Freeform 142"/>
          <p:cNvSpPr>
            <a:spLocks/>
          </p:cNvSpPr>
          <p:nvPr/>
        </p:nvSpPr>
        <p:spPr bwMode="auto">
          <a:xfrm>
            <a:off x="6510338" y="5626100"/>
            <a:ext cx="357187" cy="65088"/>
          </a:xfrm>
          <a:custGeom>
            <a:avLst/>
            <a:gdLst>
              <a:gd name="T0" fmla="*/ 2147483646 w 225"/>
              <a:gd name="T1" fmla="*/ 2147483646 h 41"/>
              <a:gd name="T2" fmla="*/ 2147483646 w 225"/>
              <a:gd name="T3" fmla="*/ 0 h 41"/>
              <a:gd name="T4" fmla="*/ 0 w 225"/>
              <a:gd name="T5" fmla="*/ 2147483646 h 41"/>
              <a:gd name="T6" fmla="*/ 0 w 225"/>
              <a:gd name="T7" fmla="*/ 2147483646 h 41"/>
              <a:gd name="T8" fmla="*/ 0 w 225"/>
              <a:gd name="T9" fmla="*/ 2147483646 h 41"/>
              <a:gd name="T10" fmla="*/ 0 w 225"/>
              <a:gd name="T11" fmla="*/ 2147483646 h 41"/>
              <a:gd name="T12" fmla="*/ 2147483646 w 225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41">
                <a:moveTo>
                  <a:pt x="225" y="16"/>
                </a:moveTo>
                <a:lnTo>
                  <a:pt x="225" y="0"/>
                </a:lnTo>
                <a:lnTo>
                  <a:pt x="0" y="25"/>
                </a:lnTo>
                <a:lnTo>
                  <a:pt x="0" y="4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200" name="Freeform 143"/>
          <p:cNvSpPr>
            <a:spLocks/>
          </p:cNvSpPr>
          <p:nvPr/>
        </p:nvSpPr>
        <p:spPr bwMode="auto">
          <a:xfrm>
            <a:off x="6153150" y="5665788"/>
            <a:ext cx="357188" cy="25400"/>
          </a:xfrm>
          <a:custGeom>
            <a:avLst/>
            <a:gdLst>
              <a:gd name="T0" fmla="*/ 2147483646 w 225"/>
              <a:gd name="T1" fmla="*/ 2147483646 h 16"/>
              <a:gd name="T2" fmla="*/ 2147483646 w 225"/>
              <a:gd name="T3" fmla="*/ 0 h 16"/>
              <a:gd name="T4" fmla="*/ 0 w 225"/>
              <a:gd name="T5" fmla="*/ 0 h 16"/>
              <a:gd name="T6" fmla="*/ 0 w 225"/>
              <a:gd name="T7" fmla="*/ 0 h 16"/>
              <a:gd name="T8" fmla="*/ 0 w 225"/>
              <a:gd name="T9" fmla="*/ 2147483646 h 16"/>
              <a:gd name="T10" fmla="*/ 0 w 225"/>
              <a:gd name="T11" fmla="*/ 2147483646 h 16"/>
              <a:gd name="T12" fmla="*/ 2147483646 w 225"/>
              <a:gd name="T13" fmla="*/ 2147483646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16">
                <a:moveTo>
                  <a:pt x="225" y="16"/>
                </a:moveTo>
                <a:lnTo>
                  <a:pt x="225" y="0"/>
                </a:lnTo>
                <a:lnTo>
                  <a:pt x="0" y="0"/>
                </a:lnTo>
                <a:lnTo>
                  <a:pt x="0" y="16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201" name="Freeform 144"/>
          <p:cNvSpPr>
            <a:spLocks/>
          </p:cNvSpPr>
          <p:nvPr/>
        </p:nvSpPr>
        <p:spPr bwMode="auto">
          <a:xfrm>
            <a:off x="5810250" y="5626100"/>
            <a:ext cx="342900" cy="65088"/>
          </a:xfrm>
          <a:custGeom>
            <a:avLst/>
            <a:gdLst>
              <a:gd name="T0" fmla="*/ 2147483646 w 216"/>
              <a:gd name="T1" fmla="*/ 2147483646 h 41"/>
              <a:gd name="T2" fmla="*/ 2147483646 w 216"/>
              <a:gd name="T3" fmla="*/ 2147483646 h 41"/>
              <a:gd name="T4" fmla="*/ 0 w 216"/>
              <a:gd name="T5" fmla="*/ 0 h 41"/>
              <a:gd name="T6" fmla="*/ 0 w 216"/>
              <a:gd name="T7" fmla="*/ 0 h 41"/>
              <a:gd name="T8" fmla="*/ 0 w 216"/>
              <a:gd name="T9" fmla="*/ 2147483646 h 41"/>
              <a:gd name="T10" fmla="*/ 0 w 216"/>
              <a:gd name="T11" fmla="*/ 2147483646 h 41"/>
              <a:gd name="T12" fmla="*/ 2147483646 w 216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41">
                <a:moveTo>
                  <a:pt x="216" y="41"/>
                </a:moveTo>
                <a:lnTo>
                  <a:pt x="216" y="25"/>
                </a:lnTo>
                <a:lnTo>
                  <a:pt x="0" y="0"/>
                </a:lnTo>
                <a:lnTo>
                  <a:pt x="0" y="16"/>
                </a:lnTo>
                <a:lnTo>
                  <a:pt x="216" y="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202" name="Freeform 145"/>
          <p:cNvSpPr>
            <a:spLocks/>
          </p:cNvSpPr>
          <p:nvPr/>
        </p:nvSpPr>
        <p:spPr bwMode="auto">
          <a:xfrm>
            <a:off x="5481638" y="5561013"/>
            <a:ext cx="328612" cy="90487"/>
          </a:xfrm>
          <a:custGeom>
            <a:avLst/>
            <a:gdLst>
              <a:gd name="T0" fmla="*/ 2147483646 w 207"/>
              <a:gd name="T1" fmla="*/ 2147483646 h 57"/>
              <a:gd name="T2" fmla="*/ 2147483646 w 207"/>
              <a:gd name="T3" fmla="*/ 2147483646 h 57"/>
              <a:gd name="T4" fmla="*/ 0 w 207"/>
              <a:gd name="T5" fmla="*/ 0 h 57"/>
              <a:gd name="T6" fmla="*/ 2147483646 w 207"/>
              <a:gd name="T7" fmla="*/ 0 h 57"/>
              <a:gd name="T8" fmla="*/ 0 w 207"/>
              <a:gd name="T9" fmla="*/ 2147483646 h 57"/>
              <a:gd name="T10" fmla="*/ 0 w 207"/>
              <a:gd name="T11" fmla="*/ 2147483646 h 57"/>
              <a:gd name="T12" fmla="*/ 2147483646 w 207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7" h="57">
                <a:moveTo>
                  <a:pt x="207" y="57"/>
                </a:moveTo>
                <a:lnTo>
                  <a:pt x="207" y="41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07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203" name="Freeform 146"/>
          <p:cNvSpPr>
            <a:spLocks/>
          </p:cNvSpPr>
          <p:nvPr/>
        </p:nvSpPr>
        <p:spPr bwMode="auto">
          <a:xfrm>
            <a:off x="5181600" y="5457825"/>
            <a:ext cx="314325" cy="130175"/>
          </a:xfrm>
          <a:custGeom>
            <a:avLst/>
            <a:gdLst>
              <a:gd name="T0" fmla="*/ 2147483646 w 198"/>
              <a:gd name="T1" fmla="*/ 2147483646 h 82"/>
              <a:gd name="T2" fmla="*/ 2147483646 w 198"/>
              <a:gd name="T3" fmla="*/ 2147483646 h 82"/>
              <a:gd name="T4" fmla="*/ 2147483646 w 198"/>
              <a:gd name="T5" fmla="*/ 0 h 82"/>
              <a:gd name="T6" fmla="*/ 2147483646 w 198"/>
              <a:gd name="T7" fmla="*/ 0 h 82"/>
              <a:gd name="T8" fmla="*/ 0 w 198"/>
              <a:gd name="T9" fmla="*/ 2147483646 h 82"/>
              <a:gd name="T10" fmla="*/ 0 w 198"/>
              <a:gd name="T11" fmla="*/ 2147483646 h 82"/>
              <a:gd name="T12" fmla="*/ 2147483646 w 198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8" h="82">
                <a:moveTo>
                  <a:pt x="189" y="82"/>
                </a:moveTo>
                <a:lnTo>
                  <a:pt x="198" y="65"/>
                </a:lnTo>
                <a:lnTo>
                  <a:pt x="9" y="0"/>
                </a:lnTo>
                <a:lnTo>
                  <a:pt x="0" y="16"/>
                </a:lnTo>
                <a:lnTo>
                  <a:pt x="189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204" name="Freeform 147"/>
          <p:cNvSpPr>
            <a:spLocks/>
          </p:cNvSpPr>
          <p:nvPr/>
        </p:nvSpPr>
        <p:spPr bwMode="auto">
          <a:xfrm>
            <a:off x="4895850" y="5327650"/>
            <a:ext cx="300038" cy="155575"/>
          </a:xfrm>
          <a:custGeom>
            <a:avLst/>
            <a:gdLst>
              <a:gd name="T0" fmla="*/ 2147483646 w 189"/>
              <a:gd name="T1" fmla="*/ 2147483646 h 98"/>
              <a:gd name="T2" fmla="*/ 2147483646 w 189"/>
              <a:gd name="T3" fmla="*/ 2147483646 h 98"/>
              <a:gd name="T4" fmla="*/ 2147483646 w 189"/>
              <a:gd name="T5" fmla="*/ 0 h 98"/>
              <a:gd name="T6" fmla="*/ 2147483646 w 189"/>
              <a:gd name="T7" fmla="*/ 0 h 98"/>
              <a:gd name="T8" fmla="*/ 0 w 189"/>
              <a:gd name="T9" fmla="*/ 2147483646 h 98"/>
              <a:gd name="T10" fmla="*/ 0 w 189"/>
              <a:gd name="T11" fmla="*/ 2147483646 h 98"/>
              <a:gd name="T12" fmla="*/ 2147483646 w 189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98">
                <a:moveTo>
                  <a:pt x="180" y="98"/>
                </a:moveTo>
                <a:lnTo>
                  <a:pt x="189" y="82"/>
                </a:lnTo>
                <a:lnTo>
                  <a:pt x="9" y="0"/>
                </a:lnTo>
                <a:lnTo>
                  <a:pt x="0" y="17"/>
                </a:lnTo>
                <a:lnTo>
                  <a:pt x="180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205" name="Freeform 148"/>
          <p:cNvSpPr>
            <a:spLocks/>
          </p:cNvSpPr>
          <p:nvPr/>
        </p:nvSpPr>
        <p:spPr bwMode="auto">
          <a:xfrm>
            <a:off x="4638675" y="5159375"/>
            <a:ext cx="271463" cy="195263"/>
          </a:xfrm>
          <a:custGeom>
            <a:avLst/>
            <a:gdLst>
              <a:gd name="T0" fmla="*/ 2147483646 w 171"/>
              <a:gd name="T1" fmla="*/ 2147483646 h 123"/>
              <a:gd name="T2" fmla="*/ 2147483646 w 171"/>
              <a:gd name="T3" fmla="*/ 2147483646 h 123"/>
              <a:gd name="T4" fmla="*/ 2147483646 w 171"/>
              <a:gd name="T5" fmla="*/ 0 h 123"/>
              <a:gd name="T6" fmla="*/ 2147483646 w 171"/>
              <a:gd name="T7" fmla="*/ 2147483646 h 123"/>
              <a:gd name="T8" fmla="*/ 0 w 171"/>
              <a:gd name="T9" fmla="*/ 2147483646 h 123"/>
              <a:gd name="T10" fmla="*/ 2147483646 w 171"/>
              <a:gd name="T11" fmla="*/ 2147483646 h 123"/>
              <a:gd name="T12" fmla="*/ 2147483646 w 171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1" h="123">
                <a:moveTo>
                  <a:pt x="162" y="123"/>
                </a:moveTo>
                <a:lnTo>
                  <a:pt x="171" y="106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62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206" name="Freeform 149"/>
          <p:cNvSpPr>
            <a:spLocks/>
          </p:cNvSpPr>
          <p:nvPr/>
        </p:nvSpPr>
        <p:spPr bwMode="auto">
          <a:xfrm>
            <a:off x="4424363" y="4964113"/>
            <a:ext cx="242887" cy="220662"/>
          </a:xfrm>
          <a:custGeom>
            <a:avLst/>
            <a:gdLst>
              <a:gd name="T0" fmla="*/ 2147483646 w 153"/>
              <a:gd name="T1" fmla="*/ 2147483646 h 139"/>
              <a:gd name="T2" fmla="*/ 2147483646 w 153"/>
              <a:gd name="T3" fmla="*/ 2147483646 h 139"/>
              <a:gd name="T4" fmla="*/ 2147483646 w 153"/>
              <a:gd name="T5" fmla="*/ 0 h 139"/>
              <a:gd name="T6" fmla="*/ 0 w 153"/>
              <a:gd name="T7" fmla="*/ 2147483646 h 139"/>
              <a:gd name="T8" fmla="*/ 2147483646 w 153"/>
              <a:gd name="T9" fmla="*/ 2147483646 h 1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3" h="139">
                <a:moveTo>
                  <a:pt x="135" y="139"/>
                </a:moveTo>
                <a:lnTo>
                  <a:pt x="153" y="131"/>
                </a:lnTo>
                <a:lnTo>
                  <a:pt x="18" y="0"/>
                </a:lnTo>
                <a:lnTo>
                  <a:pt x="0" y="9"/>
                </a:lnTo>
                <a:lnTo>
                  <a:pt x="135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207" name="Oval 150"/>
          <p:cNvSpPr>
            <a:spLocks noChangeArrowheads="1"/>
          </p:cNvSpPr>
          <p:nvPr/>
        </p:nvSpPr>
        <p:spPr bwMode="auto">
          <a:xfrm>
            <a:off x="6467475" y="5418138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5208" name="Oval 151"/>
          <p:cNvSpPr>
            <a:spLocks noChangeArrowheads="1"/>
          </p:cNvSpPr>
          <p:nvPr/>
        </p:nvSpPr>
        <p:spPr bwMode="auto">
          <a:xfrm>
            <a:off x="6467475" y="5421313"/>
            <a:ext cx="800100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5209" name="Rectangle 152"/>
          <p:cNvSpPr>
            <a:spLocks noChangeArrowheads="1"/>
          </p:cNvSpPr>
          <p:nvPr/>
        </p:nvSpPr>
        <p:spPr bwMode="auto">
          <a:xfrm>
            <a:off x="6610350" y="5521325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MIA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5210" name="Oval 153"/>
          <p:cNvSpPr>
            <a:spLocks noChangeArrowheads="1"/>
          </p:cNvSpPr>
          <p:nvPr/>
        </p:nvSpPr>
        <p:spPr bwMode="auto">
          <a:xfrm>
            <a:off x="4552950" y="2085975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5211" name="Oval 154"/>
          <p:cNvSpPr>
            <a:spLocks noChangeArrowheads="1"/>
          </p:cNvSpPr>
          <p:nvPr/>
        </p:nvSpPr>
        <p:spPr bwMode="auto">
          <a:xfrm>
            <a:off x="4552950" y="2089150"/>
            <a:ext cx="800100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5212" name="Rectangle 155"/>
          <p:cNvSpPr>
            <a:spLocks noChangeArrowheads="1"/>
          </p:cNvSpPr>
          <p:nvPr/>
        </p:nvSpPr>
        <p:spPr bwMode="auto">
          <a:xfrm>
            <a:off x="4667250" y="2201863"/>
            <a:ext cx="51456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ORD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5213" name="Oval 156"/>
          <p:cNvSpPr>
            <a:spLocks noChangeArrowheads="1"/>
          </p:cNvSpPr>
          <p:nvPr/>
        </p:nvSpPr>
        <p:spPr bwMode="auto">
          <a:xfrm>
            <a:off x="1123950" y="4667250"/>
            <a:ext cx="800100" cy="43973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5214" name="Oval 157"/>
          <p:cNvSpPr>
            <a:spLocks noChangeArrowheads="1"/>
          </p:cNvSpPr>
          <p:nvPr/>
        </p:nvSpPr>
        <p:spPr bwMode="auto">
          <a:xfrm>
            <a:off x="1123950" y="4668838"/>
            <a:ext cx="800100" cy="436562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5215" name="Rectangle 158"/>
          <p:cNvSpPr>
            <a:spLocks noChangeArrowheads="1"/>
          </p:cNvSpPr>
          <p:nvPr/>
        </p:nvSpPr>
        <p:spPr bwMode="auto">
          <a:xfrm>
            <a:off x="1252538" y="4783138"/>
            <a:ext cx="50174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LAX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5216" name="Oval 159"/>
          <p:cNvSpPr>
            <a:spLocks noChangeArrowheads="1"/>
          </p:cNvSpPr>
          <p:nvPr/>
        </p:nvSpPr>
        <p:spPr bwMode="auto">
          <a:xfrm>
            <a:off x="3595688" y="4419600"/>
            <a:ext cx="814387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5217" name="Oval 160"/>
          <p:cNvSpPr>
            <a:spLocks noChangeArrowheads="1"/>
          </p:cNvSpPr>
          <p:nvPr/>
        </p:nvSpPr>
        <p:spPr bwMode="auto">
          <a:xfrm>
            <a:off x="3595688" y="4422775"/>
            <a:ext cx="814387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5218" name="Rectangle 161"/>
          <p:cNvSpPr>
            <a:spLocks noChangeArrowheads="1"/>
          </p:cNvSpPr>
          <p:nvPr/>
        </p:nvSpPr>
        <p:spPr bwMode="auto">
          <a:xfrm>
            <a:off x="3709988" y="4537075"/>
            <a:ext cx="54181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DFW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5219" name="Oval 162"/>
          <p:cNvSpPr>
            <a:spLocks noChangeArrowheads="1"/>
          </p:cNvSpPr>
          <p:nvPr/>
        </p:nvSpPr>
        <p:spPr bwMode="auto">
          <a:xfrm>
            <a:off x="938213" y="3370263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5220" name="Oval 163"/>
          <p:cNvSpPr>
            <a:spLocks noChangeArrowheads="1"/>
          </p:cNvSpPr>
          <p:nvPr/>
        </p:nvSpPr>
        <p:spPr bwMode="auto">
          <a:xfrm>
            <a:off x="938213" y="3373438"/>
            <a:ext cx="800100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5221" name="Rectangle 164"/>
          <p:cNvSpPr>
            <a:spLocks noChangeArrowheads="1"/>
          </p:cNvSpPr>
          <p:nvPr/>
        </p:nvSpPr>
        <p:spPr bwMode="auto">
          <a:xfrm>
            <a:off x="1081088" y="3486150"/>
            <a:ext cx="448841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 dirty="0">
                <a:latin typeface="Times New Roman" panose="02020603050405020304" pitchFamily="18" charset="0"/>
              </a:rPr>
              <a:t>SFO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5222" name="Rectangle 165"/>
          <p:cNvSpPr>
            <a:spLocks noChangeArrowheads="1"/>
          </p:cNvSpPr>
          <p:nvPr/>
        </p:nvSpPr>
        <p:spPr bwMode="auto">
          <a:xfrm>
            <a:off x="866775" y="2890838"/>
            <a:ext cx="400050" cy="349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5223" name="Rectangle 166"/>
          <p:cNvSpPr>
            <a:spLocks noChangeArrowheads="1"/>
          </p:cNvSpPr>
          <p:nvPr/>
        </p:nvSpPr>
        <p:spPr bwMode="auto">
          <a:xfrm>
            <a:off x="838200" y="2916238"/>
            <a:ext cx="385763" cy="350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5224" name="Rectangle 167"/>
          <p:cNvSpPr>
            <a:spLocks noChangeArrowheads="1"/>
          </p:cNvSpPr>
          <p:nvPr/>
        </p:nvSpPr>
        <p:spPr bwMode="auto">
          <a:xfrm>
            <a:off x="838200" y="2917825"/>
            <a:ext cx="385763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5225" name="Rectangle 168"/>
          <p:cNvSpPr>
            <a:spLocks noChangeArrowheads="1"/>
          </p:cNvSpPr>
          <p:nvPr/>
        </p:nvSpPr>
        <p:spPr bwMode="auto">
          <a:xfrm>
            <a:off x="909638" y="2878138"/>
            <a:ext cx="1349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5226" name="Rectangle 169"/>
          <p:cNvSpPr>
            <a:spLocks noChangeArrowheads="1"/>
          </p:cNvSpPr>
          <p:nvPr/>
        </p:nvSpPr>
        <p:spPr bwMode="auto">
          <a:xfrm>
            <a:off x="1052513" y="3033713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5227" name="Rectangle 170"/>
          <p:cNvSpPr>
            <a:spLocks noChangeArrowheads="1"/>
          </p:cNvSpPr>
          <p:nvPr/>
        </p:nvSpPr>
        <p:spPr bwMode="auto">
          <a:xfrm>
            <a:off x="881063" y="5199063"/>
            <a:ext cx="400050" cy="349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5228" name="Rectangle 171"/>
          <p:cNvSpPr>
            <a:spLocks noChangeArrowheads="1"/>
          </p:cNvSpPr>
          <p:nvPr/>
        </p:nvSpPr>
        <p:spPr bwMode="auto">
          <a:xfrm>
            <a:off x="852488" y="522446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5229" name="Rectangle 172"/>
          <p:cNvSpPr>
            <a:spLocks noChangeArrowheads="1"/>
          </p:cNvSpPr>
          <p:nvPr/>
        </p:nvSpPr>
        <p:spPr bwMode="auto">
          <a:xfrm>
            <a:off x="852488" y="5226050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5230" name="Rectangle 173"/>
          <p:cNvSpPr>
            <a:spLocks noChangeArrowheads="1"/>
          </p:cNvSpPr>
          <p:nvPr/>
        </p:nvSpPr>
        <p:spPr bwMode="auto">
          <a:xfrm>
            <a:off x="923925" y="5186363"/>
            <a:ext cx="1349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5231" name="Rectangle 174"/>
          <p:cNvSpPr>
            <a:spLocks noChangeArrowheads="1"/>
          </p:cNvSpPr>
          <p:nvPr/>
        </p:nvSpPr>
        <p:spPr bwMode="auto">
          <a:xfrm>
            <a:off x="1066800" y="53419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5232" name="Rectangle 175"/>
          <p:cNvSpPr>
            <a:spLocks noChangeArrowheads="1"/>
          </p:cNvSpPr>
          <p:nvPr/>
        </p:nvSpPr>
        <p:spPr bwMode="auto">
          <a:xfrm>
            <a:off x="3652838" y="4978400"/>
            <a:ext cx="400050" cy="3619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5233" name="Rectangle 176"/>
          <p:cNvSpPr>
            <a:spLocks noChangeArrowheads="1"/>
          </p:cNvSpPr>
          <p:nvPr/>
        </p:nvSpPr>
        <p:spPr bwMode="auto">
          <a:xfrm>
            <a:off x="3609975" y="5003800"/>
            <a:ext cx="400050" cy="363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5234" name="Rectangle 177"/>
          <p:cNvSpPr>
            <a:spLocks noChangeArrowheads="1"/>
          </p:cNvSpPr>
          <p:nvPr/>
        </p:nvSpPr>
        <p:spPr bwMode="auto">
          <a:xfrm>
            <a:off x="3609975" y="5005388"/>
            <a:ext cx="400050" cy="36036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5235" name="Rectangle 178"/>
          <p:cNvSpPr>
            <a:spLocks noChangeArrowheads="1"/>
          </p:cNvSpPr>
          <p:nvPr/>
        </p:nvSpPr>
        <p:spPr bwMode="auto">
          <a:xfrm>
            <a:off x="3695700" y="4978400"/>
            <a:ext cx="1349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5236" name="Rectangle 179"/>
          <p:cNvSpPr>
            <a:spLocks noChangeArrowheads="1"/>
          </p:cNvSpPr>
          <p:nvPr/>
        </p:nvSpPr>
        <p:spPr bwMode="auto">
          <a:xfrm>
            <a:off x="3838575" y="512127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5237" name="Rectangle 180"/>
          <p:cNvSpPr>
            <a:spLocks noChangeArrowheads="1"/>
          </p:cNvSpPr>
          <p:nvPr/>
        </p:nvSpPr>
        <p:spPr bwMode="auto">
          <a:xfrm>
            <a:off x="5510213" y="2112963"/>
            <a:ext cx="385762" cy="349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5238" name="Rectangle 181"/>
          <p:cNvSpPr>
            <a:spLocks noChangeArrowheads="1"/>
          </p:cNvSpPr>
          <p:nvPr/>
        </p:nvSpPr>
        <p:spPr bwMode="auto">
          <a:xfrm>
            <a:off x="5467350" y="2138363"/>
            <a:ext cx="385763" cy="3635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5239" name="Rectangle 182"/>
          <p:cNvSpPr>
            <a:spLocks noChangeArrowheads="1"/>
          </p:cNvSpPr>
          <p:nvPr/>
        </p:nvSpPr>
        <p:spPr bwMode="auto">
          <a:xfrm>
            <a:off x="5467350" y="2139950"/>
            <a:ext cx="385763" cy="3603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5240" name="Rectangle 183"/>
          <p:cNvSpPr>
            <a:spLocks noChangeArrowheads="1"/>
          </p:cNvSpPr>
          <p:nvPr/>
        </p:nvSpPr>
        <p:spPr bwMode="auto">
          <a:xfrm>
            <a:off x="5538788" y="2100263"/>
            <a:ext cx="1349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5241" name="Rectangle 184"/>
          <p:cNvSpPr>
            <a:spLocks noChangeArrowheads="1"/>
          </p:cNvSpPr>
          <p:nvPr/>
        </p:nvSpPr>
        <p:spPr bwMode="auto">
          <a:xfrm>
            <a:off x="5681663" y="22558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5242" name="Rectangle 185"/>
          <p:cNvSpPr>
            <a:spLocks noChangeArrowheads="1"/>
          </p:cNvSpPr>
          <p:nvPr/>
        </p:nvSpPr>
        <p:spPr bwMode="auto">
          <a:xfrm>
            <a:off x="6396038" y="5962650"/>
            <a:ext cx="400050" cy="3635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5243" name="Rectangle 186"/>
          <p:cNvSpPr>
            <a:spLocks noChangeArrowheads="1"/>
          </p:cNvSpPr>
          <p:nvPr/>
        </p:nvSpPr>
        <p:spPr bwMode="auto">
          <a:xfrm>
            <a:off x="6353175" y="6002338"/>
            <a:ext cx="400050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5244" name="Rectangle 187"/>
          <p:cNvSpPr>
            <a:spLocks noChangeArrowheads="1"/>
          </p:cNvSpPr>
          <p:nvPr/>
        </p:nvSpPr>
        <p:spPr bwMode="auto">
          <a:xfrm>
            <a:off x="6353175" y="6003925"/>
            <a:ext cx="400050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5245" name="Rectangle 188"/>
          <p:cNvSpPr>
            <a:spLocks noChangeArrowheads="1"/>
          </p:cNvSpPr>
          <p:nvPr/>
        </p:nvSpPr>
        <p:spPr bwMode="auto">
          <a:xfrm>
            <a:off x="6424613" y="5964238"/>
            <a:ext cx="1349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5246" name="Rectangle 189"/>
          <p:cNvSpPr>
            <a:spLocks noChangeArrowheads="1"/>
          </p:cNvSpPr>
          <p:nvPr/>
        </p:nvSpPr>
        <p:spPr bwMode="auto">
          <a:xfrm>
            <a:off x="6581775" y="610552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5247" name="Rectangle 190"/>
          <p:cNvSpPr>
            <a:spLocks noChangeArrowheads="1"/>
          </p:cNvSpPr>
          <p:nvPr/>
        </p:nvSpPr>
        <p:spPr bwMode="auto">
          <a:xfrm>
            <a:off x="7439025" y="3019425"/>
            <a:ext cx="385763" cy="3635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5248" name="Rectangle 191"/>
          <p:cNvSpPr>
            <a:spLocks noChangeArrowheads="1"/>
          </p:cNvSpPr>
          <p:nvPr/>
        </p:nvSpPr>
        <p:spPr bwMode="auto">
          <a:xfrm>
            <a:off x="7396163" y="305911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5249" name="Rectangle 192"/>
          <p:cNvSpPr>
            <a:spLocks noChangeArrowheads="1"/>
          </p:cNvSpPr>
          <p:nvPr/>
        </p:nvSpPr>
        <p:spPr bwMode="auto">
          <a:xfrm>
            <a:off x="7396163" y="3060700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5250" name="Rectangle 193"/>
          <p:cNvSpPr>
            <a:spLocks noChangeArrowheads="1"/>
          </p:cNvSpPr>
          <p:nvPr/>
        </p:nvSpPr>
        <p:spPr bwMode="auto">
          <a:xfrm>
            <a:off x="7467600" y="3021013"/>
            <a:ext cx="1349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5251" name="Rectangle 194"/>
          <p:cNvSpPr>
            <a:spLocks noChangeArrowheads="1"/>
          </p:cNvSpPr>
          <p:nvPr/>
        </p:nvSpPr>
        <p:spPr bwMode="auto">
          <a:xfrm>
            <a:off x="7610475" y="3162300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cxnSp>
        <p:nvCxnSpPr>
          <p:cNvPr id="45253" name="AutoShape 196"/>
          <p:cNvCxnSpPr>
            <a:cxnSpLocks noChangeShapeType="1"/>
            <a:stCxn id="45208" idx="1"/>
            <a:endCxn id="45211" idx="5"/>
          </p:cNvCxnSpPr>
          <p:nvPr/>
        </p:nvCxnSpPr>
        <p:spPr bwMode="auto">
          <a:xfrm rot="5400000" flipH="1">
            <a:off x="4426744" y="3298031"/>
            <a:ext cx="2967038" cy="1349375"/>
          </a:xfrm>
          <a:prstGeom prst="curvedConnector3">
            <a:avLst>
              <a:gd name="adj1" fmla="val 49972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254" name="AutoShape 197"/>
          <p:cNvCxnSpPr>
            <a:cxnSpLocks noChangeShapeType="1"/>
            <a:stCxn id="45208" idx="3"/>
            <a:endCxn id="45220" idx="2"/>
          </p:cNvCxnSpPr>
          <p:nvPr/>
        </p:nvCxnSpPr>
        <p:spPr bwMode="auto">
          <a:xfrm rot="16200000" flipV="1">
            <a:off x="2632075" y="1868488"/>
            <a:ext cx="2230438" cy="5675312"/>
          </a:xfrm>
          <a:prstGeom prst="curvedConnector4">
            <a:avLst>
              <a:gd name="adj1" fmla="val -25125"/>
              <a:gd name="adj2" fmla="val 108838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255" name="AutoShape 198"/>
          <p:cNvCxnSpPr>
            <a:cxnSpLocks noChangeShapeType="1"/>
            <a:stCxn id="45194" idx="3"/>
            <a:endCxn id="45214" idx="7"/>
          </p:cNvCxnSpPr>
          <p:nvPr/>
        </p:nvCxnSpPr>
        <p:spPr bwMode="auto">
          <a:xfrm rot="5400000">
            <a:off x="3420269" y="1381919"/>
            <a:ext cx="1708150" cy="4935538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256" name="AutoShape 199"/>
          <p:cNvCxnSpPr>
            <a:cxnSpLocks noChangeShapeType="1"/>
            <a:stCxn id="45194" idx="2"/>
            <a:endCxn id="45211" idx="5"/>
          </p:cNvCxnSpPr>
          <p:nvPr/>
        </p:nvCxnSpPr>
        <p:spPr bwMode="auto">
          <a:xfrm rot="10800000">
            <a:off x="5235575" y="2489200"/>
            <a:ext cx="1360488" cy="323850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257" name="AutoShape 200"/>
          <p:cNvCxnSpPr>
            <a:cxnSpLocks noChangeShapeType="1"/>
            <a:stCxn id="45214" idx="7"/>
            <a:endCxn id="45217" idx="2"/>
          </p:cNvCxnSpPr>
          <p:nvPr/>
        </p:nvCxnSpPr>
        <p:spPr bwMode="auto">
          <a:xfrm rot="-5400000">
            <a:off x="2655094" y="3791744"/>
            <a:ext cx="63500" cy="1760538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258" name="AutoShape 201"/>
          <p:cNvCxnSpPr>
            <a:cxnSpLocks noChangeShapeType="1"/>
            <a:stCxn id="45059" idx="2"/>
            <a:endCxn id="45219" idx="7"/>
          </p:cNvCxnSpPr>
          <p:nvPr/>
        </p:nvCxnSpPr>
        <p:spPr bwMode="auto">
          <a:xfrm rot="10800000" flipV="1">
            <a:off x="1620838" y="1724025"/>
            <a:ext cx="5561012" cy="1711325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259" name="AutoShape 202"/>
          <p:cNvCxnSpPr>
            <a:cxnSpLocks noChangeShapeType="1"/>
            <a:stCxn id="45059" idx="6"/>
            <a:endCxn id="45213" idx="5"/>
          </p:cNvCxnSpPr>
          <p:nvPr/>
        </p:nvCxnSpPr>
        <p:spPr bwMode="auto">
          <a:xfrm flipH="1">
            <a:off x="1806575" y="1724025"/>
            <a:ext cx="6232525" cy="3317875"/>
          </a:xfrm>
          <a:prstGeom prst="curvedConnector4">
            <a:avLst>
              <a:gd name="adj1" fmla="val -7264"/>
              <a:gd name="adj2" fmla="val 115597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260" name="AutoShape 203"/>
          <p:cNvCxnSpPr>
            <a:cxnSpLocks noChangeShapeType="1"/>
            <a:stCxn id="45266" idx="2"/>
            <a:endCxn id="45217" idx="7"/>
          </p:cNvCxnSpPr>
          <p:nvPr/>
        </p:nvCxnSpPr>
        <p:spPr bwMode="auto">
          <a:xfrm flipH="1">
            <a:off x="4291013" y="1724025"/>
            <a:ext cx="2919412" cy="2733675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261" name="AutoShape 204"/>
          <p:cNvCxnSpPr>
            <a:cxnSpLocks noChangeShapeType="1"/>
            <a:stCxn id="45266" idx="1"/>
            <a:endCxn id="45211" idx="7"/>
          </p:cNvCxnSpPr>
          <p:nvPr/>
        </p:nvCxnSpPr>
        <p:spPr bwMode="auto">
          <a:xfrm rot="-5400000" flipH="1" flipV="1">
            <a:off x="6003925" y="800100"/>
            <a:ext cx="555625" cy="2092325"/>
          </a:xfrm>
          <a:prstGeom prst="curvedConnector3">
            <a:avLst>
              <a:gd name="adj1" fmla="val -18005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5262" name="Group 205"/>
          <p:cNvGrpSpPr>
            <a:grpSpLocks/>
          </p:cNvGrpSpPr>
          <p:nvPr/>
        </p:nvGrpSpPr>
        <p:grpSpPr bwMode="auto">
          <a:xfrm>
            <a:off x="7210425" y="1503363"/>
            <a:ext cx="800100" cy="439737"/>
            <a:chOff x="4542" y="947"/>
            <a:chExt cx="504" cy="277"/>
          </a:xfrm>
        </p:grpSpPr>
        <p:sp>
          <p:nvSpPr>
            <p:cNvPr id="45266" name="Oval 206"/>
            <p:cNvSpPr>
              <a:spLocks noChangeArrowheads="1"/>
            </p:cNvSpPr>
            <p:nvPr/>
          </p:nvSpPr>
          <p:spPr bwMode="auto">
            <a:xfrm>
              <a:off x="4542" y="947"/>
              <a:ext cx="504" cy="27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MY" altLang="en-US" sz="1800"/>
            </a:p>
          </p:txBody>
        </p:sp>
        <p:sp>
          <p:nvSpPr>
            <p:cNvPr id="45267" name="Rectangle 207"/>
            <p:cNvSpPr>
              <a:spLocks noChangeArrowheads="1"/>
            </p:cNvSpPr>
            <p:nvPr/>
          </p:nvSpPr>
          <p:spPr bwMode="auto">
            <a:xfrm>
              <a:off x="4655" y="1002"/>
              <a:ext cx="299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900" dirty="0">
                  <a:latin typeface="Times New Roman" panose="02020603050405020304" pitchFamily="18" charset="0"/>
                </a:rPr>
                <a:t>BOS</a:t>
              </a:r>
              <a:endParaRPr lang="en-US" altLang="en-US" sz="1800" b="1" dirty="0">
                <a:latin typeface="Times" panose="02020603050405020304" pitchFamily="18" charset="0"/>
              </a:endParaRPr>
            </a:p>
          </p:txBody>
        </p:sp>
      </p:grpSp>
      <p:cxnSp>
        <p:nvCxnSpPr>
          <p:cNvPr id="45263" name="AutoShape 209"/>
          <p:cNvCxnSpPr>
            <a:cxnSpLocks noChangeShapeType="1"/>
          </p:cNvCxnSpPr>
          <p:nvPr/>
        </p:nvCxnSpPr>
        <p:spPr bwMode="auto">
          <a:xfrm rot="-5400000" flipH="1" flipV="1">
            <a:off x="2393950" y="1068388"/>
            <a:ext cx="1220788" cy="3332162"/>
          </a:xfrm>
          <a:prstGeom prst="curvedConnector3">
            <a:avLst>
              <a:gd name="adj1" fmla="val -21588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264" name="AutoShape 210"/>
          <p:cNvCxnSpPr>
            <a:cxnSpLocks noChangeShapeType="1"/>
          </p:cNvCxnSpPr>
          <p:nvPr/>
        </p:nvCxnSpPr>
        <p:spPr bwMode="auto">
          <a:xfrm flipH="1" flipV="1">
            <a:off x="1338263" y="3836988"/>
            <a:ext cx="185737" cy="803275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265" name="AutoShape 211"/>
          <p:cNvCxnSpPr>
            <a:cxnSpLocks noChangeShapeType="1"/>
          </p:cNvCxnSpPr>
          <p:nvPr/>
        </p:nvCxnSpPr>
        <p:spPr bwMode="auto">
          <a:xfrm rot="10800000" flipV="1">
            <a:off x="1600200" y="2228850"/>
            <a:ext cx="2971800" cy="2411413"/>
          </a:xfrm>
          <a:prstGeom prst="curvedConnector2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" name="Group 4">
            <a:extLst>
              <a:ext uri="{FF2B5EF4-FFF2-40B4-BE49-F238E27FC236}">
                <a16:creationId xmlns:a16="http://schemas.microsoft.com/office/drawing/2014/main" id="{27D17C8D-ACDD-D1BC-C353-5786A45F2B6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062913" y="1219200"/>
            <a:ext cx="419100" cy="419100"/>
            <a:chOff x="5079" y="768"/>
            <a:chExt cx="264" cy="264"/>
          </a:xfrm>
        </p:grpSpPr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AF2EDC22-EE40-B6EB-D2D5-9106B847BCE6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5079" y="768"/>
              <a:ext cx="264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Rectangle 5">
              <a:extLst>
                <a:ext uri="{FF2B5EF4-FFF2-40B4-BE49-F238E27FC236}">
                  <a16:creationId xmlns:a16="http://schemas.microsoft.com/office/drawing/2014/main" id="{90B5544F-4CF3-8619-F578-1ACAA9B75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1" y="776"/>
              <a:ext cx="216" cy="216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4428BC6B-0BAD-9692-3059-43CBDB7D2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7" y="792"/>
              <a:ext cx="216" cy="2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8DB5375A-D516-32D4-7866-8E65436367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7" y="792"/>
              <a:ext cx="216" cy="224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1C1475EA-4D51-CE9D-E5CC-3654EC4DB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7" y="776"/>
              <a:ext cx="152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300" b="0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v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E3C7B2ED-0B96-A3DC-919F-3CD52E05B8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7" y="864"/>
              <a:ext cx="5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9206791-068C-401E-9DA7-F41FBC9860EA}" type="slidenum">
              <a:rPr lang="en-US" altLang="en-US" sz="1400" smtClean="0">
                <a:solidFill>
                  <a:srgbClr val="40458C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>
              <a:solidFill>
                <a:srgbClr val="40458C"/>
              </a:solidFill>
            </a:endParaRPr>
          </a:p>
        </p:txBody>
      </p:sp>
      <p:sp>
        <p:nvSpPr>
          <p:cNvPr id="46083" name="Oval 1026"/>
          <p:cNvSpPr>
            <a:spLocks noChangeArrowheads="1"/>
          </p:cNvSpPr>
          <p:nvPr/>
        </p:nvSpPr>
        <p:spPr bwMode="auto">
          <a:xfrm>
            <a:off x="7210425" y="1504950"/>
            <a:ext cx="800100" cy="436563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tx2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6084" name="Rectangle 1027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7772400" cy="1143000"/>
          </a:xfrm>
        </p:spPr>
        <p:txBody>
          <a:bodyPr/>
          <a:lstStyle/>
          <a:p>
            <a:r>
              <a:rPr lang="en-US" altLang="en-US"/>
              <a:t>Floyd-Warshall, Conclusion</a:t>
            </a:r>
          </a:p>
        </p:txBody>
      </p:sp>
      <p:sp>
        <p:nvSpPr>
          <p:cNvPr id="46085" name="Freeform 1028"/>
          <p:cNvSpPr>
            <a:spLocks/>
          </p:cNvSpPr>
          <p:nvPr/>
        </p:nvSpPr>
        <p:spPr bwMode="auto">
          <a:xfrm>
            <a:off x="4310063" y="2384425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2147483646 w 18"/>
              <a:gd name="T3" fmla="*/ 0 h 16"/>
              <a:gd name="T4" fmla="*/ 0 w 18"/>
              <a:gd name="T5" fmla="*/ 0 h 16"/>
              <a:gd name="T6" fmla="*/ 0 w 18"/>
              <a:gd name="T7" fmla="*/ 0 h 16"/>
              <a:gd name="T8" fmla="*/ 0 w 18"/>
              <a:gd name="T9" fmla="*/ 2147483646 h 16"/>
              <a:gd name="T10" fmla="*/ 0 w 18"/>
              <a:gd name="T11" fmla="*/ 2147483646 h 16"/>
              <a:gd name="T12" fmla="*/ 2147483646 w 18"/>
              <a:gd name="T13" fmla="*/ 2147483646 h 16"/>
              <a:gd name="T14" fmla="*/ 2147483646 w 18"/>
              <a:gd name="T15" fmla="*/ 2147483646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18" y="0"/>
                </a:move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086" name="Freeform 1029"/>
          <p:cNvSpPr>
            <a:spLocks/>
          </p:cNvSpPr>
          <p:nvPr/>
        </p:nvSpPr>
        <p:spPr bwMode="auto">
          <a:xfrm>
            <a:off x="4310063" y="2319338"/>
            <a:ext cx="214312" cy="130175"/>
          </a:xfrm>
          <a:custGeom>
            <a:avLst/>
            <a:gdLst>
              <a:gd name="T0" fmla="*/ 2147483646 w 135"/>
              <a:gd name="T1" fmla="*/ 2147483646 h 82"/>
              <a:gd name="T2" fmla="*/ 0 w 135"/>
              <a:gd name="T3" fmla="*/ 2147483646 h 82"/>
              <a:gd name="T4" fmla="*/ 2147483646 w 135"/>
              <a:gd name="T5" fmla="*/ 0 h 82"/>
              <a:gd name="T6" fmla="*/ 2147483646 w 135"/>
              <a:gd name="T7" fmla="*/ 2147483646 h 82"/>
              <a:gd name="T8" fmla="*/ 2147483646 w 135"/>
              <a:gd name="T9" fmla="*/ 2147483646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087" name="Freeform 1030"/>
          <p:cNvSpPr>
            <a:spLocks/>
          </p:cNvSpPr>
          <p:nvPr/>
        </p:nvSpPr>
        <p:spPr bwMode="auto">
          <a:xfrm>
            <a:off x="4310063" y="2319338"/>
            <a:ext cx="214312" cy="130175"/>
          </a:xfrm>
          <a:custGeom>
            <a:avLst/>
            <a:gdLst>
              <a:gd name="T0" fmla="*/ 2147483646 w 135"/>
              <a:gd name="T1" fmla="*/ 2147483646 h 82"/>
              <a:gd name="T2" fmla="*/ 0 w 135"/>
              <a:gd name="T3" fmla="*/ 2147483646 h 82"/>
              <a:gd name="T4" fmla="*/ 2147483646 w 135"/>
              <a:gd name="T5" fmla="*/ 0 h 82"/>
              <a:gd name="T6" fmla="*/ 2147483646 w 135"/>
              <a:gd name="T7" fmla="*/ 2147483646 h 82"/>
              <a:gd name="T8" fmla="*/ 2147483646 w 135"/>
              <a:gd name="T9" fmla="*/ 2147483646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088" name="Freeform 1031"/>
          <p:cNvSpPr>
            <a:spLocks/>
          </p:cNvSpPr>
          <p:nvPr/>
        </p:nvSpPr>
        <p:spPr bwMode="auto">
          <a:xfrm>
            <a:off x="1509713" y="4549775"/>
            <a:ext cx="242887" cy="363538"/>
          </a:xfrm>
          <a:custGeom>
            <a:avLst/>
            <a:gdLst>
              <a:gd name="T0" fmla="*/ 0 w 153"/>
              <a:gd name="T1" fmla="*/ 2147483646 h 229"/>
              <a:gd name="T2" fmla="*/ 2147483646 w 153"/>
              <a:gd name="T3" fmla="*/ 2147483646 h 229"/>
              <a:gd name="T4" fmla="*/ 2147483646 w 153"/>
              <a:gd name="T5" fmla="*/ 2147483646 h 229"/>
              <a:gd name="T6" fmla="*/ 2147483646 w 153"/>
              <a:gd name="T7" fmla="*/ 2147483646 h 229"/>
              <a:gd name="T8" fmla="*/ 2147483646 w 153"/>
              <a:gd name="T9" fmla="*/ 0 h 229"/>
              <a:gd name="T10" fmla="*/ 2147483646 w 153"/>
              <a:gd name="T11" fmla="*/ 0 h 229"/>
              <a:gd name="T12" fmla="*/ 0 w 153"/>
              <a:gd name="T13" fmla="*/ 214748364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3" h="229">
                <a:moveTo>
                  <a:pt x="0" y="221"/>
                </a:moveTo>
                <a:lnTo>
                  <a:pt x="18" y="229"/>
                </a:lnTo>
                <a:lnTo>
                  <a:pt x="153" y="8"/>
                </a:lnTo>
                <a:lnTo>
                  <a:pt x="135" y="0"/>
                </a:lnTo>
                <a:lnTo>
                  <a:pt x="0" y="2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089" name="Freeform 1032"/>
          <p:cNvSpPr>
            <a:spLocks/>
          </p:cNvSpPr>
          <p:nvPr/>
        </p:nvSpPr>
        <p:spPr bwMode="auto">
          <a:xfrm>
            <a:off x="1724025" y="4186238"/>
            <a:ext cx="285750" cy="376237"/>
          </a:xfrm>
          <a:custGeom>
            <a:avLst/>
            <a:gdLst>
              <a:gd name="T0" fmla="*/ 0 w 180"/>
              <a:gd name="T1" fmla="*/ 2147483646 h 237"/>
              <a:gd name="T2" fmla="*/ 2147483646 w 180"/>
              <a:gd name="T3" fmla="*/ 2147483646 h 237"/>
              <a:gd name="T4" fmla="*/ 2147483646 w 180"/>
              <a:gd name="T5" fmla="*/ 2147483646 h 237"/>
              <a:gd name="T6" fmla="*/ 2147483646 w 180"/>
              <a:gd name="T7" fmla="*/ 2147483646 h 237"/>
              <a:gd name="T8" fmla="*/ 2147483646 w 180"/>
              <a:gd name="T9" fmla="*/ 0 h 237"/>
              <a:gd name="T10" fmla="*/ 2147483646 w 180"/>
              <a:gd name="T11" fmla="*/ 0 h 237"/>
              <a:gd name="T12" fmla="*/ 0 w 180"/>
              <a:gd name="T13" fmla="*/ 2147483646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0" h="237">
                <a:moveTo>
                  <a:pt x="0" y="229"/>
                </a:moveTo>
                <a:lnTo>
                  <a:pt x="18" y="237"/>
                </a:lnTo>
                <a:lnTo>
                  <a:pt x="180" y="9"/>
                </a:lnTo>
                <a:lnTo>
                  <a:pt x="162" y="0"/>
                </a:lnTo>
                <a:lnTo>
                  <a:pt x="0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090" name="Freeform 1033"/>
          <p:cNvSpPr>
            <a:spLocks/>
          </p:cNvSpPr>
          <p:nvPr/>
        </p:nvSpPr>
        <p:spPr bwMode="auto">
          <a:xfrm>
            <a:off x="1981200" y="3824288"/>
            <a:ext cx="342900" cy="376237"/>
          </a:xfrm>
          <a:custGeom>
            <a:avLst/>
            <a:gdLst>
              <a:gd name="T0" fmla="*/ 0 w 216"/>
              <a:gd name="T1" fmla="*/ 2147483646 h 237"/>
              <a:gd name="T2" fmla="*/ 2147483646 w 216"/>
              <a:gd name="T3" fmla="*/ 2147483646 h 237"/>
              <a:gd name="T4" fmla="*/ 2147483646 w 216"/>
              <a:gd name="T5" fmla="*/ 2147483646 h 237"/>
              <a:gd name="T6" fmla="*/ 2147483646 w 216"/>
              <a:gd name="T7" fmla="*/ 2147483646 h 237"/>
              <a:gd name="T8" fmla="*/ 2147483646 w 216"/>
              <a:gd name="T9" fmla="*/ 0 h 237"/>
              <a:gd name="T10" fmla="*/ 2147483646 w 216"/>
              <a:gd name="T11" fmla="*/ 0 h 237"/>
              <a:gd name="T12" fmla="*/ 0 w 216"/>
              <a:gd name="T13" fmla="*/ 2147483646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237">
                <a:moveTo>
                  <a:pt x="0" y="228"/>
                </a:moveTo>
                <a:lnTo>
                  <a:pt x="18" y="237"/>
                </a:lnTo>
                <a:lnTo>
                  <a:pt x="216" y="8"/>
                </a:lnTo>
                <a:lnTo>
                  <a:pt x="198" y="0"/>
                </a:lnTo>
                <a:lnTo>
                  <a:pt x="0" y="2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091" name="Freeform 1034"/>
          <p:cNvSpPr>
            <a:spLocks/>
          </p:cNvSpPr>
          <p:nvPr/>
        </p:nvSpPr>
        <p:spPr bwMode="auto">
          <a:xfrm>
            <a:off x="2295525" y="3448050"/>
            <a:ext cx="385763" cy="388938"/>
          </a:xfrm>
          <a:custGeom>
            <a:avLst/>
            <a:gdLst>
              <a:gd name="T0" fmla="*/ 0 w 243"/>
              <a:gd name="T1" fmla="*/ 2147483646 h 245"/>
              <a:gd name="T2" fmla="*/ 2147483646 w 243"/>
              <a:gd name="T3" fmla="*/ 2147483646 h 245"/>
              <a:gd name="T4" fmla="*/ 2147483646 w 243"/>
              <a:gd name="T5" fmla="*/ 2147483646 h 245"/>
              <a:gd name="T6" fmla="*/ 2147483646 w 243"/>
              <a:gd name="T7" fmla="*/ 2147483646 h 245"/>
              <a:gd name="T8" fmla="*/ 2147483646 w 243"/>
              <a:gd name="T9" fmla="*/ 0 h 245"/>
              <a:gd name="T10" fmla="*/ 2147483646 w 243"/>
              <a:gd name="T11" fmla="*/ 2147483646 h 245"/>
              <a:gd name="T12" fmla="*/ 0 w 243"/>
              <a:gd name="T13" fmla="*/ 2147483646 h 2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" h="245">
                <a:moveTo>
                  <a:pt x="0" y="237"/>
                </a:moveTo>
                <a:lnTo>
                  <a:pt x="18" y="245"/>
                </a:lnTo>
                <a:lnTo>
                  <a:pt x="243" y="16"/>
                </a:lnTo>
                <a:lnTo>
                  <a:pt x="234" y="0"/>
                </a:lnTo>
                <a:lnTo>
                  <a:pt x="225" y="8"/>
                </a:lnTo>
                <a:lnTo>
                  <a:pt x="0" y="2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092" name="Freeform 1035"/>
          <p:cNvSpPr>
            <a:spLocks/>
          </p:cNvSpPr>
          <p:nvPr/>
        </p:nvSpPr>
        <p:spPr bwMode="auto">
          <a:xfrm>
            <a:off x="2667000" y="3124200"/>
            <a:ext cx="385763" cy="349250"/>
          </a:xfrm>
          <a:custGeom>
            <a:avLst/>
            <a:gdLst>
              <a:gd name="T0" fmla="*/ 0 w 243"/>
              <a:gd name="T1" fmla="*/ 2147483646 h 220"/>
              <a:gd name="T2" fmla="*/ 2147483646 w 243"/>
              <a:gd name="T3" fmla="*/ 2147483646 h 220"/>
              <a:gd name="T4" fmla="*/ 2147483646 w 243"/>
              <a:gd name="T5" fmla="*/ 2147483646 h 220"/>
              <a:gd name="T6" fmla="*/ 2147483646 w 243"/>
              <a:gd name="T7" fmla="*/ 2147483646 h 220"/>
              <a:gd name="T8" fmla="*/ 2147483646 w 243"/>
              <a:gd name="T9" fmla="*/ 0 h 220"/>
              <a:gd name="T10" fmla="*/ 2147483646 w 243"/>
              <a:gd name="T11" fmla="*/ 0 h 220"/>
              <a:gd name="T12" fmla="*/ 0 w 243"/>
              <a:gd name="T13" fmla="*/ 2147483646 h 2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" h="220">
                <a:moveTo>
                  <a:pt x="0" y="204"/>
                </a:moveTo>
                <a:lnTo>
                  <a:pt x="9" y="220"/>
                </a:lnTo>
                <a:lnTo>
                  <a:pt x="243" y="16"/>
                </a:lnTo>
                <a:lnTo>
                  <a:pt x="234" y="0"/>
                </a:lnTo>
                <a:lnTo>
                  <a:pt x="0" y="20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093" name="Freeform 1036"/>
          <p:cNvSpPr>
            <a:spLocks/>
          </p:cNvSpPr>
          <p:nvPr/>
        </p:nvSpPr>
        <p:spPr bwMode="auto">
          <a:xfrm>
            <a:off x="3038475" y="2825750"/>
            <a:ext cx="428625" cy="323850"/>
          </a:xfrm>
          <a:custGeom>
            <a:avLst/>
            <a:gdLst>
              <a:gd name="T0" fmla="*/ 0 w 270"/>
              <a:gd name="T1" fmla="*/ 2147483646 h 204"/>
              <a:gd name="T2" fmla="*/ 2147483646 w 270"/>
              <a:gd name="T3" fmla="*/ 2147483646 h 204"/>
              <a:gd name="T4" fmla="*/ 2147483646 w 270"/>
              <a:gd name="T5" fmla="*/ 2147483646 h 204"/>
              <a:gd name="T6" fmla="*/ 2147483646 w 270"/>
              <a:gd name="T7" fmla="*/ 2147483646 h 204"/>
              <a:gd name="T8" fmla="*/ 2147483646 w 270"/>
              <a:gd name="T9" fmla="*/ 0 h 204"/>
              <a:gd name="T10" fmla="*/ 2147483646 w 270"/>
              <a:gd name="T11" fmla="*/ 0 h 204"/>
              <a:gd name="T12" fmla="*/ 0 w 270"/>
              <a:gd name="T13" fmla="*/ 2147483646 h 2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0" h="204">
                <a:moveTo>
                  <a:pt x="0" y="188"/>
                </a:moveTo>
                <a:lnTo>
                  <a:pt x="9" y="204"/>
                </a:lnTo>
                <a:lnTo>
                  <a:pt x="270" y="16"/>
                </a:lnTo>
                <a:lnTo>
                  <a:pt x="261" y="0"/>
                </a:lnTo>
                <a:lnTo>
                  <a:pt x="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094" name="Freeform 1037"/>
          <p:cNvSpPr>
            <a:spLocks/>
          </p:cNvSpPr>
          <p:nvPr/>
        </p:nvSpPr>
        <p:spPr bwMode="auto">
          <a:xfrm>
            <a:off x="3452813" y="2579688"/>
            <a:ext cx="442912" cy="271462"/>
          </a:xfrm>
          <a:custGeom>
            <a:avLst/>
            <a:gdLst>
              <a:gd name="T0" fmla="*/ 0 w 279"/>
              <a:gd name="T1" fmla="*/ 2147483646 h 171"/>
              <a:gd name="T2" fmla="*/ 2147483646 w 279"/>
              <a:gd name="T3" fmla="*/ 2147483646 h 171"/>
              <a:gd name="T4" fmla="*/ 2147483646 w 279"/>
              <a:gd name="T5" fmla="*/ 2147483646 h 171"/>
              <a:gd name="T6" fmla="*/ 2147483646 w 279"/>
              <a:gd name="T7" fmla="*/ 2147483646 h 171"/>
              <a:gd name="T8" fmla="*/ 2147483646 w 279"/>
              <a:gd name="T9" fmla="*/ 0 h 171"/>
              <a:gd name="T10" fmla="*/ 2147483646 w 279"/>
              <a:gd name="T11" fmla="*/ 0 h 171"/>
              <a:gd name="T12" fmla="*/ 0 w 279"/>
              <a:gd name="T13" fmla="*/ 2147483646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9" h="171">
                <a:moveTo>
                  <a:pt x="0" y="155"/>
                </a:moveTo>
                <a:lnTo>
                  <a:pt x="9" y="171"/>
                </a:lnTo>
                <a:lnTo>
                  <a:pt x="279" y="16"/>
                </a:lnTo>
                <a:lnTo>
                  <a:pt x="270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095" name="Freeform 1038"/>
          <p:cNvSpPr>
            <a:spLocks/>
          </p:cNvSpPr>
          <p:nvPr/>
        </p:nvSpPr>
        <p:spPr bwMode="auto">
          <a:xfrm>
            <a:off x="3881438" y="2371725"/>
            <a:ext cx="457200" cy="233363"/>
          </a:xfrm>
          <a:custGeom>
            <a:avLst/>
            <a:gdLst>
              <a:gd name="T0" fmla="*/ 0 w 288"/>
              <a:gd name="T1" fmla="*/ 2147483646 h 147"/>
              <a:gd name="T2" fmla="*/ 2147483646 w 288"/>
              <a:gd name="T3" fmla="*/ 2147483646 h 147"/>
              <a:gd name="T4" fmla="*/ 2147483646 w 288"/>
              <a:gd name="T5" fmla="*/ 2147483646 h 147"/>
              <a:gd name="T6" fmla="*/ 2147483646 w 288"/>
              <a:gd name="T7" fmla="*/ 0 h 147"/>
              <a:gd name="T8" fmla="*/ 0 w 288"/>
              <a:gd name="T9" fmla="*/ 2147483646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88" h="147">
                <a:moveTo>
                  <a:pt x="0" y="131"/>
                </a:moveTo>
                <a:lnTo>
                  <a:pt x="9" y="147"/>
                </a:lnTo>
                <a:lnTo>
                  <a:pt x="288" y="16"/>
                </a:lnTo>
                <a:lnTo>
                  <a:pt x="279" y="0"/>
                </a:lnTo>
                <a:lnTo>
                  <a:pt x="0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096" name="Freeform 1039"/>
          <p:cNvSpPr>
            <a:spLocks/>
          </p:cNvSpPr>
          <p:nvPr/>
        </p:nvSpPr>
        <p:spPr bwMode="auto">
          <a:xfrm>
            <a:off x="1638300" y="5289550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9" y="0"/>
                </a:move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097" name="Freeform 1040"/>
          <p:cNvSpPr>
            <a:spLocks/>
          </p:cNvSpPr>
          <p:nvPr/>
        </p:nvSpPr>
        <p:spPr bwMode="auto">
          <a:xfrm>
            <a:off x="1538288" y="5133975"/>
            <a:ext cx="171450" cy="193675"/>
          </a:xfrm>
          <a:custGeom>
            <a:avLst/>
            <a:gdLst>
              <a:gd name="T0" fmla="*/ 2147483646 w 108"/>
              <a:gd name="T1" fmla="*/ 2147483646 h 122"/>
              <a:gd name="T2" fmla="*/ 2147483646 w 108"/>
              <a:gd name="T3" fmla="*/ 2147483646 h 122"/>
              <a:gd name="T4" fmla="*/ 0 w 108"/>
              <a:gd name="T5" fmla="*/ 0 h 122"/>
              <a:gd name="T6" fmla="*/ 2147483646 w 108"/>
              <a:gd name="T7" fmla="*/ 2147483646 h 122"/>
              <a:gd name="T8" fmla="*/ 2147483646 w 108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098" name="Freeform 1041"/>
          <p:cNvSpPr>
            <a:spLocks/>
          </p:cNvSpPr>
          <p:nvPr/>
        </p:nvSpPr>
        <p:spPr bwMode="auto">
          <a:xfrm>
            <a:off x="1538288" y="5133975"/>
            <a:ext cx="171450" cy="193675"/>
          </a:xfrm>
          <a:custGeom>
            <a:avLst/>
            <a:gdLst>
              <a:gd name="T0" fmla="*/ 2147483646 w 108"/>
              <a:gd name="T1" fmla="*/ 2147483646 h 122"/>
              <a:gd name="T2" fmla="*/ 2147483646 w 108"/>
              <a:gd name="T3" fmla="*/ 2147483646 h 122"/>
              <a:gd name="T4" fmla="*/ 0 w 108"/>
              <a:gd name="T5" fmla="*/ 0 h 122"/>
              <a:gd name="T6" fmla="*/ 2147483646 w 108"/>
              <a:gd name="T7" fmla="*/ 2147483646 h 122"/>
              <a:gd name="T8" fmla="*/ 2147483646 w 108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099" name="Freeform 1042"/>
          <p:cNvSpPr>
            <a:spLocks/>
          </p:cNvSpPr>
          <p:nvPr/>
        </p:nvSpPr>
        <p:spPr bwMode="auto">
          <a:xfrm>
            <a:off x="6581775" y="5626100"/>
            <a:ext cx="300038" cy="180975"/>
          </a:xfrm>
          <a:custGeom>
            <a:avLst/>
            <a:gdLst>
              <a:gd name="T0" fmla="*/ 2147483646 w 189"/>
              <a:gd name="T1" fmla="*/ 2147483646 h 114"/>
              <a:gd name="T2" fmla="*/ 2147483646 w 189"/>
              <a:gd name="T3" fmla="*/ 0 h 114"/>
              <a:gd name="T4" fmla="*/ 0 w 189"/>
              <a:gd name="T5" fmla="*/ 2147483646 h 114"/>
              <a:gd name="T6" fmla="*/ 0 w 189"/>
              <a:gd name="T7" fmla="*/ 2147483646 h 114"/>
              <a:gd name="T8" fmla="*/ 2147483646 w 189"/>
              <a:gd name="T9" fmla="*/ 2147483646 h 114"/>
              <a:gd name="T10" fmla="*/ 2147483646 w 189"/>
              <a:gd name="T11" fmla="*/ 2147483646 h 114"/>
              <a:gd name="T12" fmla="*/ 2147483646 w 189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14">
                <a:moveTo>
                  <a:pt x="189" y="16"/>
                </a:moveTo>
                <a:lnTo>
                  <a:pt x="180" y="0"/>
                </a:lnTo>
                <a:lnTo>
                  <a:pt x="0" y="98"/>
                </a:lnTo>
                <a:lnTo>
                  <a:pt x="9" y="114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00" name="Freeform 1043"/>
          <p:cNvSpPr>
            <a:spLocks/>
          </p:cNvSpPr>
          <p:nvPr/>
        </p:nvSpPr>
        <p:spPr bwMode="auto">
          <a:xfrm>
            <a:off x="6253163" y="5781675"/>
            <a:ext cx="342900" cy="155575"/>
          </a:xfrm>
          <a:custGeom>
            <a:avLst/>
            <a:gdLst>
              <a:gd name="T0" fmla="*/ 2147483646 w 216"/>
              <a:gd name="T1" fmla="*/ 2147483646 h 98"/>
              <a:gd name="T2" fmla="*/ 2147483646 w 216"/>
              <a:gd name="T3" fmla="*/ 0 h 98"/>
              <a:gd name="T4" fmla="*/ 0 w 216"/>
              <a:gd name="T5" fmla="*/ 2147483646 h 98"/>
              <a:gd name="T6" fmla="*/ 0 w 216"/>
              <a:gd name="T7" fmla="*/ 2147483646 h 98"/>
              <a:gd name="T8" fmla="*/ 2147483646 w 216"/>
              <a:gd name="T9" fmla="*/ 2147483646 h 98"/>
              <a:gd name="T10" fmla="*/ 2147483646 w 216"/>
              <a:gd name="T11" fmla="*/ 2147483646 h 98"/>
              <a:gd name="T12" fmla="*/ 2147483646 w 216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98">
                <a:moveTo>
                  <a:pt x="216" y="16"/>
                </a:moveTo>
                <a:lnTo>
                  <a:pt x="207" y="0"/>
                </a:lnTo>
                <a:lnTo>
                  <a:pt x="0" y="82"/>
                </a:lnTo>
                <a:lnTo>
                  <a:pt x="9" y="98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01" name="Freeform 1044"/>
          <p:cNvSpPr>
            <a:spLocks/>
          </p:cNvSpPr>
          <p:nvPr/>
        </p:nvSpPr>
        <p:spPr bwMode="auto">
          <a:xfrm>
            <a:off x="5910263" y="5911850"/>
            <a:ext cx="357187" cy="128588"/>
          </a:xfrm>
          <a:custGeom>
            <a:avLst/>
            <a:gdLst>
              <a:gd name="T0" fmla="*/ 2147483646 w 225"/>
              <a:gd name="T1" fmla="*/ 2147483646 h 81"/>
              <a:gd name="T2" fmla="*/ 2147483646 w 225"/>
              <a:gd name="T3" fmla="*/ 0 h 81"/>
              <a:gd name="T4" fmla="*/ 0 w 225"/>
              <a:gd name="T5" fmla="*/ 2147483646 h 81"/>
              <a:gd name="T6" fmla="*/ 0 w 225"/>
              <a:gd name="T7" fmla="*/ 2147483646 h 81"/>
              <a:gd name="T8" fmla="*/ 0 w 225"/>
              <a:gd name="T9" fmla="*/ 2147483646 h 81"/>
              <a:gd name="T10" fmla="*/ 2147483646 w 225"/>
              <a:gd name="T11" fmla="*/ 2147483646 h 81"/>
              <a:gd name="T12" fmla="*/ 2147483646 w 225"/>
              <a:gd name="T13" fmla="*/ 2147483646 h 8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81">
                <a:moveTo>
                  <a:pt x="225" y="16"/>
                </a:moveTo>
                <a:lnTo>
                  <a:pt x="216" y="0"/>
                </a:lnTo>
                <a:lnTo>
                  <a:pt x="0" y="65"/>
                </a:lnTo>
                <a:lnTo>
                  <a:pt x="0" y="81"/>
                </a:lnTo>
                <a:lnTo>
                  <a:pt x="9" y="8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02" name="Freeform 1045"/>
          <p:cNvSpPr>
            <a:spLocks/>
          </p:cNvSpPr>
          <p:nvPr/>
        </p:nvSpPr>
        <p:spPr bwMode="auto">
          <a:xfrm>
            <a:off x="5538788" y="6015038"/>
            <a:ext cx="371475" cy="103187"/>
          </a:xfrm>
          <a:custGeom>
            <a:avLst/>
            <a:gdLst>
              <a:gd name="T0" fmla="*/ 2147483646 w 234"/>
              <a:gd name="T1" fmla="*/ 2147483646 h 65"/>
              <a:gd name="T2" fmla="*/ 2147483646 w 234"/>
              <a:gd name="T3" fmla="*/ 0 h 65"/>
              <a:gd name="T4" fmla="*/ 0 w 234"/>
              <a:gd name="T5" fmla="*/ 2147483646 h 65"/>
              <a:gd name="T6" fmla="*/ 0 w 234"/>
              <a:gd name="T7" fmla="*/ 2147483646 h 65"/>
              <a:gd name="T8" fmla="*/ 0 w 234"/>
              <a:gd name="T9" fmla="*/ 2147483646 h 65"/>
              <a:gd name="T10" fmla="*/ 0 w 234"/>
              <a:gd name="T11" fmla="*/ 2147483646 h 65"/>
              <a:gd name="T12" fmla="*/ 2147483646 w 234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4" h="65">
                <a:moveTo>
                  <a:pt x="234" y="16"/>
                </a:moveTo>
                <a:lnTo>
                  <a:pt x="234" y="0"/>
                </a:lnTo>
                <a:lnTo>
                  <a:pt x="0" y="49"/>
                </a:lnTo>
                <a:lnTo>
                  <a:pt x="0" y="65"/>
                </a:lnTo>
                <a:lnTo>
                  <a:pt x="23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03" name="Freeform 1046"/>
          <p:cNvSpPr>
            <a:spLocks/>
          </p:cNvSpPr>
          <p:nvPr/>
        </p:nvSpPr>
        <p:spPr bwMode="auto">
          <a:xfrm>
            <a:off x="4752975" y="6092825"/>
            <a:ext cx="785813" cy="90488"/>
          </a:xfrm>
          <a:custGeom>
            <a:avLst/>
            <a:gdLst>
              <a:gd name="T0" fmla="*/ 2147483646 w 495"/>
              <a:gd name="T1" fmla="*/ 2147483646 h 57"/>
              <a:gd name="T2" fmla="*/ 2147483646 w 495"/>
              <a:gd name="T3" fmla="*/ 0 h 57"/>
              <a:gd name="T4" fmla="*/ 0 w 495"/>
              <a:gd name="T5" fmla="*/ 2147483646 h 57"/>
              <a:gd name="T6" fmla="*/ 0 w 495"/>
              <a:gd name="T7" fmla="*/ 2147483646 h 57"/>
              <a:gd name="T8" fmla="*/ 0 w 495"/>
              <a:gd name="T9" fmla="*/ 2147483646 h 57"/>
              <a:gd name="T10" fmla="*/ 0 w 495"/>
              <a:gd name="T11" fmla="*/ 2147483646 h 57"/>
              <a:gd name="T12" fmla="*/ 2147483646 w 495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95" h="57">
                <a:moveTo>
                  <a:pt x="495" y="16"/>
                </a:moveTo>
                <a:lnTo>
                  <a:pt x="495" y="0"/>
                </a:lnTo>
                <a:lnTo>
                  <a:pt x="0" y="41"/>
                </a:lnTo>
                <a:lnTo>
                  <a:pt x="0" y="57"/>
                </a:lnTo>
                <a:lnTo>
                  <a:pt x="49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04" name="Freeform 1047"/>
          <p:cNvSpPr>
            <a:spLocks/>
          </p:cNvSpPr>
          <p:nvPr/>
        </p:nvSpPr>
        <p:spPr bwMode="auto">
          <a:xfrm>
            <a:off x="3967163" y="6145213"/>
            <a:ext cx="785812" cy="38100"/>
          </a:xfrm>
          <a:custGeom>
            <a:avLst/>
            <a:gdLst>
              <a:gd name="T0" fmla="*/ 2147483646 w 495"/>
              <a:gd name="T1" fmla="*/ 2147483646 h 24"/>
              <a:gd name="T2" fmla="*/ 2147483646 w 495"/>
              <a:gd name="T3" fmla="*/ 2147483646 h 24"/>
              <a:gd name="T4" fmla="*/ 0 w 495"/>
              <a:gd name="T5" fmla="*/ 0 h 24"/>
              <a:gd name="T6" fmla="*/ 0 w 495"/>
              <a:gd name="T7" fmla="*/ 0 h 24"/>
              <a:gd name="T8" fmla="*/ 0 w 495"/>
              <a:gd name="T9" fmla="*/ 2147483646 h 24"/>
              <a:gd name="T10" fmla="*/ 0 w 495"/>
              <a:gd name="T11" fmla="*/ 2147483646 h 24"/>
              <a:gd name="T12" fmla="*/ 2147483646 w 495"/>
              <a:gd name="T13" fmla="*/ 2147483646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95" h="24">
                <a:moveTo>
                  <a:pt x="495" y="24"/>
                </a:moveTo>
                <a:lnTo>
                  <a:pt x="495" y="8"/>
                </a:lnTo>
                <a:lnTo>
                  <a:pt x="0" y="0"/>
                </a:lnTo>
                <a:lnTo>
                  <a:pt x="0" y="16"/>
                </a:lnTo>
                <a:lnTo>
                  <a:pt x="495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05" name="Freeform 1048"/>
          <p:cNvSpPr>
            <a:spLocks/>
          </p:cNvSpPr>
          <p:nvPr/>
        </p:nvSpPr>
        <p:spPr bwMode="auto">
          <a:xfrm>
            <a:off x="3209925" y="6027738"/>
            <a:ext cx="757238" cy="142875"/>
          </a:xfrm>
          <a:custGeom>
            <a:avLst/>
            <a:gdLst>
              <a:gd name="T0" fmla="*/ 2147483646 w 477"/>
              <a:gd name="T1" fmla="*/ 2147483646 h 90"/>
              <a:gd name="T2" fmla="*/ 2147483646 w 477"/>
              <a:gd name="T3" fmla="*/ 2147483646 h 90"/>
              <a:gd name="T4" fmla="*/ 0 w 477"/>
              <a:gd name="T5" fmla="*/ 0 h 90"/>
              <a:gd name="T6" fmla="*/ 0 w 477"/>
              <a:gd name="T7" fmla="*/ 0 h 90"/>
              <a:gd name="T8" fmla="*/ 0 w 477"/>
              <a:gd name="T9" fmla="*/ 2147483646 h 90"/>
              <a:gd name="T10" fmla="*/ 0 w 477"/>
              <a:gd name="T11" fmla="*/ 2147483646 h 90"/>
              <a:gd name="T12" fmla="*/ 2147483646 w 477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77" h="90">
                <a:moveTo>
                  <a:pt x="477" y="90"/>
                </a:moveTo>
                <a:lnTo>
                  <a:pt x="477" y="74"/>
                </a:lnTo>
                <a:lnTo>
                  <a:pt x="0" y="0"/>
                </a:lnTo>
                <a:lnTo>
                  <a:pt x="0" y="17"/>
                </a:lnTo>
                <a:lnTo>
                  <a:pt x="477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06" name="Freeform 1049"/>
          <p:cNvSpPr>
            <a:spLocks/>
          </p:cNvSpPr>
          <p:nvPr/>
        </p:nvSpPr>
        <p:spPr bwMode="auto">
          <a:xfrm>
            <a:off x="2852738" y="5949950"/>
            <a:ext cx="357187" cy="104775"/>
          </a:xfrm>
          <a:custGeom>
            <a:avLst/>
            <a:gdLst>
              <a:gd name="T0" fmla="*/ 2147483646 w 225"/>
              <a:gd name="T1" fmla="*/ 2147483646 h 66"/>
              <a:gd name="T2" fmla="*/ 2147483646 w 225"/>
              <a:gd name="T3" fmla="*/ 2147483646 h 66"/>
              <a:gd name="T4" fmla="*/ 0 w 225"/>
              <a:gd name="T5" fmla="*/ 0 h 66"/>
              <a:gd name="T6" fmla="*/ 2147483646 w 225"/>
              <a:gd name="T7" fmla="*/ 0 h 66"/>
              <a:gd name="T8" fmla="*/ 0 w 225"/>
              <a:gd name="T9" fmla="*/ 2147483646 h 66"/>
              <a:gd name="T10" fmla="*/ 0 w 225"/>
              <a:gd name="T11" fmla="*/ 2147483646 h 66"/>
              <a:gd name="T12" fmla="*/ 2147483646 w 225"/>
              <a:gd name="T13" fmla="*/ 2147483646 h 6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66">
                <a:moveTo>
                  <a:pt x="225" y="66"/>
                </a:moveTo>
                <a:lnTo>
                  <a:pt x="225" y="49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25" y="6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07" name="Freeform 1050"/>
          <p:cNvSpPr>
            <a:spLocks/>
          </p:cNvSpPr>
          <p:nvPr/>
        </p:nvSpPr>
        <p:spPr bwMode="auto">
          <a:xfrm>
            <a:off x="2538413" y="5846763"/>
            <a:ext cx="328612" cy="130175"/>
          </a:xfrm>
          <a:custGeom>
            <a:avLst/>
            <a:gdLst>
              <a:gd name="T0" fmla="*/ 2147483646 w 207"/>
              <a:gd name="T1" fmla="*/ 2147483646 h 82"/>
              <a:gd name="T2" fmla="*/ 2147483646 w 207"/>
              <a:gd name="T3" fmla="*/ 2147483646 h 82"/>
              <a:gd name="T4" fmla="*/ 2147483646 w 207"/>
              <a:gd name="T5" fmla="*/ 0 h 82"/>
              <a:gd name="T6" fmla="*/ 2147483646 w 207"/>
              <a:gd name="T7" fmla="*/ 0 h 82"/>
              <a:gd name="T8" fmla="*/ 0 w 207"/>
              <a:gd name="T9" fmla="*/ 2147483646 h 82"/>
              <a:gd name="T10" fmla="*/ 0 w 207"/>
              <a:gd name="T11" fmla="*/ 2147483646 h 82"/>
              <a:gd name="T12" fmla="*/ 2147483646 w 207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7" h="82">
                <a:moveTo>
                  <a:pt x="198" y="82"/>
                </a:moveTo>
                <a:lnTo>
                  <a:pt x="207" y="65"/>
                </a:lnTo>
                <a:lnTo>
                  <a:pt x="9" y="0"/>
                </a:lnTo>
                <a:lnTo>
                  <a:pt x="0" y="16"/>
                </a:lnTo>
                <a:lnTo>
                  <a:pt x="198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08" name="Freeform 1051"/>
          <p:cNvSpPr>
            <a:spLocks/>
          </p:cNvSpPr>
          <p:nvPr/>
        </p:nvSpPr>
        <p:spPr bwMode="auto">
          <a:xfrm>
            <a:off x="2252663" y="5729288"/>
            <a:ext cx="300037" cy="142875"/>
          </a:xfrm>
          <a:custGeom>
            <a:avLst/>
            <a:gdLst>
              <a:gd name="T0" fmla="*/ 2147483646 w 189"/>
              <a:gd name="T1" fmla="*/ 2147483646 h 90"/>
              <a:gd name="T2" fmla="*/ 2147483646 w 189"/>
              <a:gd name="T3" fmla="*/ 2147483646 h 90"/>
              <a:gd name="T4" fmla="*/ 2147483646 w 189"/>
              <a:gd name="T5" fmla="*/ 0 h 90"/>
              <a:gd name="T6" fmla="*/ 2147483646 w 189"/>
              <a:gd name="T7" fmla="*/ 0 h 90"/>
              <a:gd name="T8" fmla="*/ 0 w 189"/>
              <a:gd name="T9" fmla="*/ 2147483646 h 90"/>
              <a:gd name="T10" fmla="*/ 0 w 189"/>
              <a:gd name="T11" fmla="*/ 2147483646 h 90"/>
              <a:gd name="T12" fmla="*/ 2147483646 w 189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90">
                <a:moveTo>
                  <a:pt x="180" y="90"/>
                </a:moveTo>
                <a:lnTo>
                  <a:pt x="189" y="74"/>
                </a:lnTo>
                <a:lnTo>
                  <a:pt x="9" y="0"/>
                </a:lnTo>
                <a:lnTo>
                  <a:pt x="0" y="17"/>
                </a:lnTo>
                <a:lnTo>
                  <a:pt x="180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09" name="Freeform 1052"/>
          <p:cNvSpPr>
            <a:spLocks/>
          </p:cNvSpPr>
          <p:nvPr/>
        </p:nvSpPr>
        <p:spPr bwMode="auto">
          <a:xfrm>
            <a:off x="1995488" y="5600700"/>
            <a:ext cx="271462" cy="155575"/>
          </a:xfrm>
          <a:custGeom>
            <a:avLst/>
            <a:gdLst>
              <a:gd name="T0" fmla="*/ 2147483646 w 171"/>
              <a:gd name="T1" fmla="*/ 2147483646 h 98"/>
              <a:gd name="T2" fmla="*/ 2147483646 w 171"/>
              <a:gd name="T3" fmla="*/ 2147483646 h 98"/>
              <a:gd name="T4" fmla="*/ 2147483646 w 171"/>
              <a:gd name="T5" fmla="*/ 0 h 98"/>
              <a:gd name="T6" fmla="*/ 2147483646 w 171"/>
              <a:gd name="T7" fmla="*/ 0 h 98"/>
              <a:gd name="T8" fmla="*/ 0 w 171"/>
              <a:gd name="T9" fmla="*/ 2147483646 h 98"/>
              <a:gd name="T10" fmla="*/ 0 w 171"/>
              <a:gd name="T11" fmla="*/ 2147483646 h 98"/>
              <a:gd name="T12" fmla="*/ 2147483646 w 171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1" h="98">
                <a:moveTo>
                  <a:pt x="162" y="98"/>
                </a:moveTo>
                <a:lnTo>
                  <a:pt x="171" y="81"/>
                </a:lnTo>
                <a:lnTo>
                  <a:pt x="9" y="0"/>
                </a:lnTo>
                <a:lnTo>
                  <a:pt x="0" y="16"/>
                </a:lnTo>
                <a:lnTo>
                  <a:pt x="16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10" name="Freeform 1053"/>
          <p:cNvSpPr>
            <a:spLocks/>
          </p:cNvSpPr>
          <p:nvPr/>
        </p:nvSpPr>
        <p:spPr bwMode="auto">
          <a:xfrm>
            <a:off x="1795463" y="5445125"/>
            <a:ext cx="214312" cy="180975"/>
          </a:xfrm>
          <a:custGeom>
            <a:avLst/>
            <a:gdLst>
              <a:gd name="T0" fmla="*/ 2147483646 w 135"/>
              <a:gd name="T1" fmla="*/ 2147483646 h 114"/>
              <a:gd name="T2" fmla="*/ 2147483646 w 135"/>
              <a:gd name="T3" fmla="*/ 2147483646 h 114"/>
              <a:gd name="T4" fmla="*/ 2147483646 w 135"/>
              <a:gd name="T5" fmla="*/ 0 h 114"/>
              <a:gd name="T6" fmla="*/ 2147483646 w 135"/>
              <a:gd name="T7" fmla="*/ 2147483646 h 114"/>
              <a:gd name="T8" fmla="*/ 0 w 135"/>
              <a:gd name="T9" fmla="*/ 2147483646 h 114"/>
              <a:gd name="T10" fmla="*/ 2147483646 w 135"/>
              <a:gd name="T11" fmla="*/ 2147483646 h 114"/>
              <a:gd name="T12" fmla="*/ 2147483646 w 135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114">
                <a:moveTo>
                  <a:pt x="126" y="114"/>
                </a:moveTo>
                <a:lnTo>
                  <a:pt x="135" y="98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26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11" name="Freeform 1054"/>
          <p:cNvSpPr>
            <a:spLocks/>
          </p:cNvSpPr>
          <p:nvPr/>
        </p:nvSpPr>
        <p:spPr bwMode="auto">
          <a:xfrm>
            <a:off x="1638300" y="5302250"/>
            <a:ext cx="185738" cy="168275"/>
          </a:xfrm>
          <a:custGeom>
            <a:avLst/>
            <a:gdLst>
              <a:gd name="T0" fmla="*/ 2147483646 w 117"/>
              <a:gd name="T1" fmla="*/ 2147483646 h 106"/>
              <a:gd name="T2" fmla="*/ 2147483646 w 117"/>
              <a:gd name="T3" fmla="*/ 2147483646 h 106"/>
              <a:gd name="T4" fmla="*/ 2147483646 w 117"/>
              <a:gd name="T5" fmla="*/ 0 h 106"/>
              <a:gd name="T6" fmla="*/ 0 w 117"/>
              <a:gd name="T7" fmla="*/ 2147483646 h 106"/>
              <a:gd name="T8" fmla="*/ 2147483646 w 117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7" h="106">
                <a:moveTo>
                  <a:pt x="99" y="106"/>
                </a:moveTo>
                <a:lnTo>
                  <a:pt x="117" y="98"/>
                </a:lnTo>
                <a:lnTo>
                  <a:pt x="18" y="0"/>
                </a:lnTo>
                <a:lnTo>
                  <a:pt x="0" y="8"/>
                </a:lnTo>
                <a:lnTo>
                  <a:pt x="99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12" name="Freeform 1055"/>
          <p:cNvSpPr>
            <a:spLocks/>
          </p:cNvSpPr>
          <p:nvPr/>
        </p:nvSpPr>
        <p:spPr bwMode="auto">
          <a:xfrm>
            <a:off x="7310438" y="5302250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2147483646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0 h 16"/>
              <a:gd name="T10" fmla="*/ 2147483646 w 18"/>
              <a:gd name="T11" fmla="*/ 0 h 16"/>
              <a:gd name="T12" fmla="*/ 0 w 18"/>
              <a:gd name="T13" fmla="*/ 0 h 16"/>
              <a:gd name="T14" fmla="*/ 0 w 18"/>
              <a:gd name="T15" fmla="*/ 2147483646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0" y="16"/>
                </a:move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13" name="Freeform 1056"/>
          <p:cNvSpPr>
            <a:spLocks/>
          </p:cNvSpPr>
          <p:nvPr/>
        </p:nvSpPr>
        <p:spPr bwMode="auto">
          <a:xfrm>
            <a:off x="7167563" y="5289550"/>
            <a:ext cx="200025" cy="168275"/>
          </a:xfrm>
          <a:custGeom>
            <a:avLst/>
            <a:gdLst>
              <a:gd name="T0" fmla="*/ 2147483646 w 126"/>
              <a:gd name="T1" fmla="*/ 2147483646 h 106"/>
              <a:gd name="T2" fmla="*/ 2147483646 w 126"/>
              <a:gd name="T3" fmla="*/ 2147483646 h 106"/>
              <a:gd name="T4" fmla="*/ 0 w 126"/>
              <a:gd name="T5" fmla="*/ 2147483646 h 106"/>
              <a:gd name="T6" fmla="*/ 2147483646 w 126"/>
              <a:gd name="T7" fmla="*/ 0 h 106"/>
              <a:gd name="T8" fmla="*/ 2147483646 w 126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14" name="Freeform 1057"/>
          <p:cNvSpPr>
            <a:spLocks/>
          </p:cNvSpPr>
          <p:nvPr/>
        </p:nvSpPr>
        <p:spPr bwMode="auto">
          <a:xfrm>
            <a:off x="7167563" y="5289550"/>
            <a:ext cx="200025" cy="168275"/>
          </a:xfrm>
          <a:custGeom>
            <a:avLst/>
            <a:gdLst>
              <a:gd name="T0" fmla="*/ 2147483646 w 126"/>
              <a:gd name="T1" fmla="*/ 2147483646 h 106"/>
              <a:gd name="T2" fmla="*/ 2147483646 w 126"/>
              <a:gd name="T3" fmla="*/ 2147483646 h 106"/>
              <a:gd name="T4" fmla="*/ 0 w 126"/>
              <a:gd name="T5" fmla="*/ 2147483646 h 106"/>
              <a:gd name="T6" fmla="*/ 2147483646 w 126"/>
              <a:gd name="T7" fmla="*/ 0 h 106"/>
              <a:gd name="T8" fmla="*/ 2147483646 w 126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15" name="Freeform 1058"/>
          <p:cNvSpPr>
            <a:spLocks/>
          </p:cNvSpPr>
          <p:nvPr/>
        </p:nvSpPr>
        <p:spPr bwMode="auto">
          <a:xfrm>
            <a:off x="7596188" y="1697038"/>
            <a:ext cx="228600" cy="246062"/>
          </a:xfrm>
          <a:custGeom>
            <a:avLst/>
            <a:gdLst>
              <a:gd name="T0" fmla="*/ 2147483646 w 144"/>
              <a:gd name="T1" fmla="*/ 0 h 155"/>
              <a:gd name="T2" fmla="*/ 0 w 144"/>
              <a:gd name="T3" fmla="*/ 2147483646 h 155"/>
              <a:gd name="T4" fmla="*/ 2147483646 w 144"/>
              <a:gd name="T5" fmla="*/ 2147483646 h 155"/>
              <a:gd name="T6" fmla="*/ 2147483646 w 144"/>
              <a:gd name="T7" fmla="*/ 2147483646 h 155"/>
              <a:gd name="T8" fmla="*/ 2147483646 w 144"/>
              <a:gd name="T9" fmla="*/ 2147483646 h 155"/>
              <a:gd name="T10" fmla="*/ 2147483646 w 144"/>
              <a:gd name="T11" fmla="*/ 2147483646 h 155"/>
              <a:gd name="T12" fmla="*/ 2147483646 w 144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55">
                <a:moveTo>
                  <a:pt x="18" y="0"/>
                </a:moveTo>
                <a:lnTo>
                  <a:pt x="0" y="8"/>
                </a:lnTo>
                <a:lnTo>
                  <a:pt x="126" y="155"/>
                </a:lnTo>
                <a:lnTo>
                  <a:pt x="14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16" name="Freeform 1059"/>
          <p:cNvSpPr>
            <a:spLocks/>
          </p:cNvSpPr>
          <p:nvPr/>
        </p:nvSpPr>
        <p:spPr bwMode="auto">
          <a:xfrm>
            <a:off x="7796213" y="1930400"/>
            <a:ext cx="185737" cy="260350"/>
          </a:xfrm>
          <a:custGeom>
            <a:avLst/>
            <a:gdLst>
              <a:gd name="T0" fmla="*/ 2147483646 w 117"/>
              <a:gd name="T1" fmla="*/ 0 h 164"/>
              <a:gd name="T2" fmla="*/ 0 w 117"/>
              <a:gd name="T3" fmla="*/ 2147483646 h 164"/>
              <a:gd name="T4" fmla="*/ 2147483646 w 117"/>
              <a:gd name="T5" fmla="*/ 2147483646 h 164"/>
              <a:gd name="T6" fmla="*/ 2147483646 w 117"/>
              <a:gd name="T7" fmla="*/ 2147483646 h 164"/>
              <a:gd name="T8" fmla="*/ 2147483646 w 117"/>
              <a:gd name="T9" fmla="*/ 2147483646 h 164"/>
              <a:gd name="T10" fmla="*/ 2147483646 w 117"/>
              <a:gd name="T11" fmla="*/ 2147483646 h 164"/>
              <a:gd name="T12" fmla="*/ 2147483646 w 117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7" h="164">
                <a:moveTo>
                  <a:pt x="18" y="0"/>
                </a:moveTo>
                <a:lnTo>
                  <a:pt x="0" y="8"/>
                </a:lnTo>
                <a:lnTo>
                  <a:pt x="99" y="164"/>
                </a:lnTo>
                <a:lnTo>
                  <a:pt x="117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17" name="Freeform 1060"/>
          <p:cNvSpPr>
            <a:spLocks/>
          </p:cNvSpPr>
          <p:nvPr/>
        </p:nvSpPr>
        <p:spPr bwMode="auto">
          <a:xfrm>
            <a:off x="7953375" y="2176463"/>
            <a:ext cx="142875" cy="247650"/>
          </a:xfrm>
          <a:custGeom>
            <a:avLst/>
            <a:gdLst>
              <a:gd name="T0" fmla="*/ 2147483646 w 90"/>
              <a:gd name="T1" fmla="*/ 0 h 156"/>
              <a:gd name="T2" fmla="*/ 0 w 90"/>
              <a:gd name="T3" fmla="*/ 2147483646 h 156"/>
              <a:gd name="T4" fmla="*/ 2147483646 w 90"/>
              <a:gd name="T5" fmla="*/ 2147483646 h 156"/>
              <a:gd name="T6" fmla="*/ 2147483646 w 90"/>
              <a:gd name="T7" fmla="*/ 2147483646 h 156"/>
              <a:gd name="T8" fmla="*/ 2147483646 w 90"/>
              <a:gd name="T9" fmla="*/ 2147483646 h 156"/>
              <a:gd name="T10" fmla="*/ 2147483646 w 90"/>
              <a:gd name="T11" fmla="*/ 2147483646 h 156"/>
              <a:gd name="T12" fmla="*/ 2147483646 w 90"/>
              <a:gd name="T13" fmla="*/ 0 h 1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0" h="156">
                <a:moveTo>
                  <a:pt x="18" y="0"/>
                </a:moveTo>
                <a:lnTo>
                  <a:pt x="0" y="9"/>
                </a:lnTo>
                <a:lnTo>
                  <a:pt x="72" y="156"/>
                </a:lnTo>
                <a:lnTo>
                  <a:pt x="90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18" name="Freeform 1061"/>
          <p:cNvSpPr>
            <a:spLocks/>
          </p:cNvSpPr>
          <p:nvPr/>
        </p:nvSpPr>
        <p:spPr bwMode="auto">
          <a:xfrm>
            <a:off x="8067675" y="2409825"/>
            <a:ext cx="114300" cy="260350"/>
          </a:xfrm>
          <a:custGeom>
            <a:avLst/>
            <a:gdLst>
              <a:gd name="T0" fmla="*/ 2147483646 w 72"/>
              <a:gd name="T1" fmla="*/ 0 h 164"/>
              <a:gd name="T2" fmla="*/ 0 w 72"/>
              <a:gd name="T3" fmla="*/ 2147483646 h 164"/>
              <a:gd name="T4" fmla="*/ 2147483646 w 72"/>
              <a:gd name="T5" fmla="*/ 2147483646 h 164"/>
              <a:gd name="T6" fmla="*/ 2147483646 w 72"/>
              <a:gd name="T7" fmla="*/ 2147483646 h 164"/>
              <a:gd name="T8" fmla="*/ 2147483646 w 72"/>
              <a:gd name="T9" fmla="*/ 2147483646 h 164"/>
              <a:gd name="T10" fmla="*/ 2147483646 w 72"/>
              <a:gd name="T11" fmla="*/ 2147483646 h 164"/>
              <a:gd name="T12" fmla="*/ 2147483646 w 72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2" h="164">
                <a:moveTo>
                  <a:pt x="18" y="0"/>
                </a:moveTo>
                <a:lnTo>
                  <a:pt x="0" y="9"/>
                </a:lnTo>
                <a:lnTo>
                  <a:pt x="54" y="164"/>
                </a:lnTo>
                <a:lnTo>
                  <a:pt x="54" y="156"/>
                </a:lnTo>
                <a:lnTo>
                  <a:pt x="72" y="156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19" name="Freeform 1062"/>
          <p:cNvSpPr>
            <a:spLocks/>
          </p:cNvSpPr>
          <p:nvPr/>
        </p:nvSpPr>
        <p:spPr bwMode="auto">
          <a:xfrm>
            <a:off x="8153400" y="2657475"/>
            <a:ext cx="85725" cy="233363"/>
          </a:xfrm>
          <a:custGeom>
            <a:avLst/>
            <a:gdLst>
              <a:gd name="T0" fmla="*/ 2147483646 w 54"/>
              <a:gd name="T1" fmla="*/ 0 h 147"/>
              <a:gd name="T2" fmla="*/ 0 w 54"/>
              <a:gd name="T3" fmla="*/ 0 h 147"/>
              <a:gd name="T4" fmla="*/ 2147483646 w 54"/>
              <a:gd name="T5" fmla="*/ 2147483646 h 147"/>
              <a:gd name="T6" fmla="*/ 2147483646 w 54"/>
              <a:gd name="T7" fmla="*/ 2147483646 h 147"/>
              <a:gd name="T8" fmla="*/ 2147483646 w 54"/>
              <a:gd name="T9" fmla="*/ 2147483646 h 147"/>
              <a:gd name="T10" fmla="*/ 2147483646 w 54"/>
              <a:gd name="T11" fmla="*/ 2147483646 h 147"/>
              <a:gd name="T12" fmla="*/ 2147483646 w 54"/>
              <a:gd name="T13" fmla="*/ 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4" h="147">
                <a:moveTo>
                  <a:pt x="18" y="0"/>
                </a:moveTo>
                <a:lnTo>
                  <a:pt x="0" y="0"/>
                </a:lnTo>
                <a:lnTo>
                  <a:pt x="36" y="147"/>
                </a:lnTo>
                <a:lnTo>
                  <a:pt x="5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20" name="Freeform 1063"/>
          <p:cNvSpPr>
            <a:spLocks/>
          </p:cNvSpPr>
          <p:nvPr/>
        </p:nvSpPr>
        <p:spPr bwMode="auto">
          <a:xfrm>
            <a:off x="8210550" y="2890838"/>
            <a:ext cx="57150" cy="246062"/>
          </a:xfrm>
          <a:custGeom>
            <a:avLst/>
            <a:gdLst>
              <a:gd name="T0" fmla="*/ 2147483646 w 36"/>
              <a:gd name="T1" fmla="*/ 0 h 155"/>
              <a:gd name="T2" fmla="*/ 0 w 36"/>
              <a:gd name="T3" fmla="*/ 0 h 155"/>
              <a:gd name="T4" fmla="*/ 2147483646 w 36"/>
              <a:gd name="T5" fmla="*/ 2147483646 h 155"/>
              <a:gd name="T6" fmla="*/ 2147483646 w 36"/>
              <a:gd name="T7" fmla="*/ 2147483646 h 155"/>
              <a:gd name="T8" fmla="*/ 2147483646 w 36"/>
              <a:gd name="T9" fmla="*/ 2147483646 h 155"/>
              <a:gd name="T10" fmla="*/ 2147483646 w 36"/>
              <a:gd name="T11" fmla="*/ 2147483646 h 155"/>
              <a:gd name="T12" fmla="*/ 2147483646 w 36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6" h="155">
                <a:moveTo>
                  <a:pt x="18" y="0"/>
                </a:moveTo>
                <a:lnTo>
                  <a:pt x="0" y="0"/>
                </a:lnTo>
                <a:lnTo>
                  <a:pt x="18" y="155"/>
                </a:lnTo>
                <a:lnTo>
                  <a:pt x="36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21" name="Freeform 1064"/>
          <p:cNvSpPr>
            <a:spLocks/>
          </p:cNvSpPr>
          <p:nvPr/>
        </p:nvSpPr>
        <p:spPr bwMode="auto">
          <a:xfrm>
            <a:off x="8196263" y="3136900"/>
            <a:ext cx="71437" cy="479425"/>
          </a:xfrm>
          <a:custGeom>
            <a:avLst/>
            <a:gdLst>
              <a:gd name="T0" fmla="*/ 2147483646 w 45"/>
              <a:gd name="T1" fmla="*/ 0 h 302"/>
              <a:gd name="T2" fmla="*/ 2147483646 w 45"/>
              <a:gd name="T3" fmla="*/ 0 h 302"/>
              <a:gd name="T4" fmla="*/ 0 w 45"/>
              <a:gd name="T5" fmla="*/ 2147483646 h 302"/>
              <a:gd name="T6" fmla="*/ 0 w 45"/>
              <a:gd name="T7" fmla="*/ 2147483646 h 302"/>
              <a:gd name="T8" fmla="*/ 2147483646 w 45"/>
              <a:gd name="T9" fmla="*/ 2147483646 h 302"/>
              <a:gd name="T10" fmla="*/ 2147483646 w 45"/>
              <a:gd name="T11" fmla="*/ 2147483646 h 302"/>
              <a:gd name="T12" fmla="*/ 2147483646 w 45"/>
              <a:gd name="T13" fmla="*/ 0 h 30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5" h="302">
                <a:moveTo>
                  <a:pt x="45" y="0"/>
                </a:moveTo>
                <a:lnTo>
                  <a:pt x="27" y="0"/>
                </a:lnTo>
                <a:lnTo>
                  <a:pt x="0" y="294"/>
                </a:lnTo>
                <a:lnTo>
                  <a:pt x="18" y="302"/>
                </a:lnTo>
                <a:lnTo>
                  <a:pt x="18" y="294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22" name="Freeform 1065"/>
          <p:cNvSpPr>
            <a:spLocks/>
          </p:cNvSpPr>
          <p:nvPr/>
        </p:nvSpPr>
        <p:spPr bwMode="auto">
          <a:xfrm>
            <a:off x="8081963" y="3603625"/>
            <a:ext cx="142875" cy="427038"/>
          </a:xfrm>
          <a:custGeom>
            <a:avLst/>
            <a:gdLst>
              <a:gd name="T0" fmla="*/ 2147483646 w 90"/>
              <a:gd name="T1" fmla="*/ 2147483646 h 269"/>
              <a:gd name="T2" fmla="*/ 2147483646 w 90"/>
              <a:gd name="T3" fmla="*/ 0 h 269"/>
              <a:gd name="T4" fmla="*/ 0 w 90"/>
              <a:gd name="T5" fmla="*/ 2147483646 h 269"/>
              <a:gd name="T6" fmla="*/ 0 w 90"/>
              <a:gd name="T7" fmla="*/ 2147483646 h 269"/>
              <a:gd name="T8" fmla="*/ 2147483646 w 90"/>
              <a:gd name="T9" fmla="*/ 2147483646 h 269"/>
              <a:gd name="T10" fmla="*/ 2147483646 w 90"/>
              <a:gd name="T11" fmla="*/ 2147483646 h 269"/>
              <a:gd name="T12" fmla="*/ 2147483646 w 90"/>
              <a:gd name="T13" fmla="*/ 2147483646 h 26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0" h="269">
                <a:moveTo>
                  <a:pt x="90" y="8"/>
                </a:moveTo>
                <a:lnTo>
                  <a:pt x="72" y="0"/>
                </a:lnTo>
                <a:lnTo>
                  <a:pt x="0" y="261"/>
                </a:lnTo>
                <a:lnTo>
                  <a:pt x="18" y="269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23" name="Freeform 1066"/>
          <p:cNvSpPr>
            <a:spLocks/>
          </p:cNvSpPr>
          <p:nvPr/>
        </p:nvSpPr>
        <p:spPr bwMode="auto">
          <a:xfrm>
            <a:off x="7896225" y="4017963"/>
            <a:ext cx="214313" cy="466725"/>
          </a:xfrm>
          <a:custGeom>
            <a:avLst/>
            <a:gdLst>
              <a:gd name="T0" fmla="*/ 2147483646 w 135"/>
              <a:gd name="T1" fmla="*/ 2147483646 h 294"/>
              <a:gd name="T2" fmla="*/ 2147483646 w 135"/>
              <a:gd name="T3" fmla="*/ 0 h 294"/>
              <a:gd name="T4" fmla="*/ 0 w 135"/>
              <a:gd name="T5" fmla="*/ 2147483646 h 294"/>
              <a:gd name="T6" fmla="*/ 0 w 135"/>
              <a:gd name="T7" fmla="*/ 2147483646 h 294"/>
              <a:gd name="T8" fmla="*/ 2147483646 w 135"/>
              <a:gd name="T9" fmla="*/ 2147483646 h 294"/>
              <a:gd name="T10" fmla="*/ 2147483646 w 135"/>
              <a:gd name="T11" fmla="*/ 2147483646 h 294"/>
              <a:gd name="T12" fmla="*/ 2147483646 w 135"/>
              <a:gd name="T13" fmla="*/ 2147483646 h 2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294">
                <a:moveTo>
                  <a:pt x="135" y="8"/>
                </a:moveTo>
                <a:lnTo>
                  <a:pt x="117" y="0"/>
                </a:lnTo>
                <a:lnTo>
                  <a:pt x="0" y="286"/>
                </a:lnTo>
                <a:lnTo>
                  <a:pt x="18" y="294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24" name="Freeform 1067"/>
          <p:cNvSpPr>
            <a:spLocks/>
          </p:cNvSpPr>
          <p:nvPr/>
        </p:nvSpPr>
        <p:spPr bwMode="auto">
          <a:xfrm>
            <a:off x="7639050" y="4471988"/>
            <a:ext cx="285750" cy="454025"/>
          </a:xfrm>
          <a:custGeom>
            <a:avLst/>
            <a:gdLst>
              <a:gd name="T0" fmla="*/ 2147483646 w 180"/>
              <a:gd name="T1" fmla="*/ 2147483646 h 286"/>
              <a:gd name="T2" fmla="*/ 2147483646 w 180"/>
              <a:gd name="T3" fmla="*/ 0 h 286"/>
              <a:gd name="T4" fmla="*/ 0 w 180"/>
              <a:gd name="T5" fmla="*/ 2147483646 h 286"/>
              <a:gd name="T6" fmla="*/ 0 w 180"/>
              <a:gd name="T7" fmla="*/ 2147483646 h 286"/>
              <a:gd name="T8" fmla="*/ 2147483646 w 180"/>
              <a:gd name="T9" fmla="*/ 2147483646 h 286"/>
              <a:gd name="T10" fmla="*/ 2147483646 w 180"/>
              <a:gd name="T11" fmla="*/ 2147483646 h 286"/>
              <a:gd name="T12" fmla="*/ 2147483646 w 180"/>
              <a:gd name="T13" fmla="*/ 2147483646 h 2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0" h="286">
                <a:moveTo>
                  <a:pt x="180" y="8"/>
                </a:moveTo>
                <a:lnTo>
                  <a:pt x="162" y="0"/>
                </a:lnTo>
                <a:lnTo>
                  <a:pt x="0" y="278"/>
                </a:lnTo>
                <a:lnTo>
                  <a:pt x="18" y="286"/>
                </a:lnTo>
                <a:lnTo>
                  <a:pt x="18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25" name="Freeform 1068"/>
          <p:cNvSpPr>
            <a:spLocks/>
          </p:cNvSpPr>
          <p:nvPr/>
        </p:nvSpPr>
        <p:spPr bwMode="auto">
          <a:xfrm>
            <a:off x="7481888" y="4913313"/>
            <a:ext cx="185737" cy="220662"/>
          </a:xfrm>
          <a:custGeom>
            <a:avLst/>
            <a:gdLst>
              <a:gd name="T0" fmla="*/ 2147483646 w 117"/>
              <a:gd name="T1" fmla="*/ 2147483646 h 139"/>
              <a:gd name="T2" fmla="*/ 2147483646 w 117"/>
              <a:gd name="T3" fmla="*/ 0 h 139"/>
              <a:gd name="T4" fmla="*/ 0 w 117"/>
              <a:gd name="T5" fmla="*/ 2147483646 h 139"/>
              <a:gd name="T6" fmla="*/ 0 w 117"/>
              <a:gd name="T7" fmla="*/ 2147483646 h 139"/>
              <a:gd name="T8" fmla="*/ 2147483646 w 117"/>
              <a:gd name="T9" fmla="*/ 2147483646 h 139"/>
              <a:gd name="T10" fmla="*/ 2147483646 w 117"/>
              <a:gd name="T11" fmla="*/ 2147483646 h 139"/>
              <a:gd name="T12" fmla="*/ 2147483646 w 117"/>
              <a:gd name="T13" fmla="*/ 2147483646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7" h="139">
                <a:moveTo>
                  <a:pt x="117" y="8"/>
                </a:moveTo>
                <a:lnTo>
                  <a:pt x="99" y="0"/>
                </a:lnTo>
                <a:lnTo>
                  <a:pt x="0" y="131"/>
                </a:lnTo>
                <a:lnTo>
                  <a:pt x="18" y="139"/>
                </a:lnTo>
                <a:lnTo>
                  <a:pt x="117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26" name="Freeform 1069"/>
          <p:cNvSpPr>
            <a:spLocks/>
          </p:cNvSpPr>
          <p:nvPr/>
        </p:nvSpPr>
        <p:spPr bwMode="auto">
          <a:xfrm>
            <a:off x="7296150" y="5121275"/>
            <a:ext cx="214313" cy="206375"/>
          </a:xfrm>
          <a:custGeom>
            <a:avLst/>
            <a:gdLst>
              <a:gd name="T0" fmla="*/ 2147483646 w 135"/>
              <a:gd name="T1" fmla="*/ 2147483646 h 130"/>
              <a:gd name="T2" fmla="*/ 2147483646 w 135"/>
              <a:gd name="T3" fmla="*/ 0 h 130"/>
              <a:gd name="T4" fmla="*/ 0 w 135"/>
              <a:gd name="T5" fmla="*/ 2147483646 h 130"/>
              <a:gd name="T6" fmla="*/ 2147483646 w 135"/>
              <a:gd name="T7" fmla="*/ 2147483646 h 130"/>
              <a:gd name="T8" fmla="*/ 2147483646 w 135"/>
              <a:gd name="T9" fmla="*/ 2147483646 h 1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5" h="130">
                <a:moveTo>
                  <a:pt x="135" y="8"/>
                </a:moveTo>
                <a:lnTo>
                  <a:pt x="117" y="0"/>
                </a:lnTo>
                <a:lnTo>
                  <a:pt x="0" y="122"/>
                </a:lnTo>
                <a:lnTo>
                  <a:pt x="18" y="130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27" name="Freeform 1070"/>
          <p:cNvSpPr>
            <a:spLocks/>
          </p:cNvSpPr>
          <p:nvPr/>
        </p:nvSpPr>
        <p:spPr bwMode="auto">
          <a:xfrm>
            <a:off x="1509713" y="3162300"/>
            <a:ext cx="28575" cy="26988"/>
          </a:xfrm>
          <a:custGeom>
            <a:avLst/>
            <a:gdLst>
              <a:gd name="T0" fmla="*/ 2147483646 w 18"/>
              <a:gd name="T1" fmla="*/ 2147483646 h 17"/>
              <a:gd name="T2" fmla="*/ 2147483646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0 h 17"/>
              <a:gd name="T10" fmla="*/ 2147483646 w 18"/>
              <a:gd name="T11" fmla="*/ 0 h 17"/>
              <a:gd name="T12" fmla="*/ 0 w 18"/>
              <a:gd name="T13" fmla="*/ 2147483646 h 17"/>
              <a:gd name="T14" fmla="*/ 0 w 18"/>
              <a:gd name="T15" fmla="*/ 2147483646 h 17"/>
              <a:gd name="T16" fmla="*/ 2147483646 w 18"/>
              <a:gd name="T17" fmla="*/ 2147483646 h 17"/>
              <a:gd name="T18" fmla="*/ 2147483646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7">
                <a:moveTo>
                  <a:pt x="9" y="17"/>
                </a:moveTo>
                <a:lnTo>
                  <a:pt x="9" y="17"/>
                </a:lnTo>
                <a:lnTo>
                  <a:pt x="18" y="17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0" y="17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28" name="Freeform 1071"/>
          <p:cNvSpPr>
            <a:spLocks/>
          </p:cNvSpPr>
          <p:nvPr/>
        </p:nvSpPr>
        <p:spPr bwMode="auto">
          <a:xfrm>
            <a:off x="1409700" y="3162300"/>
            <a:ext cx="171450" cy="195263"/>
          </a:xfrm>
          <a:custGeom>
            <a:avLst/>
            <a:gdLst>
              <a:gd name="T0" fmla="*/ 2147483646 w 108"/>
              <a:gd name="T1" fmla="*/ 2147483646 h 123"/>
              <a:gd name="T2" fmla="*/ 2147483646 w 108"/>
              <a:gd name="T3" fmla="*/ 2147483646 h 123"/>
              <a:gd name="T4" fmla="*/ 0 w 108"/>
              <a:gd name="T5" fmla="*/ 2147483646 h 123"/>
              <a:gd name="T6" fmla="*/ 2147483646 w 108"/>
              <a:gd name="T7" fmla="*/ 0 h 123"/>
              <a:gd name="T8" fmla="*/ 2147483646 w 108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29" name="Freeform 1072"/>
          <p:cNvSpPr>
            <a:spLocks/>
          </p:cNvSpPr>
          <p:nvPr/>
        </p:nvSpPr>
        <p:spPr bwMode="auto">
          <a:xfrm>
            <a:off x="1409700" y="3162300"/>
            <a:ext cx="171450" cy="195263"/>
          </a:xfrm>
          <a:custGeom>
            <a:avLst/>
            <a:gdLst>
              <a:gd name="T0" fmla="*/ 2147483646 w 108"/>
              <a:gd name="T1" fmla="*/ 2147483646 h 123"/>
              <a:gd name="T2" fmla="*/ 2147483646 w 108"/>
              <a:gd name="T3" fmla="*/ 2147483646 h 123"/>
              <a:gd name="T4" fmla="*/ 0 w 108"/>
              <a:gd name="T5" fmla="*/ 2147483646 h 123"/>
              <a:gd name="T6" fmla="*/ 2147483646 w 108"/>
              <a:gd name="T7" fmla="*/ 0 h 123"/>
              <a:gd name="T8" fmla="*/ 2147483646 w 108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30" name="Freeform 1073"/>
          <p:cNvSpPr>
            <a:spLocks/>
          </p:cNvSpPr>
          <p:nvPr/>
        </p:nvSpPr>
        <p:spPr bwMode="auto">
          <a:xfrm>
            <a:off x="6753225" y="2514600"/>
            <a:ext cx="285750" cy="311150"/>
          </a:xfrm>
          <a:custGeom>
            <a:avLst/>
            <a:gdLst>
              <a:gd name="T0" fmla="*/ 2147483646 w 180"/>
              <a:gd name="T1" fmla="*/ 2147483646 h 196"/>
              <a:gd name="T2" fmla="*/ 2147483646 w 180"/>
              <a:gd name="T3" fmla="*/ 2147483646 h 196"/>
              <a:gd name="T4" fmla="*/ 2147483646 w 180"/>
              <a:gd name="T5" fmla="*/ 0 h 196"/>
              <a:gd name="T6" fmla="*/ 2147483646 w 180"/>
              <a:gd name="T7" fmla="*/ 0 h 196"/>
              <a:gd name="T8" fmla="*/ 0 w 180"/>
              <a:gd name="T9" fmla="*/ 2147483646 h 196"/>
              <a:gd name="T10" fmla="*/ 0 w 180"/>
              <a:gd name="T11" fmla="*/ 2147483646 h 196"/>
              <a:gd name="T12" fmla="*/ 2147483646 w 180"/>
              <a:gd name="T13" fmla="*/ 2147483646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0" h="196">
                <a:moveTo>
                  <a:pt x="162" y="196"/>
                </a:moveTo>
                <a:lnTo>
                  <a:pt x="180" y="188"/>
                </a:lnTo>
                <a:lnTo>
                  <a:pt x="18" y="0"/>
                </a:lnTo>
                <a:lnTo>
                  <a:pt x="0" y="8"/>
                </a:lnTo>
                <a:lnTo>
                  <a:pt x="162" y="19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31" name="Freeform 1074"/>
          <p:cNvSpPr>
            <a:spLocks/>
          </p:cNvSpPr>
          <p:nvPr/>
        </p:nvSpPr>
        <p:spPr bwMode="auto">
          <a:xfrm>
            <a:off x="6467475" y="2228850"/>
            <a:ext cx="314325" cy="298450"/>
          </a:xfrm>
          <a:custGeom>
            <a:avLst/>
            <a:gdLst>
              <a:gd name="T0" fmla="*/ 2147483646 w 198"/>
              <a:gd name="T1" fmla="*/ 2147483646 h 188"/>
              <a:gd name="T2" fmla="*/ 2147483646 w 198"/>
              <a:gd name="T3" fmla="*/ 2147483646 h 188"/>
              <a:gd name="T4" fmla="*/ 2147483646 w 198"/>
              <a:gd name="T5" fmla="*/ 2147483646 h 188"/>
              <a:gd name="T6" fmla="*/ 2147483646 w 198"/>
              <a:gd name="T7" fmla="*/ 0 h 188"/>
              <a:gd name="T8" fmla="*/ 2147483646 w 198"/>
              <a:gd name="T9" fmla="*/ 2147483646 h 188"/>
              <a:gd name="T10" fmla="*/ 0 w 198"/>
              <a:gd name="T11" fmla="*/ 2147483646 h 188"/>
              <a:gd name="T12" fmla="*/ 2147483646 w 198"/>
              <a:gd name="T13" fmla="*/ 2147483646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8" h="188">
                <a:moveTo>
                  <a:pt x="180" y="188"/>
                </a:moveTo>
                <a:lnTo>
                  <a:pt x="198" y="180"/>
                </a:lnTo>
                <a:lnTo>
                  <a:pt x="18" y="8"/>
                </a:lnTo>
                <a:lnTo>
                  <a:pt x="18" y="0"/>
                </a:lnTo>
                <a:lnTo>
                  <a:pt x="9" y="16"/>
                </a:lnTo>
                <a:lnTo>
                  <a:pt x="0" y="16"/>
                </a:lnTo>
                <a:lnTo>
                  <a:pt x="18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32" name="Freeform 1075"/>
          <p:cNvSpPr>
            <a:spLocks/>
          </p:cNvSpPr>
          <p:nvPr/>
        </p:nvSpPr>
        <p:spPr bwMode="auto">
          <a:xfrm>
            <a:off x="6153150" y="2020888"/>
            <a:ext cx="342900" cy="233362"/>
          </a:xfrm>
          <a:custGeom>
            <a:avLst/>
            <a:gdLst>
              <a:gd name="T0" fmla="*/ 2147483646 w 216"/>
              <a:gd name="T1" fmla="*/ 2147483646 h 147"/>
              <a:gd name="T2" fmla="*/ 2147483646 w 216"/>
              <a:gd name="T3" fmla="*/ 2147483646 h 147"/>
              <a:gd name="T4" fmla="*/ 2147483646 w 216"/>
              <a:gd name="T5" fmla="*/ 0 h 147"/>
              <a:gd name="T6" fmla="*/ 2147483646 w 216"/>
              <a:gd name="T7" fmla="*/ 0 h 147"/>
              <a:gd name="T8" fmla="*/ 0 w 216"/>
              <a:gd name="T9" fmla="*/ 2147483646 h 147"/>
              <a:gd name="T10" fmla="*/ 0 w 216"/>
              <a:gd name="T11" fmla="*/ 2147483646 h 147"/>
              <a:gd name="T12" fmla="*/ 2147483646 w 216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147">
                <a:moveTo>
                  <a:pt x="207" y="147"/>
                </a:moveTo>
                <a:lnTo>
                  <a:pt x="216" y="131"/>
                </a:lnTo>
                <a:lnTo>
                  <a:pt x="9" y="0"/>
                </a:lnTo>
                <a:lnTo>
                  <a:pt x="0" y="17"/>
                </a:lnTo>
                <a:lnTo>
                  <a:pt x="207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33" name="Freeform 1076"/>
          <p:cNvSpPr>
            <a:spLocks/>
          </p:cNvSpPr>
          <p:nvPr/>
        </p:nvSpPr>
        <p:spPr bwMode="auto">
          <a:xfrm>
            <a:off x="5810250" y="1839913"/>
            <a:ext cx="357188" cy="207962"/>
          </a:xfrm>
          <a:custGeom>
            <a:avLst/>
            <a:gdLst>
              <a:gd name="T0" fmla="*/ 2147483646 w 225"/>
              <a:gd name="T1" fmla="*/ 2147483646 h 131"/>
              <a:gd name="T2" fmla="*/ 2147483646 w 225"/>
              <a:gd name="T3" fmla="*/ 2147483646 h 131"/>
              <a:gd name="T4" fmla="*/ 2147483646 w 225"/>
              <a:gd name="T5" fmla="*/ 0 h 131"/>
              <a:gd name="T6" fmla="*/ 2147483646 w 225"/>
              <a:gd name="T7" fmla="*/ 0 h 131"/>
              <a:gd name="T8" fmla="*/ 0 w 225"/>
              <a:gd name="T9" fmla="*/ 2147483646 h 131"/>
              <a:gd name="T10" fmla="*/ 0 w 225"/>
              <a:gd name="T11" fmla="*/ 2147483646 h 131"/>
              <a:gd name="T12" fmla="*/ 2147483646 w 225"/>
              <a:gd name="T13" fmla="*/ 2147483646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131">
                <a:moveTo>
                  <a:pt x="216" y="131"/>
                </a:moveTo>
                <a:lnTo>
                  <a:pt x="225" y="114"/>
                </a:lnTo>
                <a:lnTo>
                  <a:pt x="9" y="0"/>
                </a:lnTo>
                <a:lnTo>
                  <a:pt x="0" y="16"/>
                </a:lnTo>
                <a:lnTo>
                  <a:pt x="216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34" name="Freeform 1077"/>
          <p:cNvSpPr>
            <a:spLocks/>
          </p:cNvSpPr>
          <p:nvPr/>
        </p:nvSpPr>
        <p:spPr bwMode="auto">
          <a:xfrm>
            <a:off x="5424488" y="1724025"/>
            <a:ext cx="400050" cy="141288"/>
          </a:xfrm>
          <a:custGeom>
            <a:avLst/>
            <a:gdLst>
              <a:gd name="T0" fmla="*/ 2147483646 w 252"/>
              <a:gd name="T1" fmla="*/ 2147483646 h 89"/>
              <a:gd name="T2" fmla="*/ 2147483646 w 252"/>
              <a:gd name="T3" fmla="*/ 2147483646 h 89"/>
              <a:gd name="T4" fmla="*/ 2147483646 w 252"/>
              <a:gd name="T5" fmla="*/ 0 h 89"/>
              <a:gd name="T6" fmla="*/ 0 w 252"/>
              <a:gd name="T7" fmla="*/ 0 h 89"/>
              <a:gd name="T8" fmla="*/ 0 w 252"/>
              <a:gd name="T9" fmla="*/ 2147483646 h 89"/>
              <a:gd name="T10" fmla="*/ 0 w 252"/>
              <a:gd name="T11" fmla="*/ 2147483646 h 89"/>
              <a:gd name="T12" fmla="*/ 2147483646 w 252"/>
              <a:gd name="T13" fmla="*/ 2147483646 h 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2" h="89">
                <a:moveTo>
                  <a:pt x="243" y="89"/>
                </a:moveTo>
                <a:lnTo>
                  <a:pt x="252" y="73"/>
                </a:lnTo>
                <a:lnTo>
                  <a:pt x="9" y="0"/>
                </a:lnTo>
                <a:lnTo>
                  <a:pt x="0" y="0"/>
                </a:lnTo>
                <a:lnTo>
                  <a:pt x="0" y="16"/>
                </a:lnTo>
                <a:lnTo>
                  <a:pt x="243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35" name="Freeform 1078"/>
          <p:cNvSpPr>
            <a:spLocks/>
          </p:cNvSpPr>
          <p:nvPr/>
        </p:nvSpPr>
        <p:spPr bwMode="auto">
          <a:xfrm>
            <a:off x="5010150" y="1646238"/>
            <a:ext cx="414338" cy="103187"/>
          </a:xfrm>
          <a:custGeom>
            <a:avLst/>
            <a:gdLst>
              <a:gd name="T0" fmla="*/ 2147483646 w 261"/>
              <a:gd name="T1" fmla="*/ 2147483646 h 65"/>
              <a:gd name="T2" fmla="*/ 2147483646 w 261"/>
              <a:gd name="T3" fmla="*/ 2147483646 h 65"/>
              <a:gd name="T4" fmla="*/ 0 w 261"/>
              <a:gd name="T5" fmla="*/ 0 h 65"/>
              <a:gd name="T6" fmla="*/ 0 w 261"/>
              <a:gd name="T7" fmla="*/ 0 h 65"/>
              <a:gd name="T8" fmla="*/ 0 w 261"/>
              <a:gd name="T9" fmla="*/ 2147483646 h 65"/>
              <a:gd name="T10" fmla="*/ 0 w 261"/>
              <a:gd name="T11" fmla="*/ 2147483646 h 65"/>
              <a:gd name="T12" fmla="*/ 2147483646 w 261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61" h="65">
                <a:moveTo>
                  <a:pt x="261" y="65"/>
                </a:moveTo>
                <a:lnTo>
                  <a:pt x="261" y="49"/>
                </a:lnTo>
                <a:lnTo>
                  <a:pt x="0" y="0"/>
                </a:lnTo>
                <a:lnTo>
                  <a:pt x="0" y="16"/>
                </a:lnTo>
                <a:lnTo>
                  <a:pt x="261" y="6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36" name="Freeform 1079"/>
          <p:cNvSpPr>
            <a:spLocks/>
          </p:cNvSpPr>
          <p:nvPr/>
        </p:nvSpPr>
        <p:spPr bwMode="auto">
          <a:xfrm>
            <a:off x="4567238" y="1631950"/>
            <a:ext cx="442912" cy="39688"/>
          </a:xfrm>
          <a:custGeom>
            <a:avLst/>
            <a:gdLst>
              <a:gd name="T0" fmla="*/ 2147483646 w 279"/>
              <a:gd name="T1" fmla="*/ 2147483646 h 25"/>
              <a:gd name="T2" fmla="*/ 2147483646 w 279"/>
              <a:gd name="T3" fmla="*/ 2147483646 h 25"/>
              <a:gd name="T4" fmla="*/ 0 w 279"/>
              <a:gd name="T5" fmla="*/ 0 h 25"/>
              <a:gd name="T6" fmla="*/ 0 w 279"/>
              <a:gd name="T7" fmla="*/ 0 h 25"/>
              <a:gd name="T8" fmla="*/ 0 w 279"/>
              <a:gd name="T9" fmla="*/ 2147483646 h 25"/>
              <a:gd name="T10" fmla="*/ 0 w 279"/>
              <a:gd name="T11" fmla="*/ 2147483646 h 25"/>
              <a:gd name="T12" fmla="*/ 2147483646 w 279"/>
              <a:gd name="T13" fmla="*/ 2147483646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9" h="25">
                <a:moveTo>
                  <a:pt x="279" y="25"/>
                </a:moveTo>
                <a:lnTo>
                  <a:pt x="279" y="9"/>
                </a:lnTo>
                <a:lnTo>
                  <a:pt x="0" y="0"/>
                </a:lnTo>
                <a:lnTo>
                  <a:pt x="0" y="17"/>
                </a:lnTo>
                <a:lnTo>
                  <a:pt x="279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37" name="Freeform 1080"/>
          <p:cNvSpPr>
            <a:spLocks/>
          </p:cNvSpPr>
          <p:nvPr/>
        </p:nvSpPr>
        <p:spPr bwMode="auto">
          <a:xfrm>
            <a:off x="4110038" y="1631950"/>
            <a:ext cx="457200" cy="65088"/>
          </a:xfrm>
          <a:custGeom>
            <a:avLst/>
            <a:gdLst>
              <a:gd name="T0" fmla="*/ 2147483646 w 288"/>
              <a:gd name="T1" fmla="*/ 2147483646 h 41"/>
              <a:gd name="T2" fmla="*/ 2147483646 w 288"/>
              <a:gd name="T3" fmla="*/ 0 h 41"/>
              <a:gd name="T4" fmla="*/ 0 w 288"/>
              <a:gd name="T5" fmla="*/ 2147483646 h 41"/>
              <a:gd name="T6" fmla="*/ 0 w 288"/>
              <a:gd name="T7" fmla="*/ 2147483646 h 41"/>
              <a:gd name="T8" fmla="*/ 0 w 288"/>
              <a:gd name="T9" fmla="*/ 2147483646 h 41"/>
              <a:gd name="T10" fmla="*/ 0 w 288"/>
              <a:gd name="T11" fmla="*/ 2147483646 h 41"/>
              <a:gd name="T12" fmla="*/ 2147483646 w 288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88" h="41">
                <a:moveTo>
                  <a:pt x="288" y="17"/>
                </a:moveTo>
                <a:lnTo>
                  <a:pt x="288" y="0"/>
                </a:lnTo>
                <a:lnTo>
                  <a:pt x="0" y="25"/>
                </a:lnTo>
                <a:lnTo>
                  <a:pt x="0" y="41"/>
                </a:lnTo>
                <a:lnTo>
                  <a:pt x="288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38" name="Freeform 1081"/>
          <p:cNvSpPr>
            <a:spLocks/>
          </p:cNvSpPr>
          <p:nvPr/>
        </p:nvSpPr>
        <p:spPr bwMode="auto">
          <a:xfrm>
            <a:off x="3638550" y="1671638"/>
            <a:ext cx="471488" cy="103187"/>
          </a:xfrm>
          <a:custGeom>
            <a:avLst/>
            <a:gdLst>
              <a:gd name="T0" fmla="*/ 2147483646 w 297"/>
              <a:gd name="T1" fmla="*/ 2147483646 h 65"/>
              <a:gd name="T2" fmla="*/ 2147483646 w 297"/>
              <a:gd name="T3" fmla="*/ 0 h 65"/>
              <a:gd name="T4" fmla="*/ 0 w 297"/>
              <a:gd name="T5" fmla="*/ 2147483646 h 65"/>
              <a:gd name="T6" fmla="*/ 0 w 297"/>
              <a:gd name="T7" fmla="*/ 2147483646 h 65"/>
              <a:gd name="T8" fmla="*/ 2147483646 w 297"/>
              <a:gd name="T9" fmla="*/ 2147483646 h 65"/>
              <a:gd name="T10" fmla="*/ 0 w 297"/>
              <a:gd name="T11" fmla="*/ 2147483646 h 65"/>
              <a:gd name="T12" fmla="*/ 2147483646 w 297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97" h="65">
                <a:moveTo>
                  <a:pt x="297" y="16"/>
                </a:moveTo>
                <a:lnTo>
                  <a:pt x="297" y="0"/>
                </a:lnTo>
                <a:lnTo>
                  <a:pt x="0" y="49"/>
                </a:lnTo>
                <a:lnTo>
                  <a:pt x="9" y="65"/>
                </a:lnTo>
                <a:lnTo>
                  <a:pt x="0" y="65"/>
                </a:lnTo>
                <a:lnTo>
                  <a:pt x="297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39" name="Freeform 1082"/>
          <p:cNvSpPr>
            <a:spLocks/>
          </p:cNvSpPr>
          <p:nvPr/>
        </p:nvSpPr>
        <p:spPr bwMode="auto">
          <a:xfrm>
            <a:off x="3224213" y="1749425"/>
            <a:ext cx="428625" cy="130175"/>
          </a:xfrm>
          <a:custGeom>
            <a:avLst/>
            <a:gdLst>
              <a:gd name="T0" fmla="*/ 2147483646 w 270"/>
              <a:gd name="T1" fmla="*/ 2147483646 h 82"/>
              <a:gd name="T2" fmla="*/ 2147483646 w 270"/>
              <a:gd name="T3" fmla="*/ 0 h 82"/>
              <a:gd name="T4" fmla="*/ 0 w 270"/>
              <a:gd name="T5" fmla="*/ 2147483646 h 82"/>
              <a:gd name="T6" fmla="*/ 0 w 270"/>
              <a:gd name="T7" fmla="*/ 2147483646 h 82"/>
              <a:gd name="T8" fmla="*/ 2147483646 w 270"/>
              <a:gd name="T9" fmla="*/ 2147483646 h 82"/>
              <a:gd name="T10" fmla="*/ 2147483646 w 270"/>
              <a:gd name="T11" fmla="*/ 2147483646 h 82"/>
              <a:gd name="T12" fmla="*/ 2147483646 w 270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0" h="82">
                <a:moveTo>
                  <a:pt x="270" y="16"/>
                </a:moveTo>
                <a:lnTo>
                  <a:pt x="261" y="0"/>
                </a:lnTo>
                <a:lnTo>
                  <a:pt x="0" y="65"/>
                </a:lnTo>
                <a:lnTo>
                  <a:pt x="9" y="82"/>
                </a:lnTo>
                <a:lnTo>
                  <a:pt x="27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40" name="Freeform 1083"/>
          <p:cNvSpPr>
            <a:spLocks/>
          </p:cNvSpPr>
          <p:nvPr/>
        </p:nvSpPr>
        <p:spPr bwMode="auto">
          <a:xfrm>
            <a:off x="2852738" y="1852613"/>
            <a:ext cx="385762" cy="168275"/>
          </a:xfrm>
          <a:custGeom>
            <a:avLst/>
            <a:gdLst>
              <a:gd name="T0" fmla="*/ 2147483646 w 243"/>
              <a:gd name="T1" fmla="*/ 2147483646 h 106"/>
              <a:gd name="T2" fmla="*/ 2147483646 w 243"/>
              <a:gd name="T3" fmla="*/ 0 h 106"/>
              <a:gd name="T4" fmla="*/ 0 w 243"/>
              <a:gd name="T5" fmla="*/ 2147483646 h 106"/>
              <a:gd name="T6" fmla="*/ 0 w 243"/>
              <a:gd name="T7" fmla="*/ 2147483646 h 106"/>
              <a:gd name="T8" fmla="*/ 2147483646 w 243"/>
              <a:gd name="T9" fmla="*/ 2147483646 h 106"/>
              <a:gd name="T10" fmla="*/ 2147483646 w 243"/>
              <a:gd name="T11" fmla="*/ 2147483646 h 106"/>
              <a:gd name="T12" fmla="*/ 2147483646 w 243"/>
              <a:gd name="T13" fmla="*/ 2147483646 h 1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" h="106">
                <a:moveTo>
                  <a:pt x="243" y="17"/>
                </a:moveTo>
                <a:lnTo>
                  <a:pt x="234" y="0"/>
                </a:lnTo>
                <a:lnTo>
                  <a:pt x="0" y="90"/>
                </a:lnTo>
                <a:lnTo>
                  <a:pt x="9" y="106"/>
                </a:lnTo>
                <a:lnTo>
                  <a:pt x="243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41" name="Freeform 1084"/>
          <p:cNvSpPr>
            <a:spLocks/>
          </p:cNvSpPr>
          <p:nvPr/>
        </p:nvSpPr>
        <p:spPr bwMode="auto">
          <a:xfrm>
            <a:off x="2524125" y="1995488"/>
            <a:ext cx="342900" cy="195262"/>
          </a:xfrm>
          <a:custGeom>
            <a:avLst/>
            <a:gdLst>
              <a:gd name="T0" fmla="*/ 2147483646 w 216"/>
              <a:gd name="T1" fmla="*/ 2147483646 h 123"/>
              <a:gd name="T2" fmla="*/ 2147483646 w 216"/>
              <a:gd name="T3" fmla="*/ 0 h 123"/>
              <a:gd name="T4" fmla="*/ 0 w 216"/>
              <a:gd name="T5" fmla="*/ 2147483646 h 123"/>
              <a:gd name="T6" fmla="*/ 0 w 216"/>
              <a:gd name="T7" fmla="*/ 2147483646 h 123"/>
              <a:gd name="T8" fmla="*/ 2147483646 w 216"/>
              <a:gd name="T9" fmla="*/ 2147483646 h 123"/>
              <a:gd name="T10" fmla="*/ 2147483646 w 216"/>
              <a:gd name="T11" fmla="*/ 2147483646 h 123"/>
              <a:gd name="T12" fmla="*/ 2147483646 w 216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123">
                <a:moveTo>
                  <a:pt x="216" y="16"/>
                </a:moveTo>
                <a:lnTo>
                  <a:pt x="207" y="0"/>
                </a:lnTo>
                <a:lnTo>
                  <a:pt x="0" y="106"/>
                </a:lnTo>
                <a:lnTo>
                  <a:pt x="9" y="123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42" name="Freeform 1085"/>
          <p:cNvSpPr>
            <a:spLocks/>
          </p:cNvSpPr>
          <p:nvPr/>
        </p:nvSpPr>
        <p:spPr bwMode="auto">
          <a:xfrm>
            <a:off x="2238375" y="2163763"/>
            <a:ext cx="300038" cy="233362"/>
          </a:xfrm>
          <a:custGeom>
            <a:avLst/>
            <a:gdLst>
              <a:gd name="T0" fmla="*/ 2147483646 w 189"/>
              <a:gd name="T1" fmla="*/ 2147483646 h 147"/>
              <a:gd name="T2" fmla="*/ 2147483646 w 189"/>
              <a:gd name="T3" fmla="*/ 0 h 147"/>
              <a:gd name="T4" fmla="*/ 0 w 189"/>
              <a:gd name="T5" fmla="*/ 2147483646 h 147"/>
              <a:gd name="T6" fmla="*/ 0 w 189"/>
              <a:gd name="T7" fmla="*/ 2147483646 h 147"/>
              <a:gd name="T8" fmla="*/ 2147483646 w 189"/>
              <a:gd name="T9" fmla="*/ 2147483646 h 147"/>
              <a:gd name="T10" fmla="*/ 2147483646 w 189"/>
              <a:gd name="T11" fmla="*/ 2147483646 h 147"/>
              <a:gd name="T12" fmla="*/ 2147483646 w 189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47">
                <a:moveTo>
                  <a:pt x="189" y="17"/>
                </a:moveTo>
                <a:lnTo>
                  <a:pt x="180" y="0"/>
                </a:lnTo>
                <a:lnTo>
                  <a:pt x="0" y="131"/>
                </a:lnTo>
                <a:lnTo>
                  <a:pt x="9" y="147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43" name="Freeform 1086"/>
          <p:cNvSpPr>
            <a:spLocks/>
          </p:cNvSpPr>
          <p:nvPr/>
        </p:nvSpPr>
        <p:spPr bwMode="auto">
          <a:xfrm>
            <a:off x="1952625" y="2371725"/>
            <a:ext cx="300038" cy="258763"/>
          </a:xfrm>
          <a:custGeom>
            <a:avLst/>
            <a:gdLst>
              <a:gd name="T0" fmla="*/ 2147483646 w 189"/>
              <a:gd name="T1" fmla="*/ 2147483646 h 163"/>
              <a:gd name="T2" fmla="*/ 2147483646 w 189"/>
              <a:gd name="T3" fmla="*/ 0 h 163"/>
              <a:gd name="T4" fmla="*/ 2147483646 w 189"/>
              <a:gd name="T5" fmla="*/ 2147483646 h 163"/>
              <a:gd name="T6" fmla="*/ 0 w 189"/>
              <a:gd name="T7" fmla="*/ 2147483646 h 163"/>
              <a:gd name="T8" fmla="*/ 2147483646 w 189"/>
              <a:gd name="T9" fmla="*/ 2147483646 h 163"/>
              <a:gd name="T10" fmla="*/ 2147483646 w 189"/>
              <a:gd name="T11" fmla="*/ 2147483646 h 163"/>
              <a:gd name="T12" fmla="*/ 2147483646 w 189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9" y="147"/>
                </a:lnTo>
                <a:lnTo>
                  <a:pt x="0" y="155"/>
                </a:lnTo>
                <a:lnTo>
                  <a:pt x="18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44" name="Freeform 1087"/>
          <p:cNvSpPr>
            <a:spLocks/>
          </p:cNvSpPr>
          <p:nvPr/>
        </p:nvSpPr>
        <p:spPr bwMode="auto">
          <a:xfrm>
            <a:off x="1724025" y="2617788"/>
            <a:ext cx="257175" cy="273050"/>
          </a:xfrm>
          <a:custGeom>
            <a:avLst/>
            <a:gdLst>
              <a:gd name="T0" fmla="*/ 2147483646 w 162"/>
              <a:gd name="T1" fmla="*/ 2147483646 h 172"/>
              <a:gd name="T2" fmla="*/ 2147483646 w 162"/>
              <a:gd name="T3" fmla="*/ 0 h 172"/>
              <a:gd name="T4" fmla="*/ 0 w 162"/>
              <a:gd name="T5" fmla="*/ 2147483646 h 172"/>
              <a:gd name="T6" fmla="*/ 0 w 162"/>
              <a:gd name="T7" fmla="*/ 2147483646 h 172"/>
              <a:gd name="T8" fmla="*/ 2147483646 w 162"/>
              <a:gd name="T9" fmla="*/ 2147483646 h 172"/>
              <a:gd name="T10" fmla="*/ 2147483646 w 162"/>
              <a:gd name="T11" fmla="*/ 2147483646 h 172"/>
              <a:gd name="T12" fmla="*/ 2147483646 w 162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3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45" name="Freeform 1088"/>
          <p:cNvSpPr>
            <a:spLocks/>
          </p:cNvSpPr>
          <p:nvPr/>
        </p:nvSpPr>
        <p:spPr bwMode="auto">
          <a:xfrm>
            <a:off x="1509713" y="2876550"/>
            <a:ext cx="242887" cy="312738"/>
          </a:xfrm>
          <a:custGeom>
            <a:avLst/>
            <a:gdLst>
              <a:gd name="T0" fmla="*/ 2147483646 w 153"/>
              <a:gd name="T1" fmla="*/ 2147483646 h 197"/>
              <a:gd name="T2" fmla="*/ 2147483646 w 153"/>
              <a:gd name="T3" fmla="*/ 0 h 197"/>
              <a:gd name="T4" fmla="*/ 0 w 153"/>
              <a:gd name="T5" fmla="*/ 2147483646 h 197"/>
              <a:gd name="T6" fmla="*/ 2147483646 w 153"/>
              <a:gd name="T7" fmla="*/ 2147483646 h 197"/>
              <a:gd name="T8" fmla="*/ 2147483646 w 153"/>
              <a:gd name="T9" fmla="*/ 2147483646 h 1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3" h="197">
                <a:moveTo>
                  <a:pt x="153" y="9"/>
                </a:moveTo>
                <a:lnTo>
                  <a:pt x="135" y="0"/>
                </a:lnTo>
                <a:lnTo>
                  <a:pt x="0" y="188"/>
                </a:lnTo>
                <a:lnTo>
                  <a:pt x="18" y="197"/>
                </a:lnTo>
                <a:lnTo>
                  <a:pt x="153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46" name="Freeform 1089"/>
          <p:cNvSpPr>
            <a:spLocks/>
          </p:cNvSpPr>
          <p:nvPr/>
        </p:nvSpPr>
        <p:spPr bwMode="auto">
          <a:xfrm>
            <a:off x="7539038" y="2138363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2147483646 w 18"/>
              <a:gd name="T3" fmla="*/ 0 h 16"/>
              <a:gd name="T4" fmla="*/ 0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2147483646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9" y="0"/>
                </a:moveTo>
                <a:lnTo>
                  <a:pt x="9" y="0"/>
                </a:ln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47" name="Freeform 1090"/>
          <p:cNvSpPr>
            <a:spLocks/>
          </p:cNvSpPr>
          <p:nvPr/>
        </p:nvSpPr>
        <p:spPr bwMode="auto">
          <a:xfrm>
            <a:off x="7496175" y="1943100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48" name="Freeform 1091"/>
          <p:cNvSpPr>
            <a:spLocks/>
          </p:cNvSpPr>
          <p:nvPr/>
        </p:nvSpPr>
        <p:spPr bwMode="auto">
          <a:xfrm>
            <a:off x="7496175" y="1943100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49" name="Freeform 1092"/>
          <p:cNvSpPr>
            <a:spLocks/>
          </p:cNvSpPr>
          <p:nvPr/>
        </p:nvSpPr>
        <p:spPr bwMode="auto">
          <a:xfrm>
            <a:off x="7096125" y="2695575"/>
            <a:ext cx="200025" cy="180975"/>
          </a:xfrm>
          <a:custGeom>
            <a:avLst/>
            <a:gdLst>
              <a:gd name="T0" fmla="*/ 0 w 126"/>
              <a:gd name="T1" fmla="*/ 2147483646 h 114"/>
              <a:gd name="T2" fmla="*/ 2147483646 w 126"/>
              <a:gd name="T3" fmla="*/ 2147483646 h 114"/>
              <a:gd name="T4" fmla="*/ 2147483646 w 126"/>
              <a:gd name="T5" fmla="*/ 2147483646 h 114"/>
              <a:gd name="T6" fmla="*/ 2147483646 w 126"/>
              <a:gd name="T7" fmla="*/ 2147483646 h 114"/>
              <a:gd name="T8" fmla="*/ 2147483646 w 126"/>
              <a:gd name="T9" fmla="*/ 0 h 114"/>
              <a:gd name="T10" fmla="*/ 2147483646 w 126"/>
              <a:gd name="T11" fmla="*/ 0 h 114"/>
              <a:gd name="T12" fmla="*/ 0 w 126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" h="114">
                <a:moveTo>
                  <a:pt x="0" y="106"/>
                </a:moveTo>
                <a:lnTo>
                  <a:pt x="18" y="114"/>
                </a:lnTo>
                <a:lnTo>
                  <a:pt x="126" y="8"/>
                </a:lnTo>
                <a:lnTo>
                  <a:pt x="10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50" name="Freeform 1093"/>
          <p:cNvSpPr>
            <a:spLocks/>
          </p:cNvSpPr>
          <p:nvPr/>
        </p:nvSpPr>
        <p:spPr bwMode="auto">
          <a:xfrm>
            <a:off x="7267575" y="2514600"/>
            <a:ext cx="171450" cy="193675"/>
          </a:xfrm>
          <a:custGeom>
            <a:avLst/>
            <a:gdLst>
              <a:gd name="T0" fmla="*/ 0 w 108"/>
              <a:gd name="T1" fmla="*/ 2147483646 h 122"/>
              <a:gd name="T2" fmla="*/ 2147483646 w 108"/>
              <a:gd name="T3" fmla="*/ 2147483646 h 122"/>
              <a:gd name="T4" fmla="*/ 2147483646 w 108"/>
              <a:gd name="T5" fmla="*/ 2147483646 h 122"/>
              <a:gd name="T6" fmla="*/ 2147483646 w 108"/>
              <a:gd name="T7" fmla="*/ 2147483646 h 122"/>
              <a:gd name="T8" fmla="*/ 2147483646 w 108"/>
              <a:gd name="T9" fmla="*/ 0 h 122"/>
              <a:gd name="T10" fmla="*/ 2147483646 w 108"/>
              <a:gd name="T11" fmla="*/ 0 h 122"/>
              <a:gd name="T12" fmla="*/ 0 w 108"/>
              <a:gd name="T13" fmla="*/ 2147483646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8" h="122">
                <a:moveTo>
                  <a:pt x="0" y="114"/>
                </a:moveTo>
                <a:lnTo>
                  <a:pt x="18" y="122"/>
                </a:lnTo>
                <a:lnTo>
                  <a:pt x="108" y="8"/>
                </a:lnTo>
                <a:lnTo>
                  <a:pt x="9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51" name="Freeform 1094"/>
          <p:cNvSpPr>
            <a:spLocks/>
          </p:cNvSpPr>
          <p:nvPr/>
        </p:nvSpPr>
        <p:spPr bwMode="auto">
          <a:xfrm>
            <a:off x="7410450" y="2332038"/>
            <a:ext cx="128588" cy="195262"/>
          </a:xfrm>
          <a:custGeom>
            <a:avLst/>
            <a:gdLst>
              <a:gd name="T0" fmla="*/ 0 w 81"/>
              <a:gd name="T1" fmla="*/ 2147483646 h 123"/>
              <a:gd name="T2" fmla="*/ 2147483646 w 81"/>
              <a:gd name="T3" fmla="*/ 2147483646 h 123"/>
              <a:gd name="T4" fmla="*/ 2147483646 w 81"/>
              <a:gd name="T5" fmla="*/ 2147483646 h 123"/>
              <a:gd name="T6" fmla="*/ 2147483646 w 81"/>
              <a:gd name="T7" fmla="*/ 0 h 123"/>
              <a:gd name="T8" fmla="*/ 2147483646 w 81"/>
              <a:gd name="T9" fmla="*/ 0 h 123"/>
              <a:gd name="T10" fmla="*/ 2147483646 w 81"/>
              <a:gd name="T11" fmla="*/ 0 h 123"/>
              <a:gd name="T12" fmla="*/ 0 w 81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1" h="123">
                <a:moveTo>
                  <a:pt x="0" y="115"/>
                </a:moveTo>
                <a:lnTo>
                  <a:pt x="18" y="123"/>
                </a:lnTo>
                <a:lnTo>
                  <a:pt x="81" y="9"/>
                </a:lnTo>
                <a:lnTo>
                  <a:pt x="81" y="0"/>
                </a:lnTo>
                <a:lnTo>
                  <a:pt x="63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52" name="Freeform 1095"/>
          <p:cNvSpPr>
            <a:spLocks/>
          </p:cNvSpPr>
          <p:nvPr/>
        </p:nvSpPr>
        <p:spPr bwMode="auto">
          <a:xfrm>
            <a:off x="7510463" y="2138363"/>
            <a:ext cx="57150" cy="193675"/>
          </a:xfrm>
          <a:custGeom>
            <a:avLst/>
            <a:gdLst>
              <a:gd name="T0" fmla="*/ 0 w 36"/>
              <a:gd name="T1" fmla="*/ 2147483646 h 122"/>
              <a:gd name="T2" fmla="*/ 2147483646 w 36"/>
              <a:gd name="T3" fmla="*/ 2147483646 h 122"/>
              <a:gd name="T4" fmla="*/ 2147483646 w 36"/>
              <a:gd name="T5" fmla="*/ 0 h 122"/>
              <a:gd name="T6" fmla="*/ 2147483646 w 36"/>
              <a:gd name="T7" fmla="*/ 0 h 122"/>
              <a:gd name="T8" fmla="*/ 0 w 36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" h="122">
                <a:moveTo>
                  <a:pt x="0" y="122"/>
                </a:moveTo>
                <a:lnTo>
                  <a:pt x="18" y="122"/>
                </a:lnTo>
                <a:lnTo>
                  <a:pt x="36" y="0"/>
                </a:lnTo>
                <a:lnTo>
                  <a:pt x="18" y="0"/>
                </a:lnTo>
                <a:lnTo>
                  <a:pt x="0" y="1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53" name="Freeform 1096"/>
          <p:cNvSpPr>
            <a:spLocks/>
          </p:cNvSpPr>
          <p:nvPr/>
        </p:nvSpPr>
        <p:spPr bwMode="auto">
          <a:xfrm>
            <a:off x="7010400" y="2359025"/>
            <a:ext cx="28575" cy="25400"/>
          </a:xfrm>
          <a:custGeom>
            <a:avLst/>
            <a:gdLst>
              <a:gd name="T0" fmla="*/ 2147483646 w 18"/>
              <a:gd name="T1" fmla="*/ 2147483646 h 16"/>
              <a:gd name="T2" fmla="*/ 2147483646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0 h 16"/>
              <a:gd name="T8" fmla="*/ 2147483646 w 18"/>
              <a:gd name="T9" fmla="*/ 0 h 16"/>
              <a:gd name="T10" fmla="*/ 2147483646 w 18"/>
              <a:gd name="T11" fmla="*/ 0 h 16"/>
              <a:gd name="T12" fmla="*/ 0 w 18"/>
              <a:gd name="T13" fmla="*/ 2147483646 h 16"/>
              <a:gd name="T14" fmla="*/ 2147483646 w 18"/>
              <a:gd name="T15" fmla="*/ 2147483646 h 16"/>
              <a:gd name="T16" fmla="*/ 2147483646 w 18"/>
              <a:gd name="T17" fmla="*/ 2147483646 h 16"/>
              <a:gd name="T18" fmla="*/ 2147483646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9" y="16"/>
                </a:move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54" name="Freeform 1097"/>
          <p:cNvSpPr>
            <a:spLocks/>
          </p:cNvSpPr>
          <p:nvPr/>
        </p:nvSpPr>
        <p:spPr bwMode="auto">
          <a:xfrm>
            <a:off x="6967538" y="2384425"/>
            <a:ext cx="128587" cy="195263"/>
          </a:xfrm>
          <a:custGeom>
            <a:avLst/>
            <a:gdLst>
              <a:gd name="T0" fmla="*/ 2147483646 w 81"/>
              <a:gd name="T1" fmla="*/ 0 h 123"/>
              <a:gd name="T2" fmla="*/ 2147483646 w 81"/>
              <a:gd name="T3" fmla="*/ 0 h 123"/>
              <a:gd name="T4" fmla="*/ 2147483646 w 81"/>
              <a:gd name="T5" fmla="*/ 2147483646 h 123"/>
              <a:gd name="T6" fmla="*/ 0 w 81"/>
              <a:gd name="T7" fmla="*/ 0 h 123"/>
              <a:gd name="T8" fmla="*/ 2147483646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55" name="Freeform 1098"/>
          <p:cNvSpPr>
            <a:spLocks/>
          </p:cNvSpPr>
          <p:nvPr/>
        </p:nvSpPr>
        <p:spPr bwMode="auto">
          <a:xfrm>
            <a:off x="6967538" y="2384425"/>
            <a:ext cx="128587" cy="195263"/>
          </a:xfrm>
          <a:custGeom>
            <a:avLst/>
            <a:gdLst>
              <a:gd name="T0" fmla="*/ 2147483646 w 81"/>
              <a:gd name="T1" fmla="*/ 0 h 123"/>
              <a:gd name="T2" fmla="*/ 2147483646 w 81"/>
              <a:gd name="T3" fmla="*/ 0 h 123"/>
              <a:gd name="T4" fmla="*/ 2147483646 w 81"/>
              <a:gd name="T5" fmla="*/ 2147483646 h 123"/>
              <a:gd name="T6" fmla="*/ 0 w 81"/>
              <a:gd name="T7" fmla="*/ 0 h 123"/>
              <a:gd name="T8" fmla="*/ 2147483646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56" name="Freeform 1099"/>
          <p:cNvSpPr>
            <a:spLocks/>
          </p:cNvSpPr>
          <p:nvPr/>
        </p:nvSpPr>
        <p:spPr bwMode="auto">
          <a:xfrm>
            <a:off x="7281863" y="1646238"/>
            <a:ext cx="214312" cy="193675"/>
          </a:xfrm>
          <a:custGeom>
            <a:avLst/>
            <a:gdLst>
              <a:gd name="T0" fmla="*/ 2147483646 w 135"/>
              <a:gd name="T1" fmla="*/ 2147483646 h 122"/>
              <a:gd name="T2" fmla="*/ 2147483646 w 135"/>
              <a:gd name="T3" fmla="*/ 0 h 122"/>
              <a:gd name="T4" fmla="*/ 0 w 135"/>
              <a:gd name="T5" fmla="*/ 2147483646 h 122"/>
              <a:gd name="T6" fmla="*/ 0 w 135"/>
              <a:gd name="T7" fmla="*/ 2147483646 h 122"/>
              <a:gd name="T8" fmla="*/ 2147483646 w 135"/>
              <a:gd name="T9" fmla="*/ 2147483646 h 122"/>
              <a:gd name="T10" fmla="*/ 2147483646 w 135"/>
              <a:gd name="T11" fmla="*/ 2147483646 h 122"/>
              <a:gd name="T12" fmla="*/ 2147483646 w 135"/>
              <a:gd name="T13" fmla="*/ 2147483646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122">
                <a:moveTo>
                  <a:pt x="135" y="8"/>
                </a:moveTo>
                <a:lnTo>
                  <a:pt x="117" y="0"/>
                </a:lnTo>
                <a:lnTo>
                  <a:pt x="0" y="114"/>
                </a:lnTo>
                <a:lnTo>
                  <a:pt x="18" y="122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57" name="Freeform 1100"/>
          <p:cNvSpPr>
            <a:spLocks/>
          </p:cNvSpPr>
          <p:nvPr/>
        </p:nvSpPr>
        <p:spPr bwMode="auto">
          <a:xfrm>
            <a:off x="7138988" y="1827213"/>
            <a:ext cx="171450" cy="180975"/>
          </a:xfrm>
          <a:custGeom>
            <a:avLst/>
            <a:gdLst>
              <a:gd name="T0" fmla="*/ 2147483646 w 108"/>
              <a:gd name="T1" fmla="*/ 2147483646 h 114"/>
              <a:gd name="T2" fmla="*/ 2147483646 w 108"/>
              <a:gd name="T3" fmla="*/ 0 h 114"/>
              <a:gd name="T4" fmla="*/ 0 w 108"/>
              <a:gd name="T5" fmla="*/ 2147483646 h 114"/>
              <a:gd name="T6" fmla="*/ 0 w 108"/>
              <a:gd name="T7" fmla="*/ 2147483646 h 114"/>
              <a:gd name="T8" fmla="*/ 2147483646 w 108"/>
              <a:gd name="T9" fmla="*/ 2147483646 h 114"/>
              <a:gd name="T10" fmla="*/ 2147483646 w 108"/>
              <a:gd name="T11" fmla="*/ 2147483646 h 114"/>
              <a:gd name="T12" fmla="*/ 2147483646 w 108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8" h="114">
                <a:moveTo>
                  <a:pt x="108" y="8"/>
                </a:moveTo>
                <a:lnTo>
                  <a:pt x="90" y="0"/>
                </a:lnTo>
                <a:lnTo>
                  <a:pt x="0" y="106"/>
                </a:lnTo>
                <a:lnTo>
                  <a:pt x="18" y="114"/>
                </a:lnTo>
                <a:lnTo>
                  <a:pt x="108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58" name="Freeform 1101"/>
          <p:cNvSpPr>
            <a:spLocks/>
          </p:cNvSpPr>
          <p:nvPr/>
        </p:nvSpPr>
        <p:spPr bwMode="auto">
          <a:xfrm>
            <a:off x="7053263" y="1995488"/>
            <a:ext cx="114300" cy="195262"/>
          </a:xfrm>
          <a:custGeom>
            <a:avLst/>
            <a:gdLst>
              <a:gd name="T0" fmla="*/ 2147483646 w 72"/>
              <a:gd name="T1" fmla="*/ 2147483646 h 123"/>
              <a:gd name="T2" fmla="*/ 2147483646 w 72"/>
              <a:gd name="T3" fmla="*/ 0 h 123"/>
              <a:gd name="T4" fmla="*/ 0 w 72"/>
              <a:gd name="T5" fmla="*/ 2147483646 h 123"/>
              <a:gd name="T6" fmla="*/ 0 w 72"/>
              <a:gd name="T7" fmla="*/ 2147483646 h 123"/>
              <a:gd name="T8" fmla="*/ 2147483646 w 72"/>
              <a:gd name="T9" fmla="*/ 2147483646 h 123"/>
              <a:gd name="T10" fmla="*/ 2147483646 w 72"/>
              <a:gd name="T11" fmla="*/ 2147483646 h 123"/>
              <a:gd name="T12" fmla="*/ 2147483646 w 72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2" h="123">
                <a:moveTo>
                  <a:pt x="72" y="8"/>
                </a:moveTo>
                <a:lnTo>
                  <a:pt x="54" y="0"/>
                </a:lnTo>
                <a:lnTo>
                  <a:pt x="0" y="114"/>
                </a:lnTo>
                <a:lnTo>
                  <a:pt x="18" y="114"/>
                </a:lnTo>
                <a:lnTo>
                  <a:pt x="18" y="123"/>
                </a:lnTo>
                <a:lnTo>
                  <a:pt x="7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59" name="Freeform 1102"/>
          <p:cNvSpPr>
            <a:spLocks/>
          </p:cNvSpPr>
          <p:nvPr/>
        </p:nvSpPr>
        <p:spPr bwMode="auto">
          <a:xfrm>
            <a:off x="7010400" y="2176463"/>
            <a:ext cx="71438" cy="195262"/>
          </a:xfrm>
          <a:custGeom>
            <a:avLst/>
            <a:gdLst>
              <a:gd name="T0" fmla="*/ 2147483646 w 45"/>
              <a:gd name="T1" fmla="*/ 0 h 123"/>
              <a:gd name="T2" fmla="*/ 2147483646 w 45"/>
              <a:gd name="T3" fmla="*/ 0 h 123"/>
              <a:gd name="T4" fmla="*/ 0 w 45"/>
              <a:gd name="T5" fmla="*/ 2147483646 h 123"/>
              <a:gd name="T6" fmla="*/ 2147483646 w 45"/>
              <a:gd name="T7" fmla="*/ 2147483646 h 123"/>
              <a:gd name="T8" fmla="*/ 2147483646 w 45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5" h="123">
                <a:moveTo>
                  <a:pt x="45" y="0"/>
                </a:moveTo>
                <a:lnTo>
                  <a:pt x="27" y="0"/>
                </a:lnTo>
                <a:lnTo>
                  <a:pt x="0" y="123"/>
                </a:lnTo>
                <a:lnTo>
                  <a:pt x="18" y="123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60" name="Freeform 1103"/>
          <p:cNvSpPr>
            <a:spLocks/>
          </p:cNvSpPr>
          <p:nvPr/>
        </p:nvSpPr>
        <p:spPr bwMode="auto">
          <a:xfrm>
            <a:off x="4624388" y="4549775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0 h 16"/>
              <a:gd name="T12" fmla="*/ 0 w 18"/>
              <a:gd name="T13" fmla="*/ 0 h 16"/>
              <a:gd name="T14" fmla="*/ 0 w 18"/>
              <a:gd name="T15" fmla="*/ 2147483646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0" y="16"/>
                </a:moveTo>
                <a:lnTo>
                  <a:pt x="0" y="16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61" name="Freeform 1104"/>
          <p:cNvSpPr>
            <a:spLocks/>
          </p:cNvSpPr>
          <p:nvPr/>
        </p:nvSpPr>
        <p:spPr bwMode="auto">
          <a:xfrm>
            <a:off x="4424363" y="4524375"/>
            <a:ext cx="228600" cy="115888"/>
          </a:xfrm>
          <a:custGeom>
            <a:avLst/>
            <a:gdLst>
              <a:gd name="T0" fmla="*/ 2147483646 w 144"/>
              <a:gd name="T1" fmla="*/ 2147483646 h 73"/>
              <a:gd name="T2" fmla="*/ 2147483646 w 144"/>
              <a:gd name="T3" fmla="*/ 2147483646 h 73"/>
              <a:gd name="T4" fmla="*/ 0 w 144"/>
              <a:gd name="T5" fmla="*/ 2147483646 h 73"/>
              <a:gd name="T6" fmla="*/ 2147483646 w 144"/>
              <a:gd name="T7" fmla="*/ 0 h 73"/>
              <a:gd name="T8" fmla="*/ 2147483646 w 144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62" name="Freeform 1105"/>
          <p:cNvSpPr>
            <a:spLocks/>
          </p:cNvSpPr>
          <p:nvPr/>
        </p:nvSpPr>
        <p:spPr bwMode="auto">
          <a:xfrm>
            <a:off x="4424363" y="4524375"/>
            <a:ext cx="228600" cy="115888"/>
          </a:xfrm>
          <a:custGeom>
            <a:avLst/>
            <a:gdLst>
              <a:gd name="T0" fmla="*/ 2147483646 w 144"/>
              <a:gd name="T1" fmla="*/ 2147483646 h 73"/>
              <a:gd name="T2" fmla="*/ 2147483646 w 144"/>
              <a:gd name="T3" fmla="*/ 2147483646 h 73"/>
              <a:gd name="T4" fmla="*/ 0 w 144"/>
              <a:gd name="T5" fmla="*/ 2147483646 h 73"/>
              <a:gd name="T6" fmla="*/ 2147483646 w 144"/>
              <a:gd name="T7" fmla="*/ 0 h 73"/>
              <a:gd name="T8" fmla="*/ 2147483646 w 144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63" name="Freeform 1106"/>
          <p:cNvSpPr>
            <a:spLocks/>
          </p:cNvSpPr>
          <p:nvPr/>
        </p:nvSpPr>
        <p:spPr bwMode="auto">
          <a:xfrm>
            <a:off x="6824663" y="2825750"/>
            <a:ext cx="214312" cy="271463"/>
          </a:xfrm>
          <a:custGeom>
            <a:avLst/>
            <a:gdLst>
              <a:gd name="T0" fmla="*/ 2147483646 w 135"/>
              <a:gd name="T1" fmla="*/ 2147483646 h 171"/>
              <a:gd name="T2" fmla="*/ 2147483646 w 135"/>
              <a:gd name="T3" fmla="*/ 0 h 171"/>
              <a:gd name="T4" fmla="*/ 0 w 135"/>
              <a:gd name="T5" fmla="*/ 2147483646 h 171"/>
              <a:gd name="T6" fmla="*/ 0 w 135"/>
              <a:gd name="T7" fmla="*/ 2147483646 h 171"/>
              <a:gd name="T8" fmla="*/ 2147483646 w 135"/>
              <a:gd name="T9" fmla="*/ 2147483646 h 171"/>
              <a:gd name="T10" fmla="*/ 2147483646 w 135"/>
              <a:gd name="T11" fmla="*/ 2147483646 h 171"/>
              <a:gd name="T12" fmla="*/ 2147483646 w 135"/>
              <a:gd name="T13" fmla="*/ 2147483646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171">
                <a:moveTo>
                  <a:pt x="135" y="8"/>
                </a:moveTo>
                <a:lnTo>
                  <a:pt x="117" y="0"/>
                </a:lnTo>
                <a:lnTo>
                  <a:pt x="0" y="163"/>
                </a:lnTo>
                <a:lnTo>
                  <a:pt x="18" y="171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64" name="Freeform 1107"/>
          <p:cNvSpPr>
            <a:spLocks/>
          </p:cNvSpPr>
          <p:nvPr/>
        </p:nvSpPr>
        <p:spPr bwMode="auto">
          <a:xfrm>
            <a:off x="6596063" y="3084513"/>
            <a:ext cx="257175" cy="273050"/>
          </a:xfrm>
          <a:custGeom>
            <a:avLst/>
            <a:gdLst>
              <a:gd name="T0" fmla="*/ 2147483646 w 162"/>
              <a:gd name="T1" fmla="*/ 2147483646 h 172"/>
              <a:gd name="T2" fmla="*/ 2147483646 w 162"/>
              <a:gd name="T3" fmla="*/ 0 h 172"/>
              <a:gd name="T4" fmla="*/ 0 w 162"/>
              <a:gd name="T5" fmla="*/ 2147483646 h 172"/>
              <a:gd name="T6" fmla="*/ 0 w 162"/>
              <a:gd name="T7" fmla="*/ 2147483646 h 172"/>
              <a:gd name="T8" fmla="*/ 2147483646 w 162"/>
              <a:gd name="T9" fmla="*/ 2147483646 h 172"/>
              <a:gd name="T10" fmla="*/ 2147483646 w 162"/>
              <a:gd name="T11" fmla="*/ 2147483646 h 172"/>
              <a:gd name="T12" fmla="*/ 2147483646 w 162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4"/>
                </a:lnTo>
                <a:lnTo>
                  <a:pt x="0" y="155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65" name="Freeform 1108"/>
          <p:cNvSpPr>
            <a:spLocks/>
          </p:cNvSpPr>
          <p:nvPr/>
        </p:nvSpPr>
        <p:spPr bwMode="auto">
          <a:xfrm>
            <a:off x="6324600" y="3330575"/>
            <a:ext cx="300038" cy="273050"/>
          </a:xfrm>
          <a:custGeom>
            <a:avLst/>
            <a:gdLst>
              <a:gd name="T0" fmla="*/ 2147483646 w 189"/>
              <a:gd name="T1" fmla="*/ 2147483646 h 172"/>
              <a:gd name="T2" fmla="*/ 2147483646 w 189"/>
              <a:gd name="T3" fmla="*/ 0 h 172"/>
              <a:gd name="T4" fmla="*/ 0 w 189"/>
              <a:gd name="T5" fmla="*/ 2147483646 h 172"/>
              <a:gd name="T6" fmla="*/ 2147483646 w 189"/>
              <a:gd name="T7" fmla="*/ 2147483646 h 172"/>
              <a:gd name="T8" fmla="*/ 2147483646 w 189"/>
              <a:gd name="T9" fmla="*/ 2147483646 h 172"/>
              <a:gd name="T10" fmla="*/ 2147483646 w 189"/>
              <a:gd name="T11" fmla="*/ 2147483646 h 172"/>
              <a:gd name="T12" fmla="*/ 2147483646 w 189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72">
                <a:moveTo>
                  <a:pt x="189" y="17"/>
                </a:moveTo>
                <a:lnTo>
                  <a:pt x="171" y="0"/>
                </a:lnTo>
                <a:lnTo>
                  <a:pt x="0" y="156"/>
                </a:lnTo>
                <a:lnTo>
                  <a:pt x="9" y="156"/>
                </a:lnTo>
                <a:lnTo>
                  <a:pt x="18" y="172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66" name="Freeform 1109"/>
          <p:cNvSpPr>
            <a:spLocks/>
          </p:cNvSpPr>
          <p:nvPr/>
        </p:nvSpPr>
        <p:spPr bwMode="auto">
          <a:xfrm>
            <a:off x="6053138" y="3578225"/>
            <a:ext cx="300037" cy="258763"/>
          </a:xfrm>
          <a:custGeom>
            <a:avLst/>
            <a:gdLst>
              <a:gd name="T0" fmla="*/ 2147483646 w 189"/>
              <a:gd name="T1" fmla="*/ 2147483646 h 163"/>
              <a:gd name="T2" fmla="*/ 2147483646 w 189"/>
              <a:gd name="T3" fmla="*/ 0 h 163"/>
              <a:gd name="T4" fmla="*/ 0 w 189"/>
              <a:gd name="T5" fmla="*/ 2147483646 h 163"/>
              <a:gd name="T6" fmla="*/ 0 w 189"/>
              <a:gd name="T7" fmla="*/ 2147483646 h 163"/>
              <a:gd name="T8" fmla="*/ 2147483646 w 189"/>
              <a:gd name="T9" fmla="*/ 2147483646 h 163"/>
              <a:gd name="T10" fmla="*/ 2147483646 w 189"/>
              <a:gd name="T11" fmla="*/ 2147483646 h 163"/>
              <a:gd name="T12" fmla="*/ 2147483646 w 189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0" y="147"/>
                </a:lnTo>
                <a:lnTo>
                  <a:pt x="9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67" name="Freeform 1110"/>
          <p:cNvSpPr>
            <a:spLocks/>
          </p:cNvSpPr>
          <p:nvPr/>
        </p:nvSpPr>
        <p:spPr bwMode="auto">
          <a:xfrm>
            <a:off x="5724525" y="3811588"/>
            <a:ext cx="342900" cy="246062"/>
          </a:xfrm>
          <a:custGeom>
            <a:avLst/>
            <a:gdLst>
              <a:gd name="T0" fmla="*/ 2147483646 w 216"/>
              <a:gd name="T1" fmla="*/ 2147483646 h 155"/>
              <a:gd name="T2" fmla="*/ 2147483646 w 216"/>
              <a:gd name="T3" fmla="*/ 0 h 155"/>
              <a:gd name="T4" fmla="*/ 0 w 216"/>
              <a:gd name="T5" fmla="*/ 2147483646 h 155"/>
              <a:gd name="T6" fmla="*/ 0 w 216"/>
              <a:gd name="T7" fmla="*/ 2147483646 h 155"/>
              <a:gd name="T8" fmla="*/ 2147483646 w 216"/>
              <a:gd name="T9" fmla="*/ 2147483646 h 155"/>
              <a:gd name="T10" fmla="*/ 2147483646 w 216"/>
              <a:gd name="T11" fmla="*/ 2147483646 h 155"/>
              <a:gd name="T12" fmla="*/ 2147483646 w 216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155">
                <a:moveTo>
                  <a:pt x="216" y="16"/>
                </a:moveTo>
                <a:lnTo>
                  <a:pt x="207" y="0"/>
                </a:lnTo>
                <a:lnTo>
                  <a:pt x="0" y="138"/>
                </a:lnTo>
                <a:lnTo>
                  <a:pt x="9" y="155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68" name="Freeform 1111"/>
          <p:cNvSpPr>
            <a:spLocks/>
          </p:cNvSpPr>
          <p:nvPr/>
        </p:nvSpPr>
        <p:spPr bwMode="auto">
          <a:xfrm>
            <a:off x="5381625" y="4030663"/>
            <a:ext cx="357188" cy="220662"/>
          </a:xfrm>
          <a:custGeom>
            <a:avLst/>
            <a:gdLst>
              <a:gd name="T0" fmla="*/ 2147483646 w 225"/>
              <a:gd name="T1" fmla="*/ 2147483646 h 139"/>
              <a:gd name="T2" fmla="*/ 2147483646 w 225"/>
              <a:gd name="T3" fmla="*/ 0 h 139"/>
              <a:gd name="T4" fmla="*/ 0 w 225"/>
              <a:gd name="T5" fmla="*/ 2147483646 h 139"/>
              <a:gd name="T6" fmla="*/ 0 w 225"/>
              <a:gd name="T7" fmla="*/ 2147483646 h 139"/>
              <a:gd name="T8" fmla="*/ 2147483646 w 225"/>
              <a:gd name="T9" fmla="*/ 2147483646 h 139"/>
              <a:gd name="T10" fmla="*/ 2147483646 w 225"/>
              <a:gd name="T11" fmla="*/ 2147483646 h 139"/>
              <a:gd name="T12" fmla="*/ 2147483646 w 225"/>
              <a:gd name="T13" fmla="*/ 2147483646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139">
                <a:moveTo>
                  <a:pt x="225" y="17"/>
                </a:moveTo>
                <a:lnTo>
                  <a:pt x="216" y="0"/>
                </a:lnTo>
                <a:lnTo>
                  <a:pt x="0" y="123"/>
                </a:lnTo>
                <a:lnTo>
                  <a:pt x="9" y="139"/>
                </a:lnTo>
                <a:lnTo>
                  <a:pt x="22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69" name="Freeform 1112"/>
          <p:cNvSpPr>
            <a:spLocks/>
          </p:cNvSpPr>
          <p:nvPr/>
        </p:nvSpPr>
        <p:spPr bwMode="auto">
          <a:xfrm>
            <a:off x="5010150" y="4225925"/>
            <a:ext cx="385763" cy="207963"/>
          </a:xfrm>
          <a:custGeom>
            <a:avLst/>
            <a:gdLst>
              <a:gd name="T0" fmla="*/ 2147483646 w 243"/>
              <a:gd name="T1" fmla="*/ 2147483646 h 131"/>
              <a:gd name="T2" fmla="*/ 2147483646 w 243"/>
              <a:gd name="T3" fmla="*/ 0 h 131"/>
              <a:gd name="T4" fmla="*/ 0 w 243"/>
              <a:gd name="T5" fmla="*/ 2147483646 h 131"/>
              <a:gd name="T6" fmla="*/ 0 w 243"/>
              <a:gd name="T7" fmla="*/ 2147483646 h 131"/>
              <a:gd name="T8" fmla="*/ 2147483646 w 243"/>
              <a:gd name="T9" fmla="*/ 2147483646 h 131"/>
              <a:gd name="T10" fmla="*/ 2147483646 w 243"/>
              <a:gd name="T11" fmla="*/ 2147483646 h 131"/>
              <a:gd name="T12" fmla="*/ 2147483646 w 243"/>
              <a:gd name="T13" fmla="*/ 2147483646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" h="131">
                <a:moveTo>
                  <a:pt x="243" y="16"/>
                </a:moveTo>
                <a:lnTo>
                  <a:pt x="234" y="0"/>
                </a:lnTo>
                <a:lnTo>
                  <a:pt x="0" y="114"/>
                </a:lnTo>
                <a:lnTo>
                  <a:pt x="9" y="131"/>
                </a:lnTo>
                <a:lnTo>
                  <a:pt x="24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70" name="Freeform 1113"/>
          <p:cNvSpPr>
            <a:spLocks/>
          </p:cNvSpPr>
          <p:nvPr/>
        </p:nvSpPr>
        <p:spPr bwMode="auto">
          <a:xfrm>
            <a:off x="4624388" y="4406900"/>
            <a:ext cx="400050" cy="168275"/>
          </a:xfrm>
          <a:custGeom>
            <a:avLst/>
            <a:gdLst>
              <a:gd name="T0" fmla="*/ 2147483646 w 252"/>
              <a:gd name="T1" fmla="*/ 2147483646 h 106"/>
              <a:gd name="T2" fmla="*/ 2147483646 w 252"/>
              <a:gd name="T3" fmla="*/ 0 h 106"/>
              <a:gd name="T4" fmla="*/ 0 w 252"/>
              <a:gd name="T5" fmla="*/ 2147483646 h 106"/>
              <a:gd name="T6" fmla="*/ 2147483646 w 252"/>
              <a:gd name="T7" fmla="*/ 2147483646 h 106"/>
              <a:gd name="T8" fmla="*/ 2147483646 w 252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52" h="106">
                <a:moveTo>
                  <a:pt x="252" y="17"/>
                </a:moveTo>
                <a:lnTo>
                  <a:pt x="243" y="0"/>
                </a:lnTo>
                <a:lnTo>
                  <a:pt x="0" y="90"/>
                </a:lnTo>
                <a:lnTo>
                  <a:pt x="9" y="106"/>
                </a:lnTo>
                <a:lnTo>
                  <a:pt x="25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71" name="Freeform 1114"/>
          <p:cNvSpPr>
            <a:spLocks/>
          </p:cNvSpPr>
          <p:nvPr/>
        </p:nvSpPr>
        <p:spPr bwMode="auto">
          <a:xfrm>
            <a:off x="2152650" y="4926013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0 w 18"/>
              <a:gd name="T15" fmla="*/ 0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0" y="8"/>
                </a:move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72" name="Freeform 1115"/>
          <p:cNvSpPr>
            <a:spLocks/>
          </p:cNvSpPr>
          <p:nvPr/>
        </p:nvSpPr>
        <p:spPr bwMode="auto">
          <a:xfrm>
            <a:off x="1952625" y="4886325"/>
            <a:ext cx="228600" cy="104775"/>
          </a:xfrm>
          <a:custGeom>
            <a:avLst/>
            <a:gdLst>
              <a:gd name="T0" fmla="*/ 2147483646 w 144"/>
              <a:gd name="T1" fmla="*/ 2147483646 h 66"/>
              <a:gd name="T2" fmla="*/ 2147483646 w 144"/>
              <a:gd name="T3" fmla="*/ 2147483646 h 66"/>
              <a:gd name="T4" fmla="*/ 0 w 144"/>
              <a:gd name="T5" fmla="*/ 0 h 66"/>
              <a:gd name="T6" fmla="*/ 2147483646 w 144"/>
              <a:gd name="T7" fmla="*/ 0 h 66"/>
              <a:gd name="T8" fmla="*/ 2147483646 w 144"/>
              <a:gd name="T9" fmla="*/ 2147483646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73" name="Freeform 1116"/>
          <p:cNvSpPr>
            <a:spLocks/>
          </p:cNvSpPr>
          <p:nvPr/>
        </p:nvSpPr>
        <p:spPr bwMode="auto">
          <a:xfrm>
            <a:off x="1952625" y="4886325"/>
            <a:ext cx="228600" cy="104775"/>
          </a:xfrm>
          <a:custGeom>
            <a:avLst/>
            <a:gdLst>
              <a:gd name="T0" fmla="*/ 2147483646 w 144"/>
              <a:gd name="T1" fmla="*/ 2147483646 h 66"/>
              <a:gd name="T2" fmla="*/ 2147483646 w 144"/>
              <a:gd name="T3" fmla="*/ 2147483646 h 66"/>
              <a:gd name="T4" fmla="*/ 0 w 144"/>
              <a:gd name="T5" fmla="*/ 0 h 66"/>
              <a:gd name="T6" fmla="*/ 2147483646 w 144"/>
              <a:gd name="T7" fmla="*/ 0 h 66"/>
              <a:gd name="T8" fmla="*/ 2147483646 w 144"/>
              <a:gd name="T9" fmla="*/ 2147483646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74" name="Freeform 1117"/>
          <p:cNvSpPr>
            <a:spLocks/>
          </p:cNvSpPr>
          <p:nvPr/>
        </p:nvSpPr>
        <p:spPr bwMode="auto">
          <a:xfrm>
            <a:off x="3838575" y="4627563"/>
            <a:ext cx="171450" cy="142875"/>
          </a:xfrm>
          <a:custGeom>
            <a:avLst/>
            <a:gdLst>
              <a:gd name="T0" fmla="*/ 2147483646 w 108"/>
              <a:gd name="T1" fmla="*/ 2147483646 h 90"/>
              <a:gd name="T2" fmla="*/ 2147483646 w 108"/>
              <a:gd name="T3" fmla="*/ 0 h 90"/>
              <a:gd name="T4" fmla="*/ 0 w 108"/>
              <a:gd name="T5" fmla="*/ 2147483646 h 90"/>
              <a:gd name="T6" fmla="*/ 0 w 108"/>
              <a:gd name="T7" fmla="*/ 2147483646 h 90"/>
              <a:gd name="T8" fmla="*/ 2147483646 w 108"/>
              <a:gd name="T9" fmla="*/ 2147483646 h 90"/>
              <a:gd name="T10" fmla="*/ 2147483646 w 108"/>
              <a:gd name="T11" fmla="*/ 2147483646 h 90"/>
              <a:gd name="T12" fmla="*/ 2147483646 w 108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8" h="90">
                <a:moveTo>
                  <a:pt x="108" y="16"/>
                </a:moveTo>
                <a:lnTo>
                  <a:pt x="99" y="0"/>
                </a:lnTo>
                <a:lnTo>
                  <a:pt x="0" y="74"/>
                </a:lnTo>
                <a:lnTo>
                  <a:pt x="9" y="90"/>
                </a:lnTo>
                <a:lnTo>
                  <a:pt x="108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75" name="Freeform 1118"/>
          <p:cNvSpPr>
            <a:spLocks/>
          </p:cNvSpPr>
          <p:nvPr/>
        </p:nvSpPr>
        <p:spPr bwMode="auto">
          <a:xfrm>
            <a:off x="3638550" y="4745038"/>
            <a:ext cx="214313" cy="115887"/>
          </a:xfrm>
          <a:custGeom>
            <a:avLst/>
            <a:gdLst>
              <a:gd name="T0" fmla="*/ 2147483646 w 135"/>
              <a:gd name="T1" fmla="*/ 2147483646 h 73"/>
              <a:gd name="T2" fmla="*/ 2147483646 w 135"/>
              <a:gd name="T3" fmla="*/ 0 h 73"/>
              <a:gd name="T4" fmla="*/ 0 w 135"/>
              <a:gd name="T5" fmla="*/ 2147483646 h 73"/>
              <a:gd name="T6" fmla="*/ 0 w 135"/>
              <a:gd name="T7" fmla="*/ 2147483646 h 73"/>
              <a:gd name="T8" fmla="*/ 2147483646 w 135"/>
              <a:gd name="T9" fmla="*/ 2147483646 h 73"/>
              <a:gd name="T10" fmla="*/ 2147483646 w 135"/>
              <a:gd name="T11" fmla="*/ 2147483646 h 73"/>
              <a:gd name="T12" fmla="*/ 2147483646 w 135"/>
              <a:gd name="T13" fmla="*/ 2147483646 h 7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5" h="73">
                <a:moveTo>
                  <a:pt x="135" y="16"/>
                </a:moveTo>
                <a:lnTo>
                  <a:pt x="126" y="0"/>
                </a:lnTo>
                <a:lnTo>
                  <a:pt x="0" y="57"/>
                </a:lnTo>
                <a:lnTo>
                  <a:pt x="9" y="73"/>
                </a:lnTo>
                <a:lnTo>
                  <a:pt x="13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76" name="Freeform 1119"/>
          <p:cNvSpPr>
            <a:spLocks/>
          </p:cNvSpPr>
          <p:nvPr/>
        </p:nvSpPr>
        <p:spPr bwMode="auto">
          <a:xfrm>
            <a:off x="3424238" y="4835525"/>
            <a:ext cx="228600" cy="90488"/>
          </a:xfrm>
          <a:custGeom>
            <a:avLst/>
            <a:gdLst>
              <a:gd name="T0" fmla="*/ 2147483646 w 144"/>
              <a:gd name="T1" fmla="*/ 2147483646 h 57"/>
              <a:gd name="T2" fmla="*/ 2147483646 w 144"/>
              <a:gd name="T3" fmla="*/ 0 h 57"/>
              <a:gd name="T4" fmla="*/ 0 w 144"/>
              <a:gd name="T5" fmla="*/ 2147483646 h 57"/>
              <a:gd name="T6" fmla="*/ 0 w 144"/>
              <a:gd name="T7" fmla="*/ 2147483646 h 57"/>
              <a:gd name="T8" fmla="*/ 0 w 144"/>
              <a:gd name="T9" fmla="*/ 2147483646 h 57"/>
              <a:gd name="T10" fmla="*/ 2147483646 w 144"/>
              <a:gd name="T11" fmla="*/ 2147483646 h 57"/>
              <a:gd name="T12" fmla="*/ 2147483646 w 144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57">
                <a:moveTo>
                  <a:pt x="144" y="16"/>
                </a:moveTo>
                <a:lnTo>
                  <a:pt x="135" y="0"/>
                </a:lnTo>
                <a:lnTo>
                  <a:pt x="0" y="41"/>
                </a:lnTo>
                <a:lnTo>
                  <a:pt x="0" y="57"/>
                </a:lnTo>
                <a:lnTo>
                  <a:pt x="9" y="57"/>
                </a:lnTo>
                <a:lnTo>
                  <a:pt x="14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77" name="Freeform 1120"/>
          <p:cNvSpPr>
            <a:spLocks/>
          </p:cNvSpPr>
          <p:nvPr/>
        </p:nvSpPr>
        <p:spPr bwMode="auto">
          <a:xfrm>
            <a:off x="3181350" y="4900613"/>
            <a:ext cx="242888" cy="77787"/>
          </a:xfrm>
          <a:custGeom>
            <a:avLst/>
            <a:gdLst>
              <a:gd name="T0" fmla="*/ 2147483646 w 153"/>
              <a:gd name="T1" fmla="*/ 2147483646 h 49"/>
              <a:gd name="T2" fmla="*/ 2147483646 w 153"/>
              <a:gd name="T3" fmla="*/ 0 h 49"/>
              <a:gd name="T4" fmla="*/ 0 w 153"/>
              <a:gd name="T5" fmla="*/ 2147483646 h 49"/>
              <a:gd name="T6" fmla="*/ 0 w 153"/>
              <a:gd name="T7" fmla="*/ 2147483646 h 49"/>
              <a:gd name="T8" fmla="*/ 0 w 153"/>
              <a:gd name="T9" fmla="*/ 2147483646 h 49"/>
              <a:gd name="T10" fmla="*/ 0 w 153"/>
              <a:gd name="T11" fmla="*/ 2147483646 h 49"/>
              <a:gd name="T12" fmla="*/ 2147483646 w 153"/>
              <a:gd name="T13" fmla="*/ 2147483646 h 4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3" h="49">
                <a:moveTo>
                  <a:pt x="153" y="16"/>
                </a:moveTo>
                <a:lnTo>
                  <a:pt x="153" y="0"/>
                </a:lnTo>
                <a:lnTo>
                  <a:pt x="0" y="32"/>
                </a:lnTo>
                <a:lnTo>
                  <a:pt x="0" y="49"/>
                </a:lnTo>
                <a:lnTo>
                  <a:pt x="15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78" name="Freeform 1121"/>
          <p:cNvSpPr>
            <a:spLocks/>
          </p:cNvSpPr>
          <p:nvPr/>
        </p:nvSpPr>
        <p:spPr bwMode="auto">
          <a:xfrm>
            <a:off x="2681288" y="4951413"/>
            <a:ext cx="500062" cy="65087"/>
          </a:xfrm>
          <a:custGeom>
            <a:avLst/>
            <a:gdLst>
              <a:gd name="T0" fmla="*/ 2147483646 w 315"/>
              <a:gd name="T1" fmla="*/ 2147483646 h 41"/>
              <a:gd name="T2" fmla="*/ 2147483646 w 315"/>
              <a:gd name="T3" fmla="*/ 0 h 41"/>
              <a:gd name="T4" fmla="*/ 0 w 315"/>
              <a:gd name="T5" fmla="*/ 2147483646 h 41"/>
              <a:gd name="T6" fmla="*/ 0 w 315"/>
              <a:gd name="T7" fmla="*/ 2147483646 h 41"/>
              <a:gd name="T8" fmla="*/ 0 w 315"/>
              <a:gd name="T9" fmla="*/ 2147483646 h 41"/>
              <a:gd name="T10" fmla="*/ 0 w 315"/>
              <a:gd name="T11" fmla="*/ 2147483646 h 41"/>
              <a:gd name="T12" fmla="*/ 2147483646 w 315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15" h="41">
                <a:moveTo>
                  <a:pt x="315" y="17"/>
                </a:moveTo>
                <a:lnTo>
                  <a:pt x="315" y="0"/>
                </a:lnTo>
                <a:lnTo>
                  <a:pt x="0" y="25"/>
                </a:lnTo>
                <a:lnTo>
                  <a:pt x="0" y="41"/>
                </a:lnTo>
                <a:lnTo>
                  <a:pt x="31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79" name="Freeform 1122"/>
          <p:cNvSpPr>
            <a:spLocks/>
          </p:cNvSpPr>
          <p:nvPr/>
        </p:nvSpPr>
        <p:spPr bwMode="auto">
          <a:xfrm>
            <a:off x="2166938" y="4926013"/>
            <a:ext cx="514350" cy="90487"/>
          </a:xfrm>
          <a:custGeom>
            <a:avLst/>
            <a:gdLst>
              <a:gd name="T0" fmla="*/ 2147483646 w 324"/>
              <a:gd name="T1" fmla="*/ 2147483646 h 57"/>
              <a:gd name="T2" fmla="*/ 2147483646 w 324"/>
              <a:gd name="T3" fmla="*/ 2147483646 h 57"/>
              <a:gd name="T4" fmla="*/ 0 w 324"/>
              <a:gd name="T5" fmla="*/ 0 h 57"/>
              <a:gd name="T6" fmla="*/ 0 w 324"/>
              <a:gd name="T7" fmla="*/ 2147483646 h 57"/>
              <a:gd name="T8" fmla="*/ 2147483646 w 324"/>
              <a:gd name="T9" fmla="*/ 2147483646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24" h="57">
                <a:moveTo>
                  <a:pt x="324" y="57"/>
                </a:moveTo>
                <a:lnTo>
                  <a:pt x="324" y="41"/>
                </a:lnTo>
                <a:lnTo>
                  <a:pt x="0" y="0"/>
                </a:lnTo>
                <a:lnTo>
                  <a:pt x="0" y="16"/>
                </a:lnTo>
                <a:lnTo>
                  <a:pt x="324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80" name="Freeform 1123"/>
          <p:cNvSpPr>
            <a:spLocks/>
          </p:cNvSpPr>
          <p:nvPr/>
        </p:nvSpPr>
        <p:spPr bwMode="auto">
          <a:xfrm>
            <a:off x="3938588" y="4186238"/>
            <a:ext cx="28575" cy="26987"/>
          </a:xfrm>
          <a:custGeom>
            <a:avLst/>
            <a:gdLst>
              <a:gd name="T0" fmla="*/ 2147483646 w 18"/>
              <a:gd name="T1" fmla="*/ 2147483646 h 17"/>
              <a:gd name="T2" fmla="*/ 2147483646 w 18"/>
              <a:gd name="T3" fmla="*/ 2147483646 h 17"/>
              <a:gd name="T4" fmla="*/ 2147483646 w 18"/>
              <a:gd name="T5" fmla="*/ 0 h 17"/>
              <a:gd name="T6" fmla="*/ 2147483646 w 18"/>
              <a:gd name="T7" fmla="*/ 0 h 17"/>
              <a:gd name="T8" fmla="*/ 2147483646 w 18"/>
              <a:gd name="T9" fmla="*/ 0 h 17"/>
              <a:gd name="T10" fmla="*/ 2147483646 w 18"/>
              <a:gd name="T11" fmla="*/ 0 h 17"/>
              <a:gd name="T12" fmla="*/ 0 w 18"/>
              <a:gd name="T13" fmla="*/ 2147483646 h 17"/>
              <a:gd name="T14" fmla="*/ 2147483646 w 18"/>
              <a:gd name="T15" fmla="*/ 2147483646 h 17"/>
              <a:gd name="T16" fmla="*/ 2147483646 w 18"/>
              <a:gd name="T17" fmla="*/ 2147483646 h 17"/>
              <a:gd name="T18" fmla="*/ 2147483646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7">
                <a:moveTo>
                  <a:pt x="9" y="17"/>
                </a:move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81" name="Freeform 1124"/>
          <p:cNvSpPr>
            <a:spLocks/>
          </p:cNvSpPr>
          <p:nvPr/>
        </p:nvSpPr>
        <p:spPr bwMode="auto">
          <a:xfrm>
            <a:off x="3895725" y="4200525"/>
            <a:ext cx="128588" cy="193675"/>
          </a:xfrm>
          <a:custGeom>
            <a:avLst/>
            <a:gdLst>
              <a:gd name="T0" fmla="*/ 2147483646 w 81"/>
              <a:gd name="T1" fmla="*/ 0 h 122"/>
              <a:gd name="T2" fmla="*/ 2147483646 w 81"/>
              <a:gd name="T3" fmla="*/ 0 h 122"/>
              <a:gd name="T4" fmla="*/ 2147483646 w 81"/>
              <a:gd name="T5" fmla="*/ 2147483646 h 122"/>
              <a:gd name="T6" fmla="*/ 0 w 81"/>
              <a:gd name="T7" fmla="*/ 0 h 122"/>
              <a:gd name="T8" fmla="*/ 2147483646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82" name="Freeform 1125"/>
          <p:cNvSpPr>
            <a:spLocks/>
          </p:cNvSpPr>
          <p:nvPr/>
        </p:nvSpPr>
        <p:spPr bwMode="auto">
          <a:xfrm>
            <a:off x="3895725" y="4200525"/>
            <a:ext cx="128588" cy="193675"/>
          </a:xfrm>
          <a:custGeom>
            <a:avLst/>
            <a:gdLst>
              <a:gd name="T0" fmla="*/ 2147483646 w 81"/>
              <a:gd name="T1" fmla="*/ 0 h 122"/>
              <a:gd name="T2" fmla="*/ 2147483646 w 81"/>
              <a:gd name="T3" fmla="*/ 0 h 122"/>
              <a:gd name="T4" fmla="*/ 2147483646 w 81"/>
              <a:gd name="T5" fmla="*/ 2147483646 h 122"/>
              <a:gd name="T6" fmla="*/ 0 w 81"/>
              <a:gd name="T7" fmla="*/ 0 h 122"/>
              <a:gd name="T8" fmla="*/ 2147483646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83" name="Freeform 1126"/>
          <p:cNvSpPr>
            <a:spLocks/>
          </p:cNvSpPr>
          <p:nvPr/>
        </p:nvSpPr>
        <p:spPr bwMode="auto">
          <a:xfrm>
            <a:off x="4667250" y="2293938"/>
            <a:ext cx="257175" cy="233362"/>
          </a:xfrm>
          <a:custGeom>
            <a:avLst/>
            <a:gdLst>
              <a:gd name="T0" fmla="*/ 2147483646 w 162"/>
              <a:gd name="T1" fmla="*/ 2147483646 h 147"/>
              <a:gd name="T2" fmla="*/ 2147483646 w 162"/>
              <a:gd name="T3" fmla="*/ 0 h 147"/>
              <a:gd name="T4" fmla="*/ 0 w 162"/>
              <a:gd name="T5" fmla="*/ 2147483646 h 147"/>
              <a:gd name="T6" fmla="*/ 0 w 162"/>
              <a:gd name="T7" fmla="*/ 2147483646 h 147"/>
              <a:gd name="T8" fmla="*/ 2147483646 w 162"/>
              <a:gd name="T9" fmla="*/ 2147483646 h 147"/>
              <a:gd name="T10" fmla="*/ 2147483646 w 162"/>
              <a:gd name="T11" fmla="*/ 2147483646 h 147"/>
              <a:gd name="T12" fmla="*/ 2147483646 w 162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47">
                <a:moveTo>
                  <a:pt x="162" y="8"/>
                </a:moveTo>
                <a:lnTo>
                  <a:pt x="144" y="0"/>
                </a:lnTo>
                <a:lnTo>
                  <a:pt x="0" y="139"/>
                </a:lnTo>
                <a:lnTo>
                  <a:pt x="18" y="147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84" name="Freeform 1127"/>
          <p:cNvSpPr>
            <a:spLocks/>
          </p:cNvSpPr>
          <p:nvPr/>
        </p:nvSpPr>
        <p:spPr bwMode="auto">
          <a:xfrm>
            <a:off x="4467225" y="2514600"/>
            <a:ext cx="228600" cy="246063"/>
          </a:xfrm>
          <a:custGeom>
            <a:avLst/>
            <a:gdLst>
              <a:gd name="T0" fmla="*/ 2147483646 w 144"/>
              <a:gd name="T1" fmla="*/ 2147483646 h 155"/>
              <a:gd name="T2" fmla="*/ 2147483646 w 144"/>
              <a:gd name="T3" fmla="*/ 0 h 155"/>
              <a:gd name="T4" fmla="*/ 0 w 144"/>
              <a:gd name="T5" fmla="*/ 2147483646 h 155"/>
              <a:gd name="T6" fmla="*/ 0 w 144"/>
              <a:gd name="T7" fmla="*/ 2147483646 h 155"/>
              <a:gd name="T8" fmla="*/ 2147483646 w 144"/>
              <a:gd name="T9" fmla="*/ 2147483646 h 155"/>
              <a:gd name="T10" fmla="*/ 2147483646 w 144"/>
              <a:gd name="T11" fmla="*/ 2147483646 h 155"/>
              <a:gd name="T12" fmla="*/ 2147483646 w 144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55">
                <a:moveTo>
                  <a:pt x="144" y="8"/>
                </a:moveTo>
                <a:lnTo>
                  <a:pt x="126" y="0"/>
                </a:lnTo>
                <a:lnTo>
                  <a:pt x="0" y="147"/>
                </a:lnTo>
                <a:lnTo>
                  <a:pt x="18" y="155"/>
                </a:lnTo>
                <a:lnTo>
                  <a:pt x="144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85" name="Freeform 1128"/>
          <p:cNvSpPr>
            <a:spLocks/>
          </p:cNvSpPr>
          <p:nvPr/>
        </p:nvSpPr>
        <p:spPr bwMode="auto">
          <a:xfrm>
            <a:off x="4295775" y="2747963"/>
            <a:ext cx="200025" cy="233362"/>
          </a:xfrm>
          <a:custGeom>
            <a:avLst/>
            <a:gdLst>
              <a:gd name="T0" fmla="*/ 2147483646 w 126"/>
              <a:gd name="T1" fmla="*/ 2147483646 h 147"/>
              <a:gd name="T2" fmla="*/ 2147483646 w 126"/>
              <a:gd name="T3" fmla="*/ 0 h 147"/>
              <a:gd name="T4" fmla="*/ 0 w 126"/>
              <a:gd name="T5" fmla="*/ 2147483646 h 147"/>
              <a:gd name="T6" fmla="*/ 0 w 126"/>
              <a:gd name="T7" fmla="*/ 2147483646 h 147"/>
              <a:gd name="T8" fmla="*/ 2147483646 w 126"/>
              <a:gd name="T9" fmla="*/ 2147483646 h 147"/>
              <a:gd name="T10" fmla="*/ 2147483646 w 126"/>
              <a:gd name="T11" fmla="*/ 2147483646 h 147"/>
              <a:gd name="T12" fmla="*/ 2147483646 w 126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" h="147">
                <a:moveTo>
                  <a:pt x="126" y="8"/>
                </a:moveTo>
                <a:lnTo>
                  <a:pt x="108" y="0"/>
                </a:lnTo>
                <a:lnTo>
                  <a:pt x="0" y="139"/>
                </a:lnTo>
                <a:lnTo>
                  <a:pt x="18" y="147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86" name="Freeform 1129"/>
          <p:cNvSpPr>
            <a:spLocks/>
          </p:cNvSpPr>
          <p:nvPr/>
        </p:nvSpPr>
        <p:spPr bwMode="auto">
          <a:xfrm>
            <a:off x="4167188" y="2968625"/>
            <a:ext cx="157162" cy="246063"/>
          </a:xfrm>
          <a:custGeom>
            <a:avLst/>
            <a:gdLst>
              <a:gd name="T0" fmla="*/ 2147483646 w 99"/>
              <a:gd name="T1" fmla="*/ 2147483646 h 155"/>
              <a:gd name="T2" fmla="*/ 2147483646 w 99"/>
              <a:gd name="T3" fmla="*/ 0 h 155"/>
              <a:gd name="T4" fmla="*/ 0 w 99"/>
              <a:gd name="T5" fmla="*/ 2147483646 h 155"/>
              <a:gd name="T6" fmla="*/ 0 w 99"/>
              <a:gd name="T7" fmla="*/ 2147483646 h 155"/>
              <a:gd name="T8" fmla="*/ 2147483646 w 99"/>
              <a:gd name="T9" fmla="*/ 2147483646 h 155"/>
              <a:gd name="T10" fmla="*/ 2147483646 w 99"/>
              <a:gd name="T11" fmla="*/ 2147483646 h 155"/>
              <a:gd name="T12" fmla="*/ 2147483646 w 99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9" h="155">
                <a:moveTo>
                  <a:pt x="99" y="8"/>
                </a:moveTo>
                <a:lnTo>
                  <a:pt x="81" y="0"/>
                </a:lnTo>
                <a:lnTo>
                  <a:pt x="0" y="147"/>
                </a:lnTo>
                <a:lnTo>
                  <a:pt x="18" y="155"/>
                </a:lnTo>
                <a:lnTo>
                  <a:pt x="99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87" name="Freeform 1130"/>
          <p:cNvSpPr>
            <a:spLocks/>
          </p:cNvSpPr>
          <p:nvPr/>
        </p:nvSpPr>
        <p:spPr bwMode="auto">
          <a:xfrm>
            <a:off x="4052888" y="3201988"/>
            <a:ext cx="142875" cy="258762"/>
          </a:xfrm>
          <a:custGeom>
            <a:avLst/>
            <a:gdLst>
              <a:gd name="T0" fmla="*/ 2147483646 w 90"/>
              <a:gd name="T1" fmla="*/ 2147483646 h 163"/>
              <a:gd name="T2" fmla="*/ 2147483646 w 90"/>
              <a:gd name="T3" fmla="*/ 0 h 163"/>
              <a:gd name="T4" fmla="*/ 0 w 90"/>
              <a:gd name="T5" fmla="*/ 2147483646 h 163"/>
              <a:gd name="T6" fmla="*/ 0 w 90"/>
              <a:gd name="T7" fmla="*/ 2147483646 h 163"/>
              <a:gd name="T8" fmla="*/ 2147483646 w 90"/>
              <a:gd name="T9" fmla="*/ 2147483646 h 163"/>
              <a:gd name="T10" fmla="*/ 2147483646 w 90"/>
              <a:gd name="T11" fmla="*/ 2147483646 h 163"/>
              <a:gd name="T12" fmla="*/ 2147483646 w 90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0" h="163">
                <a:moveTo>
                  <a:pt x="90" y="8"/>
                </a:moveTo>
                <a:lnTo>
                  <a:pt x="72" y="0"/>
                </a:lnTo>
                <a:lnTo>
                  <a:pt x="0" y="155"/>
                </a:lnTo>
                <a:lnTo>
                  <a:pt x="18" y="163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88" name="Freeform 1131"/>
          <p:cNvSpPr>
            <a:spLocks/>
          </p:cNvSpPr>
          <p:nvPr/>
        </p:nvSpPr>
        <p:spPr bwMode="auto">
          <a:xfrm>
            <a:off x="3981450" y="3448050"/>
            <a:ext cx="100013" cy="258763"/>
          </a:xfrm>
          <a:custGeom>
            <a:avLst/>
            <a:gdLst>
              <a:gd name="T0" fmla="*/ 2147483646 w 63"/>
              <a:gd name="T1" fmla="*/ 2147483646 h 163"/>
              <a:gd name="T2" fmla="*/ 2147483646 w 63"/>
              <a:gd name="T3" fmla="*/ 0 h 163"/>
              <a:gd name="T4" fmla="*/ 0 w 63"/>
              <a:gd name="T5" fmla="*/ 2147483646 h 163"/>
              <a:gd name="T6" fmla="*/ 0 w 63"/>
              <a:gd name="T7" fmla="*/ 2147483646 h 163"/>
              <a:gd name="T8" fmla="*/ 2147483646 w 63"/>
              <a:gd name="T9" fmla="*/ 2147483646 h 163"/>
              <a:gd name="T10" fmla="*/ 2147483646 w 63"/>
              <a:gd name="T11" fmla="*/ 2147483646 h 163"/>
              <a:gd name="T12" fmla="*/ 2147483646 w 63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3" h="163">
                <a:moveTo>
                  <a:pt x="63" y="8"/>
                </a:moveTo>
                <a:lnTo>
                  <a:pt x="45" y="0"/>
                </a:lnTo>
                <a:lnTo>
                  <a:pt x="0" y="155"/>
                </a:lnTo>
                <a:lnTo>
                  <a:pt x="18" y="155"/>
                </a:lnTo>
                <a:lnTo>
                  <a:pt x="18" y="163"/>
                </a:lnTo>
                <a:lnTo>
                  <a:pt x="63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89" name="Freeform 1132"/>
          <p:cNvSpPr>
            <a:spLocks/>
          </p:cNvSpPr>
          <p:nvPr/>
        </p:nvSpPr>
        <p:spPr bwMode="auto">
          <a:xfrm>
            <a:off x="3938588" y="3694113"/>
            <a:ext cx="71437" cy="246062"/>
          </a:xfrm>
          <a:custGeom>
            <a:avLst/>
            <a:gdLst>
              <a:gd name="T0" fmla="*/ 2147483646 w 45"/>
              <a:gd name="T1" fmla="*/ 0 h 155"/>
              <a:gd name="T2" fmla="*/ 2147483646 w 45"/>
              <a:gd name="T3" fmla="*/ 0 h 155"/>
              <a:gd name="T4" fmla="*/ 0 w 45"/>
              <a:gd name="T5" fmla="*/ 2147483646 h 155"/>
              <a:gd name="T6" fmla="*/ 0 w 45"/>
              <a:gd name="T7" fmla="*/ 2147483646 h 155"/>
              <a:gd name="T8" fmla="*/ 2147483646 w 45"/>
              <a:gd name="T9" fmla="*/ 2147483646 h 155"/>
              <a:gd name="T10" fmla="*/ 2147483646 w 45"/>
              <a:gd name="T11" fmla="*/ 2147483646 h 155"/>
              <a:gd name="T12" fmla="*/ 2147483646 w 45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5" h="155">
                <a:moveTo>
                  <a:pt x="45" y="0"/>
                </a:moveTo>
                <a:lnTo>
                  <a:pt x="27" y="0"/>
                </a:lnTo>
                <a:lnTo>
                  <a:pt x="0" y="155"/>
                </a:lnTo>
                <a:lnTo>
                  <a:pt x="18" y="15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90" name="Rectangle 1133"/>
          <p:cNvSpPr>
            <a:spLocks noChangeArrowheads="1"/>
          </p:cNvSpPr>
          <p:nvPr/>
        </p:nvSpPr>
        <p:spPr bwMode="auto">
          <a:xfrm>
            <a:off x="3938588" y="3940175"/>
            <a:ext cx="28575" cy="24606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6191" name="Freeform 1134"/>
          <p:cNvSpPr>
            <a:spLocks/>
          </p:cNvSpPr>
          <p:nvPr/>
        </p:nvSpPr>
        <p:spPr bwMode="auto">
          <a:xfrm>
            <a:off x="2024063" y="3641725"/>
            <a:ext cx="28575" cy="26988"/>
          </a:xfrm>
          <a:custGeom>
            <a:avLst/>
            <a:gdLst>
              <a:gd name="T0" fmla="*/ 0 w 18"/>
              <a:gd name="T1" fmla="*/ 2147483646 h 17"/>
              <a:gd name="T2" fmla="*/ 0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2147483646 h 17"/>
              <a:gd name="T10" fmla="*/ 2147483646 w 18"/>
              <a:gd name="T11" fmla="*/ 2147483646 h 17"/>
              <a:gd name="T12" fmla="*/ 2147483646 w 18"/>
              <a:gd name="T13" fmla="*/ 0 h 17"/>
              <a:gd name="T14" fmla="*/ 0 w 18"/>
              <a:gd name="T15" fmla="*/ 0 h 17"/>
              <a:gd name="T16" fmla="*/ 0 w 18"/>
              <a:gd name="T17" fmla="*/ 2147483646 h 17"/>
              <a:gd name="T18" fmla="*/ 0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7">
                <a:moveTo>
                  <a:pt x="0" y="9"/>
                </a:moveTo>
                <a:lnTo>
                  <a:pt x="0" y="17"/>
                </a:lnTo>
                <a:lnTo>
                  <a:pt x="9" y="17"/>
                </a:lnTo>
                <a:lnTo>
                  <a:pt x="18" y="17"/>
                </a:lnTo>
                <a:lnTo>
                  <a:pt x="18" y="9"/>
                </a:lnTo>
                <a:lnTo>
                  <a:pt x="9" y="0"/>
                </a:lnTo>
                <a:lnTo>
                  <a:pt x="0" y="0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92" name="Freeform 1135"/>
          <p:cNvSpPr>
            <a:spLocks/>
          </p:cNvSpPr>
          <p:nvPr/>
        </p:nvSpPr>
        <p:spPr bwMode="auto">
          <a:xfrm>
            <a:off x="1824038" y="3603625"/>
            <a:ext cx="228600" cy="103188"/>
          </a:xfrm>
          <a:custGeom>
            <a:avLst/>
            <a:gdLst>
              <a:gd name="T0" fmla="*/ 2147483646 w 144"/>
              <a:gd name="T1" fmla="*/ 2147483646 h 65"/>
              <a:gd name="T2" fmla="*/ 2147483646 w 144"/>
              <a:gd name="T3" fmla="*/ 2147483646 h 65"/>
              <a:gd name="T4" fmla="*/ 0 w 144"/>
              <a:gd name="T5" fmla="*/ 0 h 65"/>
              <a:gd name="T6" fmla="*/ 2147483646 w 144"/>
              <a:gd name="T7" fmla="*/ 0 h 65"/>
              <a:gd name="T8" fmla="*/ 2147483646 w 144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93" name="Freeform 1136"/>
          <p:cNvSpPr>
            <a:spLocks/>
          </p:cNvSpPr>
          <p:nvPr/>
        </p:nvSpPr>
        <p:spPr bwMode="auto">
          <a:xfrm>
            <a:off x="1824038" y="3603625"/>
            <a:ext cx="228600" cy="103188"/>
          </a:xfrm>
          <a:custGeom>
            <a:avLst/>
            <a:gdLst>
              <a:gd name="T0" fmla="*/ 2147483646 w 144"/>
              <a:gd name="T1" fmla="*/ 2147483646 h 65"/>
              <a:gd name="T2" fmla="*/ 2147483646 w 144"/>
              <a:gd name="T3" fmla="*/ 2147483646 h 65"/>
              <a:gd name="T4" fmla="*/ 0 w 144"/>
              <a:gd name="T5" fmla="*/ 0 h 65"/>
              <a:gd name="T6" fmla="*/ 2147483646 w 144"/>
              <a:gd name="T7" fmla="*/ 0 h 65"/>
              <a:gd name="T8" fmla="*/ 2147483646 w 144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94" name="Freeform 1137"/>
          <p:cNvSpPr>
            <a:spLocks/>
          </p:cNvSpPr>
          <p:nvPr/>
        </p:nvSpPr>
        <p:spPr bwMode="auto">
          <a:xfrm>
            <a:off x="3538538" y="4303713"/>
            <a:ext cx="471487" cy="363537"/>
          </a:xfrm>
          <a:custGeom>
            <a:avLst/>
            <a:gdLst>
              <a:gd name="T0" fmla="*/ 2147483646 w 297"/>
              <a:gd name="T1" fmla="*/ 2147483646 h 229"/>
              <a:gd name="T2" fmla="*/ 2147483646 w 297"/>
              <a:gd name="T3" fmla="*/ 2147483646 h 229"/>
              <a:gd name="T4" fmla="*/ 2147483646 w 297"/>
              <a:gd name="T5" fmla="*/ 0 h 229"/>
              <a:gd name="T6" fmla="*/ 2147483646 w 297"/>
              <a:gd name="T7" fmla="*/ 0 h 229"/>
              <a:gd name="T8" fmla="*/ 0 w 297"/>
              <a:gd name="T9" fmla="*/ 2147483646 h 229"/>
              <a:gd name="T10" fmla="*/ 0 w 297"/>
              <a:gd name="T11" fmla="*/ 2147483646 h 229"/>
              <a:gd name="T12" fmla="*/ 2147483646 w 297"/>
              <a:gd name="T13" fmla="*/ 214748364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97" h="229">
                <a:moveTo>
                  <a:pt x="288" y="229"/>
                </a:moveTo>
                <a:lnTo>
                  <a:pt x="297" y="212"/>
                </a:lnTo>
                <a:lnTo>
                  <a:pt x="9" y="0"/>
                </a:lnTo>
                <a:lnTo>
                  <a:pt x="0" y="16"/>
                </a:lnTo>
                <a:lnTo>
                  <a:pt x="288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95" name="Freeform 1138"/>
          <p:cNvSpPr>
            <a:spLocks/>
          </p:cNvSpPr>
          <p:nvPr/>
        </p:nvSpPr>
        <p:spPr bwMode="auto">
          <a:xfrm>
            <a:off x="3067050" y="4030663"/>
            <a:ext cx="485775" cy="298450"/>
          </a:xfrm>
          <a:custGeom>
            <a:avLst/>
            <a:gdLst>
              <a:gd name="T0" fmla="*/ 2147483646 w 306"/>
              <a:gd name="T1" fmla="*/ 2147483646 h 188"/>
              <a:gd name="T2" fmla="*/ 2147483646 w 306"/>
              <a:gd name="T3" fmla="*/ 2147483646 h 188"/>
              <a:gd name="T4" fmla="*/ 2147483646 w 306"/>
              <a:gd name="T5" fmla="*/ 0 h 188"/>
              <a:gd name="T6" fmla="*/ 2147483646 w 306"/>
              <a:gd name="T7" fmla="*/ 0 h 188"/>
              <a:gd name="T8" fmla="*/ 0 w 306"/>
              <a:gd name="T9" fmla="*/ 2147483646 h 188"/>
              <a:gd name="T10" fmla="*/ 0 w 306"/>
              <a:gd name="T11" fmla="*/ 2147483646 h 188"/>
              <a:gd name="T12" fmla="*/ 2147483646 w 306"/>
              <a:gd name="T13" fmla="*/ 2147483646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06" h="188">
                <a:moveTo>
                  <a:pt x="297" y="188"/>
                </a:moveTo>
                <a:lnTo>
                  <a:pt x="306" y="172"/>
                </a:lnTo>
                <a:lnTo>
                  <a:pt x="9" y="0"/>
                </a:lnTo>
                <a:lnTo>
                  <a:pt x="0" y="17"/>
                </a:lnTo>
                <a:lnTo>
                  <a:pt x="297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96" name="Freeform 1139"/>
          <p:cNvSpPr>
            <a:spLocks/>
          </p:cNvSpPr>
          <p:nvPr/>
        </p:nvSpPr>
        <p:spPr bwMode="auto">
          <a:xfrm>
            <a:off x="2552700" y="3811588"/>
            <a:ext cx="528638" cy="246062"/>
          </a:xfrm>
          <a:custGeom>
            <a:avLst/>
            <a:gdLst>
              <a:gd name="T0" fmla="*/ 2147483646 w 333"/>
              <a:gd name="T1" fmla="*/ 2147483646 h 155"/>
              <a:gd name="T2" fmla="*/ 2147483646 w 333"/>
              <a:gd name="T3" fmla="*/ 2147483646 h 155"/>
              <a:gd name="T4" fmla="*/ 2147483646 w 333"/>
              <a:gd name="T5" fmla="*/ 0 h 155"/>
              <a:gd name="T6" fmla="*/ 2147483646 w 333"/>
              <a:gd name="T7" fmla="*/ 0 h 155"/>
              <a:gd name="T8" fmla="*/ 0 w 333"/>
              <a:gd name="T9" fmla="*/ 2147483646 h 155"/>
              <a:gd name="T10" fmla="*/ 0 w 333"/>
              <a:gd name="T11" fmla="*/ 2147483646 h 155"/>
              <a:gd name="T12" fmla="*/ 2147483646 w 333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33" h="155">
                <a:moveTo>
                  <a:pt x="324" y="155"/>
                </a:moveTo>
                <a:lnTo>
                  <a:pt x="333" y="138"/>
                </a:lnTo>
                <a:lnTo>
                  <a:pt x="9" y="0"/>
                </a:lnTo>
                <a:lnTo>
                  <a:pt x="0" y="16"/>
                </a:lnTo>
                <a:lnTo>
                  <a:pt x="324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97" name="Freeform 1140"/>
          <p:cNvSpPr>
            <a:spLocks/>
          </p:cNvSpPr>
          <p:nvPr/>
        </p:nvSpPr>
        <p:spPr bwMode="auto">
          <a:xfrm>
            <a:off x="2038350" y="3641725"/>
            <a:ext cx="528638" cy="195263"/>
          </a:xfrm>
          <a:custGeom>
            <a:avLst/>
            <a:gdLst>
              <a:gd name="T0" fmla="*/ 2147483646 w 333"/>
              <a:gd name="T1" fmla="*/ 2147483646 h 123"/>
              <a:gd name="T2" fmla="*/ 2147483646 w 333"/>
              <a:gd name="T3" fmla="*/ 2147483646 h 123"/>
              <a:gd name="T4" fmla="*/ 2147483646 w 333"/>
              <a:gd name="T5" fmla="*/ 0 h 123"/>
              <a:gd name="T6" fmla="*/ 0 w 333"/>
              <a:gd name="T7" fmla="*/ 2147483646 h 123"/>
              <a:gd name="T8" fmla="*/ 2147483646 w 333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3" h="123">
                <a:moveTo>
                  <a:pt x="324" y="123"/>
                </a:moveTo>
                <a:lnTo>
                  <a:pt x="333" y="107"/>
                </a:lnTo>
                <a:lnTo>
                  <a:pt x="9" y="0"/>
                </a:lnTo>
                <a:lnTo>
                  <a:pt x="0" y="17"/>
                </a:lnTo>
                <a:lnTo>
                  <a:pt x="324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98" name="Freeform 1141"/>
          <p:cNvSpPr>
            <a:spLocks/>
          </p:cNvSpPr>
          <p:nvPr/>
        </p:nvSpPr>
        <p:spPr bwMode="auto">
          <a:xfrm>
            <a:off x="4953000" y="2747963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0 w 18"/>
              <a:gd name="T3" fmla="*/ 0 h 16"/>
              <a:gd name="T4" fmla="*/ 0 w 18"/>
              <a:gd name="T5" fmla="*/ 2147483646 h 16"/>
              <a:gd name="T6" fmla="*/ 0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6">
                <a:moveTo>
                  <a:pt x="9" y="0"/>
                </a:moveTo>
                <a:lnTo>
                  <a:pt x="0" y="0"/>
                </a:lnTo>
                <a:lnTo>
                  <a:pt x="0" y="8"/>
                </a:lnTo>
                <a:lnTo>
                  <a:pt x="9" y="16"/>
                </a:lnTo>
                <a:lnTo>
                  <a:pt x="9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99" name="Freeform 1142"/>
          <p:cNvSpPr>
            <a:spLocks/>
          </p:cNvSpPr>
          <p:nvPr/>
        </p:nvSpPr>
        <p:spPr bwMode="auto">
          <a:xfrm>
            <a:off x="4895850" y="2552700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200" name="Freeform 1143"/>
          <p:cNvSpPr>
            <a:spLocks/>
          </p:cNvSpPr>
          <p:nvPr/>
        </p:nvSpPr>
        <p:spPr bwMode="auto">
          <a:xfrm>
            <a:off x="4895850" y="2552700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201" name="Freeform 1144"/>
          <p:cNvSpPr>
            <a:spLocks/>
          </p:cNvSpPr>
          <p:nvPr/>
        </p:nvSpPr>
        <p:spPr bwMode="auto">
          <a:xfrm>
            <a:off x="3981450" y="4419600"/>
            <a:ext cx="257175" cy="233363"/>
          </a:xfrm>
          <a:custGeom>
            <a:avLst/>
            <a:gdLst>
              <a:gd name="T0" fmla="*/ 0 w 162"/>
              <a:gd name="T1" fmla="*/ 2147483646 h 147"/>
              <a:gd name="T2" fmla="*/ 2147483646 w 162"/>
              <a:gd name="T3" fmla="*/ 2147483646 h 147"/>
              <a:gd name="T4" fmla="*/ 2147483646 w 162"/>
              <a:gd name="T5" fmla="*/ 2147483646 h 147"/>
              <a:gd name="T6" fmla="*/ 2147483646 w 162"/>
              <a:gd name="T7" fmla="*/ 2147483646 h 147"/>
              <a:gd name="T8" fmla="*/ 2147483646 w 162"/>
              <a:gd name="T9" fmla="*/ 0 h 147"/>
              <a:gd name="T10" fmla="*/ 2147483646 w 162"/>
              <a:gd name="T11" fmla="*/ 0 h 147"/>
              <a:gd name="T12" fmla="*/ 0 w 162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47">
                <a:moveTo>
                  <a:pt x="0" y="139"/>
                </a:moveTo>
                <a:lnTo>
                  <a:pt x="18" y="147"/>
                </a:lnTo>
                <a:lnTo>
                  <a:pt x="162" y="9"/>
                </a:lnTo>
                <a:lnTo>
                  <a:pt x="144" y="0"/>
                </a:lnTo>
                <a:lnTo>
                  <a:pt x="0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202" name="Freeform 1145"/>
          <p:cNvSpPr>
            <a:spLocks/>
          </p:cNvSpPr>
          <p:nvPr/>
        </p:nvSpPr>
        <p:spPr bwMode="auto">
          <a:xfrm>
            <a:off x="4210050" y="4200525"/>
            <a:ext cx="228600" cy="233363"/>
          </a:xfrm>
          <a:custGeom>
            <a:avLst/>
            <a:gdLst>
              <a:gd name="T0" fmla="*/ 0 w 144"/>
              <a:gd name="T1" fmla="*/ 2147483646 h 147"/>
              <a:gd name="T2" fmla="*/ 2147483646 w 144"/>
              <a:gd name="T3" fmla="*/ 2147483646 h 147"/>
              <a:gd name="T4" fmla="*/ 2147483646 w 144"/>
              <a:gd name="T5" fmla="*/ 2147483646 h 147"/>
              <a:gd name="T6" fmla="*/ 2147483646 w 144"/>
              <a:gd name="T7" fmla="*/ 2147483646 h 147"/>
              <a:gd name="T8" fmla="*/ 2147483646 w 144"/>
              <a:gd name="T9" fmla="*/ 0 h 147"/>
              <a:gd name="T10" fmla="*/ 2147483646 w 144"/>
              <a:gd name="T11" fmla="*/ 0 h 147"/>
              <a:gd name="T12" fmla="*/ 0 w 144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4" h="147">
                <a:moveTo>
                  <a:pt x="0" y="138"/>
                </a:moveTo>
                <a:lnTo>
                  <a:pt x="18" y="147"/>
                </a:lnTo>
                <a:lnTo>
                  <a:pt x="144" y="8"/>
                </a:lnTo>
                <a:lnTo>
                  <a:pt x="126" y="0"/>
                </a:lnTo>
                <a:lnTo>
                  <a:pt x="0" y="13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203" name="Freeform 1146"/>
          <p:cNvSpPr>
            <a:spLocks/>
          </p:cNvSpPr>
          <p:nvPr/>
        </p:nvSpPr>
        <p:spPr bwMode="auto">
          <a:xfrm>
            <a:off x="4410075" y="3967163"/>
            <a:ext cx="200025" cy="246062"/>
          </a:xfrm>
          <a:custGeom>
            <a:avLst/>
            <a:gdLst>
              <a:gd name="T0" fmla="*/ 0 w 126"/>
              <a:gd name="T1" fmla="*/ 2147483646 h 155"/>
              <a:gd name="T2" fmla="*/ 2147483646 w 126"/>
              <a:gd name="T3" fmla="*/ 2147483646 h 155"/>
              <a:gd name="T4" fmla="*/ 2147483646 w 126"/>
              <a:gd name="T5" fmla="*/ 2147483646 h 155"/>
              <a:gd name="T6" fmla="*/ 2147483646 w 126"/>
              <a:gd name="T7" fmla="*/ 2147483646 h 155"/>
              <a:gd name="T8" fmla="*/ 2147483646 w 126"/>
              <a:gd name="T9" fmla="*/ 0 h 155"/>
              <a:gd name="T10" fmla="*/ 2147483646 w 126"/>
              <a:gd name="T11" fmla="*/ 0 h 155"/>
              <a:gd name="T12" fmla="*/ 0 w 126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" h="155">
                <a:moveTo>
                  <a:pt x="0" y="147"/>
                </a:moveTo>
                <a:lnTo>
                  <a:pt x="18" y="155"/>
                </a:lnTo>
                <a:lnTo>
                  <a:pt x="126" y="8"/>
                </a:lnTo>
                <a:lnTo>
                  <a:pt x="108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204" name="Freeform 1147"/>
          <p:cNvSpPr>
            <a:spLocks/>
          </p:cNvSpPr>
          <p:nvPr/>
        </p:nvSpPr>
        <p:spPr bwMode="auto">
          <a:xfrm>
            <a:off x="4581525" y="3733800"/>
            <a:ext cx="171450" cy="246063"/>
          </a:xfrm>
          <a:custGeom>
            <a:avLst/>
            <a:gdLst>
              <a:gd name="T0" fmla="*/ 0 w 108"/>
              <a:gd name="T1" fmla="*/ 2147483646 h 155"/>
              <a:gd name="T2" fmla="*/ 2147483646 w 108"/>
              <a:gd name="T3" fmla="*/ 2147483646 h 155"/>
              <a:gd name="T4" fmla="*/ 2147483646 w 108"/>
              <a:gd name="T5" fmla="*/ 2147483646 h 155"/>
              <a:gd name="T6" fmla="*/ 2147483646 w 108"/>
              <a:gd name="T7" fmla="*/ 2147483646 h 155"/>
              <a:gd name="T8" fmla="*/ 2147483646 w 108"/>
              <a:gd name="T9" fmla="*/ 0 h 155"/>
              <a:gd name="T10" fmla="*/ 2147483646 w 108"/>
              <a:gd name="T11" fmla="*/ 0 h 155"/>
              <a:gd name="T12" fmla="*/ 0 w 108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8" h="155">
                <a:moveTo>
                  <a:pt x="0" y="147"/>
                </a:moveTo>
                <a:lnTo>
                  <a:pt x="18" y="155"/>
                </a:lnTo>
                <a:lnTo>
                  <a:pt x="108" y="8"/>
                </a:lnTo>
                <a:lnTo>
                  <a:pt x="90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205" name="Freeform 1148"/>
          <p:cNvSpPr>
            <a:spLocks/>
          </p:cNvSpPr>
          <p:nvPr/>
        </p:nvSpPr>
        <p:spPr bwMode="auto">
          <a:xfrm>
            <a:off x="4724400" y="3500438"/>
            <a:ext cx="128588" cy="246062"/>
          </a:xfrm>
          <a:custGeom>
            <a:avLst/>
            <a:gdLst>
              <a:gd name="T0" fmla="*/ 0 w 81"/>
              <a:gd name="T1" fmla="*/ 2147483646 h 155"/>
              <a:gd name="T2" fmla="*/ 2147483646 w 81"/>
              <a:gd name="T3" fmla="*/ 2147483646 h 155"/>
              <a:gd name="T4" fmla="*/ 2147483646 w 81"/>
              <a:gd name="T5" fmla="*/ 2147483646 h 155"/>
              <a:gd name="T6" fmla="*/ 2147483646 w 81"/>
              <a:gd name="T7" fmla="*/ 2147483646 h 155"/>
              <a:gd name="T8" fmla="*/ 2147483646 w 81"/>
              <a:gd name="T9" fmla="*/ 0 h 155"/>
              <a:gd name="T10" fmla="*/ 2147483646 w 81"/>
              <a:gd name="T11" fmla="*/ 0 h 155"/>
              <a:gd name="T12" fmla="*/ 0 w 81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1" h="155">
                <a:moveTo>
                  <a:pt x="0" y="147"/>
                </a:moveTo>
                <a:lnTo>
                  <a:pt x="18" y="155"/>
                </a:lnTo>
                <a:lnTo>
                  <a:pt x="81" y="8"/>
                </a:lnTo>
                <a:lnTo>
                  <a:pt x="63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206" name="Freeform 1149"/>
          <p:cNvSpPr>
            <a:spLocks/>
          </p:cNvSpPr>
          <p:nvPr/>
        </p:nvSpPr>
        <p:spPr bwMode="auto">
          <a:xfrm>
            <a:off x="4824413" y="3252788"/>
            <a:ext cx="100012" cy="260350"/>
          </a:xfrm>
          <a:custGeom>
            <a:avLst/>
            <a:gdLst>
              <a:gd name="T0" fmla="*/ 0 w 63"/>
              <a:gd name="T1" fmla="*/ 2147483646 h 164"/>
              <a:gd name="T2" fmla="*/ 2147483646 w 63"/>
              <a:gd name="T3" fmla="*/ 2147483646 h 164"/>
              <a:gd name="T4" fmla="*/ 2147483646 w 63"/>
              <a:gd name="T5" fmla="*/ 2147483646 h 164"/>
              <a:gd name="T6" fmla="*/ 2147483646 w 63"/>
              <a:gd name="T7" fmla="*/ 0 h 164"/>
              <a:gd name="T8" fmla="*/ 2147483646 w 63"/>
              <a:gd name="T9" fmla="*/ 0 h 164"/>
              <a:gd name="T10" fmla="*/ 2147483646 w 63"/>
              <a:gd name="T11" fmla="*/ 0 h 164"/>
              <a:gd name="T12" fmla="*/ 0 w 63"/>
              <a:gd name="T13" fmla="*/ 2147483646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3" h="164">
                <a:moveTo>
                  <a:pt x="0" y="156"/>
                </a:moveTo>
                <a:lnTo>
                  <a:pt x="18" y="164"/>
                </a:lnTo>
                <a:lnTo>
                  <a:pt x="63" y="9"/>
                </a:lnTo>
                <a:lnTo>
                  <a:pt x="63" y="0"/>
                </a:lnTo>
                <a:lnTo>
                  <a:pt x="45" y="0"/>
                </a:lnTo>
                <a:lnTo>
                  <a:pt x="0" y="15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207" name="Freeform 1150"/>
          <p:cNvSpPr>
            <a:spLocks/>
          </p:cNvSpPr>
          <p:nvPr/>
        </p:nvSpPr>
        <p:spPr bwMode="auto">
          <a:xfrm>
            <a:off x="4895850" y="3006725"/>
            <a:ext cx="71438" cy="246063"/>
          </a:xfrm>
          <a:custGeom>
            <a:avLst/>
            <a:gdLst>
              <a:gd name="T0" fmla="*/ 0 w 45"/>
              <a:gd name="T1" fmla="*/ 2147483646 h 155"/>
              <a:gd name="T2" fmla="*/ 2147483646 w 45"/>
              <a:gd name="T3" fmla="*/ 2147483646 h 155"/>
              <a:gd name="T4" fmla="*/ 2147483646 w 45"/>
              <a:gd name="T5" fmla="*/ 0 h 155"/>
              <a:gd name="T6" fmla="*/ 2147483646 w 45"/>
              <a:gd name="T7" fmla="*/ 0 h 155"/>
              <a:gd name="T8" fmla="*/ 2147483646 w 45"/>
              <a:gd name="T9" fmla="*/ 0 h 155"/>
              <a:gd name="T10" fmla="*/ 2147483646 w 45"/>
              <a:gd name="T11" fmla="*/ 0 h 155"/>
              <a:gd name="T12" fmla="*/ 0 w 45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5" h="155">
                <a:moveTo>
                  <a:pt x="0" y="155"/>
                </a:moveTo>
                <a:lnTo>
                  <a:pt x="18" y="155"/>
                </a:lnTo>
                <a:lnTo>
                  <a:pt x="45" y="0"/>
                </a:lnTo>
                <a:lnTo>
                  <a:pt x="27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208" name="Rectangle 1151"/>
          <p:cNvSpPr>
            <a:spLocks noChangeArrowheads="1"/>
          </p:cNvSpPr>
          <p:nvPr/>
        </p:nvSpPr>
        <p:spPr bwMode="auto">
          <a:xfrm>
            <a:off x="4938713" y="2747963"/>
            <a:ext cx="28575" cy="2587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6209" name="Freeform 1152"/>
          <p:cNvSpPr>
            <a:spLocks/>
          </p:cNvSpPr>
          <p:nvPr/>
        </p:nvSpPr>
        <p:spPr bwMode="auto">
          <a:xfrm>
            <a:off x="6938963" y="5199063"/>
            <a:ext cx="14287" cy="12700"/>
          </a:xfrm>
          <a:custGeom>
            <a:avLst/>
            <a:gdLst>
              <a:gd name="T0" fmla="*/ 0 w 9"/>
              <a:gd name="T1" fmla="*/ 2147483646 h 8"/>
              <a:gd name="T2" fmla="*/ 2147483646 w 9"/>
              <a:gd name="T3" fmla="*/ 2147483646 h 8"/>
              <a:gd name="T4" fmla="*/ 2147483646 w 9"/>
              <a:gd name="T5" fmla="*/ 2147483646 h 8"/>
              <a:gd name="T6" fmla="*/ 2147483646 w 9"/>
              <a:gd name="T7" fmla="*/ 0 h 8"/>
              <a:gd name="T8" fmla="*/ 2147483646 w 9"/>
              <a:gd name="T9" fmla="*/ 0 h 8"/>
              <a:gd name="T10" fmla="*/ 0 w 9"/>
              <a:gd name="T11" fmla="*/ 0 h 8"/>
              <a:gd name="T12" fmla="*/ 0 w 9"/>
              <a:gd name="T13" fmla="*/ 0 h 8"/>
              <a:gd name="T14" fmla="*/ 0 w 9"/>
              <a:gd name="T15" fmla="*/ 2147483646 h 8"/>
              <a:gd name="T16" fmla="*/ 0 w 9"/>
              <a:gd name="T17" fmla="*/ 2147483646 h 8"/>
              <a:gd name="T18" fmla="*/ 0 w 9"/>
              <a:gd name="T19" fmla="*/ 2147483646 h 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9" h="8">
                <a:moveTo>
                  <a:pt x="0" y="8"/>
                </a:moveTo>
                <a:lnTo>
                  <a:pt x="9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210" name="Freeform 1153"/>
          <p:cNvSpPr>
            <a:spLocks/>
          </p:cNvSpPr>
          <p:nvPr/>
        </p:nvSpPr>
        <p:spPr bwMode="auto">
          <a:xfrm>
            <a:off x="6881813" y="5199063"/>
            <a:ext cx="114300" cy="193675"/>
          </a:xfrm>
          <a:custGeom>
            <a:avLst/>
            <a:gdLst>
              <a:gd name="T0" fmla="*/ 2147483646 w 72"/>
              <a:gd name="T1" fmla="*/ 2147483646 h 122"/>
              <a:gd name="T2" fmla="*/ 2147483646 w 72"/>
              <a:gd name="T3" fmla="*/ 2147483646 h 122"/>
              <a:gd name="T4" fmla="*/ 0 w 72"/>
              <a:gd name="T5" fmla="*/ 2147483646 h 122"/>
              <a:gd name="T6" fmla="*/ 0 w 72"/>
              <a:gd name="T7" fmla="*/ 0 h 122"/>
              <a:gd name="T8" fmla="*/ 2147483646 w 72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211" name="Freeform 1154"/>
          <p:cNvSpPr>
            <a:spLocks/>
          </p:cNvSpPr>
          <p:nvPr/>
        </p:nvSpPr>
        <p:spPr bwMode="auto">
          <a:xfrm>
            <a:off x="6881813" y="5199063"/>
            <a:ext cx="114300" cy="193675"/>
          </a:xfrm>
          <a:custGeom>
            <a:avLst/>
            <a:gdLst>
              <a:gd name="T0" fmla="*/ 2147483646 w 72"/>
              <a:gd name="T1" fmla="*/ 2147483646 h 122"/>
              <a:gd name="T2" fmla="*/ 2147483646 w 72"/>
              <a:gd name="T3" fmla="*/ 2147483646 h 122"/>
              <a:gd name="T4" fmla="*/ 0 w 72"/>
              <a:gd name="T5" fmla="*/ 2147483646 h 122"/>
              <a:gd name="T6" fmla="*/ 0 w 72"/>
              <a:gd name="T7" fmla="*/ 0 h 122"/>
              <a:gd name="T8" fmla="*/ 2147483646 w 72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212" name="Freeform 1155"/>
          <p:cNvSpPr>
            <a:spLocks/>
          </p:cNvSpPr>
          <p:nvPr/>
        </p:nvSpPr>
        <p:spPr bwMode="auto">
          <a:xfrm>
            <a:off x="7010400" y="2825750"/>
            <a:ext cx="114300" cy="311150"/>
          </a:xfrm>
          <a:custGeom>
            <a:avLst/>
            <a:gdLst>
              <a:gd name="T0" fmla="*/ 2147483646 w 72"/>
              <a:gd name="T1" fmla="*/ 0 h 196"/>
              <a:gd name="T2" fmla="*/ 0 w 72"/>
              <a:gd name="T3" fmla="*/ 2147483646 h 196"/>
              <a:gd name="T4" fmla="*/ 2147483646 w 72"/>
              <a:gd name="T5" fmla="*/ 2147483646 h 196"/>
              <a:gd name="T6" fmla="*/ 2147483646 w 72"/>
              <a:gd name="T7" fmla="*/ 2147483646 h 196"/>
              <a:gd name="T8" fmla="*/ 2147483646 w 72"/>
              <a:gd name="T9" fmla="*/ 2147483646 h 196"/>
              <a:gd name="T10" fmla="*/ 2147483646 w 72"/>
              <a:gd name="T11" fmla="*/ 2147483646 h 196"/>
              <a:gd name="T12" fmla="*/ 2147483646 w 72"/>
              <a:gd name="T13" fmla="*/ 0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2" h="196">
                <a:moveTo>
                  <a:pt x="18" y="0"/>
                </a:moveTo>
                <a:lnTo>
                  <a:pt x="0" y="8"/>
                </a:lnTo>
                <a:lnTo>
                  <a:pt x="54" y="196"/>
                </a:lnTo>
                <a:lnTo>
                  <a:pt x="54" y="188"/>
                </a:lnTo>
                <a:lnTo>
                  <a:pt x="72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213" name="Freeform 1156"/>
          <p:cNvSpPr>
            <a:spLocks/>
          </p:cNvSpPr>
          <p:nvPr/>
        </p:nvSpPr>
        <p:spPr bwMode="auto">
          <a:xfrm>
            <a:off x="7096125" y="3124200"/>
            <a:ext cx="85725" cy="298450"/>
          </a:xfrm>
          <a:custGeom>
            <a:avLst/>
            <a:gdLst>
              <a:gd name="T0" fmla="*/ 2147483646 w 54"/>
              <a:gd name="T1" fmla="*/ 0 h 188"/>
              <a:gd name="T2" fmla="*/ 0 w 54"/>
              <a:gd name="T3" fmla="*/ 0 h 188"/>
              <a:gd name="T4" fmla="*/ 2147483646 w 54"/>
              <a:gd name="T5" fmla="*/ 2147483646 h 188"/>
              <a:gd name="T6" fmla="*/ 2147483646 w 54"/>
              <a:gd name="T7" fmla="*/ 2147483646 h 188"/>
              <a:gd name="T8" fmla="*/ 2147483646 w 54"/>
              <a:gd name="T9" fmla="*/ 2147483646 h 188"/>
              <a:gd name="T10" fmla="*/ 2147483646 w 54"/>
              <a:gd name="T11" fmla="*/ 2147483646 h 188"/>
              <a:gd name="T12" fmla="*/ 2147483646 w 54"/>
              <a:gd name="T13" fmla="*/ 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4" h="188">
                <a:moveTo>
                  <a:pt x="18" y="0"/>
                </a:moveTo>
                <a:lnTo>
                  <a:pt x="0" y="0"/>
                </a:lnTo>
                <a:lnTo>
                  <a:pt x="36" y="188"/>
                </a:lnTo>
                <a:lnTo>
                  <a:pt x="54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214" name="Freeform 1157"/>
          <p:cNvSpPr>
            <a:spLocks/>
          </p:cNvSpPr>
          <p:nvPr/>
        </p:nvSpPr>
        <p:spPr bwMode="auto">
          <a:xfrm>
            <a:off x="7153275" y="3422650"/>
            <a:ext cx="42863" cy="595313"/>
          </a:xfrm>
          <a:custGeom>
            <a:avLst/>
            <a:gdLst>
              <a:gd name="T0" fmla="*/ 2147483646 w 27"/>
              <a:gd name="T1" fmla="*/ 0 h 375"/>
              <a:gd name="T2" fmla="*/ 0 w 27"/>
              <a:gd name="T3" fmla="*/ 0 h 375"/>
              <a:gd name="T4" fmla="*/ 2147483646 w 27"/>
              <a:gd name="T5" fmla="*/ 2147483646 h 375"/>
              <a:gd name="T6" fmla="*/ 2147483646 w 27"/>
              <a:gd name="T7" fmla="*/ 2147483646 h 375"/>
              <a:gd name="T8" fmla="*/ 2147483646 w 27"/>
              <a:gd name="T9" fmla="*/ 2147483646 h 375"/>
              <a:gd name="T10" fmla="*/ 2147483646 w 27"/>
              <a:gd name="T11" fmla="*/ 2147483646 h 375"/>
              <a:gd name="T12" fmla="*/ 2147483646 w 27"/>
              <a:gd name="T13" fmla="*/ 0 h 3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" h="375">
                <a:moveTo>
                  <a:pt x="18" y="0"/>
                </a:moveTo>
                <a:lnTo>
                  <a:pt x="0" y="0"/>
                </a:lnTo>
                <a:lnTo>
                  <a:pt x="9" y="375"/>
                </a:lnTo>
                <a:lnTo>
                  <a:pt x="27" y="37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215" name="Freeform 1158"/>
          <p:cNvSpPr>
            <a:spLocks/>
          </p:cNvSpPr>
          <p:nvPr/>
        </p:nvSpPr>
        <p:spPr bwMode="auto">
          <a:xfrm>
            <a:off x="7096125" y="4017963"/>
            <a:ext cx="100013" cy="609600"/>
          </a:xfrm>
          <a:custGeom>
            <a:avLst/>
            <a:gdLst>
              <a:gd name="T0" fmla="*/ 2147483646 w 63"/>
              <a:gd name="T1" fmla="*/ 0 h 384"/>
              <a:gd name="T2" fmla="*/ 2147483646 w 63"/>
              <a:gd name="T3" fmla="*/ 0 h 384"/>
              <a:gd name="T4" fmla="*/ 0 w 63"/>
              <a:gd name="T5" fmla="*/ 2147483646 h 384"/>
              <a:gd name="T6" fmla="*/ 0 w 63"/>
              <a:gd name="T7" fmla="*/ 2147483646 h 384"/>
              <a:gd name="T8" fmla="*/ 2147483646 w 63"/>
              <a:gd name="T9" fmla="*/ 2147483646 h 384"/>
              <a:gd name="T10" fmla="*/ 2147483646 w 63"/>
              <a:gd name="T11" fmla="*/ 2147483646 h 384"/>
              <a:gd name="T12" fmla="*/ 2147483646 w 63"/>
              <a:gd name="T13" fmla="*/ 0 h 3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3" h="384">
                <a:moveTo>
                  <a:pt x="63" y="0"/>
                </a:moveTo>
                <a:lnTo>
                  <a:pt x="45" y="0"/>
                </a:lnTo>
                <a:lnTo>
                  <a:pt x="0" y="376"/>
                </a:lnTo>
                <a:lnTo>
                  <a:pt x="18" y="384"/>
                </a:lnTo>
                <a:lnTo>
                  <a:pt x="18" y="376"/>
                </a:lnTo>
                <a:lnTo>
                  <a:pt x="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216" name="Freeform 1159"/>
          <p:cNvSpPr>
            <a:spLocks/>
          </p:cNvSpPr>
          <p:nvPr/>
        </p:nvSpPr>
        <p:spPr bwMode="auto">
          <a:xfrm>
            <a:off x="6924675" y="4614863"/>
            <a:ext cx="200025" cy="596900"/>
          </a:xfrm>
          <a:custGeom>
            <a:avLst/>
            <a:gdLst>
              <a:gd name="T0" fmla="*/ 2147483646 w 126"/>
              <a:gd name="T1" fmla="*/ 2147483646 h 376"/>
              <a:gd name="T2" fmla="*/ 2147483646 w 126"/>
              <a:gd name="T3" fmla="*/ 0 h 376"/>
              <a:gd name="T4" fmla="*/ 0 w 126"/>
              <a:gd name="T5" fmla="*/ 2147483646 h 376"/>
              <a:gd name="T6" fmla="*/ 2147483646 w 126"/>
              <a:gd name="T7" fmla="*/ 2147483646 h 376"/>
              <a:gd name="T8" fmla="*/ 2147483646 w 126"/>
              <a:gd name="T9" fmla="*/ 2147483646 h 3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6" h="376">
                <a:moveTo>
                  <a:pt x="126" y="8"/>
                </a:moveTo>
                <a:lnTo>
                  <a:pt x="108" y="0"/>
                </a:lnTo>
                <a:lnTo>
                  <a:pt x="0" y="368"/>
                </a:lnTo>
                <a:lnTo>
                  <a:pt x="18" y="376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217" name="Oval 1160"/>
          <p:cNvSpPr>
            <a:spLocks noChangeArrowheads="1"/>
          </p:cNvSpPr>
          <p:nvPr/>
        </p:nvSpPr>
        <p:spPr bwMode="auto">
          <a:xfrm>
            <a:off x="6624638" y="2592388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6218" name="Oval 1161"/>
          <p:cNvSpPr>
            <a:spLocks noChangeArrowheads="1"/>
          </p:cNvSpPr>
          <p:nvPr/>
        </p:nvSpPr>
        <p:spPr bwMode="auto">
          <a:xfrm>
            <a:off x="6624638" y="2593975"/>
            <a:ext cx="800100" cy="436563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6219" name="Rectangle 1162"/>
          <p:cNvSpPr>
            <a:spLocks noChangeArrowheads="1"/>
          </p:cNvSpPr>
          <p:nvPr/>
        </p:nvSpPr>
        <p:spPr bwMode="auto">
          <a:xfrm>
            <a:off x="6796088" y="2708275"/>
            <a:ext cx="40716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JFK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6220" name="Freeform 1163"/>
          <p:cNvSpPr>
            <a:spLocks/>
          </p:cNvSpPr>
          <p:nvPr/>
        </p:nvSpPr>
        <p:spPr bwMode="auto">
          <a:xfrm>
            <a:off x="4424363" y="4964113"/>
            <a:ext cx="28575" cy="26987"/>
          </a:xfrm>
          <a:custGeom>
            <a:avLst/>
            <a:gdLst>
              <a:gd name="T0" fmla="*/ 2147483646 w 18"/>
              <a:gd name="T1" fmla="*/ 0 h 17"/>
              <a:gd name="T2" fmla="*/ 0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2147483646 h 17"/>
              <a:gd name="T10" fmla="*/ 2147483646 w 18"/>
              <a:gd name="T11" fmla="*/ 2147483646 h 17"/>
              <a:gd name="T12" fmla="*/ 2147483646 w 18"/>
              <a:gd name="T13" fmla="*/ 0 h 17"/>
              <a:gd name="T14" fmla="*/ 2147483646 w 18"/>
              <a:gd name="T15" fmla="*/ 0 h 17"/>
              <a:gd name="T16" fmla="*/ 2147483646 w 18"/>
              <a:gd name="T17" fmla="*/ 0 h 17"/>
              <a:gd name="T18" fmla="*/ 2147483646 w 18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" h="17">
                <a:moveTo>
                  <a:pt x="9" y="0"/>
                </a:move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221" name="Freeform 1164"/>
          <p:cNvSpPr>
            <a:spLocks/>
          </p:cNvSpPr>
          <p:nvPr/>
        </p:nvSpPr>
        <p:spPr bwMode="auto">
          <a:xfrm>
            <a:off x="4295775" y="4822825"/>
            <a:ext cx="185738" cy="180975"/>
          </a:xfrm>
          <a:custGeom>
            <a:avLst/>
            <a:gdLst>
              <a:gd name="T0" fmla="*/ 2147483646 w 117"/>
              <a:gd name="T1" fmla="*/ 2147483646 h 114"/>
              <a:gd name="T2" fmla="*/ 2147483646 w 117"/>
              <a:gd name="T3" fmla="*/ 2147483646 h 114"/>
              <a:gd name="T4" fmla="*/ 0 w 117"/>
              <a:gd name="T5" fmla="*/ 0 h 114"/>
              <a:gd name="T6" fmla="*/ 2147483646 w 117"/>
              <a:gd name="T7" fmla="*/ 2147483646 h 114"/>
              <a:gd name="T8" fmla="*/ 2147483646 w 117"/>
              <a:gd name="T9" fmla="*/ 2147483646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222" name="Freeform 1165"/>
          <p:cNvSpPr>
            <a:spLocks/>
          </p:cNvSpPr>
          <p:nvPr/>
        </p:nvSpPr>
        <p:spPr bwMode="auto">
          <a:xfrm>
            <a:off x="4295775" y="4822825"/>
            <a:ext cx="185738" cy="180975"/>
          </a:xfrm>
          <a:custGeom>
            <a:avLst/>
            <a:gdLst>
              <a:gd name="T0" fmla="*/ 2147483646 w 117"/>
              <a:gd name="T1" fmla="*/ 2147483646 h 114"/>
              <a:gd name="T2" fmla="*/ 2147483646 w 117"/>
              <a:gd name="T3" fmla="*/ 2147483646 h 114"/>
              <a:gd name="T4" fmla="*/ 0 w 117"/>
              <a:gd name="T5" fmla="*/ 0 h 114"/>
              <a:gd name="T6" fmla="*/ 2147483646 w 117"/>
              <a:gd name="T7" fmla="*/ 2147483646 h 114"/>
              <a:gd name="T8" fmla="*/ 2147483646 w 117"/>
              <a:gd name="T9" fmla="*/ 2147483646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223" name="Freeform 1166"/>
          <p:cNvSpPr>
            <a:spLocks/>
          </p:cNvSpPr>
          <p:nvPr/>
        </p:nvSpPr>
        <p:spPr bwMode="auto">
          <a:xfrm>
            <a:off x="6510338" y="5626100"/>
            <a:ext cx="357187" cy="65088"/>
          </a:xfrm>
          <a:custGeom>
            <a:avLst/>
            <a:gdLst>
              <a:gd name="T0" fmla="*/ 2147483646 w 225"/>
              <a:gd name="T1" fmla="*/ 2147483646 h 41"/>
              <a:gd name="T2" fmla="*/ 2147483646 w 225"/>
              <a:gd name="T3" fmla="*/ 0 h 41"/>
              <a:gd name="T4" fmla="*/ 0 w 225"/>
              <a:gd name="T5" fmla="*/ 2147483646 h 41"/>
              <a:gd name="T6" fmla="*/ 0 w 225"/>
              <a:gd name="T7" fmla="*/ 2147483646 h 41"/>
              <a:gd name="T8" fmla="*/ 0 w 225"/>
              <a:gd name="T9" fmla="*/ 2147483646 h 41"/>
              <a:gd name="T10" fmla="*/ 0 w 225"/>
              <a:gd name="T11" fmla="*/ 2147483646 h 41"/>
              <a:gd name="T12" fmla="*/ 2147483646 w 225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41">
                <a:moveTo>
                  <a:pt x="225" y="16"/>
                </a:moveTo>
                <a:lnTo>
                  <a:pt x="225" y="0"/>
                </a:lnTo>
                <a:lnTo>
                  <a:pt x="0" y="25"/>
                </a:lnTo>
                <a:lnTo>
                  <a:pt x="0" y="4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224" name="Freeform 1167"/>
          <p:cNvSpPr>
            <a:spLocks/>
          </p:cNvSpPr>
          <p:nvPr/>
        </p:nvSpPr>
        <p:spPr bwMode="auto">
          <a:xfrm>
            <a:off x="6153150" y="5665788"/>
            <a:ext cx="357188" cy="25400"/>
          </a:xfrm>
          <a:custGeom>
            <a:avLst/>
            <a:gdLst>
              <a:gd name="T0" fmla="*/ 2147483646 w 225"/>
              <a:gd name="T1" fmla="*/ 2147483646 h 16"/>
              <a:gd name="T2" fmla="*/ 2147483646 w 225"/>
              <a:gd name="T3" fmla="*/ 0 h 16"/>
              <a:gd name="T4" fmla="*/ 0 w 225"/>
              <a:gd name="T5" fmla="*/ 0 h 16"/>
              <a:gd name="T6" fmla="*/ 0 w 225"/>
              <a:gd name="T7" fmla="*/ 0 h 16"/>
              <a:gd name="T8" fmla="*/ 0 w 225"/>
              <a:gd name="T9" fmla="*/ 2147483646 h 16"/>
              <a:gd name="T10" fmla="*/ 0 w 225"/>
              <a:gd name="T11" fmla="*/ 2147483646 h 16"/>
              <a:gd name="T12" fmla="*/ 2147483646 w 225"/>
              <a:gd name="T13" fmla="*/ 2147483646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5" h="16">
                <a:moveTo>
                  <a:pt x="225" y="16"/>
                </a:moveTo>
                <a:lnTo>
                  <a:pt x="225" y="0"/>
                </a:lnTo>
                <a:lnTo>
                  <a:pt x="0" y="0"/>
                </a:lnTo>
                <a:lnTo>
                  <a:pt x="0" y="16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225" name="Freeform 1168"/>
          <p:cNvSpPr>
            <a:spLocks/>
          </p:cNvSpPr>
          <p:nvPr/>
        </p:nvSpPr>
        <p:spPr bwMode="auto">
          <a:xfrm>
            <a:off x="5810250" y="5626100"/>
            <a:ext cx="342900" cy="65088"/>
          </a:xfrm>
          <a:custGeom>
            <a:avLst/>
            <a:gdLst>
              <a:gd name="T0" fmla="*/ 2147483646 w 216"/>
              <a:gd name="T1" fmla="*/ 2147483646 h 41"/>
              <a:gd name="T2" fmla="*/ 2147483646 w 216"/>
              <a:gd name="T3" fmla="*/ 2147483646 h 41"/>
              <a:gd name="T4" fmla="*/ 0 w 216"/>
              <a:gd name="T5" fmla="*/ 0 h 41"/>
              <a:gd name="T6" fmla="*/ 0 w 216"/>
              <a:gd name="T7" fmla="*/ 0 h 41"/>
              <a:gd name="T8" fmla="*/ 0 w 216"/>
              <a:gd name="T9" fmla="*/ 2147483646 h 41"/>
              <a:gd name="T10" fmla="*/ 0 w 216"/>
              <a:gd name="T11" fmla="*/ 2147483646 h 41"/>
              <a:gd name="T12" fmla="*/ 2147483646 w 216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41">
                <a:moveTo>
                  <a:pt x="216" y="41"/>
                </a:moveTo>
                <a:lnTo>
                  <a:pt x="216" y="25"/>
                </a:lnTo>
                <a:lnTo>
                  <a:pt x="0" y="0"/>
                </a:lnTo>
                <a:lnTo>
                  <a:pt x="0" y="16"/>
                </a:lnTo>
                <a:lnTo>
                  <a:pt x="216" y="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226" name="Freeform 1169"/>
          <p:cNvSpPr>
            <a:spLocks/>
          </p:cNvSpPr>
          <p:nvPr/>
        </p:nvSpPr>
        <p:spPr bwMode="auto">
          <a:xfrm>
            <a:off x="5481638" y="5561013"/>
            <a:ext cx="328612" cy="90487"/>
          </a:xfrm>
          <a:custGeom>
            <a:avLst/>
            <a:gdLst>
              <a:gd name="T0" fmla="*/ 2147483646 w 207"/>
              <a:gd name="T1" fmla="*/ 2147483646 h 57"/>
              <a:gd name="T2" fmla="*/ 2147483646 w 207"/>
              <a:gd name="T3" fmla="*/ 2147483646 h 57"/>
              <a:gd name="T4" fmla="*/ 0 w 207"/>
              <a:gd name="T5" fmla="*/ 0 h 57"/>
              <a:gd name="T6" fmla="*/ 2147483646 w 207"/>
              <a:gd name="T7" fmla="*/ 0 h 57"/>
              <a:gd name="T8" fmla="*/ 0 w 207"/>
              <a:gd name="T9" fmla="*/ 2147483646 h 57"/>
              <a:gd name="T10" fmla="*/ 0 w 207"/>
              <a:gd name="T11" fmla="*/ 2147483646 h 57"/>
              <a:gd name="T12" fmla="*/ 2147483646 w 207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7" h="57">
                <a:moveTo>
                  <a:pt x="207" y="57"/>
                </a:moveTo>
                <a:lnTo>
                  <a:pt x="207" y="41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07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227" name="Freeform 1170"/>
          <p:cNvSpPr>
            <a:spLocks/>
          </p:cNvSpPr>
          <p:nvPr/>
        </p:nvSpPr>
        <p:spPr bwMode="auto">
          <a:xfrm>
            <a:off x="5181600" y="5457825"/>
            <a:ext cx="314325" cy="130175"/>
          </a:xfrm>
          <a:custGeom>
            <a:avLst/>
            <a:gdLst>
              <a:gd name="T0" fmla="*/ 2147483646 w 198"/>
              <a:gd name="T1" fmla="*/ 2147483646 h 82"/>
              <a:gd name="T2" fmla="*/ 2147483646 w 198"/>
              <a:gd name="T3" fmla="*/ 2147483646 h 82"/>
              <a:gd name="T4" fmla="*/ 2147483646 w 198"/>
              <a:gd name="T5" fmla="*/ 0 h 82"/>
              <a:gd name="T6" fmla="*/ 2147483646 w 198"/>
              <a:gd name="T7" fmla="*/ 0 h 82"/>
              <a:gd name="T8" fmla="*/ 0 w 198"/>
              <a:gd name="T9" fmla="*/ 2147483646 h 82"/>
              <a:gd name="T10" fmla="*/ 0 w 198"/>
              <a:gd name="T11" fmla="*/ 2147483646 h 82"/>
              <a:gd name="T12" fmla="*/ 2147483646 w 198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8" h="82">
                <a:moveTo>
                  <a:pt x="189" y="82"/>
                </a:moveTo>
                <a:lnTo>
                  <a:pt x="198" y="65"/>
                </a:lnTo>
                <a:lnTo>
                  <a:pt x="9" y="0"/>
                </a:lnTo>
                <a:lnTo>
                  <a:pt x="0" y="16"/>
                </a:lnTo>
                <a:lnTo>
                  <a:pt x="189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228" name="Freeform 1171"/>
          <p:cNvSpPr>
            <a:spLocks/>
          </p:cNvSpPr>
          <p:nvPr/>
        </p:nvSpPr>
        <p:spPr bwMode="auto">
          <a:xfrm>
            <a:off x="4895850" y="5327650"/>
            <a:ext cx="300038" cy="155575"/>
          </a:xfrm>
          <a:custGeom>
            <a:avLst/>
            <a:gdLst>
              <a:gd name="T0" fmla="*/ 2147483646 w 189"/>
              <a:gd name="T1" fmla="*/ 2147483646 h 98"/>
              <a:gd name="T2" fmla="*/ 2147483646 w 189"/>
              <a:gd name="T3" fmla="*/ 2147483646 h 98"/>
              <a:gd name="T4" fmla="*/ 2147483646 w 189"/>
              <a:gd name="T5" fmla="*/ 0 h 98"/>
              <a:gd name="T6" fmla="*/ 2147483646 w 189"/>
              <a:gd name="T7" fmla="*/ 0 h 98"/>
              <a:gd name="T8" fmla="*/ 0 w 189"/>
              <a:gd name="T9" fmla="*/ 2147483646 h 98"/>
              <a:gd name="T10" fmla="*/ 0 w 189"/>
              <a:gd name="T11" fmla="*/ 2147483646 h 98"/>
              <a:gd name="T12" fmla="*/ 2147483646 w 189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9" h="98">
                <a:moveTo>
                  <a:pt x="180" y="98"/>
                </a:moveTo>
                <a:lnTo>
                  <a:pt x="189" y="82"/>
                </a:lnTo>
                <a:lnTo>
                  <a:pt x="9" y="0"/>
                </a:lnTo>
                <a:lnTo>
                  <a:pt x="0" y="17"/>
                </a:lnTo>
                <a:lnTo>
                  <a:pt x="180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229" name="Freeform 1172"/>
          <p:cNvSpPr>
            <a:spLocks/>
          </p:cNvSpPr>
          <p:nvPr/>
        </p:nvSpPr>
        <p:spPr bwMode="auto">
          <a:xfrm>
            <a:off x="4638675" y="5159375"/>
            <a:ext cx="271463" cy="195263"/>
          </a:xfrm>
          <a:custGeom>
            <a:avLst/>
            <a:gdLst>
              <a:gd name="T0" fmla="*/ 2147483646 w 171"/>
              <a:gd name="T1" fmla="*/ 2147483646 h 123"/>
              <a:gd name="T2" fmla="*/ 2147483646 w 171"/>
              <a:gd name="T3" fmla="*/ 2147483646 h 123"/>
              <a:gd name="T4" fmla="*/ 2147483646 w 171"/>
              <a:gd name="T5" fmla="*/ 0 h 123"/>
              <a:gd name="T6" fmla="*/ 2147483646 w 171"/>
              <a:gd name="T7" fmla="*/ 2147483646 h 123"/>
              <a:gd name="T8" fmla="*/ 0 w 171"/>
              <a:gd name="T9" fmla="*/ 2147483646 h 123"/>
              <a:gd name="T10" fmla="*/ 2147483646 w 171"/>
              <a:gd name="T11" fmla="*/ 2147483646 h 123"/>
              <a:gd name="T12" fmla="*/ 2147483646 w 171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1" h="123">
                <a:moveTo>
                  <a:pt x="162" y="123"/>
                </a:moveTo>
                <a:lnTo>
                  <a:pt x="171" y="106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62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230" name="Freeform 1173"/>
          <p:cNvSpPr>
            <a:spLocks/>
          </p:cNvSpPr>
          <p:nvPr/>
        </p:nvSpPr>
        <p:spPr bwMode="auto">
          <a:xfrm>
            <a:off x="4424363" y="4964113"/>
            <a:ext cx="242887" cy="220662"/>
          </a:xfrm>
          <a:custGeom>
            <a:avLst/>
            <a:gdLst>
              <a:gd name="T0" fmla="*/ 2147483646 w 153"/>
              <a:gd name="T1" fmla="*/ 2147483646 h 139"/>
              <a:gd name="T2" fmla="*/ 2147483646 w 153"/>
              <a:gd name="T3" fmla="*/ 2147483646 h 139"/>
              <a:gd name="T4" fmla="*/ 2147483646 w 153"/>
              <a:gd name="T5" fmla="*/ 0 h 139"/>
              <a:gd name="T6" fmla="*/ 0 w 153"/>
              <a:gd name="T7" fmla="*/ 2147483646 h 139"/>
              <a:gd name="T8" fmla="*/ 2147483646 w 153"/>
              <a:gd name="T9" fmla="*/ 2147483646 h 1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3" h="139">
                <a:moveTo>
                  <a:pt x="135" y="139"/>
                </a:moveTo>
                <a:lnTo>
                  <a:pt x="153" y="131"/>
                </a:lnTo>
                <a:lnTo>
                  <a:pt x="18" y="0"/>
                </a:lnTo>
                <a:lnTo>
                  <a:pt x="0" y="9"/>
                </a:lnTo>
                <a:lnTo>
                  <a:pt x="135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231" name="Oval 1174"/>
          <p:cNvSpPr>
            <a:spLocks noChangeArrowheads="1"/>
          </p:cNvSpPr>
          <p:nvPr/>
        </p:nvSpPr>
        <p:spPr bwMode="auto">
          <a:xfrm>
            <a:off x="6467475" y="5418138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6232" name="Oval 1175"/>
          <p:cNvSpPr>
            <a:spLocks noChangeArrowheads="1"/>
          </p:cNvSpPr>
          <p:nvPr/>
        </p:nvSpPr>
        <p:spPr bwMode="auto">
          <a:xfrm>
            <a:off x="6467475" y="5421313"/>
            <a:ext cx="800100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6233" name="Rectangle 1176"/>
          <p:cNvSpPr>
            <a:spLocks noChangeArrowheads="1"/>
          </p:cNvSpPr>
          <p:nvPr/>
        </p:nvSpPr>
        <p:spPr bwMode="auto">
          <a:xfrm>
            <a:off x="6610350" y="5521325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MIA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6234" name="Oval 1177"/>
          <p:cNvSpPr>
            <a:spLocks noChangeArrowheads="1"/>
          </p:cNvSpPr>
          <p:nvPr/>
        </p:nvSpPr>
        <p:spPr bwMode="auto">
          <a:xfrm>
            <a:off x="4552950" y="2085975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6235" name="Oval 1178"/>
          <p:cNvSpPr>
            <a:spLocks noChangeArrowheads="1"/>
          </p:cNvSpPr>
          <p:nvPr/>
        </p:nvSpPr>
        <p:spPr bwMode="auto">
          <a:xfrm>
            <a:off x="4552950" y="2089150"/>
            <a:ext cx="800100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6236" name="Rectangle 1179"/>
          <p:cNvSpPr>
            <a:spLocks noChangeArrowheads="1"/>
          </p:cNvSpPr>
          <p:nvPr/>
        </p:nvSpPr>
        <p:spPr bwMode="auto">
          <a:xfrm>
            <a:off x="4667250" y="2201863"/>
            <a:ext cx="51456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ORD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6237" name="Oval 1180"/>
          <p:cNvSpPr>
            <a:spLocks noChangeArrowheads="1"/>
          </p:cNvSpPr>
          <p:nvPr/>
        </p:nvSpPr>
        <p:spPr bwMode="auto">
          <a:xfrm>
            <a:off x="1123950" y="4667250"/>
            <a:ext cx="800100" cy="43973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6238" name="Oval 1181"/>
          <p:cNvSpPr>
            <a:spLocks noChangeArrowheads="1"/>
          </p:cNvSpPr>
          <p:nvPr/>
        </p:nvSpPr>
        <p:spPr bwMode="auto">
          <a:xfrm>
            <a:off x="1123950" y="4668838"/>
            <a:ext cx="800100" cy="436562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6239" name="Rectangle 1182"/>
          <p:cNvSpPr>
            <a:spLocks noChangeArrowheads="1"/>
          </p:cNvSpPr>
          <p:nvPr/>
        </p:nvSpPr>
        <p:spPr bwMode="auto">
          <a:xfrm>
            <a:off x="1252538" y="4783138"/>
            <a:ext cx="50174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LAX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6240" name="Oval 1183"/>
          <p:cNvSpPr>
            <a:spLocks noChangeArrowheads="1"/>
          </p:cNvSpPr>
          <p:nvPr/>
        </p:nvSpPr>
        <p:spPr bwMode="auto">
          <a:xfrm>
            <a:off x="3595688" y="4419600"/>
            <a:ext cx="814387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6241" name="Oval 1184"/>
          <p:cNvSpPr>
            <a:spLocks noChangeArrowheads="1"/>
          </p:cNvSpPr>
          <p:nvPr/>
        </p:nvSpPr>
        <p:spPr bwMode="auto">
          <a:xfrm>
            <a:off x="3595688" y="4422775"/>
            <a:ext cx="814387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6242" name="Rectangle 1185"/>
          <p:cNvSpPr>
            <a:spLocks noChangeArrowheads="1"/>
          </p:cNvSpPr>
          <p:nvPr/>
        </p:nvSpPr>
        <p:spPr bwMode="auto">
          <a:xfrm>
            <a:off x="3709988" y="4537075"/>
            <a:ext cx="54181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DFW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6243" name="Oval 1186"/>
          <p:cNvSpPr>
            <a:spLocks noChangeArrowheads="1"/>
          </p:cNvSpPr>
          <p:nvPr/>
        </p:nvSpPr>
        <p:spPr bwMode="auto">
          <a:xfrm>
            <a:off x="938213" y="3370263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6244" name="Oval 1187"/>
          <p:cNvSpPr>
            <a:spLocks noChangeArrowheads="1"/>
          </p:cNvSpPr>
          <p:nvPr/>
        </p:nvSpPr>
        <p:spPr bwMode="auto">
          <a:xfrm>
            <a:off x="938213" y="3373438"/>
            <a:ext cx="800100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6245" name="Rectangle 1188"/>
          <p:cNvSpPr>
            <a:spLocks noChangeArrowheads="1"/>
          </p:cNvSpPr>
          <p:nvPr/>
        </p:nvSpPr>
        <p:spPr bwMode="auto">
          <a:xfrm>
            <a:off x="1081088" y="3486150"/>
            <a:ext cx="448841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900" dirty="0">
                <a:latin typeface="Times New Roman" panose="02020603050405020304" pitchFamily="18" charset="0"/>
              </a:rPr>
              <a:t>SFO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6246" name="Rectangle 1189"/>
          <p:cNvSpPr>
            <a:spLocks noChangeArrowheads="1"/>
          </p:cNvSpPr>
          <p:nvPr/>
        </p:nvSpPr>
        <p:spPr bwMode="auto">
          <a:xfrm>
            <a:off x="866775" y="2890838"/>
            <a:ext cx="400050" cy="349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6247" name="Rectangle 1190"/>
          <p:cNvSpPr>
            <a:spLocks noChangeArrowheads="1"/>
          </p:cNvSpPr>
          <p:nvPr/>
        </p:nvSpPr>
        <p:spPr bwMode="auto">
          <a:xfrm>
            <a:off x="838200" y="2916238"/>
            <a:ext cx="385763" cy="350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6248" name="Rectangle 1191"/>
          <p:cNvSpPr>
            <a:spLocks noChangeArrowheads="1"/>
          </p:cNvSpPr>
          <p:nvPr/>
        </p:nvSpPr>
        <p:spPr bwMode="auto">
          <a:xfrm>
            <a:off x="838200" y="2917825"/>
            <a:ext cx="385763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6249" name="Rectangle 1192"/>
          <p:cNvSpPr>
            <a:spLocks noChangeArrowheads="1"/>
          </p:cNvSpPr>
          <p:nvPr/>
        </p:nvSpPr>
        <p:spPr bwMode="auto">
          <a:xfrm>
            <a:off x="909638" y="2878138"/>
            <a:ext cx="1349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6250" name="Rectangle 1193"/>
          <p:cNvSpPr>
            <a:spLocks noChangeArrowheads="1"/>
          </p:cNvSpPr>
          <p:nvPr/>
        </p:nvSpPr>
        <p:spPr bwMode="auto">
          <a:xfrm>
            <a:off x="1052513" y="3033713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6251" name="Rectangle 1194"/>
          <p:cNvSpPr>
            <a:spLocks noChangeArrowheads="1"/>
          </p:cNvSpPr>
          <p:nvPr/>
        </p:nvSpPr>
        <p:spPr bwMode="auto">
          <a:xfrm>
            <a:off x="881063" y="5199063"/>
            <a:ext cx="400050" cy="349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6252" name="Rectangle 1195"/>
          <p:cNvSpPr>
            <a:spLocks noChangeArrowheads="1"/>
          </p:cNvSpPr>
          <p:nvPr/>
        </p:nvSpPr>
        <p:spPr bwMode="auto">
          <a:xfrm>
            <a:off x="852488" y="522446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6253" name="Rectangle 1196"/>
          <p:cNvSpPr>
            <a:spLocks noChangeArrowheads="1"/>
          </p:cNvSpPr>
          <p:nvPr/>
        </p:nvSpPr>
        <p:spPr bwMode="auto">
          <a:xfrm>
            <a:off x="852488" y="5226050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6254" name="Rectangle 1197"/>
          <p:cNvSpPr>
            <a:spLocks noChangeArrowheads="1"/>
          </p:cNvSpPr>
          <p:nvPr/>
        </p:nvSpPr>
        <p:spPr bwMode="auto">
          <a:xfrm>
            <a:off x="923925" y="5186363"/>
            <a:ext cx="1349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6255" name="Rectangle 1198"/>
          <p:cNvSpPr>
            <a:spLocks noChangeArrowheads="1"/>
          </p:cNvSpPr>
          <p:nvPr/>
        </p:nvSpPr>
        <p:spPr bwMode="auto">
          <a:xfrm>
            <a:off x="1066800" y="53419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6256" name="Rectangle 1199"/>
          <p:cNvSpPr>
            <a:spLocks noChangeArrowheads="1"/>
          </p:cNvSpPr>
          <p:nvPr/>
        </p:nvSpPr>
        <p:spPr bwMode="auto">
          <a:xfrm>
            <a:off x="3652838" y="4978400"/>
            <a:ext cx="400050" cy="3619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6257" name="Rectangle 1200"/>
          <p:cNvSpPr>
            <a:spLocks noChangeArrowheads="1"/>
          </p:cNvSpPr>
          <p:nvPr/>
        </p:nvSpPr>
        <p:spPr bwMode="auto">
          <a:xfrm>
            <a:off x="3609975" y="5003800"/>
            <a:ext cx="400050" cy="363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6258" name="Rectangle 1201"/>
          <p:cNvSpPr>
            <a:spLocks noChangeArrowheads="1"/>
          </p:cNvSpPr>
          <p:nvPr/>
        </p:nvSpPr>
        <p:spPr bwMode="auto">
          <a:xfrm>
            <a:off x="3609975" y="5005388"/>
            <a:ext cx="400050" cy="36036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6259" name="Rectangle 1202"/>
          <p:cNvSpPr>
            <a:spLocks noChangeArrowheads="1"/>
          </p:cNvSpPr>
          <p:nvPr/>
        </p:nvSpPr>
        <p:spPr bwMode="auto">
          <a:xfrm>
            <a:off x="3695700" y="4978400"/>
            <a:ext cx="1349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6260" name="Rectangle 1203"/>
          <p:cNvSpPr>
            <a:spLocks noChangeArrowheads="1"/>
          </p:cNvSpPr>
          <p:nvPr/>
        </p:nvSpPr>
        <p:spPr bwMode="auto">
          <a:xfrm>
            <a:off x="3838575" y="512127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6261" name="Rectangle 1204"/>
          <p:cNvSpPr>
            <a:spLocks noChangeArrowheads="1"/>
          </p:cNvSpPr>
          <p:nvPr/>
        </p:nvSpPr>
        <p:spPr bwMode="auto">
          <a:xfrm>
            <a:off x="5510213" y="2112963"/>
            <a:ext cx="385762" cy="349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6262" name="Rectangle 1205"/>
          <p:cNvSpPr>
            <a:spLocks noChangeArrowheads="1"/>
          </p:cNvSpPr>
          <p:nvPr/>
        </p:nvSpPr>
        <p:spPr bwMode="auto">
          <a:xfrm>
            <a:off x="5467350" y="2138363"/>
            <a:ext cx="385763" cy="3635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6263" name="Rectangle 1206"/>
          <p:cNvSpPr>
            <a:spLocks noChangeArrowheads="1"/>
          </p:cNvSpPr>
          <p:nvPr/>
        </p:nvSpPr>
        <p:spPr bwMode="auto">
          <a:xfrm>
            <a:off x="5467350" y="2139950"/>
            <a:ext cx="385763" cy="3603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6264" name="Rectangle 1207"/>
          <p:cNvSpPr>
            <a:spLocks noChangeArrowheads="1"/>
          </p:cNvSpPr>
          <p:nvPr/>
        </p:nvSpPr>
        <p:spPr bwMode="auto">
          <a:xfrm>
            <a:off x="5538788" y="2100263"/>
            <a:ext cx="1349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6265" name="Rectangle 1208"/>
          <p:cNvSpPr>
            <a:spLocks noChangeArrowheads="1"/>
          </p:cNvSpPr>
          <p:nvPr/>
        </p:nvSpPr>
        <p:spPr bwMode="auto">
          <a:xfrm>
            <a:off x="5681663" y="22558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6266" name="Rectangle 1209"/>
          <p:cNvSpPr>
            <a:spLocks noChangeArrowheads="1"/>
          </p:cNvSpPr>
          <p:nvPr/>
        </p:nvSpPr>
        <p:spPr bwMode="auto">
          <a:xfrm>
            <a:off x="6396038" y="5962650"/>
            <a:ext cx="400050" cy="3635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6267" name="Rectangle 1210"/>
          <p:cNvSpPr>
            <a:spLocks noChangeArrowheads="1"/>
          </p:cNvSpPr>
          <p:nvPr/>
        </p:nvSpPr>
        <p:spPr bwMode="auto">
          <a:xfrm>
            <a:off x="6353175" y="6002338"/>
            <a:ext cx="400050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6268" name="Rectangle 1211"/>
          <p:cNvSpPr>
            <a:spLocks noChangeArrowheads="1"/>
          </p:cNvSpPr>
          <p:nvPr/>
        </p:nvSpPr>
        <p:spPr bwMode="auto">
          <a:xfrm>
            <a:off x="6353175" y="6003925"/>
            <a:ext cx="400050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6269" name="Rectangle 1212"/>
          <p:cNvSpPr>
            <a:spLocks noChangeArrowheads="1"/>
          </p:cNvSpPr>
          <p:nvPr/>
        </p:nvSpPr>
        <p:spPr bwMode="auto">
          <a:xfrm>
            <a:off x="6424613" y="5964238"/>
            <a:ext cx="1349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6270" name="Rectangle 1213"/>
          <p:cNvSpPr>
            <a:spLocks noChangeArrowheads="1"/>
          </p:cNvSpPr>
          <p:nvPr/>
        </p:nvSpPr>
        <p:spPr bwMode="auto">
          <a:xfrm>
            <a:off x="6581775" y="610552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sp>
        <p:nvSpPr>
          <p:cNvPr id="46271" name="Rectangle 1214"/>
          <p:cNvSpPr>
            <a:spLocks noChangeArrowheads="1"/>
          </p:cNvSpPr>
          <p:nvPr/>
        </p:nvSpPr>
        <p:spPr bwMode="auto">
          <a:xfrm>
            <a:off x="7439025" y="3019425"/>
            <a:ext cx="385763" cy="3635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6272" name="Rectangle 1215"/>
          <p:cNvSpPr>
            <a:spLocks noChangeArrowheads="1"/>
          </p:cNvSpPr>
          <p:nvPr/>
        </p:nvSpPr>
        <p:spPr bwMode="auto">
          <a:xfrm>
            <a:off x="7396163" y="305911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6273" name="Rectangle 1216"/>
          <p:cNvSpPr>
            <a:spLocks noChangeArrowheads="1"/>
          </p:cNvSpPr>
          <p:nvPr/>
        </p:nvSpPr>
        <p:spPr bwMode="auto">
          <a:xfrm>
            <a:off x="7396163" y="3060700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MY" altLang="en-US" sz="1800"/>
          </a:p>
        </p:txBody>
      </p:sp>
      <p:sp>
        <p:nvSpPr>
          <p:cNvPr id="46274" name="Rectangle 1217"/>
          <p:cNvSpPr>
            <a:spLocks noChangeArrowheads="1"/>
          </p:cNvSpPr>
          <p:nvPr/>
        </p:nvSpPr>
        <p:spPr bwMode="auto">
          <a:xfrm>
            <a:off x="7467600" y="3021013"/>
            <a:ext cx="1349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46275" name="Rectangle 1218"/>
          <p:cNvSpPr>
            <a:spLocks noChangeArrowheads="1"/>
          </p:cNvSpPr>
          <p:nvPr/>
        </p:nvSpPr>
        <p:spPr bwMode="auto">
          <a:xfrm>
            <a:off x="7610475" y="3162300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en-US" altLang="en-US" sz="1800" b="1" dirty="0">
              <a:latin typeface="Times" panose="02020603050405020304" pitchFamily="18" charset="0"/>
            </a:endParaRPr>
          </a:p>
        </p:txBody>
      </p:sp>
      <p:cxnSp>
        <p:nvCxnSpPr>
          <p:cNvPr id="46277" name="AutoShape 1220"/>
          <p:cNvCxnSpPr>
            <a:cxnSpLocks noChangeShapeType="1"/>
            <a:stCxn id="46232" idx="1"/>
            <a:endCxn id="46235" idx="5"/>
          </p:cNvCxnSpPr>
          <p:nvPr/>
        </p:nvCxnSpPr>
        <p:spPr bwMode="auto">
          <a:xfrm rot="5400000" flipH="1">
            <a:off x="4426744" y="3298031"/>
            <a:ext cx="2967038" cy="1349375"/>
          </a:xfrm>
          <a:prstGeom prst="curvedConnector3">
            <a:avLst>
              <a:gd name="adj1" fmla="val 49972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278" name="AutoShape 1221"/>
          <p:cNvCxnSpPr>
            <a:cxnSpLocks noChangeShapeType="1"/>
            <a:stCxn id="46232" idx="3"/>
            <a:endCxn id="46244" idx="2"/>
          </p:cNvCxnSpPr>
          <p:nvPr/>
        </p:nvCxnSpPr>
        <p:spPr bwMode="auto">
          <a:xfrm rot="16200000" flipV="1">
            <a:off x="2632075" y="1868488"/>
            <a:ext cx="2230438" cy="5675312"/>
          </a:xfrm>
          <a:prstGeom prst="curvedConnector4">
            <a:avLst>
              <a:gd name="adj1" fmla="val -25125"/>
              <a:gd name="adj2" fmla="val 108838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279" name="AutoShape 1222"/>
          <p:cNvCxnSpPr>
            <a:cxnSpLocks noChangeShapeType="1"/>
            <a:stCxn id="46218" idx="3"/>
            <a:endCxn id="46238" idx="7"/>
          </p:cNvCxnSpPr>
          <p:nvPr/>
        </p:nvCxnSpPr>
        <p:spPr bwMode="auto">
          <a:xfrm rot="5400000">
            <a:off x="3420269" y="1381919"/>
            <a:ext cx="1708150" cy="4935538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280" name="AutoShape 1223"/>
          <p:cNvCxnSpPr>
            <a:cxnSpLocks noChangeShapeType="1"/>
            <a:stCxn id="46218" idx="2"/>
            <a:endCxn id="46235" idx="5"/>
          </p:cNvCxnSpPr>
          <p:nvPr/>
        </p:nvCxnSpPr>
        <p:spPr bwMode="auto">
          <a:xfrm rot="10800000">
            <a:off x="5235575" y="2489200"/>
            <a:ext cx="1360488" cy="323850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281" name="AutoShape 1224"/>
          <p:cNvCxnSpPr>
            <a:cxnSpLocks noChangeShapeType="1"/>
            <a:stCxn id="46238" idx="7"/>
            <a:endCxn id="46241" idx="2"/>
          </p:cNvCxnSpPr>
          <p:nvPr/>
        </p:nvCxnSpPr>
        <p:spPr bwMode="auto">
          <a:xfrm rot="-5400000">
            <a:off x="2655094" y="3791744"/>
            <a:ext cx="63500" cy="1760538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282" name="AutoShape 1225"/>
          <p:cNvCxnSpPr>
            <a:cxnSpLocks noChangeShapeType="1"/>
            <a:stCxn id="46083" idx="2"/>
            <a:endCxn id="46243" idx="7"/>
          </p:cNvCxnSpPr>
          <p:nvPr/>
        </p:nvCxnSpPr>
        <p:spPr bwMode="auto">
          <a:xfrm rot="10800000" flipV="1">
            <a:off x="1620838" y="1724025"/>
            <a:ext cx="5551487" cy="1711325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283" name="AutoShape 1227"/>
          <p:cNvCxnSpPr>
            <a:cxnSpLocks noChangeShapeType="1"/>
            <a:stCxn id="46290" idx="2"/>
            <a:endCxn id="46241" idx="7"/>
          </p:cNvCxnSpPr>
          <p:nvPr/>
        </p:nvCxnSpPr>
        <p:spPr bwMode="auto">
          <a:xfrm flipH="1">
            <a:off x="4291013" y="1724025"/>
            <a:ext cx="2919412" cy="2733675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284" name="AutoShape 1228"/>
          <p:cNvCxnSpPr>
            <a:cxnSpLocks noChangeShapeType="1"/>
            <a:stCxn id="46290" idx="1"/>
            <a:endCxn id="46235" idx="7"/>
          </p:cNvCxnSpPr>
          <p:nvPr/>
        </p:nvCxnSpPr>
        <p:spPr bwMode="auto">
          <a:xfrm rot="-5400000" flipH="1" flipV="1">
            <a:off x="6003925" y="800100"/>
            <a:ext cx="555625" cy="2092325"/>
          </a:xfrm>
          <a:prstGeom prst="curvedConnector3">
            <a:avLst>
              <a:gd name="adj1" fmla="val -18005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6285" name="Group 1229"/>
          <p:cNvGrpSpPr>
            <a:grpSpLocks/>
          </p:cNvGrpSpPr>
          <p:nvPr/>
        </p:nvGrpSpPr>
        <p:grpSpPr bwMode="auto">
          <a:xfrm>
            <a:off x="7210425" y="1503363"/>
            <a:ext cx="800100" cy="439737"/>
            <a:chOff x="4542" y="947"/>
            <a:chExt cx="504" cy="277"/>
          </a:xfrm>
        </p:grpSpPr>
        <p:sp>
          <p:nvSpPr>
            <p:cNvPr id="46290" name="Oval 1230"/>
            <p:cNvSpPr>
              <a:spLocks noChangeArrowheads="1"/>
            </p:cNvSpPr>
            <p:nvPr/>
          </p:nvSpPr>
          <p:spPr bwMode="auto">
            <a:xfrm>
              <a:off x="4542" y="947"/>
              <a:ext cx="504" cy="27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MY" altLang="en-US" sz="1800"/>
            </a:p>
          </p:txBody>
        </p:sp>
        <p:sp>
          <p:nvSpPr>
            <p:cNvPr id="46291" name="Rectangle 1231"/>
            <p:cNvSpPr>
              <a:spLocks noChangeArrowheads="1"/>
            </p:cNvSpPr>
            <p:nvPr/>
          </p:nvSpPr>
          <p:spPr bwMode="auto">
            <a:xfrm>
              <a:off x="4655" y="1002"/>
              <a:ext cx="299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900">
                  <a:latin typeface="Times New Roman" panose="02020603050405020304" pitchFamily="18" charset="0"/>
                </a:rPr>
                <a:t>BOS</a:t>
              </a:r>
              <a:endParaRPr lang="en-US" altLang="en-US" sz="1800" b="1">
                <a:latin typeface="Times" panose="02020603050405020304" pitchFamily="18" charset="0"/>
              </a:endParaRPr>
            </a:p>
          </p:txBody>
        </p:sp>
      </p:grpSp>
      <p:cxnSp>
        <p:nvCxnSpPr>
          <p:cNvPr id="46286" name="AutoShape 1232"/>
          <p:cNvCxnSpPr>
            <a:cxnSpLocks noChangeShapeType="1"/>
          </p:cNvCxnSpPr>
          <p:nvPr/>
        </p:nvCxnSpPr>
        <p:spPr bwMode="auto">
          <a:xfrm flipH="1">
            <a:off x="1806575" y="1724025"/>
            <a:ext cx="6232525" cy="3317875"/>
          </a:xfrm>
          <a:prstGeom prst="curvedConnector4">
            <a:avLst>
              <a:gd name="adj1" fmla="val -7264"/>
              <a:gd name="adj2" fmla="val 115597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287" name="AutoShape 1233"/>
          <p:cNvCxnSpPr>
            <a:cxnSpLocks noChangeShapeType="1"/>
          </p:cNvCxnSpPr>
          <p:nvPr/>
        </p:nvCxnSpPr>
        <p:spPr bwMode="auto">
          <a:xfrm rot="-5400000" flipH="1" flipV="1">
            <a:off x="2393950" y="1068388"/>
            <a:ext cx="1220788" cy="3332162"/>
          </a:xfrm>
          <a:prstGeom prst="curvedConnector3">
            <a:avLst>
              <a:gd name="adj1" fmla="val -21588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288" name="AutoShape 1234"/>
          <p:cNvCxnSpPr>
            <a:cxnSpLocks noChangeShapeType="1"/>
          </p:cNvCxnSpPr>
          <p:nvPr/>
        </p:nvCxnSpPr>
        <p:spPr bwMode="auto">
          <a:xfrm flipH="1" flipV="1">
            <a:off x="1338263" y="3836988"/>
            <a:ext cx="185737" cy="803275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289" name="AutoShape 1235"/>
          <p:cNvCxnSpPr>
            <a:cxnSpLocks noChangeShapeType="1"/>
          </p:cNvCxnSpPr>
          <p:nvPr/>
        </p:nvCxnSpPr>
        <p:spPr bwMode="auto">
          <a:xfrm rot="10800000" flipV="1">
            <a:off x="1600200" y="2228850"/>
            <a:ext cx="2971800" cy="2411413"/>
          </a:xfrm>
          <a:prstGeom prst="curvedConnector2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" name="Group 4">
            <a:extLst>
              <a:ext uri="{FF2B5EF4-FFF2-40B4-BE49-F238E27FC236}">
                <a16:creationId xmlns:a16="http://schemas.microsoft.com/office/drawing/2014/main" id="{213FE0AD-9A82-68A2-F4CA-B1D910845EC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062913" y="1219200"/>
            <a:ext cx="419100" cy="419100"/>
            <a:chOff x="5079" y="768"/>
            <a:chExt cx="264" cy="264"/>
          </a:xfrm>
        </p:grpSpPr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4C82A9A7-2572-EE8E-0655-A696040B4E8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5079" y="768"/>
              <a:ext cx="264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Rectangle 5">
              <a:extLst>
                <a:ext uri="{FF2B5EF4-FFF2-40B4-BE49-F238E27FC236}">
                  <a16:creationId xmlns:a16="http://schemas.microsoft.com/office/drawing/2014/main" id="{6B388F31-E336-AA94-1833-F31330E206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1" y="776"/>
              <a:ext cx="216" cy="216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5557DB69-E16D-09A5-1163-C13DCB1902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7" y="792"/>
              <a:ext cx="216" cy="2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C399E30F-AB35-AFE9-B294-E2C691D9CF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7" y="792"/>
              <a:ext cx="216" cy="224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BA647E2C-179B-7940-1133-11C5CE706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7" y="776"/>
              <a:ext cx="152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300" b="0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v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C85943E3-0411-54F1-E132-AAD934A61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7" y="864"/>
              <a:ext cx="5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D15BC2D-D1D1-5E45-9EEF-23EF3ABCC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Floyd-</a:t>
            </a:r>
            <a:r>
              <a:rPr lang="en-US" altLang="en-US" dirty="0" err="1"/>
              <a:t>Warshall</a:t>
            </a:r>
            <a:r>
              <a:rPr lang="en-US" altLang="en-US" dirty="0"/>
              <a:t> Example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9F591B0-C746-175C-751F-D56CBF7AD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7400"/>
            <a:ext cx="7772400" cy="3962400"/>
          </a:xfrm>
        </p:spPr>
        <p:txBody>
          <a:bodyPr/>
          <a:lstStyle/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 0  1  2  3  4  5  6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---------------------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0|  0  0  0  1  0  0  0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1|  0  0  0  0  0  0  0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2|  1  1  0  1  0  0  0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3|  0  0  1  0  0  0  0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4|  1  0  1  0  0  0  0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5|  0  1  1  0  1  0  1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6|  0  0  0  0  1  1  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9C54-6A89-97AF-567D-BE1B62F86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6842A7-8934-45B3-8E1A-D092A312C6AD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sp>
        <p:nvSpPr>
          <p:cNvPr id="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A63465F-9CC1-5EAC-55A2-5CAA9EA9E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2" y="1676400"/>
            <a:ext cx="7539037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altLang="en-US" sz="2800" kern="0" dirty="0"/>
              <a:t>Adjacency matrix</a:t>
            </a:r>
          </a:p>
        </p:txBody>
      </p:sp>
    </p:spTree>
    <p:extLst>
      <p:ext uri="{BB962C8B-B14F-4D97-AF65-F5344CB8AC3E}">
        <p14:creationId xmlns:p14="http://schemas.microsoft.com/office/powerpoint/2010/main" val="29249563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08B0-9FA5-A69A-5965-5815F3D63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Floyd-</a:t>
            </a:r>
            <a:r>
              <a:rPr lang="en-US" altLang="en-US" dirty="0" err="1"/>
              <a:t>Warshall</a:t>
            </a:r>
            <a:r>
              <a:rPr lang="en-US" altLang="en-US" dirty="0"/>
              <a:t>, Iteration k=0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7F74F-5AF1-5F5A-C0A8-E3EC0D8E6D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86000"/>
            <a:ext cx="3810000" cy="3886200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1  2  3  4  5  6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---------------------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  </a:t>
            </a:r>
            <a:r>
              <a:rPr kumimoji="0" lang="en-US" sz="20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∞  ∞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1|  </a:t>
            </a:r>
            <a:r>
              <a:rPr kumimoji="0" lang="en-US" sz="2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∞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0  ∞  ∞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2|  </a:t>
            </a:r>
            <a:r>
              <a:rPr kumimoji="0" lang="en-US" sz="200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1  0  1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3|  ∞  ∞  1  0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4|  </a:t>
            </a:r>
            <a:r>
              <a:rPr kumimoji="0" lang="en-US" sz="2000" b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∞  1  ∞  0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5|  ∞  1  1  ∞  1  0 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6|  ∞  ∞  ∞  ∞  1  1  0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CFEF62-ECB9-B24F-8E5D-E893D5ABB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600" y="2286000"/>
            <a:ext cx="3810000" cy="3886200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 = 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0  1  2  3  4  5  6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---------------------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0|  0  ∞  ∞  1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1|  ∞  0  ∞  ∞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2|  1  1  0  1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3|  ∞  ∞  1  0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4|  1  ∞  1  </a:t>
            </a:r>
            <a:r>
              <a:rPr kumimoji="0" lang="en-US" sz="2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0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5|  ∞  1  1  ∞  1  0 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6|  ∞  ∞  ∞  ∞  1  1  0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1273C-C636-CE8B-B49E-5AB0FE404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423A9C-65E7-404A-967E-26F831631E41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sp>
        <p:nvSpPr>
          <p:cNvPr id="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91C7740-B30A-266B-873B-176A5874E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6764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G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k-1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.areAdjacent(v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0) and G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k-1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.areAdjacent(0, v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322846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A894F-6832-B830-BF89-3DCA481E4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E3200-80F8-A3A9-4D20-030FEF099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Floyd-</a:t>
            </a:r>
            <a:r>
              <a:rPr lang="en-US" altLang="en-US" dirty="0" err="1"/>
              <a:t>Warshall</a:t>
            </a:r>
            <a:r>
              <a:rPr lang="en-US" altLang="en-US" dirty="0"/>
              <a:t>, Iteration k=1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4145E-3091-5D69-96FA-C31D24BC8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86000"/>
            <a:ext cx="3810000" cy="3886200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k = 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0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2  3  4  5  6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---------------------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0|  0  ∞  ∞  1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  ∞  0  ∞  ∞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2|  1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0  1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3|  ∞  ∞  1  0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4|  1  ∞  1  1  0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5|  ∞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1  ∞  1  0 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6|  ∞  ∞  ∞  ∞  1  1  0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8C8AF9-1A7D-0C1D-41CD-4CDE405FD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600" y="2286000"/>
            <a:ext cx="3810000" cy="3886200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 = 1 (no change)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0  1  2  3  4  5  6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---------------------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0|  0  ∞  ∞  1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1|  ∞  0  ∞  ∞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2|  1  1  0  1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3|  ∞  ∞  1  0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4|  1  ∞  1  1  0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5|  ∞  1  1  ∞  1  0 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6|  ∞  ∞  ∞  ∞  1  1  0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F406D-F77F-DF22-8743-49000ED3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423A9C-65E7-404A-967E-26F831631E41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  <p:sp>
        <p:nvSpPr>
          <p:cNvPr id="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A1B5CC1-BD35-2D46-F4D7-95689D44C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6764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G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k-1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.areAdjacent(v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1) and G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k-1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.areAdjacent(1, v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093200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DA6B6-2134-868F-4E95-7C5F8EB57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7264D-9DA3-A75D-B23B-E1D4AE3AB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Floyd-</a:t>
            </a:r>
            <a:r>
              <a:rPr lang="en-US" altLang="en-US" dirty="0" err="1"/>
              <a:t>Warshall</a:t>
            </a:r>
            <a:r>
              <a:rPr lang="en-US" altLang="en-US" dirty="0"/>
              <a:t>, Iteration k=2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AE236-09C1-D603-A5E8-E173733007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86000"/>
            <a:ext cx="3810000" cy="3886200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k =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0  1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3  4  5  6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---------------------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0|  0  ∞  ∞  1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1|  ∞  0  ∞  ∞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0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3|  ∞  ∞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0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4|  1  ∞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1  0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5|  ∞  1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∞  1  0 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6|  ∞  ∞  ∞  ∞  1  1  0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DDF163-3137-0988-2FDE-147BA1976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600" y="2286000"/>
            <a:ext cx="3810000" cy="3886200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 = 2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 0  1  2  3  4  5  6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---------------------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0|  0  ∞  ∞  1  ∞  ∞  ∞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1|  ∞  0  ∞  ∞  ∞  ∞  ∞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2|  1  1  0  1  ∞  ∞  ∞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3|  </a:t>
            </a:r>
            <a:r>
              <a:rPr lang="en-US" sz="2000" dirty="0"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n-US" sz="2000" dirty="0">
                <a:latin typeface="Consolas" panose="020B0609020204030204" pitchFamily="49" charset="0"/>
              </a:rPr>
              <a:t>  </a:t>
            </a:r>
            <a:r>
              <a:rPr lang="en-US" sz="2000" dirty="0"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n-US" sz="2000" dirty="0">
                <a:latin typeface="Consolas" panose="020B0609020204030204" pitchFamily="49" charset="0"/>
              </a:rPr>
              <a:t>  1  0  ∞  ∞  ∞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4|  1  </a:t>
            </a:r>
            <a:r>
              <a:rPr lang="en-US" sz="2000" dirty="0"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n-US" sz="2000" dirty="0">
                <a:latin typeface="Consolas" panose="020B0609020204030204" pitchFamily="49" charset="0"/>
              </a:rPr>
              <a:t>  1  1  0  ∞  ∞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5|  </a:t>
            </a:r>
            <a:r>
              <a:rPr lang="en-US" sz="2000" dirty="0"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n-US" sz="2000" dirty="0">
                <a:latin typeface="Consolas" panose="020B0609020204030204" pitchFamily="49" charset="0"/>
              </a:rPr>
              <a:t>  1  1  </a:t>
            </a:r>
            <a:r>
              <a:rPr lang="en-US" sz="2000" dirty="0"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n-US" sz="2000" dirty="0">
                <a:latin typeface="Consolas" panose="020B0609020204030204" pitchFamily="49" charset="0"/>
              </a:rPr>
              <a:t>  1  0  1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6|  ∞  ∞  ∞  ∞  1  1  0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973E7-5BE6-3598-20C3-A00F8D1DD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423A9C-65E7-404A-967E-26F831631E41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  <p:sp>
        <p:nvSpPr>
          <p:cNvPr id="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ABA20B6-4028-FADF-BBFF-9D920E5208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6764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G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k-1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.areAdjacent(v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2) and G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k-1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.areAdjacent(2, v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378728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85447-AB9E-8EF0-EA50-31A9EB18F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533A8-5864-43B5-80A8-0CF30B737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Floyd-</a:t>
            </a:r>
            <a:r>
              <a:rPr lang="en-US" altLang="en-US" dirty="0" err="1"/>
              <a:t>Warshall</a:t>
            </a:r>
            <a:r>
              <a:rPr lang="en-US" altLang="en-US" dirty="0"/>
              <a:t>, Iteration k=3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8DE1E-5391-DBE4-08B5-8526EEFB02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86000"/>
            <a:ext cx="3810000" cy="3886200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 =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0  1  2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4  5  6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---------------------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0|  0  ∞  ∞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1|  ∞  0  ∞  ∞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2|  1  1  0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0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4|  1  1  1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0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5|  1  1  1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1  0  1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6|  ∞  ∞  ∞  ∞  1  1  0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DD650C-A98F-E281-D710-15D6938EF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600" y="2286000"/>
            <a:ext cx="3810000" cy="3886200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 =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0  1  2  3  4  5  6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---------------------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0|  0 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1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1|  ∞  0  ∞  ∞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2|  1  1  0  1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3|  1  1  1  0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4|  1  1  1  1  0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5|  1  1  1  1  1  0 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6|  ∞  ∞  ∞  ∞  1  1  0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F2869-928B-21D9-982E-01B3CDB6C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423A9C-65E7-404A-967E-26F831631E41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  <p:sp>
        <p:nvSpPr>
          <p:cNvPr id="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443E66F-F921-9F75-47A0-50830A740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6764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G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k-1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.areAdjacent(v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3) and G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k-1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.areAdjacent(3, v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297430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372A7-55AB-3820-E41B-A82EFAA91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56756-0C31-DB26-8DA3-B04417516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Floyd-</a:t>
            </a:r>
            <a:r>
              <a:rPr lang="en-US" altLang="en-US" dirty="0" err="1"/>
              <a:t>Warshall</a:t>
            </a:r>
            <a:r>
              <a:rPr lang="en-US" altLang="en-US" dirty="0"/>
              <a:t>, Iteration k=4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7B644-E542-345F-186E-C3AE1B3B09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86000"/>
            <a:ext cx="3810000" cy="3886200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 =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0  1  2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2000" b="0" i="0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5  6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---------------------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0|  0  1  1  1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1|  ∞  0  ∞  ∞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2|  1  1  0  1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0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000" b="0" i="0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4|  1  1  1  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0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5|  1  1  1  1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0  1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6|  ∞  ∞  ∞  ∞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1  0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C68691-B221-DAE0-D715-D61CB1C69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600" y="2286000"/>
            <a:ext cx="3810000" cy="3886200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 = 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0  1  2  3  4  5  6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---------------------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0|  0  1  1  1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1|  ∞  0  ∞  ∞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2|  1  1  0  1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3|  1  1  1  0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4|  1  1  1  1  0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5|  1  1  1  1  1  0 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6| 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1  1  0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6B375-57F1-3B62-B3E3-04394FCA2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423A9C-65E7-404A-967E-26F831631E41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  <p:sp>
        <p:nvSpPr>
          <p:cNvPr id="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A3D82E3-8F3D-4664-4D47-30301CB20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6764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G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k-1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.areAdjacent(v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4) and G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k-1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.areAdjacent(4, v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405665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0982A-4C86-3FBA-76DC-01DE5F369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2666B-7B2B-8A17-8E81-269D617D9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Floyd-</a:t>
            </a:r>
            <a:r>
              <a:rPr lang="en-US" altLang="en-US" dirty="0" err="1"/>
              <a:t>Warshall</a:t>
            </a:r>
            <a:r>
              <a:rPr lang="en-US" altLang="en-US" dirty="0"/>
              <a:t>, Iteration k=5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98A1B-DE30-A025-C00B-8D1680769C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86000"/>
            <a:ext cx="3810000" cy="3886200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 = 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0  1  2  3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5  6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---------------------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0|  0  1  1  1  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∞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∞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∞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1|  ∞  0  ∞  ∞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2|  1  1  0  1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3|  1  1  1  0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0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000" b="0" i="0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  1  1  1  1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0  1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000" b="0" i="0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6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  1  1  1  1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2000" b="0" i="0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0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925732-A0C4-F070-4D51-7C0233CBD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600" y="2286000"/>
            <a:ext cx="3810000" cy="3886200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 = 5 (no change)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0  1  2  3  4  5  6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---------------------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0|  0  1  1  1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1|  ∞  0  ∞  ∞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2|  1  1  0  1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3|  1  1  1  0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4|  1  1  1  1  0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5|  1  1  1  1  1  0 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6|  1  1  1  1  1  1  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F504F-45D8-7A72-51C0-87480806F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423A9C-65E7-404A-967E-26F831631E41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  <p:sp>
        <p:nvSpPr>
          <p:cNvPr id="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605D1FC-AD35-C627-A4D5-2E3D3AEC5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6764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G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k-1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.areAdjacent(v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5) and G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k-1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.areAdjacent(5, v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975856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7F231-287C-3CAA-C5ED-BB8A63DE9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F5623-816B-75EB-8A3C-7D5E271A6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Floyd-</a:t>
            </a:r>
            <a:r>
              <a:rPr lang="en-US" altLang="en-US" dirty="0" err="1"/>
              <a:t>Warshall</a:t>
            </a:r>
            <a:r>
              <a:rPr lang="en-US" altLang="en-US" dirty="0"/>
              <a:t>, Iteration k=6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2BE27-8D0B-8ACC-71B7-943E4B1239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86000"/>
            <a:ext cx="3810000" cy="3886200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 = 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0  1  2  3  4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---------------------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0|  0  1  1  1  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∞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∞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∞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1|  ∞  0  ∞  ∞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2|  1  1  0  1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3|  1  1  1  0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000" b="0" i="0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  1  1  1  1  0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0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000" b="0" i="0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6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  1  1  1  1  1 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0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499C7-928E-62AF-C8CE-A4EEC9893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600" y="2286000"/>
            <a:ext cx="3810000" cy="3886200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 = 6 (no change)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0  1  2  3  4  5  6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---------------------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0|  0  1  1  1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1|  ∞  0  ∞  ∞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2|  1  1  0  1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3|  1  1  1  0  ∞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4|  1  1  1  1  0  ∞  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5|  1  1  1  1  1  0 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6|  1  1  1  1  1  1  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F5D9D-6982-AA79-7699-36AF5698B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423A9C-65E7-404A-967E-26F831631E41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  <p:sp>
        <p:nvSpPr>
          <p:cNvPr id="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B63A5CD-7867-6960-0EF5-C78918B9A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6764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B9F25"/>
              </a:buClr>
              <a:buSzPct val="11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G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k-1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.areAdjacent(v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6) and G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k-1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.areAdjacent(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</a:t>
            </a:r>
            <a:r>
              <a:rPr kumimoji="0" lang="en-US" sz="2000" b="0" i="0" u="none" strike="noStrike" kern="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6)</a:t>
            </a:r>
          </a:p>
        </p:txBody>
      </p:sp>
    </p:spTree>
    <p:extLst>
      <p:ext uri="{BB962C8B-B14F-4D97-AF65-F5344CB8AC3E}">
        <p14:creationId xmlns:p14="http://schemas.microsoft.com/office/powerpoint/2010/main" val="3767736307"/>
      </p:ext>
    </p:extLst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Aspect">
      <a:dk1>
        <a:sysClr val="windowText" lastClr="FFFFFF"/>
      </a:dk1>
      <a:lt1>
        <a:sysClr val="window" lastClr="000000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FFFFFF"/>
      </a:dk1>
      <a:lt1>
        <a:sysClr val="window" lastClr="00000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1707</TotalTime>
  <Words>2727</Words>
  <Application>Microsoft Office PowerPoint</Application>
  <PresentationFormat>On-screen Show (4:3)</PresentationFormat>
  <Paragraphs>613</Paragraphs>
  <Slides>28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9" baseType="lpstr">
      <vt:lpstr>Arial</vt:lpstr>
      <vt:lpstr>Calibri</vt:lpstr>
      <vt:lpstr>Consolas</vt:lpstr>
      <vt:lpstr>Symbol</vt:lpstr>
      <vt:lpstr>Tahoma</vt:lpstr>
      <vt:lpstr>Times</vt:lpstr>
      <vt:lpstr>Times New Roman</vt:lpstr>
      <vt:lpstr>Wingdings</vt:lpstr>
      <vt:lpstr>Blueprint</vt:lpstr>
      <vt:lpstr>Clip</vt:lpstr>
      <vt:lpstr>Equation</vt:lpstr>
      <vt:lpstr>Lecture 10  Dynamic Programming</vt:lpstr>
      <vt:lpstr>Learning Outcome</vt:lpstr>
      <vt:lpstr>The General Dynamic Programming Technique</vt:lpstr>
      <vt:lpstr>The 0/1 Knapsack Problem</vt:lpstr>
      <vt:lpstr>A 0/1 Knapsack Algorithm, First Attempt</vt:lpstr>
      <vt:lpstr>A 0/1 Knapsack Algorithm, Second Attempt</vt:lpstr>
      <vt:lpstr>The 0/1 Knapsack Algorithm</vt:lpstr>
      <vt:lpstr>The 0/1 Knapsack Algorithm</vt:lpstr>
      <vt:lpstr>Transitive Closure Problem</vt:lpstr>
      <vt:lpstr>Computing the Transitive Closure</vt:lpstr>
      <vt:lpstr>Floyd-Warshall Transitive Closure</vt:lpstr>
      <vt:lpstr>Floyd-Warshall’s Algorithm</vt:lpstr>
      <vt:lpstr>Floyd-Warshall Example</vt:lpstr>
      <vt:lpstr>Floyd-Warshall, Iteration k=0</vt:lpstr>
      <vt:lpstr>Floyd-Warshall, Iteration k=1</vt:lpstr>
      <vt:lpstr>Floyd-Warshall, Iteration k=2</vt:lpstr>
      <vt:lpstr>Floyd-Warshall, Iteration k=3</vt:lpstr>
      <vt:lpstr>Floyd-Warshall, Iteration k=4</vt:lpstr>
      <vt:lpstr>Floyd-Warshall, Iteration 5-6</vt:lpstr>
      <vt:lpstr>Floyd-Warshall, Conclusion</vt:lpstr>
      <vt:lpstr>Floyd-Warshall Example</vt:lpstr>
      <vt:lpstr>Floyd-Warshall, Iteration k=0</vt:lpstr>
      <vt:lpstr>Floyd-Warshall, Iteration k=1</vt:lpstr>
      <vt:lpstr>Floyd-Warshall, Iteration k=2</vt:lpstr>
      <vt:lpstr>Floyd-Warshall, Iteration k=3</vt:lpstr>
      <vt:lpstr>Floyd-Warshall, Iteration k=4</vt:lpstr>
      <vt:lpstr>Floyd-Warshall, Iteration k=5</vt:lpstr>
      <vt:lpstr>Floyd-Warshall, Iteration k=6</vt:lpstr>
    </vt:vector>
  </TitlesOfParts>
  <Company>Multimedia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10  Dynamic Programming</dc:title>
  <dc:creator>Ng Keng Hoong</dc:creator>
  <cp:lastModifiedBy>Neoh Kee Lin</cp:lastModifiedBy>
  <cp:revision>92</cp:revision>
  <dcterms:created xsi:type="dcterms:W3CDTF">2012-09-28T10:26:49Z</dcterms:created>
  <dcterms:modified xsi:type="dcterms:W3CDTF">2025-01-13T03:00:25Z</dcterms:modified>
</cp:coreProperties>
</file>