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66" r:id="rId6"/>
    <p:sldId id="259" r:id="rId7"/>
    <p:sldId id="258" r:id="rId8"/>
    <p:sldId id="268" r:id="rId9"/>
    <p:sldId id="267" r:id="rId10"/>
    <p:sldId id="270" r:id="rId11"/>
    <p:sldId id="269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82456E-B3B1-41C4-BD85-86B99F540756}" v="28" dt="2024-03-25T02:27:15.8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a Boon Chian" userId="ab84e6a5-2079-4f96-af03-c8dde00dcc75" providerId="ADAL" clId="{826828D5-36CE-4889-B951-BCE7E35F3AF3}"/>
    <pc:docChg chg="undo custSel addSld delSld modSld sldOrd">
      <pc:chgData name="Tea Boon Chian" userId="ab84e6a5-2079-4f96-af03-c8dde00dcc75" providerId="ADAL" clId="{826828D5-36CE-4889-B951-BCE7E35F3AF3}" dt="2024-02-16T02:02:32.638" v="2504" actId="20577"/>
      <pc:docMkLst>
        <pc:docMk/>
      </pc:docMkLst>
      <pc:sldChg chg="addSp modSp mod">
        <pc:chgData name="Tea Boon Chian" userId="ab84e6a5-2079-4f96-af03-c8dde00dcc75" providerId="ADAL" clId="{826828D5-36CE-4889-B951-BCE7E35F3AF3}" dt="2024-02-16T01:47:33.108" v="2449" actId="20577"/>
        <pc:sldMkLst>
          <pc:docMk/>
          <pc:sldMk cId="2547037587" sldId="256"/>
        </pc:sldMkLst>
        <pc:spChg chg="mod">
          <ac:chgData name="Tea Boon Chian" userId="ab84e6a5-2079-4f96-af03-c8dde00dcc75" providerId="ADAL" clId="{826828D5-36CE-4889-B951-BCE7E35F3AF3}" dt="2024-02-16T01:47:33.108" v="2449" actId="20577"/>
          <ac:spMkLst>
            <pc:docMk/>
            <pc:sldMk cId="2547037587" sldId="256"/>
            <ac:spMk id="2" creationId="{766CD0BE-94D1-BBF6-59D8-B373812E0D6C}"/>
          </ac:spMkLst>
        </pc:spChg>
        <pc:spChg chg="mod">
          <ac:chgData name="Tea Boon Chian" userId="ab84e6a5-2079-4f96-af03-c8dde00dcc75" providerId="ADAL" clId="{826828D5-36CE-4889-B951-BCE7E35F3AF3}" dt="2023-10-25T09:36:58.657" v="2338" actId="1035"/>
          <ac:spMkLst>
            <pc:docMk/>
            <pc:sldMk cId="2547037587" sldId="256"/>
            <ac:spMk id="3" creationId="{6D6A9170-DF81-B6F4-F06B-3EC2CB281E2F}"/>
          </ac:spMkLst>
        </pc:spChg>
        <pc:spChg chg="add mod">
          <ac:chgData name="Tea Boon Chian" userId="ab84e6a5-2079-4f96-af03-c8dde00dcc75" providerId="ADAL" clId="{826828D5-36CE-4889-B951-BCE7E35F3AF3}" dt="2023-10-25T09:37:29.378" v="2375" actId="20577"/>
          <ac:spMkLst>
            <pc:docMk/>
            <pc:sldMk cId="2547037587" sldId="256"/>
            <ac:spMk id="4" creationId="{16AEB7CC-745D-2B41-CA13-25DD56D72BDB}"/>
          </ac:spMkLst>
        </pc:spChg>
      </pc:sldChg>
      <pc:sldChg chg="addSp delSp modSp mod ord addAnim delAnim modAnim">
        <pc:chgData name="Tea Boon Chian" userId="ab84e6a5-2079-4f96-af03-c8dde00dcc75" providerId="ADAL" clId="{826828D5-36CE-4889-B951-BCE7E35F3AF3}" dt="2023-10-25T12:56:24.249" v="2435" actId="478"/>
        <pc:sldMkLst>
          <pc:docMk/>
          <pc:sldMk cId="3103681988" sldId="258"/>
        </pc:sldMkLst>
        <pc:spChg chg="mod">
          <ac:chgData name="Tea Boon Chian" userId="ab84e6a5-2079-4f96-af03-c8dde00dcc75" providerId="ADAL" clId="{826828D5-36CE-4889-B951-BCE7E35F3AF3}" dt="2023-10-25T09:56:03.165" v="2377" actId="20577"/>
          <ac:spMkLst>
            <pc:docMk/>
            <pc:sldMk cId="3103681988" sldId="258"/>
            <ac:spMk id="2" creationId="{D0154045-A1B3-E1EC-4411-B9F03A136DE9}"/>
          </ac:spMkLst>
        </pc:spChg>
        <pc:spChg chg="mod">
          <ac:chgData name="Tea Boon Chian" userId="ab84e6a5-2079-4f96-af03-c8dde00dcc75" providerId="ADAL" clId="{826828D5-36CE-4889-B951-BCE7E35F3AF3}" dt="2023-10-13T07:43:26.559" v="832" actId="20577"/>
          <ac:spMkLst>
            <pc:docMk/>
            <pc:sldMk cId="3103681988" sldId="258"/>
            <ac:spMk id="3" creationId="{9F5790FC-620D-E0D5-1801-50AF776E971E}"/>
          </ac:spMkLst>
        </pc:spChg>
        <pc:graphicFrameChg chg="add del mod">
          <ac:chgData name="Tea Boon Chian" userId="ab84e6a5-2079-4f96-af03-c8dde00dcc75" providerId="ADAL" clId="{826828D5-36CE-4889-B951-BCE7E35F3AF3}" dt="2023-10-25T10:03:39.036" v="2382"/>
          <ac:graphicFrameMkLst>
            <pc:docMk/>
            <pc:sldMk cId="3103681988" sldId="258"/>
            <ac:graphicFrameMk id="5" creationId="{D8AFF88E-9C26-946A-A6C8-E1E0ADD6CC28}"/>
          </ac:graphicFrameMkLst>
        </pc:graphicFrameChg>
        <pc:picChg chg="add del mod">
          <ac:chgData name="Tea Boon Chian" userId="ab84e6a5-2079-4f96-af03-c8dde00dcc75" providerId="ADAL" clId="{826828D5-36CE-4889-B951-BCE7E35F3AF3}" dt="2023-10-25T12:56:24.249" v="2435" actId="478"/>
          <ac:picMkLst>
            <pc:docMk/>
            <pc:sldMk cId="3103681988" sldId="258"/>
            <ac:picMk id="4" creationId="{FE1E445E-02AD-14A8-379C-9358B5695A16}"/>
          </ac:picMkLst>
        </pc:picChg>
        <pc:picChg chg="add del mod">
          <ac:chgData name="Tea Boon Chian" userId="ab84e6a5-2079-4f96-af03-c8dde00dcc75" providerId="ADAL" clId="{826828D5-36CE-4889-B951-BCE7E35F3AF3}" dt="2023-10-25T12:56:24.108" v="2434" actId="478"/>
          <ac:picMkLst>
            <pc:docMk/>
            <pc:sldMk cId="3103681988" sldId="258"/>
            <ac:picMk id="6" creationId="{026AE205-90E1-53AA-FE69-516AE2527FCB}"/>
          </ac:picMkLst>
        </pc:picChg>
      </pc:sldChg>
      <pc:sldChg chg="addSp delSp modSp mod ord modAnim">
        <pc:chgData name="Tea Boon Chian" userId="ab84e6a5-2079-4f96-af03-c8dde00dcc75" providerId="ADAL" clId="{826828D5-36CE-4889-B951-BCE7E35F3AF3}" dt="2023-10-25T12:56:10.160" v="2431" actId="20577"/>
        <pc:sldMkLst>
          <pc:docMk/>
          <pc:sldMk cId="2161956480" sldId="259"/>
        </pc:sldMkLst>
        <pc:spChg chg="mod">
          <ac:chgData name="Tea Boon Chian" userId="ab84e6a5-2079-4f96-af03-c8dde00dcc75" providerId="ADAL" clId="{826828D5-36CE-4889-B951-BCE7E35F3AF3}" dt="2023-10-25T09:56:01.066" v="2376" actId="20577"/>
          <ac:spMkLst>
            <pc:docMk/>
            <pc:sldMk cId="2161956480" sldId="259"/>
            <ac:spMk id="2" creationId="{D0154045-A1B3-E1EC-4411-B9F03A136DE9}"/>
          </ac:spMkLst>
        </pc:spChg>
        <pc:spChg chg="mod">
          <ac:chgData name="Tea Boon Chian" userId="ab84e6a5-2079-4f96-af03-c8dde00dcc75" providerId="ADAL" clId="{826828D5-36CE-4889-B951-BCE7E35F3AF3}" dt="2023-10-25T12:56:10.160" v="2431" actId="20577"/>
          <ac:spMkLst>
            <pc:docMk/>
            <pc:sldMk cId="2161956480" sldId="259"/>
            <ac:spMk id="3" creationId="{9F5790FC-620D-E0D5-1801-50AF776E971E}"/>
          </ac:spMkLst>
        </pc:spChg>
        <pc:spChg chg="add">
          <ac:chgData name="Tea Boon Chian" userId="ab84e6a5-2079-4f96-af03-c8dde00dcc75" providerId="ADAL" clId="{826828D5-36CE-4889-B951-BCE7E35F3AF3}" dt="2023-10-25T09:09:38.500" v="2280"/>
          <ac:spMkLst>
            <pc:docMk/>
            <pc:sldMk cId="2161956480" sldId="259"/>
            <ac:spMk id="4" creationId="{4AB7079F-9371-13A1-7B56-D409E5775E6B}"/>
          </ac:spMkLst>
        </pc:spChg>
        <pc:spChg chg="add mod">
          <ac:chgData name="Tea Boon Chian" userId="ab84e6a5-2079-4f96-af03-c8dde00dcc75" providerId="ADAL" clId="{826828D5-36CE-4889-B951-BCE7E35F3AF3}" dt="2023-10-25T09:09:39.047" v="2281"/>
          <ac:spMkLst>
            <pc:docMk/>
            <pc:sldMk cId="2161956480" sldId="259"/>
            <ac:spMk id="5" creationId="{B0908BF9-2722-403D-ED24-AD73C81D1187}"/>
          </ac:spMkLst>
        </pc:spChg>
        <pc:spChg chg="add del mod">
          <ac:chgData name="Tea Boon Chian" userId="ab84e6a5-2079-4f96-af03-c8dde00dcc75" providerId="ADAL" clId="{826828D5-36CE-4889-B951-BCE7E35F3AF3}" dt="2023-10-25T09:09:42.641" v="2283"/>
          <ac:spMkLst>
            <pc:docMk/>
            <pc:sldMk cId="2161956480" sldId="259"/>
            <ac:spMk id="6" creationId="{CD67C9FA-0482-E4CE-B676-DEC8D1AF607F}"/>
          </ac:spMkLst>
        </pc:spChg>
        <pc:spChg chg="add del mod">
          <ac:chgData name="Tea Boon Chian" userId="ab84e6a5-2079-4f96-af03-c8dde00dcc75" providerId="ADAL" clId="{826828D5-36CE-4889-B951-BCE7E35F3AF3}" dt="2023-10-25T09:09:53.545" v="2285"/>
          <ac:spMkLst>
            <pc:docMk/>
            <pc:sldMk cId="2161956480" sldId="259"/>
            <ac:spMk id="7" creationId="{D7844608-9C6E-012E-CA77-4CDD9A436D6C}"/>
          </ac:spMkLst>
        </pc:spChg>
        <pc:picChg chg="add mod">
          <ac:chgData name="Tea Boon Chian" userId="ab84e6a5-2079-4f96-af03-c8dde00dcc75" providerId="ADAL" clId="{826828D5-36CE-4889-B951-BCE7E35F3AF3}" dt="2023-10-25T09:10:12.943" v="2290" actId="1076"/>
          <ac:picMkLst>
            <pc:docMk/>
            <pc:sldMk cId="2161956480" sldId="259"/>
            <ac:picMk id="1034" creationId="{88CB8AC5-FFDC-B405-2CE0-15664C996DFA}"/>
          </ac:picMkLst>
        </pc:picChg>
      </pc:sldChg>
      <pc:sldChg chg="del">
        <pc:chgData name="Tea Boon Chian" userId="ab84e6a5-2079-4f96-af03-c8dde00dcc75" providerId="ADAL" clId="{826828D5-36CE-4889-B951-BCE7E35F3AF3}" dt="2023-10-13T07:32:25.450" v="82" actId="47"/>
        <pc:sldMkLst>
          <pc:docMk/>
          <pc:sldMk cId="1529201819" sldId="260"/>
        </pc:sldMkLst>
      </pc:sldChg>
      <pc:sldChg chg="del">
        <pc:chgData name="Tea Boon Chian" userId="ab84e6a5-2079-4f96-af03-c8dde00dcc75" providerId="ADAL" clId="{826828D5-36CE-4889-B951-BCE7E35F3AF3}" dt="2023-10-13T07:32:25.107" v="81" actId="47"/>
        <pc:sldMkLst>
          <pc:docMk/>
          <pc:sldMk cId="2377753353" sldId="261"/>
        </pc:sldMkLst>
      </pc:sldChg>
      <pc:sldChg chg="del">
        <pc:chgData name="Tea Boon Chian" userId="ab84e6a5-2079-4f96-af03-c8dde00dcc75" providerId="ADAL" clId="{826828D5-36CE-4889-B951-BCE7E35F3AF3}" dt="2023-10-13T07:32:24.997" v="80" actId="47"/>
        <pc:sldMkLst>
          <pc:docMk/>
          <pc:sldMk cId="2210017135" sldId="262"/>
        </pc:sldMkLst>
      </pc:sldChg>
      <pc:sldChg chg="del">
        <pc:chgData name="Tea Boon Chian" userId="ab84e6a5-2079-4f96-af03-c8dde00dcc75" providerId="ADAL" clId="{826828D5-36CE-4889-B951-BCE7E35F3AF3}" dt="2023-10-13T07:32:24.888" v="79" actId="47"/>
        <pc:sldMkLst>
          <pc:docMk/>
          <pc:sldMk cId="325563739" sldId="263"/>
        </pc:sldMkLst>
      </pc:sldChg>
      <pc:sldChg chg="del">
        <pc:chgData name="Tea Boon Chian" userId="ab84e6a5-2079-4f96-af03-c8dde00dcc75" providerId="ADAL" clId="{826828D5-36CE-4889-B951-BCE7E35F3AF3}" dt="2023-10-13T07:32:24.763" v="78" actId="47"/>
        <pc:sldMkLst>
          <pc:docMk/>
          <pc:sldMk cId="1369160935" sldId="264"/>
        </pc:sldMkLst>
      </pc:sldChg>
      <pc:sldChg chg="del">
        <pc:chgData name="Tea Boon Chian" userId="ab84e6a5-2079-4f96-af03-c8dde00dcc75" providerId="ADAL" clId="{826828D5-36CE-4889-B951-BCE7E35F3AF3}" dt="2023-10-13T07:32:24.647" v="77" actId="47"/>
        <pc:sldMkLst>
          <pc:docMk/>
          <pc:sldMk cId="3768278312" sldId="265"/>
        </pc:sldMkLst>
      </pc:sldChg>
      <pc:sldChg chg="addSp delSp modSp add del mod">
        <pc:chgData name="Tea Boon Chian" userId="ab84e6a5-2079-4f96-af03-c8dde00dcc75" providerId="ADAL" clId="{826828D5-36CE-4889-B951-BCE7E35F3AF3}" dt="2023-10-13T07:28:55.408" v="17"/>
        <pc:sldMkLst>
          <pc:docMk/>
          <pc:sldMk cId="2072627417" sldId="266"/>
        </pc:sldMkLst>
        <pc:graphicFrameChg chg="add del mod">
          <ac:chgData name="Tea Boon Chian" userId="ab84e6a5-2079-4f96-af03-c8dde00dcc75" providerId="ADAL" clId="{826828D5-36CE-4889-B951-BCE7E35F3AF3}" dt="2023-10-13T07:28:29.663" v="7"/>
          <ac:graphicFrameMkLst>
            <pc:docMk/>
            <pc:sldMk cId="2072627417" sldId="266"/>
            <ac:graphicFrameMk id="4" creationId="{BE09BEDC-02FF-ADC4-D173-6DBFD478F2C4}"/>
          </ac:graphicFrameMkLst>
        </pc:graphicFrameChg>
        <pc:picChg chg="add del mod">
          <ac:chgData name="Tea Boon Chian" userId="ab84e6a5-2079-4f96-af03-c8dde00dcc75" providerId="ADAL" clId="{826828D5-36CE-4889-B951-BCE7E35F3AF3}" dt="2023-10-13T07:28:51.266" v="15"/>
          <ac:picMkLst>
            <pc:docMk/>
            <pc:sldMk cId="2072627417" sldId="266"/>
            <ac:picMk id="5" creationId="{7B0F750D-BA55-B261-0E9F-EE1E9AA7F242}"/>
          </ac:picMkLst>
        </pc:picChg>
        <pc:picChg chg="add del">
          <ac:chgData name="Tea Boon Chian" userId="ab84e6a5-2079-4f96-af03-c8dde00dcc75" providerId="ADAL" clId="{826828D5-36CE-4889-B951-BCE7E35F3AF3}" dt="2023-10-13T07:28:51.719" v="16" actId="478"/>
          <ac:picMkLst>
            <pc:docMk/>
            <pc:sldMk cId="2072627417" sldId="266"/>
            <ac:picMk id="1026" creationId="{F74F73C7-E475-7D77-14A2-2FA8D1FDF855}"/>
          </ac:picMkLst>
        </pc:picChg>
      </pc:sldChg>
      <pc:sldChg chg="addSp delSp modSp add mod ord modAnim">
        <pc:chgData name="Tea Boon Chian" userId="ab84e6a5-2079-4f96-af03-c8dde00dcc75" providerId="ADAL" clId="{826828D5-36CE-4889-B951-BCE7E35F3AF3}" dt="2023-10-25T09:11:05.591" v="2300"/>
        <pc:sldMkLst>
          <pc:docMk/>
          <pc:sldMk cId="4041281800" sldId="266"/>
        </pc:sldMkLst>
        <pc:spChg chg="mod">
          <ac:chgData name="Tea Boon Chian" userId="ab84e6a5-2079-4f96-af03-c8dde00dcc75" providerId="ADAL" clId="{826828D5-36CE-4889-B951-BCE7E35F3AF3}" dt="2023-10-13T07:33:00.499" v="124" actId="207"/>
          <ac:spMkLst>
            <pc:docMk/>
            <pc:sldMk cId="4041281800" sldId="266"/>
            <ac:spMk id="2" creationId="{D0154045-A1B3-E1EC-4411-B9F03A136DE9}"/>
          </ac:spMkLst>
        </pc:spChg>
        <pc:spChg chg="mod">
          <ac:chgData name="Tea Boon Chian" userId="ab84e6a5-2079-4f96-af03-c8dde00dcc75" providerId="ADAL" clId="{826828D5-36CE-4889-B951-BCE7E35F3AF3}" dt="2023-10-13T07:39:24.305" v="612" actId="113"/>
          <ac:spMkLst>
            <pc:docMk/>
            <pc:sldMk cId="4041281800" sldId="266"/>
            <ac:spMk id="3" creationId="{9F5790FC-620D-E0D5-1801-50AF776E971E}"/>
          </ac:spMkLst>
        </pc:spChg>
        <pc:picChg chg="add del mod">
          <ac:chgData name="Tea Boon Chian" userId="ab84e6a5-2079-4f96-af03-c8dde00dcc75" providerId="ADAL" clId="{826828D5-36CE-4889-B951-BCE7E35F3AF3}" dt="2023-10-13T07:34:41.117" v="196"/>
          <ac:picMkLst>
            <pc:docMk/>
            <pc:sldMk cId="4041281800" sldId="266"/>
            <ac:picMk id="2050" creationId="{81936549-AD7B-7947-B304-F85B6D3E6A98}"/>
          </ac:picMkLst>
        </pc:picChg>
        <pc:picChg chg="add mod">
          <ac:chgData name="Tea Boon Chian" userId="ab84e6a5-2079-4f96-af03-c8dde00dcc75" providerId="ADAL" clId="{826828D5-36CE-4889-B951-BCE7E35F3AF3}" dt="2023-10-13T07:37:44.463" v="348" actId="1076"/>
          <ac:picMkLst>
            <pc:docMk/>
            <pc:sldMk cId="4041281800" sldId="266"/>
            <ac:picMk id="2052" creationId="{7A13DCA3-7629-1BE0-A831-1284CB690FA4}"/>
          </ac:picMkLst>
        </pc:picChg>
      </pc:sldChg>
      <pc:sldChg chg="modSp add mod modAnim">
        <pc:chgData name="Tea Boon Chian" userId="ab84e6a5-2079-4f96-af03-c8dde00dcc75" providerId="ADAL" clId="{826828D5-36CE-4889-B951-BCE7E35F3AF3}" dt="2024-02-16T02:02:32.638" v="2504" actId="20577"/>
        <pc:sldMkLst>
          <pc:docMk/>
          <pc:sldMk cId="2970596449" sldId="267"/>
        </pc:sldMkLst>
        <pc:spChg chg="mod">
          <ac:chgData name="Tea Boon Chian" userId="ab84e6a5-2079-4f96-af03-c8dde00dcc75" providerId="ADAL" clId="{826828D5-36CE-4889-B951-BCE7E35F3AF3}" dt="2023-10-13T07:47:07.837" v="865" actId="20577"/>
          <ac:spMkLst>
            <pc:docMk/>
            <pc:sldMk cId="2970596449" sldId="267"/>
            <ac:spMk id="2" creationId="{D0154045-A1B3-E1EC-4411-B9F03A136DE9}"/>
          </ac:spMkLst>
        </pc:spChg>
        <pc:spChg chg="mod">
          <ac:chgData name="Tea Boon Chian" userId="ab84e6a5-2079-4f96-af03-c8dde00dcc75" providerId="ADAL" clId="{826828D5-36CE-4889-B951-BCE7E35F3AF3}" dt="2024-02-16T02:02:32.638" v="2504" actId="20577"/>
          <ac:spMkLst>
            <pc:docMk/>
            <pc:sldMk cId="2970596449" sldId="267"/>
            <ac:spMk id="3" creationId="{9F5790FC-620D-E0D5-1801-50AF776E971E}"/>
          </ac:spMkLst>
        </pc:spChg>
      </pc:sldChg>
      <pc:sldChg chg="add del">
        <pc:chgData name="Tea Boon Chian" userId="ab84e6a5-2079-4f96-af03-c8dde00dcc75" providerId="ADAL" clId="{826828D5-36CE-4889-B951-BCE7E35F3AF3}" dt="2023-10-13T07:28:29.663" v="7"/>
        <pc:sldMkLst>
          <pc:docMk/>
          <pc:sldMk cId="4037411844" sldId="267"/>
        </pc:sldMkLst>
      </pc:sldChg>
      <pc:sldChg chg="modSp add del mod">
        <pc:chgData name="Tea Boon Chian" userId="ab84e6a5-2079-4f96-af03-c8dde00dcc75" providerId="ADAL" clId="{826828D5-36CE-4889-B951-BCE7E35F3AF3}" dt="2023-10-13T07:43:33.612" v="833" actId="47"/>
        <pc:sldMkLst>
          <pc:docMk/>
          <pc:sldMk cId="4182692517" sldId="267"/>
        </pc:sldMkLst>
        <pc:spChg chg="mod">
          <ac:chgData name="Tea Boon Chian" userId="ab84e6a5-2079-4f96-af03-c8dde00dcc75" providerId="ADAL" clId="{826828D5-36CE-4889-B951-BCE7E35F3AF3}" dt="2023-10-13T07:32:22.391" v="76" actId="20577"/>
          <ac:spMkLst>
            <pc:docMk/>
            <pc:sldMk cId="4182692517" sldId="267"/>
            <ac:spMk id="2" creationId="{D0154045-A1B3-E1EC-4411-B9F03A136DE9}"/>
          </ac:spMkLst>
        </pc:spChg>
      </pc:sldChg>
      <pc:sldChg chg="addSp modSp add mod ord modAnim">
        <pc:chgData name="Tea Boon Chian" userId="ab84e6a5-2079-4f96-af03-c8dde00dcc75" providerId="ADAL" clId="{826828D5-36CE-4889-B951-BCE7E35F3AF3}" dt="2023-10-25T09:10:50.775" v="2299" actId="1076"/>
        <pc:sldMkLst>
          <pc:docMk/>
          <pc:sldMk cId="1855430450" sldId="268"/>
        </pc:sldMkLst>
        <pc:spChg chg="mod">
          <ac:chgData name="Tea Boon Chian" userId="ab84e6a5-2079-4f96-af03-c8dde00dcc75" providerId="ADAL" clId="{826828D5-36CE-4889-B951-BCE7E35F3AF3}" dt="2023-10-13T08:07:53.673" v="1298" actId="20577"/>
          <ac:spMkLst>
            <pc:docMk/>
            <pc:sldMk cId="1855430450" sldId="268"/>
            <ac:spMk id="2" creationId="{D0154045-A1B3-E1EC-4411-B9F03A136DE9}"/>
          </ac:spMkLst>
        </pc:spChg>
        <pc:spChg chg="mod">
          <ac:chgData name="Tea Boon Chian" userId="ab84e6a5-2079-4f96-af03-c8dde00dcc75" providerId="ADAL" clId="{826828D5-36CE-4889-B951-BCE7E35F3AF3}" dt="2023-10-13T08:10:49.563" v="1749" actId="20577"/>
          <ac:spMkLst>
            <pc:docMk/>
            <pc:sldMk cId="1855430450" sldId="268"/>
            <ac:spMk id="3" creationId="{9F5790FC-620D-E0D5-1801-50AF776E971E}"/>
          </ac:spMkLst>
        </pc:spChg>
        <pc:picChg chg="add mod">
          <ac:chgData name="Tea Boon Chian" userId="ab84e6a5-2079-4f96-af03-c8dde00dcc75" providerId="ADAL" clId="{826828D5-36CE-4889-B951-BCE7E35F3AF3}" dt="2023-10-25T09:10:50.775" v="2299" actId="1076"/>
          <ac:picMkLst>
            <pc:docMk/>
            <pc:sldMk cId="1855430450" sldId="268"/>
            <ac:picMk id="2050" creationId="{9359DE8B-3F53-A9A4-E1BD-6FE04F06C2F9}"/>
          </ac:picMkLst>
        </pc:picChg>
      </pc:sldChg>
      <pc:sldChg chg="modSp add del mod ord">
        <pc:chgData name="Tea Boon Chian" userId="ab84e6a5-2079-4f96-af03-c8dde00dcc75" providerId="ADAL" clId="{826828D5-36CE-4889-B951-BCE7E35F3AF3}" dt="2023-10-13T08:14:43.307" v="1799" actId="47"/>
        <pc:sldMkLst>
          <pc:docMk/>
          <pc:sldMk cId="1063321228" sldId="269"/>
        </pc:sldMkLst>
        <pc:spChg chg="mod">
          <ac:chgData name="Tea Boon Chian" userId="ab84e6a5-2079-4f96-af03-c8dde00dcc75" providerId="ADAL" clId="{826828D5-36CE-4889-B951-BCE7E35F3AF3}" dt="2023-10-13T08:12:45.534" v="1785" actId="20577"/>
          <ac:spMkLst>
            <pc:docMk/>
            <pc:sldMk cId="1063321228" sldId="269"/>
            <ac:spMk id="2" creationId="{D0154045-A1B3-E1EC-4411-B9F03A136DE9}"/>
          </ac:spMkLst>
        </pc:spChg>
        <pc:spChg chg="mod">
          <ac:chgData name="Tea Boon Chian" userId="ab84e6a5-2079-4f96-af03-c8dde00dcc75" providerId="ADAL" clId="{826828D5-36CE-4889-B951-BCE7E35F3AF3}" dt="2023-10-13T08:14:07.006" v="1794"/>
          <ac:spMkLst>
            <pc:docMk/>
            <pc:sldMk cId="1063321228" sldId="269"/>
            <ac:spMk id="3" creationId="{9F5790FC-620D-E0D5-1801-50AF776E971E}"/>
          </ac:spMkLst>
        </pc:spChg>
      </pc:sldChg>
      <pc:sldChg chg="addSp modSp add mod">
        <pc:chgData name="Tea Boon Chian" userId="ab84e6a5-2079-4f96-af03-c8dde00dcc75" providerId="ADAL" clId="{826828D5-36CE-4889-B951-BCE7E35F3AF3}" dt="2024-02-16T02:02:20.912" v="2495" actId="20577"/>
        <pc:sldMkLst>
          <pc:docMk/>
          <pc:sldMk cId="965091677" sldId="270"/>
        </pc:sldMkLst>
        <pc:spChg chg="mod">
          <ac:chgData name="Tea Boon Chian" userId="ab84e6a5-2079-4f96-af03-c8dde00dcc75" providerId="ADAL" clId="{826828D5-36CE-4889-B951-BCE7E35F3AF3}" dt="2023-10-20T10:32:32.498" v="1811" actId="20577"/>
          <ac:spMkLst>
            <pc:docMk/>
            <pc:sldMk cId="965091677" sldId="270"/>
            <ac:spMk id="2" creationId="{D0154045-A1B3-E1EC-4411-B9F03A136DE9}"/>
          </ac:spMkLst>
        </pc:spChg>
        <pc:spChg chg="mod">
          <ac:chgData name="Tea Boon Chian" userId="ab84e6a5-2079-4f96-af03-c8dde00dcc75" providerId="ADAL" clId="{826828D5-36CE-4889-B951-BCE7E35F3AF3}" dt="2024-02-16T02:02:20.912" v="2495" actId="20577"/>
          <ac:spMkLst>
            <pc:docMk/>
            <pc:sldMk cId="965091677" sldId="270"/>
            <ac:spMk id="3" creationId="{9F5790FC-620D-E0D5-1801-50AF776E971E}"/>
          </ac:spMkLst>
        </pc:spChg>
        <pc:graphicFrameChg chg="add mod modGraphic">
          <ac:chgData name="Tea Boon Chian" userId="ab84e6a5-2079-4f96-af03-c8dde00dcc75" providerId="ADAL" clId="{826828D5-36CE-4889-B951-BCE7E35F3AF3}" dt="2024-02-16T02:01:31.722" v="2465" actId="20577"/>
          <ac:graphicFrameMkLst>
            <pc:docMk/>
            <pc:sldMk cId="965091677" sldId="270"/>
            <ac:graphicFrameMk id="4" creationId="{07453AB1-2885-08C7-1136-8A72C3A6DC23}"/>
          </ac:graphicFrameMkLst>
        </pc:graphicFrameChg>
        <pc:graphicFrameChg chg="add mod modGraphic">
          <ac:chgData name="Tea Boon Chian" userId="ab84e6a5-2079-4f96-af03-c8dde00dcc75" providerId="ADAL" clId="{826828D5-36CE-4889-B951-BCE7E35F3AF3}" dt="2024-02-16T02:02:17.424" v="2493" actId="798"/>
          <ac:graphicFrameMkLst>
            <pc:docMk/>
            <pc:sldMk cId="965091677" sldId="270"/>
            <ac:graphicFrameMk id="5" creationId="{25A93258-1060-1671-E5EE-A73CE7DC1276}"/>
          </ac:graphicFrameMkLst>
        </pc:graphicFrameChg>
      </pc:sldChg>
      <pc:sldChg chg="add del">
        <pc:chgData name="Tea Boon Chian" userId="ab84e6a5-2079-4f96-af03-c8dde00dcc75" providerId="ADAL" clId="{826828D5-36CE-4889-B951-BCE7E35F3AF3}" dt="2023-10-13T08:14:45.578" v="1800" actId="47"/>
        <pc:sldMkLst>
          <pc:docMk/>
          <pc:sldMk cId="1596655240" sldId="270"/>
        </pc:sldMkLst>
      </pc:sldChg>
      <pc:sldChg chg="add del">
        <pc:chgData name="Tea Boon Chian" userId="ab84e6a5-2079-4f96-af03-c8dde00dcc75" providerId="ADAL" clId="{826828D5-36CE-4889-B951-BCE7E35F3AF3}" dt="2023-10-13T08:14:36.926" v="1797" actId="47"/>
        <pc:sldMkLst>
          <pc:docMk/>
          <pc:sldMk cId="2571172445" sldId="271"/>
        </pc:sldMkLst>
      </pc:sldChg>
    </pc:docChg>
  </pc:docChgLst>
  <pc:docChgLst>
    <pc:chgData name="Tea Boon Chian" userId="ab84e6a5-2079-4f96-af03-c8dde00dcc75" providerId="ADAL" clId="{F882456E-B3B1-41C4-BD85-86B99F540756}"/>
    <pc:docChg chg="modSld">
      <pc:chgData name="Tea Boon Chian" userId="ab84e6a5-2079-4f96-af03-c8dde00dcc75" providerId="ADAL" clId="{F882456E-B3B1-41C4-BD85-86B99F540756}" dt="2024-03-25T06:16:24.512" v="36" actId="729"/>
      <pc:docMkLst>
        <pc:docMk/>
      </pc:docMkLst>
      <pc:sldChg chg="mod modShow">
        <pc:chgData name="Tea Boon Chian" userId="ab84e6a5-2079-4f96-af03-c8dde00dcc75" providerId="ADAL" clId="{F882456E-B3B1-41C4-BD85-86B99F540756}" dt="2024-03-25T06:16:24.512" v="36" actId="729"/>
        <pc:sldMkLst>
          <pc:docMk/>
          <pc:sldMk cId="3103681988" sldId="258"/>
        </pc:sldMkLst>
      </pc:sldChg>
      <pc:sldChg chg="mod modShow">
        <pc:chgData name="Tea Boon Chian" userId="ab84e6a5-2079-4f96-af03-c8dde00dcc75" providerId="ADAL" clId="{F882456E-B3B1-41C4-BD85-86B99F540756}" dt="2024-03-25T06:16:22.118" v="35" actId="729"/>
        <pc:sldMkLst>
          <pc:docMk/>
          <pc:sldMk cId="2161956480" sldId="259"/>
        </pc:sldMkLst>
      </pc:sldChg>
      <pc:sldChg chg="mod modShow">
        <pc:chgData name="Tea Boon Chian" userId="ab84e6a5-2079-4f96-af03-c8dde00dcc75" providerId="ADAL" clId="{F882456E-B3B1-41C4-BD85-86B99F540756}" dt="2024-03-25T06:16:18.820" v="34" actId="729"/>
        <pc:sldMkLst>
          <pc:docMk/>
          <pc:sldMk cId="4041281800" sldId="266"/>
        </pc:sldMkLst>
      </pc:sldChg>
      <pc:sldChg chg="modSp modAnim">
        <pc:chgData name="Tea Boon Chian" userId="ab84e6a5-2079-4f96-af03-c8dde00dcc75" providerId="ADAL" clId="{F882456E-B3B1-41C4-BD85-86B99F540756}" dt="2024-03-25T02:26:57.821" v="25" actId="20577"/>
        <pc:sldMkLst>
          <pc:docMk/>
          <pc:sldMk cId="2970596449" sldId="267"/>
        </pc:sldMkLst>
        <pc:spChg chg="mod">
          <ac:chgData name="Tea Boon Chian" userId="ab84e6a5-2079-4f96-af03-c8dde00dcc75" providerId="ADAL" clId="{F882456E-B3B1-41C4-BD85-86B99F540756}" dt="2024-03-25T02:26:56.215" v="24" actId="20577"/>
          <ac:spMkLst>
            <pc:docMk/>
            <pc:sldMk cId="2970596449" sldId="267"/>
            <ac:spMk id="3" creationId="{9F5790FC-620D-E0D5-1801-50AF776E971E}"/>
          </ac:spMkLst>
        </pc:spChg>
      </pc:sldChg>
      <pc:sldChg chg="modSp mod">
        <pc:chgData name="Tea Boon Chian" userId="ab84e6a5-2079-4f96-af03-c8dde00dcc75" providerId="ADAL" clId="{F882456E-B3B1-41C4-BD85-86B99F540756}" dt="2024-03-25T02:27:17.316" v="33" actId="20577"/>
        <pc:sldMkLst>
          <pc:docMk/>
          <pc:sldMk cId="1063321228" sldId="269"/>
        </pc:sldMkLst>
        <pc:spChg chg="mod">
          <ac:chgData name="Tea Boon Chian" userId="ab84e6a5-2079-4f96-af03-c8dde00dcc75" providerId="ADAL" clId="{F882456E-B3B1-41C4-BD85-86B99F540756}" dt="2024-03-25T02:27:17.316" v="33" actId="20577"/>
          <ac:spMkLst>
            <pc:docMk/>
            <pc:sldMk cId="1063321228" sldId="269"/>
            <ac:spMk id="3" creationId="{9F5790FC-620D-E0D5-1801-50AF776E971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3E76A-ED5B-47DC-9B13-C4F604F9348F}" type="datetimeFigureOut">
              <a:rPr lang="en-MY" smtClean="0"/>
              <a:t>5/11/2025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D019F-1D19-4752-A38C-4FBFEBC6C7C6}" type="slidenum">
              <a:rPr lang="en-MY" smtClean="0"/>
              <a:t>‹#›</a:t>
            </a:fld>
            <a:endParaRPr lang="en-MY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9113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3E76A-ED5B-47DC-9B13-C4F604F9348F}" type="datetimeFigureOut">
              <a:rPr lang="en-MY" smtClean="0"/>
              <a:t>5/11/2025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D019F-1D19-4752-A38C-4FBFEBC6C7C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97625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3E76A-ED5B-47DC-9B13-C4F604F9348F}" type="datetimeFigureOut">
              <a:rPr lang="en-MY" smtClean="0"/>
              <a:t>5/11/2025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D019F-1D19-4752-A38C-4FBFEBC6C7C6}" type="slidenum">
              <a:rPr lang="en-MY" smtClean="0"/>
              <a:t>‹#›</a:t>
            </a:fld>
            <a:endParaRPr lang="en-MY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7949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3E76A-ED5B-47DC-9B13-C4F604F9348F}" type="datetimeFigureOut">
              <a:rPr lang="en-MY" smtClean="0"/>
              <a:t>5/11/2025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D019F-1D19-4752-A38C-4FBFEBC6C7C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65940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3E76A-ED5B-47DC-9B13-C4F604F9348F}" type="datetimeFigureOut">
              <a:rPr lang="en-MY" smtClean="0"/>
              <a:t>5/11/2025</a:t>
            </a:fld>
            <a:endParaRPr lang="en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D019F-1D19-4752-A38C-4FBFEBC6C7C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84149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3E76A-ED5B-47DC-9B13-C4F604F9348F}" type="datetimeFigureOut">
              <a:rPr lang="en-MY" smtClean="0"/>
              <a:t>5/11/2025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D019F-1D19-4752-A38C-4FBFEBC6C7C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49616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3E76A-ED5B-47DC-9B13-C4F604F9348F}" type="datetimeFigureOut">
              <a:rPr lang="en-MY" smtClean="0"/>
              <a:t>5/11/2025</a:t>
            </a:fld>
            <a:endParaRPr lang="en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M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D019F-1D19-4752-A38C-4FBFEBC6C7C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971019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463E76A-ED5B-47DC-9B13-C4F604F9348F}" type="datetimeFigureOut">
              <a:rPr lang="en-MY" smtClean="0"/>
              <a:t>5/11/2025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F7D019F-1D19-4752-A38C-4FBFEBC6C7C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182502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3E76A-ED5B-47DC-9B13-C4F604F9348F}" type="datetimeFigureOut">
              <a:rPr lang="en-MY" smtClean="0"/>
              <a:t>5/11/2025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D019F-1D19-4752-A38C-4FBFEBC6C7C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70534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3E76A-ED5B-47DC-9B13-C4F604F9348F}" type="datetimeFigureOut">
              <a:rPr lang="en-MY" smtClean="0"/>
              <a:t>5/11/2025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D019F-1D19-4752-A38C-4FBFEBC6C7C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41331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3E76A-ED5B-47DC-9B13-C4F604F9348F}" type="datetimeFigureOut">
              <a:rPr lang="en-MY" smtClean="0"/>
              <a:t>5/11/2025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D019F-1D19-4752-A38C-4FBFEBC6C7C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187130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463E76A-ED5B-47DC-9B13-C4F604F9348F}" type="datetimeFigureOut">
              <a:rPr lang="en-MY" smtClean="0"/>
              <a:t>5/11/2025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F7D019F-1D19-4752-A38C-4FBFEBC6C7C6}" type="slidenum">
              <a:rPr lang="en-MY" smtClean="0"/>
              <a:t>‹#›</a:t>
            </a:fld>
            <a:endParaRPr lang="en-MY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1821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yber Security Wallpaper Images - Free Download on Freepik">
            <a:extLst>
              <a:ext uri="{FF2B5EF4-FFF2-40B4-BE49-F238E27FC236}">
                <a16:creationId xmlns:a16="http://schemas.microsoft.com/office/drawing/2014/main" id="{F74F73C7-E475-7D77-14A2-2FA8D1FDF8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17714"/>
            <a:ext cx="1219633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66CD0BE-94D1-BBF6-59D8-B373812E0D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06789" y="808038"/>
            <a:ext cx="4084489" cy="1908529"/>
          </a:xfrm>
        </p:spPr>
        <p:txBody>
          <a:bodyPr>
            <a:normAutofit/>
          </a:bodyPr>
          <a:lstStyle/>
          <a:p>
            <a:r>
              <a:rPr lang="en-MY" sz="6600" b="1" dirty="0">
                <a:solidFill>
                  <a:schemeClr val="bg1"/>
                </a:solidFill>
                <a:latin typeface="ADLaM Display" panose="020B0604020202020204" pitchFamily="2" charset="0"/>
                <a:ea typeface="ADLaM Display" panose="020B0604020202020204" pitchFamily="2" charset="0"/>
                <a:cs typeface="ADLaM Display" panose="020B0604020202020204" pitchFamily="2" charset="0"/>
              </a:rPr>
              <a:t>CCS6314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6A9170-DF81-B6F4-F06B-3EC2CB281E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47278" y="2943268"/>
            <a:ext cx="9144000" cy="1655762"/>
          </a:xfrm>
        </p:spPr>
        <p:txBody>
          <a:bodyPr>
            <a:normAutofit/>
          </a:bodyPr>
          <a:lstStyle/>
          <a:p>
            <a:pPr algn="r"/>
            <a:r>
              <a:rPr lang="en-MY" sz="4800" b="1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CRYPTOGRAPHY </a:t>
            </a:r>
          </a:p>
          <a:p>
            <a:pPr algn="r"/>
            <a:r>
              <a:rPr lang="en-MY" sz="4800" b="1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AND DATA SECURITY 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6AEB7CC-745D-2B41-CA13-25DD56D72BDB}"/>
              </a:ext>
            </a:extLst>
          </p:cNvPr>
          <p:cNvSpPr txBox="1">
            <a:spLocks/>
          </p:cNvSpPr>
          <p:nvPr/>
        </p:nvSpPr>
        <p:spPr>
          <a:xfrm>
            <a:off x="2447278" y="4746915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MY" sz="2800" b="1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</a:t>
            </a:r>
            <a:r>
              <a:rPr lang="en-MY" sz="2800" b="1" dirty="0" err="1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Dr.</a:t>
            </a:r>
            <a:r>
              <a:rPr lang="en-MY" sz="2800" b="1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MY" sz="2800" b="1" dirty="0" smtClean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CHAN WAI KOK)</a:t>
            </a:r>
          </a:p>
          <a:p>
            <a:pPr algn="r"/>
            <a:endParaRPr lang="en-US" sz="1000" b="1" dirty="0">
              <a:solidFill>
                <a:schemeClr val="bg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algn="r"/>
            <a:r>
              <a:rPr lang="en-US" sz="1000" b="1" dirty="0" smtClean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Note: Slides taken from </a:t>
            </a:r>
            <a:r>
              <a:rPr lang="en-US" sz="1000" b="1" dirty="0" err="1" smtClean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Dr</a:t>
            </a:r>
            <a:r>
              <a:rPr lang="en-US" sz="1000" b="1" dirty="0" smtClean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Tea (from previous Semester) &amp; modified accordingly</a:t>
            </a:r>
            <a:endParaRPr lang="en-US" sz="1000" b="1" dirty="0" smtClean="0">
              <a:solidFill>
                <a:schemeClr val="bg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7037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54045-A1B3-E1EC-4411-B9F03A136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600" dirty="0">
                <a:solidFill>
                  <a:srgbClr val="FF0000"/>
                </a:solidFill>
                <a:latin typeface="Amasis MT Pro Black" panose="02040A04050005020304" pitchFamily="18" charset="0"/>
              </a:rPr>
              <a:t>What is Cryptography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790FC-620D-E0D5-1801-50AF776E9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MY" sz="2400" b="1" dirty="0"/>
              <a:t>Cryptography</a:t>
            </a:r>
            <a:r>
              <a:rPr lang="en-MY" sz="2400" dirty="0"/>
              <a:t>: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MY" sz="2400" dirty="0"/>
              <a:t> Art and science of providing secrecy and security to communication.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b="0" i="0" dirty="0">
                <a:solidFill>
                  <a:srgbClr val="000000"/>
                </a:solidFill>
                <a:effectLst/>
              </a:rPr>
              <a:t> The process of hiding or coding information so that only the person a message was intended for can read it. (Source: Fortinet)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400" dirty="0">
              <a:solidFill>
                <a:srgbClr val="000000"/>
              </a:solidFill>
            </a:endParaRPr>
          </a:p>
          <a:p>
            <a:pPr marL="0" indent="0" algn="just">
              <a:buNone/>
            </a:pPr>
            <a:r>
              <a:rPr lang="en-US" sz="2400" dirty="0">
                <a:solidFill>
                  <a:srgbClr val="000000"/>
                </a:solidFill>
              </a:rPr>
              <a:t># We will learn much more about various cryptographic techniques, ranging from classical to modern types, including symmetric and asymmetric in the syllabus later. </a:t>
            </a:r>
            <a:endParaRPr lang="en-MY" sz="2400" dirty="0"/>
          </a:p>
        </p:txBody>
      </p:sp>
      <p:pic>
        <p:nvPicPr>
          <p:cNvPr id="2052" name="Picture 4" descr="Common Uses of Cryptography">
            <a:extLst>
              <a:ext uri="{FF2B5EF4-FFF2-40B4-BE49-F238E27FC236}">
                <a16:creationId xmlns:a16="http://schemas.microsoft.com/office/drawing/2014/main" id="{7A13DCA3-7629-1BE0-A831-1284CB690F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1441" y="0"/>
            <a:ext cx="3660559" cy="2196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12818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54045-A1B3-E1EC-4411-B9F03A136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Amasis MT Pro Black" panose="02040A04050005020304" pitchFamily="18" charset="0"/>
              </a:rPr>
              <a:t>What is Data Security ?</a:t>
            </a:r>
            <a:endParaRPr lang="en-MY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790FC-620D-E0D5-1801-50AF776E9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19101"/>
            <a:ext cx="10058400" cy="4023360"/>
          </a:xfrm>
        </p:spPr>
        <p:txBody>
          <a:bodyPr>
            <a:normAutofit/>
          </a:bodyPr>
          <a:lstStyle/>
          <a:p>
            <a:r>
              <a:rPr lang="en-MY" sz="2400" b="1" dirty="0"/>
              <a:t>Data Security</a:t>
            </a:r>
            <a:r>
              <a:rPr lang="en-MY" sz="2400" dirty="0"/>
              <a:t>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MY" sz="2400" dirty="0"/>
              <a:t> </a:t>
            </a:r>
            <a:r>
              <a:rPr lang="en-US" sz="2400" dirty="0">
                <a:solidFill>
                  <a:srgbClr val="000000"/>
                </a:solidFill>
              </a:rPr>
              <a:t>T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he process of safeguarding digital information throughout its entire life cycle to protect it from corruption, theft, or unauthorized access.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</a:rPr>
              <a:t> It u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ses tools and technologies that enhance visibility of a </a:t>
            </a:r>
            <a:r>
              <a:rPr lang="en-US" sz="2400" dirty="0">
                <a:solidFill>
                  <a:srgbClr val="000000"/>
                </a:solidFill>
              </a:rPr>
              <a:t>users’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 data.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These tools can protect data through processes like data masking, encryption, and redaction of sensitive information. </a:t>
            </a:r>
            <a:r>
              <a:rPr lang="en-US" sz="2400" dirty="0">
                <a:solidFill>
                  <a:srgbClr val="000000"/>
                </a:solidFill>
                <a:latin typeface="Inter"/>
              </a:rPr>
              <a:t>(Source: Fortinet)</a:t>
            </a: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endParaRPr lang="en-MY" sz="2400" dirty="0"/>
          </a:p>
        </p:txBody>
      </p:sp>
      <p:sp>
        <p:nvSpPr>
          <p:cNvPr id="4" name="AutoShape 2" descr="500+ Cyber Security Pictures | Download Free Images on Unsplash">
            <a:extLst>
              <a:ext uri="{FF2B5EF4-FFF2-40B4-BE49-F238E27FC236}">
                <a16:creationId xmlns:a16="http://schemas.microsoft.com/office/drawing/2014/main" id="{4AB7079F-9371-13A1-7B56-D409E5775E6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MY"/>
          </a:p>
        </p:txBody>
      </p:sp>
      <p:sp>
        <p:nvSpPr>
          <p:cNvPr id="5" name="AutoShape 4" descr="500+ Cyber Security Pictures | Download Free Images on Unsplash">
            <a:extLst>
              <a:ext uri="{FF2B5EF4-FFF2-40B4-BE49-F238E27FC236}">
                <a16:creationId xmlns:a16="http://schemas.microsoft.com/office/drawing/2014/main" id="{B0908BF9-2722-403D-ED24-AD73C81D118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MY"/>
          </a:p>
        </p:txBody>
      </p:sp>
      <p:pic>
        <p:nvPicPr>
          <p:cNvPr id="1034" name="Picture 10" descr="Wallpaper Illustration and background of cyber security data protection  shield, with key lock security system, technology digital. Front view.  Concept of database security software. Generative AI Stock Illustration |  Adobe Stock">
            <a:extLst>
              <a:ext uri="{FF2B5EF4-FFF2-40B4-BE49-F238E27FC236}">
                <a16:creationId xmlns:a16="http://schemas.microsoft.com/office/drawing/2014/main" id="{88CB8AC5-FFDC-B405-2CE0-15664C996D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9213" y="4615021"/>
            <a:ext cx="3362787" cy="2242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19564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54045-A1B3-E1EC-4411-B9F03A136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600" b="1" dirty="0">
                <a:solidFill>
                  <a:srgbClr val="FF0000"/>
                </a:solidFill>
                <a:latin typeface="Amasis MT Pro Black" panose="02040A04050005020304" pitchFamily="18" charset="0"/>
              </a:rPr>
              <a:t>So why are they important ?</a:t>
            </a:r>
            <a:endParaRPr lang="en-MY" sz="3600" dirty="0">
              <a:latin typeface="Amasis MT Pro Black" panose="02040A040500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790FC-620D-E0D5-1801-50AF776E9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/>
              <a:t> 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Organizations are legally obliged to protect customer and user data from being lost or stolen and ending up in the wrong hands.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</a:rPr>
              <a:t> It 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is crucial to preventing the reputational risk that accompanies a data breach. A high-profile hack or loss of data can result in customers losing trust in an organization and taking their business to a competitor.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This also runs the risk of serious financial losses, along with fines, legal payments, and damage repair in case sensitive data is lost. </a:t>
            </a:r>
            <a:r>
              <a:rPr lang="en-US" sz="2400" dirty="0">
                <a:solidFill>
                  <a:srgbClr val="000000"/>
                </a:solidFill>
              </a:rPr>
              <a:t>(Source: Fortinet)</a:t>
            </a:r>
            <a:endParaRPr lang="en-US" sz="2400" b="0" i="0" dirty="0">
              <a:solidFill>
                <a:srgbClr val="000000"/>
              </a:solidFill>
              <a:effectLst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b="0" i="0" dirty="0">
                <a:solidFill>
                  <a:srgbClr val="000000"/>
                </a:solidFill>
                <a:effectLst/>
              </a:rPr>
              <a:t> Cryptography provides solution to resolve all the above-mentioned issues.</a:t>
            </a:r>
            <a:endParaRPr lang="en-US" sz="2400" dirty="0">
              <a:solidFill>
                <a:srgbClr val="0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1E445E-02AD-14A8-379C-9358B5695A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22554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6AE205-90E1-53AA-FE69-516AE2527F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9031" y="0"/>
            <a:ext cx="60344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6819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54045-A1B3-E1EC-4411-B9F03A136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n-MY" sz="3600" dirty="0">
                <a:latin typeface="Amasis MT Pro Black" panose="02040A04050005020304" pitchFamily="18" charset="0"/>
              </a:rPr>
              <a:t>Syllabus Contents: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790FC-620D-E0D5-1801-50AF776E9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</a:rPr>
              <a:t> What will you learn in this course?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solidFill>
                  <a:srgbClr val="000000"/>
                </a:solidFill>
              </a:rPr>
              <a:t>Introduction to data and information security.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solidFill>
                  <a:srgbClr val="000000"/>
                </a:solidFill>
              </a:rPr>
              <a:t>Mathematical foundations.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solidFill>
                  <a:srgbClr val="000000"/>
                </a:solidFill>
              </a:rPr>
              <a:t>Classical and modern symmetric ciphers.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solidFill>
                  <a:srgbClr val="000000"/>
                </a:solidFill>
              </a:rPr>
              <a:t>Modern asymmetric ciphers.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solidFill>
                  <a:srgbClr val="000000"/>
                </a:solidFill>
              </a:rPr>
              <a:t>Various cryptographic algorithms for specific objective.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solidFill>
                  <a:srgbClr val="000000"/>
                </a:solidFill>
              </a:rPr>
              <a:t>Key management and distribution.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solidFill>
                  <a:srgbClr val="000000"/>
                </a:solidFill>
              </a:rPr>
              <a:t>Recent trends in / futures of cryptography.</a:t>
            </a:r>
          </a:p>
        </p:txBody>
      </p:sp>
      <p:pic>
        <p:nvPicPr>
          <p:cNvPr id="2050" name="Picture 2" descr="Information Security Wallpaper | Computer, Ems">
            <a:extLst>
              <a:ext uri="{FF2B5EF4-FFF2-40B4-BE49-F238E27FC236}">
                <a16:creationId xmlns:a16="http://schemas.microsoft.com/office/drawing/2014/main" id="{9359DE8B-3F53-A9A4-E1BD-6FE04F06C2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4294" y="0"/>
            <a:ext cx="4367706" cy="2610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5430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54045-A1B3-E1EC-4411-B9F03A136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n-MY" sz="3600" dirty="0">
                <a:latin typeface="Amasis MT Pro Black" panose="02040A04050005020304" pitchFamily="18" charset="0"/>
              </a:rPr>
              <a:t>Course Content: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790FC-620D-E0D5-1801-50AF776E9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</a:rPr>
              <a:t> Solely </a:t>
            </a:r>
            <a:r>
              <a:rPr lang="en-US" sz="2400" b="1" dirty="0">
                <a:solidFill>
                  <a:srgbClr val="000000"/>
                </a:solidFill>
              </a:rPr>
              <a:t>100% </a:t>
            </a:r>
            <a:r>
              <a:rPr lang="en-US" sz="2400" dirty="0">
                <a:solidFill>
                  <a:srgbClr val="000000"/>
                </a:solidFill>
              </a:rPr>
              <a:t>coursework-based – </a:t>
            </a:r>
            <a:r>
              <a:rPr lang="en-US" sz="2400" b="1" dirty="0">
                <a:solidFill>
                  <a:srgbClr val="FF0000"/>
                </a:solidFill>
              </a:rPr>
              <a:t>No final examination</a:t>
            </a:r>
            <a:r>
              <a:rPr lang="en-US" sz="2400" dirty="0">
                <a:solidFill>
                  <a:srgbClr val="000000"/>
                </a:solidFill>
              </a:rPr>
              <a:t>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Throughout the trimester: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b="1" dirty="0">
                <a:solidFill>
                  <a:srgbClr val="000000"/>
                </a:solidFill>
              </a:rPr>
              <a:t>Quizzes</a:t>
            </a:r>
            <a:r>
              <a:rPr lang="en-US" sz="2400" dirty="0">
                <a:solidFill>
                  <a:srgbClr val="000000"/>
                </a:solidFill>
              </a:rPr>
              <a:t>: 2 </a:t>
            </a:r>
            <a:r>
              <a:rPr lang="en-US" sz="2400" dirty="0">
                <a:solidFill>
                  <a:srgbClr val="000000"/>
                </a:solidFill>
              </a:rPr>
              <a:t>(</a:t>
            </a:r>
            <a:r>
              <a:rPr lang="en-US" sz="2400" b="1" dirty="0" smtClean="0">
                <a:solidFill>
                  <a:srgbClr val="FF0000"/>
                </a:solidFill>
              </a:rPr>
              <a:t>Physical-based</a:t>
            </a:r>
            <a:r>
              <a:rPr lang="en-US" sz="2400" dirty="0" smtClean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with 10% each) – Total: </a:t>
            </a:r>
            <a:r>
              <a:rPr lang="en-US" sz="2400" b="1" dirty="0">
                <a:solidFill>
                  <a:srgbClr val="000000"/>
                </a:solidFill>
              </a:rPr>
              <a:t>20%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b="1" dirty="0">
                <a:solidFill>
                  <a:srgbClr val="000000"/>
                </a:solidFill>
              </a:rPr>
              <a:t>Tests</a:t>
            </a:r>
            <a:r>
              <a:rPr lang="en-US" sz="2400" dirty="0">
                <a:solidFill>
                  <a:srgbClr val="000000"/>
                </a:solidFill>
              </a:rPr>
              <a:t>: 2 (</a:t>
            </a:r>
            <a:r>
              <a:rPr lang="en-US" sz="2400" b="1" dirty="0">
                <a:solidFill>
                  <a:srgbClr val="FF0000"/>
                </a:solidFill>
              </a:rPr>
              <a:t>Physical-based</a:t>
            </a:r>
            <a:r>
              <a:rPr lang="en-US" sz="2400" dirty="0">
                <a:solidFill>
                  <a:srgbClr val="000000"/>
                </a:solidFill>
              </a:rPr>
              <a:t> with 20% each) – Total: </a:t>
            </a:r>
            <a:r>
              <a:rPr lang="en-US" sz="2400" b="1" dirty="0">
                <a:solidFill>
                  <a:srgbClr val="000000"/>
                </a:solidFill>
              </a:rPr>
              <a:t>40%</a:t>
            </a:r>
            <a:endParaRPr lang="en-US" sz="2400" dirty="0">
              <a:solidFill>
                <a:srgbClr val="00000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solidFill>
                  <a:srgbClr val="000000"/>
                </a:solidFill>
              </a:rPr>
              <a:t>Assignment</a:t>
            </a:r>
            <a:r>
              <a:rPr lang="zh-CN" altLang="en-US" sz="2400" b="1" dirty="0" smtClean="0">
                <a:solidFill>
                  <a:srgbClr val="000000"/>
                </a:solidFill>
              </a:rPr>
              <a:t>：</a:t>
            </a:r>
            <a:r>
              <a:rPr lang="en-MY" altLang="zh-CN" sz="2400" dirty="0" smtClean="0">
                <a:solidFill>
                  <a:srgbClr val="000000"/>
                </a:solidFill>
              </a:rPr>
              <a:t>1 or 2 (TBD later)</a:t>
            </a:r>
            <a:r>
              <a:rPr lang="en-US" sz="2400" dirty="0" smtClean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(</a:t>
            </a:r>
            <a:r>
              <a:rPr lang="en-US" sz="2400" b="1" dirty="0">
                <a:solidFill>
                  <a:srgbClr val="FF0000"/>
                </a:solidFill>
              </a:rPr>
              <a:t>Group-based</a:t>
            </a:r>
            <a:r>
              <a:rPr lang="en-US" sz="2400" dirty="0">
                <a:solidFill>
                  <a:srgbClr val="000000"/>
                </a:solidFill>
              </a:rPr>
              <a:t> with report and oral presentations)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	– Total: </a:t>
            </a:r>
            <a:r>
              <a:rPr lang="en-US" sz="2400" b="1" dirty="0">
                <a:solidFill>
                  <a:srgbClr val="000000"/>
                </a:solidFill>
              </a:rPr>
              <a:t>40%</a:t>
            </a:r>
          </a:p>
        </p:txBody>
      </p:sp>
    </p:spTree>
    <p:extLst>
      <p:ext uri="{BB962C8B-B14F-4D97-AF65-F5344CB8AC3E}">
        <p14:creationId xmlns:p14="http://schemas.microsoft.com/office/powerpoint/2010/main" val="2970596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54045-A1B3-E1EC-4411-B9F03A136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6320" y="-395177"/>
            <a:ext cx="10058400" cy="1450757"/>
          </a:xfrm>
        </p:spPr>
        <p:txBody>
          <a:bodyPr>
            <a:normAutofit/>
          </a:bodyPr>
          <a:lstStyle/>
          <a:p>
            <a:pPr algn="just"/>
            <a:r>
              <a:rPr lang="en-MY" sz="3600" dirty="0">
                <a:latin typeface="Amasis MT Pro Black" panose="02040A04050005020304" pitchFamily="18" charset="0"/>
              </a:rPr>
              <a:t>Course Structures: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790FC-620D-E0D5-1801-50AF776E9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4408" y="966651"/>
            <a:ext cx="10058400" cy="4275426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b="1" dirty="0">
                <a:solidFill>
                  <a:srgbClr val="000000"/>
                </a:solidFill>
              </a:rPr>
              <a:t>Lecture Session (2 hours per week):</a:t>
            </a:r>
          </a:p>
          <a:p>
            <a:pPr marL="0" indent="0" algn="just">
              <a:buNone/>
            </a:pPr>
            <a:endParaRPr lang="en-US" sz="2400" dirty="0">
              <a:solidFill>
                <a:srgbClr val="000000"/>
              </a:solidFill>
            </a:endParaRPr>
          </a:p>
          <a:p>
            <a:pPr marL="0" indent="0" algn="just">
              <a:buNone/>
            </a:pPr>
            <a:endParaRPr lang="en-US" sz="2200" dirty="0">
              <a:solidFill>
                <a:srgbClr val="000000"/>
              </a:solidFill>
            </a:endParaRPr>
          </a:p>
          <a:p>
            <a:pPr marL="0" indent="0" algn="just">
              <a:buNone/>
            </a:pPr>
            <a:endParaRPr lang="en-US" sz="2400" b="1" dirty="0" smtClean="0">
              <a:solidFill>
                <a:srgbClr val="000000"/>
              </a:solidFill>
            </a:endParaRPr>
          </a:p>
          <a:p>
            <a:pPr marL="0" indent="0" algn="just">
              <a:buNone/>
            </a:pPr>
            <a:r>
              <a:rPr lang="en-US" sz="2400" b="1" dirty="0" smtClean="0">
                <a:solidFill>
                  <a:srgbClr val="000000"/>
                </a:solidFill>
              </a:rPr>
              <a:t>Tutorial </a:t>
            </a:r>
            <a:r>
              <a:rPr lang="en-US" sz="2400" b="1" dirty="0">
                <a:solidFill>
                  <a:srgbClr val="000000"/>
                </a:solidFill>
              </a:rPr>
              <a:t>Sessions (2 hours per week): 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400" b="1" dirty="0">
              <a:solidFill>
                <a:srgbClr val="000000"/>
              </a:solidFill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7453AB1-2885-08C7-1136-8A72C3A6DC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7000283"/>
              </p:ext>
            </p:extLst>
          </p:nvPr>
        </p:nvGraphicFramePr>
        <p:xfrm>
          <a:off x="1357296" y="1365748"/>
          <a:ext cx="9737424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4356">
                  <a:extLst>
                    <a:ext uri="{9D8B030D-6E8A-4147-A177-3AD203B41FA5}">
                      <a16:colId xmlns:a16="http://schemas.microsoft.com/office/drawing/2014/main" val="1766557164"/>
                    </a:ext>
                  </a:extLst>
                </a:gridCol>
                <a:gridCol w="2434356">
                  <a:extLst>
                    <a:ext uri="{9D8B030D-6E8A-4147-A177-3AD203B41FA5}">
                      <a16:colId xmlns:a16="http://schemas.microsoft.com/office/drawing/2014/main" val="253309270"/>
                    </a:ext>
                  </a:extLst>
                </a:gridCol>
                <a:gridCol w="2434356">
                  <a:extLst>
                    <a:ext uri="{9D8B030D-6E8A-4147-A177-3AD203B41FA5}">
                      <a16:colId xmlns:a16="http://schemas.microsoft.com/office/drawing/2014/main" val="4085755773"/>
                    </a:ext>
                  </a:extLst>
                </a:gridCol>
                <a:gridCol w="2434356">
                  <a:extLst>
                    <a:ext uri="{9D8B030D-6E8A-4147-A177-3AD203B41FA5}">
                      <a16:colId xmlns:a16="http://schemas.microsoft.com/office/drawing/2014/main" val="1697038596"/>
                    </a:ext>
                  </a:extLst>
                </a:gridCol>
              </a:tblGrid>
              <a:tr h="334186">
                <a:tc>
                  <a:txBody>
                    <a:bodyPr/>
                    <a:lstStyle/>
                    <a:p>
                      <a:pPr algn="ctr"/>
                      <a:r>
                        <a:rPr lang="en-MY" sz="2000" dirty="0"/>
                        <a:t>Lecture Group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000" dirty="0"/>
                        <a:t>Day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000" dirty="0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000" dirty="0"/>
                        <a:t>Venue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4576781"/>
                  </a:ext>
                </a:extLst>
              </a:tr>
              <a:tr h="334186">
                <a:tc>
                  <a:txBody>
                    <a:bodyPr/>
                    <a:lstStyle/>
                    <a:p>
                      <a:pPr algn="ctr"/>
                      <a:r>
                        <a:rPr lang="en-MY" sz="2000" b="1" dirty="0"/>
                        <a:t>TC1L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Thursday</a:t>
                      </a:r>
                      <a:r>
                        <a:rPr lang="en-US" sz="2000" b="1" baseline="0" dirty="0" smtClean="0"/>
                        <a:t> </a:t>
                      </a:r>
                      <a:endParaRPr lang="en-MY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000" b="1" dirty="0" smtClean="0"/>
                        <a:t>6 pm to 8pm</a:t>
                      </a:r>
                      <a:endParaRPr lang="en-MY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 smtClean="0"/>
                        <a:t>CNMX</a:t>
                      </a:r>
                      <a:r>
                        <a:rPr lang="en-US" sz="2000" b="1" baseline="0" dirty="0" smtClean="0"/>
                        <a:t> 1004</a:t>
                      </a:r>
                      <a:endParaRPr lang="en-MY" sz="20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0872640"/>
                  </a:ext>
                </a:extLst>
              </a:tr>
              <a:tr h="33418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TC2L</a:t>
                      </a:r>
                      <a:endParaRPr lang="en-MY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Friday</a:t>
                      </a:r>
                      <a:endParaRPr lang="en-MY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10am-12 am</a:t>
                      </a:r>
                      <a:endParaRPr lang="en-MY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 smtClean="0"/>
                        <a:t>AR1009</a:t>
                      </a:r>
                      <a:r>
                        <a:rPr lang="en-US" sz="2000" b="1" baseline="0" dirty="0" smtClean="0"/>
                        <a:t>-FCI</a:t>
                      </a:r>
                      <a:endParaRPr lang="en-MY" sz="20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6695130"/>
                  </a:ext>
                </a:extLst>
              </a:tr>
            </a:tbl>
          </a:graphicData>
        </a:graphic>
      </p:graphicFrame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07453AB1-2885-08C7-1136-8A72C3A6DC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6318682"/>
              </p:ext>
            </p:extLst>
          </p:nvPr>
        </p:nvGraphicFramePr>
        <p:xfrm>
          <a:off x="1347346" y="3265715"/>
          <a:ext cx="9737424" cy="28999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4356">
                  <a:extLst>
                    <a:ext uri="{9D8B030D-6E8A-4147-A177-3AD203B41FA5}">
                      <a16:colId xmlns:a16="http://schemas.microsoft.com/office/drawing/2014/main" val="1766557164"/>
                    </a:ext>
                  </a:extLst>
                </a:gridCol>
                <a:gridCol w="2434356">
                  <a:extLst>
                    <a:ext uri="{9D8B030D-6E8A-4147-A177-3AD203B41FA5}">
                      <a16:colId xmlns:a16="http://schemas.microsoft.com/office/drawing/2014/main" val="253309270"/>
                    </a:ext>
                  </a:extLst>
                </a:gridCol>
                <a:gridCol w="2434356">
                  <a:extLst>
                    <a:ext uri="{9D8B030D-6E8A-4147-A177-3AD203B41FA5}">
                      <a16:colId xmlns:a16="http://schemas.microsoft.com/office/drawing/2014/main" val="4085755773"/>
                    </a:ext>
                  </a:extLst>
                </a:gridCol>
                <a:gridCol w="2434356">
                  <a:extLst>
                    <a:ext uri="{9D8B030D-6E8A-4147-A177-3AD203B41FA5}">
                      <a16:colId xmlns:a16="http://schemas.microsoft.com/office/drawing/2014/main" val="1697038596"/>
                    </a:ext>
                  </a:extLst>
                </a:gridCol>
              </a:tblGrid>
              <a:tr h="522513">
                <a:tc>
                  <a:txBody>
                    <a:bodyPr/>
                    <a:lstStyle/>
                    <a:p>
                      <a:pPr algn="ctr"/>
                      <a:r>
                        <a:rPr lang="en-MY" sz="2000" dirty="0" smtClean="0"/>
                        <a:t>Tutorial Group</a:t>
                      </a:r>
                      <a:endParaRPr lang="en-MY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000" dirty="0"/>
                        <a:t>Day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000" dirty="0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000" dirty="0"/>
                        <a:t>Venue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4576781"/>
                  </a:ext>
                </a:extLst>
              </a:tr>
              <a:tr h="33418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TT1L</a:t>
                      </a:r>
                      <a:endParaRPr lang="en-MY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Wednesday</a:t>
                      </a:r>
                      <a:endParaRPr lang="en-MY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12 – 2 pm</a:t>
                      </a:r>
                      <a:endParaRPr lang="en-MY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 smtClean="0"/>
                        <a:t>AR2005 Cisco </a:t>
                      </a:r>
                      <a:endParaRPr lang="en-MY" sz="20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0872640"/>
                  </a:ext>
                </a:extLst>
              </a:tr>
              <a:tr h="33418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TT2L</a:t>
                      </a:r>
                      <a:endParaRPr lang="en-MY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Tuesday</a:t>
                      </a:r>
                      <a:endParaRPr lang="en-MY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8am</a:t>
                      </a:r>
                      <a:r>
                        <a:rPr lang="en-US" sz="2000" b="1" baseline="0" dirty="0" smtClean="0"/>
                        <a:t> – 10 am</a:t>
                      </a:r>
                      <a:endParaRPr lang="en-MY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 smtClean="0"/>
                        <a:t>AR2005</a:t>
                      </a:r>
                      <a:r>
                        <a:rPr lang="en-US" sz="2000" b="1" baseline="0" dirty="0" smtClean="0"/>
                        <a:t> Cisco</a:t>
                      </a:r>
                      <a:endParaRPr lang="en-US" sz="2000" b="1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6695130"/>
                  </a:ext>
                </a:extLst>
              </a:tr>
              <a:tr h="33418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TT3L</a:t>
                      </a:r>
                      <a:endParaRPr lang="en-MY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Friday</a:t>
                      </a:r>
                      <a:endParaRPr lang="en-MY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5pm-7</a:t>
                      </a:r>
                      <a:r>
                        <a:rPr lang="en-US" sz="2000" b="1" baseline="0" dirty="0" smtClean="0"/>
                        <a:t> pm</a:t>
                      </a:r>
                      <a:endParaRPr lang="en-MY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 smtClean="0"/>
                        <a:t>AR2003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6454510"/>
                  </a:ext>
                </a:extLst>
              </a:tr>
              <a:tr h="33418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TT4L</a:t>
                      </a:r>
                      <a:endParaRPr lang="en-MY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Wednesday</a:t>
                      </a:r>
                      <a:endParaRPr lang="en-MY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4pm</a:t>
                      </a:r>
                      <a:r>
                        <a:rPr lang="en-US" sz="2000" b="1" baseline="0" dirty="0" smtClean="0"/>
                        <a:t> to 6 pm</a:t>
                      </a:r>
                      <a:endParaRPr lang="en-MY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 smtClean="0"/>
                        <a:t>AR2003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890853"/>
                  </a:ext>
                </a:extLst>
              </a:tr>
              <a:tr h="33418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TT5L</a:t>
                      </a:r>
                      <a:endParaRPr lang="en-MY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Tuesday</a:t>
                      </a:r>
                      <a:endParaRPr lang="en-MY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4pm to 6pm</a:t>
                      </a:r>
                      <a:endParaRPr lang="en-MY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 smtClean="0"/>
                        <a:t>AR2003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8289180"/>
                  </a:ext>
                </a:extLst>
              </a:tr>
              <a:tr h="33418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TT6L</a:t>
                      </a:r>
                      <a:endParaRPr lang="en-MY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Monday</a:t>
                      </a:r>
                      <a:endParaRPr lang="en-MY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4pm to 6pm</a:t>
                      </a:r>
                      <a:endParaRPr lang="en-MY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 smtClean="0"/>
                        <a:t>AR2003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2671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5091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54045-A1B3-E1EC-4411-B9F03A136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n-MY" sz="3600" dirty="0">
                <a:latin typeface="Amasis MT Pro Black" panose="02040A04050005020304" pitchFamily="18" charset="0"/>
              </a:rPr>
              <a:t>Main Reference Books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790FC-620D-E0D5-1801-50AF776E9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solidFill>
                  <a:srgbClr val="000000"/>
                </a:solidFill>
              </a:rPr>
              <a:t>Stallings, W. (2020). Cryptography and Network Security: Principles and Practice (8th ed.). Pearson.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 err="1">
                <a:solidFill>
                  <a:srgbClr val="000000"/>
                </a:solidFill>
              </a:rPr>
              <a:t>Forouzan</a:t>
            </a:r>
            <a:r>
              <a:rPr lang="en-US" sz="2400" dirty="0">
                <a:solidFill>
                  <a:srgbClr val="000000"/>
                </a:solidFill>
              </a:rPr>
              <a:t>, B. A. &amp; Mukhopadhyay, D. (2015). Cryptography &amp; Network Security (3rd ed.). McGraw-Hill.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solidFill>
                  <a:srgbClr val="000000"/>
                </a:solidFill>
              </a:rPr>
              <a:t>Stinson, D. R. &amp; Paterson, M. (2019). Cryptography: Theory and Practice (4th ed.). Taylor &amp; Francis.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 err="1">
                <a:solidFill>
                  <a:srgbClr val="000000"/>
                </a:solidFill>
              </a:rPr>
              <a:t>Kahate</a:t>
            </a:r>
            <a:r>
              <a:rPr lang="en-US" sz="2400" dirty="0">
                <a:solidFill>
                  <a:srgbClr val="000000"/>
                </a:solidFill>
              </a:rPr>
              <a:t>, A. (2019). Cryptography and Network Security (4th ed.). McGraw-Hill.</a:t>
            </a:r>
          </a:p>
        </p:txBody>
      </p:sp>
    </p:spTree>
    <p:extLst>
      <p:ext uri="{BB962C8B-B14F-4D97-AF65-F5344CB8AC3E}">
        <p14:creationId xmlns:p14="http://schemas.microsoft.com/office/powerpoint/2010/main" val="106332122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FA374375A648B43BE2F504427ACA368" ma:contentTypeVersion="15" ma:contentTypeDescription="Create a new document." ma:contentTypeScope="" ma:versionID="013dc5019cb378d6f3b4beb94fb7cf4e">
  <xsd:schema xmlns:xsd="http://www.w3.org/2001/XMLSchema" xmlns:xs="http://www.w3.org/2001/XMLSchema" xmlns:p="http://schemas.microsoft.com/office/2006/metadata/properties" xmlns:ns2="6da64911-38d9-4b77-b6d0-85c58d59eee7" xmlns:ns3="c14bfc95-5fc1-4e5f-aee2-c8976470c7fa" targetNamespace="http://schemas.microsoft.com/office/2006/metadata/properties" ma:root="true" ma:fieldsID="ea8c4da17c1bbcf1ebea871cf52d131d" ns2:_="" ns3:_="">
    <xsd:import namespace="6da64911-38d9-4b77-b6d0-85c58d59eee7"/>
    <xsd:import namespace="c14bfc95-5fc1-4e5f-aee2-c8976470c7fa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a64911-38d9-4b77-b6d0-85c58d59eee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df6769d7-3c27-4ceb-9c12-0647dbcb441e}" ma:internalName="TaxCatchAll" ma:showField="CatchAllData" ma:web="6da64911-38d9-4b77-b6d0-85c58d59ee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4bfc95-5fc1-4e5f-aee2-c8976470c7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a47f1639-9130-493c-b0f7-7f4b51b1a9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14bfc95-5fc1-4e5f-aee2-c8976470c7fa">
      <Terms xmlns="http://schemas.microsoft.com/office/infopath/2007/PartnerControls"/>
    </lcf76f155ced4ddcb4097134ff3c332f>
    <TaxCatchAll xmlns="6da64911-38d9-4b77-b6d0-85c58d59eee7" xsi:nil="true"/>
  </documentManagement>
</p:properties>
</file>

<file path=customXml/itemProps1.xml><?xml version="1.0" encoding="utf-8"?>
<ds:datastoreItem xmlns:ds="http://schemas.openxmlformats.org/officeDocument/2006/customXml" ds:itemID="{373C1051-B297-4612-93FC-29738B33012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0FD8CD4-67B9-4C38-9C64-67973490537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da64911-38d9-4b77-b6d0-85c58d59eee7"/>
    <ds:schemaRef ds:uri="c14bfc95-5fc1-4e5f-aee2-c8976470c7f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7F21368-EBB3-46A3-A902-DAEE0AA9C29D}">
  <ds:schemaRefs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purl.org/dc/elements/1.1/"/>
    <ds:schemaRef ds:uri="http://www.w3.org/XML/1998/namespace"/>
    <ds:schemaRef ds:uri="6da64911-38d9-4b77-b6d0-85c58d59eee7"/>
    <ds:schemaRef ds:uri="http://purl.org/dc/terms/"/>
    <ds:schemaRef ds:uri="http://purl.org/dc/dcmitype/"/>
    <ds:schemaRef ds:uri="http://schemas.openxmlformats.org/package/2006/metadata/core-properties"/>
    <ds:schemaRef ds:uri="c14bfc95-5fc1-4e5f-aee2-c8976470c7f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506</TotalTime>
  <Words>563</Words>
  <Application>Microsoft Office PowerPoint</Application>
  <PresentationFormat>Widescreen</PresentationFormat>
  <Paragraphs>89</Paragraphs>
  <Slides>8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宋体</vt:lpstr>
      <vt:lpstr>ADLaM Display</vt:lpstr>
      <vt:lpstr>Amasis MT Pro Black</vt:lpstr>
      <vt:lpstr>Calibri</vt:lpstr>
      <vt:lpstr>Calibri Light</vt:lpstr>
      <vt:lpstr>Inter</vt:lpstr>
      <vt:lpstr>Wingdings</vt:lpstr>
      <vt:lpstr>Retrospect</vt:lpstr>
      <vt:lpstr>CCS6314</vt:lpstr>
      <vt:lpstr>What is Cryptography ?</vt:lpstr>
      <vt:lpstr>What is Data Security ?</vt:lpstr>
      <vt:lpstr>So why are they important ?</vt:lpstr>
      <vt:lpstr>Syllabus Contents:</vt:lpstr>
      <vt:lpstr>Course Content:</vt:lpstr>
      <vt:lpstr>Course Structures:</vt:lpstr>
      <vt:lpstr>Main Reference Books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TCS3351</dc:title>
  <dc:creator>Tea Boon Chian</dc:creator>
  <cp:lastModifiedBy>Chan Wai Kok</cp:lastModifiedBy>
  <cp:revision>3</cp:revision>
  <dcterms:created xsi:type="dcterms:W3CDTF">2023-10-13T06:12:26Z</dcterms:created>
  <dcterms:modified xsi:type="dcterms:W3CDTF">2025-11-05T04:14:19Z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0x0101009FA374375A648B43BE2F504427ACA368</vt:lpwstr>
  </property>
</Properties>
</file>