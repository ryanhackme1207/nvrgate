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87" r:id="rId5"/>
    <p:sldId id="288" r:id="rId6"/>
    <p:sldId id="289" r:id="rId7"/>
    <p:sldId id="327" r:id="rId8"/>
    <p:sldId id="328" r:id="rId9"/>
    <p:sldId id="329" r:id="rId10"/>
    <p:sldId id="330" r:id="rId11"/>
    <p:sldId id="317" r:id="rId12"/>
    <p:sldId id="291" r:id="rId13"/>
    <p:sldId id="292" r:id="rId14"/>
    <p:sldId id="293" r:id="rId15"/>
    <p:sldId id="318" r:id="rId16"/>
    <p:sldId id="294" r:id="rId17"/>
    <p:sldId id="295" r:id="rId18"/>
    <p:sldId id="296" r:id="rId19"/>
    <p:sldId id="297" r:id="rId20"/>
    <p:sldId id="319" r:id="rId21"/>
    <p:sldId id="298" r:id="rId22"/>
    <p:sldId id="320" r:id="rId23"/>
    <p:sldId id="299" r:id="rId24"/>
    <p:sldId id="321" r:id="rId25"/>
    <p:sldId id="300" r:id="rId26"/>
    <p:sldId id="322" r:id="rId27"/>
    <p:sldId id="301" r:id="rId28"/>
    <p:sldId id="302" r:id="rId29"/>
    <p:sldId id="323" r:id="rId30"/>
    <p:sldId id="303" r:id="rId31"/>
    <p:sldId id="324" r:id="rId32"/>
    <p:sldId id="304" r:id="rId33"/>
    <p:sldId id="305" r:id="rId34"/>
    <p:sldId id="307" r:id="rId35"/>
    <p:sldId id="309" r:id="rId36"/>
    <p:sldId id="325" r:id="rId37"/>
    <p:sldId id="310" r:id="rId38"/>
    <p:sldId id="326" r:id="rId39"/>
    <p:sldId id="311" r:id="rId40"/>
    <p:sldId id="331" r:id="rId41"/>
    <p:sldId id="313" r:id="rId42"/>
    <p:sldId id="312" r:id="rId43"/>
    <p:sldId id="314" r:id="rId44"/>
    <p:sldId id="315" r:id="rId45"/>
    <p:sldId id="332" r:id="rId46"/>
    <p:sldId id="336" r:id="rId47"/>
    <p:sldId id="316" r:id="rId48"/>
    <p:sldId id="337" r:id="rId49"/>
    <p:sldId id="333" r:id="rId50"/>
    <p:sldId id="334" r:id="rId51"/>
    <p:sldId id="335" r:id="rId52"/>
    <p:sldId id="338" r:id="rId53"/>
    <p:sldId id="339" r:id="rId54"/>
    <p:sldId id="340" r:id="rId55"/>
    <p:sldId id="341" r:id="rId56"/>
    <p:sldId id="285" r:id="rId57"/>
    <p:sldId id="286" r:id="rId58"/>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4914B-1D0A-409E-BF10-B02BD2274DD3}" v="4" dt="2024-06-06T11:48:31.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67"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65"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 Boon Chian" userId="ab84e6a5-2079-4f96-af03-c8dde00dcc75" providerId="ADAL" clId="{86F7CDD9-790D-4004-90DF-7F298483A2D1}"/>
    <pc:docChg chg="undo redo custSel addSld delSld modSld sldOrd">
      <pc:chgData name="Tea Boon Chian" userId="ab84e6a5-2079-4f96-af03-c8dde00dcc75" providerId="ADAL" clId="{86F7CDD9-790D-4004-90DF-7F298483A2D1}" dt="2024-01-19T06:38:50.709" v="12336" actId="20577"/>
      <pc:docMkLst>
        <pc:docMk/>
      </pc:docMkLst>
      <pc:sldChg chg="modSp mod">
        <pc:chgData name="Tea Boon Chian" userId="ab84e6a5-2079-4f96-af03-c8dde00dcc75" providerId="ADAL" clId="{86F7CDD9-790D-4004-90DF-7F298483A2D1}" dt="2023-12-24T09:15:56.299" v="22" actId="404"/>
        <pc:sldMkLst>
          <pc:docMk/>
          <pc:sldMk cId="627900048" sldId="256"/>
        </pc:sldMkLst>
        <pc:spChg chg="mod">
          <ac:chgData name="Tea Boon Chian" userId="ab84e6a5-2079-4f96-af03-c8dde00dcc75" providerId="ADAL" clId="{86F7CDD9-790D-4004-90DF-7F298483A2D1}" dt="2023-12-24T09:15:51.597" v="19" actId="1076"/>
          <ac:spMkLst>
            <pc:docMk/>
            <pc:sldMk cId="627900048" sldId="256"/>
            <ac:spMk id="2" creationId="{B4F17130-9E88-D456-DB61-A0F994E75D38}"/>
          </ac:spMkLst>
        </pc:spChg>
        <pc:spChg chg="mod">
          <ac:chgData name="Tea Boon Chian" userId="ab84e6a5-2079-4f96-af03-c8dde00dcc75" providerId="ADAL" clId="{86F7CDD9-790D-4004-90DF-7F298483A2D1}" dt="2023-12-24T09:15:56.299" v="22" actId="404"/>
          <ac:spMkLst>
            <pc:docMk/>
            <pc:sldMk cId="627900048" sldId="256"/>
            <ac:spMk id="3" creationId="{6A28697E-FF08-6E52-43C2-273023FC734F}"/>
          </ac:spMkLst>
        </pc:spChg>
        <pc:picChg chg="mod">
          <ac:chgData name="Tea Boon Chian" userId="ab84e6a5-2079-4f96-af03-c8dde00dcc75" providerId="ADAL" clId="{86F7CDD9-790D-4004-90DF-7F298483A2D1}" dt="2023-12-24T09:15:41.801" v="17" actId="1076"/>
          <ac:picMkLst>
            <pc:docMk/>
            <pc:sldMk cId="627900048" sldId="256"/>
            <ac:picMk id="1032" creationId="{9939EACA-10C5-61C5-30E5-1819DAEFF959}"/>
          </ac:picMkLst>
        </pc:picChg>
      </pc:sldChg>
      <pc:sldChg chg="modSp mod">
        <pc:chgData name="Tea Boon Chian" userId="ab84e6a5-2079-4f96-af03-c8dde00dcc75" providerId="ADAL" clId="{86F7CDD9-790D-4004-90DF-7F298483A2D1}" dt="2023-12-25T15:41:28.256" v="12232" actId="20577"/>
        <pc:sldMkLst>
          <pc:docMk/>
          <pc:sldMk cId="570469612" sldId="257"/>
        </pc:sldMkLst>
        <pc:spChg chg="mod">
          <ac:chgData name="Tea Boon Chian" userId="ab84e6a5-2079-4f96-af03-c8dde00dcc75" providerId="ADAL" clId="{86F7CDD9-790D-4004-90DF-7F298483A2D1}" dt="2023-12-24T09:24:00.177" v="659" actId="14100"/>
          <ac:spMkLst>
            <pc:docMk/>
            <pc:sldMk cId="570469612" sldId="257"/>
            <ac:spMk id="2" creationId="{846D78BD-5F76-1834-1315-09627F34DFA5}"/>
          </ac:spMkLst>
        </pc:spChg>
        <pc:spChg chg="mod">
          <ac:chgData name="Tea Boon Chian" userId="ab84e6a5-2079-4f96-af03-c8dde00dcc75" providerId="ADAL" clId="{86F7CDD9-790D-4004-90DF-7F298483A2D1}" dt="2023-12-25T15:41:28.256" v="12232" actId="20577"/>
          <ac:spMkLst>
            <pc:docMk/>
            <pc:sldMk cId="570469612" sldId="257"/>
            <ac:spMk id="3" creationId="{3B6F83EF-398F-BCF6-FC28-819F7DAFF818}"/>
          </ac:spMkLst>
        </pc:spChg>
      </pc:sldChg>
      <pc:sldChg chg="modSp add mod">
        <pc:chgData name="Tea Boon Chian" userId="ab84e6a5-2079-4f96-af03-c8dde00dcc75" providerId="ADAL" clId="{86F7CDD9-790D-4004-90DF-7F298483A2D1}" dt="2023-12-26T00:56:01.520" v="12335" actId="20577"/>
        <pc:sldMkLst>
          <pc:docMk/>
          <pc:sldMk cId="1830208769" sldId="258"/>
        </pc:sldMkLst>
        <pc:spChg chg="mod">
          <ac:chgData name="Tea Boon Chian" userId="ab84e6a5-2079-4f96-af03-c8dde00dcc75" providerId="ADAL" clId="{86F7CDD9-790D-4004-90DF-7F298483A2D1}" dt="2023-12-24T09:23:55.272" v="658" actId="14100"/>
          <ac:spMkLst>
            <pc:docMk/>
            <pc:sldMk cId="1830208769" sldId="258"/>
            <ac:spMk id="2" creationId="{846D78BD-5F76-1834-1315-09627F34DFA5}"/>
          </ac:spMkLst>
        </pc:spChg>
        <pc:spChg chg="mod">
          <ac:chgData name="Tea Boon Chian" userId="ab84e6a5-2079-4f96-af03-c8dde00dcc75" providerId="ADAL" clId="{86F7CDD9-790D-4004-90DF-7F298483A2D1}" dt="2023-12-26T00:56:01.520" v="12335" actId="20577"/>
          <ac:spMkLst>
            <pc:docMk/>
            <pc:sldMk cId="1830208769" sldId="258"/>
            <ac:spMk id="3" creationId="{3B6F83EF-398F-BCF6-FC28-819F7DAFF818}"/>
          </ac:spMkLst>
        </pc:spChg>
      </pc:sldChg>
      <pc:sldChg chg="add del">
        <pc:chgData name="Tea Boon Chian" userId="ab84e6a5-2079-4f96-af03-c8dde00dcc75" providerId="ADAL" clId="{86F7CDD9-790D-4004-90DF-7F298483A2D1}" dt="2023-12-24T09:23:46.914" v="632" actId="47"/>
        <pc:sldMkLst>
          <pc:docMk/>
          <pc:sldMk cId="3372479984" sldId="259"/>
        </pc:sldMkLst>
      </pc:sldChg>
      <pc:sldChg chg="add del">
        <pc:chgData name="Tea Boon Chian" userId="ab84e6a5-2079-4f96-af03-c8dde00dcc75" providerId="ADAL" clId="{86F7CDD9-790D-4004-90DF-7F298483A2D1}" dt="2023-12-24T09:23:47.414" v="633" actId="47"/>
        <pc:sldMkLst>
          <pc:docMk/>
          <pc:sldMk cId="1579890780" sldId="260"/>
        </pc:sldMkLst>
      </pc:sldChg>
      <pc:sldChg chg="add del">
        <pc:chgData name="Tea Boon Chian" userId="ab84e6a5-2079-4f96-af03-c8dde00dcc75" providerId="ADAL" clId="{86F7CDD9-790D-4004-90DF-7F298483A2D1}" dt="2023-12-24T09:23:47.445" v="634" actId="47"/>
        <pc:sldMkLst>
          <pc:docMk/>
          <pc:sldMk cId="3800590489" sldId="261"/>
        </pc:sldMkLst>
      </pc:sldChg>
      <pc:sldChg chg="add del">
        <pc:chgData name="Tea Boon Chian" userId="ab84e6a5-2079-4f96-af03-c8dde00dcc75" providerId="ADAL" clId="{86F7CDD9-790D-4004-90DF-7F298483A2D1}" dt="2023-12-24T09:23:47.476" v="635" actId="47"/>
        <pc:sldMkLst>
          <pc:docMk/>
          <pc:sldMk cId="1040318936" sldId="262"/>
        </pc:sldMkLst>
      </pc:sldChg>
      <pc:sldChg chg="add del">
        <pc:chgData name="Tea Boon Chian" userId="ab84e6a5-2079-4f96-af03-c8dde00dcc75" providerId="ADAL" clId="{86F7CDD9-790D-4004-90DF-7F298483A2D1}" dt="2023-12-24T09:23:47.508" v="636" actId="47"/>
        <pc:sldMkLst>
          <pc:docMk/>
          <pc:sldMk cId="3504785789" sldId="263"/>
        </pc:sldMkLst>
      </pc:sldChg>
      <pc:sldChg chg="add del">
        <pc:chgData name="Tea Boon Chian" userId="ab84e6a5-2079-4f96-af03-c8dde00dcc75" providerId="ADAL" clId="{86F7CDD9-790D-4004-90DF-7F298483A2D1}" dt="2023-12-24T09:23:47.539" v="637" actId="47"/>
        <pc:sldMkLst>
          <pc:docMk/>
          <pc:sldMk cId="3539784760" sldId="264"/>
        </pc:sldMkLst>
      </pc:sldChg>
      <pc:sldChg chg="add del">
        <pc:chgData name="Tea Boon Chian" userId="ab84e6a5-2079-4f96-af03-c8dde00dcc75" providerId="ADAL" clId="{86F7CDD9-790D-4004-90DF-7F298483A2D1}" dt="2023-12-24T09:23:47.570" v="638" actId="47"/>
        <pc:sldMkLst>
          <pc:docMk/>
          <pc:sldMk cId="1453955043" sldId="265"/>
        </pc:sldMkLst>
      </pc:sldChg>
      <pc:sldChg chg="add del">
        <pc:chgData name="Tea Boon Chian" userId="ab84e6a5-2079-4f96-af03-c8dde00dcc75" providerId="ADAL" clId="{86F7CDD9-790D-4004-90DF-7F298483A2D1}" dt="2023-12-24T09:23:47.601" v="639" actId="47"/>
        <pc:sldMkLst>
          <pc:docMk/>
          <pc:sldMk cId="1584050515" sldId="266"/>
        </pc:sldMkLst>
      </pc:sldChg>
      <pc:sldChg chg="add del">
        <pc:chgData name="Tea Boon Chian" userId="ab84e6a5-2079-4f96-af03-c8dde00dcc75" providerId="ADAL" clId="{86F7CDD9-790D-4004-90DF-7F298483A2D1}" dt="2023-12-24T09:23:47.633" v="640" actId="47"/>
        <pc:sldMkLst>
          <pc:docMk/>
          <pc:sldMk cId="2064876473" sldId="267"/>
        </pc:sldMkLst>
      </pc:sldChg>
      <pc:sldChg chg="add del">
        <pc:chgData name="Tea Boon Chian" userId="ab84e6a5-2079-4f96-af03-c8dde00dcc75" providerId="ADAL" clId="{86F7CDD9-790D-4004-90DF-7F298483A2D1}" dt="2023-12-24T09:23:47.664" v="641" actId="47"/>
        <pc:sldMkLst>
          <pc:docMk/>
          <pc:sldMk cId="2948177435" sldId="268"/>
        </pc:sldMkLst>
      </pc:sldChg>
      <pc:sldChg chg="add del">
        <pc:chgData name="Tea Boon Chian" userId="ab84e6a5-2079-4f96-af03-c8dde00dcc75" providerId="ADAL" clId="{86F7CDD9-790D-4004-90DF-7F298483A2D1}" dt="2023-12-24T09:23:47.695" v="642" actId="47"/>
        <pc:sldMkLst>
          <pc:docMk/>
          <pc:sldMk cId="642119770" sldId="269"/>
        </pc:sldMkLst>
      </pc:sldChg>
      <pc:sldChg chg="add del">
        <pc:chgData name="Tea Boon Chian" userId="ab84e6a5-2079-4f96-af03-c8dde00dcc75" providerId="ADAL" clId="{86F7CDD9-790D-4004-90DF-7F298483A2D1}" dt="2023-12-24T09:23:47.726" v="643" actId="47"/>
        <pc:sldMkLst>
          <pc:docMk/>
          <pc:sldMk cId="94345194" sldId="270"/>
        </pc:sldMkLst>
      </pc:sldChg>
      <pc:sldChg chg="add del">
        <pc:chgData name="Tea Boon Chian" userId="ab84e6a5-2079-4f96-af03-c8dde00dcc75" providerId="ADAL" clId="{86F7CDD9-790D-4004-90DF-7F298483A2D1}" dt="2023-12-24T09:23:47.758" v="644" actId="47"/>
        <pc:sldMkLst>
          <pc:docMk/>
          <pc:sldMk cId="3468780863" sldId="271"/>
        </pc:sldMkLst>
      </pc:sldChg>
      <pc:sldChg chg="add del">
        <pc:chgData name="Tea Boon Chian" userId="ab84e6a5-2079-4f96-af03-c8dde00dcc75" providerId="ADAL" clId="{86F7CDD9-790D-4004-90DF-7F298483A2D1}" dt="2023-12-24T09:23:47.789" v="645" actId="47"/>
        <pc:sldMkLst>
          <pc:docMk/>
          <pc:sldMk cId="3461476793" sldId="272"/>
        </pc:sldMkLst>
      </pc:sldChg>
      <pc:sldChg chg="add del">
        <pc:chgData name="Tea Boon Chian" userId="ab84e6a5-2079-4f96-af03-c8dde00dcc75" providerId="ADAL" clId="{86F7CDD9-790D-4004-90DF-7F298483A2D1}" dt="2023-12-24T09:23:47.836" v="646" actId="47"/>
        <pc:sldMkLst>
          <pc:docMk/>
          <pc:sldMk cId="862862745" sldId="273"/>
        </pc:sldMkLst>
      </pc:sldChg>
      <pc:sldChg chg="add del">
        <pc:chgData name="Tea Boon Chian" userId="ab84e6a5-2079-4f96-af03-c8dde00dcc75" providerId="ADAL" clId="{86F7CDD9-790D-4004-90DF-7F298483A2D1}" dt="2023-12-24T09:23:47.867" v="647" actId="47"/>
        <pc:sldMkLst>
          <pc:docMk/>
          <pc:sldMk cId="2329336983" sldId="274"/>
        </pc:sldMkLst>
      </pc:sldChg>
      <pc:sldChg chg="add del">
        <pc:chgData name="Tea Boon Chian" userId="ab84e6a5-2079-4f96-af03-c8dde00dcc75" providerId="ADAL" clId="{86F7CDD9-790D-4004-90DF-7F298483A2D1}" dt="2023-12-24T09:23:48.211" v="648" actId="47"/>
        <pc:sldMkLst>
          <pc:docMk/>
          <pc:sldMk cId="3151050884" sldId="275"/>
        </pc:sldMkLst>
      </pc:sldChg>
      <pc:sldChg chg="add del">
        <pc:chgData name="Tea Boon Chian" userId="ab84e6a5-2079-4f96-af03-c8dde00dcc75" providerId="ADAL" clId="{86F7CDD9-790D-4004-90DF-7F298483A2D1}" dt="2023-12-24T09:23:48.851" v="649" actId="47"/>
        <pc:sldMkLst>
          <pc:docMk/>
          <pc:sldMk cId="1298324089" sldId="276"/>
        </pc:sldMkLst>
      </pc:sldChg>
      <pc:sldChg chg="add del">
        <pc:chgData name="Tea Boon Chian" userId="ab84e6a5-2079-4f96-af03-c8dde00dcc75" providerId="ADAL" clId="{86F7CDD9-790D-4004-90DF-7F298483A2D1}" dt="2023-12-24T09:23:48.961" v="650" actId="47"/>
        <pc:sldMkLst>
          <pc:docMk/>
          <pc:sldMk cId="2015538868" sldId="277"/>
        </pc:sldMkLst>
      </pc:sldChg>
      <pc:sldChg chg="add del">
        <pc:chgData name="Tea Boon Chian" userId="ab84e6a5-2079-4f96-af03-c8dde00dcc75" providerId="ADAL" clId="{86F7CDD9-790D-4004-90DF-7F298483A2D1}" dt="2023-12-24T09:23:49.117" v="651" actId="47"/>
        <pc:sldMkLst>
          <pc:docMk/>
          <pc:sldMk cId="3674764832" sldId="278"/>
        </pc:sldMkLst>
      </pc:sldChg>
      <pc:sldChg chg="add del">
        <pc:chgData name="Tea Boon Chian" userId="ab84e6a5-2079-4f96-af03-c8dde00dcc75" providerId="ADAL" clId="{86F7CDD9-790D-4004-90DF-7F298483A2D1}" dt="2023-12-24T09:23:49.226" v="652" actId="47"/>
        <pc:sldMkLst>
          <pc:docMk/>
          <pc:sldMk cId="1478514127" sldId="279"/>
        </pc:sldMkLst>
      </pc:sldChg>
      <pc:sldChg chg="add del">
        <pc:chgData name="Tea Boon Chian" userId="ab84e6a5-2079-4f96-af03-c8dde00dcc75" providerId="ADAL" clId="{86F7CDD9-790D-4004-90DF-7F298483A2D1}" dt="2023-12-24T09:23:49.695" v="653" actId="47"/>
        <pc:sldMkLst>
          <pc:docMk/>
          <pc:sldMk cId="3564514800" sldId="280"/>
        </pc:sldMkLst>
      </pc:sldChg>
      <pc:sldChg chg="add del">
        <pc:chgData name="Tea Boon Chian" userId="ab84e6a5-2079-4f96-af03-c8dde00dcc75" providerId="ADAL" clId="{86F7CDD9-790D-4004-90DF-7F298483A2D1}" dt="2023-12-24T09:23:49.882" v="654" actId="47"/>
        <pc:sldMkLst>
          <pc:docMk/>
          <pc:sldMk cId="567280218" sldId="281"/>
        </pc:sldMkLst>
      </pc:sldChg>
      <pc:sldChg chg="add del">
        <pc:chgData name="Tea Boon Chian" userId="ab84e6a5-2079-4f96-af03-c8dde00dcc75" providerId="ADAL" clId="{86F7CDD9-790D-4004-90DF-7F298483A2D1}" dt="2023-12-24T09:23:50.038" v="655" actId="47"/>
        <pc:sldMkLst>
          <pc:docMk/>
          <pc:sldMk cId="687032901" sldId="282"/>
        </pc:sldMkLst>
      </pc:sldChg>
      <pc:sldChg chg="add del">
        <pc:chgData name="Tea Boon Chian" userId="ab84e6a5-2079-4f96-af03-c8dde00dcc75" providerId="ADAL" clId="{86F7CDD9-790D-4004-90DF-7F298483A2D1}" dt="2023-12-24T09:23:50.210" v="656" actId="47"/>
        <pc:sldMkLst>
          <pc:docMk/>
          <pc:sldMk cId="2268946743" sldId="283"/>
        </pc:sldMkLst>
      </pc:sldChg>
      <pc:sldChg chg="add del">
        <pc:chgData name="Tea Boon Chian" userId="ab84e6a5-2079-4f96-af03-c8dde00dcc75" providerId="ADAL" clId="{86F7CDD9-790D-4004-90DF-7F298483A2D1}" dt="2023-12-24T09:23:50.585" v="657" actId="47"/>
        <pc:sldMkLst>
          <pc:docMk/>
          <pc:sldMk cId="1052630090" sldId="284"/>
        </pc:sldMkLst>
      </pc:sldChg>
      <pc:sldChg chg="modSp add mod">
        <pc:chgData name="Tea Boon Chian" userId="ab84e6a5-2079-4f96-af03-c8dde00dcc75" providerId="ADAL" clId="{86F7CDD9-790D-4004-90DF-7F298483A2D1}" dt="2023-12-26T00:02:12.018" v="12324"/>
        <pc:sldMkLst>
          <pc:docMk/>
          <pc:sldMk cId="1584192982" sldId="285"/>
        </pc:sldMkLst>
        <pc:spChg chg="mod">
          <ac:chgData name="Tea Boon Chian" userId="ab84e6a5-2079-4f96-af03-c8dde00dcc75" providerId="ADAL" clId="{86F7CDD9-790D-4004-90DF-7F298483A2D1}" dt="2023-12-24T09:24:11.643" v="661" actId="14100"/>
          <ac:spMkLst>
            <pc:docMk/>
            <pc:sldMk cId="1584192982" sldId="285"/>
            <ac:spMk id="2" creationId="{846D78BD-5F76-1834-1315-09627F34DFA5}"/>
          </ac:spMkLst>
        </pc:spChg>
        <pc:spChg chg="mod">
          <ac:chgData name="Tea Boon Chian" userId="ab84e6a5-2079-4f96-af03-c8dde00dcc75" providerId="ADAL" clId="{86F7CDD9-790D-4004-90DF-7F298483A2D1}" dt="2023-12-26T00:02:12.018" v="12324"/>
          <ac:spMkLst>
            <pc:docMk/>
            <pc:sldMk cId="1584192982" sldId="285"/>
            <ac:spMk id="3" creationId="{3B6F83EF-398F-BCF6-FC28-819F7DAFF818}"/>
          </ac:spMkLst>
        </pc:spChg>
      </pc:sldChg>
      <pc:sldChg chg="delSp modSp add mod ord">
        <pc:chgData name="Tea Boon Chian" userId="ab84e6a5-2079-4f96-af03-c8dde00dcc75" providerId="ADAL" clId="{86F7CDD9-790D-4004-90DF-7F298483A2D1}" dt="2023-12-25T15:41:09.286" v="12197"/>
        <pc:sldMkLst>
          <pc:docMk/>
          <pc:sldMk cId="4186246162" sldId="286"/>
        </pc:sldMkLst>
        <pc:spChg chg="mod">
          <ac:chgData name="Tea Boon Chian" userId="ab84e6a5-2079-4f96-af03-c8dde00dcc75" providerId="ADAL" clId="{86F7CDD9-790D-4004-90DF-7F298483A2D1}" dt="2023-12-24T09:24:17.533" v="662" actId="14100"/>
          <ac:spMkLst>
            <pc:docMk/>
            <pc:sldMk cId="4186246162" sldId="286"/>
            <ac:spMk id="2" creationId="{846D78BD-5F76-1834-1315-09627F34DFA5}"/>
          </ac:spMkLst>
        </pc:spChg>
        <pc:spChg chg="del">
          <ac:chgData name="Tea Boon Chian" userId="ab84e6a5-2079-4f96-af03-c8dde00dcc75" providerId="ADAL" clId="{86F7CDD9-790D-4004-90DF-7F298483A2D1}" dt="2023-12-24T09:19:59.193" v="238" actId="478"/>
          <ac:spMkLst>
            <pc:docMk/>
            <pc:sldMk cId="4186246162" sldId="286"/>
            <ac:spMk id="3" creationId="{3B6F83EF-398F-BCF6-FC28-819F7DAFF818}"/>
          </ac:spMkLst>
        </pc:spChg>
      </pc:sldChg>
      <pc:sldChg chg="addSp delSp modSp add mod">
        <pc:chgData name="Tea Boon Chian" userId="ab84e6a5-2079-4f96-af03-c8dde00dcc75" providerId="ADAL" clId="{86F7CDD9-790D-4004-90DF-7F298483A2D1}" dt="2023-12-24T17:02:13.492" v="2777" actId="1076"/>
        <pc:sldMkLst>
          <pc:docMk/>
          <pc:sldMk cId="2962067013" sldId="287"/>
        </pc:sldMkLst>
        <pc:spChg chg="mod">
          <ac:chgData name="Tea Boon Chian" userId="ab84e6a5-2079-4f96-af03-c8dde00dcc75" providerId="ADAL" clId="{86F7CDD9-790D-4004-90DF-7F298483A2D1}" dt="2023-12-24T17:02:11.922" v="2776" actId="1076"/>
          <ac:spMkLst>
            <pc:docMk/>
            <pc:sldMk cId="2962067013" sldId="287"/>
            <ac:spMk id="2" creationId="{846D78BD-5F76-1834-1315-09627F34DFA5}"/>
          </ac:spMkLst>
        </pc:spChg>
        <pc:spChg chg="del mod">
          <ac:chgData name="Tea Boon Chian" userId="ab84e6a5-2079-4f96-af03-c8dde00dcc75" providerId="ADAL" clId="{86F7CDD9-790D-4004-90DF-7F298483A2D1}" dt="2023-12-24T09:24:56.699" v="745" actId="478"/>
          <ac:spMkLst>
            <pc:docMk/>
            <pc:sldMk cId="2962067013" sldId="287"/>
            <ac:spMk id="3" creationId="{3B6F83EF-398F-BCF6-FC28-819F7DAFF818}"/>
          </ac:spMkLst>
        </pc:spChg>
        <pc:picChg chg="add mod">
          <ac:chgData name="Tea Boon Chian" userId="ab84e6a5-2079-4f96-af03-c8dde00dcc75" providerId="ADAL" clId="{86F7CDD9-790D-4004-90DF-7F298483A2D1}" dt="2023-12-24T17:02:13.492" v="2777" actId="1076"/>
          <ac:picMkLst>
            <pc:docMk/>
            <pc:sldMk cId="2962067013" sldId="287"/>
            <ac:picMk id="3" creationId="{BD77E526-FA85-4274-DC91-FB632648B3EC}"/>
          </ac:picMkLst>
        </pc:picChg>
      </pc:sldChg>
      <pc:sldChg chg="modSp add del mod">
        <pc:chgData name="Tea Boon Chian" userId="ab84e6a5-2079-4f96-af03-c8dde00dcc75" providerId="ADAL" clId="{86F7CDD9-790D-4004-90DF-7F298483A2D1}" dt="2023-12-24T09:19:10.782" v="123"/>
        <pc:sldMkLst>
          <pc:docMk/>
          <pc:sldMk cId="4249870912" sldId="287"/>
        </pc:sldMkLst>
        <pc:spChg chg="mod">
          <ac:chgData name="Tea Boon Chian" userId="ab84e6a5-2079-4f96-af03-c8dde00dcc75" providerId="ADAL" clId="{86F7CDD9-790D-4004-90DF-7F298483A2D1}" dt="2023-12-24T09:19:10.204" v="122" actId="12"/>
          <ac:spMkLst>
            <pc:docMk/>
            <pc:sldMk cId="4249870912" sldId="287"/>
            <ac:spMk id="3" creationId="{3B6F83EF-398F-BCF6-FC28-819F7DAFF818}"/>
          </ac:spMkLst>
        </pc:spChg>
      </pc:sldChg>
      <pc:sldChg chg="add del">
        <pc:chgData name="Tea Boon Chian" userId="ab84e6a5-2079-4f96-af03-c8dde00dcc75" providerId="ADAL" clId="{86F7CDD9-790D-4004-90DF-7F298483A2D1}" dt="2023-12-24T09:24:42.015" v="711" actId="47"/>
        <pc:sldMkLst>
          <pc:docMk/>
          <pc:sldMk cId="3598841023" sldId="288"/>
        </pc:sldMkLst>
      </pc:sldChg>
      <pc:sldChg chg="modSp add mod">
        <pc:chgData name="Tea Boon Chian" userId="ab84e6a5-2079-4f96-af03-c8dde00dcc75" providerId="ADAL" clId="{86F7CDD9-790D-4004-90DF-7F298483A2D1}" dt="2023-12-24T16:40:28.034" v="2004" actId="207"/>
        <pc:sldMkLst>
          <pc:docMk/>
          <pc:sldMk cId="3677019808" sldId="288"/>
        </pc:sldMkLst>
        <pc:spChg chg="mod">
          <ac:chgData name="Tea Boon Chian" userId="ab84e6a5-2079-4f96-af03-c8dde00dcc75" providerId="ADAL" clId="{86F7CDD9-790D-4004-90DF-7F298483A2D1}" dt="2023-12-24T09:25:42.673" v="797" actId="20577"/>
          <ac:spMkLst>
            <pc:docMk/>
            <pc:sldMk cId="3677019808" sldId="288"/>
            <ac:spMk id="2" creationId="{846D78BD-5F76-1834-1315-09627F34DFA5}"/>
          </ac:spMkLst>
        </pc:spChg>
        <pc:spChg chg="mod">
          <ac:chgData name="Tea Boon Chian" userId="ab84e6a5-2079-4f96-af03-c8dde00dcc75" providerId="ADAL" clId="{86F7CDD9-790D-4004-90DF-7F298483A2D1}" dt="2023-12-24T16:40:28.034" v="2004" actId="207"/>
          <ac:spMkLst>
            <pc:docMk/>
            <pc:sldMk cId="3677019808" sldId="288"/>
            <ac:spMk id="3" creationId="{3B6F83EF-398F-BCF6-FC28-819F7DAFF818}"/>
          </ac:spMkLst>
        </pc:spChg>
      </pc:sldChg>
      <pc:sldChg chg="add del">
        <pc:chgData name="Tea Boon Chian" userId="ab84e6a5-2079-4f96-af03-c8dde00dcc75" providerId="ADAL" clId="{86F7CDD9-790D-4004-90DF-7F298483A2D1}" dt="2023-12-24T09:24:42.374" v="712" actId="47"/>
        <pc:sldMkLst>
          <pc:docMk/>
          <pc:sldMk cId="55093576" sldId="289"/>
        </pc:sldMkLst>
      </pc:sldChg>
      <pc:sldChg chg="modSp add mod">
        <pc:chgData name="Tea Boon Chian" userId="ab84e6a5-2079-4f96-af03-c8dde00dcc75" providerId="ADAL" clId="{86F7CDD9-790D-4004-90DF-7F298483A2D1}" dt="2023-12-24T16:38:54.269" v="1834" actId="20577"/>
        <pc:sldMkLst>
          <pc:docMk/>
          <pc:sldMk cId="3383500112" sldId="289"/>
        </pc:sldMkLst>
        <pc:spChg chg="mod">
          <ac:chgData name="Tea Boon Chian" userId="ab84e6a5-2079-4f96-af03-c8dde00dcc75" providerId="ADAL" clId="{86F7CDD9-790D-4004-90DF-7F298483A2D1}" dt="2023-12-24T16:33:01.272" v="1174" actId="207"/>
          <ac:spMkLst>
            <pc:docMk/>
            <pc:sldMk cId="3383500112" sldId="289"/>
            <ac:spMk id="2" creationId="{846D78BD-5F76-1834-1315-09627F34DFA5}"/>
          </ac:spMkLst>
        </pc:spChg>
        <pc:spChg chg="mod">
          <ac:chgData name="Tea Boon Chian" userId="ab84e6a5-2079-4f96-af03-c8dde00dcc75" providerId="ADAL" clId="{86F7CDD9-790D-4004-90DF-7F298483A2D1}" dt="2023-12-24T16:38:54.269" v="1834" actId="20577"/>
          <ac:spMkLst>
            <pc:docMk/>
            <pc:sldMk cId="3383500112" sldId="289"/>
            <ac:spMk id="3" creationId="{3B6F83EF-398F-BCF6-FC28-819F7DAFF818}"/>
          </ac:spMkLst>
        </pc:spChg>
      </pc:sldChg>
      <pc:sldChg chg="addSp modSp add del mod">
        <pc:chgData name="Tea Boon Chian" userId="ab84e6a5-2079-4f96-af03-c8dde00dcc75" providerId="ADAL" clId="{86F7CDD9-790D-4004-90DF-7F298483A2D1}" dt="2023-12-24T16:42:51.699" v="2012" actId="47"/>
        <pc:sldMkLst>
          <pc:docMk/>
          <pc:sldMk cId="2331467306" sldId="290"/>
        </pc:sldMkLst>
        <pc:spChg chg="mod">
          <ac:chgData name="Tea Boon Chian" userId="ab84e6a5-2079-4f96-af03-c8dde00dcc75" providerId="ADAL" clId="{86F7CDD9-790D-4004-90DF-7F298483A2D1}" dt="2023-12-24T16:40:47.251" v="2006"/>
          <ac:spMkLst>
            <pc:docMk/>
            <pc:sldMk cId="2331467306" sldId="290"/>
            <ac:spMk id="2" creationId="{846D78BD-5F76-1834-1315-09627F34DFA5}"/>
          </ac:spMkLst>
        </pc:spChg>
        <pc:spChg chg="mod">
          <ac:chgData name="Tea Boon Chian" userId="ab84e6a5-2079-4f96-af03-c8dde00dcc75" providerId="ADAL" clId="{86F7CDD9-790D-4004-90DF-7F298483A2D1}" dt="2023-12-24T16:41:30.191" v="2011" actId="14100"/>
          <ac:spMkLst>
            <pc:docMk/>
            <pc:sldMk cId="2331467306" sldId="290"/>
            <ac:spMk id="3" creationId="{3B6F83EF-398F-BCF6-FC28-819F7DAFF818}"/>
          </ac:spMkLst>
        </pc:spChg>
        <pc:picChg chg="add mod">
          <ac:chgData name="Tea Boon Chian" userId="ab84e6a5-2079-4f96-af03-c8dde00dcc75" providerId="ADAL" clId="{86F7CDD9-790D-4004-90DF-7F298483A2D1}" dt="2023-12-24T16:41:26.770" v="2010" actId="1076"/>
          <ac:picMkLst>
            <pc:docMk/>
            <pc:sldMk cId="2331467306" sldId="290"/>
            <ac:picMk id="4" creationId="{D9199844-0D49-C57B-D550-BC689630B88F}"/>
          </ac:picMkLst>
        </pc:picChg>
      </pc:sldChg>
      <pc:sldChg chg="add del">
        <pc:chgData name="Tea Boon Chian" userId="ab84e6a5-2079-4f96-af03-c8dde00dcc75" providerId="ADAL" clId="{86F7CDD9-790D-4004-90DF-7F298483A2D1}" dt="2023-12-24T09:24:42.905" v="713" actId="47"/>
        <pc:sldMkLst>
          <pc:docMk/>
          <pc:sldMk cId="3267900136" sldId="290"/>
        </pc:sldMkLst>
      </pc:sldChg>
      <pc:sldChg chg="modSp add mod">
        <pc:chgData name="Tea Boon Chian" userId="ab84e6a5-2079-4f96-af03-c8dde00dcc75" providerId="ADAL" clId="{86F7CDD9-790D-4004-90DF-7F298483A2D1}" dt="2023-12-24T17:13:01.812" v="3517" actId="20577"/>
        <pc:sldMkLst>
          <pc:docMk/>
          <pc:sldMk cId="264911610" sldId="291"/>
        </pc:sldMkLst>
        <pc:spChg chg="mod">
          <ac:chgData name="Tea Boon Chian" userId="ab84e6a5-2079-4f96-af03-c8dde00dcc75" providerId="ADAL" clId="{86F7CDD9-790D-4004-90DF-7F298483A2D1}" dt="2023-12-24T17:13:01.812" v="3517" actId="20577"/>
          <ac:spMkLst>
            <pc:docMk/>
            <pc:sldMk cId="264911610" sldId="291"/>
            <ac:spMk id="2" creationId="{846D78BD-5F76-1834-1315-09627F34DFA5}"/>
          </ac:spMkLst>
        </pc:spChg>
        <pc:spChg chg="mod">
          <ac:chgData name="Tea Boon Chian" userId="ab84e6a5-2079-4f96-af03-c8dde00dcc75" providerId="ADAL" clId="{86F7CDD9-790D-4004-90DF-7F298483A2D1}" dt="2023-12-24T16:46:54.674" v="2238" actId="207"/>
          <ac:spMkLst>
            <pc:docMk/>
            <pc:sldMk cId="264911610" sldId="291"/>
            <ac:spMk id="3" creationId="{3B6F83EF-398F-BCF6-FC28-819F7DAFF818}"/>
          </ac:spMkLst>
        </pc:spChg>
      </pc:sldChg>
      <pc:sldChg chg="add del">
        <pc:chgData name="Tea Boon Chian" userId="ab84e6a5-2079-4f96-af03-c8dde00dcc75" providerId="ADAL" clId="{86F7CDD9-790D-4004-90DF-7F298483A2D1}" dt="2023-12-24T09:24:43.405" v="714" actId="47"/>
        <pc:sldMkLst>
          <pc:docMk/>
          <pc:sldMk cId="2543442548" sldId="291"/>
        </pc:sldMkLst>
      </pc:sldChg>
      <pc:sldChg chg="add del">
        <pc:chgData name="Tea Boon Chian" userId="ab84e6a5-2079-4f96-af03-c8dde00dcc75" providerId="ADAL" clId="{86F7CDD9-790D-4004-90DF-7F298483A2D1}" dt="2023-12-24T09:24:43.968" v="715" actId="47"/>
        <pc:sldMkLst>
          <pc:docMk/>
          <pc:sldMk cId="3214387514" sldId="292"/>
        </pc:sldMkLst>
      </pc:sldChg>
      <pc:sldChg chg="addSp delSp modSp add mod">
        <pc:chgData name="Tea Boon Chian" userId="ab84e6a5-2079-4f96-af03-c8dde00dcc75" providerId="ADAL" clId="{86F7CDD9-790D-4004-90DF-7F298483A2D1}" dt="2023-12-24T17:13:06.045" v="3519"/>
        <pc:sldMkLst>
          <pc:docMk/>
          <pc:sldMk cId="4259680084" sldId="292"/>
        </pc:sldMkLst>
        <pc:spChg chg="mod">
          <ac:chgData name="Tea Boon Chian" userId="ab84e6a5-2079-4f96-af03-c8dde00dcc75" providerId="ADAL" clId="{86F7CDD9-790D-4004-90DF-7F298483A2D1}" dt="2023-12-24T17:13:06.045" v="3519"/>
          <ac:spMkLst>
            <pc:docMk/>
            <pc:sldMk cId="4259680084" sldId="292"/>
            <ac:spMk id="2" creationId="{846D78BD-5F76-1834-1315-09627F34DFA5}"/>
          </ac:spMkLst>
        </pc:spChg>
        <pc:spChg chg="mod">
          <ac:chgData name="Tea Boon Chian" userId="ab84e6a5-2079-4f96-af03-c8dde00dcc75" providerId="ADAL" clId="{86F7CDD9-790D-4004-90DF-7F298483A2D1}" dt="2023-12-24T16:54:43.184" v="2441" actId="207"/>
          <ac:spMkLst>
            <pc:docMk/>
            <pc:sldMk cId="4259680084" sldId="292"/>
            <ac:spMk id="3" creationId="{3B6F83EF-398F-BCF6-FC28-819F7DAFF818}"/>
          </ac:spMkLst>
        </pc:spChg>
        <pc:picChg chg="add del mod">
          <ac:chgData name="Tea Boon Chian" userId="ab84e6a5-2079-4f96-af03-c8dde00dcc75" providerId="ADAL" clId="{86F7CDD9-790D-4004-90DF-7F298483A2D1}" dt="2023-12-24T17:03:43.946" v="2787"/>
          <ac:picMkLst>
            <pc:docMk/>
            <pc:sldMk cId="4259680084" sldId="292"/>
            <ac:picMk id="4" creationId="{85C6694D-8AAF-CDDF-F0BF-9693038BF6F8}"/>
          </ac:picMkLst>
        </pc:picChg>
        <pc:picChg chg="add del mod">
          <ac:chgData name="Tea Boon Chian" userId="ab84e6a5-2079-4f96-af03-c8dde00dcc75" providerId="ADAL" clId="{86F7CDD9-790D-4004-90DF-7F298483A2D1}" dt="2023-12-24T17:04:44.054" v="2799" actId="21"/>
          <ac:picMkLst>
            <pc:docMk/>
            <pc:sldMk cId="4259680084" sldId="292"/>
            <ac:picMk id="5" creationId="{EF790B25-FB5D-B5E8-7FB7-28BFF7C19EB3}"/>
          </ac:picMkLst>
        </pc:picChg>
      </pc:sldChg>
      <pc:sldChg chg="add del">
        <pc:chgData name="Tea Boon Chian" userId="ab84e6a5-2079-4f96-af03-c8dde00dcc75" providerId="ADAL" clId="{86F7CDD9-790D-4004-90DF-7F298483A2D1}" dt="2023-12-24T09:24:34.060" v="709"/>
        <pc:sldMkLst>
          <pc:docMk/>
          <pc:sldMk cId="2074661002" sldId="293"/>
        </pc:sldMkLst>
      </pc:sldChg>
      <pc:sldChg chg="addSp delSp modSp add mod modClrScheme chgLayout">
        <pc:chgData name="Tea Boon Chian" userId="ab84e6a5-2079-4f96-af03-c8dde00dcc75" providerId="ADAL" clId="{86F7CDD9-790D-4004-90DF-7F298483A2D1}" dt="2023-12-24T17:13:24.624" v="3530" actId="1076"/>
        <pc:sldMkLst>
          <pc:docMk/>
          <pc:sldMk cId="3843925853" sldId="293"/>
        </pc:sldMkLst>
        <pc:spChg chg="del">
          <ac:chgData name="Tea Boon Chian" userId="ab84e6a5-2079-4f96-af03-c8dde00dcc75" providerId="ADAL" clId="{86F7CDD9-790D-4004-90DF-7F298483A2D1}" dt="2023-12-24T16:50:13.740" v="2358" actId="478"/>
          <ac:spMkLst>
            <pc:docMk/>
            <pc:sldMk cId="3843925853" sldId="293"/>
            <ac:spMk id="2" creationId="{846D78BD-5F76-1834-1315-09627F34DFA5}"/>
          </ac:spMkLst>
        </pc:spChg>
        <pc:spChg chg="del mod">
          <ac:chgData name="Tea Boon Chian" userId="ab84e6a5-2079-4f96-af03-c8dde00dcc75" providerId="ADAL" clId="{86F7CDD9-790D-4004-90DF-7F298483A2D1}" dt="2023-12-24T16:50:15.224" v="2360" actId="478"/>
          <ac:spMkLst>
            <pc:docMk/>
            <pc:sldMk cId="3843925853" sldId="293"/>
            <ac:spMk id="3" creationId="{3B6F83EF-398F-BCF6-FC28-819F7DAFF818}"/>
          </ac:spMkLst>
        </pc:spChg>
        <pc:spChg chg="add mod ord">
          <ac:chgData name="Tea Boon Chian" userId="ab84e6a5-2079-4f96-af03-c8dde00dcc75" providerId="ADAL" clId="{86F7CDD9-790D-4004-90DF-7F298483A2D1}" dt="2023-12-24T17:13:24.624" v="3530" actId="1076"/>
          <ac:spMkLst>
            <pc:docMk/>
            <pc:sldMk cId="3843925853" sldId="293"/>
            <ac:spMk id="5" creationId="{EEA02CED-5FED-52AE-9E1C-6B88C027F4AC}"/>
          </ac:spMkLst>
        </pc:spChg>
        <pc:picChg chg="add del mod">
          <ac:chgData name="Tea Boon Chian" userId="ab84e6a5-2079-4f96-af03-c8dde00dcc75" providerId="ADAL" clId="{86F7CDD9-790D-4004-90DF-7F298483A2D1}" dt="2023-12-24T16:53:17.332" v="2379" actId="478"/>
          <ac:picMkLst>
            <pc:docMk/>
            <pc:sldMk cId="3843925853" sldId="293"/>
            <ac:picMk id="4" creationId="{62773349-C486-D6D1-BAF1-99736D9AFE52}"/>
          </ac:picMkLst>
        </pc:picChg>
        <pc:picChg chg="add mod">
          <ac:chgData name="Tea Boon Chian" userId="ab84e6a5-2079-4f96-af03-c8dde00dcc75" providerId="ADAL" clId="{86F7CDD9-790D-4004-90DF-7F298483A2D1}" dt="2023-12-24T17:04:11.292" v="2793" actId="1076"/>
          <ac:picMkLst>
            <pc:docMk/>
            <pc:sldMk cId="3843925853" sldId="293"/>
            <ac:picMk id="6" creationId="{F438BDBD-78E4-6724-CE68-313B1E17146B}"/>
          </ac:picMkLst>
        </pc:picChg>
        <pc:picChg chg="add del mod">
          <ac:chgData name="Tea Boon Chian" userId="ab84e6a5-2079-4f96-af03-c8dde00dcc75" providerId="ADAL" clId="{86F7CDD9-790D-4004-90DF-7F298483A2D1}" dt="2023-12-24T16:52:11.663" v="2371" actId="478"/>
          <ac:picMkLst>
            <pc:docMk/>
            <pc:sldMk cId="3843925853" sldId="293"/>
            <ac:picMk id="1026" creationId="{F91B0A80-EBF9-553E-6E4B-E670502CFEB6}"/>
          </ac:picMkLst>
        </pc:picChg>
        <pc:picChg chg="add del mod">
          <ac:chgData name="Tea Boon Chian" userId="ab84e6a5-2079-4f96-af03-c8dde00dcc75" providerId="ADAL" clId="{86F7CDD9-790D-4004-90DF-7F298483A2D1}" dt="2023-12-24T17:03:59.320" v="2790" actId="21"/>
          <ac:picMkLst>
            <pc:docMk/>
            <pc:sldMk cId="3843925853" sldId="293"/>
            <ac:picMk id="1028" creationId="{4ED1AE28-76AF-450A-097B-8CD645CC0814}"/>
          </ac:picMkLst>
        </pc:picChg>
      </pc:sldChg>
      <pc:sldChg chg="add del">
        <pc:chgData name="Tea Boon Chian" userId="ab84e6a5-2079-4f96-af03-c8dde00dcc75" providerId="ADAL" clId="{86F7CDD9-790D-4004-90DF-7F298483A2D1}" dt="2023-12-24T09:24:33.887" v="708"/>
        <pc:sldMkLst>
          <pc:docMk/>
          <pc:sldMk cId="911948802" sldId="294"/>
        </pc:sldMkLst>
      </pc:sldChg>
      <pc:sldChg chg="modSp add mod">
        <pc:chgData name="Tea Boon Chian" userId="ab84e6a5-2079-4f96-af03-c8dde00dcc75" providerId="ADAL" clId="{86F7CDD9-790D-4004-90DF-7F298483A2D1}" dt="2023-12-25T11:22:09.069" v="4252" actId="20577"/>
        <pc:sldMkLst>
          <pc:docMk/>
          <pc:sldMk cId="1910363390" sldId="294"/>
        </pc:sldMkLst>
        <pc:spChg chg="mod">
          <ac:chgData name="Tea Boon Chian" userId="ab84e6a5-2079-4f96-af03-c8dde00dcc75" providerId="ADAL" clId="{86F7CDD9-790D-4004-90DF-7F298483A2D1}" dt="2023-12-24T17:13:45.201" v="3550" actId="20577"/>
          <ac:spMkLst>
            <pc:docMk/>
            <pc:sldMk cId="1910363390" sldId="294"/>
            <ac:spMk id="2" creationId="{846D78BD-5F76-1834-1315-09627F34DFA5}"/>
          </ac:spMkLst>
        </pc:spChg>
        <pc:spChg chg="mod">
          <ac:chgData name="Tea Boon Chian" userId="ab84e6a5-2079-4f96-af03-c8dde00dcc75" providerId="ADAL" clId="{86F7CDD9-790D-4004-90DF-7F298483A2D1}" dt="2023-12-25T11:22:09.069" v="4252" actId="20577"/>
          <ac:spMkLst>
            <pc:docMk/>
            <pc:sldMk cId="1910363390" sldId="294"/>
            <ac:spMk id="3" creationId="{3B6F83EF-398F-BCF6-FC28-819F7DAFF818}"/>
          </ac:spMkLst>
        </pc:spChg>
      </pc:sldChg>
      <pc:sldChg chg="addSp delSp modSp add mod">
        <pc:chgData name="Tea Boon Chian" userId="ab84e6a5-2079-4f96-af03-c8dde00dcc75" providerId="ADAL" clId="{86F7CDD9-790D-4004-90DF-7F298483A2D1}" dt="2023-12-24T17:03:24.244" v="2785" actId="1076"/>
        <pc:sldMkLst>
          <pc:docMk/>
          <pc:sldMk cId="1024049050" sldId="295"/>
        </pc:sldMkLst>
        <pc:spChg chg="del">
          <ac:chgData name="Tea Boon Chian" userId="ab84e6a5-2079-4f96-af03-c8dde00dcc75" providerId="ADAL" clId="{86F7CDD9-790D-4004-90DF-7F298483A2D1}" dt="2023-12-24T17:03:01.564" v="2780" actId="478"/>
          <ac:spMkLst>
            <pc:docMk/>
            <pc:sldMk cId="1024049050" sldId="295"/>
            <ac:spMk id="2" creationId="{846D78BD-5F76-1834-1315-09627F34DFA5}"/>
          </ac:spMkLst>
        </pc:spChg>
        <pc:spChg chg="del">
          <ac:chgData name="Tea Boon Chian" userId="ab84e6a5-2079-4f96-af03-c8dde00dcc75" providerId="ADAL" clId="{86F7CDD9-790D-4004-90DF-7F298483A2D1}" dt="2023-12-24T17:03:00.212" v="2779" actId="478"/>
          <ac:spMkLst>
            <pc:docMk/>
            <pc:sldMk cId="1024049050" sldId="295"/>
            <ac:spMk id="3" creationId="{3B6F83EF-398F-BCF6-FC28-819F7DAFF818}"/>
          </ac:spMkLst>
        </pc:spChg>
        <pc:picChg chg="add mod">
          <ac:chgData name="Tea Boon Chian" userId="ab84e6a5-2079-4f96-af03-c8dde00dcc75" providerId="ADAL" clId="{86F7CDD9-790D-4004-90DF-7F298483A2D1}" dt="2023-12-24T17:03:24.244" v="2785" actId="1076"/>
          <ac:picMkLst>
            <pc:docMk/>
            <pc:sldMk cId="1024049050" sldId="295"/>
            <ac:picMk id="4" creationId="{2D7F89B9-E136-DE93-5613-BCB602E4D852}"/>
          </ac:picMkLst>
        </pc:picChg>
      </pc:sldChg>
      <pc:sldChg chg="add del">
        <pc:chgData name="Tea Boon Chian" userId="ab84e6a5-2079-4f96-af03-c8dde00dcc75" providerId="ADAL" clId="{86F7CDD9-790D-4004-90DF-7F298483A2D1}" dt="2023-12-24T09:24:33.700" v="707"/>
        <pc:sldMkLst>
          <pc:docMk/>
          <pc:sldMk cId="2467826354" sldId="295"/>
        </pc:sldMkLst>
      </pc:sldChg>
      <pc:sldChg chg="modSp add mod">
        <pc:chgData name="Tea Boon Chian" userId="ab84e6a5-2079-4f96-af03-c8dde00dcc75" providerId="ADAL" clId="{86F7CDD9-790D-4004-90DF-7F298483A2D1}" dt="2023-12-24T17:17:40.100" v="3846" actId="207"/>
        <pc:sldMkLst>
          <pc:docMk/>
          <pc:sldMk cId="234818316" sldId="296"/>
        </pc:sldMkLst>
        <pc:spChg chg="mod">
          <ac:chgData name="Tea Boon Chian" userId="ab84e6a5-2079-4f96-af03-c8dde00dcc75" providerId="ADAL" clId="{86F7CDD9-790D-4004-90DF-7F298483A2D1}" dt="2023-12-24T17:17:40.100" v="3846" actId="207"/>
          <ac:spMkLst>
            <pc:docMk/>
            <pc:sldMk cId="234818316" sldId="296"/>
            <ac:spMk id="2" creationId="{846D78BD-5F76-1834-1315-09627F34DFA5}"/>
          </ac:spMkLst>
        </pc:spChg>
        <pc:spChg chg="mod">
          <ac:chgData name="Tea Boon Chian" userId="ab84e6a5-2079-4f96-af03-c8dde00dcc75" providerId="ADAL" clId="{86F7CDD9-790D-4004-90DF-7F298483A2D1}" dt="2023-12-24T17:16:17.523" v="3796" actId="207"/>
          <ac:spMkLst>
            <pc:docMk/>
            <pc:sldMk cId="234818316" sldId="296"/>
            <ac:spMk id="3" creationId="{3B6F83EF-398F-BCF6-FC28-819F7DAFF818}"/>
          </ac:spMkLst>
        </pc:spChg>
      </pc:sldChg>
      <pc:sldChg chg="add del">
        <pc:chgData name="Tea Boon Chian" userId="ab84e6a5-2079-4f96-af03-c8dde00dcc75" providerId="ADAL" clId="{86F7CDD9-790D-4004-90DF-7F298483A2D1}" dt="2023-12-24T09:24:33.466" v="706"/>
        <pc:sldMkLst>
          <pc:docMk/>
          <pc:sldMk cId="1161701175" sldId="296"/>
        </pc:sldMkLst>
      </pc:sldChg>
      <pc:sldChg chg="addSp delSp modSp add mod">
        <pc:chgData name="Tea Boon Chian" userId="ab84e6a5-2079-4f96-af03-c8dde00dcc75" providerId="ADAL" clId="{86F7CDD9-790D-4004-90DF-7F298483A2D1}" dt="2023-12-25T11:23:09.682" v="4272" actId="20577"/>
        <pc:sldMkLst>
          <pc:docMk/>
          <pc:sldMk cId="2554952790" sldId="297"/>
        </pc:sldMkLst>
        <pc:spChg chg="mod">
          <ac:chgData name="Tea Boon Chian" userId="ab84e6a5-2079-4f96-af03-c8dde00dcc75" providerId="ADAL" clId="{86F7CDD9-790D-4004-90DF-7F298483A2D1}" dt="2023-12-24T17:18:33.521" v="3878" actId="207"/>
          <ac:spMkLst>
            <pc:docMk/>
            <pc:sldMk cId="2554952790" sldId="297"/>
            <ac:spMk id="2" creationId="{846D78BD-5F76-1834-1315-09627F34DFA5}"/>
          </ac:spMkLst>
        </pc:spChg>
        <pc:spChg chg="mod">
          <ac:chgData name="Tea Boon Chian" userId="ab84e6a5-2079-4f96-af03-c8dde00dcc75" providerId="ADAL" clId="{86F7CDD9-790D-4004-90DF-7F298483A2D1}" dt="2023-12-25T11:23:09.682" v="4272" actId="20577"/>
          <ac:spMkLst>
            <pc:docMk/>
            <pc:sldMk cId="2554952790" sldId="297"/>
            <ac:spMk id="3" creationId="{3B6F83EF-398F-BCF6-FC28-819F7DAFF818}"/>
          </ac:spMkLst>
        </pc:spChg>
        <pc:spChg chg="add del">
          <ac:chgData name="Tea Boon Chian" userId="ab84e6a5-2079-4f96-af03-c8dde00dcc75" providerId="ADAL" clId="{86F7CDD9-790D-4004-90DF-7F298483A2D1}" dt="2023-12-24T17:19:16.528" v="3889"/>
          <ac:spMkLst>
            <pc:docMk/>
            <pc:sldMk cId="2554952790" sldId="297"/>
            <ac:spMk id="5" creationId="{6DCEA67F-37B0-E2BC-EEEC-8F420F555003}"/>
          </ac:spMkLst>
        </pc:spChg>
        <pc:picChg chg="add del mod">
          <ac:chgData name="Tea Boon Chian" userId="ab84e6a5-2079-4f96-af03-c8dde00dcc75" providerId="ADAL" clId="{86F7CDD9-790D-4004-90DF-7F298483A2D1}" dt="2023-12-25T11:22:51.855" v="4259" actId="478"/>
          <ac:picMkLst>
            <pc:docMk/>
            <pc:sldMk cId="2554952790" sldId="297"/>
            <ac:picMk id="6" creationId="{272CFCF3-F509-DDC8-7CA2-3CFD80FBA978}"/>
          </ac:picMkLst>
        </pc:picChg>
      </pc:sldChg>
      <pc:sldChg chg="add del">
        <pc:chgData name="Tea Boon Chian" userId="ab84e6a5-2079-4f96-af03-c8dde00dcc75" providerId="ADAL" clId="{86F7CDD9-790D-4004-90DF-7F298483A2D1}" dt="2023-12-24T09:24:33.184" v="705"/>
        <pc:sldMkLst>
          <pc:docMk/>
          <pc:sldMk cId="3513214248" sldId="297"/>
        </pc:sldMkLst>
      </pc:sldChg>
      <pc:sldChg chg="add del">
        <pc:chgData name="Tea Boon Chian" userId="ab84e6a5-2079-4f96-af03-c8dde00dcc75" providerId="ADAL" clId="{86F7CDD9-790D-4004-90DF-7F298483A2D1}" dt="2023-12-24T09:24:32.997" v="704"/>
        <pc:sldMkLst>
          <pc:docMk/>
          <pc:sldMk cId="2986306597" sldId="298"/>
        </pc:sldMkLst>
      </pc:sldChg>
      <pc:sldChg chg="addSp delSp modSp add mod">
        <pc:chgData name="Tea Boon Chian" userId="ab84e6a5-2079-4f96-af03-c8dde00dcc75" providerId="ADAL" clId="{86F7CDD9-790D-4004-90DF-7F298483A2D1}" dt="2023-12-25T11:40:12.123" v="5079" actId="478"/>
        <pc:sldMkLst>
          <pc:docMk/>
          <pc:sldMk cId="3914557760" sldId="298"/>
        </pc:sldMkLst>
        <pc:spChg chg="add del mod">
          <ac:chgData name="Tea Boon Chian" userId="ab84e6a5-2079-4f96-af03-c8dde00dcc75" providerId="ADAL" clId="{86F7CDD9-790D-4004-90DF-7F298483A2D1}" dt="2023-12-25T11:40:12.123" v="5079" actId="478"/>
          <ac:spMkLst>
            <pc:docMk/>
            <pc:sldMk cId="3914557760" sldId="298"/>
            <ac:spMk id="2" creationId="{846D78BD-5F76-1834-1315-09627F34DFA5}"/>
          </ac:spMkLst>
        </pc:spChg>
        <pc:spChg chg="mod">
          <ac:chgData name="Tea Boon Chian" userId="ab84e6a5-2079-4f96-af03-c8dde00dcc75" providerId="ADAL" clId="{86F7CDD9-790D-4004-90DF-7F298483A2D1}" dt="2023-12-25T11:40:03.847" v="5076" actId="207"/>
          <ac:spMkLst>
            <pc:docMk/>
            <pc:sldMk cId="3914557760" sldId="298"/>
            <ac:spMk id="3" creationId="{3B6F83EF-398F-BCF6-FC28-819F7DAFF818}"/>
          </ac:spMkLst>
        </pc:spChg>
        <pc:spChg chg="add del mod">
          <ac:chgData name="Tea Boon Chian" userId="ab84e6a5-2079-4f96-af03-c8dde00dcc75" providerId="ADAL" clId="{86F7CDD9-790D-4004-90DF-7F298483A2D1}" dt="2023-12-25T11:40:12.123" v="5079" actId="478"/>
          <ac:spMkLst>
            <pc:docMk/>
            <pc:sldMk cId="3914557760" sldId="298"/>
            <ac:spMk id="6" creationId="{C5BCD318-60D4-60AB-1462-AD9CB5D68BB3}"/>
          </ac:spMkLst>
        </pc:spChg>
        <pc:picChg chg="add mod">
          <ac:chgData name="Tea Boon Chian" userId="ab84e6a5-2079-4f96-af03-c8dde00dcc75" providerId="ADAL" clId="{86F7CDD9-790D-4004-90DF-7F298483A2D1}" dt="2023-12-24T17:37:13.042" v="4150" actId="1582"/>
          <ac:picMkLst>
            <pc:docMk/>
            <pc:sldMk cId="3914557760" sldId="298"/>
            <ac:picMk id="4" creationId="{EE1F1B7A-F534-F95A-08DF-76AA4E9F5633}"/>
          </ac:picMkLst>
        </pc:picChg>
      </pc:sldChg>
      <pc:sldChg chg="add del">
        <pc:chgData name="Tea Boon Chian" userId="ab84e6a5-2079-4f96-af03-c8dde00dcc75" providerId="ADAL" clId="{86F7CDD9-790D-4004-90DF-7F298483A2D1}" dt="2023-12-24T09:24:32.825" v="703"/>
        <pc:sldMkLst>
          <pc:docMk/>
          <pc:sldMk cId="296795099" sldId="299"/>
        </pc:sldMkLst>
      </pc:sldChg>
      <pc:sldChg chg="addSp delSp modSp add mod">
        <pc:chgData name="Tea Boon Chian" userId="ab84e6a5-2079-4f96-af03-c8dde00dcc75" providerId="ADAL" clId="{86F7CDD9-790D-4004-90DF-7F298483A2D1}" dt="2023-12-25T11:46:44.315" v="5388" actId="403"/>
        <pc:sldMkLst>
          <pc:docMk/>
          <pc:sldMk cId="1674705257" sldId="299"/>
        </pc:sldMkLst>
        <pc:spChg chg="mod">
          <ac:chgData name="Tea Boon Chian" userId="ab84e6a5-2079-4f96-af03-c8dde00dcc75" providerId="ADAL" clId="{86F7CDD9-790D-4004-90DF-7F298483A2D1}" dt="2023-12-24T17:27:06.289" v="3949" actId="20577"/>
          <ac:spMkLst>
            <pc:docMk/>
            <pc:sldMk cId="1674705257" sldId="299"/>
            <ac:spMk id="2" creationId="{846D78BD-5F76-1834-1315-09627F34DFA5}"/>
          </ac:spMkLst>
        </pc:spChg>
        <pc:spChg chg="mod">
          <ac:chgData name="Tea Boon Chian" userId="ab84e6a5-2079-4f96-af03-c8dde00dcc75" providerId="ADAL" clId="{86F7CDD9-790D-4004-90DF-7F298483A2D1}" dt="2023-12-25T11:46:44.315" v="5388" actId="403"/>
          <ac:spMkLst>
            <pc:docMk/>
            <pc:sldMk cId="1674705257" sldId="299"/>
            <ac:spMk id="3" creationId="{3B6F83EF-398F-BCF6-FC28-819F7DAFF818}"/>
          </ac:spMkLst>
        </pc:spChg>
        <pc:picChg chg="add del mod">
          <ac:chgData name="Tea Boon Chian" userId="ab84e6a5-2079-4f96-af03-c8dde00dcc75" providerId="ADAL" clId="{86F7CDD9-790D-4004-90DF-7F298483A2D1}" dt="2023-12-25T11:46:21.210" v="5378" actId="478"/>
          <ac:picMkLst>
            <pc:docMk/>
            <pc:sldMk cId="1674705257" sldId="299"/>
            <ac:picMk id="4" creationId="{17B6EC89-7BE8-B429-77A1-745B47BB138D}"/>
          </ac:picMkLst>
        </pc:picChg>
      </pc:sldChg>
      <pc:sldChg chg="add del">
        <pc:chgData name="Tea Boon Chian" userId="ab84e6a5-2079-4f96-af03-c8dde00dcc75" providerId="ADAL" clId="{86F7CDD9-790D-4004-90DF-7F298483A2D1}" dt="2023-12-24T09:24:32.653" v="702"/>
        <pc:sldMkLst>
          <pc:docMk/>
          <pc:sldMk cId="914016227" sldId="300"/>
        </pc:sldMkLst>
      </pc:sldChg>
      <pc:sldChg chg="addSp modSp add mod">
        <pc:chgData name="Tea Boon Chian" userId="ab84e6a5-2079-4f96-af03-c8dde00dcc75" providerId="ADAL" clId="{86F7CDD9-790D-4004-90DF-7F298483A2D1}" dt="2023-12-25T14:51:13.573" v="10054" actId="208"/>
        <pc:sldMkLst>
          <pc:docMk/>
          <pc:sldMk cId="2991016750" sldId="300"/>
        </pc:sldMkLst>
        <pc:spChg chg="mod">
          <ac:chgData name="Tea Boon Chian" userId="ab84e6a5-2079-4f96-af03-c8dde00dcc75" providerId="ADAL" clId="{86F7CDD9-790D-4004-90DF-7F298483A2D1}" dt="2023-12-24T17:35:36.892" v="4113" actId="20577"/>
          <ac:spMkLst>
            <pc:docMk/>
            <pc:sldMk cId="2991016750" sldId="300"/>
            <ac:spMk id="2" creationId="{846D78BD-5F76-1834-1315-09627F34DFA5}"/>
          </ac:spMkLst>
        </pc:spChg>
        <pc:spChg chg="mod">
          <ac:chgData name="Tea Boon Chian" userId="ab84e6a5-2079-4f96-af03-c8dde00dcc75" providerId="ADAL" clId="{86F7CDD9-790D-4004-90DF-7F298483A2D1}" dt="2023-12-24T17:36:45.455" v="4145" actId="1076"/>
          <ac:spMkLst>
            <pc:docMk/>
            <pc:sldMk cId="2991016750" sldId="300"/>
            <ac:spMk id="3" creationId="{3B6F83EF-398F-BCF6-FC28-819F7DAFF818}"/>
          </ac:spMkLst>
        </pc:spChg>
        <pc:picChg chg="add mod">
          <ac:chgData name="Tea Boon Chian" userId="ab84e6a5-2079-4f96-af03-c8dde00dcc75" providerId="ADAL" clId="{86F7CDD9-790D-4004-90DF-7F298483A2D1}" dt="2023-12-25T14:51:13.573" v="10054" actId="208"/>
          <ac:picMkLst>
            <pc:docMk/>
            <pc:sldMk cId="2991016750" sldId="300"/>
            <ac:picMk id="4" creationId="{4C392959-38B2-72AB-904B-EE257EA8E332}"/>
          </ac:picMkLst>
        </pc:picChg>
      </pc:sldChg>
      <pc:sldChg chg="modSp add mod">
        <pc:chgData name="Tea Boon Chian" userId="ab84e6a5-2079-4f96-af03-c8dde00dcc75" providerId="ADAL" clId="{86F7CDD9-790D-4004-90DF-7F298483A2D1}" dt="2023-12-24T17:40:26.482" v="4231" actId="207"/>
        <pc:sldMkLst>
          <pc:docMk/>
          <pc:sldMk cId="244902904" sldId="301"/>
        </pc:sldMkLst>
        <pc:spChg chg="mod">
          <ac:chgData name="Tea Boon Chian" userId="ab84e6a5-2079-4f96-af03-c8dde00dcc75" providerId="ADAL" clId="{86F7CDD9-790D-4004-90DF-7F298483A2D1}" dt="2023-12-24T17:40:26.482" v="4231" actId="207"/>
          <ac:spMkLst>
            <pc:docMk/>
            <pc:sldMk cId="244902904" sldId="301"/>
            <ac:spMk id="2" creationId="{846D78BD-5F76-1834-1315-09627F34DFA5}"/>
          </ac:spMkLst>
        </pc:spChg>
        <pc:spChg chg="mod">
          <ac:chgData name="Tea Boon Chian" userId="ab84e6a5-2079-4f96-af03-c8dde00dcc75" providerId="ADAL" clId="{86F7CDD9-790D-4004-90DF-7F298483A2D1}" dt="2023-12-24T17:40:15.626" v="4229" actId="207"/>
          <ac:spMkLst>
            <pc:docMk/>
            <pc:sldMk cId="244902904" sldId="301"/>
            <ac:spMk id="3" creationId="{3B6F83EF-398F-BCF6-FC28-819F7DAFF818}"/>
          </ac:spMkLst>
        </pc:spChg>
      </pc:sldChg>
      <pc:sldChg chg="add del">
        <pc:chgData name="Tea Boon Chian" userId="ab84e6a5-2079-4f96-af03-c8dde00dcc75" providerId="ADAL" clId="{86F7CDD9-790D-4004-90DF-7F298483A2D1}" dt="2023-12-24T09:24:32.482" v="701"/>
        <pc:sldMkLst>
          <pc:docMk/>
          <pc:sldMk cId="3111356903" sldId="301"/>
        </pc:sldMkLst>
      </pc:sldChg>
      <pc:sldChg chg="modSp add mod">
        <pc:chgData name="Tea Boon Chian" userId="ab84e6a5-2079-4f96-af03-c8dde00dcc75" providerId="ADAL" clId="{86F7CDD9-790D-4004-90DF-7F298483A2D1}" dt="2023-12-24T17:41:17.892" v="4248" actId="207"/>
        <pc:sldMkLst>
          <pc:docMk/>
          <pc:sldMk cId="1200758347" sldId="302"/>
        </pc:sldMkLst>
        <pc:spChg chg="mod">
          <ac:chgData name="Tea Boon Chian" userId="ab84e6a5-2079-4f96-af03-c8dde00dcc75" providerId="ADAL" clId="{86F7CDD9-790D-4004-90DF-7F298483A2D1}" dt="2023-12-24T17:40:30.560" v="4233"/>
          <ac:spMkLst>
            <pc:docMk/>
            <pc:sldMk cId="1200758347" sldId="302"/>
            <ac:spMk id="2" creationId="{846D78BD-5F76-1834-1315-09627F34DFA5}"/>
          </ac:spMkLst>
        </pc:spChg>
        <pc:spChg chg="mod">
          <ac:chgData name="Tea Boon Chian" userId="ab84e6a5-2079-4f96-af03-c8dde00dcc75" providerId="ADAL" clId="{86F7CDD9-790D-4004-90DF-7F298483A2D1}" dt="2023-12-24T17:41:17.892" v="4248" actId="207"/>
          <ac:spMkLst>
            <pc:docMk/>
            <pc:sldMk cId="1200758347" sldId="302"/>
            <ac:spMk id="3" creationId="{3B6F83EF-398F-BCF6-FC28-819F7DAFF818}"/>
          </ac:spMkLst>
        </pc:spChg>
      </pc:sldChg>
      <pc:sldChg chg="add del">
        <pc:chgData name="Tea Boon Chian" userId="ab84e6a5-2079-4f96-af03-c8dde00dcc75" providerId="ADAL" clId="{86F7CDD9-790D-4004-90DF-7F298483A2D1}" dt="2023-12-24T09:24:32.310" v="700"/>
        <pc:sldMkLst>
          <pc:docMk/>
          <pc:sldMk cId="3918838761" sldId="302"/>
        </pc:sldMkLst>
      </pc:sldChg>
      <pc:sldChg chg="modSp add mod">
        <pc:chgData name="Tea Boon Chian" userId="ab84e6a5-2079-4f96-af03-c8dde00dcc75" providerId="ADAL" clId="{86F7CDD9-790D-4004-90DF-7F298483A2D1}" dt="2023-12-25T12:05:16.021" v="6243" actId="207"/>
        <pc:sldMkLst>
          <pc:docMk/>
          <pc:sldMk cId="2219584709" sldId="303"/>
        </pc:sldMkLst>
        <pc:spChg chg="mod">
          <ac:chgData name="Tea Boon Chian" userId="ab84e6a5-2079-4f96-af03-c8dde00dcc75" providerId="ADAL" clId="{86F7CDD9-790D-4004-90DF-7F298483A2D1}" dt="2023-12-25T12:00:37.396" v="6059" actId="207"/>
          <ac:spMkLst>
            <pc:docMk/>
            <pc:sldMk cId="2219584709" sldId="303"/>
            <ac:spMk id="2" creationId="{846D78BD-5F76-1834-1315-09627F34DFA5}"/>
          </ac:spMkLst>
        </pc:spChg>
        <pc:spChg chg="mod">
          <ac:chgData name="Tea Boon Chian" userId="ab84e6a5-2079-4f96-af03-c8dde00dcc75" providerId="ADAL" clId="{86F7CDD9-790D-4004-90DF-7F298483A2D1}" dt="2023-12-25T12:05:16.021" v="6243" actId="207"/>
          <ac:spMkLst>
            <pc:docMk/>
            <pc:sldMk cId="2219584709" sldId="303"/>
            <ac:spMk id="3" creationId="{3B6F83EF-398F-BCF6-FC28-819F7DAFF818}"/>
          </ac:spMkLst>
        </pc:spChg>
      </pc:sldChg>
      <pc:sldChg chg="add del">
        <pc:chgData name="Tea Boon Chian" userId="ab84e6a5-2079-4f96-af03-c8dde00dcc75" providerId="ADAL" clId="{86F7CDD9-790D-4004-90DF-7F298483A2D1}" dt="2023-12-24T09:24:32.139" v="699"/>
        <pc:sldMkLst>
          <pc:docMk/>
          <pc:sldMk cId="3658836751" sldId="303"/>
        </pc:sldMkLst>
      </pc:sldChg>
      <pc:sldChg chg="modSp add mod">
        <pc:chgData name="Tea Boon Chian" userId="ab84e6a5-2079-4f96-af03-c8dde00dcc75" providerId="ADAL" clId="{86F7CDD9-790D-4004-90DF-7F298483A2D1}" dt="2023-12-25T12:11:06.028" v="6716" actId="113"/>
        <pc:sldMkLst>
          <pc:docMk/>
          <pc:sldMk cId="28304808" sldId="304"/>
        </pc:sldMkLst>
        <pc:spChg chg="mod">
          <ac:chgData name="Tea Boon Chian" userId="ab84e6a5-2079-4f96-af03-c8dde00dcc75" providerId="ADAL" clId="{86F7CDD9-790D-4004-90DF-7F298483A2D1}" dt="2023-12-25T12:06:10.922" v="6287" actId="207"/>
          <ac:spMkLst>
            <pc:docMk/>
            <pc:sldMk cId="28304808" sldId="304"/>
            <ac:spMk id="2" creationId="{846D78BD-5F76-1834-1315-09627F34DFA5}"/>
          </ac:spMkLst>
        </pc:spChg>
        <pc:spChg chg="mod">
          <ac:chgData name="Tea Boon Chian" userId="ab84e6a5-2079-4f96-af03-c8dde00dcc75" providerId="ADAL" clId="{86F7CDD9-790D-4004-90DF-7F298483A2D1}" dt="2023-12-25T12:11:06.028" v="6716" actId="113"/>
          <ac:spMkLst>
            <pc:docMk/>
            <pc:sldMk cId="28304808" sldId="304"/>
            <ac:spMk id="3" creationId="{3B6F83EF-398F-BCF6-FC28-819F7DAFF818}"/>
          </ac:spMkLst>
        </pc:spChg>
      </pc:sldChg>
      <pc:sldChg chg="add del">
        <pc:chgData name="Tea Boon Chian" userId="ab84e6a5-2079-4f96-af03-c8dde00dcc75" providerId="ADAL" clId="{86F7CDD9-790D-4004-90DF-7F298483A2D1}" dt="2023-12-24T09:24:31.982" v="698"/>
        <pc:sldMkLst>
          <pc:docMk/>
          <pc:sldMk cId="3497359851" sldId="304"/>
        </pc:sldMkLst>
      </pc:sldChg>
      <pc:sldChg chg="addSp delSp modSp add mod">
        <pc:chgData name="Tea Boon Chian" userId="ab84e6a5-2079-4f96-af03-c8dde00dcc75" providerId="ADAL" clId="{86F7CDD9-790D-4004-90DF-7F298483A2D1}" dt="2023-12-25T15:40:52.833" v="12195" actId="20577"/>
        <pc:sldMkLst>
          <pc:docMk/>
          <pc:sldMk cId="84514027" sldId="305"/>
        </pc:sldMkLst>
        <pc:spChg chg="mod">
          <ac:chgData name="Tea Boon Chian" userId="ab84e6a5-2079-4f96-af03-c8dde00dcc75" providerId="ADAL" clId="{86F7CDD9-790D-4004-90DF-7F298483A2D1}" dt="2023-12-25T12:12:39.112" v="6718"/>
          <ac:spMkLst>
            <pc:docMk/>
            <pc:sldMk cId="84514027" sldId="305"/>
            <ac:spMk id="2" creationId="{846D78BD-5F76-1834-1315-09627F34DFA5}"/>
          </ac:spMkLst>
        </pc:spChg>
        <pc:spChg chg="mod">
          <ac:chgData name="Tea Boon Chian" userId="ab84e6a5-2079-4f96-af03-c8dde00dcc75" providerId="ADAL" clId="{86F7CDD9-790D-4004-90DF-7F298483A2D1}" dt="2023-12-25T15:40:52.833" v="12195" actId="20577"/>
          <ac:spMkLst>
            <pc:docMk/>
            <pc:sldMk cId="84514027" sldId="305"/>
            <ac:spMk id="3" creationId="{3B6F83EF-398F-BCF6-FC28-819F7DAFF818}"/>
          </ac:spMkLst>
        </pc:spChg>
        <pc:spChg chg="add del mod">
          <ac:chgData name="Tea Boon Chian" userId="ab84e6a5-2079-4f96-af03-c8dde00dcc75" providerId="ADAL" clId="{86F7CDD9-790D-4004-90DF-7F298483A2D1}" dt="2023-12-25T15:33:42.799" v="11957"/>
          <ac:spMkLst>
            <pc:docMk/>
            <pc:sldMk cId="84514027" sldId="305"/>
            <ac:spMk id="4" creationId="{93202BC5-64D7-7A26-B021-7557BF167D06}"/>
          </ac:spMkLst>
        </pc:spChg>
      </pc:sldChg>
      <pc:sldChg chg="add del">
        <pc:chgData name="Tea Boon Chian" userId="ab84e6a5-2079-4f96-af03-c8dde00dcc75" providerId="ADAL" clId="{86F7CDD9-790D-4004-90DF-7F298483A2D1}" dt="2023-12-24T09:24:31.779" v="697"/>
        <pc:sldMkLst>
          <pc:docMk/>
          <pc:sldMk cId="498254852" sldId="305"/>
        </pc:sldMkLst>
      </pc:sldChg>
      <pc:sldChg chg="addSp delSp modSp add del mod">
        <pc:chgData name="Tea Boon Chian" userId="ab84e6a5-2079-4f96-af03-c8dde00dcc75" providerId="ADAL" clId="{86F7CDD9-790D-4004-90DF-7F298483A2D1}" dt="2023-12-25T15:39:49.597" v="12151" actId="47"/>
        <pc:sldMkLst>
          <pc:docMk/>
          <pc:sldMk cId="1838061076" sldId="306"/>
        </pc:sldMkLst>
        <pc:spChg chg="del">
          <ac:chgData name="Tea Boon Chian" userId="ab84e6a5-2079-4f96-af03-c8dde00dcc75" providerId="ADAL" clId="{86F7CDD9-790D-4004-90DF-7F298483A2D1}" dt="2023-12-25T15:32:16.063" v="11904" actId="478"/>
          <ac:spMkLst>
            <pc:docMk/>
            <pc:sldMk cId="1838061076" sldId="306"/>
            <ac:spMk id="2" creationId="{846D78BD-5F76-1834-1315-09627F34DFA5}"/>
          </ac:spMkLst>
        </pc:spChg>
        <pc:spChg chg="del">
          <ac:chgData name="Tea Boon Chian" userId="ab84e6a5-2079-4f96-af03-c8dde00dcc75" providerId="ADAL" clId="{86F7CDD9-790D-4004-90DF-7F298483A2D1}" dt="2023-12-25T15:32:17.114" v="11905" actId="478"/>
          <ac:spMkLst>
            <pc:docMk/>
            <pc:sldMk cId="1838061076" sldId="306"/>
            <ac:spMk id="3" creationId="{3B6F83EF-398F-BCF6-FC28-819F7DAFF818}"/>
          </ac:spMkLst>
        </pc:spChg>
        <pc:spChg chg="add mod">
          <ac:chgData name="Tea Boon Chian" userId="ab84e6a5-2079-4f96-af03-c8dde00dcc75" providerId="ADAL" clId="{86F7CDD9-790D-4004-90DF-7F298483A2D1}" dt="2023-12-25T15:35:20.355" v="12056" actId="207"/>
          <ac:spMkLst>
            <pc:docMk/>
            <pc:sldMk cId="1838061076" sldId="306"/>
            <ac:spMk id="5" creationId="{FAD2A979-01E4-7FCE-193D-259B90323B67}"/>
          </ac:spMkLst>
        </pc:spChg>
        <pc:picChg chg="add del mod">
          <ac:chgData name="Tea Boon Chian" userId="ab84e6a5-2079-4f96-af03-c8dde00dcc75" providerId="ADAL" clId="{86F7CDD9-790D-4004-90DF-7F298483A2D1}" dt="2023-12-25T15:39:11.934" v="12139" actId="21"/>
          <ac:picMkLst>
            <pc:docMk/>
            <pc:sldMk cId="1838061076" sldId="306"/>
            <ac:picMk id="4" creationId="{E9928718-8590-340A-F10A-0BD4C8E4D655}"/>
          </ac:picMkLst>
        </pc:picChg>
      </pc:sldChg>
      <pc:sldChg chg="add del">
        <pc:chgData name="Tea Boon Chian" userId="ab84e6a5-2079-4f96-af03-c8dde00dcc75" providerId="ADAL" clId="{86F7CDD9-790D-4004-90DF-7F298483A2D1}" dt="2023-12-24T09:24:31.466" v="696"/>
        <pc:sldMkLst>
          <pc:docMk/>
          <pc:sldMk cId="2896597669" sldId="306"/>
        </pc:sldMkLst>
      </pc:sldChg>
      <pc:sldChg chg="addSp modSp add mod">
        <pc:chgData name="Tea Boon Chian" userId="ab84e6a5-2079-4f96-af03-c8dde00dcc75" providerId="ADAL" clId="{86F7CDD9-790D-4004-90DF-7F298483A2D1}" dt="2023-12-25T15:39:46.519" v="12149" actId="207"/>
        <pc:sldMkLst>
          <pc:docMk/>
          <pc:sldMk cId="3909338480" sldId="307"/>
        </pc:sldMkLst>
        <pc:spChg chg="mod">
          <ac:chgData name="Tea Boon Chian" userId="ab84e6a5-2079-4f96-af03-c8dde00dcc75" providerId="ADAL" clId="{86F7CDD9-790D-4004-90DF-7F298483A2D1}" dt="2023-12-25T15:35:26.465" v="12058"/>
          <ac:spMkLst>
            <pc:docMk/>
            <pc:sldMk cId="3909338480" sldId="307"/>
            <ac:spMk id="2" creationId="{846D78BD-5F76-1834-1315-09627F34DFA5}"/>
          </ac:spMkLst>
        </pc:spChg>
        <pc:spChg chg="mod">
          <ac:chgData name="Tea Boon Chian" userId="ab84e6a5-2079-4f96-af03-c8dde00dcc75" providerId="ADAL" clId="{86F7CDD9-790D-4004-90DF-7F298483A2D1}" dt="2023-12-25T15:39:46.519" v="12149" actId="207"/>
          <ac:spMkLst>
            <pc:docMk/>
            <pc:sldMk cId="3909338480" sldId="307"/>
            <ac:spMk id="3" creationId="{3B6F83EF-398F-BCF6-FC28-819F7DAFF818}"/>
          </ac:spMkLst>
        </pc:spChg>
        <pc:picChg chg="add mod">
          <ac:chgData name="Tea Boon Chian" userId="ab84e6a5-2079-4f96-af03-c8dde00dcc75" providerId="ADAL" clId="{86F7CDD9-790D-4004-90DF-7F298483A2D1}" dt="2023-12-25T15:39:28.875" v="12144" actId="1076"/>
          <ac:picMkLst>
            <pc:docMk/>
            <pc:sldMk cId="3909338480" sldId="307"/>
            <ac:picMk id="4" creationId="{8BBE8ED8-0C7D-E8BE-A041-BD58F1D75751}"/>
          </ac:picMkLst>
        </pc:picChg>
      </pc:sldChg>
      <pc:sldChg chg="add del">
        <pc:chgData name="Tea Boon Chian" userId="ab84e6a5-2079-4f96-af03-c8dde00dcc75" providerId="ADAL" clId="{86F7CDD9-790D-4004-90DF-7F298483A2D1}" dt="2023-12-24T09:24:31.279" v="695"/>
        <pc:sldMkLst>
          <pc:docMk/>
          <pc:sldMk cId="4231204034" sldId="307"/>
        </pc:sldMkLst>
      </pc:sldChg>
      <pc:sldChg chg="delSp modSp add del mod">
        <pc:chgData name="Tea Boon Chian" userId="ab84e6a5-2079-4f96-af03-c8dde00dcc75" providerId="ADAL" clId="{86F7CDD9-790D-4004-90DF-7F298483A2D1}" dt="2023-12-25T15:39:48.628" v="12150" actId="47"/>
        <pc:sldMkLst>
          <pc:docMk/>
          <pc:sldMk cId="135804273" sldId="308"/>
        </pc:sldMkLst>
        <pc:spChg chg="mod">
          <ac:chgData name="Tea Boon Chian" userId="ab84e6a5-2079-4f96-af03-c8dde00dcc75" providerId="ADAL" clId="{86F7CDD9-790D-4004-90DF-7F298483A2D1}" dt="2023-12-25T15:37:21.820" v="12113" actId="207"/>
          <ac:spMkLst>
            <pc:docMk/>
            <pc:sldMk cId="135804273" sldId="308"/>
            <ac:spMk id="2" creationId="{846D78BD-5F76-1834-1315-09627F34DFA5}"/>
          </ac:spMkLst>
        </pc:spChg>
        <pc:spChg chg="del">
          <ac:chgData name="Tea Boon Chian" userId="ab84e6a5-2079-4f96-af03-c8dde00dcc75" providerId="ADAL" clId="{86F7CDD9-790D-4004-90DF-7F298483A2D1}" dt="2023-12-25T15:38:11.581" v="12123" actId="478"/>
          <ac:spMkLst>
            <pc:docMk/>
            <pc:sldMk cId="135804273" sldId="308"/>
            <ac:spMk id="3" creationId="{3B6F83EF-398F-BCF6-FC28-819F7DAFF818}"/>
          </ac:spMkLst>
        </pc:spChg>
      </pc:sldChg>
      <pc:sldChg chg="add del">
        <pc:chgData name="Tea Boon Chian" userId="ab84e6a5-2079-4f96-af03-c8dde00dcc75" providerId="ADAL" clId="{86F7CDD9-790D-4004-90DF-7F298483A2D1}" dt="2023-12-24T09:24:30.904" v="694"/>
        <pc:sldMkLst>
          <pc:docMk/>
          <pc:sldMk cId="3511305601" sldId="308"/>
        </pc:sldMkLst>
      </pc:sldChg>
      <pc:sldChg chg="addSp modSp add mod">
        <pc:chgData name="Tea Boon Chian" userId="ab84e6a5-2079-4f96-af03-c8dde00dcc75" providerId="ADAL" clId="{86F7CDD9-790D-4004-90DF-7F298483A2D1}" dt="2023-12-25T15:39:03.368" v="12136" actId="12"/>
        <pc:sldMkLst>
          <pc:docMk/>
          <pc:sldMk cId="100973106" sldId="309"/>
        </pc:sldMkLst>
        <pc:spChg chg="mod">
          <ac:chgData name="Tea Boon Chian" userId="ab84e6a5-2079-4f96-af03-c8dde00dcc75" providerId="ADAL" clId="{86F7CDD9-790D-4004-90DF-7F298483A2D1}" dt="2023-12-25T15:37:26.492" v="12115"/>
          <ac:spMkLst>
            <pc:docMk/>
            <pc:sldMk cId="100973106" sldId="309"/>
            <ac:spMk id="2" creationId="{846D78BD-5F76-1834-1315-09627F34DFA5}"/>
          </ac:spMkLst>
        </pc:spChg>
        <pc:spChg chg="mod">
          <ac:chgData name="Tea Boon Chian" userId="ab84e6a5-2079-4f96-af03-c8dde00dcc75" providerId="ADAL" clId="{86F7CDD9-790D-4004-90DF-7F298483A2D1}" dt="2023-12-25T15:39:03.368" v="12136" actId="12"/>
          <ac:spMkLst>
            <pc:docMk/>
            <pc:sldMk cId="100973106" sldId="309"/>
            <ac:spMk id="3" creationId="{3B6F83EF-398F-BCF6-FC28-819F7DAFF818}"/>
          </ac:spMkLst>
        </pc:spChg>
        <pc:picChg chg="add mod">
          <ac:chgData name="Tea Boon Chian" userId="ab84e6a5-2079-4f96-af03-c8dde00dcc75" providerId="ADAL" clId="{86F7CDD9-790D-4004-90DF-7F298483A2D1}" dt="2023-12-25T15:38:43.073" v="12129" actId="1582"/>
          <ac:picMkLst>
            <pc:docMk/>
            <pc:sldMk cId="100973106" sldId="309"/>
            <ac:picMk id="4" creationId="{E5EA3444-E7F7-39DC-23D2-AD1959759384}"/>
          </ac:picMkLst>
        </pc:picChg>
      </pc:sldChg>
      <pc:sldChg chg="add del">
        <pc:chgData name="Tea Boon Chian" userId="ab84e6a5-2079-4f96-af03-c8dde00dcc75" providerId="ADAL" clId="{86F7CDD9-790D-4004-90DF-7F298483A2D1}" dt="2023-12-24T09:24:29.857" v="693"/>
        <pc:sldMkLst>
          <pc:docMk/>
          <pc:sldMk cId="2765183121" sldId="309"/>
        </pc:sldMkLst>
      </pc:sldChg>
      <pc:sldChg chg="add del">
        <pc:chgData name="Tea Boon Chian" userId="ab84e6a5-2079-4f96-af03-c8dde00dcc75" providerId="ADAL" clId="{86F7CDD9-790D-4004-90DF-7F298483A2D1}" dt="2023-12-24T09:24:29.701" v="692"/>
        <pc:sldMkLst>
          <pc:docMk/>
          <pc:sldMk cId="8981840" sldId="310"/>
        </pc:sldMkLst>
      </pc:sldChg>
      <pc:sldChg chg="modSp add mod">
        <pc:chgData name="Tea Boon Chian" userId="ab84e6a5-2079-4f96-af03-c8dde00dcc75" providerId="ADAL" clId="{86F7CDD9-790D-4004-90DF-7F298483A2D1}" dt="2023-12-25T13:52:06.750" v="8502" actId="20577"/>
        <pc:sldMkLst>
          <pc:docMk/>
          <pc:sldMk cId="607295762" sldId="310"/>
        </pc:sldMkLst>
        <pc:spChg chg="mod">
          <ac:chgData name="Tea Boon Chian" userId="ab84e6a5-2079-4f96-af03-c8dde00dcc75" providerId="ADAL" clId="{86F7CDD9-790D-4004-90DF-7F298483A2D1}" dt="2023-12-25T12:19:26.291" v="7077" actId="207"/>
          <ac:spMkLst>
            <pc:docMk/>
            <pc:sldMk cId="607295762" sldId="310"/>
            <ac:spMk id="2" creationId="{846D78BD-5F76-1834-1315-09627F34DFA5}"/>
          </ac:spMkLst>
        </pc:spChg>
        <pc:spChg chg="mod">
          <ac:chgData name="Tea Boon Chian" userId="ab84e6a5-2079-4f96-af03-c8dde00dcc75" providerId="ADAL" clId="{86F7CDD9-790D-4004-90DF-7F298483A2D1}" dt="2023-12-25T13:52:06.750" v="8502" actId="20577"/>
          <ac:spMkLst>
            <pc:docMk/>
            <pc:sldMk cId="607295762" sldId="310"/>
            <ac:spMk id="3" creationId="{3B6F83EF-398F-BCF6-FC28-819F7DAFF818}"/>
          </ac:spMkLst>
        </pc:spChg>
      </pc:sldChg>
      <pc:sldChg chg="addSp delSp modSp add mod">
        <pc:chgData name="Tea Boon Chian" userId="ab84e6a5-2079-4f96-af03-c8dde00dcc75" providerId="ADAL" clId="{86F7CDD9-790D-4004-90DF-7F298483A2D1}" dt="2023-12-25T15:43:56.449" v="12321" actId="27636"/>
        <pc:sldMkLst>
          <pc:docMk/>
          <pc:sldMk cId="424667474" sldId="311"/>
        </pc:sldMkLst>
        <pc:spChg chg="mod">
          <ac:chgData name="Tea Boon Chian" userId="ab84e6a5-2079-4f96-af03-c8dde00dcc75" providerId="ADAL" clId="{86F7CDD9-790D-4004-90DF-7F298483A2D1}" dt="2023-12-25T15:43:56.449" v="12321" actId="27636"/>
          <ac:spMkLst>
            <pc:docMk/>
            <pc:sldMk cId="424667474" sldId="311"/>
            <ac:spMk id="2" creationId="{846D78BD-5F76-1834-1315-09627F34DFA5}"/>
          </ac:spMkLst>
        </pc:spChg>
        <pc:spChg chg="del mod">
          <ac:chgData name="Tea Boon Chian" userId="ab84e6a5-2079-4f96-af03-c8dde00dcc75" providerId="ADAL" clId="{86F7CDD9-790D-4004-90DF-7F298483A2D1}" dt="2023-12-25T13:55:05.744" v="8518" actId="478"/>
          <ac:spMkLst>
            <pc:docMk/>
            <pc:sldMk cId="424667474" sldId="311"/>
            <ac:spMk id="3" creationId="{3B6F83EF-398F-BCF6-FC28-819F7DAFF818}"/>
          </ac:spMkLst>
        </pc:spChg>
        <pc:spChg chg="add del">
          <ac:chgData name="Tea Boon Chian" userId="ab84e6a5-2079-4f96-af03-c8dde00dcc75" providerId="ADAL" clId="{86F7CDD9-790D-4004-90DF-7F298483A2D1}" dt="2023-12-25T13:17:11.485" v="7190"/>
          <ac:spMkLst>
            <pc:docMk/>
            <pc:sldMk cId="424667474" sldId="311"/>
            <ac:spMk id="5" creationId="{F82471BC-0C01-B250-5CAD-11081A6363E4}"/>
          </ac:spMkLst>
        </pc:spChg>
        <pc:picChg chg="add del mod">
          <ac:chgData name="Tea Boon Chian" userId="ab84e6a5-2079-4f96-af03-c8dde00dcc75" providerId="ADAL" clId="{86F7CDD9-790D-4004-90DF-7F298483A2D1}" dt="2023-12-25T13:55:48.442" v="8533" actId="478"/>
          <ac:picMkLst>
            <pc:docMk/>
            <pc:sldMk cId="424667474" sldId="311"/>
            <ac:picMk id="6" creationId="{BB2F20A8-6FF1-8B41-6C08-FF3EE292DB1A}"/>
          </ac:picMkLst>
        </pc:picChg>
        <pc:picChg chg="add mod">
          <ac:chgData name="Tea Boon Chian" userId="ab84e6a5-2079-4f96-af03-c8dde00dcc75" providerId="ADAL" clId="{86F7CDD9-790D-4004-90DF-7F298483A2D1}" dt="2023-12-25T13:56:05.859" v="8543" actId="1076"/>
          <ac:picMkLst>
            <pc:docMk/>
            <pc:sldMk cId="424667474" sldId="311"/>
            <ac:picMk id="7" creationId="{CCFE1C80-B745-8A41-FB66-60CF653A9AAE}"/>
          </ac:picMkLst>
        </pc:picChg>
      </pc:sldChg>
      <pc:sldChg chg="add del">
        <pc:chgData name="Tea Boon Chian" userId="ab84e6a5-2079-4f96-af03-c8dde00dcc75" providerId="ADAL" clId="{86F7CDD9-790D-4004-90DF-7F298483A2D1}" dt="2023-12-24T09:24:29.576" v="691"/>
        <pc:sldMkLst>
          <pc:docMk/>
          <pc:sldMk cId="1844991614" sldId="311"/>
        </pc:sldMkLst>
      </pc:sldChg>
      <pc:sldChg chg="add del">
        <pc:chgData name="Tea Boon Chian" userId="ab84e6a5-2079-4f96-af03-c8dde00dcc75" providerId="ADAL" clId="{86F7CDD9-790D-4004-90DF-7F298483A2D1}" dt="2023-12-24T09:24:29.420" v="690"/>
        <pc:sldMkLst>
          <pc:docMk/>
          <pc:sldMk cId="2254922491" sldId="312"/>
        </pc:sldMkLst>
      </pc:sldChg>
      <pc:sldChg chg="modSp add mod">
        <pc:chgData name="Tea Boon Chian" userId="ab84e6a5-2079-4f96-af03-c8dde00dcc75" providerId="ADAL" clId="{86F7CDD9-790D-4004-90DF-7F298483A2D1}" dt="2023-12-25T14:32:03.738" v="9523" actId="207"/>
        <pc:sldMkLst>
          <pc:docMk/>
          <pc:sldMk cId="2520351111" sldId="312"/>
        </pc:sldMkLst>
        <pc:spChg chg="mod">
          <ac:chgData name="Tea Boon Chian" userId="ab84e6a5-2079-4f96-af03-c8dde00dcc75" providerId="ADAL" clId="{86F7CDD9-790D-4004-90DF-7F298483A2D1}" dt="2023-12-25T14:24:55.649" v="9194"/>
          <ac:spMkLst>
            <pc:docMk/>
            <pc:sldMk cId="2520351111" sldId="312"/>
            <ac:spMk id="2" creationId="{846D78BD-5F76-1834-1315-09627F34DFA5}"/>
          </ac:spMkLst>
        </pc:spChg>
        <pc:spChg chg="mod">
          <ac:chgData name="Tea Boon Chian" userId="ab84e6a5-2079-4f96-af03-c8dde00dcc75" providerId="ADAL" clId="{86F7CDD9-790D-4004-90DF-7F298483A2D1}" dt="2023-12-25T14:32:03.738" v="9523" actId="207"/>
          <ac:spMkLst>
            <pc:docMk/>
            <pc:sldMk cId="2520351111" sldId="312"/>
            <ac:spMk id="3" creationId="{3B6F83EF-398F-BCF6-FC28-819F7DAFF818}"/>
          </ac:spMkLst>
        </pc:spChg>
      </pc:sldChg>
      <pc:sldChg chg="modSp add mod ord">
        <pc:chgData name="Tea Boon Chian" userId="ab84e6a5-2079-4f96-af03-c8dde00dcc75" providerId="ADAL" clId="{86F7CDD9-790D-4004-90DF-7F298483A2D1}" dt="2023-12-25T14:24:39.744" v="9192" actId="207"/>
        <pc:sldMkLst>
          <pc:docMk/>
          <pc:sldMk cId="363300602" sldId="313"/>
        </pc:sldMkLst>
        <pc:spChg chg="mod">
          <ac:chgData name="Tea Boon Chian" userId="ab84e6a5-2079-4f96-af03-c8dde00dcc75" providerId="ADAL" clId="{86F7CDD9-790D-4004-90DF-7F298483A2D1}" dt="2023-12-25T14:21:13.088" v="8981" actId="20577"/>
          <ac:spMkLst>
            <pc:docMk/>
            <pc:sldMk cId="363300602" sldId="313"/>
            <ac:spMk id="2" creationId="{846D78BD-5F76-1834-1315-09627F34DFA5}"/>
          </ac:spMkLst>
        </pc:spChg>
        <pc:spChg chg="mod">
          <ac:chgData name="Tea Boon Chian" userId="ab84e6a5-2079-4f96-af03-c8dde00dcc75" providerId="ADAL" clId="{86F7CDD9-790D-4004-90DF-7F298483A2D1}" dt="2023-12-25T14:24:39.744" v="9192" actId="207"/>
          <ac:spMkLst>
            <pc:docMk/>
            <pc:sldMk cId="363300602" sldId="313"/>
            <ac:spMk id="3" creationId="{3B6F83EF-398F-BCF6-FC28-819F7DAFF818}"/>
          </ac:spMkLst>
        </pc:spChg>
      </pc:sldChg>
      <pc:sldChg chg="addSp delSp modSp add mod">
        <pc:chgData name="Tea Boon Chian" userId="ab84e6a5-2079-4f96-af03-c8dde00dcc75" providerId="ADAL" clId="{86F7CDD9-790D-4004-90DF-7F298483A2D1}" dt="2024-01-19T06:38:50.709" v="12336" actId="20577"/>
        <pc:sldMkLst>
          <pc:docMk/>
          <pc:sldMk cId="1389778361" sldId="314"/>
        </pc:sldMkLst>
        <pc:spChg chg="mod">
          <ac:chgData name="Tea Boon Chian" userId="ab84e6a5-2079-4f96-af03-c8dde00dcc75" providerId="ADAL" clId="{86F7CDD9-790D-4004-90DF-7F298483A2D1}" dt="2023-12-25T14:33:15.571" v="9560" actId="207"/>
          <ac:spMkLst>
            <pc:docMk/>
            <pc:sldMk cId="1389778361" sldId="314"/>
            <ac:spMk id="2" creationId="{846D78BD-5F76-1834-1315-09627F34DFA5}"/>
          </ac:spMkLst>
        </pc:spChg>
        <pc:spChg chg="mod">
          <ac:chgData name="Tea Boon Chian" userId="ab84e6a5-2079-4f96-af03-c8dde00dcc75" providerId="ADAL" clId="{86F7CDD9-790D-4004-90DF-7F298483A2D1}" dt="2024-01-19T06:38:50.709" v="12336" actId="20577"/>
          <ac:spMkLst>
            <pc:docMk/>
            <pc:sldMk cId="1389778361" sldId="314"/>
            <ac:spMk id="3" creationId="{3B6F83EF-398F-BCF6-FC28-819F7DAFF818}"/>
          </ac:spMkLst>
        </pc:spChg>
        <pc:graphicFrameChg chg="add del mod">
          <ac:chgData name="Tea Boon Chian" userId="ab84e6a5-2079-4f96-af03-c8dde00dcc75" providerId="ADAL" clId="{86F7CDD9-790D-4004-90DF-7F298483A2D1}" dt="2023-12-25T14:42:17.985" v="9651"/>
          <ac:graphicFrameMkLst>
            <pc:docMk/>
            <pc:sldMk cId="1389778361" sldId="314"/>
            <ac:graphicFrameMk id="4" creationId="{7BF4699D-FD40-2A2B-BEE8-D5E60D45B828}"/>
          </ac:graphicFrameMkLst>
        </pc:graphicFrameChg>
      </pc:sldChg>
      <pc:sldChg chg="addSp delSp modSp add mod ord">
        <pc:chgData name="Tea Boon Chian" userId="ab84e6a5-2079-4f96-af03-c8dde00dcc75" providerId="ADAL" clId="{86F7CDD9-790D-4004-90DF-7F298483A2D1}" dt="2023-12-26T00:03:08.375" v="12327" actId="20577"/>
        <pc:sldMkLst>
          <pc:docMk/>
          <pc:sldMk cId="3273982975" sldId="315"/>
        </pc:sldMkLst>
        <pc:spChg chg="del">
          <ac:chgData name="Tea Boon Chian" userId="ab84e6a5-2079-4f96-af03-c8dde00dcc75" providerId="ADAL" clId="{86F7CDD9-790D-4004-90DF-7F298483A2D1}" dt="2023-12-25T14:45:18.953" v="9967" actId="478"/>
          <ac:spMkLst>
            <pc:docMk/>
            <pc:sldMk cId="3273982975" sldId="315"/>
            <ac:spMk id="2" creationId="{846D78BD-5F76-1834-1315-09627F34DFA5}"/>
          </ac:spMkLst>
        </pc:spChg>
        <pc:spChg chg="del mod">
          <ac:chgData name="Tea Boon Chian" userId="ab84e6a5-2079-4f96-af03-c8dde00dcc75" providerId="ADAL" clId="{86F7CDD9-790D-4004-90DF-7F298483A2D1}" dt="2023-12-25T14:45:21.905" v="9969" actId="478"/>
          <ac:spMkLst>
            <pc:docMk/>
            <pc:sldMk cId="3273982975" sldId="315"/>
            <ac:spMk id="3" creationId="{3B6F83EF-398F-BCF6-FC28-819F7DAFF818}"/>
          </ac:spMkLst>
        </pc:spChg>
        <pc:spChg chg="add mod">
          <ac:chgData name="Tea Boon Chian" userId="ab84e6a5-2079-4f96-af03-c8dde00dcc75" providerId="ADAL" clId="{86F7CDD9-790D-4004-90DF-7F298483A2D1}" dt="2023-12-26T00:03:08.375" v="12327" actId="20577"/>
          <ac:spMkLst>
            <pc:docMk/>
            <pc:sldMk cId="3273982975" sldId="315"/>
            <ac:spMk id="5" creationId="{3DC8DE58-485A-2DF0-FB72-46DD95734341}"/>
          </ac:spMkLst>
        </pc:spChg>
        <pc:picChg chg="add mod">
          <ac:chgData name="Tea Boon Chian" userId="ab84e6a5-2079-4f96-af03-c8dde00dcc75" providerId="ADAL" clId="{86F7CDD9-790D-4004-90DF-7F298483A2D1}" dt="2023-12-25T14:50:48.037" v="10050" actId="1582"/>
          <ac:picMkLst>
            <pc:docMk/>
            <pc:sldMk cId="3273982975" sldId="315"/>
            <ac:picMk id="4" creationId="{8C8CA6C1-7241-993D-D2D0-DEA7BE7D37B7}"/>
          </ac:picMkLst>
        </pc:picChg>
      </pc:sldChg>
      <pc:sldChg chg="modSp add mod">
        <pc:chgData name="Tea Boon Chian" userId="ab84e6a5-2079-4f96-af03-c8dde00dcc75" providerId="ADAL" clId="{86F7CDD9-790D-4004-90DF-7F298483A2D1}" dt="2023-12-26T00:03:23.775" v="12330" actId="20577"/>
        <pc:sldMkLst>
          <pc:docMk/>
          <pc:sldMk cId="3878831508" sldId="316"/>
        </pc:sldMkLst>
        <pc:spChg chg="mod">
          <ac:chgData name="Tea Boon Chian" userId="ab84e6a5-2079-4f96-af03-c8dde00dcc75" providerId="ADAL" clId="{86F7CDD9-790D-4004-90DF-7F298483A2D1}" dt="2023-12-26T00:03:23.775" v="12330" actId="20577"/>
          <ac:spMkLst>
            <pc:docMk/>
            <pc:sldMk cId="3878831508" sldId="316"/>
            <ac:spMk id="2" creationId="{846D78BD-5F76-1834-1315-09627F34DFA5}"/>
          </ac:spMkLst>
        </pc:spChg>
        <pc:spChg chg="mod">
          <ac:chgData name="Tea Boon Chian" userId="ab84e6a5-2079-4f96-af03-c8dde00dcc75" providerId="ADAL" clId="{86F7CDD9-790D-4004-90DF-7F298483A2D1}" dt="2023-12-25T15:00:59.029" v="10356" actId="20577"/>
          <ac:spMkLst>
            <pc:docMk/>
            <pc:sldMk cId="3878831508" sldId="316"/>
            <ac:spMk id="3" creationId="{3B6F83EF-398F-BCF6-FC28-819F7DAFF818}"/>
          </ac:spMkLst>
        </pc:spChg>
      </pc:sldChg>
      <pc:sldChg chg="addSp delSp modSp add mod">
        <pc:chgData name="Tea Boon Chian" userId="ab84e6a5-2079-4f96-af03-c8dde00dcc75" providerId="ADAL" clId="{86F7CDD9-790D-4004-90DF-7F298483A2D1}" dt="2023-12-24T17:14:43.440" v="3622" actId="207"/>
        <pc:sldMkLst>
          <pc:docMk/>
          <pc:sldMk cId="1372296190" sldId="317"/>
        </pc:sldMkLst>
        <pc:spChg chg="mod">
          <ac:chgData name="Tea Boon Chian" userId="ab84e6a5-2079-4f96-af03-c8dde00dcc75" providerId="ADAL" clId="{86F7CDD9-790D-4004-90DF-7F298483A2D1}" dt="2023-12-24T17:14:43.440" v="3622" actId="207"/>
          <ac:spMkLst>
            <pc:docMk/>
            <pc:sldMk cId="1372296190" sldId="317"/>
            <ac:spMk id="2" creationId="{846D78BD-5F76-1834-1315-09627F34DFA5}"/>
          </ac:spMkLst>
        </pc:spChg>
        <pc:picChg chg="add del mod">
          <ac:chgData name="Tea Boon Chian" userId="ab84e6a5-2079-4f96-af03-c8dde00dcc75" providerId="ADAL" clId="{86F7CDD9-790D-4004-90DF-7F298483A2D1}" dt="2023-12-24T17:01:56.628" v="2773" actId="21"/>
          <ac:picMkLst>
            <pc:docMk/>
            <pc:sldMk cId="1372296190" sldId="317"/>
            <ac:picMk id="3" creationId="{F4A26EFF-9F54-97FC-C0DC-EAB375753509}"/>
          </ac:picMkLst>
        </pc:picChg>
      </pc:sldChg>
      <pc:sldChg chg="addSp delSp modSp add mod">
        <pc:chgData name="Tea Boon Chian" userId="ab84e6a5-2079-4f96-af03-c8dde00dcc75" providerId="ADAL" clId="{86F7CDD9-790D-4004-90DF-7F298483A2D1}" dt="2023-12-24T17:04:55.970" v="2803" actId="1076"/>
        <pc:sldMkLst>
          <pc:docMk/>
          <pc:sldMk cId="251760262" sldId="318"/>
        </pc:sldMkLst>
        <pc:spChg chg="add del mod">
          <ac:chgData name="Tea Boon Chian" userId="ab84e6a5-2079-4f96-af03-c8dde00dcc75" providerId="ADAL" clId="{86F7CDD9-790D-4004-90DF-7F298483A2D1}" dt="2023-12-24T17:04:39.363" v="2797" actId="478"/>
          <ac:spMkLst>
            <pc:docMk/>
            <pc:sldMk cId="251760262" sldId="318"/>
            <ac:spMk id="3" creationId="{1994B46D-3C41-5CEE-0E33-3ACA306D58FD}"/>
          </ac:spMkLst>
        </pc:spChg>
        <pc:spChg chg="del">
          <ac:chgData name="Tea Boon Chian" userId="ab84e6a5-2079-4f96-af03-c8dde00dcc75" providerId="ADAL" clId="{86F7CDD9-790D-4004-90DF-7F298483A2D1}" dt="2023-12-24T17:04:37.641" v="2796" actId="478"/>
          <ac:spMkLst>
            <pc:docMk/>
            <pc:sldMk cId="251760262" sldId="318"/>
            <ac:spMk id="5" creationId="{EEA02CED-5FED-52AE-9E1C-6B88C027F4AC}"/>
          </ac:spMkLst>
        </pc:spChg>
        <pc:picChg chg="add mod">
          <ac:chgData name="Tea Boon Chian" userId="ab84e6a5-2079-4f96-af03-c8dde00dcc75" providerId="ADAL" clId="{86F7CDD9-790D-4004-90DF-7F298483A2D1}" dt="2023-12-24T17:04:55.970" v="2803" actId="1076"/>
          <ac:picMkLst>
            <pc:docMk/>
            <pc:sldMk cId="251760262" sldId="318"/>
            <ac:picMk id="4" creationId="{D56B0379-DAE5-D9F1-6A5E-225160CE2995}"/>
          </ac:picMkLst>
        </pc:picChg>
        <pc:picChg chg="del">
          <ac:chgData name="Tea Boon Chian" userId="ab84e6a5-2079-4f96-af03-c8dde00dcc75" providerId="ADAL" clId="{86F7CDD9-790D-4004-90DF-7F298483A2D1}" dt="2023-12-24T17:04:39.951" v="2798" actId="478"/>
          <ac:picMkLst>
            <pc:docMk/>
            <pc:sldMk cId="251760262" sldId="318"/>
            <ac:picMk id="6" creationId="{F438BDBD-78E4-6724-CE68-313B1E17146B}"/>
          </ac:picMkLst>
        </pc:picChg>
      </pc:sldChg>
      <pc:sldChg chg="addSp delSp modSp add mod">
        <pc:chgData name="Tea Boon Chian" userId="ab84e6a5-2079-4f96-af03-c8dde00dcc75" providerId="ADAL" clId="{86F7CDD9-790D-4004-90DF-7F298483A2D1}" dt="2023-12-25T11:45:33.728" v="5363" actId="20577"/>
        <pc:sldMkLst>
          <pc:docMk/>
          <pc:sldMk cId="1410097403" sldId="319"/>
        </pc:sldMkLst>
        <pc:spChg chg="del">
          <ac:chgData name="Tea Boon Chian" userId="ab84e6a5-2079-4f96-af03-c8dde00dcc75" providerId="ADAL" clId="{86F7CDD9-790D-4004-90DF-7F298483A2D1}" dt="2023-12-25T11:22:39.293" v="4255" actId="478"/>
          <ac:spMkLst>
            <pc:docMk/>
            <pc:sldMk cId="1410097403" sldId="319"/>
            <ac:spMk id="2" creationId="{846D78BD-5F76-1834-1315-09627F34DFA5}"/>
          </ac:spMkLst>
        </pc:spChg>
        <pc:spChg chg="mod">
          <ac:chgData name="Tea Boon Chian" userId="ab84e6a5-2079-4f96-af03-c8dde00dcc75" providerId="ADAL" clId="{86F7CDD9-790D-4004-90DF-7F298483A2D1}" dt="2023-12-25T11:45:33.728" v="5363" actId="20577"/>
          <ac:spMkLst>
            <pc:docMk/>
            <pc:sldMk cId="1410097403" sldId="319"/>
            <ac:spMk id="3" creationId="{3B6F83EF-398F-BCF6-FC28-819F7DAFF818}"/>
          </ac:spMkLst>
        </pc:spChg>
        <pc:spChg chg="add del mod">
          <ac:chgData name="Tea Boon Chian" userId="ab84e6a5-2079-4f96-af03-c8dde00dcc75" providerId="ADAL" clId="{86F7CDD9-790D-4004-90DF-7F298483A2D1}" dt="2023-12-25T11:22:41.523" v="4256" actId="478"/>
          <ac:spMkLst>
            <pc:docMk/>
            <pc:sldMk cId="1410097403" sldId="319"/>
            <ac:spMk id="5" creationId="{08584D17-F169-3429-C1C9-FF2CC5C3B8DE}"/>
          </ac:spMkLst>
        </pc:spChg>
        <pc:picChg chg="mod">
          <ac:chgData name="Tea Boon Chian" userId="ab84e6a5-2079-4f96-af03-c8dde00dcc75" providerId="ADAL" clId="{86F7CDD9-790D-4004-90DF-7F298483A2D1}" dt="2023-12-25T11:31:28.348" v="5068" actId="1076"/>
          <ac:picMkLst>
            <pc:docMk/>
            <pc:sldMk cId="1410097403" sldId="319"/>
            <ac:picMk id="6" creationId="{272CFCF3-F509-DDC8-7CA2-3CFD80FBA978}"/>
          </ac:picMkLst>
        </pc:picChg>
      </pc:sldChg>
      <pc:sldChg chg="addSp delSp modSp add mod">
        <pc:chgData name="Tea Boon Chian" userId="ab84e6a5-2079-4f96-af03-c8dde00dcc75" providerId="ADAL" clId="{86F7CDD9-790D-4004-90DF-7F298483A2D1}" dt="2023-12-25T11:54:36.335" v="5746" actId="20577"/>
        <pc:sldMkLst>
          <pc:docMk/>
          <pc:sldMk cId="3065434502" sldId="320"/>
        </pc:sldMkLst>
        <pc:spChg chg="del">
          <ac:chgData name="Tea Boon Chian" userId="ab84e6a5-2079-4f96-af03-c8dde00dcc75" providerId="ADAL" clId="{86F7CDD9-790D-4004-90DF-7F298483A2D1}" dt="2023-12-25T11:40:18.383" v="5080" actId="478"/>
          <ac:spMkLst>
            <pc:docMk/>
            <pc:sldMk cId="3065434502" sldId="320"/>
            <ac:spMk id="2" creationId="{846D78BD-5F76-1834-1315-09627F34DFA5}"/>
          </ac:spMkLst>
        </pc:spChg>
        <pc:spChg chg="del">
          <ac:chgData name="Tea Boon Chian" userId="ab84e6a5-2079-4f96-af03-c8dde00dcc75" providerId="ADAL" clId="{86F7CDD9-790D-4004-90DF-7F298483A2D1}" dt="2023-12-25T11:40:31.299" v="5083" actId="478"/>
          <ac:spMkLst>
            <pc:docMk/>
            <pc:sldMk cId="3065434502" sldId="320"/>
            <ac:spMk id="3" creationId="{3B6F83EF-398F-BCF6-FC28-819F7DAFF818}"/>
          </ac:spMkLst>
        </pc:spChg>
        <pc:spChg chg="add del mod">
          <ac:chgData name="Tea Boon Chian" userId="ab84e6a5-2079-4f96-af03-c8dde00dcc75" providerId="ADAL" clId="{86F7CDD9-790D-4004-90DF-7F298483A2D1}" dt="2023-12-25T11:40:20.201" v="5081" actId="478"/>
          <ac:spMkLst>
            <pc:docMk/>
            <pc:sldMk cId="3065434502" sldId="320"/>
            <ac:spMk id="6" creationId="{83A00D8A-C206-EED4-BE54-3AA46C90AA62}"/>
          </ac:spMkLst>
        </pc:spChg>
        <pc:spChg chg="add del mod">
          <ac:chgData name="Tea Boon Chian" userId="ab84e6a5-2079-4f96-af03-c8dde00dcc75" providerId="ADAL" clId="{86F7CDD9-790D-4004-90DF-7F298483A2D1}" dt="2023-12-25T11:40:33.896" v="5084" actId="478"/>
          <ac:spMkLst>
            <pc:docMk/>
            <pc:sldMk cId="3065434502" sldId="320"/>
            <ac:spMk id="8" creationId="{B168F769-1248-A932-F2A6-7E65973AA59B}"/>
          </ac:spMkLst>
        </pc:spChg>
        <pc:spChg chg="add del mod">
          <ac:chgData name="Tea Boon Chian" userId="ab84e6a5-2079-4f96-af03-c8dde00dcc75" providerId="ADAL" clId="{86F7CDD9-790D-4004-90DF-7F298483A2D1}" dt="2023-12-25T11:46:06.180" v="5374" actId="478"/>
          <ac:spMkLst>
            <pc:docMk/>
            <pc:sldMk cId="3065434502" sldId="320"/>
            <ac:spMk id="9" creationId="{1B0E2123-8C10-3EB6-2DCB-2ECF224C23E3}"/>
          </ac:spMkLst>
        </pc:spChg>
        <pc:spChg chg="add mod">
          <ac:chgData name="Tea Boon Chian" userId="ab84e6a5-2079-4f96-af03-c8dde00dcc75" providerId="ADAL" clId="{86F7CDD9-790D-4004-90DF-7F298483A2D1}" dt="2023-12-25T11:45:52.278" v="5371"/>
          <ac:spMkLst>
            <pc:docMk/>
            <pc:sldMk cId="3065434502" sldId="320"/>
            <ac:spMk id="10" creationId="{84FD1E79-1BFE-890A-CB61-A88C7DD2C960}"/>
          </ac:spMkLst>
        </pc:spChg>
        <pc:spChg chg="add mod">
          <ac:chgData name="Tea Boon Chian" userId="ab84e6a5-2079-4f96-af03-c8dde00dcc75" providerId="ADAL" clId="{86F7CDD9-790D-4004-90DF-7F298483A2D1}" dt="2023-12-25T11:54:36.335" v="5746" actId="20577"/>
          <ac:spMkLst>
            <pc:docMk/>
            <pc:sldMk cId="3065434502" sldId="320"/>
            <ac:spMk id="11" creationId="{134A7625-C473-3919-F05E-A7226CD768E4}"/>
          </ac:spMkLst>
        </pc:spChg>
        <pc:picChg chg="del mod">
          <ac:chgData name="Tea Boon Chian" userId="ab84e6a5-2079-4f96-af03-c8dde00dcc75" providerId="ADAL" clId="{86F7CDD9-790D-4004-90DF-7F298483A2D1}" dt="2023-12-25T11:45:45.589" v="5370" actId="478"/>
          <ac:picMkLst>
            <pc:docMk/>
            <pc:sldMk cId="3065434502" sldId="320"/>
            <ac:picMk id="4" creationId="{EE1F1B7A-F534-F95A-08DF-76AA4E9F5633}"/>
          </ac:picMkLst>
        </pc:picChg>
      </pc:sldChg>
      <pc:sldChg chg="addSp delSp modSp add mod">
        <pc:chgData name="Tea Boon Chian" userId="ab84e6a5-2079-4f96-af03-c8dde00dcc75" providerId="ADAL" clId="{86F7CDD9-790D-4004-90DF-7F298483A2D1}" dt="2023-12-25T11:54:49.955" v="5747" actId="403"/>
        <pc:sldMkLst>
          <pc:docMk/>
          <pc:sldMk cId="729431447" sldId="321"/>
        </pc:sldMkLst>
        <pc:spChg chg="del">
          <ac:chgData name="Tea Boon Chian" userId="ab84e6a5-2079-4f96-af03-c8dde00dcc75" providerId="ADAL" clId="{86F7CDD9-790D-4004-90DF-7F298483A2D1}" dt="2023-12-25T11:47:03.962" v="5391" actId="478"/>
          <ac:spMkLst>
            <pc:docMk/>
            <pc:sldMk cId="729431447" sldId="321"/>
            <ac:spMk id="2" creationId="{846D78BD-5F76-1834-1315-09627F34DFA5}"/>
          </ac:spMkLst>
        </pc:spChg>
        <pc:spChg chg="del">
          <ac:chgData name="Tea Boon Chian" userId="ab84e6a5-2079-4f96-af03-c8dde00dcc75" providerId="ADAL" clId="{86F7CDD9-790D-4004-90DF-7F298483A2D1}" dt="2023-12-25T11:46:58.480" v="5389" actId="478"/>
          <ac:spMkLst>
            <pc:docMk/>
            <pc:sldMk cId="729431447" sldId="321"/>
            <ac:spMk id="3" creationId="{3B6F83EF-398F-BCF6-FC28-819F7DAFF818}"/>
          </ac:spMkLst>
        </pc:spChg>
        <pc:spChg chg="add del mod">
          <ac:chgData name="Tea Boon Chian" userId="ab84e6a5-2079-4f96-af03-c8dde00dcc75" providerId="ADAL" clId="{86F7CDD9-790D-4004-90DF-7F298483A2D1}" dt="2023-12-25T11:47:01.338" v="5390" actId="478"/>
          <ac:spMkLst>
            <pc:docMk/>
            <pc:sldMk cId="729431447" sldId="321"/>
            <ac:spMk id="6" creationId="{63EA842F-4C4A-6ABE-D881-FE22CFD62E60}"/>
          </ac:spMkLst>
        </pc:spChg>
        <pc:spChg chg="add del mod">
          <ac:chgData name="Tea Boon Chian" userId="ab84e6a5-2079-4f96-af03-c8dde00dcc75" providerId="ADAL" clId="{86F7CDD9-790D-4004-90DF-7F298483A2D1}" dt="2023-12-25T11:47:05.440" v="5392" actId="478"/>
          <ac:spMkLst>
            <pc:docMk/>
            <pc:sldMk cId="729431447" sldId="321"/>
            <ac:spMk id="8" creationId="{F5A9D7EA-8200-CA3A-1BDC-56C85A1A145E}"/>
          </ac:spMkLst>
        </pc:spChg>
        <pc:spChg chg="add mod">
          <ac:chgData name="Tea Boon Chian" userId="ab84e6a5-2079-4f96-af03-c8dde00dcc75" providerId="ADAL" clId="{86F7CDD9-790D-4004-90DF-7F298483A2D1}" dt="2023-12-25T11:54:49.955" v="5747" actId="403"/>
          <ac:spMkLst>
            <pc:docMk/>
            <pc:sldMk cId="729431447" sldId="321"/>
            <ac:spMk id="9" creationId="{9FE5D18E-D4CE-5922-A6DF-C96405CA3CD9}"/>
          </ac:spMkLst>
        </pc:spChg>
        <pc:picChg chg="mod">
          <ac:chgData name="Tea Boon Chian" userId="ab84e6a5-2079-4f96-af03-c8dde00dcc75" providerId="ADAL" clId="{86F7CDD9-790D-4004-90DF-7F298483A2D1}" dt="2023-12-25T11:47:09.741" v="5394" actId="1076"/>
          <ac:picMkLst>
            <pc:docMk/>
            <pc:sldMk cId="729431447" sldId="321"/>
            <ac:picMk id="4" creationId="{17B6EC89-7BE8-B429-77A1-745B47BB138D}"/>
          </ac:picMkLst>
        </pc:picChg>
      </pc:sldChg>
      <pc:sldChg chg="delSp modSp add mod">
        <pc:chgData name="Tea Boon Chian" userId="ab84e6a5-2079-4f96-af03-c8dde00dcc75" providerId="ADAL" clId="{86F7CDD9-790D-4004-90DF-7F298483A2D1}" dt="2023-12-25T11:59:16.955" v="5993" actId="478"/>
        <pc:sldMkLst>
          <pc:docMk/>
          <pc:sldMk cId="653094009" sldId="322"/>
        </pc:sldMkLst>
        <pc:spChg chg="mod">
          <ac:chgData name="Tea Boon Chian" userId="ab84e6a5-2079-4f96-af03-c8dde00dcc75" providerId="ADAL" clId="{86F7CDD9-790D-4004-90DF-7F298483A2D1}" dt="2023-12-25T11:59:06.204" v="5992" actId="20577"/>
          <ac:spMkLst>
            <pc:docMk/>
            <pc:sldMk cId="653094009" sldId="322"/>
            <ac:spMk id="3" creationId="{3B6F83EF-398F-BCF6-FC28-819F7DAFF818}"/>
          </ac:spMkLst>
        </pc:spChg>
        <pc:picChg chg="del mod">
          <ac:chgData name="Tea Boon Chian" userId="ab84e6a5-2079-4f96-af03-c8dde00dcc75" providerId="ADAL" clId="{86F7CDD9-790D-4004-90DF-7F298483A2D1}" dt="2023-12-25T11:59:16.955" v="5993" actId="478"/>
          <ac:picMkLst>
            <pc:docMk/>
            <pc:sldMk cId="653094009" sldId="322"/>
            <ac:picMk id="4" creationId="{4C392959-38B2-72AB-904B-EE257EA8E332}"/>
          </ac:picMkLst>
        </pc:picChg>
      </pc:sldChg>
      <pc:sldChg chg="modSp add mod">
        <pc:chgData name="Tea Boon Chian" userId="ab84e6a5-2079-4f96-af03-c8dde00dcc75" providerId="ADAL" clId="{86F7CDD9-790D-4004-90DF-7F298483A2D1}" dt="2023-12-25T12:00:06.708" v="6016" actId="20577"/>
        <pc:sldMkLst>
          <pc:docMk/>
          <pc:sldMk cId="1039135803" sldId="323"/>
        </pc:sldMkLst>
        <pc:spChg chg="mod">
          <ac:chgData name="Tea Boon Chian" userId="ab84e6a5-2079-4f96-af03-c8dde00dcc75" providerId="ADAL" clId="{86F7CDD9-790D-4004-90DF-7F298483A2D1}" dt="2023-12-25T12:00:06.708" v="6016" actId="20577"/>
          <ac:spMkLst>
            <pc:docMk/>
            <pc:sldMk cId="1039135803" sldId="323"/>
            <ac:spMk id="2" creationId="{846D78BD-5F76-1834-1315-09627F34DFA5}"/>
          </ac:spMkLst>
        </pc:spChg>
      </pc:sldChg>
      <pc:sldChg chg="modSp add mod">
        <pc:chgData name="Tea Boon Chian" userId="ab84e6a5-2079-4f96-af03-c8dde00dcc75" providerId="ADAL" clId="{86F7CDD9-790D-4004-90DF-7F298483A2D1}" dt="2023-12-25T12:05:56.610" v="6264" actId="20577"/>
        <pc:sldMkLst>
          <pc:docMk/>
          <pc:sldMk cId="421263012" sldId="324"/>
        </pc:sldMkLst>
        <pc:spChg chg="mod">
          <ac:chgData name="Tea Boon Chian" userId="ab84e6a5-2079-4f96-af03-c8dde00dcc75" providerId="ADAL" clId="{86F7CDD9-790D-4004-90DF-7F298483A2D1}" dt="2023-12-25T12:05:56.610" v="6264" actId="20577"/>
          <ac:spMkLst>
            <pc:docMk/>
            <pc:sldMk cId="421263012" sldId="324"/>
            <ac:spMk id="2" creationId="{846D78BD-5F76-1834-1315-09627F34DFA5}"/>
          </ac:spMkLst>
        </pc:spChg>
      </pc:sldChg>
      <pc:sldChg chg="modSp add mod">
        <pc:chgData name="Tea Boon Chian" userId="ab84e6a5-2079-4f96-af03-c8dde00dcc75" providerId="ADAL" clId="{86F7CDD9-790D-4004-90DF-7F298483A2D1}" dt="2023-12-25T12:18:08.286" v="7017" actId="20577"/>
        <pc:sldMkLst>
          <pc:docMk/>
          <pc:sldMk cId="630304157" sldId="325"/>
        </pc:sldMkLst>
        <pc:spChg chg="mod">
          <ac:chgData name="Tea Boon Chian" userId="ab84e6a5-2079-4f96-af03-c8dde00dcc75" providerId="ADAL" clId="{86F7CDD9-790D-4004-90DF-7F298483A2D1}" dt="2023-12-25T12:18:08.286" v="7017" actId="20577"/>
          <ac:spMkLst>
            <pc:docMk/>
            <pc:sldMk cId="630304157" sldId="325"/>
            <ac:spMk id="2" creationId="{846D78BD-5F76-1834-1315-09627F34DFA5}"/>
          </ac:spMkLst>
        </pc:spChg>
      </pc:sldChg>
      <pc:sldChg chg="modSp add del mod">
        <pc:chgData name="Tea Boon Chian" userId="ab84e6a5-2079-4f96-af03-c8dde00dcc75" providerId="ADAL" clId="{86F7CDD9-790D-4004-90DF-7F298483A2D1}" dt="2023-12-25T13:52:47.513" v="8517" actId="207"/>
        <pc:sldMkLst>
          <pc:docMk/>
          <pc:sldMk cId="2459463202" sldId="326"/>
        </pc:sldMkLst>
        <pc:spChg chg="mod">
          <ac:chgData name="Tea Boon Chian" userId="ab84e6a5-2079-4f96-af03-c8dde00dcc75" providerId="ADAL" clId="{86F7CDD9-790D-4004-90DF-7F298483A2D1}" dt="2023-12-25T13:52:47.513" v="8517" actId="207"/>
          <ac:spMkLst>
            <pc:docMk/>
            <pc:sldMk cId="2459463202" sldId="326"/>
            <ac:spMk id="3" creationId="{3B6F83EF-398F-BCF6-FC28-819F7DAFF818}"/>
          </ac:spMkLst>
        </pc:spChg>
      </pc:sldChg>
      <pc:sldChg chg="addSp delSp modSp add mod">
        <pc:chgData name="Tea Boon Chian" userId="ab84e6a5-2079-4f96-af03-c8dde00dcc75" providerId="ADAL" clId="{86F7CDD9-790D-4004-90DF-7F298483A2D1}" dt="2023-12-25T13:36:40.639" v="8224" actId="20577"/>
        <pc:sldMkLst>
          <pc:docMk/>
          <pc:sldMk cId="1073533721" sldId="327"/>
        </pc:sldMkLst>
        <pc:spChg chg="mod">
          <ac:chgData name="Tea Boon Chian" userId="ab84e6a5-2079-4f96-af03-c8dde00dcc75" providerId="ADAL" clId="{86F7CDD9-790D-4004-90DF-7F298483A2D1}" dt="2023-12-25T13:19:52.735" v="7256" actId="207"/>
          <ac:spMkLst>
            <pc:docMk/>
            <pc:sldMk cId="1073533721" sldId="327"/>
            <ac:spMk id="2" creationId="{846D78BD-5F76-1834-1315-09627F34DFA5}"/>
          </ac:spMkLst>
        </pc:spChg>
        <pc:spChg chg="mod">
          <ac:chgData name="Tea Boon Chian" userId="ab84e6a5-2079-4f96-af03-c8dde00dcc75" providerId="ADAL" clId="{86F7CDD9-790D-4004-90DF-7F298483A2D1}" dt="2023-12-25T13:36:40.639" v="8224" actId="20577"/>
          <ac:spMkLst>
            <pc:docMk/>
            <pc:sldMk cId="1073533721" sldId="327"/>
            <ac:spMk id="3" creationId="{3B6F83EF-398F-BCF6-FC28-819F7DAFF818}"/>
          </ac:spMkLst>
        </pc:spChg>
        <pc:graphicFrameChg chg="add del mod">
          <ac:chgData name="Tea Boon Chian" userId="ab84e6a5-2079-4f96-af03-c8dde00dcc75" providerId="ADAL" clId="{86F7CDD9-790D-4004-90DF-7F298483A2D1}" dt="2023-12-25T13:21:30.479" v="7360"/>
          <ac:graphicFrameMkLst>
            <pc:docMk/>
            <pc:sldMk cId="1073533721" sldId="327"/>
            <ac:graphicFrameMk id="4" creationId="{0335882C-DDC2-3153-DC32-976B61AB8DA9}"/>
          </ac:graphicFrameMkLst>
        </pc:graphicFrameChg>
      </pc:sldChg>
      <pc:sldChg chg="addSp delSp modSp add mod">
        <pc:chgData name="Tea Boon Chian" userId="ab84e6a5-2079-4f96-af03-c8dde00dcc75" providerId="ADAL" clId="{86F7CDD9-790D-4004-90DF-7F298483A2D1}" dt="2023-12-25T13:38:07.318" v="8278" actId="20577"/>
        <pc:sldMkLst>
          <pc:docMk/>
          <pc:sldMk cId="643459366" sldId="328"/>
        </pc:sldMkLst>
        <pc:spChg chg="mod">
          <ac:chgData name="Tea Boon Chian" userId="ab84e6a5-2079-4f96-af03-c8dde00dcc75" providerId="ADAL" clId="{86F7CDD9-790D-4004-90DF-7F298483A2D1}" dt="2023-12-25T13:38:07.318" v="8278" actId="20577"/>
          <ac:spMkLst>
            <pc:docMk/>
            <pc:sldMk cId="643459366" sldId="328"/>
            <ac:spMk id="3" creationId="{3B6F83EF-398F-BCF6-FC28-819F7DAFF818}"/>
          </ac:spMkLst>
        </pc:spChg>
        <pc:graphicFrameChg chg="add del mod">
          <ac:chgData name="Tea Boon Chian" userId="ab84e6a5-2079-4f96-af03-c8dde00dcc75" providerId="ADAL" clId="{86F7CDD9-790D-4004-90DF-7F298483A2D1}" dt="2023-12-25T13:28:03.053" v="7961"/>
          <ac:graphicFrameMkLst>
            <pc:docMk/>
            <pc:sldMk cId="643459366" sldId="328"/>
            <ac:graphicFrameMk id="4" creationId="{BF127028-41A5-E77A-8E0F-7A6020DEA977}"/>
          </ac:graphicFrameMkLst>
        </pc:graphicFrameChg>
      </pc:sldChg>
      <pc:sldChg chg="add del">
        <pc:chgData name="Tea Boon Chian" userId="ab84e6a5-2079-4f96-af03-c8dde00dcc75" providerId="ADAL" clId="{86F7CDD9-790D-4004-90DF-7F298483A2D1}" dt="2023-12-25T13:21:38.115" v="7361" actId="47"/>
        <pc:sldMkLst>
          <pc:docMk/>
          <pc:sldMk cId="2487114506" sldId="328"/>
        </pc:sldMkLst>
      </pc:sldChg>
      <pc:sldChg chg="modSp add mod">
        <pc:chgData name="Tea Boon Chian" userId="ab84e6a5-2079-4f96-af03-c8dde00dcc75" providerId="ADAL" clId="{86F7CDD9-790D-4004-90DF-7F298483A2D1}" dt="2023-12-25T13:45:15.199" v="8451" actId="20577"/>
        <pc:sldMkLst>
          <pc:docMk/>
          <pc:sldMk cId="2025276942" sldId="329"/>
        </pc:sldMkLst>
        <pc:spChg chg="mod">
          <ac:chgData name="Tea Boon Chian" userId="ab84e6a5-2079-4f96-af03-c8dde00dcc75" providerId="ADAL" clId="{86F7CDD9-790D-4004-90DF-7F298483A2D1}" dt="2023-12-25T13:45:15.199" v="8451" actId="20577"/>
          <ac:spMkLst>
            <pc:docMk/>
            <pc:sldMk cId="2025276942" sldId="329"/>
            <ac:spMk id="3" creationId="{3B6F83EF-398F-BCF6-FC28-819F7DAFF818}"/>
          </ac:spMkLst>
        </pc:spChg>
      </pc:sldChg>
      <pc:sldChg chg="add del">
        <pc:chgData name="Tea Boon Chian" userId="ab84e6a5-2079-4f96-af03-c8dde00dcc75" providerId="ADAL" clId="{86F7CDD9-790D-4004-90DF-7F298483A2D1}" dt="2023-12-25T13:28:03.053" v="7961"/>
        <pc:sldMkLst>
          <pc:docMk/>
          <pc:sldMk cId="2624169703" sldId="329"/>
        </pc:sldMkLst>
      </pc:sldChg>
      <pc:sldChg chg="addSp delSp modSp add mod">
        <pc:chgData name="Tea Boon Chian" userId="ab84e6a5-2079-4f96-af03-c8dde00dcc75" providerId="ADAL" clId="{86F7CDD9-790D-4004-90DF-7F298483A2D1}" dt="2023-12-25T13:47:15.986" v="8468" actId="1076"/>
        <pc:sldMkLst>
          <pc:docMk/>
          <pc:sldMk cId="1753622946" sldId="330"/>
        </pc:sldMkLst>
        <pc:spChg chg="del">
          <ac:chgData name="Tea Boon Chian" userId="ab84e6a5-2079-4f96-af03-c8dde00dcc75" providerId="ADAL" clId="{86F7CDD9-790D-4004-90DF-7F298483A2D1}" dt="2023-12-25T13:46:43.928" v="8455" actId="478"/>
          <ac:spMkLst>
            <pc:docMk/>
            <pc:sldMk cId="1753622946" sldId="330"/>
            <ac:spMk id="2" creationId="{846D78BD-5F76-1834-1315-09627F34DFA5}"/>
          </ac:spMkLst>
        </pc:spChg>
        <pc:spChg chg="del mod">
          <ac:chgData name="Tea Boon Chian" userId="ab84e6a5-2079-4f96-af03-c8dde00dcc75" providerId="ADAL" clId="{86F7CDD9-790D-4004-90DF-7F298483A2D1}" dt="2023-12-25T13:46:45.346" v="8457" actId="478"/>
          <ac:spMkLst>
            <pc:docMk/>
            <pc:sldMk cId="1753622946" sldId="330"/>
            <ac:spMk id="3" creationId="{3B6F83EF-398F-BCF6-FC28-819F7DAFF818}"/>
          </ac:spMkLst>
        </pc:spChg>
        <pc:spChg chg="add del mod">
          <ac:chgData name="Tea Boon Chian" userId="ab84e6a5-2079-4f96-af03-c8dde00dcc75" providerId="ADAL" clId="{86F7CDD9-790D-4004-90DF-7F298483A2D1}" dt="2023-12-25T13:46:44.426" v="8456" actId="478"/>
          <ac:spMkLst>
            <pc:docMk/>
            <pc:sldMk cId="1753622946" sldId="330"/>
            <ac:spMk id="5" creationId="{A8A6B0D3-191A-036D-7F58-B36ED3D36AEB}"/>
          </ac:spMkLst>
        </pc:spChg>
        <pc:picChg chg="add mod">
          <ac:chgData name="Tea Boon Chian" userId="ab84e6a5-2079-4f96-af03-c8dde00dcc75" providerId="ADAL" clId="{86F7CDD9-790D-4004-90DF-7F298483A2D1}" dt="2023-12-25T13:47:15.986" v="8468" actId="1076"/>
          <ac:picMkLst>
            <pc:docMk/>
            <pc:sldMk cId="1753622946" sldId="330"/>
            <ac:picMk id="6" creationId="{7C8DA35B-03BD-A05C-FA09-C28ED6440001}"/>
          </ac:picMkLst>
        </pc:picChg>
      </pc:sldChg>
      <pc:sldChg chg="modSp add mod">
        <pc:chgData name="Tea Boon Chian" userId="ab84e6a5-2079-4f96-af03-c8dde00dcc75" providerId="ADAL" clId="{86F7CDD9-790D-4004-90DF-7F298483A2D1}" dt="2023-12-25T14:04:40.043" v="8762" actId="207"/>
        <pc:sldMkLst>
          <pc:docMk/>
          <pc:sldMk cId="3394004388" sldId="331"/>
        </pc:sldMkLst>
        <pc:spChg chg="mod">
          <ac:chgData name="Tea Boon Chian" userId="ab84e6a5-2079-4f96-af03-c8dde00dcc75" providerId="ADAL" clId="{86F7CDD9-790D-4004-90DF-7F298483A2D1}" dt="2023-12-25T14:04:40.043" v="8762" actId="207"/>
          <ac:spMkLst>
            <pc:docMk/>
            <pc:sldMk cId="3394004388" sldId="331"/>
            <ac:spMk id="2" creationId="{846D78BD-5F76-1834-1315-09627F34DFA5}"/>
          </ac:spMkLst>
        </pc:spChg>
      </pc:sldChg>
      <pc:sldChg chg="modSp add del mod">
        <pc:chgData name="Tea Boon Chian" userId="ab84e6a5-2079-4f96-af03-c8dde00dcc75" providerId="ADAL" clId="{86F7CDD9-790D-4004-90DF-7F298483A2D1}" dt="2023-12-26T00:03:13.183" v="12328" actId="20577"/>
        <pc:sldMkLst>
          <pc:docMk/>
          <pc:sldMk cId="1946664882" sldId="332"/>
        </pc:sldMkLst>
        <pc:spChg chg="mod">
          <ac:chgData name="Tea Boon Chian" userId="ab84e6a5-2079-4f96-af03-c8dde00dcc75" providerId="ADAL" clId="{86F7CDD9-790D-4004-90DF-7F298483A2D1}" dt="2023-12-26T00:03:13.183" v="12328" actId="20577"/>
          <ac:spMkLst>
            <pc:docMk/>
            <pc:sldMk cId="1946664882" sldId="332"/>
            <ac:spMk id="2" creationId="{846D78BD-5F76-1834-1315-09627F34DFA5}"/>
          </ac:spMkLst>
        </pc:spChg>
        <pc:spChg chg="mod">
          <ac:chgData name="Tea Boon Chian" userId="ab84e6a5-2079-4f96-af03-c8dde00dcc75" providerId="ADAL" clId="{86F7CDD9-790D-4004-90DF-7F298483A2D1}" dt="2023-12-25T14:54:00.903" v="10159" actId="20577"/>
          <ac:spMkLst>
            <pc:docMk/>
            <pc:sldMk cId="1946664882" sldId="332"/>
            <ac:spMk id="3" creationId="{3B6F83EF-398F-BCF6-FC28-819F7DAFF818}"/>
          </ac:spMkLst>
        </pc:spChg>
      </pc:sldChg>
      <pc:sldChg chg="modSp add mod">
        <pc:chgData name="Tea Boon Chian" userId="ab84e6a5-2079-4f96-af03-c8dde00dcc75" providerId="ADAL" clId="{86F7CDD9-790D-4004-90DF-7F298483A2D1}" dt="2023-12-25T15:06:51.619" v="10640" actId="20577"/>
        <pc:sldMkLst>
          <pc:docMk/>
          <pc:sldMk cId="1588548466" sldId="333"/>
        </pc:sldMkLst>
        <pc:spChg chg="mod">
          <ac:chgData name="Tea Boon Chian" userId="ab84e6a5-2079-4f96-af03-c8dde00dcc75" providerId="ADAL" clId="{86F7CDD9-790D-4004-90DF-7F298483A2D1}" dt="2023-12-25T15:04:23.709" v="10492" actId="20577"/>
          <ac:spMkLst>
            <pc:docMk/>
            <pc:sldMk cId="1588548466" sldId="333"/>
            <ac:spMk id="2" creationId="{846D78BD-5F76-1834-1315-09627F34DFA5}"/>
          </ac:spMkLst>
        </pc:spChg>
        <pc:spChg chg="mod">
          <ac:chgData name="Tea Boon Chian" userId="ab84e6a5-2079-4f96-af03-c8dde00dcc75" providerId="ADAL" clId="{86F7CDD9-790D-4004-90DF-7F298483A2D1}" dt="2023-12-25T15:06:51.619" v="10640" actId="20577"/>
          <ac:spMkLst>
            <pc:docMk/>
            <pc:sldMk cId="1588548466" sldId="333"/>
            <ac:spMk id="3" creationId="{3B6F83EF-398F-BCF6-FC28-819F7DAFF818}"/>
          </ac:spMkLst>
        </pc:spChg>
      </pc:sldChg>
      <pc:sldChg chg="add del">
        <pc:chgData name="Tea Boon Chian" userId="ab84e6a5-2079-4f96-af03-c8dde00dcc75" providerId="ADAL" clId="{86F7CDD9-790D-4004-90DF-7F298483A2D1}" dt="2023-12-25T14:42:25.436" v="9652" actId="47"/>
        <pc:sldMkLst>
          <pc:docMk/>
          <pc:sldMk cId="4161907083" sldId="333"/>
        </pc:sldMkLst>
      </pc:sldChg>
      <pc:sldChg chg="modSp add mod">
        <pc:chgData name="Tea Boon Chian" userId="ab84e6a5-2079-4f96-af03-c8dde00dcc75" providerId="ADAL" clId="{86F7CDD9-790D-4004-90DF-7F298483A2D1}" dt="2023-12-25T15:10:38.208" v="10797" actId="20577"/>
        <pc:sldMkLst>
          <pc:docMk/>
          <pc:sldMk cId="2136902332" sldId="334"/>
        </pc:sldMkLst>
        <pc:spChg chg="mod">
          <ac:chgData name="Tea Boon Chian" userId="ab84e6a5-2079-4f96-af03-c8dde00dcc75" providerId="ADAL" clId="{86F7CDD9-790D-4004-90DF-7F298483A2D1}" dt="2023-12-25T15:07:09.609" v="10645" actId="27636"/>
          <ac:spMkLst>
            <pc:docMk/>
            <pc:sldMk cId="2136902332" sldId="334"/>
            <ac:spMk id="2" creationId="{846D78BD-5F76-1834-1315-09627F34DFA5}"/>
          </ac:spMkLst>
        </pc:spChg>
        <pc:spChg chg="mod">
          <ac:chgData name="Tea Boon Chian" userId="ab84e6a5-2079-4f96-af03-c8dde00dcc75" providerId="ADAL" clId="{86F7CDD9-790D-4004-90DF-7F298483A2D1}" dt="2023-12-25T15:10:38.208" v="10797" actId="20577"/>
          <ac:spMkLst>
            <pc:docMk/>
            <pc:sldMk cId="2136902332" sldId="334"/>
            <ac:spMk id="3" creationId="{3B6F83EF-398F-BCF6-FC28-819F7DAFF818}"/>
          </ac:spMkLst>
        </pc:spChg>
      </pc:sldChg>
      <pc:sldChg chg="modSp add mod">
        <pc:chgData name="Tea Boon Chian" userId="ab84e6a5-2079-4f96-af03-c8dde00dcc75" providerId="ADAL" clId="{86F7CDD9-790D-4004-90DF-7F298483A2D1}" dt="2023-12-25T15:11:14.902" v="10809" actId="20577"/>
        <pc:sldMkLst>
          <pc:docMk/>
          <pc:sldMk cId="4019961160" sldId="335"/>
        </pc:sldMkLst>
        <pc:spChg chg="mod">
          <ac:chgData name="Tea Boon Chian" userId="ab84e6a5-2079-4f96-af03-c8dde00dcc75" providerId="ADAL" clId="{86F7CDD9-790D-4004-90DF-7F298483A2D1}" dt="2023-12-25T15:11:02.413" v="10805" actId="27636"/>
          <ac:spMkLst>
            <pc:docMk/>
            <pc:sldMk cId="4019961160" sldId="335"/>
            <ac:spMk id="2" creationId="{846D78BD-5F76-1834-1315-09627F34DFA5}"/>
          </ac:spMkLst>
        </pc:spChg>
        <pc:spChg chg="mod">
          <ac:chgData name="Tea Boon Chian" userId="ab84e6a5-2079-4f96-af03-c8dde00dcc75" providerId="ADAL" clId="{86F7CDD9-790D-4004-90DF-7F298483A2D1}" dt="2023-12-25T15:11:14.902" v="10809" actId="20577"/>
          <ac:spMkLst>
            <pc:docMk/>
            <pc:sldMk cId="4019961160" sldId="335"/>
            <ac:spMk id="3" creationId="{3B6F83EF-398F-BCF6-FC28-819F7DAFF818}"/>
          </ac:spMkLst>
        </pc:spChg>
      </pc:sldChg>
      <pc:sldChg chg="modSp add mod">
        <pc:chgData name="Tea Boon Chian" userId="ab84e6a5-2079-4f96-af03-c8dde00dcc75" providerId="ADAL" clId="{86F7CDD9-790D-4004-90DF-7F298483A2D1}" dt="2023-12-26T00:03:18.539" v="12329" actId="20577"/>
        <pc:sldMkLst>
          <pc:docMk/>
          <pc:sldMk cId="863639054" sldId="336"/>
        </pc:sldMkLst>
        <pc:spChg chg="mod">
          <ac:chgData name="Tea Boon Chian" userId="ab84e6a5-2079-4f96-af03-c8dde00dcc75" providerId="ADAL" clId="{86F7CDD9-790D-4004-90DF-7F298483A2D1}" dt="2023-12-26T00:03:18.539" v="12329" actId="20577"/>
          <ac:spMkLst>
            <pc:docMk/>
            <pc:sldMk cId="863639054" sldId="336"/>
            <ac:spMk id="2" creationId="{846D78BD-5F76-1834-1315-09627F34DFA5}"/>
          </ac:spMkLst>
        </pc:spChg>
        <pc:spChg chg="mod">
          <ac:chgData name="Tea Boon Chian" userId="ab84e6a5-2079-4f96-af03-c8dde00dcc75" providerId="ADAL" clId="{86F7CDD9-790D-4004-90DF-7F298483A2D1}" dt="2023-12-25T14:54:14.070" v="10161" actId="20577"/>
          <ac:spMkLst>
            <pc:docMk/>
            <pc:sldMk cId="863639054" sldId="336"/>
            <ac:spMk id="3" creationId="{3B6F83EF-398F-BCF6-FC28-819F7DAFF818}"/>
          </ac:spMkLst>
        </pc:spChg>
      </pc:sldChg>
      <pc:sldChg chg="modSp add mod">
        <pc:chgData name="Tea Boon Chian" userId="ab84e6a5-2079-4f96-af03-c8dde00dcc75" providerId="ADAL" clId="{86F7CDD9-790D-4004-90DF-7F298483A2D1}" dt="2023-12-25T15:03:09.606" v="10386" actId="207"/>
        <pc:sldMkLst>
          <pc:docMk/>
          <pc:sldMk cId="2359882160" sldId="337"/>
        </pc:sldMkLst>
        <pc:spChg chg="mod">
          <ac:chgData name="Tea Boon Chian" userId="ab84e6a5-2079-4f96-af03-c8dde00dcc75" providerId="ADAL" clId="{86F7CDD9-790D-4004-90DF-7F298483A2D1}" dt="2023-12-25T15:03:09.606" v="10386" actId="207"/>
          <ac:spMkLst>
            <pc:docMk/>
            <pc:sldMk cId="2359882160" sldId="337"/>
            <ac:spMk id="2" creationId="{846D78BD-5F76-1834-1315-09627F34DFA5}"/>
          </ac:spMkLst>
        </pc:spChg>
      </pc:sldChg>
      <pc:sldChg chg="modSp add mod">
        <pc:chgData name="Tea Boon Chian" userId="ab84e6a5-2079-4f96-af03-c8dde00dcc75" providerId="ADAL" clId="{86F7CDD9-790D-4004-90DF-7F298483A2D1}" dt="2023-12-25T15:17:12.784" v="11122" actId="207"/>
        <pc:sldMkLst>
          <pc:docMk/>
          <pc:sldMk cId="1710136707" sldId="338"/>
        </pc:sldMkLst>
        <pc:spChg chg="mod">
          <ac:chgData name="Tea Boon Chian" userId="ab84e6a5-2079-4f96-af03-c8dde00dcc75" providerId="ADAL" clId="{86F7CDD9-790D-4004-90DF-7F298483A2D1}" dt="2023-12-25T15:12:08.797" v="10909" actId="27636"/>
          <ac:spMkLst>
            <pc:docMk/>
            <pc:sldMk cId="1710136707" sldId="338"/>
            <ac:spMk id="2" creationId="{846D78BD-5F76-1834-1315-09627F34DFA5}"/>
          </ac:spMkLst>
        </pc:spChg>
        <pc:spChg chg="mod">
          <ac:chgData name="Tea Boon Chian" userId="ab84e6a5-2079-4f96-af03-c8dde00dcc75" providerId="ADAL" clId="{86F7CDD9-790D-4004-90DF-7F298483A2D1}" dt="2023-12-25T15:17:12.784" v="11122" actId="207"/>
          <ac:spMkLst>
            <pc:docMk/>
            <pc:sldMk cId="1710136707" sldId="338"/>
            <ac:spMk id="3" creationId="{3B6F83EF-398F-BCF6-FC28-819F7DAFF818}"/>
          </ac:spMkLst>
        </pc:spChg>
      </pc:sldChg>
      <pc:sldChg chg="modSp add mod">
        <pc:chgData name="Tea Boon Chian" userId="ab84e6a5-2079-4f96-af03-c8dde00dcc75" providerId="ADAL" clId="{86F7CDD9-790D-4004-90DF-7F298483A2D1}" dt="2023-12-26T00:02:35.006" v="12326" actId="207"/>
        <pc:sldMkLst>
          <pc:docMk/>
          <pc:sldMk cId="2145304729" sldId="339"/>
        </pc:sldMkLst>
        <pc:spChg chg="mod">
          <ac:chgData name="Tea Boon Chian" userId="ab84e6a5-2079-4f96-af03-c8dde00dcc75" providerId="ADAL" clId="{86F7CDD9-790D-4004-90DF-7F298483A2D1}" dt="2023-12-25T15:17:43.230" v="11161" actId="207"/>
          <ac:spMkLst>
            <pc:docMk/>
            <pc:sldMk cId="2145304729" sldId="339"/>
            <ac:spMk id="2" creationId="{846D78BD-5F76-1834-1315-09627F34DFA5}"/>
          </ac:spMkLst>
        </pc:spChg>
        <pc:spChg chg="mod">
          <ac:chgData name="Tea Boon Chian" userId="ab84e6a5-2079-4f96-af03-c8dde00dcc75" providerId="ADAL" clId="{86F7CDD9-790D-4004-90DF-7F298483A2D1}" dt="2023-12-26T00:02:35.006" v="12326" actId="207"/>
          <ac:spMkLst>
            <pc:docMk/>
            <pc:sldMk cId="2145304729" sldId="339"/>
            <ac:spMk id="3" creationId="{3B6F83EF-398F-BCF6-FC28-819F7DAFF818}"/>
          </ac:spMkLst>
        </pc:spChg>
      </pc:sldChg>
      <pc:sldChg chg="addSp delSp modSp add mod">
        <pc:chgData name="Tea Boon Chian" userId="ab84e6a5-2079-4f96-af03-c8dde00dcc75" providerId="ADAL" clId="{86F7CDD9-790D-4004-90DF-7F298483A2D1}" dt="2023-12-25T15:23:01.909" v="11411" actId="1076"/>
        <pc:sldMkLst>
          <pc:docMk/>
          <pc:sldMk cId="3523988256" sldId="340"/>
        </pc:sldMkLst>
        <pc:spChg chg="mod">
          <ac:chgData name="Tea Boon Chian" userId="ab84e6a5-2079-4f96-af03-c8dde00dcc75" providerId="ADAL" clId="{86F7CDD9-790D-4004-90DF-7F298483A2D1}" dt="2023-12-25T15:21:11.544" v="11405" actId="27636"/>
          <ac:spMkLst>
            <pc:docMk/>
            <pc:sldMk cId="3523988256" sldId="340"/>
            <ac:spMk id="2" creationId="{846D78BD-5F76-1834-1315-09627F34DFA5}"/>
          </ac:spMkLst>
        </pc:spChg>
        <pc:spChg chg="del">
          <ac:chgData name="Tea Boon Chian" userId="ab84e6a5-2079-4f96-af03-c8dde00dcc75" providerId="ADAL" clId="{86F7CDD9-790D-4004-90DF-7F298483A2D1}" dt="2023-12-25T15:22:47.847" v="11406" actId="478"/>
          <ac:spMkLst>
            <pc:docMk/>
            <pc:sldMk cId="3523988256" sldId="340"/>
            <ac:spMk id="3" creationId="{3B6F83EF-398F-BCF6-FC28-819F7DAFF818}"/>
          </ac:spMkLst>
        </pc:spChg>
        <pc:picChg chg="add mod">
          <ac:chgData name="Tea Boon Chian" userId="ab84e6a5-2079-4f96-af03-c8dde00dcc75" providerId="ADAL" clId="{86F7CDD9-790D-4004-90DF-7F298483A2D1}" dt="2023-12-25T15:23:01.909" v="11411" actId="1076"/>
          <ac:picMkLst>
            <pc:docMk/>
            <pc:sldMk cId="3523988256" sldId="340"/>
            <ac:picMk id="4" creationId="{C56AF5A3-FD5E-FE90-DE5C-0F30CE1BA7F5}"/>
          </ac:picMkLst>
        </pc:picChg>
      </pc:sldChg>
      <pc:sldChg chg="modSp add mod ord">
        <pc:chgData name="Tea Boon Chian" userId="ab84e6a5-2079-4f96-af03-c8dde00dcc75" providerId="ADAL" clId="{86F7CDD9-790D-4004-90DF-7F298483A2D1}" dt="2023-12-25T15:29:13.216" v="11903" actId="20577"/>
        <pc:sldMkLst>
          <pc:docMk/>
          <pc:sldMk cId="775069672" sldId="341"/>
        </pc:sldMkLst>
        <pc:spChg chg="mod">
          <ac:chgData name="Tea Boon Chian" userId="ab84e6a5-2079-4f96-af03-c8dde00dcc75" providerId="ADAL" clId="{86F7CDD9-790D-4004-90DF-7F298483A2D1}" dt="2023-12-25T15:29:13.216" v="11903" actId="20577"/>
          <ac:spMkLst>
            <pc:docMk/>
            <pc:sldMk cId="775069672" sldId="341"/>
            <ac:spMk id="3" creationId="{3B6F83EF-398F-BCF6-FC28-819F7DAFF818}"/>
          </ac:spMkLst>
        </pc:spChg>
      </pc:sldChg>
    </pc:docChg>
  </pc:docChgLst>
  <pc:docChgLst>
    <pc:chgData name="Tea Boon Chian" userId="ab84e6a5-2079-4f96-af03-c8dde00dcc75" providerId="ADAL" clId="{B354914B-1D0A-409E-BF10-B02BD2274DD3}"/>
    <pc:docChg chg="undo custSel modSld">
      <pc:chgData name="Tea Boon Chian" userId="ab84e6a5-2079-4f96-af03-c8dde00dcc75" providerId="ADAL" clId="{B354914B-1D0A-409E-BF10-B02BD2274DD3}" dt="2024-06-06T11:48:31.845" v="33" actId="20577"/>
      <pc:docMkLst>
        <pc:docMk/>
      </pc:docMkLst>
      <pc:sldChg chg="modSp mod">
        <pc:chgData name="Tea Boon Chian" userId="ab84e6a5-2079-4f96-af03-c8dde00dcc75" providerId="ADAL" clId="{B354914B-1D0A-409E-BF10-B02BD2274DD3}" dt="2024-06-06T11:48:31.845" v="33" actId="20577"/>
        <pc:sldMkLst>
          <pc:docMk/>
          <pc:sldMk cId="3273982975" sldId="315"/>
        </pc:sldMkLst>
        <pc:spChg chg="mod">
          <ac:chgData name="Tea Boon Chian" userId="ab84e6a5-2079-4f96-af03-c8dde00dcc75" providerId="ADAL" clId="{B354914B-1D0A-409E-BF10-B02BD2274DD3}" dt="2024-06-06T11:48:31.845" v="33" actId="20577"/>
          <ac:spMkLst>
            <pc:docMk/>
            <pc:sldMk cId="3273982975" sldId="315"/>
            <ac:spMk id="5" creationId="{3DC8DE58-485A-2DF0-FB72-46DD95734341}"/>
          </ac:spMkLst>
        </pc:spChg>
      </pc:sldChg>
      <pc:sldChg chg="modSp mod">
        <pc:chgData name="Tea Boon Chian" userId="ab84e6a5-2079-4f96-af03-c8dde00dcc75" providerId="ADAL" clId="{B354914B-1D0A-409E-BF10-B02BD2274DD3}" dt="2024-06-06T11:48:31.220" v="29" actId="20577"/>
        <pc:sldMkLst>
          <pc:docMk/>
          <pc:sldMk cId="1946664882" sldId="332"/>
        </pc:sldMkLst>
        <pc:spChg chg="mod">
          <ac:chgData name="Tea Boon Chian" userId="ab84e6a5-2079-4f96-af03-c8dde00dcc75" providerId="ADAL" clId="{B354914B-1D0A-409E-BF10-B02BD2274DD3}" dt="2024-06-06T11:48:31.220" v="29" actId="20577"/>
          <ac:spMkLst>
            <pc:docMk/>
            <pc:sldMk cId="1946664882" sldId="332"/>
            <ac:spMk id="2" creationId="{846D78BD-5F76-1834-1315-09627F34DFA5}"/>
          </ac:spMkLst>
        </pc:spChg>
      </pc:sldChg>
      <pc:sldChg chg="modSp mod">
        <pc:chgData name="Tea Boon Chian" userId="ab84e6a5-2079-4f96-af03-c8dde00dcc75" providerId="ADAL" clId="{B354914B-1D0A-409E-BF10-B02BD2274DD3}" dt="2024-06-06T11:48:30.887" v="26" actId="20577"/>
        <pc:sldMkLst>
          <pc:docMk/>
          <pc:sldMk cId="863639054" sldId="336"/>
        </pc:sldMkLst>
        <pc:spChg chg="mod">
          <ac:chgData name="Tea Boon Chian" userId="ab84e6a5-2079-4f96-af03-c8dde00dcc75" providerId="ADAL" clId="{B354914B-1D0A-409E-BF10-B02BD2274DD3}" dt="2024-06-06T11:48:30.887" v="26" actId="20577"/>
          <ac:spMkLst>
            <pc:docMk/>
            <pc:sldMk cId="863639054" sldId="336"/>
            <ac:spMk id="2" creationId="{846D78BD-5F76-1834-1315-09627F34DFA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p:nvPr/>
        </p:nvSpPr>
        <p:spPr>
          <a:xfrm>
            <a:off x="579640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32C74-82F4-2A29-889B-EF23CEE6AA4F}"/>
              </a:ext>
            </a:extLst>
          </p:cNvPr>
          <p:cNvSpPr>
            <a:spLocks noGrp="1"/>
          </p:cNvSpPr>
          <p:nvPr>
            <p:ph type="ctrTitle"/>
          </p:nvPr>
        </p:nvSpPr>
        <p:spPr>
          <a:xfrm>
            <a:off x="1066801" y="1122363"/>
            <a:ext cx="6211185" cy="2305246"/>
          </a:xfrm>
        </p:spPr>
        <p:txBody>
          <a:bodyPr anchor="b">
            <a:normAutofit/>
          </a:bodyPr>
          <a:lstStyle>
            <a:lvl1pPr algn="l">
              <a:lnSpc>
                <a:spcPct val="100000"/>
              </a:lnSpc>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4ACADD6-278F-604C-8A38-BBBAFC6754E8}"/>
              </a:ext>
            </a:extLst>
          </p:cNvPr>
          <p:cNvSpPr>
            <a:spLocks noGrp="1"/>
          </p:cNvSpPr>
          <p:nvPr>
            <p:ph type="subTitle" idx="1"/>
          </p:nvPr>
        </p:nvSpPr>
        <p:spPr>
          <a:xfrm>
            <a:off x="1066802" y="3549048"/>
            <a:ext cx="5029198" cy="1956278"/>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C43946B-3F5A-C916-B62B-8D5938EA8285}"/>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5" name="Footer Placeholder 4">
            <a:extLst>
              <a:ext uri="{FF2B5EF4-FFF2-40B4-BE49-F238E27FC236}">
                <a16:creationId xmlns:a16="http://schemas.microsoft.com/office/drawing/2014/main" id="{5986539F-2DB8-FCDA-C884-9C3CD29B8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AA7B3-5D3B-D493-8F6F-1FEBB8576D62}"/>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843619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4769-9A55-AF9B-4CE4-DFA07E711CF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E45D9E-DBB4-B890-88D5-B4C03599E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AE15260-1C0B-A965-3114-D7C40D18BDF4}"/>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5" name="Footer Placeholder 4">
            <a:extLst>
              <a:ext uri="{FF2B5EF4-FFF2-40B4-BE49-F238E27FC236}">
                <a16:creationId xmlns:a16="http://schemas.microsoft.com/office/drawing/2014/main" id="{19AAF4D1-0334-3F24-69B4-06C7BD742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BA76D-3B8B-429D-9B32-54D6A6297C0A}"/>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833249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8D9C414-4A2F-78AF-ED60-6130D4C563B3}"/>
              </a:ext>
            </a:extLst>
          </p:cNvPr>
          <p:cNvSpPr/>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23000">
                <a:schemeClr val="bg2"/>
              </a:gs>
              <a:gs pos="100000">
                <a:schemeClr val="accent1">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3410AE4-7FC7-589E-B6D3-0DA7B5FC5CE3}"/>
              </a:ext>
            </a:extLst>
          </p:cNvPr>
          <p:cNvSpPr/>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33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381CBD-08D9-3C9A-7620-24F2D6404893}"/>
              </a:ext>
            </a:extLst>
          </p:cNvPr>
          <p:cNvSpPr>
            <a:spLocks noGrp="1"/>
          </p:cNvSpPr>
          <p:nvPr>
            <p:ph type="title"/>
          </p:nvPr>
        </p:nvSpPr>
        <p:spPr>
          <a:xfrm>
            <a:off x="1066800" y="1709738"/>
            <a:ext cx="6455434" cy="29812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D5AE2B-1716-CEEC-73F8-E81F59192562}"/>
              </a:ext>
            </a:extLst>
          </p:cNvPr>
          <p:cNvSpPr>
            <a:spLocks noGrp="1"/>
          </p:cNvSpPr>
          <p:nvPr>
            <p:ph type="body" idx="1"/>
          </p:nvPr>
        </p:nvSpPr>
        <p:spPr>
          <a:xfrm>
            <a:off x="1066800" y="4759252"/>
            <a:ext cx="5397260" cy="955748"/>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F3052-6EE8-979F-04FB-1B8DF81F29B9}"/>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5" name="Footer Placeholder 4">
            <a:extLst>
              <a:ext uri="{FF2B5EF4-FFF2-40B4-BE49-F238E27FC236}">
                <a16:creationId xmlns:a16="http://schemas.microsoft.com/office/drawing/2014/main" id="{7D986285-161A-6869-27C2-0A159C234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ED64F-5DAB-238D-C34A-1DCCB12221D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521979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4D0-7460-7B08-F1EE-96EABE40212A}"/>
              </a:ext>
            </a:extLst>
          </p:cNvPr>
          <p:cNvSpPr>
            <a:spLocks noGrp="1"/>
          </p:cNvSpPr>
          <p:nvPr>
            <p:ph type="title"/>
          </p:nvPr>
        </p:nvSpPr>
        <p:spPr>
          <a:xfrm>
            <a:off x="1066799" y="936841"/>
            <a:ext cx="10092477" cy="9536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80B7F9-8ECB-7079-A11E-51D3903E2B1A}"/>
              </a:ext>
            </a:extLst>
          </p:cNvPr>
          <p:cNvSpPr>
            <a:spLocks noGrp="1"/>
          </p:cNvSpPr>
          <p:nvPr>
            <p:ph sz="half" idx="1"/>
          </p:nvPr>
        </p:nvSpPr>
        <p:spPr>
          <a:xfrm>
            <a:off x="1066800"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4E97161-CAF5-CA48-D814-7ACD43AB99E1}"/>
              </a:ext>
            </a:extLst>
          </p:cNvPr>
          <p:cNvSpPr>
            <a:spLocks noGrp="1"/>
          </p:cNvSpPr>
          <p:nvPr>
            <p:ph sz="half" idx="2"/>
          </p:nvPr>
        </p:nvSpPr>
        <p:spPr>
          <a:xfrm>
            <a:off x="6349795"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23BD680-4E7A-5155-3CAE-6BD44EE8BA83}"/>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6" name="Footer Placeholder 5">
            <a:extLst>
              <a:ext uri="{FF2B5EF4-FFF2-40B4-BE49-F238E27FC236}">
                <a16:creationId xmlns:a16="http://schemas.microsoft.com/office/drawing/2014/main" id="{4F6A152D-EFF2-B3AA-3F25-14E113673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D6032-FD7A-BFFD-9BE5-48EDBEFBD147}"/>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482307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7F4D-4855-340E-03F3-4860885EC671}"/>
              </a:ext>
            </a:extLst>
          </p:cNvPr>
          <p:cNvSpPr>
            <a:spLocks noGrp="1"/>
          </p:cNvSpPr>
          <p:nvPr>
            <p:ph type="title"/>
          </p:nvPr>
        </p:nvSpPr>
        <p:spPr>
          <a:xfrm>
            <a:off x="1066800" y="963283"/>
            <a:ext cx="10096500" cy="91600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3CEB472-7426-C288-B5F6-0A1232DCED65}"/>
              </a:ext>
            </a:extLst>
          </p:cNvPr>
          <p:cNvSpPr>
            <a:spLocks noGrp="1"/>
          </p:cNvSpPr>
          <p:nvPr>
            <p:ph type="body" idx="1"/>
          </p:nvPr>
        </p:nvSpPr>
        <p:spPr>
          <a:xfrm>
            <a:off x="1066801" y="1879287"/>
            <a:ext cx="4739628"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94F9C-B6FA-97C3-F618-0CF956CB53B2}"/>
              </a:ext>
            </a:extLst>
          </p:cNvPr>
          <p:cNvSpPr>
            <a:spLocks noGrp="1"/>
          </p:cNvSpPr>
          <p:nvPr>
            <p:ph sz="half" idx="2"/>
          </p:nvPr>
        </p:nvSpPr>
        <p:spPr>
          <a:xfrm>
            <a:off x="1066801" y="2505075"/>
            <a:ext cx="4739628"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5665C-7910-AFA2-350F-42C06ED5AF47}"/>
              </a:ext>
            </a:extLst>
          </p:cNvPr>
          <p:cNvSpPr>
            <a:spLocks noGrp="1"/>
          </p:cNvSpPr>
          <p:nvPr>
            <p:ph type="body" sz="quarter" idx="3"/>
          </p:nvPr>
        </p:nvSpPr>
        <p:spPr>
          <a:xfrm>
            <a:off x="6400330" y="1879287"/>
            <a:ext cx="4762970"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1352E-1DE0-F0CD-6F81-1D8FF59C2B0D}"/>
              </a:ext>
            </a:extLst>
          </p:cNvPr>
          <p:cNvSpPr>
            <a:spLocks noGrp="1"/>
          </p:cNvSpPr>
          <p:nvPr>
            <p:ph sz="quarter" idx="4"/>
          </p:nvPr>
        </p:nvSpPr>
        <p:spPr>
          <a:xfrm>
            <a:off x="6400330" y="2505075"/>
            <a:ext cx="4762970"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38F7E4-7D9E-4736-3269-4F0C46996125}"/>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8" name="Footer Placeholder 7">
            <a:extLst>
              <a:ext uri="{FF2B5EF4-FFF2-40B4-BE49-F238E27FC236}">
                <a16:creationId xmlns:a16="http://schemas.microsoft.com/office/drawing/2014/main" id="{218386CF-9A84-8D2A-BC47-C951DD9949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80844D-FE1F-49E7-3BBD-527FB72ECD1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402567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691C-93A5-1364-00A9-A470C289F365}"/>
              </a:ext>
            </a:extLst>
          </p:cNvPr>
          <p:cNvSpPr>
            <a:spLocks noGrp="1"/>
          </p:cNvSpPr>
          <p:nvPr>
            <p:ph type="title"/>
          </p:nvPr>
        </p:nvSpPr>
        <p:spPr>
          <a:xfrm>
            <a:off x="1066800" y="1357223"/>
            <a:ext cx="8886884" cy="104307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6E055BD-4154-B9D1-0B5B-B1E3A06B6B31}"/>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4" name="Footer Placeholder 3">
            <a:extLst>
              <a:ext uri="{FF2B5EF4-FFF2-40B4-BE49-F238E27FC236}">
                <a16:creationId xmlns:a16="http://schemas.microsoft.com/office/drawing/2014/main" id="{0C2A9E4A-03D1-7A8B-233D-014A3248F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2CEFC4-D276-DF45-F395-F5BD2EA70114}"/>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610540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12C0AD-76F4-FCE4-2717-0A9AA4351B6D}"/>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3" name="Footer Placeholder 2">
            <a:extLst>
              <a:ext uri="{FF2B5EF4-FFF2-40B4-BE49-F238E27FC236}">
                <a16:creationId xmlns:a16="http://schemas.microsoft.com/office/drawing/2014/main" id="{BE83BB66-3F41-7F1D-5108-B3F679A88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A6DA0-07AE-4BE4-B82F-7936D0E3E37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29099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B75-C953-0BD0-4E2E-717767426228}"/>
              </a:ext>
            </a:extLst>
          </p:cNvPr>
          <p:cNvSpPr>
            <a:spLocks noGrp="1"/>
          </p:cNvSpPr>
          <p:nvPr>
            <p:ph type="title"/>
          </p:nvPr>
        </p:nvSpPr>
        <p:spPr>
          <a:xfrm>
            <a:off x="1066800" y="770626"/>
            <a:ext cx="3705225" cy="1286774"/>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E1AA52-60F3-40F2-673B-5848F4253FF0}"/>
              </a:ext>
            </a:extLst>
          </p:cNvPr>
          <p:cNvSpPr>
            <a:spLocks noGrp="1"/>
          </p:cNvSpPr>
          <p:nvPr>
            <p:ph idx="1"/>
          </p:nvPr>
        </p:nvSpPr>
        <p:spPr>
          <a:xfrm>
            <a:off x="5183188" y="1075426"/>
            <a:ext cx="5980112" cy="47683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0167E8-C561-5A72-AED3-442F66DDEE31}"/>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BFED3-7CB3-1B8B-9504-13A121CAD015}"/>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6" name="Footer Placeholder 5">
            <a:extLst>
              <a:ext uri="{FF2B5EF4-FFF2-40B4-BE49-F238E27FC236}">
                <a16:creationId xmlns:a16="http://schemas.microsoft.com/office/drawing/2014/main" id="{152456C9-19A0-4441-B1AF-B7AFBF642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898EA-84CC-411C-0012-D314953696B9}"/>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787261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1E10-1458-2553-05B4-313F7E26D210}"/>
              </a:ext>
            </a:extLst>
          </p:cNvPr>
          <p:cNvSpPr>
            <a:spLocks noGrp="1"/>
          </p:cNvSpPr>
          <p:nvPr>
            <p:ph type="title"/>
          </p:nvPr>
        </p:nvSpPr>
        <p:spPr>
          <a:xfrm>
            <a:off x="1066800" y="782128"/>
            <a:ext cx="3705225" cy="1275272"/>
          </a:xfrm>
        </p:spPr>
        <p:txBody>
          <a:bodyPr anchor="b">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3C0F677-F177-6DED-1920-685B9D9FF254}"/>
              </a:ext>
            </a:extLst>
          </p:cNvPr>
          <p:cNvSpPr>
            <a:spLocks noGrp="1"/>
          </p:cNvSpPr>
          <p:nvPr>
            <p:ph type="pic" idx="1"/>
          </p:nvPr>
        </p:nvSpPr>
        <p:spPr>
          <a:xfrm>
            <a:off x="5183188" y="1143000"/>
            <a:ext cx="5980112"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C4D1CB1-2109-480E-8904-4077C94D6E7D}"/>
              </a:ext>
            </a:extLst>
          </p:cNvPr>
          <p:cNvSpPr>
            <a:spLocks noGrp="1"/>
          </p:cNvSpPr>
          <p:nvPr>
            <p:ph type="body" sz="half" idx="2"/>
          </p:nvPr>
        </p:nvSpPr>
        <p:spPr>
          <a:xfrm>
            <a:off x="1066800" y="2057400"/>
            <a:ext cx="3705225"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0DB38-7CB9-2140-BC21-6D2E7DD0B6B5}"/>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6" name="Footer Placeholder 5">
            <a:extLst>
              <a:ext uri="{FF2B5EF4-FFF2-40B4-BE49-F238E27FC236}">
                <a16:creationId xmlns:a16="http://schemas.microsoft.com/office/drawing/2014/main" id="{C7B448AD-3B1D-4B5E-CAB9-BB5FD2CDE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F53D-CF5A-87A2-E973-3B8CCDEBAA2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839206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D2E-0561-F284-F89A-AAE3CD09AC24}"/>
              </a:ext>
            </a:extLst>
          </p:cNvPr>
          <p:cNvSpPr>
            <a:spLocks noGrp="1"/>
          </p:cNvSpPr>
          <p:nvPr>
            <p:ph type="title"/>
          </p:nvPr>
        </p:nvSpPr>
        <p:spPr>
          <a:xfrm>
            <a:off x="1066800" y="936841"/>
            <a:ext cx="10239338" cy="953669"/>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657C4C-16EC-2477-6332-830F53011D33}"/>
              </a:ext>
            </a:extLst>
          </p:cNvPr>
          <p:cNvSpPr>
            <a:spLocks noGrp="1"/>
          </p:cNvSpPr>
          <p:nvPr>
            <p:ph type="body" orient="vert" idx="1"/>
          </p:nvPr>
        </p:nvSpPr>
        <p:spPr>
          <a:xfrm>
            <a:off x="1069848" y="2139696"/>
            <a:ext cx="10239338" cy="3677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0940D3-6996-1C08-F1AF-87C354657912}"/>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5" name="Footer Placeholder 4">
            <a:extLst>
              <a:ext uri="{FF2B5EF4-FFF2-40B4-BE49-F238E27FC236}">
                <a16:creationId xmlns:a16="http://schemas.microsoft.com/office/drawing/2014/main" id="{4C3676C3-588F-B636-8CE0-AA2CBFBCE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EF8A9-EB1E-B344-A4B8-B58D0633630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832286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F3A28-33E4-2796-AE7A-1234569F5CE0}"/>
              </a:ext>
            </a:extLst>
          </p:cNvPr>
          <p:cNvSpPr>
            <a:spLocks noGrp="1"/>
          </p:cNvSpPr>
          <p:nvPr>
            <p:ph type="title" orient="vert"/>
          </p:nvPr>
        </p:nvSpPr>
        <p:spPr>
          <a:xfrm>
            <a:off x="8844950" y="1081177"/>
            <a:ext cx="2508849" cy="463382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D185FC-2BBB-E997-A5CD-F2C6CF6B7C68}"/>
              </a:ext>
            </a:extLst>
          </p:cNvPr>
          <p:cNvSpPr>
            <a:spLocks noGrp="1"/>
          </p:cNvSpPr>
          <p:nvPr>
            <p:ph type="body" orient="vert" idx="1"/>
          </p:nvPr>
        </p:nvSpPr>
        <p:spPr>
          <a:xfrm>
            <a:off x="1066800" y="1081177"/>
            <a:ext cx="7505700" cy="4633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E314B3C-96CD-071C-C2AD-2C7E04F819C0}"/>
              </a:ext>
            </a:extLst>
          </p:cNvPr>
          <p:cNvSpPr>
            <a:spLocks noGrp="1"/>
          </p:cNvSpPr>
          <p:nvPr>
            <p:ph type="dt" sz="half" idx="10"/>
          </p:nvPr>
        </p:nvSpPr>
        <p:spPr/>
        <p:txBody>
          <a:bodyPr/>
          <a:lstStyle/>
          <a:p>
            <a:fld id="{1E351CED-465B-40B5-ADCE-957C918F227B}" type="datetimeFigureOut">
              <a:rPr lang="en-US" smtClean="0"/>
              <a:t>6/6/2024</a:t>
            </a:fld>
            <a:endParaRPr lang="en-US"/>
          </a:p>
        </p:txBody>
      </p:sp>
      <p:sp>
        <p:nvSpPr>
          <p:cNvPr id="5" name="Footer Placeholder 4">
            <a:extLst>
              <a:ext uri="{FF2B5EF4-FFF2-40B4-BE49-F238E27FC236}">
                <a16:creationId xmlns:a16="http://schemas.microsoft.com/office/drawing/2014/main" id="{F5AA2B04-F5E0-C5A3-C77D-6AE9A9E91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BC2-C712-C4A4-50EC-E10D88344310}"/>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97684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F4A25-A386-9574-775C-E5E5F9FC352A}"/>
              </a:ext>
            </a:extLst>
          </p:cNvPr>
          <p:cNvSpPr>
            <a:spLocks noGrp="1"/>
          </p:cNvSpPr>
          <p:nvPr>
            <p:ph type="title"/>
          </p:nvPr>
        </p:nvSpPr>
        <p:spPr>
          <a:xfrm>
            <a:off x="1066800" y="936841"/>
            <a:ext cx="8886884" cy="95366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4F7885F-2B7B-74DB-9996-E0ACEBC9DB25}"/>
              </a:ext>
            </a:extLst>
          </p:cNvPr>
          <p:cNvSpPr>
            <a:spLocks noGrp="1"/>
          </p:cNvSpPr>
          <p:nvPr>
            <p:ph type="body" idx="1"/>
          </p:nvPr>
        </p:nvSpPr>
        <p:spPr>
          <a:xfrm>
            <a:off x="1069848" y="2139696"/>
            <a:ext cx="8883836" cy="36776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804F519-BA47-2B81-CC1C-7E1F119EC69E}"/>
              </a:ext>
            </a:extLst>
          </p:cNvPr>
          <p:cNvSpPr>
            <a:spLocks noGrp="1"/>
          </p:cNvSpPr>
          <p:nvPr>
            <p:ph type="dt" sz="half" idx="2"/>
          </p:nvPr>
        </p:nvSpPr>
        <p:spPr>
          <a:xfrm rot="5400000">
            <a:off x="10477379" y="4629744"/>
            <a:ext cx="2653508" cy="365125"/>
          </a:xfrm>
          <a:prstGeom prst="rect">
            <a:avLst/>
          </a:prstGeom>
        </p:spPr>
        <p:txBody>
          <a:bodyPr vert="horz" lIns="91440" tIns="45720" rIns="91440" bIns="45720" rtlCol="0" anchor="ctr"/>
          <a:lstStyle>
            <a:lvl1pPr algn="r">
              <a:defRPr sz="900">
                <a:solidFill>
                  <a:schemeClr val="tx1"/>
                </a:solidFill>
              </a:defRPr>
            </a:lvl1pPr>
          </a:lstStyle>
          <a:p>
            <a:fld id="{1E351CED-465B-40B5-ADCE-957C918F227B}" type="datetimeFigureOut">
              <a:rPr lang="en-US" smtClean="0"/>
              <a:t>6/6/2024</a:t>
            </a:fld>
            <a:endParaRPr lang="en-US"/>
          </a:p>
        </p:txBody>
      </p:sp>
      <p:sp>
        <p:nvSpPr>
          <p:cNvPr id="5" name="Footer Placeholder 4">
            <a:extLst>
              <a:ext uri="{FF2B5EF4-FFF2-40B4-BE49-F238E27FC236}">
                <a16:creationId xmlns:a16="http://schemas.microsoft.com/office/drawing/2014/main" id="{BE952D7B-C352-1630-4C3D-7D5983C04D4A}"/>
              </a:ext>
            </a:extLst>
          </p:cNvPr>
          <p:cNvSpPr>
            <a:spLocks noGrp="1"/>
          </p:cNvSpPr>
          <p:nvPr>
            <p:ph type="ftr" sz="quarter" idx="3"/>
          </p:nvPr>
        </p:nvSpPr>
        <p:spPr>
          <a:xfrm>
            <a:off x="8610602" y="6318446"/>
            <a:ext cx="2743198"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96E04F0-DF9B-480B-CC46-BAE7A81FB7E6}"/>
              </a:ext>
            </a:extLst>
          </p:cNvPr>
          <p:cNvSpPr>
            <a:spLocks noGrp="1"/>
          </p:cNvSpPr>
          <p:nvPr>
            <p:ph type="sldNum" sz="quarter" idx="4"/>
          </p:nvPr>
        </p:nvSpPr>
        <p:spPr>
          <a:xfrm>
            <a:off x="11353800" y="6318446"/>
            <a:ext cx="615696" cy="365125"/>
          </a:xfrm>
          <a:prstGeom prst="rect">
            <a:avLst/>
          </a:prstGeom>
        </p:spPr>
        <p:txBody>
          <a:bodyPr vert="horz" lIns="91440" tIns="45720" rIns="91440" bIns="45720" rtlCol="0" anchor="ctr"/>
          <a:lstStyle>
            <a:lvl1pPr algn="r">
              <a:defRPr sz="1600" b="1">
                <a:solidFill>
                  <a:schemeClr val="tx1"/>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150349877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0668B51F-0397-D568-D929-A4F9A9CC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descr="Hash4j: a new hash library for Java | Dynatrace Engineering">
            <a:extLst>
              <a:ext uri="{FF2B5EF4-FFF2-40B4-BE49-F238E27FC236}">
                <a16:creationId xmlns:a16="http://schemas.microsoft.com/office/drawing/2014/main" id="{9939EACA-10C5-61C5-30E5-1819DAEFF9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360" b="4370"/>
          <a:stretch/>
        </p:blipFill>
        <p:spPr bwMode="auto">
          <a:xfrm>
            <a:off x="20" y="10"/>
            <a:ext cx="12191979" cy="6857989"/>
          </a:xfrm>
          <a:prstGeom prst="rect">
            <a:avLst/>
          </a:prstGeom>
          <a:noFill/>
          <a:extLst>
            <a:ext uri="{909E8E84-426E-40DD-AFC4-6F175D3DCCD1}">
              <a14:hiddenFill xmlns:a14="http://schemas.microsoft.com/office/drawing/2010/main">
                <a:solidFill>
                  <a:srgbClr val="FFFFFF"/>
                </a:solidFill>
              </a14:hiddenFill>
            </a:ext>
          </a:extLst>
        </p:spPr>
      </p:pic>
      <p:sp>
        <p:nvSpPr>
          <p:cNvPr id="1039" name="Freeform: Shape 1038">
            <a:extLst>
              <a:ext uri="{FF2B5EF4-FFF2-40B4-BE49-F238E27FC236}">
                <a16:creationId xmlns:a16="http://schemas.microsoft.com/office/drawing/2014/main" id="{50F200B6-228D-F4F2-C6FF-D4257EC20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H="1">
            <a:off x="4556932" y="3127849"/>
            <a:ext cx="7654355" cy="3796328"/>
          </a:xfrm>
          <a:custGeom>
            <a:avLst/>
            <a:gdLst>
              <a:gd name="connsiteX0" fmla="*/ 1835852 w 7654355"/>
              <a:gd name="connsiteY0" fmla="*/ 1549 h 3796328"/>
              <a:gd name="connsiteX1" fmla="*/ 20604 w 7654355"/>
              <a:gd name="connsiteY1" fmla="*/ 803783 h 3796328"/>
              <a:gd name="connsiteX2" fmla="*/ 0 w 7654355"/>
              <a:gd name="connsiteY2" fmla="*/ 826352 h 3796328"/>
              <a:gd name="connsiteX3" fmla="*/ 51841 w 7654355"/>
              <a:gd name="connsiteY3" fmla="*/ 3796328 h 3796328"/>
              <a:gd name="connsiteX4" fmla="*/ 7654355 w 7654355"/>
              <a:gd name="connsiteY4" fmla="*/ 3663625 h 3796328"/>
              <a:gd name="connsiteX5" fmla="*/ 3473222 w 7654355"/>
              <a:gd name="connsiteY5" fmla="*/ 499129 h 3796328"/>
              <a:gd name="connsiteX6" fmla="*/ 3417360 w 7654355"/>
              <a:gd name="connsiteY6" fmla="*/ 459014 h 3796328"/>
              <a:gd name="connsiteX7" fmla="*/ 1990462 w 7654355"/>
              <a:gd name="connsiteY7" fmla="*/ 763 h 3796328"/>
              <a:gd name="connsiteX8" fmla="*/ 1835852 w 7654355"/>
              <a:gd name="connsiteY8" fmla="*/ 1549 h 3796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54355" h="3796328">
                <a:moveTo>
                  <a:pt x="1835852" y="1549"/>
                </a:moveTo>
                <a:cubicBezTo>
                  <a:pt x="1166613" y="24353"/>
                  <a:pt x="510847" y="298769"/>
                  <a:pt x="20604" y="803783"/>
                </a:cubicBezTo>
                <a:lnTo>
                  <a:pt x="0" y="826352"/>
                </a:lnTo>
                <a:lnTo>
                  <a:pt x="51841" y="3796328"/>
                </a:lnTo>
                <a:lnTo>
                  <a:pt x="7654355" y="3663625"/>
                </a:lnTo>
                <a:lnTo>
                  <a:pt x="3473222" y="499129"/>
                </a:lnTo>
                <a:lnTo>
                  <a:pt x="3417360" y="459014"/>
                </a:lnTo>
                <a:cubicBezTo>
                  <a:pt x="2981578" y="162529"/>
                  <a:pt x="2485536" y="12600"/>
                  <a:pt x="1990462" y="763"/>
                </a:cubicBezTo>
                <a:cubicBezTo>
                  <a:pt x="1938891" y="-470"/>
                  <a:pt x="1887332" y="-206"/>
                  <a:pt x="1835852" y="1549"/>
                </a:cubicBezTo>
                <a:close/>
              </a:path>
            </a:pathLst>
          </a:custGeom>
          <a:gradFill>
            <a:gsLst>
              <a:gs pos="22000">
                <a:schemeClr val="bg2">
                  <a:alpha val="80000"/>
                </a:schemeClr>
              </a:gs>
              <a:gs pos="100000">
                <a:schemeClr val="accent1">
                  <a:lumMod val="60000"/>
                  <a:lumOff val="40000"/>
                  <a:alpha val="84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F17130-9E88-D456-DB61-A0F994E75D38}"/>
              </a:ext>
            </a:extLst>
          </p:cNvPr>
          <p:cNvSpPr>
            <a:spLocks noGrp="1"/>
          </p:cNvSpPr>
          <p:nvPr>
            <p:ph type="ctrTitle"/>
          </p:nvPr>
        </p:nvSpPr>
        <p:spPr>
          <a:xfrm>
            <a:off x="7541184" y="5651151"/>
            <a:ext cx="4224916" cy="936746"/>
          </a:xfrm>
        </p:spPr>
        <p:txBody>
          <a:bodyPr anchor="ctr">
            <a:normAutofit/>
          </a:bodyPr>
          <a:lstStyle/>
          <a:p>
            <a:pPr algn="r"/>
            <a:r>
              <a:rPr lang="en-MY" sz="4800" dirty="0"/>
              <a:t>Chapter 10</a:t>
            </a:r>
          </a:p>
        </p:txBody>
      </p:sp>
      <p:sp>
        <p:nvSpPr>
          <p:cNvPr id="3" name="Subtitle 2">
            <a:extLst>
              <a:ext uri="{FF2B5EF4-FFF2-40B4-BE49-F238E27FC236}">
                <a16:creationId xmlns:a16="http://schemas.microsoft.com/office/drawing/2014/main" id="{6A28697E-FF08-6E52-43C2-273023FC734F}"/>
              </a:ext>
            </a:extLst>
          </p:cNvPr>
          <p:cNvSpPr>
            <a:spLocks noGrp="1"/>
          </p:cNvSpPr>
          <p:nvPr>
            <p:ph type="subTitle" idx="1"/>
          </p:nvPr>
        </p:nvSpPr>
        <p:spPr>
          <a:xfrm>
            <a:off x="7297215" y="4071012"/>
            <a:ext cx="4468885" cy="1580891"/>
          </a:xfrm>
        </p:spPr>
        <p:txBody>
          <a:bodyPr anchor="b">
            <a:noAutofit/>
          </a:bodyPr>
          <a:lstStyle/>
          <a:p>
            <a:pPr algn="r"/>
            <a:r>
              <a:rPr lang="en-MY" sz="4000" b="1" dirty="0"/>
              <a:t>Cryptographic Hash Function</a:t>
            </a:r>
          </a:p>
        </p:txBody>
      </p:sp>
    </p:spTree>
    <p:extLst>
      <p:ext uri="{BB962C8B-B14F-4D97-AF65-F5344CB8AC3E}">
        <p14:creationId xmlns:p14="http://schemas.microsoft.com/office/powerpoint/2010/main" val="627900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799" y="936841"/>
            <a:ext cx="9956217" cy="953669"/>
          </a:xfrm>
        </p:spPr>
        <p:txBody>
          <a:bodyPr/>
          <a:lstStyle/>
          <a:p>
            <a:r>
              <a:rPr lang="en-MY" dirty="0"/>
              <a:t>Outlines</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457200" indent="-457200" algn="just">
              <a:buFont typeface="+mj-lt"/>
              <a:buAutoNum type="arabicPeriod"/>
            </a:pPr>
            <a:r>
              <a:rPr lang="en-MY" sz="2400" dirty="0"/>
              <a:t>Hash Function and Cryptographic Hash Function.</a:t>
            </a:r>
          </a:p>
          <a:p>
            <a:pPr marL="457200" indent="-457200" algn="just">
              <a:buFont typeface="+mj-lt"/>
              <a:buAutoNum type="arabicPeriod"/>
            </a:pPr>
            <a:r>
              <a:rPr lang="en-MY" sz="2400" dirty="0"/>
              <a:t>Applications of Hash Function.</a:t>
            </a:r>
          </a:p>
          <a:p>
            <a:pPr marL="457200" indent="-457200" algn="just">
              <a:buFont typeface="+mj-lt"/>
              <a:buAutoNum type="arabicPeriod"/>
            </a:pPr>
            <a:r>
              <a:rPr lang="en-MY" sz="2400" dirty="0"/>
              <a:t>Cryptanalysis on Hash Function.</a:t>
            </a:r>
          </a:p>
          <a:p>
            <a:pPr marL="457200" indent="-457200" algn="just">
              <a:buFont typeface="+mj-lt"/>
              <a:buAutoNum type="arabicPeriod"/>
            </a:pPr>
            <a:r>
              <a:rPr lang="en-MY" sz="2400" dirty="0"/>
              <a:t>Types of Practical Hash Functions.</a:t>
            </a:r>
          </a:p>
        </p:txBody>
      </p:sp>
    </p:spTree>
    <p:extLst>
      <p:ext uri="{BB962C8B-B14F-4D97-AF65-F5344CB8AC3E}">
        <p14:creationId xmlns:p14="http://schemas.microsoft.com/office/powerpoint/2010/main" val="570469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t>Learning Objectives</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0" indent="0" algn="just">
              <a:buNone/>
            </a:pPr>
            <a:r>
              <a:rPr lang="en-MY" sz="2000" b="1" dirty="0"/>
              <a:t>In the end of this </a:t>
            </a:r>
            <a:r>
              <a:rPr lang="en-MY" sz="2000" b="1"/>
              <a:t>Chapter 10, </a:t>
            </a:r>
            <a:r>
              <a:rPr lang="en-MY" sz="2000" b="1" dirty="0"/>
              <a:t>students will be able:</a:t>
            </a:r>
          </a:p>
          <a:p>
            <a:pPr marL="457200" indent="-457200" algn="just">
              <a:buFont typeface="+mj-lt"/>
              <a:buAutoNum type="arabicPeriod"/>
            </a:pPr>
            <a:r>
              <a:rPr lang="en-MY" sz="2000" dirty="0"/>
              <a:t>To understand the </a:t>
            </a:r>
            <a:r>
              <a:rPr lang="en-MY" sz="2000" b="1" dirty="0">
                <a:solidFill>
                  <a:srgbClr val="FF0000"/>
                </a:solidFill>
              </a:rPr>
              <a:t>hash function </a:t>
            </a:r>
            <a:r>
              <a:rPr lang="en-MY" sz="2000" dirty="0"/>
              <a:t>and </a:t>
            </a:r>
            <a:r>
              <a:rPr lang="en-MY" sz="2000" b="1" dirty="0">
                <a:solidFill>
                  <a:srgbClr val="FF0000"/>
                </a:solidFill>
              </a:rPr>
              <a:t>its importance </a:t>
            </a:r>
            <a:r>
              <a:rPr lang="en-MY" sz="2000" dirty="0"/>
              <a:t>in cryptography.</a:t>
            </a:r>
          </a:p>
          <a:p>
            <a:pPr marL="457200" indent="-457200" algn="just">
              <a:buFont typeface="+mj-lt"/>
              <a:buAutoNum type="arabicPeriod"/>
            </a:pPr>
            <a:r>
              <a:rPr lang="en-MY" sz="2000" dirty="0"/>
              <a:t>To understand the properties and requirements of </a:t>
            </a:r>
            <a:r>
              <a:rPr lang="en-MY" sz="2000" b="1" dirty="0">
                <a:solidFill>
                  <a:srgbClr val="FF0000"/>
                </a:solidFill>
              </a:rPr>
              <a:t>cryptographic hash function</a:t>
            </a:r>
            <a:r>
              <a:rPr lang="en-MY" sz="2000" dirty="0"/>
              <a:t>.</a:t>
            </a:r>
          </a:p>
          <a:p>
            <a:pPr marL="457200" indent="-457200" algn="just">
              <a:buFont typeface="+mj-lt"/>
              <a:buAutoNum type="arabicPeriod"/>
            </a:pPr>
            <a:r>
              <a:rPr lang="en-MY" sz="2000" dirty="0"/>
              <a:t>To understand the </a:t>
            </a:r>
            <a:r>
              <a:rPr lang="en-MY" sz="2000" b="1" dirty="0">
                <a:solidFill>
                  <a:srgbClr val="FF0000"/>
                </a:solidFill>
              </a:rPr>
              <a:t>applications</a:t>
            </a:r>
            <a:r>
              <a:rPr lang="en-MY" sz="2000" dirty="0"/>
              <a:t> of cryptographic hash function. </a:t>
            </a:r>
          </a:p>
          <a:p>
            <a:pPr marL="457200" indent="-457200" algn="just">
              <a:buFont typeface="+mj-lt"/>
              <a:buAutoNum type="arabicPeriod"/>
            </a:pPr>
            <a:r>
              <a:rPr lang="en-MY" sz="2000" dirty="0"/>
              <a:t>To understand the </a:t>
            </a:r>
            <a:r>
              <a:rPr lang="en-MY" sz="2000" b="1" dirty="0">
                <a:solidFill>
                  <a:srgbClr val="FF0000"/>
                </a:solidFill>
              </a:rPr>
              <a:t>cryptanalysis</a:t>
            </a:r>
            <a:r>
              <a:rPr lang="en-MY" sz="2000" dirty="0"/>
              <a:t> on hash function.</a:t>
            </a:r>
          </a:p>
          <a:p>
            <a:pPr marL="457200" indent="-457200" algn="just">
              <a:buFont typeface="+mj-lt"/>
              <a:buAutoNum type="arabicPeriod"/>
            </a:pPr>
            <a:r>
              <a:rPr lang="en-MY" sz="2000" dirty="0"/>
              <a:t>To understand some </a:t>
            </a:r>
            <a:r>
              <a:rPr lang="en-MY" sz="2000" b="1" dirty="0">
                <a:solidFill>
                  <a:srgbClr val="FF0000"/>
                </a:solidFill>
              </a:rPr>
              <a:t>practical cryptographic hash functions</a:t>
            </a:r>
            <a:r>
              <a:rPr lang="en-MY" sz="2000" dirty="0"/>
              <a:t>.</a:t>
            </a:r>
          </a:p>
        </p:txBody>
      </p:sp>
    </p:spTree>
    <p:extLst>
      <p:ext uri="{BB962C8B-B14F-4D97-AF65-F5344CB8AC3E}">
        <p14:creationId xmlns:p14="http://schemas.microsoft.com/office/powerpoint/2010/main" val="1830208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489752" y="905645"/>
            <a:ext cx="5822271" cy="5046709"/>
          </a:xfrm>
        </p:spPr>
        <p:txBody>
          <a:bodyPr>
            <a:normAutofit/>
          </a:bodyPr>
          <a:lstStyle/>
          <a:p>
            <a:pPr algn="ctr">
              <a:lnSpc>
                <a:spcPct val="100000"/>
              </a:lnSpc>
            </a:pPr>
            <a:r>
              <a:rPr lang="en-MY" sz="4400" dirty="0">
                <a:solidFill>
                  <a:srgbClr val="0070C0"/>
                </a:solidFill>
              </a:rPr>
              <a:t>HASH FUNCTION</a:t>
            </a:r>
            <a:br>
              <a:rPr lang="en-MY" sz="4400" dirty="0">
                <a:solidFill>
                  <a:srgbClr val="0070C0"/>
                </a:solidFill>
              </a:rPr>
            </a:br>
            <a:r>
              <a:rPr lang="en-MY" sz="4400" dirty="0"/>
              <a:t>&amp;</a:t>
            </a:r>
            <a:br>
              <a:rPr lang="en-MY" sz="4400" dirty="0">
                <a:solidFill>
                  <a:srgbClr val="0070C0"/>
                </a:solidFill>
              </a:rPr>
            </a:br>
            <a:r>
              <a:rPr lang="en-MY" sz="4400" dirty="0">
                <a:solidFill>
                  <a:srgbClr val="FF0000"/>
                </a:solidFill>
              </a:rPr>
              <a:t>CRYPTOGRAPHIC</a:t>
            </a:r>
            <a:r>
              <a:rPr lang="en-MY" sz="4400" dirty="0">
                <a:solidFill>
                  <a:srgbClr val="0070C0"/>
                </a:solidFill>
              </a:rPr>
              <a:t> </a:t>
            </a:r>
            <a:br>
              <a:rPr lang="en-MY" sz="4400" dirty="0">
                <a:solidFill>
                  <a:srgbClr val="0070C0"/>
                </a:solidFill>
              </a:rPr>
            </a:br>
            <a:r>
              <a:rPr lang="en-MY" sz="4400" dirty="0">
                <a:solidFill>
                  <a:srgbClr val="0070C0"/>
                </a:solidFill>
              </a:rPr>
              <a:t>HASH FUNCTION</a:t>
            </a:r>
            <a:br>
              <a:rPr lang="en-MY" sz="4400" dirty="0"/>
            </a:br>
            <a:br>
              <a:rPr lang="en-MY" sz="4400" dirty="0"/>
            </a:br>
            <a:endParaRPr lang="en-MY" sz="4400" dirty="0"/>
          </a:p>
        </p:txBody>
      </p:sp>
      <p:pic>
        <p:nvPicPr>
          <p:cNvPr id="3" name="Picture 2">
            <a:extLst>
              <a:ext uri="{FF2B5EF4-FFF2-40B4-BE49-F238E27FC236}">
                <a16:creationId xmlns:a16="http://schemas.microsoft.com/office/drawing/2014/main" id="{BD77E526-FA85-4274-DC91-FB632648B3EC}"/>
              </a:ext>
            </a:extLst>
          </p:cNvPr>
          <p:cNvPicPr>
            <a:picLocks noChangeAspect="1"/>
          </p:cNvPicPr>
          <p:nvPr/>
        </p:nvPicPr>
        <p:blipFill>
          <a:blip r:embed="rId2"/>
          <a:stretch>
            <a:fillRect/>
          </a:stretch>
        </p:blipFill>
        <p:spPr>
          <a:xfrm>
            <a:off x="6687316" y="579713"/>
            <a:ext cx="5014932" cy="5698572"/>
          </a:xfrm>
          <a:prstGeom prst="rect">
            <a:avLst/>
          </a:prstGeom>
        </p:spPr>
      </p:pic>
    </p:spTree>
    <p:extLst>
      <p:ext uri="{BB962C8B-B14F-4D97-AF65-F5344CB8AC3E}">
        <p14:creationId xmlns:p14="http://schemas.microsoft.com/office/powerpoint/2010/main" val="296206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t>Hash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MY" sz="2000" dirty="0"/>
                  <a:t>A </a:t>
                </a:r>
                <a:r>
                  <a:rPr lang="en-MY" sz="2000" b="1" dirty="0">
                    <a:solidFill>
                      <a:srgbClr val="FF0000"/>
                    </a:solidFill>
                  </a:rPr>
                  <a:t>hash function </a:t>
                </a:r>
                <a:r>
                  <a:rPr lang="en-MY" sz="2000" dirty="0"/>
                  <a:t>is a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MY" sz="2000" dirty="0"/>
                  <a:t> that </a:t>
                </a:r>
                <a:r>
                  <a:rPr lang="en-AU" sz="2000" dirty="0"/>
                  <a:t>accepts a variable-length block of data </a:t>
                </a:r>
                <a14:m>
                  <m:oMath xmlns:m="http://schemas.openxmlformats.org/officeDocument/2006/math">
                    <m:r>
                      <a:rPr lang="en-MY" sz="2000" i="1">
                        <a:latin typeface="Cambria Math" panose="02040503050406030204" pitchFamily="18" charset="0"/>
                      </a:rPr>
                      <m:t>𝑀</m:t>
                    </m:r>
                  </m:oMath>
                </a14:m>
                <a:r>
                  <a:rPr lang="en-AU" sz="2000" i="1" dirty="0"/>
                  <a:t> </a:t>
                </a:r>
                <a:r>
                  <a:rPr lang="en-AU" sz="2000" dirty="0"/>
                  <a:t>as input and produces a fixed-size hash value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𝑀</m:t>
                        </m:r>
                      </m:e>
                    </m:d>
                  </m:oMath>
                </a14:m>
                <a:r>
                  <a:rPr lang="en-MY" sz="2000" dirty="0"/>
                  <a:t>.</a:t>
                </a:r>
              </a:p>
              <a:p>
                <a:pPr algn="just"/>
                <a:r>
                  <a:rPr lang="en-MY" sz="2000" dirty="0"/>
                  <a:t>The </a:t>
                </a:r>
                <a:r>
                  <a:rPr lang="en-MY" sz="2000" b="1" dirty="0">
                    <a:solidFill>
                      <a:srgbClr val="00B050"/>
                    </a:solidFill>
                  </a:rPr>
                  <a:t>principle objective </a:t>
                </a:r>
                <a:r>
                  <a:rPr lang="en-MY" sz="2000" dirty="0"/>
                  <a:t>of hash function is </a:t>
                </a:r>
                <a:r>
                  <a:rPr lang="en-MY" sz="2000" b="1" dirty="0">
                    <a:solidFill>
                      <a:srgbClr val="0000FF"/>
                    </a:solidFill>
                  </a:rPr>
                  <a:t>to ensure data integrity</a:t>
                </a:r>
                <a:r>
                  <a:rPr lang="en-MY" sz="2000" dirty="0"/>
                  <a:t>. That is, </a:t>
                </a:r>
                <a:r>
                  <a:rPr lang="en-AU" sz="2000" dirty="0"/>
                  <a:t>to check whether a data has been changed/modified/altered.</a:t>
                </a:r>
                <a:endParaRPr lang="en-MY" sz="2000" dirty="0"/>
              </a:p>
              <a:p>
                <a:pPr algn="just"/>
                <a:r>
                  <a:rPr lang="en-AU" sz="2000" dirty="0"/>
                  <a:t>A good hash function possesses a property such that when applying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AU" sz="2000" dirty="0"/>
                  <a:t> to a large set of inputs, it should produces </a:t>
                </a:r>
                <a:r>
                  <a:rPr lang="en-AU" sz="2000" b="1" dirty="0">
                    <a:solidFill>
                      <a:srgbClr val="FF0000"/>
                    </a:solidFill>
                  </a:rPr>
                  <a:t>evenly distributed</a:t>
                </a:r>
                <a:r>
                  <a:rPr lang="en-AU" sz="2000" dirty="0"/>
                  <a:t> and </a:t>
                </a:r>
                <a:r>
                  <a:rPr lang="en-AU" sz="2000" b="1" dirty="0">
                    <a:solidFill>
                      <a:srgbClr val="FF0000"/>
                    </a:solidFill>
                  </a:rPr>
                  <a:t>random outputs</a:t>
                </a:r>
                <a:r>
                  <a:rPr lang="en-AU" sz="2000" dirty="0"/>
                  <a:t>.</a:t>
                </a:r>
              </a:p>
              <a:p>
                <a:pPr algn="just"/>
                <a:r>
                  <a:rPr lang="en-AU" sz="2000" dirty="0"/>
                  <a:t>This function has many applications including </a:t>
                </a:r>
                <a:r>
                  <a:rPr lang="en-AU" sz="2000" b="1" dirty="0">
                    <a:solidFill>
                      <a:srgbClr val="7030A0"/>
                    </a:solidFill>
                  </a:rPr>
                  <a:t>message authentication</a:t>
                </a:r>
                <a:r>
                  <a:rPr lang="en-AU" sz="2000" dirty="0"/>
                  <a:t>, </a:t>
                </a:r>
                <a:r>
                  <a:rPr lang="en-AU" sz="2000" b="1" dirty="0">
                    <a:solidFill>
                      <a:srgbClr val="C00000"/>
                    </a:solidFill>
                  </a:rPr>
                  <a:t>digital signature</a:t>
                </a:r>
                <a:r>
                  <a:rPr lang="en-AU" sz="2000" dirty="0"/>
                  <a:t>, strong one-way passwords, and intrusion/virus detection.</a:t>
                </a:r>
              </a:p>
              <a:p>
                <a:pPr algn="just"/>
                <a:endParaRPr lang="en-AU" sz="2000" dirty="0"/>
              </a:p>
              <a:p>
                <a:pPr algn="just"/>
                <a:endParaRPr lang="en-MY" sz="2000" dirty="0"/>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3677019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70C0"/>
                </a:solidFill>
              </a:rPr>
              <a:t>Cryptographic</a:t>
            </a:r>
            <a:r>
              <a:rPr lang="en-MY" dirty="0"/>
              <a:t> Hash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MY" sz="2000" dirty="0"/>
                  <a:t>A cryptographic hash function is a hash function needed for security applications.</a:t>
                </a:r>
              </a:p>
              <a:p>
                <a:pPr algn="just"/>
                <a:r>
                  <a:rPr lang="en-MY" sz="2000" dirty="0"/>
                  <a:t>This hash function should be </a:t>
                </a:r>
                <a:r>
                  <a:rPr lang="en-MY" sz="2000" b="1" dirty="0">
                    <a:solidFill>
                      <a:srgbClr val="FF0000"/>
                    </a:solidFill>
                  </a:rPr>
                  <a:t>computationally infeasible </a:t>
                </a:r>
                <a:r>
                  <a:rPr lang="en-MY" sz="2000" dirty="0"/>
                  <a:t>for an potential attack to violate either:</a:t>
                </a:r>
              </a:p>
              <a:p>
                <a:pPr marL="777240" lvl="1" indent="-457200" algn="just">
                  <a:buFont typeface="+mj-lt"/>
                  <a:buAutoNum type="arabicPeriod"/>
                </a:pPr>
                <a:r>
                  <a:rPr lang="en-MY" sz="2000" b="1" dirty="0">
                    <a:solidFill>
                      <a:srgbClr val="00B050"/>
                    </a:solidFill>
                  </a:rPr>
                  <a:t>Pre-Image Resistance </a:t>
                </a:r>
                <a:r>
                  <a:rPr lang="en-MY" sz="2000" dirty="0"/>
                  <a:t>(One-</a:t>
                </a:r>
                <a:r>
                  <a:rPr lang="en-MY" sz="2000" dirty="0" err="1"/>
                  <a:t>Wayness</a:t>
                </a:r>
                <a:r>
                  <a:rPr lang="en-MY" sz="2000" dirty="0"/>
                  <a:t>): To find a data object that maps to a pre-defined hash result. That is, a </a:t>
                </a:r>
                <a14:m>
                  <m:oMath xmlns:m="http://schemas.openxmlformats.org/officeDocument/2006/math">
                    <m:r>
                      <a:rPr lang="en-MY" sz="2000" b="0" i="1" smtClean="0">
                        <a:latin typeface="Cambria Math" panose="02040503050406030204" pitchFamily="18" charset="0"/>
                      </a:rPr>
                      <m:t>𝑀</m:t>
                    </m:r>
                  </m:oMath>
                </a14:m>
                <a:r>
                  <a:rPr lang="en-MY" sz="2000" dirty="0"/>
                  <a:t> that maps to a known </a:t>
                </a:r>
                <a14:m>
                  <m:oMath xmlns:m="http://schemas.openxmlformats.org/officeDocument/2006/math">
                    <m:r>
                      <a:rPr lang="en-MY" sz="2000" b="0" i="1" smtClean="0">
                        <a:latin typeface="Cambria Math" panose="02040503050406030204" pitchFamily="18" charset="0"/>
                      </a:rPr>
                      <m:t>h</m:t>
                    </m:r>
                  </m:oMath>
                </a14:m>
                <a:r>
                  <a:rPr lang="en-MY" sz="2000" dirty="0"/>
                  <a:t>.</a:t>
                </a:r>
              </a:p>
              <a:p>
                <a:pPr marL="777240" lvl="1" indent="-457200" algn="just">
                  <a:buFont typeface="+mj-lt"/>
                  <a:buAutoNum type="arabicPeriod"/>
                </a:pPr>
                <a:r>
                  <a:rPr lang="en-MY" sz="2000" b="1" dirty="0">
                    <a:solidFill>
                      <a:srgbClr val="0000FF"/>
                    </a:solidFill>
                  </a:rPr>
                  <a:t>Collision Resistance </a:t>
                </a:r>
                <a:r>
                  <a:rPr lang="en-MY" sz="2000" dirty="0"/>
                  <a:t>(Collision-Free): To find two data objects that map to the same hash result. That is, </a:t>
                </a:r>
                <a14:m>
                  <m:oMath xmlns:m="http://schemas.openxmlformats.org/officeDocument/2006/math">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𝑀</m:t>
                        </m:r>
                      </m:e>
                      <m:sub>
                        <m:r>
                          <a:rPr lang="en-MY" sz="2000" b="0" i="1" smtClean="0">
                            <a:latin typeface="Cambria Math" panose="02040503050406030204" pitchFamily="18" charset="0"/>
                          </a:rPr>
                          <m:t>1</m:t>
                        </m:r>
                      </m:sub>
                    </m:sSub>
                  </m:oMath>
                </a14:m>
                <a:r>
                  <a:rPr lang="en-MY" sz="2000" dirty="0"/>
                  <a:t> and </a:t>
                </a:r>
                <a14:m>
                  <m:oMath xmlns:m="http://schemas.openxmlformats.org/officeDocument/2006/math">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𝑀</m:t>
                        </m:r>
                      </m:e>
                      <m:sub>
                        <m:r>
                          <a:rPr lang="en-MY" sz="2000" b="0" i="1" smtClean="0">
                            <a:latin typeface="Cambria Math" panose="02040503050406030204" pitchFamily="18" charset="0"/>
                          </a:rPr>
                          <m:t>2</m:t>
                        </m:r>
                      </m:sub>
                    </m:sSub>
                  </m:oMath>
                </a14:m>
                <a:r>
                  <a:rPr lang="en-MY" sz="2000" dirty="0"/>
                  <a:t> that produce the same </a:t>
                </a:r>
                <a14:m>
                  <m:oMath xmlns:m="http://schemas.openxmlformats.org/officeDocument/2006/math">
                    <m:r>
                      <a:rPr lang="en-MY" sz="2000" b="0" i="1" smtClean="0">
                        <a:latin typeface="Cambria Math" panose="02040503050406030204" pitchFamily="18" charset="0"/>
                      </a:rPr>
                      <m:t>h</m:t>
                    </m:r>
                  </m:oMath>
                </a14:m>
                <a:r>
                  <a:rPr lang="en-MY" sz="2000" dirty="0"/>
                  <a:t>.</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3383500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70C0"/>
                </a:solidFill>
              </a:rPr>
              <a:t>Cryptographic</a:t>
            </a:r>
            <a:r>
              <a:rPr lang="en-MY" dirty="0"/>
              <a:t> Hash Function - </a:t>
            </a:r>
            <a:r>
              <a:rPr lang="en-MY" dirty="0">
                <a:solidFill>
                  <a:srgbClr val="00B050"/>
                </a:solidFill>
              </a:rPr>
              <a:t>Requirements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457200" indent="-457200" algn="just">
                  <a:buFont typeface="+mj-lt"/>
                  <a:buAutoNum type="arabicPeriod"/>
                </a:pPr>
                <a:r>
                  <a:rPr lang="en-MY" sz="2000" b="1" dirty="0">
                    <a:solidFill>
                      <a:srgbClr val="FF0000"/>
                    </a:solidFill>
                  </a:rPr>
                  <a:t>Pre-Image Resistance</a:t>
                </a:r>
              </a:p>
              <a:p>
                <a:pPr lvl="1" algn="just">
                  <a:buFont typeface="Wingdings" panose="05000000000000000000" pitchFamily="2" charset="2"/>
                  <a:buChar char="Ø"/>
                </a:pPr>
                <a:r>
                  <a:rPr lang="en-MY" sz="2000" dirty="0"/>
                  <a:t>The pre-image of a hashed value </a:t>
                </a:r>
                <a14:m>
                  <m:oMath xmlns:m="http://schemas.openxmlformats.org/officeDocument/2006/math">
                    <m:r>
                      <a:rPr lang="en-MY" sz="2000" b="0" i="1" smtClean="0">
                        <a:latin typeface="Cambria Math" panose="02040503050406030204" pitchFamily="18" charset="0"/>
                      </a:rPr>
                      <m:t>h</m:t>
                    </m:r>
                  </m:oMath>
                </a14:m>
                <a:r>
                  <a:rPr lang="en-MY" sz="2000" dirty="0"/>
                  <a:t> is the value </a:t>
                </a:r>
                <a14:m>
                  <m:oMath xmlns:m="http://schemas.openxmlformats.org/officeDocument/2006/math">
                    <m:r>
                      <a:rPr lang="en-MY" sz="2000" b="0" i="1" smtClean="0">
                        <a:latin typeface="Cambria Math" panose="02040503050406030204" pitchFamily="18" charset="0"/>
                      </a:rPr>
                      <m:t>𝑥</m:t>
                    </m:r>
                  </m:oMath>
                </a14:m>
                <a:r>
                  <a:rPr lang="en-MY" sz="2000" dirty="0"/>
                  <a:t> such that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oMath>
                </a14:m>
                <a:r>
                  <a:rPr lang="en-MY" sz="2000" dirty="0"/>
                  <a:t>. </a:t>
                </a:r>
              </a:p>
              <a:p>
                <a:pPr lvl="1" algn="just">
                  <a:buFont typeface="Wingdings" panose="05000000000000000000" pitchFamily="2" charset="2"/>
                  <a:buChar char="Ø"/>
                </a:pPr>
                <a:r>
                  <a:rPr lang="en-MY" sz="2000" dirty="0"/>
                  <a:t>Since a hash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MY" sz="2000" dirty="0"/>
                  <a:t> is a </a:t>
                </a:r>
                <a:r>
                  <a:rPr lang="en-MY" sz="2000" b="1" dirty="0">
                    <a:solidFill>
                      <a:srgbClr val="0000FF"/>
                    </a:solidFill>
                  </a:rPr>
                  <a:t>many-to-one mapping</a:t>
                </a:r>
                <a:r>
                  <a:rPr lang="en-MY" sz="2000" dirty="0"/>
                  <a:t>, there exists multiple pre-images </a:t>
                </a:r>
                <a14:m>
                  <m:oMath xmlns:m="http://schemas.openxmlformats.org/officeDocument/2006/math">
                    <m:r>
                      <a:rPr lang="en-MY" sz="2000" b="0" i="1" smtClean="0">
                        <a:latin typeface="Cambria Math" panose="02040503050406030204" pitchFamily="18" charset="0"/>
                      </a:rPr>
                      <m:t>𝑥</m:t>
                    </m:r>
                  </m:oMath>
                </a14:m>
                <a:r>
                  <a:rPr lang="en-MY" sz="2000" dirty="0"/>
                  <a:t> that produce the same hash value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oMath>
                </a14:m>
                <a:r>
                  <a:rPr lang="en-MY" sz="2000" dirty="0"/>
                  <a:t>.</a:t>
                </a:r>
              </a:p>
              <a:p>
                <a:pPr lvl="1" algn="just">
                  <a:buFont typeface="Wingdings" panose="05000000000000000000" pitchFamily="2" charset="2"/>
                  <a:buChar char="Ø"/>
                </a:pPr>
                <a:r>
                  <a:rPr lang="en-MY" sz="2000" dirty="0"/>
                  <a:t>For a hash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MY" sz="2000" dirty="0"/>
                  <a:t> to be </a:t>
                </a:r>
                <a:r>
                  <a:rPr lang="en-MY" sz="2000" b="1" dirty="0"/>
                  <a:t>cryptographically secure</a:t>
                </a:r>
                <a:r>
                  <a:rPr lang="en-MY" sz="2000" dirty="0"/>
                  <a:t>, it has to satisfy the pre-image resistance such that given any hash value </a:t>
                </a:r>
                <a14:m>
                  <m:oMath xmlns:m="http://schemas.openxmlformats.org/officeDocument/2006/math">
                    <m:r>
                      <a:rPr lang="en-MY" sz="2000" b="0" i="1" smtClean="0">
                        <a:latin typeface="Cambria Math" panose="02040503050406030204" pitchFamily="18" charset="0"/>
                      </a:rPr>
                      <m:t>h</m:t>
                    </m:r>
                  </m:oMath>
                </a14:m>
                <a:r>
                  <a:rPr lang="en-MY" sz="2000" dirty="0"/>
                  <a:t>, it is </a:t>
                </a:r>
                <a:r>
                  <a:rPr lang="en-MY" sz="2000" b="1" dirty="0">
                    <a:solidFill>
                      <a:srgbClr val="00B050"/>
                    </a:solidFill>
                  </a:rPr>
                  <a:t>computationally infeasible to find </a:t>
                </a:r>
                <a:r>
                  <a:rPr lang="en-MY" sz="2000" dirty="0"/>
                  <a:t>an </a:t>
                </a:r>
                <a14:m>
                  <m:oMath xmlns:m="http://schemas.openxmlformats.org/officeDocument/2006/math">
                    <m:r>
                      <a:rPr lang="en-MY" sz="2000" b="0" i="1" smtClean="0">
                        <a:latin typeface="Cambria Math" panose="02040503050406030204" pitchFamily="18" charset="0"/>
                      </a:rPr>
                      <m:t>𝑥</m:t>
                    </m:r>
                  </m:oMath>
                </a14:m>
                <a:r>
                  <a:rPr lang="en-MY" sz="2000" dirty="0"/>
                  <a:t> such that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oMath>
                </a14:m>
                <a:r>
                  <a:rPr lang="en-MY" sz="2000" dirty="0"/>
                  <a:t>.</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735" t="-498" r="-612"/>
                </a:stretch>
              </a:blipFill>
            </p:spPr>
            <p:txBody>
              <a:bodyPr/>
              <a:lstStyle/>
              <a:p>
                <a:r>
                  <a:rPr lang="en-MY">
                    <a:noFill/>
                  </a:rPr>
                  <a:t> </a:t>
                </a:r>
              </a:p>
            </p:txBody>
          </p:sp>
        </mc:Fallback>
      </mc:AlternateContent>
    </p:spTree>
    <p:extLst>
      <p:ext uri="{BB962C8B-B14F-4D97-AF65-F5344CB8AC3E}">
        <p14:creationId xmlns:p14="http://schemas.microsoft.com/office/powerpoint/2010/main" val="1073533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70C0"/>
                </a:solidFill>
              </a:rPr>
              <a:t>Cryptographic</a:t>
            </a:r>
            <a:r>
              <a:rPr lang="en-MY" dirty="0"/>
              <a:t> Hash Function - </a:t>
            </a:r>
            <a:r>
              <a:rPr lang="en-MY" dirty="0">
                <a:solidFill>
                  <a:srgbClr val="00B050"/>
                </a:solidFill>
              </a:rPr>
              <a:t>Requirements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457200" indent="-457200" algn="just">
                  <a:buFont typeface="+mj-lt"/>
                  <a:buAutoNum type="arabicPeriod" startAt="2"/>
                </a:pPr>
                <a:r>
                  <a:rPr lang="en-MY" sz="2000" b="1" dirty="0">
                    <a:solidFill>
                      <a:srgbClr val="FF0000"/>
                    </a:solidFill>
                  </a:rPr>
                  <a:t>Collision Resistance </a:t>
                </a:r>
              </a:p>
              <a:p>
                <a:pPr lvl="1" algn="just">
                  <a:buFont typeface="Wingdings" panose="05000000000000000000" pitchFamily="2" charset="2"/>
                  <a:buChar char="Ø"/>
                </a:pPr>
                <a:r>
                  <a:rPr lang="en-MY" sz="2000" dirty="0"/>
                  <a:t>The collision of a hash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MY" sz="2000" dirty="0"/>
                  <a:t> is the condition where given </a:t>
                </a:r>
                <a14:m>
                  <m:oMath xmlns:m="http://schemas.openxmlformats.org/officeDocument/2006/math">
                    <m:r>
                      <a:rPr lang="en-MY" sz="2000" b="0" i="1" smtClean="0">
                        <a:latin typeface="Cambria Math" panose="02040503050406030204" pitchFamily="18" charset="0"/>
                      </a:rPr>
                      <m:t>𝑥</m:t>
                    </m:r>
                    <m:r>
                      <a:rPr lang="en-MY" sz="2000" b="0" i="1" smtClean="0">
                        <a:latin typeface="Cambria Math" panose="02040503050406030204" pitchFamily="18" charset="0"/>
                      </a:rPr>
                      <m:t>≠</m:t>
                    </m:r>
                    <m:r>
                      <a:rPr lang="en-MY" sz="2000" b="0" i="1" smtClean="0">
                        <a:latin typeface="Cambria Math" panose="02040503050406030204" pitchFamily="18" charset="0"/>
                      </a:rPr>
                      <m:t>𝑦</m:t>
                    </m:r>
                  </m:oMath>
                </a14:m>
                <a:r>
                  <a:rPr lang="en-MY" sz="2000" dirty="0"/>
                  <a:t>, we have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𝑦</m:t>
                        </m:r>
                      </m:e>
                    </m:d>
                  </m:oMath>
                </a14:m>
                <a:r>
                  <a:rPr lang="en-MY" sz="2000" dirty="0"/>
                  <a:t>. </a:t>
                </a:r>
              </a:p>
              <a:p>
                <a:pPr lvl="1" algn="just">
                  <a:buFont typeface="Wingdings" panose="05000000000000000000" pitchFamily="2" charset="2"/>
                  <a:buChar char="Ø"/>
                </a:pPr>
                <a:r>
                  <a:rPr lang="en-MY" sz="2000" dirty="0"/>
                  <a:t>Collision resistance is considered in a </a:t>
                </a:r>
                <a:r>
                  <a:rPr lang="en-MY" sz="2000" b="1" dirty="0">
                    <a:solidFill>
                      <a:srgbClr val="0000FF"/>
                    </a:solidFill>
                  </a:rPr>
                  <a:t>strong collision case </a:t>
                </a:r>
                <a:r>
                  <a:rPr lang="en-MY" sz="2000" dirty="0"/>
                  <a:t>in cryptographic hash function. </a:t>
                </a:r>
              </a:p>
              <a:p>
                <a:pPr lvl="1" algn="just">
                  <a:buFont typeface="Wingdings" panose="05000000000000000000" pitchFamily="2" charset="2"/>
                  <a:buChar char="Ø"/>
                </a:pPr>
                <a:r>
                  <a:rPr lang="en-MY" sz="2000" dirty="0"/>
                  <a:t>For a hash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MY" sz="2000" dirty="0"/>
                  <a:t> to be </a:t>
                </a:r>
                <a:r>
                  <a:rPr lang="en-MY" sz="2000" b="1" dirty="0"/>
                  <a:t>cryptographically secure</a:t>
                </a:r>
                <a:r>
                  <a:rPr lang="en-MY" sz="2000" dirty="0"/>
                  <a:t>, it has to satisfy the collision resistance such that it is </a:t>
                </a:r>
                <a:r>
                  <a:rPr lang="en-MY" sz="2000" b="1" dirty="0">
                    <a:solidFill>
                      <a:srgbClr val="00B050"/>
                    </a:solidFill>
                  </a:rPr>
                  <a:t>computationally infeasible to find </a:t>
                </a:r>
                <a:r>
                  <a:rPr lang="en-MY" sz="2000" dirty="0"/>
                  <a:t>any pair of </a:t>
                </a:r>
                <a14:m>
                  <m:oMath xmlns:m="http://schemas.openxmlformats.org/officeDocument/2006/math">
                    <m:r>
                      <a:rPr lang="en-MY" sz="2000" b="0" i="1" smtClean="0">
                        <a:latin typeface="Cambria Math" panose="02040503050406030204" pitchFamily="18" charset="0"/>
                      </a:rPr>
                      <m:t>𝑥</m:t>
                    </m:r>
                  </m:oMath>
                </a14:m>
                <a:r>
                  <a:rPr lang="en-MY" sz="2000" dirty="0"/>
                  <a:t> and </a:t>
                </a:r>
                <a14:m>
                  <m:oMath xmlns:m="http://schemas.openxmlformats.org/officeDocument/2006/math">
                    <m:r>
                      <a:rPr lang="en-MY" sz="2000" i="1" smtClean="0">
                        <a:latin typeface="Cambria Math" panose="02040503050406030204" pitchFamily="18" charset="0"/>
                      </a:rPr>
                      <m:t>𝑦</m:t>
                    </m:r>
                  </m:oMath>
                </a14:m>
                <a:r>
                  <a:rPr lang="en-MY" sz="2000" dirty="0"/>
                  <a:t> such that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𝑦</m:t>
                        </m:r>
                      </m:e>
                    </m:d>
                  </m:oMath>
                </a14:m>
                <a:r>
                  <a:rPr lang="en-MY" sz="2000" dirty="0"/>
                  <a:t>.</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735" t="-498" r="-612"/>
                </a:stretch>
              </a:blipFill>
            </p:spPr>
            <p:txBody>
              <a:bodyPr/>
              <a:lstStyle/>
              <a:p>
                <a:r>
                  <a:rPr lang="en-MY">
                    <a:noFill/>
                  </a:rPr>
                  <a:t> </a:t>
                </a:r>
              </a:p>
            </p:txBody>
          </p:sp>
        </mc:Fallback>
      </mc:AlternateContent>
    </p:spTree>
    <p:extLst>
      <p:ext uri="{BB962C8B-B14F-4D97-AF65-F5344CB8AC3E}">
        <p14:creationId xmlns:p14="http://schemas.microsoft.com/office/powerpoint/2010/main" val="643459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70C0"/>
                </a:solidFill>
              </a:rPr>
              <a:t>Cryptographic</a:t>
            </a:r>
            <a:r>
              <a:rPr lang="en-MY" dirty="0"/>
              <a:t> Hash Function - </a:t>
            </a:r>
            <a:r>
              <a:rPr lang="en-MY" dirty="0">
                <a:solidFill>
                  <a:srgbClr val="00B050"/>
                </a:solidFill>
              </a:rPr>
              <a:t>Requirements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457200" indent="-457200" algn="just">
                  <a:buFont typeface="+mj-lt"/>
                  <a:buAutoNum type="arabicPeriod" startAt="3"/>
                </a:pPr>
                <a:r>
                  <a:rPr lang="en-MY" sz="2000" b="1" dirty="0">
                    <a:solidFill>
                      <a:srgbClr val="FF0000"/>
                    </a:solidFill>
                  </a:rPr>
                  <a:t>Second Pre-image Resistance </a:t>
                </a:r>
              </a:p>
              <a:p>
                <a:pPr lvl="1" algn="just">
                  <a:buFont typeface="Wingdings" panose="05000000000000000000" pitchFamily="2" charset="2"/>
                  <a:buChar char="Ø"/>
                </a:pPr>
                <a:r>
                  <a:rPr lang="en-MY" sz="2000" dirty="0"/>
                  <a:t>The second pre-image of a hash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MY" sz="2000" dirty="0"/>
                  <a:t> is the condition where given any </a:t>
                </a:r>
                <a14:m>
                  <m:oMath xmlns:m="http://schemas.openxmlformats.org/officeDocument/2006/math">
                    <m:r>
                      <a:rPr lang="en-MY" sz="2000" b="0" i="1" smtClean="0">
                        <a:latin typeface="Cambria Math" panose="02040503050406030204" pitchFamily="18" charset="0"/>
                      </a:rPr>
                      <m:t>𝑥</m:t>
                    </m:r>
                  </m:oMath>
                </a14:m>
                <a:r>
                  <a:rPr lang="en-MY" sz="2000" dirty="0"/>
                  <a:t> and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oMath>
                </a14:m>
                <a:r>
                  <a:rPr lang="en-MY" sz="2000" dirty="0"/>
                  <a:t>, there exists a value </a:t>
                </a:r>
                <a14:m>
                  <m:oMath xmlns:m="http://schemas.openxmlformats.org/officeDocument/2006/math">
                    <m:r>
                      <a:rPr lang="en-MY" sz="2000" b="0" i="1" smtClean="0">
                        <a:latin typeface="Cambria Math" panose="02040503050406030204" pitchFamily="18" charset="0"/>
                      </a:rPr>
                      <m:t>𝑦</m:t>
                    </m:r>
                    <m:r>
                      <a:rPr lang="en-MY" sz="2000" b="0" i="1" smtClean="0">
                        <a:latin typeface="Cambria Math" panose="02040503050406030204" pitchFamily="18" charset="0"/>
                      </a:rPr>
                      <m:t>≠</m:t>
                    </m:r>
                    <m:r>
                      <a:rPr lang="en-MY" sz="2000" b="0" i="1" smtClean="0">
                        <a:latin typeface="Cambria Math" panose="02040503050406030204" pitchFamily="18" charset="0"/>
                      </a:rPr>
                      <m:t>𝑥</m:t>
                    </m:r>
                  </m:oMath>
                </a14:m>
                <a:r>
                  <a:rPr lang="en-MY" sz="2000" dirty="0"/>
                  <a:t> such that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𝑦</m:t>
                        </m:r>
                      </m:e>
                    </m:d>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oMath>
                </a14:m>
                <a:r>
                  <a:rPr lang="en-MY" sz="2000" dirty="0"/>
                  <a:t>.  </a:t>
                </a:r>
              </a:p>
              <a:p>
                <a:pPr lvl="1" algn="just">
                  <a:buFont typeface="Wingdings" panose="05000000000000000000" pitchFamily="2" charset="2"/>
                  <a:buChar char="Ø"/>
                </a:pPr>
                <a:r>
                  <a:rPr lang="en-MY" sz="2000" dirty="0"/>
                  <a:t>Second pre-image resistance is considered in a </a:t>
                </a:r>
                <a:r>
                  <a:rPr lang="en-MY" sz="2000" b="1" dirty="0">
                    <a:solidFill>
                      <a:srgbClr val="0000FF"/>
                    </a:solidFill>
                  </a:rPr>
                  <a:t>weak collision case </a:t>
                </a:r>
                <a:r>
                  <a:rPr lang="en-MY" sz="2000" dirty="0"/>
                  <a:t>in cryptographic hash function. </a:t>
                </a:r>
              </a:p>
              <a:p>
                <a:pPr lvl="1" algn="just">
                  <a:buFont typeface="Wingdings" panose="05000000000000000000" pitchFamily="2" charset="2"/>
                  <a:buChar char="Ø"/>
                </a:pPr>
                <a:r>
                  <a:rPr lang="en-MY" sz="2000" dirty="0"/>
                  <a:t>For a hash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m:t>
                        </m:r>
                      </m:e>
                    </m:d>
                  </m:oMath>
                </a14:m>
                <a:r>
                  <a:rPr lang="en-MY" sz="2000" dirty="0"/>
                  <a:t> to be </a:t>
                </a:r>
                <a:r>
                  <a:rPr lang="en-MY" sz="2000" b="1" dirty="0"/>
                  <a:t>cryptographically secure</a:t>
                </a:r>
                <a:r>
                  <a:rPr lang="en-MY" sz="2000" dirty="0"/>
                  <a:t>, it has to satisfy the second pre-image resistance such that given any </a:t>
                </a:r>
                <a14:m>
                  <m:oMath xmlns:m="http://schemas.openxmlformats.org/officeDocument/2006/math">
                    <m:r>
                      <a:rPr lang="en-MY" sz="2000" i="1">
                        <a:latin typeface="Cambria Math" panose="02040503050406030204" pitchFamily="18" charset="0"/>
                      </a:rPr>
                      <m:t>𝑥</m:t>
                    </m:r>
                  </m:oMath>
                </a14:m>
                <a:r>
                  <a:rPr lang="en-MY" sz="2000" dirty="0"/>
                  <a:t> and </a:t>
                </a:r>
                <a14:m>
                  <m:oMath xmlns:m="http://schemas.openxmlformats.org/officeDocument/2006/math">
                    <m:r>
                      <a:rPr lang="en-MY" sz="2000" i="1">
                        <a:latin typeface="Cambria Math" panose="02040503050406030204" pitchFamily="18" charset="0"/>
                      </a:rPr>
                      <m:t>𝐻</m:t>
                    </m:r>
                    <m:d>
                      <m:dPr>
                        <m:ctrlPr>
                          <a:rPr lang="en-MY" sz="2000" i="1">
                            <a:latin typeface="Cambria Math" panose="02040503050406030204" pitchFamily="18" charset="0"/>
                          </a:rPr>
                        </m:ctrlPr>
                      </m:dPr>
                      <m:e>
                        <m:r>
                          <a:rPr lang="en-MY" sz="2000" i="1">
                            <a:latin typeface="Cambria Math" panose="02040503050406030204" pitchFamily="18" charset="0"/>
                          </a:rPr>
                          <m:t>𝑥</m:t>
                        </m:r>
                      </m:e>
                    </m:d>
                  </m:oMath>
                </a14:m>
                <a:r>
                  <a:rPr lang="en-MY" sz="2000" dirty="0"/>
                  <a:t>, it is </a:t>
                </a:r>
                <a:r>
                  <a:rPr lang="en-MY" sz="2000" b="1" dirty="0">
                    <a:solidFill>
                      <a:srgbClr val="00B050"/>
                    </a:solidFill>
                  </a:rPr>
                  <a:t>computationally infeasible to find </a:t>
                </a:r>
                <a:r>
                  <a:rPr lang="en-MY" sz="2000" dirty="0"/>
                  <a:t>a </a:t>
                </a:r>
                <a14:m>
                  <m:oMath xmlns:m="http://schemas.openxmlformats.org/officeDocument/2006/math">
                    <m:r>
                      <a:rPr lang="en-MY" sz="2000" i="1" smtClean="0">
                        <a:latin typeface="Cambria Math" panose="02040503050406030204" pitchFamily="18" charset="0"/>
                      </a:rPr>
                      <m:t>𝑦</m:t>
                    </m:r>
                    <m:r>
                      <a:rPr lang="en-MY" sz="2000" b="0" i="1" smtClean="0">
                        <a:latin typeface="Cambria Math" panose="02040503050406030204" pitchFamily="18" charset="0"/>
                      </a:rPr>
                      <m:t>≠</m:t>
                    </m:r>
                    <m:r>
                      <a:rPr lang="en-MY" sz="2000" b="0" i="1" smtClean="0">
                        <a:latin typeface="Cambria Math" panose="02040503050406030204" pitchFamily="18" charset="0"/>
                      </a:rPr>
                      <m:t>𝑥</m:t>
                    </m:r>
                  </m:oMath>
                </a14:m>
                <a:r>
                  <a:rPr lang="en-MY" sz="2000" dirty="0"/>
                  <a:t> such that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𝑦</m:t>
                        </m:r>
                      </m:e>
                    </m:d>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oMath>
                </a14:m>
                <a:r>
                  <a:rPr lang="en-MY" sz="2000" dirty="0"/>
                  <a:t>.</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735" t="-498" r="-612"/>
                </a:stretch>
              </a:blipFill>
            </p:spPr>
            <p:txBody>
              <a:bodyPr/>
              <a:lstStyle/>
              <a:p>
                <a:r>
                  <a:rPr lang="en-MY">
                    <a:noFill/>
                  </a:rPr>
                  <a:t> </a:t>
                </a:r>
              </a:p>
            </p:txBody>
          </p:sp>
        </mc:Fallback>
      </mc:AlternateContent>
    </p:spTree>
    <p:extLst>
      <p:ext uri="{BB962C8B-B14F-4D97-AF65-F5344CB8AC3E}">
        <p14:creationId xmlns:p14="http://schemas.microsoft.com/office/powerpoint/2010/main" val="2025276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8DA35B-03BD-A05C-FA09-C28ED6440001}"/>
              </a:ext>
            </a:extLst>
          </p:cNvPr>
          <p:cNvPicPr>
            <a:picLocks noChangeAspect="1"/>
          </p:cNvPicPr>
          <p:nvPr/>
        </p:nvPicPr>
        <p:blipFill>
          <a:blip r:embed="rId2"/>
          <a:stretch>
            <a:fillRect/>
          </a:stretch>
        </p:blipFill>
        <p:spPr>
          <a:xfrm>
            <a:off x="432486" y="107348"/>
            <a:ext cx="11327027" cy="6643304"/>
          </a:xfrm>
          <a:prstGeom prst="rect">
            <a:avLst/>
          </a:prstGeom>
        </p:spPr>
      </p:pic>
    </p:spTree>
    <p:extLst>
      <p:ext uri="{BB962C8B-B14F-4D97-AF65-F5344CB8AC3E}">
        <p14:creationId xmlns:p14="http://schemas.microsoft.com/office/powerpoint/2010/main" val="1753622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5046709"/>
          </a:xfrm>
        </p:spPr>
        <p:txBody>
          <a:bodyPr>
            <a:normAutofit/>
          </a:bodyPr>
          <a:lstStyle/>
          <a:p>
            <a:pPr algn="ctr">
              <a:lnSpc>
                <a:spcPct val="100000"/>
              </a:lnSpc>
            </a:pPr>
            <a:r>
              <a:rPr lang="en-MY" sz="4400" dirty="0">
                <a:solidFill>
                  <a:srgbClr val="00B050"/>
                </a:solidFill>
              </a:rPr>
              <a:t>APPLICATIONS</a:t>
            </a:r>
            <a:r>
              <a:rPr lang="en-MY" sz="4400" dirty="0"/>
              <a:t> OF </a:t>
            </a:r>
            <a:br>
              <a:rPr lang="en-MY" sz="4400" dirty="0"/>
            </a:br>
            <a:r>
              <a:rPr lang="en-MY" sz="4400" dirty="0"/>
              <a:t>HASH FUNCTION:</a:t>
            </a:r>
            <a:br>
              <a:rPr lang="en-MY" sz="4400" dirty="0"/>
            </a:br>
            <a:br>
              <a:rPr lang="en-MY" sz="4400" dirty="0"/>
            </a:br>
            <a:r>
              <a:rPr lang="en-MY" sz="4400" dirty="0">
                <a:solidFill>
                  <a:srgbClr val="FF0000"/>
                </a:solidFill>
              </a:rPr>
              <a:t>MESSAGE AUTHENTICATION</a:t>
            </a:r>
            <a:br>
              <a:rPr lang="en-MY" sz="4400" dirty="0"/>
            </a:br>
            <a:br>
              <a:rPr lang="en-MY" sz="4400" dirty="0"/>
            </a:br>
            <a:endParaRPr lang="en-MY" sz="4400" dirty="0"/>
          </a:p>
        </p:txBody>
      </p:sp>
    </p:spTree>
    <p:extLst>
      <p:ext uri="{BB962C8B-B14F-4D97-AF65-F5344CB8AC3E}">
        <p14:creationId xmlns:p14="http://schemas.microsoft.com/office/powerpoint/2010/main" val="1372296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dirty="0">
                <a:solidFill>
                  <a:srgbClr val="FF0000"/>
                </a:solidFill>
              </a:rPr>
              <a:t>Message Authentication</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171450" indent="-171450" algn="just">
              <a:buFont typeface="Wingdings" pitchFamily="2" charset="2"/>
              <a:buChar char="Ø"/>
            </a:pPr>
            <a:r>
              <a:rPr lang="en-US" sz="2000" b="1" kern="1200" baseline="0" dirty="0">
                <a:solidFill>
                  <a:srgbClr val="00B050"/>
                </a:solidFill>
                <a:ea typeface="ＭＳ Ｐゴシック" charset="-128"/>
                <a:cs typeface="ＭＳ Ｐゴシック" charset="-128"/>
              </a:rPr>
              <a:t>Message authentication </a:t>
            </a:r>
            <a:r>
              <a:rPr lang="en-US" sz="2000" kern="1200" baseline="0" dirty="0">
                <a:solidFill>
                  <a:schemeClr val="tx1"/>
                </a:solidFill>
                <a:ea typeface="ＭＳ Ｐゴシック" charset="-128"/>
                <a:cs typeface="ＭＳ Ｐゴシック" charset="-128"/>
              </a:rPr>
              <a:t>is a mechanism or service used to verify the integrity of a message. </a:t>
            </a:r>
          </a:p>
          <a:p>
            <a:pPr marL="662940" lvl="1" indent="-342900" algn="just">
              <a:buFont typeface="+mj-lt"/>
              <a:buAutoNum type="arabicPeriod"/>
            </a:pPr>
            <a:r>
              <a:rPr lang="en-US" sz="2000" dirty="0">
                <a:ea typeface="ＭＳ Ｐゴシック" charset="-128"/>
                <a:cs typeface="ＭＳ Ｐゴシック" charset="-128"/>
              </a:rPr>
              <a:t>It ensures that the data received are exactly as sent (no modification, insertion, deletion, or replay).</a:t>
            </a:r>
          </a:p>
          <a:p>
            <a:pPr marL="662940" lvl="1" indent="-342900" algn="just">
              <a:buFont typeface="+mj-lt"/>
              <a:buAutoNum type="arabicPeriod"/>
            </a:pPr>
            <a:r>
              <a:rPr lang="en-US" sz="2000" dirty="0">
                <a:ea typeface="ＭＳ Ｐゴシック" charset="-128"/>
                <a:cs typeface="ＭＳ Ｐゴシック" charset="-128"/>
              </a:rPr>
              <a:t>It assures that the identify of the sender is valid/authentic.</a:t>
            </a:r>
            <a:endParaRPr lang="en-US" sz="2000" kern="1200" baseline="0" dirty="0">
              <a:solidFill>
                <a:schemeClr val="tx1"/>
              </a:solidFill>
              <a:ea typeface="ＭＳ Ｐゴシック" charset="-128"/>
              <a:cs typeface="ＭＳ Ｐゴシック" charset="-128"/>
            </a:endParaRPr>
          </a:p>
          <a:p>
            <a:pPr marL="171450" indent="-171450" algn="just">
              <a:buFont typeface="Wingdings" pitchFamily="2" charset="2"/>
              <a:buChar char="Ø"/>
            </a:pPr>
            <a:r>
              <a:rPr lang="en-US" sz="2000" kern="1200" baseline="0" dirty="0">
                <a:solidFill>
                  <a:schemeClr val="tx1"/>
                </a:solidFill>
                <a:ea typeface="ＭＳ Ｐゴシック" charset="-128"/>
                <a:cs typeface="ＭＳ Ｐゴシック" charset="-128"/>
              </a:rPr>
              <a:t>When a hash function is used to provide message authentication, the hash function value is called as a </a:t>
            </a:r>
            <a:r>
              <a:rPr lang="en-US" sz="2000" b="1" kern="1200" baseline="0" dirty="0">
                <a:solidFill>
                  <a:srgbClr val="0000FF"/>
                </a:solidFill>
                <a:ea typeface="ＭＳ Ｐゴシック" charset="-128"/>
                <a:cs typeface="ＭＳ Ｐゴシック" charset="-128"/>
              </a:rPr>
              <a:t>message digest </a:t>
            </a:r>
            <a:r>
              <a:rPr lang="en-US" sz="2000" kern="1200" baseline="0" dirty="0">
                <a:solidFill>
                  <a:schemeClr val="tx1"/>
                </a:solidFill>
                <a:ea typeface="ＭＳ Ｐゴシック" charset="-128"/>
                <a:cs typeface="ＭＳ Ｐゴシック" charset="-128"/>
              </a:rPr>
              <a:t>.</a:t>
            </a:r>
          </a:p>
          <a:p>
            <a:pPr algn="just"/>
            <a:endParaRPr lang="en-MY" sz="2000" dirty="0"/>
          </a:p>
        </p:txBody>
      </p:sp>
    </p:spTree>
    <p:extLst>
      <p:ext uri="{BB962C8B-B14F-4D97-AF65-F5344CB8AC3E}">
        <p14:creationId xmlns:p14="http://schemas.microsoft.com/office/powerpoint/2010/main" val="264911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dirty="0">
                <a:solidFill>
                  <a:srgbClr val="FF0000"/>
                </a:solidFill>
              </a:rPr>
              <a:t>Message Authentication</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MY" sz="2000" dirty="0"/>
                  <a:t>Using hash function for data integrity check.</a:t>
                </a:r>
              </a:p>
              <a:p>
                <a:pPr marL="457200" indent="-457200" algn="just">
                  <a:buFont typeface="+mj-lt"/>
                  <a:buAutoNum type="arabicPeriod"/>
                </a:pPr>
                <a:r>
                  <a:rPr lang="en-US" sz="2000" kern="1200" baseline="0" dirty="0">
                    <a:solidFill>
                      <a:schemeClr val="tx1"/>
                    </a:solidFill>
                    <a:ea typeface="ＭＳ Ｐゴシック" charset="-128"/>
                    <a:cs typeface="ＭＳ Ｐゴシック" charset="-128"/>
                  </a:rPr>
                  <a:t>The sender </a:t>
                </a:r>
                <a:r>
                  <a:rPr lang="en-US" sz="2000" b="1" kern="1200" baseline="0" dirty="0">
                    <a:solidFill>
                      <a:srgbClr val="C00000"/>
                    </a:solidFill>
                    <a:ea typeface="ＭＳ Ｐゴシック" charset="-128"/>
                    <a:cs typeface="ＭＳ Ｐゴシック" charset="-128"/>
                  </a:rPr>
                  <a:t>computes a hash value </a:t>
                </a:r>
                <a14:m>
                  <m:oMath xmlns:m="http://schemas.openxmlformats.org/officeDocument/2006/math">
                    <m:r>
                      <a:rPr lang="en-MY" sz="2000" b="1" i="1" smtClean="0">
                        <a:solidFill>
                          <a:srgbClr val="C00000"/>
                        </a:solidFill>
                        <a:latin typeface="Cambria Math" panose="02040503050406030204" pitchFamily="18" charset="0"/>
                      </a:rPr>
                      <m:t>𝒉</m:t>
                    </m:r>
                  </m:oMath>
                </a14:m>
                <a:r>
                  <a:rPr lang="en-US" sz="2000" b="1" kern="1200" baseline="0" dirty="0">
                    <a:solidFill>
                      <a:srgbClr val="C00000"/>
                    </a:solidFill>
                    <a:ea typeface="ＭＳ Ｐゴシック" charset="-128"/>
                    <a:cs typeface="ＭＳ Ｐゴシック" charset="-128"/>
                  </a:rPr>
                  <a:t> </a:t>
                </a:r>
                <a:r>
                  <a:rPr lang="en-US" sz="2000" kern="1200" baseline="0" dirty="0">
                    <a:solidFill>
                      <a:schemeClr val="tx1"/>
                    </a:solidFill>
                    <a:ea typeface="ＭＳ Ｐゴシック" charset="-128"/>
                    <a:cs typeface="ＭＳ Ｐゴシック" charset="-128"/>
                  </a:rPr>
                  <a:t>as a function of the bits in the message </a:t>
                </a:r>
                <a14:m>
                  <m:oMath xmlns:m="http://schemas.openxmlformats.org/officeDocument/2006/math">
                    <m:r>
                      <a:rPr lang="en-MY" sz="2000" b="0" i="1" kern="1200" baseline="0" smtClean="0">
                        <a:solidFill>
                          <a:schemeClr val="tx1"/>
                        </a:solidFill>
                        <a:latin typeface="Cambria Math" panose="02040503050406030204" pitchFamily="18" charset="0"/>
                        <a:ea typeface="ＭＳ Ｐゴシック" charset="-128"/>
                        <a:cs typeface="ＭＳ Ｐゴシック" charset="-128"/>
                      </a:rPr>
                      <m:t>𝑀</m:t>
                    </m:r>
                  </m:oMath>
                </a14:m>
                <a:r>
                  <a:rPr lang="en-US" sz="2000" kern="1200" baseline="0" dirty="0">
                    <a:solidFill>
                      <a:schemeClr val="tx1"/>
                    </a:solidFill>
                    <a:ea typeface="ＭＳ Ｐゴシック" charset="-128"/>
                    <a:cs typeface="ＭＳ Ｐゴシック" charset="-128"/>
                  </a:rPr>
                  <a:t> and transmits both the hash value and the message </a:t>
                </a:r>
                <a14:m>
                  <m:oMath xmlns:m="http://schemas.openxmlformats.org/officeDocument/2006/math">
                    <m:d>
                      <m:dPr>
                        <m:ctrlPr>
                          <a:rPr lang="en-MY" sz="2000" b="0" i="1" kern="1200" baseline="0" smtClean="0">
                            <a:solidFill>
                              <a:schemeClr val="tx1"/>
                            </a:solidFill>
                            <a:latin typeface="Cambria Math" panose="02040503050406030204" pitchFamily="18" charset="0"/>
                            <a:ea typeface="ＭＳ Ｐゴシック" charset="-128"/>
                            <a:cs typeface="ＭＳ Ｐゴシック" charset="-128"/>
                          </a:rPr>
                        </m:ctrlPr>
                      </m:dPr>
                      <m:e>
                        <m:r>
                          <a:rPr lang="en-MY" sz="2000" b="0" i="1" kern="1200" baseline="0" smtClean="0">
                            <a:solidFill>
                              <a:schemeClr val="tx1"/>
                            </a:solidFill>
                            <a:latin typeface="Cambria Math" panose="02040503050406030204" pitchFamily="18" charset="0"/>
                            <a:ea typeface="ＭＳ Ｐゴシック" charset="-128"/>
                            <a:cs typeface="ＭＳ Ｐゴシック" charset="-128"/>
                          </a:rPr>
                          <m:t>h</m:t>
                        </m:r>
                        <m:r>
                          <a:rPr lang="en-MY" sz="2000" b="0" i="1" kern="1200" baseline="0" smtClean="0">
                            <a:solidFill>
                              <a:schemeClr val="tx1"/>
                            </a:solidFill>
                            <a:latin typeface="Cambria Math" panose="02040503050406030204" pitchFamily="18" charset="0"/>
                            <a:ea typeface="ＭＳ Ｐゴシック" charset="-128"/>
                            <a:cs typeface="ＭＳ Ｐゴシック" charset="-128"/>
                          </a:rPr>
                          <m:t>,</m:t>
                        </m:r>
                        <m:r>
                          <a:rPr lang="en-MY" sz="2000" b="0" i="1" kern="1200" baseline="0" smtClean="0">
                            <a:solidFill>
                              <a:schemeClr val="tx1"/>
                            </a:solidFill>
                            <a:latin typeface="Cambria Math" panose="02040503050406030204" pitchFamily="18" charset="0"/>
                            <a:ea typeface="ＭＳ Ｐゴシック" charset="-128"/>
                            <a:cs typeface="ＭＳ Ｐゴシック" charset="-128"/>
                          </a:rPr>
                          <m:t>𝑀</m:t>
                        </m:r>
                      </m:e>
                    </m:d>
                  </m:oMath>
                </a14:m>
                <a:r>
                  <a:rPr lang="en-US" sz="2000" kern="1200" baseline="0" dirty="0">
                    <a:solidFill>
                      <a:schemeClr val="tx1"/>
                    </a:solidFill>
                    <a:ea typeface="ＭＳ Ｐゴシック" charset="-128"/>
                    <a:cs typeface="ＭＳ Ｐゴシック" charset="-128"/>
                  </a:rPr>
                  <a:t> (usually in the </a:t>
                </a:r>
                <a:r>
                  <a:rPr lang="en-US" sz="2000" b="1" kern="1200" baseline="0" dirty="0">
                    <a:solidFill>
                      <a:srgbClr val="00B050"/>
                    </a:solidFill>
                    <a:ea typeface="ＭＳ Ｐゴシック" charset="-128"/>
                    <a:cs typeface="ＭＳ Ｐゴシック" charset="-128"/>
                  </a:rPr>
                  <a:t>concatenated form </a:t>
                </a:r>
                <a14:m>
                  <m:oMath xmlns:m="http://schemas.openxmlformats.org/officeDocument/2006/math">
                    <m:d>
                      <m:dPr>
                        <m:ctrlPr>
                          <a:rPr lang="en-MY" sz="2000" b="0" i="1" smtClean="0">
                            <a:latin typeface="Cambria Math" panose="02040503050406030204" pitchFamily="18" charset="0"/>
                            <a:ea typeface="ＭＳ Ｐゴシック" charset="-128"/>
                            <a:cs typeface="ＭＳ Ｐゴシック" charset="-128"/>
                          </a:rPr>
                        </m:ctrlPr>
                      </m:dPr>
                      <m:e>
                        <m:r>
                          <a:rPr lang="en-MY" sz="2000" i="1">
                            <a:latin typeface="Cambria Math" panose="02040503050406030204" pitchFamily="18" charset="0"/>
                            <a:ea typeface="ＭＳ Ｐゴシック" charset="-128"/>
                            <a:cs typeface="ＭＳ Ｐゴシック" charset="-128"/>
                          </a:rPr>
                          <m:t>h</m:t>
                        </m:r>
                        <m:r>
                          <a:rPr lang="en-MY" sz="2000" i="1" smtClean="0">
                            <a:latin typeface="Cambria Math" panose="02040503050406030204" pitchFamily="18" charset="0"/>
                            <a:ea typeface="Cambria Math" panose="02040503050406030204" pitchFamily="18" charset="0"/>
                            <a:cs typeface="ＭＳ Ｐゴシック" charset="-128"/>
                          </a:rPr>
                          <m:t>∥</m:t>
                        </m:r>
                        <m:r>
                          <a:rPr lang="en-MY" sz="2000" b="0" i="1" smtClean="0">
                            <a:latin typeface="Cambria Math" panose="02040503050406030204" pitchFamily="18" charset="0"/>
                            <a:ea typeface="Cambria Math" panose="02040503050406030204" pitchFamily="18" charset="0"/>
                            <a:cs typeface="ＭＳ Ｐゴシック" charset="-128"/>
                          </a:rPr>
                          <m:t>𝑀</m:t>
                        </m:r>
                      </m:e>
                    </m:d>
                  </m:oMath>
                </a14:m>
                <a:r>
                  <a:rPr lang="en-US" sz="2000" kern="1200" baseline="0" dirty="0">
                    <a:solidFill>
                      <a:schemeClr val="tx1"/>
                    </a:solidFill>
                    <a:ea typeface="ＭＳ Ｐゴシック" charset="-128"/>
                    <a:cs typeface="ＭＳ Ｐゴシック" charset="-128"/>
                  </a:rPr>
                  <a:t>).</a:t>
                </a:r>
              </a:p>
              <a:p>
                <a:pPr marL="457200" indent="-457200" algn="just">
                  <a:buFont typeface="+mj-lt"/>
                  <a:buAutoNum type="arabicPeriod"/>
                </a:pPr>
                <a:r>
                  <a:rPr lang="en-US" sz="2000" kern="1200" baseline="0" dirty="0">
                    <a:solidFill>
                      <a:schemeClr val="tx1"/>
                    </a:solidFill>
                    <a:ea typeface="ＭＳ Ｐゴシック" charset="-128"/>
                    <a:cs typeface="ＭＳ Ｐゴシック" charset="-128"/>
                  </a:rPr>
                  <a:t>The receiver </a:t>
                </a:r>
                <a:r>
                  <a:rPr lang="en-US" sz="2000" b="1" kern="1200" baseline="0" dirty="0">
                    <a:solidFill>
                      <a:srgbClr val="0000FF"/>
                    </a:solidFill>
                    <a:ea typeface="ＭＳ Ｐゴシック" charset="-128"/>
                    <a:cs typeface="ＭＳ Ｐゴシック" charset="-128"/>
                  </a:rPr>
                  <a:t>performs the same hash calculation</a:t>
                </a:r>
                <a:r>
                  <a:rPr lang="en-US" sz="2000" kern="1200" baseline="0" dirty="0">
                    <a:solidFill>
                      <a:schemeClr val="tx1"/>
                    </a:solidFill>
                    <a:ea typeface="ＭＳ Ｐゴシック" charset="-128"/>
                    <a:cs typeface="ＭＳ Ｐゴシック" charset="-128"/>
                  </a:rPr>
                  <a:t> on the message bits and compares this value with the incoming hash value. </a:t>
                </a:r>
              </a:p>
              <a:p>
                <a:pPr marL="457200" indent="-457200" algn="just">
                  <a:buFont typeface="+mj-lt"/>
                  <a:buAutoNum type="arabicPeriod"/>
                </a:pPr>
                <a:r>
                  <a:rPr lang="en-US" sz="2000" kern="1200" baseline="0" dirty="0">
                    <a:solidFill>
                      <a:schemeClr val="tx1"/>
                    </a:solidFill>
                    <a:ea typeface="ＭＳ Ｐゴシック" charset="-128"/>
                    <a:cs typeface="ＭＳ Ｐゴシック" charset="-128"/>
                  </a:rPr>
                  <a:t>If there is a mismatch, the receiver knows that the message (or possibly the hash value) has been altered.</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674" r="-612"/>
                </a:stretch>
              </a:blipFill>
            </p:spPr>
            <p:txBody>
              <a:bodyPr/>
              <a:lstStyle/>
              <a:p>
                <a:r>
                  <a:rPr lang="en-MY">
                    <a:noFill/>
                  </a:rPr>
                  <a:t> </a:t>
                </a:r>
              </a:p>
            </p:txBody>
          </p:sp>
        </mc:Fallback>
      </mc:AlternateContent>
    </p:spTree>
    <p:extLst>
      <p:ext uri="{BB962C8B-B14F-4D97-AF65-F5344CB8AC3E}">
        <p14:creationId xmlns:p14="http://schemas.microsoft.com/office/powerpoint/2010/main" val="4259680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EA02CED-5FED-52AE-9E1C-6B88C027F4AC}"/>
              </a:ext>
            </a:extLst>
          </p:cNvPr>
          <p:cNvSpPr>
            <a:spLocks noGrp="1"/>
          </p:cNvSpPr>
          <p:nvPr>
            <p:ph type="title"/>
          </p:nvPr>
        </p:nvSpPr>
        <p:spPr>
          <a:xfrm>
            <a:off x="1024423" y="2939275"/>
            <a:ext cx="3192470" cy="979445"/>
          </a:xfrm>
        </p:spPr>
        <p:txBody>
          <a:bodyPr>
            <a:normAutofit/>
          </a:bodyPr>
          <a:lstStyle/>
          <a:p>
            <a:r>
              <a:rPr lang="en-MY" dirty="0">
                <a:solidFill>
                  <a:srgbClr val="FF0000"/>
                </a:solidFill>
              </a:rPr>
              <a:t>Message Authentication</a:t>
            </a:r>
            <a:endParaRPr lang="en-MY" dirty="0"/>
          </a:p>
        </p:txBody>
      </p:sp>
      <p:pic>
        <p:nvPicPr>
          <p:cNvPr id="6" name="Picture 5">
            <a:extLst>
              <a:ext uri="{FF2B5EF4-FFF2-40B4-BE49-F238E27FC236}">
                <a16:creationId xmlns:a16="http://schemas.microsoft.com/office/drawing/2014/main" id="{F438BDBD-78E4-6724-CE68-313B1E17146B}"/>
              </a:ext>
            </a:extLst>
          </p:cNvPr>
          <p:cNvPicPr>
            <a:picLocks noChangeAspect="1"/>
          </p:cNvPicPr>
          <p:nvPr/>
        </p:nvPicPr>
        <p:blipFill>
          <a:blip r:embed="rId2"/>
          <a:stretch>
            <a:fillRect/>
          </a:stretch>
        </p:blipFill>
        <p:spPr>
          <a:xfrm>
            <a:off x="4842977" y="812787"/>
            <a:ext cx="6324600" cy="5232422"/>
          </a:xfrm>
          <a:prstGeom prst="rect">
            <a:avLst/>
          </a:prstGeom>
        </p:spPr>
      </p:pic>
    </p:spTree>
    <p:extLst>
      <p:ext uri="{BB962C8B-B14F-4D97-AF65-F5344CB8AC3E}">
        <p14:creationId xmlns:p14="http://schemas.microsoft.com/office/powerpoint/2010/main" val="3843925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ash Function Cryptography - The InfoSec Handbook">
            <a:extLst>
              <a:ext uri="{FF2B5EF4-FFF2-40B4-BE49-F238E27FC236}">
                <a16:creationId xmlns:a16="http://schemas.microsoft.com/office/drawing/2014/main" id="{D56B0379-DAE5-D9F1-6A5E-225160CE2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1171" y="147666"/>
            <a:ext cx="8849658" cy="6562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60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dirty="0">
                <a:solidFill>
                  <a:srgbClr val="FF0000"/>
                </a:solidFill>
              </a:rPr>
              <a:t>Message Authentication </a:t>
            </a:r>
            <a:r>
              <a:rPr lang="en-MY" dirty="0"/>
              <a:t>– Security Issue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13034"/>
              </a:xfrm>
            </p:spPr>
            <p:txBody>
              <a:bodyPr>
                <a:normAutofit/>
              </a:bodyPr>
              <a:lstStyle/>
              <a:p>
                <a:pPr algn="just"/>
                <a:r>
                  <a:rPr lang="en-MY" sz="2000" dirty="0"/>
                  <a:t>The default data integrity check suffers from the simple </a:t>
                </a:r>
                <a:r>
                  <a:rPr lang="en-MY" sz="2000" b="1" dirty="0">
                    <a:solidFill>
                      <a:srgbClr val="7030A0"/>
                    </a:solidFill>
                  </a:rPr>
                  <a:t>Man-in-the-Middle attack</a:t>
                </a:r>
                <a:r>
                  <a:rPr lang="en-MY" sz="2000" dirty="0"/>
                  <a:t>, as both the message</a:t>
                </a:r>
                <a:r>
                  <a:rPr lang="en-MY" sz="2000" b="0" dirty="0">
                    <a:ea typeface="ＭＳ Ｐゴシック" charset="-128"/>
                    <a:cs typeface="ＭＳ Ｐゴシック" charset="-128"/>
                  </a:rPr>
                  <a:t> </a:t>
                </a:r>
                <a14:m>
                  <m:oMath xmlns:m="http://schemas.openxmlformats.org/officeDocument/2006/math">
                    <m:r>
                      <a:rPr lang="en-MY" sz="2000" b="0" i="1" smtClean="0">
                        <a:latin typeface="Cambria Math" panose="02040503050406030204" pitchFamily="18" charset="0"/>
                        <a:ea typeface="ＭＳ Ｐゴシック" charset="-128"/>
                        <a:cs typeface="ＭＳ Ｐゴシック" charset="-128"/>
                      </a:rPr>
                      <m:t>𝑀</m:t>
                    </m:r>
                  </m:oMath>
                </a14:m>
                <a:r>
                  <a:rPr lang="en-MY" sz="2000" dirty="0"/>
                  <a:t> and its message digest </a:t>
                </a:r>
                <a14:m>
                  <m:oMath xmlns:m="http://schemas.openxmlformats.org/officeDocument/2006/math">
                    <m:r>
                      <a:rPr lang="en-MY" sz="2000" b="0" i="1" smtClean="0">
                        <a:latin typeface="Cambria Math" panose="02040503050406030204" pitchFamily="18" charset="0"/>
                        <a:ea typeface="ＭＳ Ｐゴシック" charset="-128"/>
                        <a:cs typeface="ＭＳ Ｐゴシック" charset="-128"/>
                      </a:rPr>
                      <m:t>h</m:t>
                    </m:r>
                    <m:r>
                      <a:rPr lang="en-MY" sz="2000" b="0" i="1" smtClean="0">
                        <a:latin typeface="Cambria Math" panose="02040503050406030204" pitchFamily="18" charset="0"/>
                        <a:ea typeface="ＭＳ Ｐゴシック" charset="-128"/>
                        <a:cs typeface="ＭＳ Ｐゴシック" charset="-128"/>
                      </a:rPr>
                      <m:t>=</m:t>
                    </m:r>
                    <m:r>
                      <a:rPr lang="en-MY" sz="2000" b="0" i="1" smtClean="0">
                        <a:latin typeface="Cambria Math" panose="02040503050406030204" pitchFamily="18" charset="0"/>
                        <a:ea typeface="ＭＳ Ｐゴシック" charset="-128"/>
                        <a:cs typeface="ＭＳ Ｐゴシック" charset="-128"/>
                      </a:rPr>
                      <m:t>𝐻</m:t>
                    </m:r>
                    <m:d>
                      <m:dPr>
                        <m:ctrlPr>
                          <a:rPr lang="en-MY" sz="2000" b="0" i="1" smtClean="0">
                            <a:latin typeface="Cambria Math" panose="02040503050406030204" pitchFamily="18" charset="0"/>
                            <a:ea typeface="ＭＳ Ｐゴシック" charset="-128"/>
                            <a:cs typeface="ＭＳ Ｐゴシック" charset="-128"/>
                          </a:rPr>
                        </m:ctrlPr>
                      </m:dPr>
                      <m:e>
                        <m:r>
                          <a:rPr lang="en-MY" sz="2000" b="0" i="1" smtClean="0">
                            <a:latin typeface="Cambria Math" panose="02040503050406030204" pitchFamily="18" charset="0"/>
                            <a:ea typeface="ＭＳ Ｐゴシック" charset="-128"/>
                            <a:cs typeface="ＭＳ Ｐゴシック" charset="-128"/>
                          </a:rPr>
                          <m:t>𝑀</m:t>
                        </m:r>
                      </m:e>
                    </m:d>
                  </m:oMath>
                </a14:m>
                <a:r>
                  <a:rPr lang="en-MY" sz="2000" dirty="0"/>
                  <a:t> are transmitted through the channel.</a:t>
                </a:r>
              </a:p>
              <a:p>
                <a:pPr marL="457200" indent="-457200" algn="just">
                  <a:buFont typeface="+mj-lt"/>
                  <a:buAutoNum type="arabicPeriod"/>
                </a:pPr>
                <a:r>
                  <a:rPr lang="en-MY" sz="2000" dirty="0"/>
                  <a:t>When Alice transmitted </a:t>
                </a:r>
                <a14:m>
                  <m:oMath xmlns:m="http://schemas.openxmlformats.org/officeDocument/2006/math">
                    <m:d>
                      <m:dPr>
                        <m:ctrlPr>
                          <a:rPr lang="en-MY" sz="2000" b="0" i="1" kern="1200" baseline="0" smtClean="0">
                            <a:solidFill>
                              <a:schemeClr val="tx1"/>
                            </a:solidFill>
                            <a:latin typeface="Cambria Math" panose="02040503050406030204" pitchFamily="18" charset="0"/>
                            <a:ea typeface="ＭＳ Ｐゴシック" charset="-128"/>
                            <a:cs typeface="ＭＳ Ｐゴシック" charset="-128"/>
                          </a:rPr>
                        </m:ctrlPr>
                      </m:dPr>
                      <m:e>
                        <m:r>
                          <a:rPr lang="en-MY" sz="2000" b="0" i="1" kern="1200" baseline="0" smtClean="0">
                            <a:solidFill>
                              <a:schemeClr val="tx1"/>
                            </a:solidFill>
                            <a:latin typeface="Cambria Math" panose="02040503050406030204" pitchFamily="18" charset="0"/>
                            <a:ea typeface="ＭＳ Ｐゴシック" charset="-128"/>
                            <a:cs typeface="ＭＳ Ｐゴシック" charset="-128"/>
                          </a:rPr>
                          <m:t>h</m:t>
                        </m:r>
                        <m:r>
                          <a:rPr lang="en-MY" sz="2000" b="0" i="1" kern="1200" baseline="0" smtClean="0">
                            <a:solidFill>
                              <a:schemeClr val="tx1"/>
                            </a:solidFill>
                            <a:latin typeface="Cambria Math" panose="02040503050406030204" pitchFamily="18" charset="0"/>
                            <a:ea typeface="ＭＳ Ｐゴシック" charset="-128"/>
                            <a:cs typeface="ＭＳ Ｐゴシック" charset="-128"/>
                          </a:rPr>
                          <m:t>,</m:t>
                        </m:r>
                        <m:r>
                          <a:rPr lang="en-MY" sz="2000" b="0" i="1" kern="1200" baseline="0" smtClean="0">
                            <a:solidFill>
                              <a:schemeClr val="tx1"/>
                            </a:solidFill>
                            <a:latin typeface="Cambria Math" panose="02040503050406030204" pitchFamily="18" charset="0"/>
                            <a:ea typeface="ＭＳ Ｐゴシック" charset="-128"/>
                            <a:cs typeface="ＭＳ Ｐゴシック" charset="-128"/>
                          </a:rPr>
                          <m:t>𝑀</m:t>
                        </m:r>
                      </m:e>
                    </m:d>
                  </m:oMath>
                </a14:m>
                <a:r>
                  <a:rPr lang="en-US" sz="2000" dirty="0">
                    <a:ea typeface="ＭＳ Ｐゴシック" charset="-128"/>
                    <a:cs typeface="ＭＳ Ｐゴシック" charset="-128"/>
                  </a:rPr>
                  <a:t>, Darth (the adversary) intercepts the pair.</a:t>
                </a:r>
              </a:p>
              <a:p>
                <a:pPr marL="457200" indent="-457200" algn="just">
                  <a:buFont typeface="+mj-lt"/>
                  <a:buAutoNum type="arabicPeriod"/>
                </a:pPr>
                <a:r>
                  <a:rPr lang="en-US" sz="2000" dirty="0">
                    <a:ea typeface="ＭＳ Ｐゴシック" charset="-128"/>
                  </a:rPr>
                  <a:t>Darth next modifies the message </a:t>
                </a:r>
                <a14:m>
                  <m:oMath xmlns:m="http://schemas.openxmlformats.org/officeDocument/2006/math">
                    <m:sSup>
                      <m:sSupPr>
                        <m:ctrlPr>
                          <a:rPr lang="en-MY" sz="2000" b="0" i="1" kern="1200" baseline="0" smtClean="0">
                            <a:solidFill>
                              <a:schemeClr val="tx1"/>
                            </a:solidFill>
                            <a:latin typeface="Cambria Math" panose="02040503050406030204" pitchFamily="18" charset="0"/>
                            <a:ea typeface="ＭＳ Ｐゴシック" charset="-128"/>
                            <a:cs typeface="ＭＳ Ｐゴシック" charset="-128"/>
                          </a:rPr>
                        </m:ctrlPr>
                      </m:sSupPr>
                      <m:e>
                        <m:r>
                          <a:rPr lang="en-MY" sz="2000" b="0" i="1" kern="1200" baseline="0" smtClean="0">
                            <a:solidFill>
                              <a:schemeClr val="tx1"/>
                            </a:solidFill>
                            <a:latin typeface="Cambria Math" panose="02040503050406030204" pitchFamily="18" charset="0"/>
                            <a:ea typeface="ＭＳ Ｐゴシック" charset="-128"/>
                            <a:cs typeface="ＭＳ Ｐゴシック" charset="-128"/>
                          </a:rPr>
                          <m:t>𝑀</m:t>
                        </m:r>
                      </m:e>
                      <m:sup>
                        <m:r>
                          <a:rPr lang="en-MY" sz="2000" b="0" i="1" kern="1200" baseline="0" smtClean="0">
                            <a:solidFill>
                              <a:schemeClr val="tx1"/>
                            </a:solidFill>
                            <a:latin typeface="Cambria Math" panose="02040503050406030204" pitchFamily="18" charset="0"/>
                            <a:ea typeface="ＭＳ Ｐゴシック" charset="-128"/>
                            <a:cs typeface="ＭＳ Ｐゴシック" charset="-128"/>
                          </a:rPr>
                          <m:t>′</m:t>
                        </m:r>
                      </m:sup>
                    </m:sSup>
                  </m:oMath>
                </a14:m>
                <a:r>
                  <a:rPr lang="en-MY" sz="2000" dirty="0"/>
                  <a:t> and computes </a:t>
                </a:r>
                <a14:m>
                  <m:oMath xmlns:m="http://schemas.openxmlformats.org/officeDocument/2006/math">
                    <m:sSup>
                      <m:sSupPr>
                        <m:ctrlPr>
                          <a:rPr lang="en-MY" sz="2000" b="0" i="1" smtClean="0">
                            <a:latin typeface="Cambria Math" panose="02040503050406030204" pitchFamily="18" charset="0"/>
                            <a:ea typeface="ＭＳ Ｐゴシック" charset="-128"/>
                            <a:cs typeface="ＭＳ Ｐゴシック" charset="-128"/>
                          </a:rPr>
                        </m:ctrlPr>
                      </m:sSupPr>
                      <m:e>
                        <m:r>
                          <a:rPr lang="en-MY" sz="2000" b="0" i="1" smtClean="0">
                            <a:latin typeface="Cambria Math" panose="02040503050406030204" pitchFamily="18" charset="0"/>
                            <a:ea typeface="ＭＳ Ｐゴシック" charset="-128"/>
                            <a:cs typeface="ＭＳ Ｐゴシック" charset="-128"/>
                          </a:rPr>
                          <m:t>h</m:t>
                        </m:r>
                      </m:e>
                      <m:sup>
                        <m:r>
                          <a:rPr lang="en-MY" sz="2000" b="0" i="1" smtClean="0">
                            <a:latin typeface="Cambria Math" panose="02040503050406030204" pitchFamily="18" charset="0"/>
                            <a:ea typeface="ＭＳ Ｐゴシック" charset="-128"/>
                            <a:cs typeface="ＭＳ Ｐゴシック" charset="-128"/>
                          </a:rPr>
                          <m:t>′</m:t>
                        </m:r>
                      </m:sup>
                    </m:sSup>
                    <m:r>
                      <a:rPr lang="en-MY" sz="2000" b="0" i="1" smtClean="0">
                        <a:latin typeface="Cambria Math" panose="02040503050406030204" pitchFamily="18" charset="0"/>
                        <a:ea typeface="ＭＳ Ｐゴシック" charset="-128"/>
                        <a:cs typeface="ＭＳ Ｐゴシック" charset="-128"/>
                      </a:rPr>
                      <m:t>=</m:t>
                    </m:r>
                    <m:r>
                      <a:rPr lang="en-MY" sz="2000" b="0" i="1" smtClean="0">
                        <a:latin typeface="Cambria Math" panose="02040503050406030204" pitchFamily="18" charset="0"/>
                        <a:ea typeface="ＭＳ Ｐゴシック" charset="-128"/>
                        <a:cs typeface="ＭＳ Ｐゴシック" charset="-128"/>
                      </a:rPr>
                      <m:t>𝐻</m:t>
                    </m:r>
                    <m:d>
                      <m:dPr>
                        <m:ctrlPr>
                          <a:rPr lang="en-MY" sz="2000" b="0" i="1" smtClean="0">
                            <a:latin typeface="Cambria Math" panose="02040503050406030204" pitchFamily="18" charset="0"/>
                            <a:ea typeface="ＭＳ Ｐゴシック" charset="-128"/>
                            <a:cs typeface="ＭＳ Ｐゴシック" charset="-128"/>
                          </a:rPr>
                        </m:ctrlPr>
                      </m:dPr>
                      <m:e>
                        <m:sSup>
                          <m:sSupPr>
                            <m:ctrlPr>
                              <a:rPr lang="en-MY" sz="2000" b="0" i="1" smtClean="0">
                                <a:latin typeface="Cambria Math" panose="02040503050406030204" pitchFamily="18" charset="0"/>
                                <a:ea typeface="ＭＳ Ｐゴシック" charset="-128"/>
                                <a:cs typeface="ＭＳ Ｐゴシック" charset="-128"/>
                              </a:rPr>
                            </m:ctrlPr>
                          </m:sSupPr>
                          <m:e>
                            <m:r>
                              <a:rPr lang="en-MY" sz="2000" b="0" i="1" smtClean="0">
                                <a:latin typeface="Cambria Math" panose="02040503050406030204" pitchFamily="18" charset="0"/>
                                <a:ea typeface="ＭＳ Ｐゴシック" charset="-128"/>
                                <a:cs typeface="ＭＳ Ｐゴシック" charset="-128"/>
                              </a:rPr>
                              <m:t>𝑀</m:t>
                            </m:r>
                          </m:e>
                          <m:sup>
                            <m:r>
                              <a:rPr lang="en-MY" sz="2000" b="0" i="1" smtClean="0">
                                <a:latin typeface="Cambria Math" panose="02040503050406030204" pitchFamily="18" charset="0"/>
                                <a:ea typeface="ＭＳ Ｐゴシック" charset="-128"/>
                                <a:cs typeface="ＭＳ Ｐゴシック" charset="-128"/>
                              </a:rPr>
                              <m:t>′</m:t>
                            </m:r>
                          </m:sup>
                        </m:sSup>
                      </m:e>
                    </m:d>
                  </m:oMath>
                </a14:m>
                <a:r>
                  <a:rPr lang="en-MY" sz="2000" dirty="0"/>
                  <a:t>. He next </a:t>
                </a:r>
                <a:r>
                  <a:rPr lang="en-MY" sz="2000" b="1" dirty="0">
                    <a:solidFill>
                      <a:srgbClr val="0000FF"/>
                    </a:solidFill>
                  </a:rPr>
                  <a:t>replaces the whole pair </a:t>
                </a:r>
                <a14:m>
                  <m:oMath xmlns:m="http://schemas.openxmlformats.org/officeDocument/2006/math">
                    <m:d>
                      <m:dPr>
                        <m:ctrlPr>
                          <a:rPr lang="en-MY" sz="2000" i="1">
                            <a:latin typeface="Cambria Math" panose="02040503050406030204" pitchFamily="18" charset="0"/>
                            <a:ea typeface="ＭＳ Ｐゴシック" charset="-128"/>
                            <a:cs typeface="ＭＳ Ｐゴシック" charset="-128"/>
                          </a:rPr>
                        </m:ctrlPr>
                      </m:dPr>
                      <m:e>
                        <m:r>
                          <a:rPr lang="en-MY" sz="2000" i="1">
                            <a:latin typeface="Cambria Math" panose="02040503050406030204" pitchFamily="18" charset="0"/>
                            <a:ea typeface="ＭＳ Ｐゴシック" charset="-128"/>
                            <a:cs typeface="ＭＳ Ｐゴシック" charset="-128"/>
                          </a:rPr>
                          <m:t>h</m:t>
                        </m:r>
                        <m:r>
                          <a:rPr lang="en-MY" sz="2000" i="1">
                            <a:latin typeface="Cambria Math" panose="02040503050406030204" pitchFamily="18" charset="0"/>
                            <a:ea typeface="ＭＳ Ｐゴシック" charset="-128"/>
                            <a:cs typeface="ＭＳ Ｐゴシック" charset="-128"/>
                          </a:rPr>
                          <m:t>,</m:t>
                        </m:r>
                        <m:r>
                          <a:rPr lang="en-MY" sz="2000" i="1">
                            <a:latin typeface="Cambria Math" panose="02040503050406030204" pitchFamily="18" charset="0"/>
                            <a:ea typeface="ＭＳ Ｐゴシック" charset="-128"/>
                            <a:cs typeface="ＭＳ Ｐゴシック" charset="-128"/>
                          </a:rPr>
                          <m:t>𝑀</m:t>
                        </m:r>
                      </m:e>
                    </m:d>
                  </m:oMath>
                </a14:m>
                <a:r>
                  <a:rPr lang="en-US" sz="2000" dirty="0">
                    <a:ea typeface="ＭＳ Ｐゴシック" charset="-128"/>
                    <a:cs typeface="ＭＳ Ｐゴシック" charset="-128"/>
                  </a:rPr>
                  <a:t> </a:t>
                </a:r>
                <a:r>
                  <a:rPr lang="en-MY" sz="2000" dirty="0"/>
                  <a:t>with </a:t>
                </a:r>
                <a14:m>
                  <m:oMath xmlns:m="http://schemas.openxmlformats.org/officeDocument/2006/math">
                    <m:d>
                      <m:dPr>
                        <m:ctrlPr>
                          <a:rPr lang="en-MY" sz="2000" i="1">
                            <a:latin typeface="Cambria Math" panose="02040503050406030204" pitchFamily="18" charset="0"/>
                            <a:ea typeface="ＭＳ Ｐゴシック" charset="-128"/>
                            <a:cs typeface="ＭＳ Ｐゴシック" charset="-128"/>
                          </a:rPr>
                        </m:ctrlPr>
                      </m:dPr>
                      <m:e>
                        <m:sSup>
                          <m:sSupPr>
                            <m:ctrlPr>
                              <a:rPr lang="en-MY" sz="2000" b="0" i="1" smtClean="0">
                                <a:latin typeface="Cambria Math" panose="02040503050406030204" pitchFamily="18" charset="0"/>
                                <a:ea typeface="ＭＳ Ｐゴシック" charset="-128"/>
                                <a:cs typeface="ＭＳ Ｐゴシック" charset="-128"/>
                              </a:rPr>
                            </m:ctrlPr>
                          </m:sSupPr>
                          <m:e>
                            <m:r>
                              <a:rPr lang="en-MY" sz="2000" i="1">
                                <a:latin typeface="Cambria Math" panose="02040503050406030204" pitchFamily="18" charset="0"/>
                                <a:ea typeface="ＭＳ Ｐゴシック" charset="-128"/>
                                <a:cs typeface="ＭＳ Ｐゴシック" charset="-128"/>
                              </a:rPr>
                              <m:t>h</m:t>
                            </m:r>
                          </m:e>
                          <m:sup>
                            <m:r>
                              <a:rPr lang="en-MY" sz="2000" b="0" i="1" smtClean="0">
                                <a:latin typeface="Cambria Math" panose="02040503050406030204" pitchFamily="18" charset="0"/>
                                <a:ea typeface="ＭＳ Ｐゴシック" charset="-128"/>
                                <a:cs typeface="ＭＳ Ｐゴシック" charset="-128"/>
                              </a:rPr>
                              <m:t>′</m:t>
                            </m:r>
                          </m:sup>
                        </m:sSup>
                        <m:r>
                          <a:rPr lang="en-MY" sz="2000" i="1">
                            <a:latin typeface="Cambria Math" panose="02040503050406030204" pitchFamily="18" charset="0"/>
                            <a:ea typeface="ＭＳ Ｐゴシック" charset="-128"/>
                            <a:cs typeface="ＭＳ Ｐゴシック" charset="-128"/>
                          </a:rPr>
                          <m:t>,</m:t>
                        </m:r>
                        <m:sSup>
                          <m:sSupPr>
                            <m:ctrlPr>
                              <a:rPr lang="en-MY" sz="2000" b="0" i="1" smtClean="0">
                                <a:latin typeface="Cambria Math" panose="02040503050406030204" pitchFamily="18" charset="0"/>
                                <a:ea typeface="ＭＳ Ｐゴシック" charset="-128"/>
                                <a:cs typeface="ＭＳ Ｐゴシック" charset="-128"/>
                              </a:rPr>
                            </m:ctrlPr>
                          </m:sSupPr>
                          <m:e>
                            <m:r>
                              <a:rPr lang="en-MY" sz="2000" i="1">
                                <a:latin typeface="Cambria Math" panose="02040503050406030204" pitchFamily="18" charset="0"/>
                                <a:ea typeface="ＭＳ Ｐゴシック" charset="-128"/>
                                <a:cs typeface="ＭＳ Ｐゴシック" charset="-128"/>
                              </a:rPr>
                              <m:t>𝑀</m:t>
                            </m:r>
                          </m:e>
                          <m:sup>
                            <m:r>
                              <a:rPr lang="en-MY" sz="2000" b="0" i="1" smtClean="0">
                                <a:latin typeface="Cambria Math" panose="02040503050406030204" pitchFamily="18" charset="0"/>
                                <a:ea typeface="ＭＳ Ｐゴシック" charset="-128"/>
                                <a:cs typeface="ＭＳ Ｐゴシック" charset="-128"/>
                              </a:rPr>
                              <m:t>′</m:t>
                            </m:r>
                          </m:sup>
                        </m:sSup>
                      </m:e>
                    </m:d>
                  </m:oMath>
                </a14:m>
                <a:r>
                  <a:rPr lang="en-MY" sz="2000" dirty="0"/>
                  <a:t> and transmits it to Bob.</a:t>
                </a:r>
              </a:p>
              <a:p>
                <a:pPr marL="457200" indent="-457200" algn="just">
                  <a:buFont typeface="+mj-lt"/>
                  <a:buAutoNum type="arabicPeriod"/>
                </a:pPr>
                <a:r>
                  <a:rPr lang="en-MY" sz="2000" dirty="0"/>
                  <a:t>Bob, without knowing the original message and its digest, will always verify the correctness of the received pair successfully.</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13034"/>
              </a:xfrm>
              <a:blipFill>
                <a:blip r:embed="rId2"/>
                <a:stretch>
                  <a:fillRect l="-674" r="-612"/>
                </a:stretch>
              </a:blipFill>
            </p:spPr>
            <p:txBody>
              <a:bodyPr/>
              <a:lstStyle/>
              <a:p>
                <a:r>
                  <a:rPr lang="en-MY">
                    <a:noFill/>
                  </a:rPr>
                  <a:t> </a:t>
                </a:r>
              </a:p>
            </p:txBody>
          </p:sp>
        </mc:Fallback>
      </mc:AlternateContent>
    </p:spTree>
    <p:extLst>
      <p:ext uri="{BB962C8B-B14F-4D97-AF65-F5344CB8AC3E}">
        <p14:creationId xmlns:p14="http://schemas.microsoft.com/office/powerpoint/2010/main" val="1910363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a:extLst>
              <a:ext uri="{FF2B5EF4-FFF2-40B4-BE49-F238E27FC236}">
                <a16:creationId xmlns:a16="http://schemas.microsoft.com/office/drawing/2014/main" id="{2D7F89B9-E136-DE93-5613-BCB602E4D852}"/>
              </a:ext>
            </a:extLst>
          </p:cNvPr>
          <p:cNvPicPr>
            <a:picLocks noChangeAspect="1"/>
          </p:cNvPicPr>
          <p:nvPr/>
        </p:nvPicPr>
        <p:blipFill rotWithShape="1">
          <a:blip r:embed="rId2"/>
          <a:srcRect t="42282" b="9421"/>
          <a:stretch/>
        </p:blipFill>
        <p:spPr>
          <a:xfrm>
            <a:off x="1334980" y="327028"/>
            <a:ext cx="9522040" cy="6203944"/>
          </a:xfrm>
          <a:prstGeom prst="rect">
            <a:avLst/>
          </a:prstGeom>
        </p:spPr>
      </p:pic>
    </p:spTree>
    <p:extLst>
      <p:ext uri="{BB962C8B-B14F-4D97-AF65-F5344CB8AC3E}">
        <p14:creationId xmlns:p14="http://schemas.microsoft.com/office/powerpoint/2010/main" val="1024049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Secure</a:t>
            </a:r>
            <a:r>
              <a:rPr lang="en-MY" dirty="0">
                <a:solidFill>
                  <a:srgbClr val="FF0000"/>
                </a:solidFill>
              </a:rPr>
              <a:t> Message Authentication</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MY" sz="2000" dirty="0"/>
              <a:t>Hence, there is a need to provide alternative ways of ensuring a secure message authentication through hash function.</a:t>
            </a:r>
          </a:p>
          <a:p>
            <a:pPr algn="just"/>
            <a:r>
              <a:rPr lang="en-MY" sz="2000" dirty="0"/>
              <a:t>In the next few slides, we discuss and observe </a:t>
            </a:r>
            <a:r>
              <a:rPr lang="en-MY" sz="2000" b="1" dirty="0">
                <a:solidFill>
                  <a:srgbClr val="00B050"/>
                </a:solidFill>
              </a:rPr>
              <a:t>the four different alternatives </a:t>
            </a:r>
            <a:r>
              <a:rPr lang="en-MY" sz="2000" dirty="0"/>
              <a:t>of achieving secure message authentication using hash function. </a:t>
            </a:r>
          </a:p>
        </p:txBody>
      </p:sp>
    </p:spTree>
    <p:extLst>
      <p:ext uri="{BB962C8B-B14F-4D97-AF65-F5344CB8AC3E}">
        <p14:creationId xmlns:p14="http://schemas.microsoft.com/office/powerpoint/2010/main" val="23481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dirty="0">
                <a:solidFill>
                  <a:srgbClr val="0000FF"/>
                </a:solidFill>
              </a:rPr>
              <a:t>Secure</a:t>
            </a:r>
            <a:r>
              <a:rPr lang="en-MY" dirty="0">
                <a:solidFill>
                  <a:srgbClr val="FF0000"/>
                </a:solidFill>
              </a:rPr>
              <a:t> Message Authentication </a:t>
            </a:r>
            <a:r>
              <a:rPr lang="en-MY" dirty="0"/>
              <a:t>– </a:t>
            </a:r>
            <a:r>
              <a:rPr lang="en-MY" sz="3200" dirty="0"/>
              <a:t>Alternative 1</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US" sz="2000" b="1" kern="1200" baseline="0" dirty="0">
                <a:solidFill>
                  <a:srgbClr val="00B050"/>
                </a:solidFill>
                <a:ea typeface="ＭＳ Ｐゴシック" charset="-128"/>
                <a:cs typeface="ＭＳ Ｐゴシック" charset="-128"/>
              </a:rPr>
              <a:t>The message plus concatenated hash code is encrypted using symmetric encryption</a:t>
            </a:r>
            <a:r>
              <a:rPr lang="en-US" sz="2000" kern="1200" baseline="0" dirty="0">
                <a:solidFill>
                  <a:schemeClr val="tx1"/>
                </a:solidFill>
                <a:ea typeface="ＭＳ Ｐゴシック" charset="-128"/>
                <a:cs typeface="ＭＳ Ｐゴシック" charset="-128"/>
              </a:rPr>
              <a:t>.</a:t>
            </a:r>
          </a:p>
          <a:p>
            <a:pPr algn="just"/>
            <a:r>
              <a:rPr lang="en-US" sz="2000" b="0" kern="1200" baseline="0" dirty="0">
                <a:solidFill>
                  <a:schemeClr val="tx1"/>
                </a:solidFill>
                <a:ea typeface="ＭＳ Ｐゴシック" charset="-128"/>
                <a:cs typeface="ＭＳ Ｐゴシック" charset="-128"/>
              </a:rPr>
              <a:t>Since only A and B has the secret key, the message must be from A and has not been altered. </a:t>
            </a:r>
          </a:p>
          <a:p>
            <a:pPr algn="just"/>
            <a:r>
              <a:rPr lang="en-US" sz="2000" b="0" kern="1200" baseline="0" dirty="0">
                <a:solidFill>
                  <a:schemeClr val="tx1"/>
                </a:solidFill>
                <a:ea typeface="ＭＳ Ｐゴシック" charset="-128"/>
                <a:cs typeface="ＭＳ Ｐゴシック" charset="-128"/>
              </a:rPr>
              <a:t>The hash code ensures the </a:t>
            </a:r>
            <a:r>
              <a:rPr lang="en-US" sz="2000" b="1" kern="1200" baseline="0" dirty="0">
                <a:solidFill>
                  <a:srgbClr val="FF0000"/>
                </a:solidFill>
                <a:ea typeface="ＭＳ Ｐゴシック" charset="-128"/>
                <a:cs typeface="ＭＳ Ｐゴシック" charset="-128"/>
              </a:rPr>
              <a:t>message authentication</a:t>
            </a:r>
            <a:r>
              <a:rPr lang="en-US" sz="2000" b="0" kern="1200" baseline="0" dirty="0">
                <a:solidFill>
                  <a:schemeClr val="tx1"/>
                </a:solidFill>
                <a:ea typeface="ＭＳ Ｐゴシック" charset="-128"/>
                <a:cs typeface="ＭＳ Ｐゴシック" charset="-128"/>
              </a:rPr>
              <a:t>. </a:t>
            </a:r>
          </a:p>
          <a:p>
            <a:pPr algn="just"/>
            <a:r>
              <a:rPr lang="en-US" sz="2000" b="1" dirty="0">
                <a:solidFill>
                  <a:srgbClr val="7030A0"/>
                </a:solidFill>
                <a:ea typeface="ＭＳ Ｐゴシック" charset="-128"/>
                <a:cs typeface="ＭＳ Ｐゴシック" charset="-128"/>
              </a:rPr>
              <a:t>Confidentiality is also provided</a:t>
            </a:r>
            <a:r>
              <a:rPr lang="en-US" sz="2000" b="1" dirty="0">
                <a:ea typeface="ＭＳ Ｐゴシック" charset="-128"/>
                <a:cs typeface="ＭＳ Ｐゴシック" charset="-128"/>
              </a:rPr>
              <a:t> </a:t>
            </a:r>
            <a:r>
              <a:rPr lang="en-US" sz="2000" dirty="0">
                <a:ea typeface="ＭＳ Ｐゴシック" charset="-128"/>
                <a:cs typeface="ＭＳ Ｐゴシック" charset="-128"/>
              </a:rPr>
              <a:t>since </a:t>
            </a:r>
            <a:r>
              <a:rPr lang="en-US" sz="2000" b="0" kern="1200" baseline="0" dirty="0">
                <a:solidFill>
                  <a:schemeClr val="tx1"/>
                </a:solidFill>
                <a:ea typeface="ＭＳ Ｐゴシック" charset="-128"/>
                <a:cs typeface="ＭＳ Ｐゴシック" charset="-128"/>
              </a:rPr>
              <a:t>the encryption is applied to the entire message plus hash code</a:t>
            </a:r>
            <a:r>
              <a:rPr lang="en-US" sz="2000" dirty="0">
                <a:ea typeface="ＭＳ Ｐゴシック" charset="-128"/>
                <a:cs typeface="ＭＳ Ｐゴシック" charset="-128"/>
              </a:rPr>
              <a:t>.</a:t>
            </a:r>
            <a:endParaRPr lang="en-US" sz="2000" b="0" kern="1200" baseline="0" dirty="0">
              <a:solidFill>
                <a:schemeClr val="tx1"/>
              </a:solidFill>
              <a:ea typeface="ＭＳ Ｐゴシック" charset="-128"/>
              <a:cs typeface="ＭＳ Ｐゴシック" charset="-128"/>
            </a:endParaRPr>
          </a:p>
        </p:txBody>
      </p:sp>
    </p:spTree>
    <p:extLst>
      <p:ext uri="{BB962C8B-B14F-4D97-AF65-F5344CB8AC3E}">
        <p14:creationId xmlns:p14="http://schemas.microsoft.com/office/powerpoint/2010/main" val="2554952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117891" y="2920754"/>
                <a:ext cx="9956218" cy="3542190"/>
              </a:xfrm>
            </p:spPr>
            <p:txBody>
              <a:bodyPr>
                <a:normAutofit/>
              </a:bodyPr>
              <a:lstStyle/>
              <a:p>
                <a:pPr marL="342900" indent="-342900" algn="just">
                  <a:buFont typeface="+mj-lt"/>
                  <a:buAutoNum type="arabicPeriod"/>
                </a:pPr>
                <a:r>
                  <a:rPr lang="en-MY" dirty="0"/>
                  <a:t>A on the message </a:t>
                </a:r>
                <a14:m>
                  <m:oMath xmlns:m="http://schemas.openxmlformats.org/officeDocument/2006/math">
                    <m:r>
                      <a:rPr lang="en-MY" b="0" i="1" smtClean="0">
                        <a:latin typeface="Cambria Math" panose="02040503050406030204" pitchFamily="18" charset="0"/>
                      </a:rPr>
                      <m:t>𝑀</m:t>
                    </m:r>
                  </m:oMath>
                </a14:m>
                <a:r>
                  <a:rPr lang="en-MY" dirty="0"/>
                  <a:t> computes </a:t>
                </a:r>
                <a14:m>
                  <m:oMath xmlns:m="http://schemas.openxmlformats.org/officeDocument/2006/math">
                    <m:r>
                      <a:rPr lang="en-MY" b="0" i="1" smtClean="0">
                        <a:latin typeface="Cambria Math" panose="02040503050406030204" pitchFamily="18" charset="0"/>
                      </a:rPr>
                      <m:t>h</m:t>
                    </m:r>
                    <m:r>
                      <a:rPr lang="en-MY" b="0" i="1" smtClean="0">
                        <a:latin typeface="Cambria Math" panose="02040503050406030204" pitchFamily="18" charset="0"/>
                      </a:rPr>
                      <m:t>=</m:t>
                    </m:r>
                    <m:r>
                      <a:rPr lang="en-MY" b="0" i="1" smtClean="0">
                        <a:latin typeface="Cambria Math" panose="02040503050406030204" pitchFamily="18" charset="0"/>
                      </a:rPr>
                      <m:t>𝐻</m:t>
                    </m:r>
                    <m:d>
                      <m:dPr>
                        <m:ctrlPr>
                          <a:rPr lang="en-MY" b="0" i="1" smtClean="0">
                            <a:latin typeface="Cambria Math" panose="02040503050406030204" pitchFamily="18" charset="0"/>
                          </a:rPr>
                        </m:ctrlPr>
                      </m:dPr>
                      <m:e>
                        <m:r>
                          <a:rPr lang="en-MY" b="0" i="1" smtClean="0">
                            <a:latin typeface="Cambria Math" panose="02040503050406030204" pitchFamily="18" charset="0"/>
                          </a:rPr>
                          <m:t>𝑀</m:t>
                        </m:r>
                      </m:e>
                    </m:d>
                  </m:oMath>
                </a14:m>
                <a:r>
                  <a:rPr lang="en-MY" dirty="0"/>
                  <a:t> and concatenates them as </a:t>
                </a:r>
                <a14:m>
                  <m:oMath xmlns:m="http://schemas.openxmlformats.org/officeDocument/2006/math">
                    <m:d>
                      <m:dPr>
                        <m:ctrlPr>
                          <a:rPr lang="en-MY" b="0" i="1" smtClean="0">
                            <a:latin typeface="Cambria Math" panose="02040503050406030204" pitchFamily="18" charset="0"/>
                          </a:rPr>
                        </m:ctrlPr>
                      </m:dPr>
                      <m:e>
                        <m:r>
                          <a:rPr lang="en-MY" b="0" i="1" smtClean="0">
                            <a:latin typeface="Cambria Math" panose="02040503050406030204" pitchFamily="18" charset="0"/>
                          </a:rPr>
                          <m:t>𝑀</m:t>
                        </m:r>
                        <m:r>
                          <a:rPr lang="en-MY" b="0" i="1" smtClean="0">
                            <a:latin typeface="Cambria Math" panose="02040503050406030204" pitchFamily="18" charset="0"/>
                          </a:rPr>
                          <m:t>∥</m:t>
                        </m:r>
                        <m:r>
                          <a:rPr lang="en-MY" b="0" i="1" smtClean="0">
                            <a:latin typeface="Cambria Math" panose="02040503050406030204" pitchFamily="18" charset="0"/>
                          </a:rPr>
                          <m:t>h</m:t>
                        </m:r>
                      </m:e>
                    </m:d>
                  </m:oMath>
                </a14:m>
                <a:r>
                  <a:rPr lang="en-MY" dirty="0"/>
                  <a:t>.</a:t>
                </a:r>
              </a:p>
              <a:p>
                <a:pPr marL="342900" indent="-342900" algn="just">
                  <a:buFont typeface="+mj-lt"/>
                  <a:buAutoNum type="arabicPeriod"/>
                </a:pPr>
                <a:r>
                  <a:rPr lang="en-MY" dirty="0"/>
                  <a:t>A next encrypts </a:t>
                </a:r>
                <a14:m>
                  <m:oMath xmlns:m="http://schemas.openxmlformats.org/officeDocument/2006/math">
                    <m:d>
                      <m:dPr>
                        <m:ctrlPr>
                          <a:rPr lang="en-MY" b="0" i="1" smtClean="0">
                            <a:latin typeface="Cambria Math" panose="02040503050406030204" pitchFamily="18" charset="0"/>
                          </a:rPr>
                        </m:ctrlPr>
                      </m:dPr>
                      <m:e>
                        <m:r>
                          <a:rPr lang="en-MY" b="0" i="1" smtClean="0">
                            <a:latin typeface="Cambria Math" panose="02040503050406030204" pitchFamily="18" charset="0"/>
                          </a:rPr>
                          <m:t>𝑀</m:t>
                        </m:r>
                        <m:r>
                          <a:rPr lang="en-MY" b="0" i="1" smtClean="0">
                            <a:latin typeface="Cambria Math" panose="02040503050406030204" pitchFamily="18" charset="0"/>
                          </a:rPr>
                          <m:t>∥</m:t>
                        </m:r>
                        <m:r>
                          <a:rPr lang="en-MY" b="0" i="1" smtClean="0">
                            <a:latin typeface="Cambria Math" panose="02040503050406030204" pitchFamily="18" charset="0"/>
                          </a:rPr>
                          <m:t>h</m:t>
                        </m:r>
                      </m:e>
                    </m:d>
                  </m:oMath>
                </a14:m>
                <a:r>
                  <a:rPr lang="en-MY" dirty="0"/>
                  <a:t> using symmetric key </a:t>
                </a:r>
                <a14:m>
                  <m:oMath xmlns:m="http://schemas.openxmlformats.org/officeDocument/2006/math">
                    <m:r>
                      <a:rPr lang="en-MY" b="0" i="1" smtClean="0">
                        <a:latin typeface="Cambria Math" panose="02040503050406030204" pitchFamily="18" charset="0"/>
                      </a:rPr>
                      <m:t>𝐾</m:t>
                    </m:r>
                  </m:oMath>
                </a14:m>
                <a:r>
                  <a:rPr lang="en-MY" dirty="0"/>
                  <a:t>, </a:t>
                </a:r>
                <a14:m>
                  <m:oMath xmlns:m="http://schemas.openxmlformats.org/officeDocument/2006/math">
                    <m:r>
                      <a:rPr lang="en-MY" b="0" i="1" smtClean="0">
                        <a:latin typeface="Cambria Math" panose="02040503050406030204" pitchFamily="18" charset="0"/>
                      </a:rPr>
                      <m:t>𝐶</m:t>
                    </m:r>
                    <m:r>
                      <a:rPr lang="en-MY" b="0" i="0" smtClean="0">
                        <a:latin typeface="Cambria Math" panose="02040503050406030204" pitchFamily="18" charset="0"/>
                      </a:rPr>
                      <m:t>=</m:t>
                    </m:r>
                    <m:r>
                      <m:rPr>
                        <m:sty m:val="p"/>
                      </m:rPr>
                      <a:rPr lang="en-MY" b="0" i="0" smtClean="0">
                        <a:latin typeface="Cambria Math" panose="02040503050406030204" pitchFamily="18" charset="0"/>
                      </a:rPr>
                      <m:t>Enc</m:t>
                    </m:r>
                    <m:d>
                      <m:dPr>
                        <m:ctrlPr>
                          <a:rPr lang="en-MY" b="0" i="1" smtClean="0">
                            <a:latin typeface="Cambria Math" panose="02040503050406030204" pitchFamily="18" charset="0"/>
                          </a:rPr>
                        </m:ctrlPr>
                      </m:dPr>
                      <m:e>
                        <m:r>
                          <a:rPr lang="en-MY" b="0" i="1" smtClean="0">
                            <a:latin typeface="Cambria Math" panose="02040503050406030204" pitchFamily="18" charset="0"/>
                          </a:rPr>
                          <m:t>𝐾</m:t>
                        </m:r>
                        <m:r>
                          <a:rPr lang="en-MY" b="0" i="1" smtClean="0">
                            <a:latin typeface="Cambria Math" panose="02040503050406030204" pitchFamily="18" charset="0"/>
                          </a:rPr>
                          <m:t>,</m:t>
                        </m:r>
                        <m:d>
                          <m:dPr>
                            <m:ctrlPr>
                              <a:rPr lang="en-MY" b="0" i="1" smtClean="0">
                                <a:latin typeface="Cambria Math" panose="02040503050406030204" pitchFamily="18" charset="0"/>
                              </a:rPr>
                            </m:ctrlPr>
                          </m:dPr>
                          <m:e>
                            <m:r>
                              <a:rPr lang="en-MY" b="0" i="1" smtClean="0">
                                <a:latin typeface="Cambria Math" panose="02040503050406030204" pitchFamily="18" charset="0"/>
                              </a:rPr>
                              <m:t>𝑀</m:t>
                            </m:r>
                            <m:r>
                              <a:rPr lang="en-MY" b="0" i="1" smtClean="0">
                                <a:latin typeface="Cambria Math" panose="02040503050406030204" pitchFamily="18" charset="0"/>
                              </a:rPr>
                              <m:t>∥</m:t>
                            </m:r>
                            <m:r>
                              <a:rPr lang="en-MY" b="0" i="1" smtClean="0">
                                <a:latin typeface="Cambria Math" panose="02040503050406030204" pitchFamily="18" charset="0"/>
                              </a:rPr>
                              <m:t>h</m:t>
                            </m:r>
                          </m:e>
                        </m:d>
                      </m:e>
                    </m:d>
                  </m:oMath>
                </a14:m>
                <a:r>
                  <a:rPr lang="en-MY" dirty="0"/>
                  <a:t> and sends the ciphertext </a:t>
                </a:r>
                <a14:m>
                  <m:oMath xmlns:m="http://schemas.openxmlformats.org/officeDocument/2006/math">
                    <m:r>
                      <a:rPr lang="en-MY" b="0" i="1" smtClean="0">
                        <a:latin typeface="Cambria Math" panose="02040503050406030204" pitchFamily="18" charset="0"/>
                      </a:rPr>
                      <m:t>𝐶</m:t>
                    </m:r>
                  </m:oMath>
                </a14:m>
                <a:r>
                  <a:rPr lang="en-MY" dirty="0"/>
                  <a:t> to B.</a:t>
                </a:r>
              </a:p>
              <a:p>
                <a:pPr marL="342900" indent="-342900" algn="just">
                  <a:buFont typeface="+mj-lt"/>
                  <a:buAutoNum type="arabicPeriod"/>
                </a:pPr>
                <a:r>
                  <a:rPr lang="en-MY" dirty="0"/>
                  <a:t>B when receiving ciphertext </a:t>
                </a:r>
                <a14:m>
                  <m:oMath xmlns:m="http://schemas.openxmlformats.org/officeDocument/2006/math">
                    <m:r>
                      <a:rPr lang="en-MY" b="0" i="1" smtClean="0">
                        <a:latin typeface="Cambria Math" panose="02040503050406030204" pitchFamily="18" charset="0"/>
                      </a:rPr>
                      <m:t>𝐶</m:t>
                    </m:r>
                  </m:oMath>
                </a14:m>
                <a:r>
                  <a:rPr lang="en-MY" dirty="0"/>
                  <a:t>, decrypts it using the same symmetric key </a:t>
                </a:r>
                <a14:m>
                  <m:oMath xmlns:m="http://schemas.openxmlformats.org/officeDocument/2006/math">
                    <m:r>
                      <a:rPr lang="en-MY" b="0" i="1" smtClean="0">
                        <a:latin typeface="Cambria Math" panose="02040503050406030204" pitchFamily="18" charset="0"/>
                      </a:rPr>
                      <m:t>𝐾</m:t>
                    </m:r>
                  </m:oMath>
                </a14:m>
                <a:r>
                  <a:rPr lang="en-MY" dirty="0"/>
                  <a:t> to recover the concatenation </a:t>
                </a:r>
                <a14:m>
                  <m:oMath xmlns:m="http://schemas.openxmlformats.org/officeDocument/2006/math">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h</m:t>
                        </m:r>
                      </m:e>
                    </m:d>
                    <m:r>
                      <a:rPr lang="en-MY" b="0" i="1" smtClean="0">
                        <a:latin typeface="Cambria Math" panose="02040503050406030204" pitchFamily="18" charset="0"/>
                      </a:rPr>
                      <m:t>=</m:t>
                    </m:r>
                    <m:r>
                      <m:rPr>
                        <m:sty m:val="p"/>
                      </m:rPr>
                      <a:rPr lang="en-MY" b="0" i="0" smtClean="0">
                        <a:latin typeface="Cambria Math" panose="02040503050406030204" pitchFamily="18" charset="0"/>
                      </a:rPr>
                      <m:t>Dec</m:t>
                    </m:r>
                    <m:d>
                      <m:dPr>
                        <m:ctrlPr>
                          <a:rPr lang="en-MY" b="0" i="1" smtClean="0">
                            <a:latin typeface="Cambria Math" panose="02040503050406030204" pitchFamily="18" charset="0"/>
                          </a:rPr>
                        </m:ctrlPr>
                      </m:dPr>
                      <m:e>
                        <m:r>
                          <a:rPr lang="en-MY" b="0" i="1" smtClean="0">
                            <a:latin typeface="Cambria Math" panose="02040503050406030204" pitchFamily="18" charset="0"/>
                          </a:rPr>
                          <m:t>𝐾</m:t>
                        </m:r>
                        <m:r>
                          <a:rPr lang="en-MY" b="0" i="1" smtClean="0">
                            <a:latin typeface="Cambria Math" panose="02040503050406030204" pitchFamily="18" charset="0"/>
                          </a:rPr>
                          <m:t>,</m:t>
                        </m:r>
                        <m:r>
                          <a:rPr lang="en-MY" b="0" i="1" smtClean="0">
                            <a:latin typeface="Cambria Math" panose="02040503050406030204" pitchFamily="18" charset="0"/>
                          </a:rPr>
                          <m:t>𝐶</m:t>
                        </m:r>
                      </m:e>
                    </m:d>
                  </m:oMath>
                </a14:m>
                <a:r>
                  <a:rPr lang="en-MY" dirty="0"/>
                  <a:t>.</a:t>
                </a:r>
              </a:p>
              <a:p>
                <a:pPr marL="342900" indent="-342900" algn="just">
                  <a:buFont typeface="+mj-lt"/>
                  <a:buAutoNum type="arabicPeriod"/>
                </a:pPr>
                <a:r>
                  <a:rPr lang="en-MY" dirty="0"/>
                  <a:t>B then extract </a:t>
                </a:r>
                <a14:m>
                  <m:oMath xmlns:m="http://schemas.openxmlformats.org/officeDocument/2006/math">
                    <m:r>
                      <a:rPr lang="en-MY" b="0" i="1" smtClean="0">
                        <a:latin typeface="Cambria Math" panose="02040503050406030204" pitchFamily="18" charset="0"/>
                      </a:rPr>
                      <m:t>𝑀</m:t>
                    </m:r>
                  </m:oMath>
                </a14:m>
                <a:r>
                  <a:rPr lang="en-MY" dirty="0"/>
                  <a:t> from </a:t>
                </a:r>
                <a14:m>
                  <m:oMath xmlns:m="http://schemas.openxmlformats.org/officeDocument/2006/math">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h</m:t>
                        </m:r>
                      </m:e>
                    </m:d>
                  </m:oMath>
                </a14:m>
                <a:r>
                  <a:rPr lang="en-MY" dirty="0"/>
                  <a:t> and computes </a:t>
                </a:r>
                <a14:m>
                  <m:oMath xmlns:m="http://schemas.openxmlformats.org/officeDocument/2006/math">
                    <m:sSup>
                      <m:sSupPr>
                        <m:ctrlPr>
                          <a:rPr lang="en-MY" b="0" i="1" smtClean="0">
                            <a:latin typeface="Cambria Math" panose="02040503050406030204" pitchFamily="18" charset="0"/>
                          </a:rPr>
                        </m:ctrlPr>
                      </m:sSupPr>
                      <m:e>
                        <m:r>
                          <a:rPr lang="en-MY" b="0" i="1" smtClean="0">
                            <a:latin typeface="Cambria Math" panose="02040503050406030204" pitchFamily="18" charset="0"/>
                          </a:rPr>
                          <m:t>h</m:t>
                        </m:r>
                      </m:e>
                      <m:sup>
                        <m:r>
                          <a:rPr lang="en-MY" b="0" i="1" smtClean="0">
                            <a:latin typeface="Cambria Math" panose="02040503050406030204" pitchFamily="18" charset="0"/>
                          </a:rPr>
                          <m:t>′</m:t>
                        </m:r>
                      </m:sup>
                    </m:sSup>
                    <m:r>
                      <a:rPr lang="en-MY" b="0" i="1" smtClean="0">
                        <a:latin typeface="Cambria Math" panose="02040503050406030204" pitchFamily="18" charset="0"/>
                      </a:rPr>
                      <m:t>=</m:t>
                    </m:r>
                    <m:r>
                      <a:rPr lang="en-MY" b="0" i="1" smtClean="0">
                        <a:latin typeface="Cambria Math" panose="02040503050406030204" pitchFamily="18" charset="0"/>
                      </a:rPr>
                      <m:t>𝐻</m:t>
                    </m:r>
                    <m:d>
                      <m:dPr>
                        <m:ctrlPr>
                          <a:rPr lang="en-MY" b="0" i="1" smtClean="0">
                            <a:latin typeface="Cambria Math" panose="02040503050406030204" pitchFamily="18" charset="0"/>
                          </a:rPr>
                        </m:ctrlPr>
                      </m:dPr>
                      <m:e>
                        <m:r>
                          <a:rPr lang="en-MY" b="0" i="1" smtClean="0">
                            <a:latin typeface="Cambria Math" panose="02040503050406030204" pitchFamily="18" charset="0"/>
                          </a:rPr>
                          <m:t>𝑀</m:t>
                        </m:r>
                      </m:e>
                    </m:d>
                  </m:oMath>
                </a14:m>
                <a:r>
                  <a:rPr lang="en-MY" dirty="0"/>
                  <a:t>. B compares </a:t>
                </a:r>
                <a14:m>
                  <m:oMath xmlns:m="http://schemas.openxmlformats.org/officeDocument/2006/math">
                    <m:sSup>
                      <m:sSupPr>
                        <m:ctrlPr>
                          <a:rPr lang="en-MY" b="0" i="1" smtClean="0">
                            <a:latin typeface="Cambria Math" panose="02040503050406030204" pitchFamily="18" charset="0"/>
                          </a:rPr>
                        </m:ctrlPr>
                      </m:sSupPr>
                      <m:e>
                        <m:r>
                          <a:rPr lang="en-MY" b="0" i="1" smtClean="0">
                            <a:latin typeface="Cambria Math" panose="02040503050406030204" pitchFamily="18" charset="0"/>
                          </a:rPr>
                          <m:t>h</m:t>
                        </m:r>
                      </m:e>
                      <m:sup>
                        <m:r>
                          <a:rPr lang="en-MY" b="0" i="1" smtClean="0">
                            <a:latin typeface="Cambria Math" panose="02040503050406030204" pitchFamily="18" charset="0"/>
                          </a:rPr>
                          <m:t>′</m:t>
                        </m:r>
                      </m:sup>
                    </m:sSup>
                  </m:oMath>
                </a14:m>
                <a:r>
                  <a:rPr lang="en-MY" dirty="0"/>
                  <a:t> with the </a:t>
                </a:r>
                <a14:m>
                  <m:oMath xmlns:m="http://schemas.openxmlformats.org/officeDocument/2006/math">
                    <m:r>
                      <a:rPr lang="en-MY" b="0" i="1" smtClean="0">
                        <a:latin typeface="Cambria Math" panose="02040503050406030204" pitchFamily="18" charset="0"/>
                      </a:rPr>
                      <m:t>h</m:t>
                    </m:r>
                  </m:oMath>
                </a14:m>
                <a:r>
                  <a:rPr lang="en-MY" dirty="0"/>
                  <a:t> he extracted. If it tallies, then B accepts them as authentic message and signature. Otherwise, B rejects the ciphertext.</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117891" y="2920754"/>
                <a:ext cx="9956218" cy="3542190"/>
              </a:xfrm>
              <a:blipFill>
                <a:blip r:embed="rId2"/>
                <a:stretch>
                  <a:fillRect l="-490" r="-490"/>
                </a:stretch>
              </a:blipFill>
            </p:spPr>
            <p:txBody>
              <a:bodyPr/>
              <a:lstStyle/>
              <a:p>
                <a:r>
                  <a:rPr lang="en-MY">
                    <a:noFill/>
                  </a:rPr>
                  <a:t> </a:t>
                </a:r>
              </a:p>
            </p:txBody>
          </p:sp>
        </mc:Fallback>
      </mc:AlternateContent>
      <p:pic>
        <p:nvPicPr>
          <p:cNvPr id="6" name="Picture 5">
            <a:extLst>
              <a:ext uri="{FF2B5EF4-FFF2-40B4-BE49-F238E27FC236}">
                <a16:creationId xmlns:a16="http://schemas.microsoft.com/office/drawing/2014/main" id="{272CFCF3-F509-DDC8-7CA2-3CFD80FBA978}"/>
              </a:ext>
            </a:extLst>
          </p:cNvPr>
          <p:cNvPicPr>
            <a:picLocks noChangeAspect="1"/>
          </p:cNvPicPr>
          <p:nvPr/>
        </p:nvPicPr>
        <p:blipFill>
          <a:blip r:embed="rId3"/>
          <a:stretch>
            <a:fillRect/>
          </a:stretch>
        </p:blipFill>
        <p:spPr>
          <a:xfrm>
            <a:off x="1117891" y="249917"/>
            <a:ext cx="9956218" cy="2350551"/>
          </a:xfrm>
          <a:prstGeom prst="rect">
            <a:avLst/>
          </a:prstGeom>
          <a:ln w="19050">
            <a:solidFill>
              <a:srgbClr val="002060"/>
            </a:solidFill>
          </a:ln>
        </p:spPr>
      </p:pic>
    </p:spTree>
    <p:extLst>
      <p:ext uri="{BB962C8B-B14F-4D97-AF65-F5344CB8AC3E}">
        <p14:creationId xmlns:p14="http://schemas.microsoft.com/office/powerpoint/2010/main" val="1410097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Secure</a:t>
            </a:r>
            <a:r>
              <a:rPr lang="en-MY" dirty="0">
                <a:solidFill>
                  <a:srgbClr val="FF0000"/>
                </a:solidFill>
              </a:rPr>
              <a:t> Message Authentication </a:t>
            </a:r>
            <a:r>
              <a:rPr lang="en-MY" dirty="0"/>
              <a:t>– </a:t>
            </a:r>
            <a:r>
              <a:rPr lang="en-MY" sz="3200" dirty="0"/>
              <a:t>Alternative 2</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US" sz="2000" b="1" kern="1200" baseline="0" dirty="0">
                <a:solidFill>
                  <a:srgbClr val="00B050"/>
                </a:solidFill>
                <a:ea typeface="ＭＳ Ｐゴシック" charset="-128"/>
                <a:cs typeface="ＭＳ Ｐゴシック" charset="-128"/>
              </a:rPr>
              <a:t>Only the hash code is encrypted, using symmetric encryption</a:t>
            </a:r>
            <a:r>
              <a:rPr lang="en-US" sz="2000" kern="1200" baseline="0" dirty="0">
                <a:solidFill>
                  <a:schemeClr val="tx1"/>
                </a:solidFill>
                <a:ea typeface="ＭＳ Ｐゴシック" charset="-128"/>
                <a:cs typeface="ＭＳ Ｐゴシック" charset="-128"/>
              </a:rPr>
              <a:t>.</a:t>
            </a:r>
            <a:r>
              <a:rPr lang="en-US" sz="2000" b="1" kern="1200" baseline="0" dirty="0">
                <a:solidFill>
                  <a:schemeClr val="tx1"/>
                </a:solidFill>
                <a:ea typeface="ＭＳ Ｐゴシック" charset="-128"/>
                <a:cs typeface="ＭＳ Ｐゴシック" charset="-128"/>
              </a:rPr>
              <a:t> </a:t>
            </a:r>
          </a:p>
          <a:p>
            <a:pPr algn="just"/>
            <a:r>
              <a:rPr lang="en-US" sz="2000" b="0" kern="1200" baseline="0" dirty="0">
                <a:solidFill>
                  <a:schemeClr val="tx1"/>
                </a:solidFill>
                <a:ea typeface="ＭＳ Ｐゴシック" charset="-128"/>
                <a:cs typeface="ＭＳ Ｐゴシック" charset="-128"/>
              </a:rPr>
              <a:t>This reduces the processing burden for those applications that </a:t>
            </a:r>
            <a:r>
              <a:rPr lang="en-US" sz="2000" b="1" kern="1200" baseline="0" dirty="0">
                <a:solidFill>
                  <a:srgbClr val="0000FF"/>
                </a:solidFill>
                <a:ea typeface="ＭＳ Ｐゴシック" charset="-128"/>
                <a:cs typeface="ＭＳ Ｐゴシック" charset="-128"/>
              </a:rPr>
              <a:t>do not require confidentiality</a:t>
            </a:r>
            <a:r>
              <a:rPr lang="en-US" sz="2000" b="0" kern="1200" baseline="0" dirty="0">
                <a:solidFill>
                  <a:schemeClr val="tx1"/>
                </a:solidFill>
                <a:ea typeface="ＭＳ Ｐゴシック" charset="-128"/>
                <a:cs typeface="ＭＳ Ｐゴシック" charset="-128"/>
              </a:rPr>
              <a:t>.</a:t>
            </a:r>
          </a:p>
          <a:p>
            <a:pPr algn="just"/>
            <a:endParaRPr lang="en-MY" sz="2000" dirty="0"/>
          </a:p>
        </p:txBody>
      </p:sp>
      <p:pic>
        <p:nvPicPr>
          <p:cNvPr id="4" name="Picture 3">
            <a:extLst>
              <a:ext uri="{FF2B5EF4-FFF2-40B4-BE49-F238E27FC236}">
                <a16:creationId xmlns:a16="http://schemas.microsoft.com/office/drawing/2014/main" id="{EE1F1B7A-F534-F95A-08DF-76AA4E9F5633}"/>
              </a:ext>
            </a:extLst>
          </p:cNvPr>
          <p:cNvPicPr>
            <a:picLocks noChangeAspect="1"/>
          </p:cNvPicPr>
          <p:nvPr/>
        </p:nvPicPr>
        <p:blipFill>
          <a:blip r:embed="rId2"/>
          <a:stretch>
            <a:fillRect/>
          </a:stretch>
        </p:blipFill>
        <p:spPr>
          <a:xfrm>
            <a:off x="1668653" y="3978537"/>
            <a:ext cx="8854693" cy="2067563"/>
          </a:xfrm>
          <a:prstGeom prst="rect">
            <a:avLst/>
          </a:prstGeom>
          <a:ln w="19050">
            <a:solidFill>
              <a:srgbClr val="002060"/>
            </a:solidFill>
          </a:ln>
        </p:spPr>
      </p:pic>
    </p:spTree>
    <p:extLst>
      <p:ext uri="{BB962C8B-B14F-4D97-AF65-F5344CB8AC3E}">
        <p14:creationId xmlns:p14="http://schemas.microsoft.com/office/powerpoint/2010/main" val="3914557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4FD1E79-1BFE-890A-CB61-A88C7DD2C960}"/>
              </a:ext>
            </a:extLst>
          </p:cNvPr>
          <p:cNvSpPr>
            <a:spLocks noGrp="1"/>
          </p:cNvSpPr>
          <p:nvPr>
            <p:ph type="title"/>
          </p:nvPr>
        </p:nvSpPr>
        <p:spPr>
          <a:xfrm>
            <a:off x="1066800" y="936841"/>
            <a:ext cx="9956218" cy="953669"/>
          </a:xfrm>
        </p:spPr>
        <p:txBody>
          <a:bodyPr/>
          <a:lstStyle/>
          <a:p>
            <a:r>
              <a:rPr lang="en-MY" dirty="0">
                <a:solidFill>
                  <a:srgbClr val="0000FF"/>
                </a:solidFill>
              </a:rPr>
              <a:t>Secure</a:t>
            </a:r>
            <a:r>
              <a:rPr lang="en-MY" dirty="0">
                <a:solidFill>
                  <a:srgbClr val="FF0000"/>
                </a:solidFill>
              </a:rPr>
              <a:t> Message Authentication </a:t>
            </a:r>
            <a:r>
              <a:rPr lang="en-MY" dirty="0"/>
              <a:t>– </a:t>
            </a:r>
            <a:r>
              <a:rPr lang="en-MY" sz="3200" dirty="0"/>
              <a:t>Alternative 2</a:t>
            </a:r>
            <a:endParaRPr lang="en-MY" dirty="0"/>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134A7625-C473-3919-F05E-A7226CD768E4}"/>
                  </a:ext>
                </a:extLst>
              </p:cNvPr>
              <p:cNvSpPr txBox="1">
                <a:spLocks/>
              </p:cNvSpPr>
              <p:nvPr/>
            </p:nvSpPr>
            <p:spPr>
              <a:xfrm>
                <a:off x="1069848" y="2139696"/>
                <a:ext cx="9956218" cy="367768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mj-lt"/>
                  <a:buAutoNum type="arabicPeriod"/>
                </a:pPr>
                <a:r>
                  <a:rPr lang="en-MY" sz="2000" dirty="0"/>
                  <a:t>A on the message </a:t>
                </a:r>
                <a14:m>
                  <m:oMath xmlns:m="http://schemas.openxmlformats.org/officeDocument/2006/math">
                    <m:r>
                      <a:rPr lang="en-MY" sz="2000" b="0" i="1" smtClean="0">
                        <a:latin typeface="Cambria Math" panose="02040503050406030204" pitchFamily="18" charset="0"/>
                      </a:rPr>
                      <m:t>𝑀</m:t>
                    </m:r>
                  </m:oMath>
                </a14:m>
                <a:r>
                  <a:rPr lang="en-MY" sz="2000" dirty="0"/>
                  <a:t> computes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𝑀</m:t>
                        </m:r>
                      </m:e>
                    </m:d>
                  </m:oMath>
                </a14:m>
                <a:r>
                  <a:rPr lang="en-MY" sz="2000" dirty="0"/>
                  <a:t> and encrypts </a:t>
                </a:r>
                <a14:m>
                  <m:oMath xmlns:m="http://schemas.openxmlformats.org/officeDocument/2006/math">
                    <m:r>
                      <a:rPr lang="en-MY" sz="2000" b="0" i="1" smtClean="0">
                        <a:latin typeface="Cambria Math" panose="02040503050406030204" pitchFamily="18" charset="0"/>
                      </a:rPr>
                      <m:t>h</m:t>
                    </m:r>
                  </m:oMath>
                </a14:m>
                <a:r>
                  <a:rPr lang="en-MY" sz="2000" dirty="0"/>
                  <a:t> using symmetric key </a:t>
                </a:r>
                <a14:m>
                  <m:oMath xmlns:m="http://schemas.openxmlformats.org/officeDocument/2006/math">
                    <m:r>
                      <a:rPr lang="en-MY" sz="2000" i="1">
                        <a:latin typeface="Cambria Math" panose="02040503050406030204" pitchFamily="18" charset="0"/>
                      </a:rPr>
                      <m:t>𝐾</m:t>
                    </m:r>
                  </m:oMath>
                </a14:m>
                <a:r>
                  <a:rPr lang="en-MY" sz="2000" dirty="0"/>
                  <a:t>, </a:t>
                </a:r>
                <a14:m>
                  <m:oMath xmlns:m="http://schemas.openxmlformats.org/officeDocument/2006/math">
                    <m:r>
                      <a:rPr lang="en-MY" sz="2000" b="0" i="1" smtClean="0">
                        <a:latin typeface="Cambria Math" panose="02040503050406030204" pitchFamily="18" charset="0"/>
                      </a:rPr>
                      <m:t>𝐶</m:t>
                    </m:r>
                    <m:r>
                      <a:rPr lang="en-MY" sz="2000" b="0" i="1" smtClean="0">
                        <a:latin typeface="Cambria Math" panose="02040503050406030204" pitchFamily="18" charset="0"/>
                      </a:rPr>
                      <m:t>=</m:t>
                    </m:r>
                    <m:r>
                      <m:rPr>
                        <m:sty m:val="p"/>
                      </m:rPr>
                      <a:rPr lang="en-MY" sz="2000">
                        <a:latin typeface="Cambria Math" panose="02040503050406030204" pitchFamily="18" charset="0"/>
                      </a:rPr>
                      <m:t>Enc</m:t>
                    </m:r>
                    <m:d>
                      <m:dPr>
                        <m:ctrlPr>
                          <a:rPr lang="en-MY" sz="2000" i="1">
                            <a:latin typeface="Cambria Math" panose="02040503050406030204" pitchFamily="18" charset="0"/>
                          </a:rPr>
                        </m:ctrlPr>
                      </m:dPr>
                      <m:e>
                        <m:r>
                          <a:rPr lang="en-MY" sz="2000" i="1">
                            <a:latin typeface="Cambria Math" panose="02040503050406030204" pitchFamily="18" charset="0"/>
                          </a:rPr>
                          <m:t>𝐾</m:t>
                        </m:r>
                        <m:r>
                          <a:rPr lang="en-MY" sz="2000" i="1">
                            <a:latin typeface="Cambria Math" panose="02040503050406030204" pitchFamily="18" charset="0"/>
                          </a:rPr>
                          <m:t>,</m:t>
                        </m:r>
                        <m:r>
                          <a:rPr lang="en-MY" sz="2000" b="0" i="1" smtClean="0">
                            <a:latin typeface="Cambria Math" panose="02040503050406030204" pitchFamily="18" charset="0"/>
                          </a:rPr>
                          <m:t>h</m:t>
                        </m:r>
                      </m:e>
                    </m:d>
                  </m:oMath>
                </a14:m>
                <a:r>
                  <a:rPr lang="en-MY" sz="2000" dirty="0"/>
                  <a:t>.</a:t>
                </a:r>
              </a:p>
              <a:p>
                <a:pPr marL="342900" indent="-342900" algn="just">
                  <a:buFont typeface="+mj-lt"/>
                  <a:buAutoNum type="arabicPeriod"/>
                </a:pPr>
                <a:r>
                  <a:rPr lang="en-MY" sz="2000" dirty="0"/>
                  <a:t>A next concatenates the message with the ciphertext </a:t>
                </a:r>
                <a14:m>
                  <m:oMath xmlns:m="http://schemas.openxmlformats.org/officeDocument/2006/math">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𝑀</m:t>
                        </m:r>
                        <m:r>
                          <a:rPr lang="en-MY" sz="2000" b="0" i="1" smtClean="0">
                            <a:latin typeface="Cambria Math" panose="02040503050406030204" pitchFamily="18" charset="0"/>
                          </a:rPr>
                          <m:t>∥</m:t>
                        </m:r>
                        <m:r>
                          <a:rPr lang="en-MY" sz="2000" b="0" i="1" smtClean="0">
                            <a:latin typeface="Cambria Math" panose="02040503050406030204" pitchFamily="18" charset="0"/>
                          </a:rPr>
                          <m:t>𝐶</m:t>
                        </m:r>
                      </m:e>
                    </m:d>
                  </m:oMath>
                </a14:m>
                <a:r>
                  <a:rPr lang="en-MY" sz="2000" dirty="0"/>
                  <a:t> and sends it to B.</a:t>
                </a:r>
              </a:p>
              <a:p>
                <a:pPr marL="342900" indent="-342900" algn="just">
                  <a:buFont typeface="+mj-lt"/>
                  <a:buAutoNum type="arabicPeriod"/>
                </a:pPr>
                <a:r>
                  <a:rPr lang="en-MY" sz="2000" dirty="0"/>
                  <a:t>B when receiving </a:t>
                </a:r>
                <a14:m>
                  <m:oMath xmlns:m="http://schemas.openxmlformats.org/officeDocument/2006/math">
                    <m:d>
                      <m:dPr>
                        <m:ctrlPr>
                          <a:rPr lang="en-MY" sz="2000" i="1">
                            <a:latin typeface="Cambria Math" panose="02040503050406030204" pitchFamily="18" charset="0"/>
                          </a:rPr>
                        </m:ctrlPr>
                      </m:dPr>
                      <m:e>
                        <m:r>
                          <a:rPr lang="en-MY" sz="2000" i="1">
                            <a:latin typeface="Cambria Math" panose="02040503050406030204" pitchFamily="18" charset="0"/>
                          </a:rPr>
                          <m:t>𝑀</m:t>
                        </m:r>
                        <m:r>
                          <a:rPr lang="en-MY" sz="2000" i="1">
                            <a:latin typeface="Cambria Math" panose="02040503050406030204" pitchFamily="18" charset="0"/>
                          </a:rPr>
                          <m:t>∥</m:t>
                        </m:r>
                        <m:r>
                          <a:rPr lang="en-MY" sz="2000" i="1">
                            <a:latin typeface="Cambria Math" panose="02040503050406030204" pitchFamily="18" charset="0"/>
                          </a:rPr>
                          <m:t>𝐶</m:t>
                        </m:r>
                      </m:e>
                    </m:d>
                  </m:oMath>
                </a14:m>
                <a:r>
                  <a:rPr lang="en-MY" sz="2000" dirty="0"/>
                  <a:t>, extract ciphertext </a:t>
                </a:r>
                <a14:m>
                  <m:oMath xmlns:m="http://schemas.openxmlformats.org/officeDocument/2006/math">
                    <m:r>
                      <a:rPr lang="en-MY" sz="2000" b="0" i="1" smtClean="0">
                        <a:latin typeface="Cambria Math" panose="02040503050406030204" pitchFamily="18" charset="0"/>
                      </a:rPr>
                      <m:t>𝐶</m:t>
                    </m:r>
                  </m:oMath>
                </a14:m>
                <a:r>
                  <a:rPr lang="en-MY" sz="2000" dirty="0"/>
                  <a:t> from </a:t>
                </a:r>
                <a14:m>
                  <m:oMath xmlns:m="http://schemas.openxmlformats.org/officeDocument/2006/math">
                    <m:d>
                      <m:dPr>
                        <m:ctrlPr>
                          <a:rPr lang="en-MY" sz="2000" i="1">
                            <a:latin typeface="Cambria Math" panose="02040503050406030204" pitchFamily="18" charset="0"/>
                          </a:rPr>
                        </m:ctrlPr>
                      </m:dPr>
                      <m:e>
                        <m:r>
                          <a:rPr lang="en-MY" sz="2000" i="1">
                            <a:latin typeface="Cambria Math" panose="02040503050406030204" pitchFamily="18" charset="0"/>
                          </a:rPr>
                          <m:t>𝑀</m:t>
                        </m:r>
                        <m:r>
                          <a:rPr lang="en-MY" sz="2000" i="1">
                            <a:latin typeface="Cambria Math" panose="02040503050406030204" pitchFamily="18" charset="0"/>
                          </a:rPr>
                          <m:t>∥</m:t>
                        </m:r>
                        <m:r>
                          <a:rPr lang="en-MY" sz="2000" i="1">
                            <a:latin typeface="Cambria Math" panose="02040503050406030204" pitchFamily="18" charset="0"/>
                          </a:rPr>
                          <m:t>𝐶</m:t>
                        </m:r>
                      </m:e>
                    </m:d>
                  </m:oMath>
                </a14:m>
                <a:r>
                  <a:rPr lang="en-MY" sz="2000" dirty="0"/>
                  <a:t> and decrypt the it using the same symmetric key </a:t>
                </a:r>
                <a14:m>
                  <m:oMath xmlns:m="http://schemas.openxmlformats.org/officeDocument/2006/math">
                    <m:r>
                      <a:rPr lang="en-MY" sz="2000" b="0" i="1" smtClean="0">
                        <a:latin typeface="Cambria Math" panose="02040503050406030204" pitchFamily="18" charset="0"/>
                      </a:rPr>
                      <m:t>𝐾</m:t>
                    </m:r>
                  </m:oMath>
                </a14:m>
                <a:r>
                  <a:rPr lang="en-MY" sz="2000" dirty="0"/>
                  <a:t> to recover the message digest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m:rPr>
                        <m:sty m:val="p"/>
                      </m:rPr>
                      <a:rPr lang="en-MY" sz="2000" b="0" i="0" smtClean="0">
                        <a:latin typeface="Cambria Math" panose="02040503050406030204" pitchFamily="18" charset="0"/>
                      </a:rPr>
                      <m:t>Dec</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𝐾</m:t>
                        </m:r>
                        <m:r>
                          <a:rPr lang="en-MY" sz="2000" b="0" i="1" smtClean="0">
                            <a:latin typeface="Cambria Math" panose="02040503050406030204" pitchFamily="18" charset="0"/>
                          </a:rPr>
                          <m:t>,</m:t>
                        </m:r>
                        <m:r>
                          <a:rPr lang="en-MY" sz="2000" b="0" i="1" smtClean="0">
                            <a:latin typeface="Cambria Math" panose="02040503050406030204" pitchFamily="18" charset="0"/>
                          </a:rPr>
                          <m:t>𝐶</m:t>
                        </m:r>
                      </m:e>
                    </m:d>
                  </m:oMath>
                </a14:m>
                <a:r>
                  <a:rPr lang="en-MY" sz="2000" dirty="0"/>
                  <a:t>.</a:t>
                </a:r>
              </a:p>
              <a:p>
                <a:pPr marL="342900" indent="-342900" algn="just">
                  <a:buFont typeface="+mj-lt"/>
                  <a:buAutoNum type="arabicPeriod"/>
                </a:pPr>
                <a:r>
                  <a:rPr lang="en-MY" sz="2000" dirty="0"/>
                  <a:t>B then computes </a:t>
                </a:r>
                <a14:m>
                  <m:oMath xmlns:m="http://schemas.openxmlformats.org/officeDocument/2006/math">
                    <m:sSup>
                      <m:sSupPr>
                        <m:ctrlPr>
                          <a:rPr lang="en-MY" sz="2000" b="0" i="1" smtClean="0">
                            <a:latin typeface="Cambria Math" panose="02040503050406030204" pitchFamily="18" charset="0"/>
                          </a:rPr>
                        </m:ctrlPr>
                      </m:sSupPr>
                      <m:e>
                        <m:r>
                          <a:rPr lang="en-MY" sz="2000" b="0" i="1" smtClean="0">
                            <a:latin typeface="Cambria Math" panose="02040503050406030204" pitchFamily="18" charset="0"/>
                          </a:rPr>
                          <m:t>h</m:t>
                        </m:r>
                      </m:e>
                      <m:sup>
                        <m:r>
                          <a:rPr lang="en-MY" sz="2000" b="0" i="1" smtClean="0">
                            <a:latin typeface="Cambria Math" panose="02040503050406030204" pitchFamily="18" charset="0"/>
                          </a:rPr>
                          <m:t>′</m:t>
                        </m:r>
                      </m:sup>
                    </m:sSup>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𝑀</m:t>
                        </m:r>
                      </m:e>
                    </m:d>
                  </m:oMath>
                </a14:m>
                <a:r>
                  <a:rPr lang="en-MY" sz="2000" dirty="0"/>
                  <a:t> and compares </a:t>
                </a:r>
                <a14:m>
                  <m:oMath xmlns:m="http://schemas.openxmlformats.org/officeDocument/2006/math">
                    <m:sSup>
                      <m:sSupPr>
                        <m:ctrlPr>
                          <a:rPr lang="en-MY" sz="2000" b="0" i="1" smtClean="0">
                            <a:latin typeface="Cambria Math" panose="02040503050406030204" pitchFamily="18" charset="0"/>
                          </a:rPr>
                        </m:ctrlPr>
                      </m:sSupPr>
                      <m:e>
                        <m:r>
                          <a:rPr lang="en-MY" sz="2000" b="0" i="1" smtClean="0">
                            <a:latin typeface="Cambria Math" panose="02040503050406030204" pitchFamily="18" charset="0"/>
                          </a:rPr>
                          <m:t>h</m:t>
                        </m:r>
                      </m:e>
                      <m:sup>
                        <m:r>
                          <a:rPr lang="en-MY" sz="2000" b="0" i="1" smtClean="0">
                            <a:latin typeface="Cambria Math" panose="02040503050406030204" pitchFamily="18" charset="0"/>
                          </a:rPr>
                          <m:t>′</m:t>
                        </m:r>
                      </m:sup>
                    </m:sSup>
                  </m:oMath>
                </a14:m>
                <a:r>
                  <a:rPr lang="en-MY" sz="2000" dirty="0"/>
                  <a:t> with the </a:t>
                </a:r>
                <a14:m>
                  <m:oMath xmlns:m="http://schemas.openxmlformats.org/officeDocument/2006/math">
                    <m:r>
                      <a:rPr lang="en-MY" sz="2000" b="0" i="1" smtClean="0">
                        <a:latin typeface="Cambria Math" panose="02040503050406030204" pitchFamily="18" charset="0"/>
                      </a:rPr>
                      <m:t>h</m:t>
                    </m:r>
                  </m:oMath>
                </a14:m>
                <a:r>
                  <a:rPr lang="en-MY" sz="2000" dirty="0"/>
                  <a:t> he decrypted. If it tallies, then B accepts them as authentic message and signature. Otherwise, B rejects them.</a:t>
                </a:r>
              </a:p>
            </p:txBody>
          </p:sp>
        </mc:Choice>
        <mc:Fallback xmlns="">
          <p:sp>
            <p:nvSpPr>
              <p:cNvPr id="11" name="Content Placeholder 2">
                <a:extLst>
                  <a:ext uri="{FF2B5EF4-FFF2-40B4-BE49-F238E27FC236}">
                    <a16:creationId xmlns:a16="http://schemas.microsoft.com/office/drawing/2014/main" id="{134A7625-C473-3919-F05E-A7226CD768E4}"/>
                  </a:ext>
                </a:extLst>
              </p:cNvPr>
              <p:cNvSpPr txBox="1">
                <a:spLocks noRot="1" noChangeAspect="1" noMove="1" noResize="1" noEditPoints="1" noAdjustHandles="1" noChangeArrowheads="1" noChangeShapeType="1" noTextEdit="1"/>
              </p:cNvSpPr>
              <p:nvPr/>
            </p:nvSpPr>
            <p:spPr>
              <a:xfrm>
                <a:off x="1069848" y="2139696"/>
                <a:ext cx="9956218" cy="3677683"/>
              </a:xfrm>
              <a:prstGeom prst="rect">
                <a:avLst/>
              </a:prstGeom>
              <a:blipFill>
                <a:blip r:embed="rId2"/>
                <a:stretch>
                  <a:fillRect l="-674" t="-332" r="-612"/>
                </a:stretch>
              </a:blipFill>
            </p:spPr>
            <p:txBody>
              <a:bodyPr/>
              <a:lstStyle/>
              <a:p>
                <a:r>
                  <a:rPr lang="en-MY">
                    <a:noFill/>
                  </a:rPr>
                  <a:t> </a:t>
                </a:r>
              </a:p>
            </p:txBody>
          </p:sp>
        </mc:Fallback>
      </mc:AlternateContent>
    </p:spTree>
    <p:extLst>
      <p:ext uri="{BB962C8B-B14F-4D97-AF65-F5344CB8AC3E}">
        <p14:creationId xmlns:p14="http://schemas.microsoft.com/office/powerpoint/2010/main" val="3065434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Secure</a:t>
            </a:r>
            <a:r>
              <a:rPr lang="en-MY" dirty="0">
                <a:solidFill>
                  <a:srgbClr val="FF0000"/>
                </a:solidFill>
              </a:rPr>
              <a:t> Message Authentication </a:t>
            </a:r>
            <a:r>
              <a:rPr lang="en-MY" dirty="0"/>
              <a:t>– </a:t>
            </a:r>
            <a:r>
              <a:rPr lang="en-MY" sz="3200" dirty="0"/>
              <a:t>Alternative 3</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US" sz="2000" b="1" dirty="0">
                    <a:solidFill>
                      <a:srgbClr val="00B050"/>
                    </a:solidFill>
                    <a:ea typeface="ＭＳ Ｐゴシック" charset="-128"/>
                    <a:cs typeface="ＭＳ Ｐゴシック" charset="-128"/>
                  </a:rPr>
                  <a:t>Use of Hash Function without encryption for message authentication</a:t>
                </a:r>
                <a:r>
                  <a:rPr lang="en-US" sz="2000" dirty="0">
                    <a:ea typeface="ＭＳ Ｐゴシック" charset="-128"/>
                    <a:cs typeface="ＭＳ Ｐゴシック" charset="-128"/>
                  </a:rPr>
                  <a:t>. </a:t>
                </a:r>
              </a:p>
              <a:p>
                <a:pPr algn="just"/>
                <a:r>
                  <a:rPr lang="en-US" sz="2000" dirty="0">
                    <a:ea typeface="ＭＳ Ｐゴシック" charset="-128"/>
                    <a:cs typeface="ＭＳ Ｐゴシック" charset="-128"/>
                  </a:rPr>
                  <a:t>This assumes the two communicating parties </a:t>
                </a:r>
                <a:r>
                  <a:rPr lang="en-US" sz="2000" b="1" dirty="0">
                    <a:solidFill>
                      <a:srgbClr val="FF0000"/>
                    </a:solidFill>
                    <a:ea typeface="ＭＳ Ｐゴシック" charset="-128"/>
                    <a:cs typeface="ＭＳ Ｐゴシック" charset="-128"/>
                  </a:rPr>
                  <a:t>share a common secret value </a:t>
                </a:r>
                <a14:m>
                  <m:oMath xmlns:m="http://schemas.openxmlformats.org/officeDocument/2006/math">
                    <m:r>
                      <a:rPr lang="en-MY" sz="2000" b="1" i="1" smtClean="0">
                        <a:solidFill>
                          <a:srgbClr val="FF0000"/>
                        </a:solidFill>
                        <a:latin typeface="Cambria Math" panose="02040503050406030204" pitchFamily="18" charset="0"/>
                        <a:ea typeface="ＭＳ Ｐゴシック" charset="-128"/>
                        <a:cs typeface="ＭＳ Ｐゴシック" charset="-128"/>
                      </a:rPr>
                      <m:t>𝑺</m:t>
                    </m:r>
                  </m:oMath>
                </a14:m>
                <a:r>
                  <a:rPr lang="en-US" sz="2000" dirty="0">
                    <a:ea typeface="ＭＳ Ｐゴシック" charset="-128"/>
                    <a:cs typeface="ＭＳ Ｐゴシック" charset="-128"/>
                  </a:rPr>
                  <a:t>. </a:t>
                </a:r>
              </a:p>
              <a:p>
                <a:pPr algn="just"/>
                <a:r>
                  <a:rPr lang="en-US" sz="2000" dirty="0">
                    <a:ea typeface="ＭＳ Ｐゴシック" charset="-128"/>
                    <a:cs typeface="ＭＳ Ｐゴシック" charset="-128"/>
                  </a:rPr>
                  <a:t>A computes the hash value over the concatenation of </a:t>
                </a:r>
                <a14:m>
                  <m:oMath xmlns:m="http://schemas.openxmlformats.org/officeDocument/2006/math">
                    <m:r>
                      <a:rPr lang="en-MY" sz="2000" b="0" i="1" smtClean="0">
                        <a:latin typeface="Cambria Math" panose="02040503050406030204" pitchFamily="18" charset="0"/>
                        <a:ea typeface="ＭＳ Ｐゴシック" charset="-128"/>
                        <a:cs typeface="ＭＳ Ｐゴシック" charset="-128"/>
                      </a:rPr>
                      <m:t>𝑀</m:t>
                    </m:r>
                  </m:oMath>
                </a14:m>
                <a:r>
                  <a:rPr lang="en-US" sz="2000" dirty="0">
                    <a:ea typeface="ＭＳ Ｐゴシック" charset="-128"/>
                    <a:cs typeface="ＭＳ Ｐゴシック" charset="-128"/>
                  </a:rPr>
                  <a:t> and </a:t>
                </a:r>
                <a14:m>
                  <m:oMath xmlns:m="http://schemas.openxmlformats.org/officeDocument/2006/math">
                    <m:r>
                      <a:rPr lang="en-MY" sz="2000" b="0" i="1" smtClean="0">
                        <a:latin typeface="Cambria Math" panose="02040503050406030204" pitchFamily="18" charset="0"/>
                        <a:ea typeface="ＭＳ Ｐゴシック" charset="-128"/>
                        <a:cs typeface="ＭＳ Ｐゴシック" charset="-128"/>
                      </a:rPr>
                      <m:t>𝑆</m:t>
                    </m:r>
                  </m:oMath>
                </a14:m>
                <a:r>
                  <a:rPr lang="en-US" sz="2000" dirty="0">
                    <a:ea typeface="ＭＳ Ｐゴシック" charset="-128"/>
                    <a:cs typeface="ＭＳ Ｐゴシック" charset="-128"/>
                  </a:rPr>
                  <a:t> and appends the resulting hash value to </a:t>
                </a:r>
                <a14:m>
                  <m:oMath xmlns:m="http://schemas.openxmlformats.org/officeDocument/2006/math">
                    <m:r>
                      <a:rPr lang="en-MY" sz="2000" b="0" i="1" smtClean="0">
                        <a:latin typeface="Cambria Math" panose="02040503050406030204" pitchFamily="18" charset="0"/>
                        <a:ea typeface="ＭＳ Ｐゴシック" charset="-128"/>
                        <a:cs typeface="ＭＳ Ｐゴシック" charset="-128"/>
                      </a:rPr>
                      <m:t>𝑀</m:t>
                    </m:r>
                  </m:oMath>
                </a14:m>
                <a:r>
                  <a:rPr lang="en-US" sz="2000" dirty="0">
                    <a:ea typeface="ＭＳ Ｐゴシック" charset="-128"/>
                    <a:cs typeface="ＭＳ Ｐゴシック" charset="-128"/>
                  </a:rPr>
                  <a:t>. </a:t>
                </a:r>
              </a:p>
              <a:p>
                <a:pPr algn="just"/>
                <a:r>
                  <a:rPr lang="en-US" sz="2000" dirty="0">
                    <a:ea typeface="ＭＳ Ｐゴシック" charset="-128"/>
                    <a:cs typeface="ＭＳ Ｐゴシック" charset="-128"/>
                  </a:rPr>
                  <a:t>Since B possesses </a:t>
                </a:r>
                <a14:m>
                  <m:oMath xmlns:m="http://schemas.openxmlformats.org/officeDocument/2006/math">
                    <m:r>
                      <a:rPr lang="en-MY" sz="2000" b="0" i="1" smtClean="0">
                        <a:latin typeface="Cambria Math" panose="02040503050406030204" pitchFamily="18" charset="0"/>
                        <a:ea typeface="ＭＳ Ｐゴシック" charset="-128"/>
                        <a:cs typeface="ＭＳ Ｐゴシック" charset="-128"/>
                      </a:rPr>
                      <m:t>𝑆</m:t>
                    </m:r>
                  </m:oMath>
                </a14:m>
                <a:r>
                  <a:rPr lang="en-US" sz="2000" dirty="0">
                    <a:ea typeface="ＭＳ Ｐゴシック" charset="-128"/>
                    <a:cs typeface="ＭＳ Ｐゴシック" charset="-128"/>
                  </a:rPr>
                  <a:t>, it can verify its authenticity. </a:t>
                </a:r>
              </a:p>
              <a:p>
                <a:pPr algn="just"/>
                <a:r>
                  <a:rPr lang="en-US" sz="2000" dirty="0">
                    <a:ea typeface="ＭＳ Ｐゴシック" charset="-128"/>
                    <a:cs typeface="ＭＳ Ｐゴシック" charset="-128"/>
                  </a:rPr>
                  <a:t>As the secret value </a:t>
                </a:r>
                <a14:m>
                  <m:oMath xmlns:m="http://schemas.openxmlformats.org/officeDocument/2006/math">
                    <m:r>
                      <a:rPr lang="en-MY" sz="2000" b="0" i="1" smtClean="0">
                        <a:latin typeface="Cambria Math" panose="02040503050406030204" pitchFamily="18" charset="0"/>
                        <a:ea typeface="ＭＳ Ｐゴシック" charset="-128"/>
                        <a:cs typeface="ＭＳ Ｐゴシック" charset="-128"/>
                      </a:rPr>
                      <m:t>𝑆</m:t>
                    </m:r>
                  </m:oMath>
                </a14:m>
                <a:r>
                  <a:rPr lang="en-US" sz="2000" dirty="0">
                    <a:ea typeface="ＭＳ Ｐゴシック" charset="-128"/>
                    <a:cs typeface="ＭＳ Ｐゴシック" charset="-128"/>
                  </a:rPr>
                  <a:t> itself is not sent, an opponent cannot modify an intercepted message and cannot generate a false message.</a:t>
                </a:r>
                <a:endParaRPr lang="en-US" sz="2000" b="0" kern="1200" baseline="0" dirty="0">
                  <a:solidFill>
                    <a:schemeClr val="tx1"/>
                  </a:solidFill>
                  <a:ea typeface="ＭＳ Ｐゴシック" charset="-128"/>
                  <a:cs typeface="ＭＳ Ｐゴシック" charset="-128"/>
                </a:endParaRPr>
              </a:p>
              <a:p>
                <a:pPr algn="just"/>
                <a:endParaRPr lang="en-US" sz="2000" b="1" dirty="0">
                  <a:ea typeface="ＭＳ Ｐゴシック" charset="-128"/>
                  <a:cs typeface="ＭＳ Ｐゴシック" charset="-128"/>
                </a:endParaRP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1674705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B6EC89-7BE8-B429-77A1-745B47BB138D}"/>
              </a:ext>
            </a:extLst>
          </p:cNvPr>
          <p:cNvPicPr>
            <a:picLocks noChangeAspect="1"/>
          </p:cNvPicPr>
          <p:nvPr/>
        </p:nvPicPr>
        <p:blipFill>
          <a:blip r:embed="rId2"/>
          <a:stretch>
            <a:fillRect/>
          </a:stretch>
        </p:blipFill>
        <p:spPr>
          <a:xfrm>
            <a:off x="1182116" y="461637"/>
            <a:ext cx="9827767" cy="2122209"/>
          </a:xfrm>
          <a:prstGeom prst="rect">
            <a:avLst/>
          </a:prstGeom>
          <a:ln w="19050">
            <a:solidFill>
              <a:schemeClr val="tx1"/>
            </a:solidFill>
          </a:ln>
        </p:spPr>
      </p:pic>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9FE5D18E-D4CE-5922-A6DF-C96405CA3CD9}"/>
                  </a:ext>
                </a:extLst>
              </p:cNvPr>
              <p:cNvSpPr>
                <a:spLocks noGrp="1"/>
              </p:cNvSpPr>
              <p:nvPr>
                <p:ph idx="1"/>
              </p:nvPr>
            </p:nvSpPr>
            <p:spPr>
              <a:xfrm>
                <a:off x="1117891" y="2920754"/>
                <a:ext cx="9956218" cy="3542190"/>
              </a:xfrm>
            </p:spPr>
            <p:txBody>
              <a:bodyPr>
                <a:normAutofit/>
              </a:bodyPr>
              <a:lstStyle/>
              <a:p>
                <a:pPr marL="342900" indent="-342900" algn="just">
                  <a:buFont typeface="+mj-lt"/>
                  <a:buAutoNum type="arabicPeriod"/>
                </a:pPr>
                <a:r>
                  <a:rPr lang="en-MY" dirty="0"/>
                  <a:t>A on the message </a:t>
                </a:r>
                <a14:m>
                  <m:oMath xmlns:m="http://schemas.openxmlformats.org/officeDocument/2006/math">
                    <m:r>
                      <a:rPr lang="en-MY" b="0" i="1" smtClean="0">
                        <a:latin typeface="Cambria Math" panose="02040503050406030204" pitchFamily="18" charset="0"/>
                      </a:rPr>
                      <m:t>𝑀</m:t>
                    </m:r>
                  </m:oMath>
                </a14:m>
                <a:r>
                  <a:rPr lang="en-MY" dirty="0"/>
                  <a:t>, concatenates it with the secret value </a:t>
                </a:r>
                <a14:m>
                  <m:oMath xmlns:m="http://schemas.openxmlformats.org/officeDocument/2006/math">
                    <m:r>
                      <a:rPr lang="en-MY" b="0" i="1" smtClean="0">
                        <a:latin typeface="Cambria Math" panose="02040503050406030204" pitchFamily="18" charset="0"/>
                      </a:rPr>
                      <m:t>𝑆</m:t>
                    </m:r>
                  </m:oMath>
                </a14:m>
                <a:r>
                  <a:rPr lang="en-MY" dirty="0"/>
                  <a:t> and computes </a:t>
                </a:r>
                <a14:m>
                  <m:oMath xmlns:m="http://schemas.openxmlformats.org/officeDocument/2006/math">
                    <m:r>
                      <a:rPr lang="en-MY" b="0" i="1" smtClean="0">
                        <a:latin typeface="Cambria Math" panose="02040503050406030204" pitchFamily="18" charset="0"/>
                      </a:rPr>
                      <m:t>h</m:t>
                    </m:r>
                    <m:r>
                      <a:rPr lang="en-MY" b="0" i="1" smtClean="0">
                        <a:latin typeface="Cambria Math" panose="02040503050406030204" pitchFamily="18" charset="0"/>
                      </a:rPr>
                      <m:t>=</m:t>
                    </m:r>
                    <m:r>
                      <a:rPr lang="en-MY" b="0" i="1" smtClean="0">
                        <a:latin typeface="Cambria Math" panose="02040503050406030204" pitchFamily="18" charset="0"/>
                      </a:rPr>
                      <m:t>𝐻</m:t>
                    </m:r>
                    <m:d>
                      <m:dPr>
                        <m:ctrlPr>
                          <a:rPr lang="en-MY" b="0" i="1" smtClean="0">
                            <a:latin typeface="Cambria Math" panose="02040503050406030204" pitchFamily="18" charset="0"/>
                          </a:rPr>
                        </m:ctrlPr>
                      </m:dPr>
                      <m:e>
                        <m:r>
                          <a:rPr lang="en-MY" b="0" i="1" smtClean="0">
                            <a:latin typeface="Cambria Math" panose="02040503050406030204" pitchFamily="18" charset="0"/>
                          </a:rPr>
                          <m:t>𝑀</m:t>
                        </m:r>
                        <m:r>
                          <a:rPr lang="en-MY" b="0" i="1" smtClean="0">
                            <a:latin typeface="Cambria Math" panose="02040503050406030204" pitchFamily="18" charset="0"/>
                          </a:rPr>
                          <m:t>∥</m:t>
                        </m:r>
                        <m:r>
                          <a:rPr lang="en-MY" b="0" i="1" smtClean="0">
                            <a:latin typeface="Cambria Math" panose="02040503050406030204" pitchFamily="18" charset="0"/>
                          </a:rPr>
                          <m:t>𝑆</m:t>
                        </m:r>
                      </m:e>
                    </m:d>
                  </m:oMath>
                </a14:m>
                <a:r>
                  <a:rPr lang="en-MY" dirty="0"/>
                  <a:t>.</a:t>
                </a:r>
              </a:p>
              <a:p>
                <a:pPr marL="342900" indent="-342900" algn="just">
                  <a:buFont typeface="+mj-lt"/>
                  <a:buAutoNum type="arabicPeriod"/>
                </a:pPr>
                <a:r>
                  <a:rPr lang="en-MY" dirty="0"/>
                  <a:t>A next concatenates message </a:t>
                </a:r>
                <a14:m>
                  <m:oMath xmlns:m="http://schemas.openxmlformats.org/officeDocument/2006/math">
                    <m:r>
                      <a:rPr lang="en-MY" b="0" i="1" smtClean="0">
                        <a:latin typeface="Cambria Math" panose="02040503050406030204" pitchFamily="18" charset="0"/>
                      </a:rPr>
                      <m:t>𝑀</m:t>
                    </m:r>
                  </m:oMath>
                </a14:m>
                <a:r>
                  <a:rPr lang="en-MY" dirty="0"/>
                  <a:t> with the computed message digest and sends </a:t>
                </a:r>
                <a14:m>
                  <m:oMath xmlns:m="http://schemas.openxmlformats.org/officeDocument/2006/math">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b="0" i="1" smtClean="0">
                            <a:latin typeface="Cambria Math" panose="02040503050406030204" pitchFamily="18" charset="0"/>
                          </a:rPr>
                          <m:t>h</m:t>
                        </m:r>
                      </m:e>
                    </m:d>
                    <m:r>
                      <a:rPr lang="en-MY" i="1">
                        <a:latin typeface="Cambria Math" panose="02040503050406030204" pitchFamily="18" charset="0"/>
                      </a:rPr>
                      <m:t> </m:t>
                    </m:r>
                  </m:oMath>
                </a14:m>
                <a:r>
                  <a:rPr lang="en-MY" dirty="0"/>
                  <a:t>to B.</a:t>
                </a:r>
              </a:p>
              <a:p>
                <a:pPr marL="342900" indent="-342900" algn="just">
                  <a:buFont typeface="+mj-lt"/>
                  <a:buAutoNum type="arabicPeriod"/>
                </a:pPr>
                <a:r>
                  <a:rPr lang="en-MY" dirty="0"/>
                  <a:t>B when receiving </a:t>
                </a:r>
                <a14:m>
                  <m:oMath xmlns:m="http://schemas.openxmlformats.org/officeDocument/2006/math">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h</m:t>
                        </m:r>
                      </m:e>
                    </m:d>
                  </m:oMath>
                </a14:m>
                <a:r>
                  <a:rPr lang="en-MY" dirty="0"/>
                  <a:t>, extract </a:t>
                </a:r>
                <a14:m>
                  <m:oMath xmlns:m="http://schemas.openxmlformats.org/officeDocument/2006/math">
                    <m:r>
                      <a:rPr lang="en-MY" b="0" i="1" smtClean="0">
                        <a:latin typeface="Cambria Math" panose="02040503050406030204" pitchFamily="18" charset="0"/>
                      </a:rPr>
                      <m:t>𝑀</m:t>
                    </m:r>
                  </m:oMath>
                </a14:m>
                <a:r>
                  <a:rPr lang="en-MY" dirty="0"/>
                  <a:t> from </a:t>
                </a:r>
                <a14:m>
                  <m:oMath xmlns:m="http://schemas.openxmlformats.org/officeDocument/2006/math">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h</m:t>
                        </m:r>
                      </m:e>
                    </m:d>
                  </m:oMath>
                </a14:m>
                <a:r>
                  <a:rPr lang="en-MY" dirty="0"/>
                  <a:t> and concatenates it with the same secret value </a:t>
                </a:r>
                <a14:m>
                  <m:oMath xmlns:m="http://schemas.openxmlformats.org/officeDocument/2006/math">
                    <m:r>
                      <a:rPr lang="en-MY" b="0" i="1" smtClean="0">
                        <a:latin typeface="Cambria Math" panose="02040503050406030204" pitchFamily="18" charset="0"/>
                      </a:rPr>
                      <m:t>𝑆</m:t>
                    </m:r>
                  </m:oMath>
                </a14:m>
                <a:r>
                  <a:rPr lang="en-MY" dirty="0"/>
                  <a:t>. </a:t>
                </a:r>
              </a:p>
              <a:p>
                <a:pPr marL="342900" indent="-342900" algn="just">
                  <a:buFont typeface="+mj-lt"/>
                  <a:buAutoNum type="arabicPeriod"/>
                </a:pPr>
                <a:r>
                  <a:rPr lang="en-MY" dirty="0"/>
                  <a:t>B then computes </a:t>
                </a:r>
                <a14:m>
                  <m:oMath xmlns:m="http://schemas.openxmlformats.org/officeDocument/2006/math">
                    <m:sSup>
                      <m:sSupPr>
                        <m:ctrlPr>
                          <a:rPr lang="en-MY" i="1">
                            <a:latin typeface="Cambria Math" panose="02040503050406030204" pitchFamily="18" charset="0"/>
                          </a:rPr>
                        </m:ctrlPr>
                      </m:sSupPr>
                      <m:e>
                        <m:r>
                          <a:rPr lang="en-MY" i="1">
                            <a:latin typeface="Cambria Math" panose="02040503050406030204" pitchFamily="18" charset="0"/>
                          </a:rPr>
                          <m:t>h</m:t>
                        </m:r>
                      </m:e>
                      <m:sup>
                        <m:r>
                          <a:rPr lang="en-MY" i="1">
                            <a:latin typeface="Cambria Math" panose="02040503050406030204" pitchFamily="18" charset="0"/>
                          </a:rPr>
                          <m:t>′</m:t>
                        </m:r>
                      </m:sup>
                    </m:sSup>
                    <m:r>
                      <a:rPr lang="en-MY" i="1">
                        <a:latin typeface="Cambria Math" panose="02040503050406030204" pitchFamily="18" charset="0"/>
                      </a:rPr>
                      <m:t>=</m:t>
                    </m:r>
                    <m:r>
                      <a:rPr lang="en-MY" i="1">
                        <a:latin typeface="Cambria Math" panose="02040503050406030204" pitchFamily="18" charset="0"/>
                      </a:rPr>
                      <m:t>𝐻</m:t>
                    </m:r>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𝑆</m:t>
                        </m:r>
                      </m:e>
                    </m:d>
                  </m:oMath>
                </a14:m>
                <a:r>
                  <a:rPr lang="en-MY" dirty="0"/>
                  <a:t> and compares </a:t>
                </a:r>
                <a14:m>
                  <m:oMath xmlns:m="http://schemas.openxmlformats.org/officeDocument/2006/math">
                    <m:sSup>
                      <m:sSupPr>
                        <m:ctrlPr>
                          <a:rPr lang="en-MY" b="0" i="1" smtClean="0">
                            <a:latin typeface="Cambria Math" panose="02040503050406030204" pitchFamily="18" charset="0"/>
                          </a:rPr>
                        </m:ctrlPr>
                      </m:sSupPr>
                      <m:e>
                        <m:r>
                          <a:rPr lang="en-MY" b="0" i="1" smtClean="0">
                            <a:latin typeface="Cambria Math" panose="02040503050406030204" pitchFamily="18" charset="0"/>
                          </a:rPr>
                          <m:t>h</m:t>
                        </m:r>
                      </m:e>
                      <m:sup>
                        <m:r>
                          <a:rPr lang="en-MY" b="0" i="1" smtClean="0">
                            <a:latin typeface="Cambria Math" panose="02040503050406030204" pitchFamily="18" charset="0"/>
                          </a:rPr>
                          <m:t>′</m:t>
                        </m:r>
                      </m:sup>
                    </m:sSup>
                  </m:oMath>
                </a14:m>
                <a:r>
                  <a:rPr lang="en-MY" dirty="0"/>
                  <a:t> with the </a:t>
                </a:r>
                <a14:m>
                  <m:oMath xmlns:m="http://schemas.openxmlformats.org/officeDocument/2006/math">
                    <m:r>
                      <a:rPr lang="en-MY" b="0" i="1" smtClean="0">
                        <a:latin typeface="Cambria Math" panose="02040503050406030204" pitchFamily="18" charset="0"/>
                      </a:rPr>
                      <m:t>h</m:t>
                    </m:r>
                  </m:oMath>
                </a14:m>
                <a:r>
                  <a:rPr lang="en-MY" dirty="0"/>
                  <a:t> he extracted. If it tallies, then B accepts them as authentic message and signature. Otherwise, B rejects them.</a:t>
                </a:r>
              </a:p>
            </p:txBody>
          </p:sp>
        </mc:Choice>
        <mc:Fallback xmlns="">
          <p:sp>
            <p:nvSpPr>
              <p:cNvPr id="9" name="Content Placeholder 2">
                <a:extLst>
                  <a:ext uri="{FF2B5EF4-FFF2-40B4-BE49-F238E27FC236}">
                    <a16:creationId xmlns:a16="http://schemas.microsoft.com/office/drawing/2014/main" id="{9FE5D18E-D4CE-5922-A6DF-C96405CA3CD9}"/>
                  </a:ext>
                </a:extLst>
              </p:cNvPr>
              <p:cNvSpPr>
                <a:spLocks noGrp="1" noRot="1" noChangeAspect="1" noMove="1" noResize="1" noEditPoints="1" noAdjustHandles="1" noChangeArrowheads="1" noChangeShapeType="1" noTextEdit="1"/>
              </p:cNvSpPr>
              <p:nvPr>
                <p:ph idx="1"/>
              </p:nvPr>
            </p:nvSpPr>
            <p:spPr>
              <a:xfrm>
                <a:off x="1117891" y="2920754"/>
                <a:ext cx="9956218" cy="3542190"/>
              </a:xfrm>
              <a:blipFill>
                <a:blip r:embed="rId3"/>
                <a:stretch>
                  <a:fillRect l="-490" r="-490"/>
                </a:stretch>
              </a:blipFill>
            </p:spPr>
            <p:txBody>
              <a:bodyPr/>
              <a:lstStyle/>
              <a:p>
                <a:r>
                  <a:rPr lang="en-MY">
                    <a:noFill/>
                  </a:rPr>
                  <a:t> </a:t>
                </a:r>
              </a:p>
            </p:txBody>
          </p:sp>
        </mc:Fallback>
      </mc:AlternateContent>
    </p:spTree>
    <p:extLst>
      <p:ext uri="{BB962C8B-B14F-4D97-AF65-F5344CB8AC3E}">
        <p14:creationId xmlns:p14="http://schemas.microsoft.com/office/powerpoint/2010/main" val="729431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Secure</a:t>
            </a:r>
            <a:r>
              <a:rPr lang="en-MY" dirty="0">
                <a:solidFill>
                  <a:srgbClr val="FF0000"/>
                </a:solidFill>
              </a:rPr>
              <a:t> Message Authentication </a:t>
            </a:r>
            <a:r>
              <a:rPr lang="en-MY" dirty="0"/>
              <a:t>– </a:t>
            </a:r>
            <a:r>
              <a:rPr lang="en-MY" sz="3200" dirty="0"/>
              <a:t>Alternative 4</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US" b="1" dirty="0">
                <a:solidFill>
                  <a:srgbClr val="00B050"/>
                </a:solidFill>
                <a:ea typeface="ＭＳ Ｐゴシック" charset="-128"/>
                <a:cs typeface="ＭＳ Ｐゴシック" charset="-128"/>
              </a:rPr>
              <a:t>Confidentiality can be added to the </a:t>
            </a:r>
            <a:r>
              <a:rPr lang="en-US" b="1" dirty="0">
                <a:solidFill>
                  <a:srgbClr val="C00000"/>
                </a:solidFill>
                <a:ea typeface="ＭＳ Ｐゴシック" charset="-128"/>
                <a:cs typeface="ＭＳ Ｐゴシック" charset="-128"/>
              </a:rPr>
              <a:t>Alternative 3</a:t>
            </a:r>
            <a:r>
              <a:rPr lang="en-US" b="1" dirty="0">
                <a:solidFill>
                  <a:srgbClr val="00B050"/>
                </a:solidFill>
                <a:ea typeface="ＭＳ Ｐゴシック" charset="-128"/>
                <a:cs typeface="ＭＳ Ｐゴシック" charset="-128"/>
              </a:rPr>
              <a:t> by encrypting the entire message plus the hash code</a:t>
            </a:r>
            <a:r>
              <a:rPr lang="en-US" sz="2000" dirty="0">
                <a:ea typeface="ＭＳ Ｐゴシック" charset="-128"/>
                <a:cs typeface="ＭＳ Ｐゴシック" charset="-128"/>
              </a:rPr>
              <a:t>.</a:t>
            </a:r>
            <a:endParaRPr lang="en-MY" sz="2000" dirty="0"/>
          </a:p>
        </p:txBody>
      </p:sp>
      <p:pic>
        <p:nvPicPr>
          <p:cNvPr id="4" name="Picture 3">
            <a:extLst>
              <a:ext uri="{FF2B5EF4-FFF2-40B4-BE49-F238E27FC236}">
                <a16:creationId xmlns:a16="http://schemas.microsoft.com/office/drawing/2014/main" id="{4C392959-38B2-72AB-904B-EE257EA8E332}"/>
              </a:ext>
            </a:extLst>
          </p:cNvPr>
          <p:cNvPicPr>
            <a:picLocks noChangeAspect="1"/>
          </p:cNvPicPr>
          <p:nvPr/>
        </p:nvPicPr>
        <p:blipFill>
          <a:blip r:embed="rId2"/>
          <a:stretch>
            <a:fillRect/>
          </a:stretch>
        </p:blipFill>
        <p:spPr>
          <a:xfrm>
            <a:off x="377571" y="4047734"/>
            <a:ext cx="11436857" cy="2104244"/>
          </a:xfrm>
          <a:prstGeom prst="rect">
            <a:avLst/>
          </a:prstGeom>
          <a:ln w="19050">
            <a:solidFill>
              <a:srgbClr val="002060"/>
            </a:solidFill>
          </a:ln>
        </p:spPr>
      </p:pic>
    </p:spTree>
    <p:extLst>
      <p:ext uri="{BB962C8B-B14F-4D97-AF65-F5344CB8AC3E}">
        <p14:creationId xmlns:p14="http://schemas.microsoft.com/office/powerpoint/2010/main" val="2991016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Secure</a:t>
            </a:r>
            <a:r>
              <a:rPr lang="en-MY" dirty="0">
                <a:solidFill>
                  <a:srgbClr val="FF0000"/>
                </a:solidFill>
              </a:rPr>
              <a:t> Message Authentication </a:t>
            </a:r>
            <a:r>
              <a:rPr lang="en-MY" dirty="0"/>
              <a:t>– </a:t>
            </a:r>
            <a:r>
              <a:rPr lang="en-MY" sz="3200" dirty="0"/>
              <a:t>Alternative 4</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4154572"/>
              </a:xfrm>
            </p:spPr>
            <p:txBody>
              <a:bodyPr>
                <a:normAutofit/>
              </a:bodyPr>
              <a:lstStyle/>
              <a:p>
                <a:pPr marL="342900" indent="-342900" algn="just">
                  <a:buFont typeface="+mj-lt"/>
                  <a:buAutoNum type="arabicPeriod"/>
                </a:pPr>
                <a:r>
                  <a:rPr lang="en-MY" dirty="0"/>
                  <a:t>A on the message </a:t>
                </a:r>
                <a14:m>
                  <m:oMath xmlns:m="http://schemas.openxmlformats.org/officeDocument/2006/math">
                    <m:r>
                      <a:rPr lang="en-MY" b="0" i="1" smtClean="0">
                        <a:latin typeface="Cambria Math" panose="02040503050406030204" pitchFamily="18" charset="0"/>
                      </a:rPr>
                      <m:t>𝑀</m:t>
                    </m:r>
                  </m:oMath>
                </a14:m>
                <a:r>
                  <a:rPr lang="en-MY" dirty="0"/>
                  <a:t>, concatenates it with the secret value </a:t>
                </a:r>
                <a14:m>
                  <m:oMath xmlns:m="http://schemas.openxmlformats.org/officeDocument/2006/math">
                    <m:r>
                      <a:rPr lang="en-MY" b="0" i="1" smtClean="0">
                        <a:latin typeface="Cambria Math" panose="02040503050406030204" pitchFamily="18" charset="0"/>
                      </a:rPr>
                      <m:t>𝑆</m:t>
                    </m:r>
                  </m:oMath>
                </a14:m>
                <a:r>
                  <a:rPr lang="en-MY" dirty="0"/>
                  <a:t> and computes </a:t>
                </a:r>
                <a14:m>
                  <m:oMath xmlns:m="http://schemas.openxmlformats.org/officeDocument/2006/math">
                    <m:r>
                      <a:rPr lang="en-MY" b="0" i="1" smtClean="0">
                        <a:latin typeface="Cambria Math" panose="02040503050406030204" pitchFamily="18" charset="0"/>
                      </a:rPr>
                      <m:t>h</m:t>
                    </m:r>
                    <m:r>
                      <a:rPr lang="en-MY" b="0" i="1" smtClean="0">
                        <a:latin typeface="Cambria Math" panose="02040503050406030204" pitchFamily="18" charset="0"/>
                      </a:rPr>
                      <m:t>=</m:t>
                    </m:r>
                    <m:r>
                      <a:rPr lang="en-MY" b="0" i="1" smtClean="0">
                        <a:latin typeface="Cambria Math" panose="02040503050406030204" pitchFamily="18" charset="0"/>
                      </a:rPr>
                      <m:t>𝐻</m:t>
                    </m:r>
                    <m:d>
                      <m:dPr>
                        <m:ctrlPr>
                          <a:rPr lang="en-MY" b="0" i="1" smtClean="0">
                            <a:latin typeface="Cambria Math" panose="02040503050406030204" pitchFamily="18" charset="0"/>
                          </a:rPr>
                        </m:ctrlPr>
                      </m:dPr>
                      <m:e>
                        <m:r>
                          <a:rPr lang="en-MY" b="0" i="1" smtClean="0">
                            <a:latin typeface="Cambria Math" panose="02040503050406030204" pitchFamily="18" charset="0"/>
                          </a:rPr>
                          <m:t>𝑀</m:t>
                        </m:r>
                        <m:r>
                          <a:rPr lang="en-MY" b="0" i="1" smtClean="0">
                            <a:latin typeface="Cambria Math" panose="02040503050406030204" pitchFamily="18" charset="0"/>
                          </a:rPr>
                          <m:t>∥</m:t>
                        </m:r>
                        <m:r>
                          <a:rPr lang="en-MY" b="0" i="1" smtClean="0">
                            <a:latin typeface="Cambria Math" panose="02040503050406030204" pitchFamily="18" charset="0"/>
                          </a:rPr>
                          <m:t>𝑆</m:t>
                        </m:r>
                      </m:e>
                    </m:d>
                  </m:oMath>
                </a14:m>
                <a:r>
                  <a:rPr lang="en-MY" dirty="0"/>
                  <a:t>.</a:t>
                </a:r>
              </a:p>
              <a:p>
                <a:pPr marL="342900" indent="-342900" algn="just">
                  <a:buFont typeface="+mj-lt"/>
                  <a:buAutoNum type="arabicPeriod"/>
                </a:pPr>
                <a:r>
                  <a:rPr lang="en-MY" dirty="0"/>
                  <a:t>A next concatenates message </a:t>
                </a:r>
                <a14:m>
                  <m:oMath xmlns:m="http://schemas.openxmlformats.org/officeDocument/2006/math">
                    <m:r>
                      <a:rPr lang="en-MY" b="0" i="1" smtClean="0">
                        <a:latin typeface="Cambria Math" panose="02040503050406030204" pitchFamily="18" charset="0"/>
                      </a:rPr>
                      <m:t>𝑀</m:t>
                    </m:r>
                  </m:oMath>
                </a14:m>
                <a:r>
                  <a:rPr lang="en-MY" dirty="0"/>
                  <a:t> with the computed message digest and encrypts it using symmetric key </a:t>
                </a:r>
                <a14:m>
                  <m:oMath xmlns:m="http://schemas.openxmlformats.org/officeDocument/2006/math">
                    <m:r>
                      <a:rPr lang="en-MY" b="0" i="1" smtClean="0">
                        <a:latin typeface="Cambria Math" panose="02040503050406030204" pitchFamily="18" charset="0"/>
                      </a:rPr>
                      <m:t>𝐾</m:t>
                    </m:r>
                  </m:oMath>
                </a14:m>
                <a:r>
                  <a:rPr lang="en-MY" dirty="0"/>
                  <a:t>, </a:t>
                </a:r>
                <a14:m>
                  <m:oMath xmlns:m="http://schemas.openxmlformats.org/officeDocument/2006/math">
                    <m:r>
                      <a:rPr lang="en-MY" i="1">
                        <a:latin typeface="Cambria Math" panose="02040503050406030204" pitchFamily="18" charset="0"/>
                      </a:rPr>
                      <m:t>𝐶</m:t>
                    </m:r>
                    <m:r>
                      <a:rPr lang="en-MY" i="1">
                        <a:latin typeface="Cambria Math" panose="02040503050406030204" pitchFamily="18" charset="0"/>
                      </a:rPr>
                      <m:t>=</m:t>
                    </m:r>
                    <m:r>
                      <m:rPr>
                        <m:sty m:val="p"/>
                      </m:rPr>
                      <a:rPr lang="en-MY">
                        <a:latin typeface="Cambria Math" panose="02040503050406030204" pitchFamily="18" charset="0"/>
                      </a:rPr>
                      <m:t>Enc</m:t>
                    </m:r>
                    <m:d>
                      <m:dPr>
                        <m:ctrlPr>
                          <a:rPr lang="en-MY" i="1">
                            <a:latin typeface="Cambria Math" panose="02040503050406030204" pitchFamily="18" charset="0"/>
                          </a:rPr>
                        </m:ctrlPr>
                      </m:dPr>
                      <m:e>
                        <m:r>
                          <a:rPr lang="en-MY" i="1">
                            <a:latin typeface="Cambria Math" panose="02040503050406030204" pitchFamily="18" charset="0"/>
                          </a:rPr>
                          <m:t>𝐾</m:t>
                        </m:r>
                        <m:r>
                          <a:rPr lang="en-MY" i="1">
                            <a:latin typeface="Cambria Math" panose="02040503050406030204" pitchFamily="18" charset="0"/>
                          </a:rPr>
                          <m:t>,</m:t>
                        </m:r>
                        <m:d>
                          <m:dPr>
                            <m:ctrlPr>
                              <a:rPr lang="en-MY" b="0" i="1" smtClean="0">
                                <a:latin typeface="Cambria Math" panose="02040503050406030204" pitchFamily="18" charset="0"/>
                              </a:rPr>
                            </m:ctrlPr>
                          </m:dPr>
                          <m:e>
                            <m:r>
                              <a:rPr lang="en-MY" b="0" i="1" smtClean="0">
                                <a:latin typeface="Cambria Math" panose="02040503050406030204" pitchFamily="18" charset="0"/>
                              </a:rPr>
                              <m:t>𝑀</m:t>
                            </m:r>
                            <m:r>
                              <a:rPr lang="en-MY" b="0" i="1" smtClean="0">
                                <a:latin typeface="Cambria Math" panose="02040503050406030204" pitchFamily="18" charset="0"/>
                              </a:rPr>
                              <m:t>∥</m:t>
                            </m:r>
                            <m:r>
                              <a:rPr lang="en-MY" b="0" i="1" smtClean="0">
                                <a:latin typeface="Cambria Math" panose="02040503050406030204" pitchFamily="18" charset="0"/>
                              </a:rPr>
                              <m:t>h</m:t>
                            </m:r>
                          </m:e>
                        </m:d>
                      </m:e>
                    </m:d>
                  </m:oMath>
                </a14:m>
                <a:r>
                  <a:rPr lang="en-MY" dirty="0"/>
                  <a:t>.</a:t>
                </a:r>
              </a:p>
              <a:p>
                <a:pPr marL="342900" indent="-342900" algn="just">
                  <a:buFont typeface="+mj-lt"/>
                  <a:buAutoNum type="arabicPeriod"/>
                </a:pPr>
                <a:r>
                  <a:rPr lang="en-MY" dirty="0"/>
                  <a:t>A finally sends the ciphertext </a:t>
                </a:r>
                <a14:m>
                  <m:oMath xmlns:m="http://schemas.openxmlformats.org/officeDocument/2006/math">
                    <m:r>
                      <a:rPr lang="en-MY" b="0" i="1" smtClean="0">
                        <a:latin typeface="Cambria Math" panose="02040503050406030204" pitchFamily="18" charset="0"/>
                      </a:rPr>
                      <m:t>𝐶</m:t>
                    </m:r>
                  </m:oMath>
                </a14:m>
                <a:r>
                  <a:rPr lang="en-MY" dirty="0"/>
                  <a:t> to B.</a:t>
                </a:r>
              </a:p>
              <a:p>
                <a:pPr marL="342900" indent="-342900" algn="just">
                  <a:buFont typeface="+mj-lt"/>
                  <a:buAutoNum type="arabicPeriod"/>
                </a:pPr>
                <a:r>
                  <a:rPr lang="en-MY" dirty="0"/>
                  <a:t>B when receiving ciphertext </a:t>
                </a:r>
                <a14:m>
                  <m:oMath xmlns:m="http://schemas.openxmlformats.org/officeDocument/2006/math">
                    <m:r>
                      <a:rPr lang="en-MY" b="0" i="1" smtClean="0">
                        <a:latin typeface="Cambria Math" panose="02040503050406030204" pitchFamily="18" charset="0"/>
                      </a:rPr>
                      <m:t>𝐶</m:t>
                    </m:r>
                  </m:oMath>
                </a14:m>
                <a:r>
                  <a:rPr lang="en-MY" dirty="0"/>
                  <a:t>, decrypts it using the same symmetric key </a:t>
                </a:r>
                <a14:m>
                  <m:oMath xmlns:m="http://schemas.openxmlformats.org/officeDocument/2006/math">
                    <m:r>
                      <a:rPr lang="en-MY" b="0" i="1" smtClean="0">
                        <a:latin typeface="Cambria Math" panose="02040503050406030204" pitchFamily="18" charset="0"/>
                      </a:rPr>
                      <m:t>𝐾</m:t>
                    </m:r>
                  </m:oMath>
                </a14:m>
                <a:r>
                  <a:rPr lang="en-MY" dirty="0"/>
                  <a:t>, </a:t>
                </a:r>
                <a14:m>
                  <m:oMath xmlns:m="http://schemas.openxmlformats.org/officeDocument/2006/math">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h</m:t>
                        </m:r>
                      </m:e>
                    </m:d>
                    <m:r>
                      <a:rPr lang="en-MY" i="1">
                        <a:latin typeface="Cambria Math" panose="02040503050406030204" pitchFamily="18" charset="0"/>
                      </a:rPr>
                      <m:t>=</m:t>
                    </m:r>
                    <m:r>
                      <m:rPr>
                        <m:sty m:val="p"/>
                      </m:rPr>
                      <a:rPr lang="en-MY">
                        <a:latin typeface="Cambria Math" panose="02040503050406030204" pitchFamily="18" charset="0"/>
                      </a:rPr>
                      <m:t>Enc</m:t>
                    </m:r>
                    <m:d>
                      <m:dPr>
                        <m:ctrlPr>
                          <a:rPr lang="en-MY" i="1">
                            <a:latin typeface="Cambria Math" panose="02040503050406030204" pitchFamily="18" charset="0"/>
                          </a:rPr>
                        </m:ctrlPr>
                      </m:dPr>
                      <m:e>
                        <m:r>
                          <a:rPr lang="en-MY" i="1">
                            <a:latin typeface="Cambria Math" panose="02040503050406030204" pitchFamily="18" charset="0"/>
                          </a:rPr>
                          <m:t>𝐾</m:t>
                        </m:r>
                        <m:r>
                          <a:rPr lang="en-MY" i="1">
                            <a:latin typeface="Cambria Math" panose="02040503050406030204" pitchFamily="18" charset="0"/>
                          </a:rPr>
                          <m:t>, </m:t>
                        </m:r>
                        <m:r>
                          <a:rPr lang="en-MY" b="0" i="1" smtClean="0">
                            <a:latin typeface="Cambria Math" panose="02040503050406030204" pitchFamily="18" charset="0"/>
                          </a:rPr>
                          <m:t>𝐶</m:t>
                        </m:r>
                      </m:e>
                    </m:d>
                  </m:oMath>
                </a14:m>
                <a:r>
                  <a:rPr lang="en-MY" dirty="0"/>
                  <a:t>.</a:t>
                </a:r>
              </a:p>
              <a:p>
                <a:pPr marL="342900" indent="-342900" algn="just">
                  <a:buFont typeface="+mj-lt"/>
                  <a:buAutoNum type="arabicPeriod"/>
                </a:pPr>
                <a:r>
                  <a:rPr lang="en-MY" dirty="0"/>
                  <a:t>B next extracts </a:t>
                </a:r>
                <a14:m>
                  <m:oMath xmlns:m="http://schemas.openxmlformats.org/officeDocument/2006/math">
                    <m:r>
                      <a:rPr lang="en-MY" b="0" i="1" smtClean="0">
                        <a:latin typeface="Cambria Math" panose="02040503050406030204" pitchFamily="18" charset="0"/>
                      </a:rPr>
                      <m:t>𝑀</m:t>
                    </m:r>
                  </m:oMath>
                </a14:m>
                <a:r>
                  <a:rPr lang="en-MY" dirty="0"/>
                  <a:t> from </a:t>
                </a:r>
                <a14:m>
                  <m:oMath xmlns:m="http://schemas.openxmlformats.org/officeDocument/2006/math">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h</m:t>
                        </m:r>
                      </m:e>
                    </m:d>
                  </m:oMath>
                </a14:m>
                <a:r>
                  <a:rPr lang="en-MY" dirty="0"/>
                  <a:t> and concatenates it with the same secret value </a:t>
                </a:r>
                <a14:m>
                  <m:oMath xmlns:m="http://schemas.openxmlformats.org/officeDocument/2006/math">
                    <m:r>
                      <a:rPr lang="en-MY" b="0" i="1" smtClean="0">
                        <a:latin typeface="Cambria Math" panose="02040503050406030204" pitchFamily="18" charset="0"/>
                      </a:rPr>
                      <m:t>𝑆</m:t>
                    </m:r>
                  </m:oMath>
                </a14:m>
                <a:r>
                  <a:rPr lang="en-MY" dirty="0"/>
                  <a:t>. </a:t>
                </a:r>
              </a:p>
              <a:p>
                <a:pPr marL="342900" indent="-342900" algn="just">
                  <a:buFont typeface="+mj-lt"/>
                  <a:buAutoNum type="arabicPeriod"/>
                </a:pPr>
                <a:r>
                  <a:rPr lang="en-MY" dirty="0"/>
                  <a:t>B then computes </a:t>
                </a:r>
                <a14:m>
                  <m:oMath xmlns:m="http://schemas.openxmlformats.org/officeDocument/2006/math">
                    <m:sSup>
                      <m:sSupPr>
                        <m:ctrlPr>
                          <a:rPr lang="en-MY" i="1">
                            <a:latin typeface="Cambria Math" panose="02040503050406030204" pitchFamily="18" charset="0"/>
                          </a:rPr>
                        </m:ctrlPr>
                      </m:sSupPr>
                      <m:e>
                        <m:r>
                          <a:rPr lang="en-MY" i="1">
                            <a:latin typeface="Cambria Math" panose="02040503050406030204" pitchFamily="18" charset="0"/>
                          </a:rPr>
                          <m:t>h</m:t>
                        </m:r>
                      </m:e>
                      <m:sup>
                        <m:r>
                          <a:rPr lang="en-MY" i="1">
                            <a:latin typeface="Cambria Math" panose="02040503050406030204" pitchFamily="18" charset="0"/>
                          </a:rPr>
                          <m:t>′</m:t>
                        </m:r>
                      </m:sup>
                    </m:sSup>
                    <m:r>
                      <a:rPr lang="en-MY" i="1">
                        <a:latin typeface="Cambria Math" panose="02040503050406030204" pitchFamily="18" charset="0"/>
                      </a:rPr>
                      <m:t>=</m:t>
                    </m:r>
                    <m:r>
                      <a:rPr lang="en-MY" i="1">
                        <a:latin typeface="Cambria Math" panose="02040503050406030204" pitchFamily="18" charset="0"/>
                      </a:rPr>
                      <m:t>𝐻</m:t>
                    </m:r>
                    <m:d>
                      <m:dPr>
                        <m:ctrlPr>
                          <a:rPr lang="en-MY" i="1">
                            <a:latin typeface="Cambria Math" panose="02040503050406030204" pitchFamily="18" charset="0"/>
                          </a:rPr>
                        </m:ctrlPr>
                      </m:dPr>
                      <m:e>
                        <m:r>
                          <a:rPr lang="en-MY" i="1">
                            <a:latin typeface="Cambria Math" panose="02040503050406030204" pitchFamily="18" charset="0"/>
                          </a:rPr>
                          <m:t>𝑀</m:t>
                        </m:r>
                        <m:r>
                          <a:rPr lang="en-MY" i="1">
                            <a:latin typeface="Cambria Math" panose="02040503050406030204" pitchFamily="18" charset="0"/>
                          </a:rPr>
                          <m:t>∥</m:t>
                        </m:r>
                        <m:r>
                          <a:rPr lang="en-MY" i="1">
                            <a:latin typeface="Cambria Math" panose="02040503050406030204" pitchFamily="18" charset="0"/>
                          </a:rPr>
                          <m:t>𝑆</m:t>
                        </m:r>
                      </m:e>
                    </m:d>
                  </m:oMath>
                </a14:m>
                <a:r>
                  <a:rPr lang="en-MY" dirty="0"/>
                  <a:t> and compares </a:t>
                </a:r>
                <a14:m>
                  <m:oMath xmlns:m="http://schemas.openxmlformats.org/officeDocument/2006/math">
                    <m:sSup>
                      <m:sSupPr>
                        <m:ctrlPr>
                          <a:rPr lang="en-MY" b="0" i="1" smtClean="0">
                            <a:latin typeface="Cambria Math" panose="02040503050406030204" pitchFamily="18" charset="0"/>
                          </a:rPr>
                        </m:ctrlPr>
                      </m:sSupPr>
                      <m:e>
                        <m:r>
                          <a:rPr lang="en-MY" b="0" i="1" smtClean="0">
                            <a:latin typeface="Cambria Math" panose="02040503050406030204" pitchFamily="18" charset="0"/>
                          </a:rPr>
                          <m:t>h</m:t>
                        </m:r>
                      </m:e>
                      <m:sup>
                        <m:r>
                          <a:rPr lang="en-MY" b="0" i="1" smtClean="0">
                            <a:latin typeface="Cambria Math" panose="02040503050406030204" pitchFamily="18" charset="0"/>
                          </a:rPr>
                          <m:t>′</m:t>
                        </m:r>
                      </m:sup>
                    </m:sSup>
                  </m:oMath>
                </a14:m>
                <a:r>
                  <a:rPr lang="en-MY" dirty="0"/>
                  <a:t> with the </a:t>
                </a:r>
                <a14:m>
                  <m:oMath xmlns:m="http://schemas.openxmlformats.org/officeDocument/2006/math">
                    <m:r>
                      <a:rPr lang="en-MY" b="0" i="1" smtClean="0">
                        <a:latin typeface="Cambria Math" panose="02040503050406030204" pitchFamily="18" charset="0"/>
                      </a:rPr>
                      <m:t>h</m:t>
                    </m:r>
                  </m:oMath>
                </a14:m>
                <a:r>
                  <a:rPr lang="en-MY" dirty="0"/>
                  <a:t> he extracted. If it tallies, then B accepts them as authentic message and signature. Otherwise, B rejects them.</a:t>
                </a:r>
              </a:p>
              <a:p>
                <a:pPr marL="457200" indent="-457200" algn="just">
                  <a:buFont typeface="+mj-lt"/>
                  <a:buAutoNum type="arabicPeriod"/>
                </a:pPr>
                <a:endParaRPr lang="en-MY" dirty="0"/>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4154572"/>
              </a:xfrm>
              <a:blipFill>
                <a:blip r:embed="rId2"/>
                <a:stretch>
                  <a:fillRect l="-551" r="-490"/>
                </a:stretch>
              </a:blipFill>
            </p:spPr>
            <p:txBody>
              <a:bodyPr/>
              <a:lstStyle/>
              <a:p>
                <a:r>
                  <a:rPr lang="en-MY">
                    <a:noFill/>
                  </a:rPr>
                  <a:t> </a:t>
                </a:r>
              </a:p>
            </p:txBody>
          </p:sp>
        </mc:Fallback>
      </mc:AlternateContent>
    </p:spTree>
    <p:extLst>
      <p:ext uri="{BB962C8B-B14F-4D97-AF65-F5344CB8AC3E}">
        <p14:creationId xmlns:p14="http://schemas.microsoft.com/office/powerpoint/2010/main" val="653094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C00000"/>
                </a:solidFill>
              </a:rPr>
              <a:t>Authentication</a:t>
            </a:r>
            <a:r>
              <a:rPr lang="en-MY" dirty="0"/>
              <a:t> vs </a:t>
            </a:r>
            <a:r>
              <a:rPr lang="en-MY" dirty="0">
                <a:solidFill>
                  <a:srgbClr val="002060"/>
                </a:solidFill>
              </a:rPr>
              <a:t>Encryption</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US" sz="2000" kern="1200" baseline="0" dirty="0">
                <a:solidFill>
                  <a:schemeClr val="tx1"/>
                </a:solidFill>
                <a:ea typeface="ＭＳ Ｐゴシック" charset="-128"/>
                <a:cs typeface="ＭＳ Ｐゴシック" charset="-128"/>
              </a:rPr>
              <a:t>In some applications, where </a:t>
            </a:r>
            <a:r>
              <a:rPr lang="en-US" sz="2000" b="1" kern="1200" baseline="0" dirty="0">
                <a:solidFill>
                  <a:srgbClr val="0070C0"/>
                </a:solidFill>
                <a:ea typeface="ＭＳ Ｐゴシック" charset="-128"/>
                <a:cs typeface="ＭＳ Ｐゴシック" charset="-128"/>
              </a:rPr>
              <a:t>confidentiality is not required</a:t>
            </a:r>
            <a:r>
              <a:rPr lang="en-US" sz="2000" kern="1200" baseline="0" dirty="0">
                <a:solidFill>
                  <a:schemeClr val="tx1"/>
                </a:solidFill>
                <a:ea typeface="ＭＳ Ｐゴシック" charset="-128"/>
                <a:cs typeface="ＭＳ Ｐゴシック" charset="-128"/>
              </a:rPr>
              <a:t>, it is desirable to </a:t>
            </a:r>
            <a:r>
              <a:rPr lang="en-US" sz="2000" b="1" kern="1200" baseline="0" dirty="0">
                <a:solidFill>
                  <a:srgbClr val="FF0000"/>
                </a:solidFill>
                <a:ea typeface="ＭＳ Ｐゴシック" charset="-128"/>
                <a:cs typeface="ＭＳ Ｐゴシック" charset="-128"/>
              </a:rPr>
              <a:t>avoid encryption </a:t>
            </a:r>
            <a:r>
              <a:rPr lang="en-US" sz="2000" dirty="0">
                <a:ea typeface="ＭＳ Ｐゴシック" charset="-128"/>
                <a:cs typeface="ＭＳ Ｐゴシック" charset="-128"/>
              </a:rPr>
              <a:t>when performing authentication. </a:t>
            </a:r>
          </a:p>
          <a:p>
            <a:pPr marL="457200" indent="-457200" algn="just">
              <a:buFont typeface="+mj-lt"/>
              <a:buAutoNum type="arabicPeriod"/>
            </a:pPr>
            <a:r>
              <a:rPr lang="en-US" sz="2000" kern="1200" baseline="0" dirty="0">
                <a:solidFill>
                  <a:schemeClr val="tx1"/>
                </a:solidFill>
                <a:ea typeface="ＭＳ Ｐゴシック" charset="-128"/>
                <a:cs typeface="ＭＳ Ｐゴシック" charset="-128"/>
              </a:rPr>
              <a:t>Encryption software is </a:t>
            </a:r>
            <a:r>
              <a:rPr lang="en-US" sz="2000" b="1" kern="1200" baseline="0" dirty="0">
                <a:solidFill>
                  <a:srgbClr val="7030A0"/>
                </a:solidFill>
                <a:ea typeface="ＭＳ Ｐゴシック" charset="-128"/>
                <a:cs typeface="ＭＳ Ｐゴシック" charset="-128"/>
              </a:rPr>
              <a:t>relatively slow</a:t>
            </a:r>
            <a:r>
              <a:rPr lang="en-US" sz="2000" kern="1200" baseline="0" dirty="0">
                <a:solidFill>
                  <a:schemeClr val="tx1"/>
                </a:solidFill>
                <a:ea typeface="ＭＳ Ｐゴシック" charset="-128"/>
                <a:cs typeface="ＭＳ Ｐゴシック" charset="-128"/>
              </a:rPr>
              <a:t>. Even though the amount of data to be encrypted per message is small, there may be a steady stream of messages into and out of a system.</a:t>
            </a:r>
          </a:p>
          <a:p>
            <a:pPr marL="457200" indent="-457200" algn="just">
              <a:buFont typeface="+mj-lt"/>
              <a:buAutoNum type="arabicPeriod"/>
            </a:pPr>
            <a:r>
              <a:rPr lang="en-US" sz="2000" kern="1200" baseline="0" dirty="0">
                <a:solidFill>
                  <a:schemeClr val="tx1"/>
                </a:solidFill>
                <a:ea typeface="ＭＳ Ｐゴシック" charset="-128"/>
                <a:cs typeface="ＭＳ Ｐゴシック" charset="-128"/>
              </a:rPr>
              <a:t>Encryption hardware </a:t>
            </a:r>
            <a:r>
              <a:rPr lang="en-US" sz="2000" b="1" kern="1200" baseline="0" dirty="0">
                <a:solidFill>
                  <a:srgbClr val="00B050"/>
                </a:solidFill>
                <a:ea typeface="ＭＳ Ｐゴシック" charset="-128"/>
                <a:cs typeface="ＭＳ Ｐゴシック" charset="-128"/>
              </a:rPr>
              <a:t>costs are not negligible</a:t>
            </a:r>
            <a:r>
              <a:rPr lang="en-US" sz="2000" kern="1200" baseline="0" dirty="0">
                <a:solidFill>
                  <a:schemeClr val="tx1"/>
                </a:solidFill>
                <a:ea typeface="ＭＳ Ｐゴシック" charset="-128"/>
                <a:cs typeface="ＭＳ Ｐゴシック" charset="-128"/>
              </a:rPr>
              <a:t>. Low-cost chip implementations of DES are available, but the cost adds up if all nodes in a network must have this capability.</a:t>
            </a:r>
            <a:endParaRPr lang="en-US" sz="2000" dirty="0">
              <a:ea typeface="ＭＳ Ｐゴシック" charset="-128"/>
              <a:cs typeface="ＭＳ Ｐゴシック" charset="-128"/>
            </a:endParaRPr>
          </a:p>
        </p:txBody>
      </p:sp>
    </p:spTree>
    <p:extLst>
      <p:ext uri="{BB962C8B-B14F-4D97-AF65-F5344CB8AC3E}">
        <p14:creationId xmlns:p14="http://schemas.microsoft.com/office/powerpoint/2010/main" val="244902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C00000"/>
                </a:solidFill>
              </a:rPr>
              <a:t>Authentication</a:t>
            </a:r>
            <a:r>
              <a:rPr lang="en-MY" dirty="0"/>
              <a:t> vs </a:t>
            </a:r>
            <a:r>
              <a:rPr lang="en-MY" dirty="0">
                <a:solidFill>
                  <a:srgbClr val="002060"/>
                </a:solidFill>
              </a:rPr>
              <a:t>Encryption</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457200" indent="-457200" algn="just">
              <a:buFont typeface="+mj-lt"/>
              <a:buAutoNum type="arabicPeriod" startAt="3"/>
            </a:pPr>
            <a:r>
              <a:rPr lang="en-US" sz="2000" kern="1200" baseline="0" dirty="0">
                <a:solidFill>
                  <a:schemeClr val="tx1"/>
                </a:solidFill>
                <a:ea typeface="ＭＳ Ｐゴシック" charset="-128"/>
                <a:cs typeface="ＭＳ Ｐゴシック" charset="-128"/>
              </a:rPr>
              <a:t>Encryption hardware is </a:t>
            </a:r>
            <a:r>
              <a:rPr lang="en-US" sz="2000" b="1" kern="1200" baseline="0" dirty="0">
                <a:solidFill>
                  <a:srgbClr val="FF0000"/>
                </a:solidFill>
                <a:ea typeface="ＭＳ Ｐゴシック" charset="-128"/>
                <a:cs typeface="ＭＳ Ｐゴシック" charset="-128"/>
              </a:rPr>
              <a:t>optimized toward large data sizes</a:t>
            </a:r>
            <a:r>
              <a:rPr lang="en-US" sz="2000" kern="1200" baseline="0" dirty="0">
                <a:solidFill>
                  <a:schemeClr val="tx1"/>
                </a:solidFill>
                <a:ea typeface="ＭＳ Ｐゴシック" charset="-128"/>
                <a:cs typeface="ＭＳ Ｐゴシック" charset="-128"/>
              </a:rPr>
              <a:t>. For small blocks of data, a high proportion of the time is spent in initialization/invocation overhead.</a:t>
            </a:r>
          </a:p>
          <a:p>
            <a:pPr marL="457200" indent="-457200" algn="just">
              <a:buFont typeface="+mj-lt"/>
              <a:buAutoNum type="arabicPeriod" startAt="3"/>
            </a:pPr>
            <a:r>
              <a:rPr lang="en-US" sz="2000" kern="1200" baseline="0" dirty="0">
                <a:solidFill>
                  <a:schemeClr val="tx1"/>
                </a:solidFill>
                <a:ea typeface="ＭＳ Ｐゴシック" charset="-128"/>
                <a:cs typeface="ＭＳ Ｐゴシック" charset="-128"/>
              </a:rPr>
              <a:t>Encryption algorithms may be </a:t>
            </a:r>
            <a:r>
              <a:rPr lang="en-US" sz="2000" b="1" kern="1200" baseline="0" dirty="0">
                <a:solidFill>
                  <a:srgbClr val="0070C0"/>
                </a:solidFill>
                <a:ea typeface="ＭＳ Ｐゴシック" charset="-128"/>
                <a:cs typeface="ＭＳ Ｐゴシック" charset="-128"/>
              </a:rPr>
              <a:t>covered by patents</a:t>
            </a:r>
            <a:r>
              <a:rPr lang="en-US" sz="2000" kern="1200" baseline="0" dirty="0">
                <a:solidFill>
                  <a:schemeClr val="tx1"/>
                </a:solidFill>
                <a:ea typeface="ＭＳ Ｐゴシック" charset="-128"/>
                <a:cs typeface="ＭＳ Ｐゴシック" charset="-128"/>
              </a:rPr>
              <a:t>, and there is a cost associated with licensing their use.</a:t>
            </a:r>
            <a:endParaRPr lang="en-MY" sz="2000" dirty="0"/>
          </a:p>
        </p:txBody>
      </p:sp>
    </p:spTree>
    <p:extLst>
      <p:ext uri="{BB962C8B-B14F-4D97-AF65-F5344CB8AC3E}">
        <p14:creationId xmlns:p14="http://schemas.microsoft.com/office/powerpoint/2010/main" val="1200758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5046709"/>
          </a:xfrm>
        </p:spPr>
        <p:txBody>
          <a:bodyPr>
            <a:normAutofit/>
          </a:bodyPr>
          <a:lstStyle/>
          <a:p>
            <a:pPr algn="ctr">
              <a:lnSpc>
                <a:spcPct val="100000"/>
              </a:lnSpc>
            </a:pPr>
            <a:r>
              <a:rPr lang="en-MY" sz="4400" dirty="0">
                <a:solidFill>
                  <a:srgbClr val="00B050"/>
                </a:solidFill>
              </a:rPr>
              <a:t>APPLICATIONS</a:t>
            </a:r>
            <a:r>
              <a:rPr lang="en-MY" sz="4400" dirty="0"/>
              <a:t> OF </a:t>
            </a:r>
            <a:br>
              <a:rPr lang="en-MY" sz="4400" dirty="0"/>
            </a:br>
            <a:r>
              <a:rPr lang="en-MY" sz="4400" dirty="0"/>
              <a:t>HASH FUNCTION:</a:t>
            </a:r>
            <a:br>
              <a:rPr lang="en-MY" sz="4400" dirty="0"/>
            </a:br>
            <a:br>
              <a:rPr lang="en-MY" sz="4400" dirty="0"/>
            </a:br>
            <a:r>
              <a:rPr lang="en-MY" sz="4400" dirty="0">
                <a:solidFill>
                  <a:srgbClr val="FF0000"/>
                </a:solidFill>
              </a:rPr>
              <a:t>MESSAGE AUTHENTICATION CODE (MAC)</a:t>
            </a:r>
            <a:br>
              <a:rPr lang="en-MY" sz="4400" dirty="0"/>
            </a:br>
            <a:endParaRPr lang="en-MY" sz="4400" dirty="0"/>
          </a:p>
        </p:txBody>
      </p:sp>
    </p:spTree>
    <p:extLst>
      <p:ext uri="{BB962C8B-B14F-4D97-AF65-F5344CB8AC3E}">
        <p14:creationId xmlns:p14="http://schemas.microsoft.com/office/powerpoint/2010/main" val="1039135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t>Message Authentication Code (</a:t>
            </a:r>
            <a:r>
              <a:rPr lang="en-MY" dirty="0">
                <a:solidFill>
                  <a:srgbClr val="0000FF"/>
                </a:solidFill>
              </a:rPr>
              <a:t>MAC</a:t>
            </a:r>
            <a:r>
              <a:rPr lang="en-MY" dirty="0"/>
              <a:t>)</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v"/>
            </a:pPr>
            <a:r>
              <a:rPr lang="en-MY" dirty="0"/>
              <a:t>Also known as </a:t>
            </a:r>
            <a:r>
              <a:rPr lang="en-MY" b="1" dirty="0">
                <a:solidFill>
                  <a:srgbClr val="C00000"/>
                </a:solidFill>
              </a:rPr>
              <a:t>keyed hash function</a:t>
            </a:r>
            <a:r>
              <a:rPr lang="en-MY" dirty="0"/>
              <a:t>, it is typically used </a:t>
            </a:r>
            <a:r>
              <a:rPr lang="en-US" dirty="0"/>
              <a:t>between two parties that share a secret key to authenticate information exchanged between those parties.</a:t>
            </a:r>
          </a:p>
          <a:p>
            <a:pPr algn="just">
              <a:buFont typeface="Wingdings" panose="05000000000000000000" pitchFamily="2" charset="2"/>
              <a:buChar char="v"/>
            </a:pPr>
            <a:r>
              <a:rPr lang="en-US" dirty="0"/>
              <a:t>The algorithm takes in a </a:t>
            </a:r>
            <a:r>
              <a:rPr lang="en-US" b="1" dirty="0">
                <a:solidFill>
                  <a:srgbClr val="00B050"/>
                </a:solidFill>
              </a:rPr>
              <a:t>secret key </a:t>
            </a:r>
            <a:r>
              <a:rPr lang="en-US" dirty="0"/>
              <a:t>and a </a:t>
            </a:r>
            <a:r>
              <a:rPr lang="en-US" b="1" dirty="0">
                <a:solidFill>
                  <a:srgbClr val="0070C0"/>
                </a:solidFill>
              </a:rPr>
              <a:t>data block </a:t>
            </a:r>
            <a:r>
              <a:rPr lang="en-US" dirty="0"/>
              <a:t>as inputs and produces MAC which is associated with the protected message.</a:t>
            </a:r>
          </a:p>
          <a:p>
            <a:pPr lvl="0" algn="just">
              <a:buFont typeface="Wingdings" panose="05000000000000000000" pitchFamily="2" charset="2"/>
              <a:buChar char="v"/>
            </a:pPr>
            <a:r>
              <a:rPr lang="en-US" sz="1800" dirty="0"/>
              <a:t>If the integrity of the message needs to be checked, the MAC function can be applied to the message and the result </a:t>
            </a:r>
            <a:r>
              <a:rPr lang="en-US" sz="1800" b="1" dirty="0">
                <a:solidFill>
                  <a:srgbClr val="0000FF"/>
                </a:solidFill>
              </a:rPr>
              <a:t>compared</a:t>
            </a:r>
            <a:r>
              <a:rPr lang="en-US" sz="1800" dirty="0"/>
              <a:t> with the associated MAC value.</a:t>
            </a:r>
          </a:p>
          <a:p>
            <a:pPr lvl="0" algn="just">
              <a:buFont typeface="Wingdings" panose="05000000000000000000" pitchFamily="2" charset="2"/>
              <a:buChar char="v"/>
            </a:pPr>
            <a:r>
              <a:rPr lang="en-US" sz="1800" dirty="0"/>
              <a:t>An attacker who alters the message will be unable to alter the associated MAC value without the knowledge of the </a:t>
            </a:r>
            <a:r>
              <a:rPr lang="en-US" sz="1800" b="1" dirty="0">
                <a:solidFill>
                  <a:srgbClr val="FF0000"/>
                </a:solidFill>
              </a:rPr>
              <a:t>secret key</a:t>
            </a:r>
            <a:r>
              <a:rPr lang="en-US" sz="1800" dirty="0"/>
              <a:t>.</a:t>
            </a:r>
          </a:p>
        </p:txBody>
      </p:sp>
    </p:spTree>
    <p:extLst>
      <p:ext uri="{BB962C8B-B14F-4D97-AF65-F5344CB8AC3E}">
        <p14:creationId xmlns:p14="http://schemas.microsoft.com/office/powerpoint/2010/main" val="22195847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5046709"/>
          </a:xfrm>
        </p:spPr>
        <p:txBody>
          <a:bodyPr>
            <a:normAutofit/>
          </a:bodyPr>
          <a:lstStyle/>
          <a:p>
            <a:pPr algn="ctr">
              <a:lnSpc>
                <a:spcPct val="100000"/>
              </a:lnSpc>
            </a:pPr>
            <a:r>
              <a:rPr lang="en-MY" sz="4400" dirty="0">
                <a:solidFill>
                  <a:srgbClr val="00B050"/>
                </a:solidFill>
              </a:rPr>
              <a:t>APPLICATIONS</a:t>
            </a:r>
            <a:r>
              <a:rPr lang="en-MY" sz="4400" dirty="0"/>
              <a:t> OF </a:t>
            </a:r>
            <a:br>
              <a:rPr lang="en-MY" sz="4400" dirty="0"/>
            </a:br>
            <a:r>
              <a:rPr lang="en-MY" sz="4400" dirty="0"/>
              <a:t>HASH FUNCTION:</a:t>
            </a:r>
            <a:br>
              <a:rPr lang="en-MY" sz="4400" dirty="0"/>
            </a:br>
            <a:br>
              <a:rPr lang="en-MY" sz="4400" dirty="0"/>
            </a:br>
            <a:r>
              <a:rPr lang="en-MY" sz="4400" dirty="0">
                <a:solidFill>
                  <a:srgbClr val="FF0000"/>
                </a:solidFill>
              </a:rPr>
              <a:t>DIGITAL SIGNATURE</a:t>
            </a:r>
            <a:br>
              <a:rPr lang="en-MY" sz="4400" dirty="0">
                <a:solidFill>
                  <a:srgbClr val="FF0000"/>
                </a:solidFill>
              </a:rPr>
            </a:br>
            <a:br>
              <a:rPr lang="en-MY" sz="4400" dirty="0"/>
            </a:br>
            <a:endParaRPr lang="en-MY" sz="4400" dirty="0"/>
          </a:p>
        </p:txBody>
      </p:sp>
    </p:spTree>
    <p:extLst>
      <p:ext uri="{BB962C8B-B14F-4D97-AF65-F5344CB8AC3E}">
        <p14:creationId xmlns:p14="http://schemas.microsoft.com/office/powerpoint/2010/main" val="421263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Digital Signature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MY" sz="2000" dirty="0"/>
                  <a:t>A scheme utilizes </a:t>
                </a:r>
                <a:r>
                  <a:rPr lang="en-MY" sz="2000" b="1" dirty="0">
                    <a:solidFill>
                      <a:srgbClr val="FF0000"/>
                    </a:solidFill>
                  </a:rPr>
                  <a:t>asymmetric-key </a:t>
                </a:r>
                <a:r>
                  <a:rPr lang="en-MY" sz="2000" dirty="0"/>
                  <a:t>(</a:t>
                </a:r>
                <a:r>
                  <a:rPr lang="en-MY" sz="2000" b="1" dirty="0">
                    <a:solidFill>
                      <a:srgbClr val="FF0000"/>
                    </a:solidFill>
                  </a:rPr>
                  <a:t>public-key</a:t>
                </a:r>
                <a:r>
                  <a:rPr lang="en-MY" sz="2000" dirty="0"/>
                  <a:t>) cryptography to provide message authentication.</a:t>
                </a:r>
              </a:p>
              <a:p>
                <a:pPr algn="just"/>
                <a:r>
                  <a:rPr lang="en-MY" sz="2000" dirty="0"/>
                  <a:t>The </a:t>
                </a:r>
                <a:r>
                  <a:rPr lang="en-MY" sz="2000" b="1" dirty="0">
                    <a:solidFill>
                      <a:srgbClr val="00B050"/>
                    </a:solidFill>
                  </a:rPr>
                  <a:t>aim</a:t>
                </a:r>
                <a:r>
                  <a:rPr lang="en-MY" sz="2000" dirty="0"/>
                  <a:t> of digital signature is to </a:t>
                </a:r>
                <a:r>
                  <a:rPr lang="en-US" sz="2000" b="1" dirty="0"/>
                  <a:t>prove</a:t>
                </a:r>
                <a:r>
                  <a:rPr lang="en-US" sz="2000" dirty="0"/>
                  <a:t> to anyone that a message is originated from a particular user (signer).</a:t>
                </a:r>
              </a:p>
              <a:p>
                <a:pPr algn="just"/>
                <a:r>
                  <a:rPr lang="en-MY" sz="2000" dirty="0"/>
                  <a:t>Digital signature is </a:t>
                </a:r>
                <a:r>
                  <a:rPr lang="en-MY" sz="2000" b="1" dirty="0">
                    <a:solidFill>
                      <a:srgbClr val="0070C0"/>
                    </a:solidFill>
                  </a:rPr>
                  <a:t>NOT possible </a:t>
                </a:r>
                <a:r>
                  <a:rPr lang="en-MY" sz="2000" dirty="0"/>
                  <a:t>via </a:t>
                </a:r>
                <a:r>
                  <a:rPr lang="en-MY" sz="2000" b="1" dirty="0"/>
                  <a:t>symmetric-key </a:t>
                </a:r>
                <a:r>
                  <a:rPr lang="en-MY" sz="2000" dirty="0"/>
                  <a:t>cryptography:</a:t>
                </a:r>
              </a:p>
              <a:p>
                <a:pPr marL="662940" lvl="1" indent="-342900" algn="just">
                  <a:buFont typeface="+mj-lt"/>
                  <a:buAutoNum type="arabicPeriod"/>
                </a:pPr>
                <a:r>
                  <a:rPr lang="en-US" sz="1800" dirty="0"/>
                  <a:t>Two users, A (sender) and B (receiver) share a secret key</a:t>
                </a:r>
                <a:r>
                  <a:rPr lang="en-MY" sz="1800" b="0" dirty="0">
                    <a:ea typeface="ＭＳ Ｐゴシック" charset="-128"/>
                    <a:cs typeface="ＭＳ Ｐゴシック" charset="-128"/>
                  </a:rPr>
                  <a:t> </a:t>
                </a:r>
                <a14:m>
                  <m:oMath xmlns:m="http://schemas.openxmlformats.org/officeDocument/2006/math">
                    <m:r>
                      <a:rPr lang="en-MY" sz="1800" b="0" i="1" smtClean="0">
                        <a:latin typeface="Cambria Math" panose="02040503050406030204" pitchFamily="18" charset="0"/>
                        <a:ea typeface="ＭＳ Ｐゴシック" charset="-128"/>
                        <a:cs typeface="ＭＳ Ｐゴシック" charset="-128"/>
                      </a:rPr>
                      <m:t>𝐾</m:t>
                    </m:r>
                  </m:oMath>
                </a14:m>
                <a:r>
                  <a:rPr lang="en-US" sz="1800" dirty="0"/>
                  <a:t>.</a:t>
                </a:r>
              </a:p>
              <a:p>
                <a:pPr marL="662940" lvl="1" indent="-342900" algn="just">
                  <a:buFont typeface="+mj-lt"/>
                  <a:buAutoNum type="arabicPeriod"/>
                </a:pPr>
                <a:r>
                  <a:rPr lang="en-US" sz="1800" dirty="0"/>
                  <a:t>Receiver B of the message can verify that the message came from sender A.</a:t>
                </a:r>
              </a:p>
              <a:p>
                <a:pPr marL="662940" lvl="1" indent="-342900" algn="just">
                  <a:buFont typeface="+mj-lt"/>
                  <a:buAutoNum type="arabicPeriod"/>
                </a:pPr>
                <a:r>
                  <a:rPr lang="en-US" sz="1800" dirty="0"/>
                  <a:t>Another user C however cannot prove that message came from sender A. It might have come from receiver B also. </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b="-1990"/>
                </a:stretch>
              </a:blipFill>
            </p:spPr>
            <p:txBody>
              <a:bodyPr/>
              <a:lstStyle/>
              <a:p>
                <a:r>
                  <a:rPr lang="en-MY">
                    <a:noFill/>
                  </a:rPr>
                  <a:t> </a:t>
                </a:r>
              </a:p>
            </p:txBody>
          </p:sp>
        </mc:Fallback>
      </mc:AlternateContent>
    </p:spTree>
    <p:extLst>
      <p:ext uri="{BB962C8B-B14F-4D97-AF65-F5344CB8AC3E}">
        <p14:creationId xmlns:p14="http://schemas.microsoft.com/office/powerpoint/2010/main" val="28304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Digital Signature</a:t>
            </a:r>
            <a:endParaRPr lang="en-MY"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US" sz="2000" dirty="0"/>
                  <a:t>The operation of digital signature is similar to message authentication code (MAC).</a:t>
                </a:r>
              </a:p>
              <a:p>
                <a:pPr algn="just"/>
                <a:r>
                  <a:rPr lang="en-US" sz="2000" dirty="0"/>
                  <a:t>The hash value of a message,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𝑀</m:t>
                        </m:r>
                      </m:e>
                    </m:d>
                  </m:oMath>
                </a14:m>
                <a:r>
                  <a:rPr lang="en-US" sz="2000" dirty="0"/>
                  <a:t> is encrypted with a signer’s private key to produce a signature, </a:t>
                </a:r>
                <a14:m>
                  <m:oMath xmlns:m="http://schemas.openxmlformats.org/officeDocument/2006/math">
                    <m:r>
                      <a:rPr lang="en-MY" sz="2000" b="0" i="1" smtClean="0">
                        <a:latin typeface="Cambria Math" panose="02040503050406030204" pitchFamily="18" charset="0"/>
                      </a:rPr>
                      <m:t>𝜎</m:t>
                    </m:r>
                    <m:r>
                      <a:rPr lang="en-MY" sz="2000" b="0" i="1" smtClean="0">
                        <a:latin typeface="Cambria Math" panose="02040503050406030204" pitchFamily="18" charset="0"/>
                      </a:rPr>
                      <m:t>=</m:t>
                    </m:r>
                    <m:r>
                      <m:rPr>
                        <m:sty m:val="p"/>
                      </m:rPr>
                      <a:rPr lang="en-MY" sz="2000" b="0" i="0" smtClean="0">
                        <a:latin typeface="Cambria Math" panose="02040503050406030204" pitchFamily="18" charset="0"/>
                      </a:rPr>
                      <m:t>Sig</m:t>
                    </m:r>
                    <m:d>
                      <m:dPr>
                        <m:ctrlPr>
                          <a:rPr lang="en-MY" sz="2000" b="0" i="1" smtClean="0">
                            <a:latin typeface="Cambria Math" panose="02040503050406030204" pitchFamily="18" charset="0"/>
                          </a:rPr>
                        </m:ctrlPr>
                      </m:dPr>
                      <m:e>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𝐾</m:t>
                            </m:r>
                          </m:e>
                          <m:sub>
                            <m:r>
                              <m:rPr>
                                <m:sty m:val="p"/>
                              </m:rPr>
                              <a:rPr lang="en-MY" sz="2000" b="0" i="0" smtClean="0">
                                <a:latin typeface="Cambria Math" panose="02040503050406030204" pitchFamily="18" charset="0"/>
                              </a:rPr>
                              <m:t>Prv</m:t>
                            </m:r>
                          </m:sub>
                        </m:sSub>
                        <m:r>
                          <a:rPr lang="en-MY" sz="2000" b="0" i="1" smtClean="0">
                            <a:latin typeface="Cambria Math" panose="02040503050406030204" pitchFamily="18" charset="0"/>
                          </a:rPr>
                          <m:t>,</m:t>
                        </m:r>
                        <m:r>
                          <a:rPr lang="en-MY" sz="2000" b="0" i="1" smtClean="0">
                            <a:latin typeface="Cambria Math" panose="02040503050406030204" pitchFamily="18" charset="0"/>
                          </a:rPr>
                          <m:t>h</m:t>
                        </m:r>
                      </m:e>
                    </m:d>
                  </m:oMath>
                </a14:m>
                <a:r>
                  <a:rPr lang="en-US" sz="2000" dirty="0"/>
                  <a:t>.</a:t>
                </a:r>
              </a:p>
              <a:p>
                <a:pPr algn="just"/>
                <a:r>
                  <a:rPr lang="en-US" sz="2000" dirty="0"/>
                  <a:t>Anyone who knows the signer’s public key can verify the integrity of the message associated with the digital signature.</a:t>
                </a:r>
              </a:p>
              <a:p>
                <a:pPr algn="just"/>
                <a:r>
                  <a:rPr lang="en-US" sz="2000" dirty="0"/>
                  <a:t>An attacker who wishes to </a:t>
                </a:r>
                <a:r>
                  <a:rPr lang="en-US" sz="2000" b="1" dirty="0">
                    <a:solidFill>
                      <a:srgbClr val="FF0000"/>
                    </a:solidFill>
                  </a:rPr>
                  <a:t>alter the message </a:t>
                </a:r>
                <a:r>
                  <a:rPr lang="en-US" sz="2000" dirty="0"/>
                  <a:t>(or </a:t>
                </a:r>
                <a:r>
                  <a:rPr lang="en-US" sz="2000" b="1" dirty="0">
                    <a:solidFill>
                      <a:srgbClr val="00B050"/>
                    </a:solidFill>
                  </a:rPr>
                  <a:t>forge the signature</a:t>
                </a:r>
                <a:r>
                  <a:rPr lang="en-US" sz="2000" dirty="0"/>
                  <a:t>) would need to know the signer’s private key.</a:t>
                </a:r>
              </a:p>
              <a:p>
                <a:pPr algn="just"/>
                <a:endParaRPr lang="en-MY" sz="2000" dirty="0"/>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84514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Digital Signature </a:t>
            </a:r>
            <a:r>
              <a:rPr lang="en-MY" dirty="0"/>
              <a:t>–</a:t>
            </a:r>
            <a:r>
              <a:rPr lang="en-MY" dirty="0">
                <a:solidFill>
                  <a:srgbClr val="0000FF"/>
                </a:solidFill>
              </a:rPr>
              <a:t> </a:t>
            </a:r>
            <a:r>
              <a:rPr lang="en-MY" dirty="0">
                <a:solidFill>
                  <a:srgbClr val="00B050"/>
                </a:solidFill>
              </a:rPr>
              <a:t>First Approach </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kern="1200" baseline="0" dirty="0">
                <a:solidFill>
                  <a:schemeClr val="tx1"/>
                </a:solidFill>
                <a:ea typeface="ＭＳ Ｐゴシック" charset="-128"/>
                <a:cs typeface="ＭＳ Ｐゴシック" charset="-128"/>
              </a:rPr>
              <a:t>The hash code is encrypted, using public-key encryption with the sender’s private key. </a:t>
            </a:r>
          </a:p>
          <a:p>
            <a:pPr algn="just">
              <a:buFont typeface="Wingdings" panose="05000000000000000000" pitchFamily="2" charset="2"/>
              <a:buChar char="§"/>
            </a:pPr>
            <a:r>
              <a:rPr lang="en-US" dirty="0">
                <a:ea typeface="ＭＳ Ｐゴシック" charset="-128"/>
                <a:cs typeface="ＭＳ Ｐゴシック" charset="-128"/>
              </a:rPr>
              <a:t>T</a:t>
            </a:r>
            <a:r>
              <a:rPr lang="en-US" kern="1200" baseline="0" dirty="0">
                <a:solidFill>
                  <a:schemeClr val="tx1"/>
                </a:solidFill>
                <a:ea typeface="ＭＳ Ｐゴシック" charset="-128"/>
                <a:cs typeface="ＭＳ Ｐゴシック" charset="-128"/>
              </a:rPr>
              <a:t>his provides </a:t>
            </a:r>
            <a:r>
              <a:rPr lang="en-US" b="1" kern="1200" baseline="0" dirty="0">
                <a:solidFill>
                  <a:srgbClr val="FF0000"/>
                </a:solidFill>
                <a:ea typeface="ＭＳ Ｐゴシック" charset="-128"/>
                <a:cs typeface="ＭＳ Ｐゴシック" charset="-128"/>
              </a:rPr>
              <a:t>authentication</a:t>
            </a:r>
            <a:r>
              <a:rPr lang="en-US" kern="1200" baseline="0" dirty="0">
                <a:solidFill>
                  <a:schemeClr val="tx1"/>
                </a:solidFill>
                <a:ea typeface="ＭＳ Ｐゴシック" charset="-128"/>
                <a:cs typeface="ＭＳ Ｐゴシック" charset="-128"/>
              </a:rPr>
              <a:t> and a </a:t>
            </a:r>
            <a:r>
              <a:rPr lang="en-US" b="1" kern="1200" baseline="0" dirty="0">
                <a:solidFill>
                  <a:srgbClr val="002060"/>
                </a:solidFill>
                <a:ea typeface="ＭＳ Ｐゴシック" charset="-128"/>
                <a:cs typeface="ＭＳ Ｐゴシック" charset="-128"/>
              </a:rPr>
              <a:t>digital signature</a:t>
            </a:r>
            <a:r>
              <a:rPr lang="en-US" kern="1200" baseline="0" dirty="0">
                <a:solidFill>
                  <a:schemeClr val="tx1"/>
                </a:solidFill>
                <a:ea typeface="ＭＳ Ｐゴシック" charset="-128"/>
                <a:cs typeface="ＭＳ Ｐゴシック" charset="-128"/>
              </a:rPr>
              <a:t>, because only the sender could have produced the encrypted hash code.</a:t>
            </a:r>
            <a:endParaRPr lang="en-MY" dirty="0"/>
          </a:p>
        </p:txBody>
      </p:sp>
      <p:pic>
        <p:nvPicPr>
          <p:cNvPr id="4" name="Picture 3">
            <a:extLst>
              <a:ext uri="{FF2B5EF4-FFF2-40B4-BE49-F238E27FC236}">
                <a16:creationId xmlns:a16="http://schemas.microsoft.com/office/drawing/2014/main" id="{8BBE8ED8-0C7D-E8BE-A041-BD58F1D75751}"/>
              </a:ext>
            </a:extLst>
          </p:cNvPr>
          <p:cNvPicPr>
            <a:picLocks noChangeAspect="1"/>
          </p:cNvPicPr>
          <p:nvPr/>
        </p:nvPicPr>
        <p:blipFill>
          <a:blip r:embed="rId2"/>
          <a:stretch>
            <a:fillRect/>
          </a:stretch>
        </p:blipFill>
        <p:spPr>
          <a:xfrm>
            <a:off x="1328837" y="3600410"/>
            <a:ext cx="9432143" cy="2840693"/>
          </a:xfrm>
          <a:prstGeom prst="rect">
            <a:avLst/>
          </a:prstGeom>
          <a:ln w="19050">
            <a:solidFill>
              <a:srgbClr val="002060"/>
            </a:solidFill>
          </a:ln>
        </p:spPr>
      </p:pic>
    </p:spTree>
    <p:extLst>
      <p:ext uri="{BB962C8B-B14F-4D97-AF65-F5344CB8AC3E}">
        <p14:creationId xmlns:p14="http://schemas.microsoft.com/office/powerpoint/2010/main" val="3909338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Digital Signature </a:t>
            </a:r>
            <a:r>
              <a:rPr lang="en-MY" dirty="0"/>
              <a:t>–</a:t>
            </a:r>
            <a:r>
              <a:rPr lang="en-MY" dirty="0">
                <a:solidFill>
                  <a:srgbClr val="0000FF"/>
                </a:solidFill>
              </a:rPr>
              <a:t> </a:t>
            </a:r>
            <a:r>
              <a:rPr lang="en-MY" dirty="0">
                <a:solidFill>
                  <a:srgbClr val="FF0000"/>
                </a:solidFill>
              </a:rPr>
              <a:t>Second Approach </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000" kern="1200" baseline="0" dirty="0">
                <a:solidFill>
                  <a:schemeClr val="tx1"/>
                </a:solidFill>
                <a:ea typeface="ＭＳ Ｐゴシック" charset="-128"/>
                <a:cs typeface="ＭＳ Ｐゴシック" charset="-128"/>
              </a:rPr>
              <a:t>If </a:t>
            </a:r>
            <a:r>
              <a:rPr lang="en-US" sz="2000" b="1" kern="1200" baseline="0" dirty="0">
                <a:solidFill>
                  <a:srgbClr val="00B050"/>
                </a:solidFill>
                <a:ea typeface="ＭＳ Ｐゴシック" charset="-128"/>
                <a:cs typeface="ＭＳ Ｐゴシック" charset="-128"/>
              </a:rPr>
              <a:t>confidentiality</a:t>
            </a:r>
            <a:r>
              <a:rPr lang="en-US" sz="2000" kern="1200" baseline="0" dirty="0">
                <a:solidFill>
                  <a:schemeClr val="tx1"/>
                </a:solidFill>
                <a:ea typeface="ＭＳ Ｐゴシック" charset="-128"/>
                <a:cs typeface="ＭＳ Ｐゴシック" charset="-128"/>
              </a:rPr>
              <a:t> and a </a:t>
            </a:r>
            <a:r>
              <a:rPr lang="en-US" sz="2000" b="1" kern="1200" baseline="0" dirty="0">
                <a:solidFill>
                  <a:srgbClr val="7030A0"/>
                </a:solidFill>
                <a:ea typeface="ＭＳ Ｐゴシック" charset="-128"/>
                <a:cs typeface="ＭＳ Ｐゴシック" charset="-128"/>
              </a:rPr>
              <a:t>digital signature </a:t>
            </a:r>
            <a:r>
              <a:rPr lang="en-US" sz="2000" kern="1200" baseline="0" dirty="0">
                <a:solidFill>
                  <a:schemeClr val="tx1"/>
                </a:solidFill>
                <a:ea typeface="ＭＳ Ｐゴシック" charset="-128"/>
                <a:cs typeface="ＭＳ Ｐゴシック" charset="-128"/>
              </a:rPr>
              <a:t>is desired, then the message plus the private-key-encrypted hash code can be encrypted using a symmetric secret key. </a:t>
            </a:r>
            <a:endParaRPr lang="en-MY" sz="2000" dirty="0"/>
          </a:p>
        </p:txBody>
      </p:sp>
      <p:pic>
        <p:nvPicPr>
          <p:cNvPr id="4" name="Picture 3">
            <a:extLst>
              <a:ext uri="{FF2B5EF4-FFF2-40B4-BE49-F238E27FC236}">
                <a16:creationId xmlns:a16="http://schemas.microsoft.com/office/drawing/2014/main" id="{E5EA3444-E7F7-39DC-23D2-AD1959759384}"/>
              </a:ext>
            </a:extLst>
          </p:cNvPr>
          <p:cNvPicPr>
            <a:picLocks noChangeAspect="1"/>
          </p:cNvPicPr>
          <p:nvPr/>
        </p:nvPicPr>
        <p:blipFill>
          <a:blip r:embed="rId2"/>
          <a:stretch>
            <a:fillRect/>
          </a:stretch>
        </p:blipFill>
        <p:spPr>
          <a:xfrm>
            <a:off x="382990" y="4048674"/>
            <a:ext cx="11426020" cy="2190052"/>
          </a:xfrm>
          <a:prstGeom prst="rect">
            <a:avLst/>
          </a:prstGeom>
          <a:ln w="19050">
            <a:solidFill>
              <a:srgbClr val="002060"/>
            </a:solidFill>
          </a:ln>
        </p:spPr>
      </p:pic>
    </p:spTree>
    <p:extLst>
      <p:ext uri="{BB962C8B-B14F-4D97-AF65-F5344CB8AC3E}">
        <p14:creationId xmlns:p14="http://schemas.microsoft.com/office/powerpoint/2010/main" val="100973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5046709"/>
          </a:xfrm>
        </p:spPr>
        <p:txBody>
          <a:bodyPr>
            <a:normAutofit/>
          </a:bodyPr>
          <a:lstStyle/>
          <a:p>
            <a:pPr algn="ctr">
              <a:lnSpc>
                <a:spcPct val="100000"/>
              </a:lnSpc>
            </a:pPr>
            <a:r>
              <a:rPr lang="en-MY" sz="4400" dirty="0">
                <a:solidFill>
                  <a:srgbClr val="00B050"/>
                </a:solidFill>
              </a:rPr>
              <a:t>APPLICATIONS</a:t>
            </a:r>
            <a:r>
              <a:rPr lang="en-MY" sz="4400" dirty="0"/>
              <a:t> OF </a:t>
            </a:r>
            <a:br>
              <a:rPr lang="en-MY" sz="4400" dirty="0"/>
            </a:br>
            <a:r>
              <a:rPr lang="en-MY" sz="4400" dirty="0"/>
              <a:t>HASH FUNCTION:</a:t>
            </a:r>
            <a:br>
              <a:rPr lang="en-MY" sz="4400" dirty="0"/>
            </a:br>
            <a:br>
              <a:rPr lang="en-MY" sz="4400" dirty="0"/>
            </a:br>
            <a:r>
              <a:rPr lang="en-MY" sz="4400" dirty="0">
                <a:solidFill>
                  <a:srgbClr val="FF0000"/>
                </a:solidFill>
              </a:rPr>
              <a:t>OTHER APPLICATIONS</a:t>
            </a:r>
            <a:br>
              <a:rPr lang="en-MY" sz="4400" dirty="0">
                <a:solidFill>
                  <a:srgbClr val="FF0000"/>
                </a:solidFill>
              </a:rPr>
            </a:br>
            <a:br>
              <a:rPr lang="en-MY" sz="4400" dirty="0"/>
            </a:br>
            <a:endParaRPr lang="en-MY" sz="4400" dirty="0"/>
          </a:p>
        </p:txBody>
      </p:sp>
    </p:spTree>
    <p:extLst>
      <p:ext uri="{BB962C8B-B14F-4D97-AF65-F5344CB8AC3E}">
        <p14:creationId xmlns:p14="http://schemas.microsoft.com/office/powerpoint/2010/main" val="630304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C00000"/>
                </a:solidFill>
              </a:rPr>
              <a:t>Other Application</a:t>
            </a:r>
            <a:r>
              <a:rPr lang="en-MY" dirty="0"/>
              <a:t> of Hash Functions</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457200" indent="-457200" algn="just">
              <a:buFont typeface="+mj-lt"/>
              <a:buAutoNum type="arabicPeriod"/>
            </a:pPr>
            <a:r>
              <a:rPr lang="en-US" sz="2000" b="1" dirty="0">
                <a:solidFill>
                  <a:srgbClr val="0000FF"/>
                </a:solidFill>
              </a:rPr>
              <a:t>Creation of a one-way password file</a:t>
            </a:r>
            <a:r>
              <a:rPr lang="en-US" sz="2000" dirty="0"/>
              <a:t>.</a:t>
            </a:r>
          </a:p>
          <a:p>
            <a:pPr lvl="1" algn="just">
              <a:buFont typeface="Wingdings" panose="05000000000000000000" pitchFamily="2" charset="2"/>
              <a:buChar char="Ø"/>
            </a:pPr>
            <a:r>
              <a:rPr lang="en-US" sz="2000" dirty="0"/>
              <a:t>When a user enters a password, the hash of that password is compared to the stored hash value for verification.</a:t>
            </a:r>
          </a:p>
          <a:p>
            <a:pPr lvl="1" algn="just">
              <a:buFont typeface="Wingdings" panose="05000000000000000000" pitchFamily="2" charset="2"/>
              <a:buChar char="Ø"/>
            </a:pPr>
            <a:r>
              <a:rPr lang="en-US" sz="2000" dirty="0"/>
              <a:t>This approach to password protection is used by most operating systems.</a:t>
            </a:r>
          </a:p>
          <a:p>
            <a:pPr lvl="1" algn="just">
              <a:buFont typeface="Wingdings" panose="05000000000000000000" pitchFamily="2" charset="2"/>
              <a:buChar char="Ø"/>
            </a:pPr>
            <a:endParaRPr lang="en-US" sz="1800" dirty="0"/>
          </a:p>
          <a:p>
            <a:pPr marL="457200" indent="-457200" algn="just">
              <a:buFont typeface="+mj-lt"/>
              <a:buAutoNum type="arabicPeriod"/>
            </a:pPr>
            <a:endParaRPr lang="en-US" sz="2000" dirty="0"/>
          </a:p>
          <a:p>
            <a:pPr marL="457200" indent="-457200" algn="just">
              <a:buFont typeface="+mj-lt"/>
              <a:buAutoNum type="arabicPeriod"/>
            </a:pPr>
            <a:endParaRPr lang="en-MY" sz="2000" dirty="0"/>
          </a:p>
        </p:txBody>
      </p:sp>
    </p:spTree>
    <p:extLst>
      <p:ext uri="{BB962C8B-B14F-4D97-AF65-F5344CB8AC3E}">
        <p14:creationId xmlns:p14="http://schemas.microsoft.com/office/powerpoint/2010/main" val="607295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C00000"/>
                </a:solidFill>
              </a:rPr>
              <a:t>Other Application</a:t>
            </a:r>
            <a:r>
              <a:rPr lang="en-MY" dirty="0"/>
              <a:t> of Hash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marL="457200" indent="-457200" algn="just">
                  <a:buFont typeface="+mj-lt"/>
                  <a:buAutoNum type="arabicPeriod" startAt="2"/>
                </a:pPr>
                <a:r>
                  <a:rPr lang="en-US" sz="2000" b="1" dirty="0">
                    <a:solidFill>
                      <a:srgbClr val="7030A0"/>
                    </a:solidFill>
                  </a:rPr>
                  <a:t>Intrusion and virus detection</a:t>
                </a:r>
                <a:r>
                  <a:rPr lang="en-US" sz="2000" dirty="0"/>
                  <a:t>.</a:t>
                </a:r>
              </a:p>
              <a:p>
                <a:pPr lvl="1" algn="just">
                  <a:buFont typeface="Wingdings" panose="05000000000000000000" pitchFamily="2" charset="2"/>
                  <a:buChar char="Ø"/>
                </a:pPr>
                <a:r>
                  <a:rPr lang="en-US" sz="2000" dirty="0"/>
                  <a:t>Store </a:t>
                </a:r>
                <a14:m>
                  <m:oMath xmlns:m="http://schemas.openxmlformats.org/officeDocument/2006/math">
                    <m:r>
                      <a:rPr lang="en-MY" sz="2000" b="0" i="1" smtClean="0">
                        <a:latin typeface="Cambria Math" panose="02040503050406030204" pitchFamily="18" charset="0"/>
                      </a:rPr>
                      <m:t>𝐻</m:t>
                    </m:r>
                    <m:r>
                      <a:rPr lang="en-MY" sz="2000" b="0" i="1" smtClean="0">
                        <a:latin typeface="Cambria Math" panose="02040503050406030204" pitchFamily="18" charset="0"/>
                      </a:rPr>
                      <m:t>(</m:t>
                    </m:r>
                    <m:r>
                      <m:rPr>
                        <m:sty m:val="p"/>
                      </m:rPr>
                      <a:rPr lang="en-MY" sz="2000" b="0" i="0" smtClean="0">
                        <a:latin typeface="Cambria Math" panose="02040503050406030204" pitchFamily="18" charset="0"/>
                      </a:rPr>
                      <m:t>File</m:t>
                    </m:r>
                    <m:r>
                      <a:rPr lang="en-MY" sz="2000" b="0" i="0" smtClean="0">
                        <a:latin typeface="Cambria Math" panose="02040503050406030204" pitchFamily="18" charset="0"/>
                      </a:rPr>
                      <m:t>)</m:t>
                    </m:r>
                  </m:oMath>
                </a14:m>
                <a:r>
                  <a:rPr lang="en-US" sz="2000" dirty="0"/>
                  <a:t> for each file on a system and secure the hash values.</a:t>
                </a:r>
              </a:p>
              <a:p>
                <a:pPr lvl="1" algn="just">
                  <a:buFont typeface="Wingdings" panose="05000000000000000000" pitchFamily="2" charset="2"/>
                  <a:buChar char="Ø"/>
                </a:pPr>
                <a:r>
                  <a:rPr lang="en-US" sz="2000" dirty="0"/>
                  <a:t>One can later determine if a file has been modified by recomputing </a:t>
                </a:r>
                <a14:m>
                  <m:oMath xmlns:m="http://schemas.openxmlformats.org/officeDocument/2006/math">
                    <m:r>
                      <a:rPr lang="en-MY" sz="2000" b="0" i="1" smtClean="0">
                        <a:latin typeface="Cambria Math" panose="02040503050406030204" pitchFamily="18" charset="0"/>
                      </a:rPr>
                      <m:t>𝐻</m:t>
                    </m:r>
                    <m:r>
                      <a:rPr lang="en-MY" sz="2000" b="0" i="1" smtClean="0">
                        <a:latin typeface="Cambria Math" panose="02040503050406030204" pitchFamily="18" charset="0"/>
                      </a:rPr>
                      <m:t>(</m:t>
                    </m:r>
                    <m:r>
                      <m:rPr>
                        <m:sty m:val="p"/>
                      </m:rPr>
                      <a:rPr lang="en-MY" sz="2000" b="0" i="0" smtClean="0">
                        <a:latin typeface="Cambria Math" panose="02040503050406030204" pitchFamily="18" charset="0"/>
                      </a:rPr>
                      <m:t>File</m:t>
                    </m:r>
                    <m:r>
                      <a:rPr lang="en-MY" sz="2000" b="0" i="0" smtClean="0">
                        <a:latin typeface="Cambria Math" panose="02040503050406030204" pitchFamily="18" charset="0"/>
                      </a:rPr>
                      <m:t>)</m:t>
                    </m:r>
                  </m:oMath>
                </a14:m>
                <a:r>
                  <a:rPr lang="en-MY" sz="2000" dirty="0"/>
                  <a:t>.</a:t>
                </a:r>
              </a:p>
              <a:p>
                <a:pPr lvl="1" algn="just">
                  <a:buFont typeface="Wingdings" panose="05000000000000000000" pitchFamily="2" charset="2"/>
                  <a:buChar char="Ø"/>
                </a:pPr>
                <a:r>
                  <a:rPr lang="en-US" sz="2000" dirty="0"/>
                  <a:t>An intruder would need to change </a:t>
                </a:r>
                <a14:m>
                  <m:oMath xmlns:m="http://schemas.openxmlformats.org/officeDocument/2006/math">
                    <m:r>
                      <m:rPr>
                        <m:sty m:val="p"/>
                      </m:rPr>
                      <a:rPr lang="en-MY" sz="2000">
                        <a:latin typeface="Cambria Math" panose="02040503050406030204" pitchFamily="18" charset="0"/>
                      </a:rPr>
                      <m:t>File</m:t>
                    </m:r>
                  </m:oMath>
                </a14:m>
                <a:r>
                  <a:rPr lang="en-US" sz="2000" dirty="0"/>
                  <a:t> without changing </a:t>
                </a:r>
                <a14:m>
                  <m:oMath xmlns:m="http://schemas.openxmlformats.org/officeDocument/2006/math">
                    <m:r>
                      <a:rPr lang="en-MY" sz="2000" b="0" i="1" smtClean="0">
                        <a:latin typeface="Cambria Math" panose="02040503050406030204" pitchFamily="18" charset="0"/>
                      </a:rPr>
                      <m:t>𝐻</m:t>
                    </m:r>
                    <m:r>
                      <a:rPr lang="en-MY" sz="2000" b="0" i="1" smtClean="0">
                        <a:latin typeface="Cambria Math" panose="02040503050406030204" pitchFamily="18" charset="0"/>
                      </a:rPr>
                      <m:t>(</m:t>
                    </m:r>
                    <m:r>
                      <m:rPr>
                        <m:sty m:val="p"/>
                      </m:rPr>
                      <a:rPr lang="en-MY" sz="2000" b="0" i="0" smtClean="0">
                        <a:latin typeface="Cambria Math" panose="02040503050406030204" pitchFamily="18" charset="0"/>
                      </a:rPr>
                      <m:t>File</m:t>
                    </m:r>
                    <m:r>
                      <a:rPr lang="en-MY" sz="2000" b="0" i="0" smtClean="0">
                        <a:latin typeface="Cambria Math" panose="02040503050406030204" pitchFamily="18" charset="0"/>
                      </a:rPr>
                      <m:t>)</m:t>
                    </m:r>
                  </m:oMath>
                </a14:m>
                <a:r>
                  <a:rPr lang="en-MY" sz="2000" dirty="0"/>
                  <a:t>.</a:t>
                </a:r>
              </a:p>
              <a:p>
                <a:pPr marL="320040" lvl="1" indent="0" algn="just">
                  <a:buNone/>
                </a:pPr>
                <a:endParaRPr lang="en-MY" sz="2000" dirty="0"/>
              </a:p>
              <a:p>
                <a:pPr marL="457200" indent="-457200" algn="just">
                  <a:buFont typeface="+mj-lt"/>
                  <a:buAutoNum type="arabicPeriod" startAt="3"/>
                </a:pPr>
                <a:r>
                  <a:rPr lang="en-US" sz="2000" b="1" dirty="0">
                    <a:solidFill>
                      <a:srgbClr val="00B050"/>
                    </a:solidFill>
                  </a:rPr>
                  <a:t>Construction of a pseudorandom function (PRF) or a pseudorandom number generator (PRNG) </a:t>
                </a:r>
                <a:r>
                  <a:rPr lang="en-US" sz="2000" dirty="0"/>
                  <a:t>.</a:t>
                </a:r>
              </a:p>
              <a:p>
                <a:pPr lvl="1" algn="just">
                  <a:buFont typeface="Wingdings" panose="05000000000000000000" pitchFamily="2" charset="2"/>
                  <a:buChar char="Ø"/>
                </a:pPr>
                <a:r>
                  <a:rPr lang="en-US" sz="2000" dirty="0"/>
                  <a:t>A common application for a hash-based PRF to generate the symmetric keys.</a:t>
                </a:r>
                <a:endParaRPr lang="en-MY" sz="2000" dirty="0"/>
              </a:p>
              <a:p>
                <a:pPr lvl="1" algn="just">
                  <a:buFont typeface="Wingdings" panose="05000000000000000000" pitchFamily="2" charset="2"/>
                  <a:buChar char="Ø"/>
                </a:pPr>
                <a:endParaRPr lang="en-US" sz="2000" b="1" dirty="0"/>
              </a:p>
              <a:p>
                <a:pPr marL="457200" indent="-457200" algn="just">
                  <a:buFont typeface="+mj-lt"/>
                  <a:buAutoNum type="arabicPeriod" startAt="2"/>
                </a:pPr>
                <a:endParaRPr lang="en-MY" sz="2000" dirty="0"/>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735" t="-498" r="-612"/>
                </a:stretch>
              </a:blipFill>
            </p:spPr>
            <p:txBody>
              <a:bodyPr/>
              <a:lstStyle/>
              <a:p>
                <a:r>
                  <a:rPr lang="en-MY">
                    <a:noFill/>
                  </a:rPr>
                  <a:t> </a:t>
                </a:r>
              </a:p>
            </p:txBody>
          </p:sp>
        </mc:Fallback>
      </mc:AlternateContent>
    </p:spTree>
    <p:extLst>
      <p:ext uri="{BB962C8B-B14F-4D97-AF65-F5344CB8AC3E}">
        <p14:creationId xmlns:p14="http://schemas.microsoft.com/office/powerpoint/2010/main" val="2459463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dirty="0">
                <a:solidFill>
                  <a:srgbClr val="C00000"/>
                </a:solidFill>
              </a:rPr>
              <a:t>Application</a:t>
            </a:r>
            <a:r>
              <a:rPr lang="en-MY" dirty="0"/>
              <a:t> of Hash Functions – </a:t>
            </a:r>
            <a:r>
              <a:rPr lang="en-MY" dirty="0">
                <a:solidFill>
                  <a:srgbClr val="0000FF"/>
                </a:solidFill>
              </a:rPr>
              <a:t>Requirements</a:t>
            </a:r>
          </a:p>
        </p:txBody>
      </p:sp>
      <p:pic>
        <p:nvPicPr>
          <p:cNvPr id="7" name="Picture 6">
            <a:extLst>
              <a:ext uri="{FF2B5EF4-FFF2-40B4-BE49-F238E27FC236}">
                <a16:creationId xmlns:a16="http://schemas.microsoft.com/office/drawing/2014/main" id="{CCFE1C80-B745-8A41-FB66-60CF653A9AAE}"/>
              </a:ext>
            </a:extLst>
          </p:cNvPr>
          <p:cNvPicPr>
            <a:picLocks noChangeAspect="1"/>
          </p:cNvPicPr>
          <p:nvPr/>
        </p:nvPicPr>
        <p:blipFill>
          <a:blip r:embed="rId2"/>
          <a:stretch>
            <a:fillRect/>
          </a:stretch>
        </p:blipFill>
        <p:spPr>
          <a:xfrm>
            <a:off x="982900" y="2074527"/>
            <a:ext cx="10226199" cy="4218864"/>
          </a:xfrm>
          <a:prstGeom prst="rect">
            <a:avLst/>
          </a:prstGeom>
        </p:spPr>
      </p:pic>
    </p:spTree>
    <p:extLst>
      <p:ext uri="{BB962C8B-B14F-4D97-AF65-F5344CB8AC3E}">
        <p14:creationId xmlns:p14="http://schemas.microsoft.com/office/powerpoint/2010/main" val="424667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5046709"/>
          </a:xfrm>
        </p:spPr>
        <p:txBody>
          <a:bodyPr>
            <a:normAutofit/>
          </a:bodyPr>
          <a:lstStyle/>
          <a:p>
            <a:pPr algn="ctr">
              <a:lnSpc>
                <a:spcPct val="100000"/>
              </a:lnSpc>
            </a:pPr>
            <a:r>
              <a:rPr lang="en-MY" sz="4400" dirty="0">
                <a:solidFill>
                  <a:srgbClr val="FF0000"/>
                </a:solidFill>
              </a:rPr>
              <a:t>ATTACKS</a:t>
            </a:r>
            <a:r>
              <a:rPr lang="en-MY" sz="4400" dirty="0">
                <a:solidFill>
                  <a:srgbClr val="0000FF"/>
                </a:solidFill>
              </a:rPr>
              <a:t> </a:t>
            </a:r>
            <a:r>
              <a:rPr lang="en-MY" sz="4400" dirty="0"/>
              <a:t>&amp;</a:t>
            </a:r>
            <a:r>
              <a:rPr lang="en-MY" sz="4400" dirty="0">
                <a:solidFill>
                  <a:srgbClr val="0000FF"/>
                </a:solidFill>
              </a:rPr>
              <a:t> </a:t>
            </a:r>
            <a:br>
              <a:rPr lang="en-MY" sz="4400" dirty="0">
                <a:solidFill>
                  <a:srgbClr val="0000FF"/>
                </a:solidFill>
              </a:rPr>
            </a:br>
            <a:r>
              <a:rPr lang="en-MY" sz="4400" dirty="0">
                <a:solidFill>
                  <a:srgbClr val="0000FF"/>
                </a:solidFill>
              </a:rPr>
              <a:t>CRYPTANALYSIS</a:t>
            </a:r>
            <a:r>
              <a:rPr lang="en-MY" sz="4400" dirty="0"/>
              <a:t> </a:t>
            </a:r>
            <a:br>
              <a:rPr lang="en-MY" sz="4400" dirty="0"/>
            </a:br>
            <a:r>
              <a:rPr lang="en-MY" sz="4400" dirty="0"/>
              <a:t>ON </a:t>
            </a:r>
            <a:br>
              <a:rPr lang="en-MY" sz="4400" dirty="0"/>
            </a:br>
            <a:r>
              <a:rPr lang="en-MY" sz="4400" dirty="0"/>
              <a:t>HASH FUNCTION</a:t>
            </a:r>
            <a:br>
              <a:rPr lang="en-MY" sz="4400" dirty="0"/>
            </a:br>
            <a:br>
              <a:rPr lang="en-MY" sz="4400" dirty="0"/>
            </a:br>
            <a:endParaRPr lang="en-MY" sz="4400" dirty="0"/>
          </a:p>
        </p:txBody>
      </p:sp>
    </p:spTree>
    <p:extLst>
      <p:ext uri="{BB962C8B-B14F-4D97-AF65-F5344CB8AC3E}">
        <p14:creationId xmlns:p14="http://schemas.microsoft.com/office/powerpoint/2010/main" val="3394004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FF0000"/>
                </a:solidFill>
              </a:rPr>
              <a:t>Brute-Force Attacks </a:t>
            </a:r>
            <a:r>
              <a:rPr lang="en-MY" dirty="0"/>
              <a:t>on Hash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000" dirty="0"/>
                  <a:t>The attack that does not depend on the specific algorithm, instead only depends on bit length.</a:t>
                </a:r>
              </a:p>
              <a:p>
                <a:pPr marL="457200" indent="-457200" algn="just">
                  <a:buFont typeface="+mj-lt"/>
                  <a:buAutoNum type="arabicPeriod"/>
                </a:pPr>
                <a:r>
                  <a:rPr lang="en-US" sz="2000" b="1" dirty="0">
                    <a:solidFill>
                      <a:srgbClr val="0070C0"/>
                    </a:solidFill>
                  </a:rPr>
                  <a:t>Pre-image and Second Pre-image Attacks</a:t>
                </a:r>
                <a:r>
                  <a:rPr lang="en-US" sz="2000" dirty="0"/>
                  <a:t>:</a:t>
                </a:r>
              </a:p>
              <a:p>
                <a:pPr lvl="1" algn="just">
                  <a:buFont typeface="Wingdings" panose="05000000000000000000" pitchFamily="2" charset="2"/>
                  <a:buChar char="Ø"/>
                </a:pPr>
                <a:r>
                  <a:rPr lang="en-US" sz="2000" dirty="0"/>
                  <a:t>For a hash function, the brute force attack depends only on the </a:t>
                </a:r>
                <a:r>
                  <a:rPr lang="en-US" sz="2000" b="1" dirty="0">
                    <a:solidFill>
                      <a:srgbClr val="C00000"/>
                    </a:solidFill>
                  </a:rPr>
                  <a:t>bit length </a:t>
                </a:r>
                <a:r>
                  <a:rPr lang="en-US" sz="2000" dirty="0"/>
                  <a:t>of the hash value </a:t>
                </a:r>
                <a14:m>
                  <m:oMath xmlns:m="http://schemas.openxmlformats.org/officeDocument/2006/math">
                    <m:r>
                      <a:rPr lang="en-MY" sz="2000" b="0" i="1" smtClean="0">
                        <a:latin typeface="Cambria Math" panose="02040503050406030204" pitchFamily="18" charset="0"/>
                      </a:rPr>
                      <m:t>h</m:t>
                    </m:r>
                  </m:oMath>
                </a14:m>
                <a:r>
                  <a:rPr lang="en-US" sz="2000" dirty="0"/>
                  <a:t>.</a:t>
                </a:r>
              </a:p>
              <a:p>
                <a:pPr lvl="1" algn="just">
                  <a:buFont typeface="Wingdings" panose="05000000000000000000" pitchFamily="2" charset="2"/>
                  <a:buChar char="Ø"/>
                </a:pPr>
                <a:r>
                  <a:rPr lang="en-US" sz="2000" dirty="0"/>
                  <a:t>The common technique is to pick any random values </a:t>
                </a:r>
                <a14:m>
                  <m:oMath xmlns:m="http://schemas.openxmlformats.org/officeDocument/2006/math">
                    <m:sSup>
                      <m:sSupPr>
                        <m:ctrlPr>
                          <a:rPr lang="en-MY" sz="2000" i="1">
                            <a:latin typeface="Cambria Math" panose="02040503050406030204" pitchFamily="18" charset="0"/>
                          </a:rPr>
                        </m:ctrlPr>
                      </m:sSupPr>
                      <m:e>
                        <m:r>
                          <a:rPr lang="en-MY" sz="2000" i="1">
                            <a:latin typeface="Cambria Math" panose="02040503050406030204" pitchFamily="18" charset="0"/>
                          </a:rPr>
                          <m:t>𝑥</m:t>
                        </m:r>
                      </m:e>
                      <m:sup>
                        <m:r>
                          <a:rPr lang="en-MY" sz="2000" i="1">
                            <a:latin typeface="Cambria Math" panose="02040503050406030204" pitchFamily="18" charset="0"/>
                          </a:rPr>
                          <m:t>′</m:t>
                        </m:r>
                      </m:sup>
                    </m:sSup>
                    <m:r>
                      <a:rPr lang="en-MY" sz="2000" i="1">
                        <a:latin typeface="Cambria Math" panose="02040503050406030204" pitchFamily="18" charset="0"/>
                      </a:rPr>
                      <m:t> </m:t>
                    </m:r>
                  </m:oMath>
                </a14:m>
                <a:r>
                  <a:rPr lang="en-US" sz="2000" dirty="0"/>
                  <a:t>and try computing each hash value </a:t>
                </a:r>
                <a14:m>
                  <m:oMath xmlns:m="http://schemas.openxmlformats.org/officeDocument/2006/math">
                    <m:r>
                      <a:rPr lang="en-MY" sz="2000" b="0" i="1" smtClean="0">
                        <a:latin typeface="Cambria Math" panose="02040503050406030204" pitchFamily="18" charset="0"/>
                      </a:rPr>
                      <m:t>h</m:t>
                    </m:r>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sSup>
                          <m:sSupPr>
                            <m:ctrlPr>
                              <a:rPr lang="en-MY" sz="2000" b="0" i="1" smtClean="0">
                                <a:latin typeface="Cambria Math" panose="02040503050406030204" pitchFamily="18" charset="0"/>
                              </a:rPr>
                            </m:ctrlPr>
                          </m:sSupPr>
                          <m:e>
                            <m:r>
                              <a:rPr lang="en-MY" sz="2000" b="0" i="1" smtClean="0">
                                <a:latin typeface="Cambria Math" panose="02040503050406030204" pitchFamily="18" charset="0"/>
                              </a:rPr>
                              <m:t>𝑥</m:t>
                            </m:r>
                          </m:e>
                          <m:sup>
                            <m:r>
                              <a:rPr lang="en-MY" sz="2000" b="0" i="1" smtClean="0">
                                <a:latin typeface="Cambria Math" panose="02040503050406030204" pitchFamily="18" charset="0"/>
                              </a:rPr>
                              <m:t>′</m:t>
                            </m:r>
                          </m:sup>
                        </m:sSup>
                      </m:e>
                    </m:d>
                  </m:oMath>
                </a14:m>
                <a:r>
                  <a:rPr lang="en-US" sz="2000" dirty="0"/>
                  <a:t> until a </a:t>
                </a:r>
                <a:r>
                  <a:rPr lang="en-US" sz="2000" b="1" dirty="0">
                    <a:solidFill>
                      <a:srgbClr val="00B050"/>
                    </a:solidFill>
                  </a:rPr>
                  <a:t>collision</a:t>
                </a:r>
                <a:r>
                  <a:rPr lang="en-US" sz="2000" dirty="0"/>
                  <a:t> occurs.</a:t>
                </a:r>
                <a:endParaRPr lang="en-MY" sz="2000" dirty="0"/>
              </a:p>
              <a:p>
                <a:pPr lvl="1" algn="just">
                  <a:buFont typeface="Wingdings" panose="05000000000000000000" pitchFamily="2" charset="2"/>
                  <a:buChar char="Ø"/>
                </a:pPr>
                <a:r>
                  <a:rPr lang="en-MY" sz="2000" dirty="0"/>
                  <a:t>For a </a:t>
                </a:r>
                <a14:m>
                  <m:oMath xmlns:m="http://schemas.openxmlformats.org/officeDocument/2006/math">
                    <m:r>
                      <a:rPr lang="en-MY" sz="2000" b="0" i="1" smtClean="0">
                        <a:latin typeface="Cambria Math" panose="02040503050406030204" pitchFamily="18" charset="0"/>
                      </a:rPr>
                      <m:t>𝑛</m:t>
                    </m:r>
                  </m:oMath>
                </a14:m>
                <a:r>
                  <a:rPr lang="en-US" sz="2000" dirty="0"/>
                  <a:t>-bit hash value, the adversary </a:t>
                </a:r>
                <a:r>
                  <a:rPr lang="en-US" sz="2000" b="1" dirty="0">
                    <a:solidFill>
                      <a:srgbClr val="FF0000"/>
                    </a:solidFill>
                  </a:rPr>
                  <a:t>on average </a:t>
                </a:r>
                <a:r>
                  <a:rPr lang="en-US" sz="2000" dirty="0"/>
                  <a:t>has to try </a:t>
                </a:r>
                <a14:m>
                  <m:oMath xmlns:m="http://schemas.openxmlformats.org/officeDocument/2006/math">
                    <m:sSup>
                      <m:sSupPr>
                        <m:ctrlPr>
                          <a:rPr lang="en-MY" sz="2000" b="0" i="1" smtClean="0">
                            <a:latin typeface="Cambria Math" panose="02040503050406030204" pitchFamily="18" charset="0"/>
                          </a:rPr>
                        </m:ctrlPr>
                      </m:sSupPr>
                      <m:e>
                        <m:r>
                          <a:rPr lang="en-MY" sz="2000" b="0" i="1" smtClean="0">
                            <a:latin typeface="Cambria Math" panose="02040503050406030204" pitchFamily="18" charset="0"/>
                          </a:rPr>
                          <m:t>2</m:t>
                        </m:r>
                      </m:e>
                      <m:sup>
                        <m:r>
                          <a:rPr lang="en-MY" sz="2000" b="0" i="1" smtClean="0">
                            <a:latin typeface="Cambria Math" panose="02040503050406030204" pitchFamily="18" charset="0"/>
                          </a:rPr>
                          <m:t>𝑛</m:t>
                        </m:r>
                        <m:r>
                          <a:rPr lang="en-MY" sz="2000" b="0" i="1" smtClean="0">
                            <a:latin typeface="Cambria Math" panose="02040503050406030204" pitchFamily="18" charset="0"/>
                          </a:rPr>
                          <m:t>−1</m:t>
                        </m:r>
                      </m:sup>
                    </m:sSup>
                  </m:oMath>
                </a14:m>
                <a:r>
                  <a:rPr lang="en-US" sz="2000" dirty="0"/>
                  <a:t> values of </a:t>
                </a:r>
                <a14:m>
                  <m:oMath xmlns:m="http://schemas.openxmlformats.org/officeDocument/2006/math">
                    <m:sSup>
                      <m:sSupPr>
                        <m:ctrlPr>
                          <a:rPr lang="en-MY" sz="2000" b="0" i="1" smtClean="0">
                            <a:latin typeface="Cambria Math" panose="02040503050406030204" pitchFamily="18" charset="0"/>
                          </a:rPr>
                        </m:ctrlPr>
                      </m:sSupPr>
                      <m:e>
                        <m:r>
                          <a:rPr lang="en-MY" sz="2000" b="0" i="1" smtClean="0">
                            <a:latin typeface="Cambria Math" panose="02040503050406030204" pitchFamily="18" charset="0"/>
                          </a:rPr>
                          <m:t>𝑥</m:t>
                        </m:r>
                      </m:e>
                      <m:sup>
                        <m:r>
                          <a:rPr lang="en-MY" sz="2000" b="0" i="1" smtClean="0">
                            <a:latin typeface="Cambria Math" panose="02040503050406030204" pitchFamily="18" charset="0"/>
                          </a:rPr>
                          <m:t>′</m:t>
                        </m:r>
                      </m:sup>
                    </m:sSup>
                  </m:oMath>
                </a14:m>
                <a:r>
                  <a:rPr lang="en-US" sz="2000" dirty="0"/>
                  <a:t> to such a collision.</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735" r="-612" b="-2819"/>
                </a:stretch>
              </a:blipFill>
            </p:spPr>
            <p:txBody>
              <a:bodyPr/>
              <a:lstStyle/>
              <a:p>
                <a:r>
                  <a:rPr lang="en-MY">
                    <a:noFill/>
                  </a:rPr>
                  <a:t> </a:t>
                </a:r>
              </a:p>
            </p:txBody>
          </p:sp>
        </mc:Fallback>
      </mc:AlternateContent>
    </p:spTree>
    <p:extLst>
      <p:ext uri="{BB962C8B-B14F-4D97-AF65-F5344CB8AC3E}">
        <p14:creationId xmlns:p14="http://schemas.microsoft.com/office/powerpoint/2010/main" val="363300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FF0000"/>
                </a:solidFill>
              </a:rPr>
              <a:t>Brute-Force Attacks </a:t>
            </a:r>
            <a:r>
              <a:rPr lang="en-MY" dirty="0"/>
              <a:t>on Hash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4305492"/>
              </a:xfrm>
            </p:spPr>
            <p:txBody>
              <a:bodyPr>
                <a:normAutofit/>
              </a:bodyPr>
              <a:lstStyle/>
              <a:p>
                <a:pPr marL="457200" indent="-457200" algn="just">
                  <a:buFont typeface="+mj-lt"/>
                  <a:buAutoNum type="arabicPeriod" startAt="2"/>
                </a:pPr>
                <a:r>
                  <a:rPr lang="en-MY" sz="2000" b="1" dirty="0">
                    <a:solidFill>
                      <a:srgbClr val="0070C0"/>
                    </a:solidFill>
                  </a:rPr>
                  <a:t>Collision Resistant Attacks</a:t>
                </a:r>
                <a:r>
                  <a:rPr lang="en-MY" sz="2000" dirty="0"/>
                  <a:t>:</a:t>
                </a:r>
              </a:p>
              <a:p>
                <a:pPr lvl="1" algn="just">
                  <a:buFont typeface="Wingdings" panose="05000000000000000000" pitchFamily="2" charset="2"/>
                  <a:buChar char="Ø"/>
                </a:pPr>
                <a:r>
                  <a:rPr lang="en-US" sz="2000" dirty="0"/>
                  <a:t>For a collision resistant attack, an adversary wishes to find two messages or data blocks </a:t>
                </a:r>
                <a14:m>
                  <m:oMath xmlns:m="http://schemas.openxmlformats.org/officeDocument/2006/math">
                    <m:r>
                      <a:rPr lang="en-MY" sz="2000" b="0" i="1" smtClean="0">
                        <a:latin typeface="Cambria Math" panose="02040503050406030204" pitchFamily="18" charset="0"/>
                      </a:rPr>
                      <m:t>𝑥</m:t>
                    </m:r>
                  </m:oMath>
                </a14:m>
                <a:r>
                  <a:rPr lang="en-US" sz="2000" dirty="0"/>
                  <a:t> and </a:t>
                </a:r>
                <a14:m>
                  <m:oMath xmlns:m="http://schemas.openxmlformats.org/officeDocument/2006/math">
                    <m:r>
                      <a:rPr lang="en-MY" sz="2000" b="0" i="1" smtClean="0">
                        <a:latin typeface="Cambria Math" panose="02040503050406030204" pitchFamily="18" charset="0"/>
                      </a:rPr>
                      <m:t>𝑦</m:t>
                    </m:r>
                  </m:oMath>
                </a14:m>
                <a:r>
                  <a:rPr lang="en-US" sz="2000" dirty="0"/>
                  <a:t> with </a:t>
                </a:r>
                <a14:m>
                  <m:oMath xmlns:m="http://schemas.openxmlformats.org/officeDocument/2006/math">
                    <m:r>
                      <a:rPr lang="en-MY" sz="2000" b="0" i="1" smtClean="0">
                        <a:latin typeface="Cambria Math" panose="02040503050406030204" pitchFamily="18" charset="0"/>
                      </a:rPr>
                      <m:t>𝑥</m:t>
                    </m:r>
                    <m:r>
                      <a:rPr lang="en-MY" sz="2000" b="0" i="1" smtClean="0">
                        <a:latin typeface="Cambria Math" panose="02040503050406030204" pitchFamily="18" charset="0"/>
                      </a:rPr>
                      <m:t>≠</m:t>
                    </m:r>
                    <m:r>
                      <a:rPr lang="en-MY" sz="2000" b="0" i="1" smtClean="0">
                        <a:latin typeface="Cambria Math" panose="02040503050406030204" pitchFamily="18" charset="0"/>
                      </a:rPr>
                      <m:t>𝑦</m:t>
                    </m:r>
                  </m:oMath>
                </a14:m>
                <a:r>
                  <a:rPr lang="en-US" sz="2000" dirty="0"/>
                  <a:t> that yield the same hash function </a:t>
                </a:r>
                <a14:m>
                  <m:oMath xmlns:m="http://schemas.openxmlformats.org/officeDocument/2006/math">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𝑥</m:t>
                        </m:r>
                      </m:e>
                    </m:d>
                    <m:r>
                      <a:rPr lang="en-MY" sz="2000" b="0" i="1" smtClean="0">
                        <a:latin typeface="Cambria Math" panose="02040503050406030204" pitchFamily="18" charset="0"/>
                      </a:rPr>
                      <m:t>=</m:t>
                    </m:r>
                    <m:r>
                      <a:rPr lang="en-MY" sz="2000" b="0" i="1" smtClean="0">
                        <a:latin typeface="Cambria Math" panose="02040503050406030204" pitchFamily="18" charset="0"/>
                      </a:rPr>
                      <m:t>𝐻</m:t>
                    </m:r>
                    <m:d>
                      <m:dPr>
                        <m:ctrlPr>
                          <a:rPr lang="en-MY" sz="2000" b="0" i="1" smtClean="0">
                            <a:latin typeface="Cambria Math" panose="02040503050406030204" pitchFamily="18" charset="0"/>
                          </a:rPr>
                        </m:ctrlPr>
                      </m:dPr>
                      <m:e>
                        <m:r>
                          <a:rPr lang="en-MY" sz="2000" b="0" i="1" smtClean="0">
                            <a:latin typeface="Cambria Math" panose="02040503050406030204" pitchFamily="18" charset="0"/>
                          </a:rPr>
                          <m:t>𝑦</m:t>
                        </m:r>
                      </m:e>
                    </m:d>
                  </m:oMath>
                </a14:m>
                <a:r>
                  <a:rPr lang="en-US" sz="2000" dirty="0"/>
                  <a:t>.</a:t>
                </a:r>
              </a:p>
              <a:p>
                <a:pPr lvl="1" algn="just">
                  <a:buFont typeface="Wingdings" panose="05000000000000000000" pitchFamily="2" charset="2"/>
                  <a:buChar char="Ø"/>
                </a:pPr>
                <a:r>
                  <a:rPr lang="en-US" sz="2000" dirty="0"/>
                  <a:t>The effort required is explained by a mathematical result referred to as the </a:t>
                </a:r>
                <a:r>
                  <a:rPr lang="en-US" sz="2000" b="1" i="1" dirty="0">
                    <a:solidFill>
                      <a:srgbClr val="00B050"/>
                    </a:solidFill>
                  </a:rPr>
                  <a:t>birthday paradox</a:t>
                </a:r>
                <a:r>
                  <a:rPr lang="en-US" sz="2000" i="1" dirty="0"/>
                  <a:t>.</a:t>
                </a:r>
              </a:p>
              <a:p>
                <a:pPr lvl="1" algn="just">
                  <a:buFont typeface="Wingdings" panose="05000000000000000000" pitchFamily="2" charset="2"/>
                  <a:buChar char="Ø"/>
                </a:pPr>
                <a:r>
                  <a:rPr lang="en-US" sz="2000" b="0" i="0" u="none" strike="noStrike" baseline="0" dirty="0"/>
                  <a:t>In essence, if we choose random variables from a uniform distribution in the range of </a:t>
                </a:r>
                <a14:m>
                  <m:oMath xmlns:m="http://schemas.openxmlformats.org/officeDocument/2006/math">
                    <m:r>
                      <a:rPr lang="en-MY" sz="2000" b="0" i="1" u="none" strike="noStrike" baseline="0" smtClean="0">
                        <a:latin typeface="Cambria Math" panose="02040503050406030204" pitchFamily="18" charset="0"/>
                      </a:rPr>
                      <m:t>0≤</m:t>
                    </m:r>
                    <m:r>
                      <a:rPr lang="en-MY" sz="2000" b="0" i="1" u="none" strike="noStrike" baseline="0" smtClean="0">
                        <a:latin typeface="Cambria Math" panose="02040503050406030204" pitchFamily="18" charset="0"/>
                      </a:rPr>
                      <m:t>𝑥</m:t>
                    </m:r>
                    <m:r>
                      <a:rPr lang="en-MY" sz="2000" b="0" i="1" u="none" strike="noStrike" baseline="0" smtClean="0">
                        <a:latin typeface="Cambria Math" panose="02040503050406030204" pitchFamily="18" charset="0"/>
                      </a:rPr>
                      <m:t>≤</m:t>
                    </m:r>
                    <m:r>
                      <a:rPr lang="en-MY" sz="2000" b="0" i="1" u="none" strike="noStrike" baseline="0" smtClean="0">
                        <a:latin typeface="Cambria Math" panose="02040503050406030204" pitchFamily="18" charset="0"/>
                      </a:rPr>
                      <m:t>𝑁</m:t>
                    </m:r>
                    <m:r>
                      <a:rPr lang="en-MY" sz="2000" b="0" i="1" u="none" strike="noStrike" baseline="0" smtClean="0">
                        <a:latin typeface="Cambria Math" panose="02040503050406030204" pitchFamily="18" charset="0"/>
                      </a:rPr>
                      <m:t>−1</m:t>
                    </m:r>
                  </m:oMath>
                </a14:m>
                <a:r>
                  <a:rPr lang="en-US" sz="2000" b="0" i="0" u="none" strike="noStrike" baseline="0" dirty="0"/>
                  <a:t> , then the probability that a repeated element is encountered exceeds </a:t>
                </a:r>
                <a14:m>
                  <m:oMath xmlns:m="http://schemas.openxmlformats.org/officeDocument/2006/math">
                    <m:r>
                      <a:rPr lang="en-MY" sz="2000" b="0" i="1" u="none" strike="noStrike" baseline="0" smtClean="0">
                        <a:latin typeface="Cambria Math" panose="02040503050406030204" pitchFamily="18" charset="0"/>
                      </a:rPr>
                      <m:t>0.5</m:t>
                    </m:r>
                  </m:oMath>
                </a14:m>
                <a:r>
                  <a:rPr lang="en-US" sz="2000" b="0" i="0" u="none" strike="noStrike" baseline="0" dirty="0"/>
                  <a:t> after </a:t>
                </a:r>
                <a14:m>
                  <m:oMath xmlns:m="http://schemas.openxmlformats.org/officeDocument/2006/math">
                    <m:rad>
                      <m:radPr>
                        <m:degHide m:val="on"/>
                        <m:ctrlPr>
                          <a:rPr lang="en-MY" sz="2000" b="0" i="1" u="none" strike="noStrike" baseline="0" smtClean="0">
                            <a:latin typeface="Cambria Math" panose="02040503050406030204" pitchFamily="18" charset="0"/>
                          </a:rPr>
                        </m:ctrlPr>
                      </m:radPr>
                      <m:deg/>
                      <m:e>
                        <m:r>
                          <a:rPr lang="en-MY" sz="2000" b="0" i="1" u="none" strike="noStrike" baseline="0" smtClean="0">
                            <a:latin typeface="Cambria Math" panose="02040503050406030204" pitchFamily="18" charset="0"/>
                          </a:rPr>
                          <m:t>𝑁</m:t>
                        </m:r>
                      </m:e>
                    </m:rad>
                  </m:oMath>
                </a14:m>
                <a:r>
                  <a:rPr lang="en-MY" sz="2000" b="0" i="0" u="none" strike="noStrike" baseline="0" dirty="0"/>
                  <a:t> choices have been made.</a:t>
                </a:r>
              </a:p>
              <a:p>
                <a:pPr lvl="1" algn="just">
                  <a:buFont typeface="Wingdings" panose="05000000000000000000" pitchFamily="2" charset="2"/>
                  <a:buChar char="Ø"/>
                </a:pPr>
                <a:r>
                  <a:rPr lang="en-MY" sz="2000" dirty="0"/>
                  <a:t>For a </a:t>
                </a:r>
                <a14:m>
                  <m:oMath xmlns:m="http://schemas.openxmlformats.org/officeDocument/2006/math">
                    <m:r>
                      <a:rPr lang="en-MY" sz="2000" b="0" i="1" smtClean="0">
                        <a:latin typeface="Cambria Math" panose="02040503050406030204" pitchFamily="18" charset="0"/>
                      </a:rPr>
                      <m:t>𝑛</m:t>
                    </m:r>
                  </m:oMath>
                </a14:m>
                <a:r>
                  <a:rPr lang="en-US" sz="2000" dirty="0"/>
                  <a:t>-bit hash value, the </a:t>
                </a:r>
                <a:r>
                  <a:rPr lang="en-US" sz="2000" b="1" dirty="0">
                    <a:solidFill>
                      <a:srgbClr val="FF0000"/>
                    </a:solidFill>
                  </a:rPr>
                  <a:t>collision is expected to occur </a:t>
                </a:r>
                <a:r>
                  <a:rPr lang="en-US" sz="2000" dirty="0"/>
                  <a:t>within </a:t>
                </a:r>
                <a14:m>
                  <m:oMath xmlns:m="http://schemas.openxmlformats.org/officeDocument/2006/math">
                    <m:sSup>
                      <m:sSupPr>
                        <m:ctrlPr>
                          <a:rPr lang="en-MY" sz="2000" b="0" i="1" smtClean="0">
                            <a:latin typeface="Cambria Math" panose="02040503050406030204" pitchFamily="18" charset="0"/>
                          </a:rPr>
                        </m:ctrlPr>
                      </m:sSupPr>
                      <m:e>
                        <m:r>
                          <a:rPr lang="en-MY" sz="2000" b="0" i="1" smtClean="0">
                            <a:latin typeface="Cambria Math" panose="02040503050406030204" pitchFamily="18" charset="0"/>
                          </a:rPr>
                          <m:t>2</m:t>
                        </m:r>
                      </m:e>
                      <m:sup>
                        <m:f>
                          <m:fPr>
                            <m:ctrlPr>
                              <a:rPr lang="en-MY" sz="2000" b="0" i="1" smtClean="0">
                                <a:latin typeface="Cambria Math" panose="02040503050406030204" pitchFamily="18" charset="0"/>
                              </a:rPr>
                            </m:ctrlPr>
                          </m:fPr>
                          <m:num>
                            <m:r>
                              <a:rPr lang="en-MY" sz="2000" b="0" i="1" smtClean="0">
                                <a:latin typeface="Cambria Math" panose="02040503050406030204" pitchFamily="18" charset="0"/>
                              </a:rPr>
                              <m:t>𝑛</m:t>
                            </m:r>
                          </m:num>
                          <m:den>
                            <m:r>
                              <a:rPr lang="en-MY" sz="2000" b="0" i="1" smtClean="0">
                                <a:latin typeface="Cambria Math" panose="02040503050406030204" pitchFamily="18" charset="0"/>
                              </a:rPr>
                              <m:t>2</m:t>
                            </m:r>
                          </m:den>
                        </m:f>
                      </m:sup>
                    </m:sSup>
                  </m:oMath>
                </a14:m>
                <a:r>
                  <a:rPr lang="en-US" sz="2000" dirty="0"/>
                  <a:t> attempts.</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4305492"/>
              </a:xfrm>
              <a:blipFill>
                <a:blip r:embed="rId2"/>
                <a:stretch>
                  <a:fillRect l="-735" t="-425" r="-612"/>
                </a:stretch>
              </a:blipFill>
            </p:spPr>
            <p:txBody>
              <a:bodyPr/>
              <a:lstStyle/>
              <a:p>
                <a:r>
                  <a:rPr lang="en-MY">
                    <a:noFill/>
                  </a:rPr>
                  <a:t> </a:t>
                </a:r>
              </a:p>
            </p:txBody>
          </p:sp>
        </mc:Fallback>
      </mc:AlternateContent>
    </p:spTree>
    <p:extLst>
      <p:ext uri="{BB962C8B-B14F-4D97-AF65-F5344CB8AC3E}">
        <p14:creationId xmlns:p14="http://schemas.microsoft.com/office/powerpoint/2010/main" val="2520351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lstStyle/>
          <a:p>
            <a:r>
              <a:rPr lang="en-MY" dirty="0">
                <a:solidFill>
                  <a:srgbClr val="0000FF"/>
                </a:solidFill>
              </a:rPr>
              <a:t>Cryptanalysis</a:t>
            </a:r>
            <a:r>
              <a:rPr lang="en-MY" dirty="0"/>
              <a:t> on Hash Function</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000" dirty="0"/>
              <a:t>An attack based on weaknesses in a particular cryptographic algorithm.</a:t>
            </a:r>
          </a:p>
          <a:p>
            <a:pPr algn="just">
              <a:buFont typeface="Wingdings" panose="05000000000000000000" pitchFamily="2" charset="2"/>
              <a:buChar char="§"/>
            </a:pPr>
            <a:r>
              <a:rPr lang="en-US" sz="2000" dirty="0"/>
              <a:t>Cryptanalysis on hash function seeks to </a:t>
            </a:r>
            <a:r>
              <a:rPr lang="en-US" sz="2000" b="1" dirty="0">
                <a:solidFill>
                  <a:srgbClr val="FF0000"/>
                </a:solidFill>
              </a:rPr>
              <a:t>exploit some properties of the algorithm </a:t>
            </a:r>
            <a:r>
              <a:rPr lang="en-US" sz="2000" dirty="0"/>
              <a:t>to perform some attacks other than an exhaustive search.</a:t>
            </a:r>
          </a:p>
          <a:p>
            <a:pPr algn="just">
              <a:buFont typeface="Wingdings" panose="05000000000000000000" pitchFamily="2" charset="2"/>
              <a:buChar char="§"/>
            </a:pPr>
            <a:r>
              <a:rPr lang="en-US" sz="2000" dirty="0"/>
              <a:t>To understand how cryptanalysis works, we need to </a:t>
            </a:r>
            <a:r>
              <a:rPr lang="en-US" sz="2000" b="1" dirty="0">
                <a:solidFill>
                  <a:srgbClr val="00B050"/>
                </a:solidFill>
              </a:rPr>
              <a:t>understand how the internal structures of certain hash function</a:t>
            </a:r>
            <a:r>
              <a:rPr lang="en-US" sz="2000" dirty="0"/>
              <a:t>. In this case, we consider the general structure of </a:t>
            </a:r>
            <a:r>
              <a:rPr lang="en-US" sz="2000" b="1" dirty="0"/>
              <a:t>secure hash code, </a:t>
            </a:r>
            <a:r>
              <a:rPr lang="en-US" sz="2000" dirty="0"/>
              <a:t>an iterated hash function proposed by </a:t>
            </a:r>
            <a:r>
              <a:rPr lang="en-US" sz="2000" b="1" dirty="0">
                <a:solidFill>
                  <a:srgbClr val="002060"/>
                </a:solidFill>
              </a:rPr>
              <a:t>Ralph Merkle in 1989</a:t>
            </a:r>
            <a:r>
              <a:rPr lang="en-US" sz="2000" dirty="0"/>
              <a:t>.</a:t>
            </a:r>
          </a:p>
        </p:txBody>
      </p:sp>
    </p:spTree>
    <p:extLst>
      <p:ext uri="{BB962C8B-B14F-4D97-AF65-F5344CB8AC3E}">
        <p14:creationId xmlns:p14="http://schemas.microsoft.com/office/powerpoint/2010/main" val="1389778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8CA6C1-7241-993D-D2D0-DEA7BE7D37B7}"/>
              </a:ext>
            </a:extLst>
          </p:cNvPr>
          <p:cNvPicPr>
            <a:picLocks noChangeAspect="1"/>
          </p:cNvPicPr>
          <p:nvPr/>
        </p:nvPicPr>
        <p:blipFill>
          <a:blip r:embed="rId2"/>
          <a:stretch>
            <a:fillRect/>
          </a:stretch>
        </p:blipFill>
        <p:spPr>
          <a:xfrm>
            <a:off x="1189673" y="2177626"/>
            <a:ext cx="9812653" cy="4098887"/>
          </a:xfrm>
          <a:prstGeom prst="rect">
            <a:avLst/>
          </a:prstGeom>
          <a:ln w="19050">
            <a:solidFill>
              <a:srgbClr val="002060"/>
            </a:solidFill>
          </a:ln>
        </p:spPr>
      </p:pic>
      <p:sp>
        <p:nvSpPr>
          <p:cNvPr id="5" name="Title 1">
            <a:extLst>
              <a:ext uri="{FF2B5EF4-FFF2-40B4-BE49-F238E27FC236}">
                <a16:creationId xmlns:a16="http://schemas.microsoft.com/office/drawing/2014/main" id="{3DC8DE58-485A-2DF0-FB72-46DD95734341}"/>
              </a:ext>
            </a:extLst>
          </p:cNvPr>
          <p:cNvSpPr>
            <a:spLocks noGrp="1"/>
          </p:cNvSpPr>
          <p:nvPr>
            <p:ph type="title"/>
          </p:nvPr>
        </p:nvSpPr>
        <p:spPr>
          <a:xfrm>
            <a:off x="1066800" y="936841"/>
            <a:ext cx="9956218" cy="953669"/>
          </a:xfrm>
        </p:spPr>
        <p:txBody>
          <a:bodyPr>
            <a:normAutofit/>
          </a:bodyPr>
          <a:lstStyle/>
          <a:p>
            <a:r>
              <a:rPr lang="en-MY" sz="3000" dirty="0">
                <a:solidFill>
                  <a:srgbClr val="0000FF"/>
                </a:solidFill>
              </a:rPr>
              <a:t>Cryptanalysis</a:t>
            </a:r>
            <a:r>
              <a:rPr lang="en-MY" sz="3000" dirty="0"/>
              <a:t> on </a:t>
            </a:r>
            <a:r>
              <a:rPr lang="en-MY" sz="3000" dirty="0">
                <a:solidFill>
                  <a:srgbClr val="C00000"/>
                </a:solidFill>
              </a:rPr>
              <a:t>Secure </a:t>
            </a:r>
            <a:r>
              <a:rPr lang="en-MY" sz="3000">
                <a:solidFill>
                  <a:srgbClr val="C00000"/>
                </a:solidFill>
              </a:rPr>
              <a:t>Hash Code</a:t>
            </a:r>
            <a:endParaRPr lang="en-MY" sz="3000" dirty="0">
              <a:solidFill>
                <a:srgbClr val="C00000"/>
              </a:solidFill>
            </a:endParaRPr>
          </a:p>
        </p:txBody>
      </p:sp>
    </p:spTree>
    <p:extLst>
      <p:ext uri="{BB962C8B-B14F-4D97-AF65-F5344CB8AC3E}">
        <p14:creationId xmlns:p14="http://schemas.microsoft.com/office/powerpoint/2010/main" val="3273982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3000" dirty="0">
                <a:solidFill>
                  <a:srgbClr val="0000FF"/>
                </a:solidFill>
              </a:rPr>
              <a:t>Cryptanalysis</a:t>
            </a:r>
            <a:r>
              <a:rPr lang="en-MY" sz="3000" dirty="0"/>
              <a:t> on </a:t>
            </a:r>
            <a:r>
              <a:rPr lang="en-MY" sz="3000" dirty="0">
                <a:solidFill>
                  <a:srgbClr val="C00000"/>
                </a:solidFill>
              </a:rPr>
              <a:t>Secure Hash Code</a:t>
            </a:r>
            <a:endParaRPr lang="en-MY" sz="3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000" b="0" kern="1200" baseline="0" dirty="0">
                    <a:solidFill>
                      <a:schemeClr val="tx1"/>
                    </a:solidFill>
                    <a:ea typeface="ＭＳ Ｐゴシック" charset="-128"/>
                    <a:cs typeface="ＭＳ Ｐゴシック" charset="-128"/>
                  </a:rPr>
                  <a:t>The hash function takes an input message and partitions it into </a:t>
                </a:r>
                <a14:m>
                  <m:oMath xmlns:m="http://schemas.openxmlformats.org/officeDocument/2006/math">
                    <m:r>
                      <a:rPr lang="en-MY" sz="2000" b="0" i="1" kern="1200" baseline="0" smtClean="0">
                        <a:solidFill>
                          <a:schemeClr val="tx1"/>
                        </a:solidFill>
                        <a:latin typeface="Cambria Math" panose="02040503050406030204" pitchFamily="18" charset="0"/>
                        <a:ea typeface="ＭＳ Ｐゴシック" charset="-128"/>
                        <a:cs typeface="ＭＳ Ｐゴシック" charset="-128"/>
                      </a:rPr>
                      <m:t>𝐿</m:t>
                    </m:r>
                  </m:oMath>
                </a14:m>
                <a:r>
                  <a:rPr lang="en-US" sz="2000" b="0" kern="1200" baseline="0" dirty="0">
                    <a:solidFill>
                      <a:schemeClr val="tx1"/>
                    </a:solidFill>
                    <a:ea typeface="ＭＳ Ｐゴシック" charset="-128"/>
                    <a:cs typeface="ＭＳ Ｐゴシック" charset="-128"/>
                  </a:rPr>
                  <a:t> fixed-sized blocks of</a:t>
                </a:r>
                <a:r>
                  <a:rPr lang="en-MY" sz="2000" b="0" dirty="0"/>
                  <a:t> </a:t>
                </a:r>
                <a14:m>
                  <m:oMath xmlns:m="http://schemas.openxmlformats.org/officeDocument/2006/math">
                    <m:r>
                      <a:rPr lang="en-MY" sz="2000" b="0" i="1" smtClean="0">
                        <a:latin typeface="Cambria Math" panose="02040503050406030204" pitchFamily="18" charset="0"/>
                      </a:rPr>
                      <m:t>𝑏</m:t>
                    </m:r>
                  </m:oMath>
                </a14:m>
                <a:r>
                  <a:rPr lang="en-US" sz="2000" b="0" kern="1200" baseline="0" dirty="0">
                    <a:solidFill>
                      <a:schemeClr val="tx1"/>
                    </a:solidFill>
                    <a:ea typeface="ＭＳ Ｐゴシック" charset="-128"/>
                    <a:cs typeface="ＭＳ Ｐゴシック" charset="-128"/>
                  </a:rPr>
                  <a:t>  bits each.</a:t>
                </a:r>
                <a:r>
                  <a:rPr lang="en-US" sz="2000" b="0" kern="1200" dirty="0">
                    <a:solidFill>
                      <a:schemeClr val="tx1"/>
                    </a:solidFill>
                    <a:ea typeface="ＭＳ Ｐゴシック" charset="-128"/>
                    <a:cs typeface="ＭＳ Ｐゴシック" charset="-128"/>
                  </a:rPr>
                  <a:t> </a:t>
                </a:r>
                <a:r>
                  <a:rPr lang="en-US" sz="2000" b="0" kern="1200" baseline="0" dirty="0">
                    <a:solidFill>
                      <a:schemeClr val="tx1"/>
                    </a:solidFill>
                    <a:ea typeface="ＭＳ Ｐゴシック" charset="-128"/>
                    <a:cs typeface="ＭＳ Ｐゴシック" charset="-128"/>
                  </a:rPr>
                  <a:t>If necessary, the final block is padded to </a:t>
                </a:r>
                <a14:m>
                  <m:oMath xmlns:m="http://schemas.openxmlformats.org/officeDocument/2006/math">
                    <m:r>
                      <a:rPr lang="en-MY" sz="2000" b="0" i="1" smtClean="0">
                        <a:latin typeface="Cambria Math" panose="02040503050406030204" pitchFamily="18" charset="0"/>
                      </a:rPr>
                      <m:t>𝑏</m:t>
                    </m:r>
                  </m:oMath>
                </a14:m>
                <a:r>
                  <a:rPr lang="en-US" sz="2000" b="0" kern="1200" baseline="0" dirty="0">
                    <a:solidFill>
                      <a:schemeClr val="tx1"/>
                    </a:solidFill>
                    <a:ea typeface="ＭＳ Ｐゴシック" charset="-128"/>
                    <a:cs typeface="ＭＳ Ｐゴシック" charset="-128"/>
                  </a:rPr>
                  <a:t> bits. </a:t>
                </a:r>
              </a:p>
              <a:p>
                <a:pPr algn="just">
                  <a:buFont typeface="Wingdings" panose="05000000000000000000" pitchFamily="2" charset="2"/>
                  <a:buChar char="§"/>
                </a:pPr>
                <a:r>
                  <a:rPr lang="en-US" sz="2000" b="0" kern="1200" baseline="0" dirty="0">
                    <a:solidFill>
                      <a:schemeClr val="tx1"/>
                    </a:solidFill>
                    <a:ea typeface="ＭＳ Ｐゴシック" charset="-128"/>
                    <a:cs typeface="ＭＳ Ｐゴシック" charset="-128"/>
                  </a:rPr>
                  <a:t>The final block also includes the value of the total length of the input to the hash function. </a:t>
                </a:r>
              </a:p>
              <a:p>
                <a:pPr algn="just">
                  <a:buFont typeface="Wingdings" panose="05000000000000000000" pitchFamily="2" charset="2"/>
                  <a:buChar char="§"/>
                </a:pPr>
                <a:r>
                  <a:rPr lang="en-US" sz="2000" b="0" kern="1200" baseline="0" dirty="0">
                    <a:solidFill>
                      <a:schemeClr val="tx1"/>
                    </a:solidFill>
                    <a:ea typeface="ＭＳ Ｐゴシック" charset="-128"/>
                    <a:cs typeface="ＭＳ Ｐゴシック" charset="-128"/>
                  </a:rPr>
                  <a:t>The inclusion of the length makes the job of the opponent more difficult. Either the opponent must find two messages of equal length that hash to the same value or two messages of differing lengths that, together with their length values, hash to the same value.</a:t>
                </a:r>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1946664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3000" dirty="0">
                <a:solidFill>
                  <a:srgbClr val="0000FF"/>
                </a:solidFill>
              </a:rPr>
              <a:t>Cryptanalysis</a:t>
            </a:r>
            <a:r>
              <a:rPr lang="en-MY" sz="3000" dirty="0"/>
              <a:t> on </a:t>
            </a:r>
            <a:r>
              <a:rPr lang="en-MY" sz="3000" dirty="0">
                <a:solidFill>
                  <a:srgbClr val="C00000"/>
                </a:solidFill>
              </a:rPr>
              <a:t>Secure </a:t>
            </a:r>
            <a:r>
              <a:rPr lang="en-MY" sz="3000">
                <a:solidFill>
                  <a:srgbClr val="C00000"/>
                </a:solidFill>
              </a:rPr>
              <a:t>Hash Code</a:t>
            </a:r>
            <a:endParaRPr lang="en-MY" sz="3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000" b="0" kern="1200" baseline="0" dirty="0">
                    <a:solidFill>
                      <a:schemeClr val="tx1"/>
                    </a:solidFill>
                    <a:latin typeface="Arial" charset="0"/>
                    <a:ea typeface="ＭＳ Ｐゴシック" charset="-128"/>
                    <a:cs typeface="ＭＳ Ｐゴシック" charset="-128"/>
                  </a:rPr>
                  <a:t>The hash algorithm involves repeated use of a </a:t>
                </a:r>
                <a:r>
                  <a:rPr lang="en-US" sz="2000" b="1" kern="1200" baseline="0" dirty="0">
                    <a:solidFill>
                      <a:srgbClr val="00B050"/>
                    </a:solidFill>
                    <a:latin typeface="Arial" charset="0"/>
                    <a:ea typeface="ＭＳ Ｐゴシック" charset="-128"/>
                    <a:cs typeface="ＭＳ Ｐゴシック" charset="-128"/>
                  </a:rPr>
                  <a:t>compression function</a:t>
                </a:r>
                <a:r>
                  <a:rPr lang="en-MY" sz="2000" b="1" dirty="0">
                    <a:solidFill>
                      <a:srgbClr val="00B050"/>
                    </a:solidFill>
                  </a:rPr>
                  <a:t> </a:t>
                </a:r>
                <a14:m>
                  <m:oMath xmlns:m="http://schemas.openxmlformats.org/officeDocument/2006/math">
                    <m:r>
                      <a:rPr lang="en-MY" sz="2000" b="1" i="1" smtClean="0">
                        <a:solidFill>
                          <a:srgbClr val="00B050"/>
                        </a:solidFill>
                        <a:latin typeface="Cambria Math" panose="02040503050406030204" pitchFamily="18" charset="0"/>
                      </a:rPr>
                      <m:t>𝒇</m:t>
                    </m:r>
                  </m:oMath>
                </a14:m>
                <a:r>
                  <a:rPr lang="en-US" sz="2000" b="0" kern="1200" baseline="0" dirty="0">
                    <a:solidFill>
                      <a:schemeClr val="tx1"/>
                    </a:solidFill>
                    <a:latin typeface="Arial" charset="0"/>
                    <a:ea typeface="ＭＳ Ｐゴシック" charset="-128"/>
                    <a:cs typeface="ＭＳ Ｐゴシック" charset="-128"/>
                  </a:rPr>
                  <a:t>, that takes two inputs (an </a:t>
                </a:r>
                <a14:m>
                  <m:oMath xmlns:m="http://schemas.openxmlformats.org/officeDocument/2006/math">
                    <m:r>
                      <a:rPr lang="en-MY" sz="2000" b="0" i="1" kern="1200" baseline="0" smtClean="0">
                        <a:solidFill>
                          <a:schemeClr val="tx1"/>
                        </a:solidFill>
                        <a:latin typeface="Cambria Math" panose="02040503050406030204" pitchFamily="18" charset="0"/>
                        <a:ea typeface="ＭＳ Ｐゴシック" charset="-128"/>
                        <a:cs typeface="ＭＳ Ｐゴシック" charset="-128"/>
                      </a:rPr>
                      <m:t>𝑛</m:t>
                    </m:r>
                  </m:oMath>
                </a14:m>
                <a:r>
                  <a:rPr lang="en-US" sz="2000" b="0" kern="1200" baseline="0" dirty="0">
                    <a:solidFill>
                      <a:schemeClr val="tx1"/>
                    </a:solidFill>
                    <a:latin typeface="Arial" charset="0"/>
                    <a:ea typeface="ＭＳ Ｐゴシック" charset="-128"/>
                    <a:cs typeface="ＭＳ Ｐゴシック" charset="-128"/>
                  </a:rPr>
                  <a:t>-bit input from the previous step, called the chaining variable, and a </a:t>
                </a:r>
                <a14:m>
                  <m:oMath xmlns:m="http://schemas.openxmlformats.org/officeDocument/2006/math">
                    <m:r>
                      <a:rPr lang="en-MY" sz="2000" i="1">
                        <a:latin typeface="Cambria Math" panose="02040503050406030204" pitchFamily="18" charset="0"/>
                      </a:rPr>
                      <m:t>𝑏</m:t>
                    </m:r>
                  </m:oMath>
                </a14:m>
                <a:r>
                  <a:rPr lang="en-US" sz="2000" b="0" kern="1200" baseline="0" dirty="0">
                    <a:solidFill>
                      <a:schemeClr val="tx1"/>
                    </a:solidFill>
                    <a:latin typeface="Arial" charset="0"/>
                    <a:ea typeface="ＭＳ Ｐゴシック" charset="-128"/>
                    <a:cs typeface="ＭＳ Ｐゴシック" charset="-128"/>
                  </a:rPr>
                  <a:t>-bit block) and produces an </a:t>
                </a:r>
                <a14:m>
                  <m:oMath xmlns:m="http://schemas.openxmlformats.org/officeDocument/2006/math">
                    <m:r>
                      <a:rPr lang="en-MY" sz="2000" b="0" i="1" kern="1200" baseline="0" smtClean="0">
                        <a:solidFill>
                          <a:schemeClr val="tx1"/>
                        </a:solidFill>
                        <a:latin typeface="Cambria Math" panose="02040503050406030204" pitchFamily="18" charset="0"/>
                        <a:ea typeface="ＭＳ Ｐゴシック" charset="-128"/>
                        <a:cs typeface="ＭＳ Ｐゴシック" charset="-128"/>
                      </a:rPr>
                      <m:t>𝑛</m:t>
                    </m:r>
                  </m:oMath>
                </a14:m>
                <a:r>
                  <a:rPr lang="en-US" sz="2000" b="0" kern="1200" baseline="0" dirty="0">
                    <a:solidFill>
                      <a:schemeClr val="tx1"/>
                    </a:solidFill>
                    <a:latin typeface="Arial" charset="0"/>
                    <a:ea typeface="ＭＳ Ｐゴシック" charset="-128"/>
                    <a:cs typeface="ＭＳ Ｐゴシック" charset="-128"/>
                  </a:rPr>
                  <a:t>-bit output. </a:t>
                </a:r>
              </a:p>
              <a:p>
                <a:pPr algn="just">
                  <a:buFont typeface="Wingdings" panose="05000000000000000000" pitchFamily="2" charset="2"/>
                  <a:buChar char="§"/>
                </a:pPr>
                <a:r>
                  <a:rPr lang="en-US" sz="2000" b="0" kern="1200" baseline="0" dirty="0">
                    <a:solidFill>
                      <a:schemeClr val="tx1"/>
                    </a:solidFill>
                    <a:latin typeface="Arial" charset="0"/>
                    <a:ea typeface="ＭＳ Ｐゴシック" charset="-128"/>
                    <a:cs typeface="ＭＳ Ｐゴシック" charset="-128"/>
                  </a:rPr>
                  <a:t>At the start of hashing, the chaining variable has an initial value that is specified as part of the algorithm. </a:t>
                </a:r>
              </a:p>
              <a:p>
                <a:pPr algn="just">
                  <a:buFont typeface="Wingdings" panose="05000000000000000000" pitchFamily="2" charset="2"/>
                  <a:buChar char="§"/>
                </a:pPr>
                <a:r>
                  <a:rPr lang="en-US" sz="2000" b="0" kern="1200" baseline="0" dirty="0">
                    <a:solidFill>
                      <a:schemeClr val="tx1"/>
                    </a:solidFill>
                    <a:latin typeface="Arial" charset="0"/>
                    <a:ea typeface="ＭＳ Ｐゴシック" charset="-128"/>
                    <a:cs typeface="ＭＳ Ｐゴシック" charset="-128"/>
                  </a:rPr>
                  <a:t>The final </a:t>
                </a:r>
                <a:r>
                  <a:rPr lang="en-US" sz="2000" kern="1200" baseline="0" dirty="0">
                    <a:solidFill>
                      <a:schemeClr val="tx1"/>
                    </a:solidFill>
                    <a:latin typeface="Arial" charset="0"/>
                    <a:ea typeface="ＭＳ Ｐゴシック" charset="-128"/>
                    <a:cs typeface="ＭＳ Ｐゴシック" charset="-128"/>
                  </a:rPr>
                  <a:t>value of the chaining variable is the hash value.</a:t>
                </a:r>
                <a:endParaRPr lang="en-US" sz="2000" dirty="0"/>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8636390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3000" dirty="0">
                <a:solidFill>
                  <a:srgbClr val="0000FF"/>
                </a:solidFill>
              </a:rPr>
              <a:t>Cryptanalysis</a:t>
            </a:r>
            <a:r>
              <a:rPr lang="en-MY" sz="3000" dirty="0"/>
              <a:t> on Hash Function  </a:t>
            </a:r>
            <a:r>
              <a:rPr lang="en-MY" sz="3000" dirty="0">
                <a:solidFill>
                  <a:srgbClr val="C00000"/>
                </a:solidFill>
              </a:rPr>
              <a:t>Secure Hash Code</a:t>
            </a:r>
            <a:endParaRPr lang="en-MY" sz="3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4314370"/>
              </a:xfrm>
            </p:spPr>
            <p:txBody>
              <a:bodyPr>
                <a:normAutofit/>
              </a:bodyPr>
              <a:lstStyle/>
              <a:p>
                <a:pPr algn="just">
                  <a:buFont typeface="Wingdings" panose="05000000000000000000" pitchFamily="2" charset="2"/>
                  <a:buChar char="§"/>
                </a:pPr>
                <a:r>
                  <a:rPr lang="en-US" sz="2000" b="0" i="0" u="none" strike="noStrike" baseline="0" dirty="0"/>
                  <a:t>The motivation for this iterative structure is that if the compression function is collision resistant, then so is the resultant iterated hash function.</a:t>
                </a:r>
              </a:p>
              <a:p>
                <a:pPr algn="just">
                  <a:buFont typeface="Wingdings" panose="05000000000000000000" pitchFamily="2" charset="2"/>
                  <a:buChar char="§"/>
                </a:pPr>
                <a:r>
                  <a:rPr lang="en-MY" sz="2000" b="0" i="0" u="none" strike="noStrike" baseline="0" dirty="0"/>
                  <a:t>The problem </a:t>
                </a:r>
                <a:r>
                  <a:rPr lang="en-US" sz="2000" b="0" i="0" u="none" strike="noStrike" baseline="0" dirty="0"/>
                  <a:t>of designing a secure hash function </a:t>
                </a:r>
                <a:r>
                  <a:rPr lang="en-US" sz="2000" b="1" i="0" u="none" strike="noStrike" baseline="0" dirty="0">
                    <a:solidFill>
                      <a:srgbClr val="FF0000"/>
                    </a:solidFill>
                  </a:rPr>
                  <a:t>reduces to that of designing a collision-resistant compression function </a:t>
                </a:r>
                <a:r>
                  <a:rPr lang="en-US" sz="2000" b="0" i="0" u="none" strike="noStrike" baseline="0" dirty="0"/>
                  <a:t>that operates on inputs of some fixed size.</a:t>
                </a:r>
              </a:p>
              <a:p>
                <a:pPr algn="just"/>
                <a:r>
                  <a:rPr lang="en-US" sz="2000" dirty="0"/>
                  <a:t>The c</a:t>
                </a:r>
                <a:r>
                  <a:rPr lang="en-US" sz="2000" b="0" i="0" u="none" strike="noStrike" baseline="0" dirty="0"/>
                  <a:t>ryptanalysis is then focuses on the </a:t>
                </a:r>
                <a:r>
                  <a:rPr lang="en-US" sz="2000" b="1" i="0" u="none" strike="noStrike" baseline="0" dirty="0">
                    <a:solidFill>
                      <a:srgbClr val="00B050"/>
                    </a:solidFill>
                  </a:rPr>
                  <a:t>internal structure of </a:t>
                </a:r>
                <a14:m>
                  <m:oMath xmlns:m="http://schemas.openxmlformats.org/officeDocument/2006/math">
                    <m:r>
                      <a:rPr lang="en-MY" sz="2000" b="1" i="1" u="none" strike="noStrike" baseline="0" smtClean="0">
                        <a:solidFill>
                          <a:srgbClr val="00B050"/>
                        </a:solidFill>
                        <a:latin typeface="Cambria Math" panose="02040503050406030204" pitchFamily="18" charset="0"/>
                      </a:rPr>
                      <m:t>𝒇</m:t>
                    </m:r>
                  </m:oMath>
                </a14:m>
                <a:r>
                  <a:rPr lang="en-US" sz="2000" b="0" i="0" u="none" strike="noStrike" baseline="0" dirty="0">
                    <a:solidFill>
                      <a:srgbClr val="00B050"/>
                    </a:solidFill>
                  </a:rPr>
                  <a:t> </a:t>
                </a:r>
                <a:r>
                  <a:rPr lang="en-US" sz="2000" b="0" i="0" u="none" strike="noStrike" baseline="0" dirty="0"/>
                  <a:t>and is on attempts to find efficient techniques for producing collisions for a single </a:t>
                </a:r>
                <a:r>
                  <a:rPr lang="en-MY" sz="2000" b="0" i="0" u="none" strike="noStrike" baseline="0" dirty="0"/>
                  <a:t>execution of </a:t>
                </a:r>
                <a14:m>
                  <m:oMath xmlns:m="http://schemas.openxmlformats.org/officeDocument/2006/math">
                    <m:r>
                      <a:rPr lang="en-MY" sz="2000" b="0" i="1" u="none" strike="noStrike" baseline="0" smtClean="0">
                        <a:latin typeface="Cambria Math" panose="02040503050406030204" pitchFamily="18" charset="0"/>
                      </a:rPr>
                      <m:t>𝑓</m:t>
                    </m:r>
                  </m:oMath>
                </a14:m>
                <a:r>
                  <a:rPr lang="en-MY" sz="2000" b="0" i="0" u="none" strike="noStrike" baseline="0" dirty="0"/>
                  <a:t>.</a:t>
                </a:r>
                <a:r>
                  <a:rPr lang="en-MY" sz="2000" b="0" i="0" u="none" strike="noStrike" dirty="0"/>
                  <a:t> </a:t>
                </a:r>
                <a:r>
                  <a:rPr lang="en-US" sz="2000" dirty="0"/>
                  <a:t>After that</a:t>
                </a:r>
                <a:r>
                  <a:rPr lang="en-US" sz="2000" b="0" i="0" u="none" strike="noStrike" baseline="0" dirty="0"/>
                  <a:t>, the attack must consider the fixed value of </a:t>
                </a:r>
                <a:r>
                  <a:rPr lang="en-MY" sz="2000" b="0" i="0" u="none" strike="noStrike" baseline="0" dirty="0"/>
                  <a:t>IV.</a:t>
                </a:r>
                <a:endParaRPr lang="en-MY" sz="2000" dirty="0"/>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4314370"/>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38788315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5046709"/>
          </a:xfrm>
        </p:spPr>
        <p:txBody>
          <a:bodyPr>
            <a:normAutofit/>
          </a:bodyPr>
          <a:lstStyle/>
          <a:p>
            <a:pPr algn="ctr">
              <a:lnSpc>
                <a:spcPct val="100000"/>
              </a:lnSpc>
            </a:pPr>
            <a:r>
              <a:rPr lang="en-MY" sz="4400" dirty="0"/>
              <a:t>TYPES OF </a:t>
            </a:r>
            <a:br>
              <a:rPr lang="en-MY" sz="4400" dirty="0"/>
            </a:br>
            <a:r>
              <a:rPr lang="en-MY" sz="4400" dirty="0">
                <a:solidFill>
                  <a:srgbClr val="00B050"/>
                </a:solidFill>
              </a:rPr>
              <a:t>PRACTICAL</a:t>
            </a:r>
            <a:br>
              <a:rPr lang="en-MY" sz="4400" dirty="0">
                <a:solidFill>
                  <a:srgbClr val="00B050"/>
                </a:solidFill>
              </a:rPr>
            </a:br>
            <a:r>
              <a:rPr lang="en-MY" sz="4400" dirty="0">
                <a:solidFill>
                  <a:srgbClr val="0070C0"/>
                </a:solidFill>
              </a:rPr>
              <a:t>HASH FUNCTIONS</a:t>
            </a:r>
            <a:br>
              <a:rPr lang="en-MY" sz="4400" dirty="0"/>
            </a:br>
            <a:br>
              <a:rPr lang="en-MY" sz="4400" dirty="0"/>
            </a:br>
            <a:endParaRPr lang="en-MY" sz="4400" dirty="0"/>
          </a:p>
        </p:txBody>
      </p:sp>
    </p:spTree>
    <p:extLst>
      <p:ext uri="{BB962C8B-B14F-4D97-AF65-F5344CB8AC3E}">
        <p14:creationId xmlns:p14="http://schemas.microsoft.com/office/powerpoint/2010/main" val="2359882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2800" dirty="0"/>
              <a:t>Practical Hash Function Based on </a:t>
            </a:r>
            <a:br>
              <a:rPr lang="en-MY" sz="2800" dirty="0"/>
            </a:br>
            <a:r>
              <a:rPr lang="en-MY" sz="2800" dirty="0">
                <a:solidFill>
                  <a:srgbClr val="FF0000"/>
                </a:solidFill>
              </a:rPr>
              <a:t>Cipher Block Chaining (CBC)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000" dirty="0">
                    <a:cs typeface="ＭＳ Ｐゴシック" pitchFamily="-84" charset="-128"/>
                  </a:rPr>
                  <a:t>Several proposals have been made for hash functions based on using a cipher block chaining (CBC) technique, but without using the secret key.</a:t>
                </a:r>
              </a:p>
              <a:p>
                <a:pPr algn="just">
                  <a:buFont typeface="Wingdings" panose="05000000000000000000" pitchFamily="2" charset="2"/>
                  <a:buChar char="§"/>
                </a:pPr>
                <a:r>
                  <a:rPr lang="en-US" sz="2000" dirty="0">
                    <a:cs typeface="ＭＳ Ｐゴシック" pitchFamily="-84" charset="-128"/>
                  </a:rPr>
                  <a:t>One of the first proposals was due to Rabin that d</a:t>
                </a:r>
                <a:r>
                  <a:rPr lang="en-US" sz="2000" dirty="0"/>
                  <a:t>ivide a message </a:t>
                </a:r>
                <a14:m>
                  <m:oMath xmlns:m="http://schemas.openxmlformats.org/officeDocument/2006/math">
                    <m:r>
                      <a:rPr lang="en-MY" sz="2000" b="0" i="1" smtClean="0">
                        <a:latin typeface="Cambria Math" panose="02040503050406030204" pitchFamily="18" charset="0"/>
                      </a:rPr>
                      <m:t>𝑀</m:t>
                    </m:r>
                  </m:oMath>
                </a14:m>
                <a:r>
                  <a:rPr lang="en-US" sz="2000" i="1" dirty="0"/>
                  <a:t> </a:t>
                </a:r>
                <a:r>
                  <a:rPr lang="en-US" sz="2000" dirty="0"/>
                  <a:t>into fixed-size blocks </a:t>
                </a:r>
                <a14:m>
                  <m:oMath xmlns:m="http://schemas.openxmlformats.org/officeDocument/2006/math">
                    <m:sSub>
                      <m:sSubPr>
                        <m:ctrlPr>
                          <a:rPr lang="en-MY" sz="2000" b="0" i="1" smtClean="0">
                            <a:latin typeface="Cambria Math" panose="02040503050406030204" pitchFamily="18" charset="0"/>
                          </a:rPr>
                        </m:ctrlPr>
                      </m:sSubPr>
                      <m:e>
                        <m:r>
                          <a:rPr lang="en-MY" sz="2000" i="1">
                            <a:latin typeface="Cambria Math" panose="02040503050406030204" pitchFamily="18" charset="0"/>
                          </a:rPr>
                          <m:t>𝑀</m:t>
                        </m:r>
                      </m:e>
                      <m:sub>
                        <m:r>
                          <a:rPr lang="en-MY" sz="2000" b="0" i="1" smtClean="0">
                            <a:latin typeface="Cambria Math" panose="02040503050406030204" pitchFamily="18" charset="0"/>
                          </a:rPr>
                          <m:t>1</m:t>
                        </m:r>
                      </m:sub>
                    </m:sSub>
                    <m:r>
                      <a:rPr lang="en-MY" sz="2000" b="0" i="1" smtClean="0">
                        <a:latin typeface="Cambria Math" panose="02040503050406030204" pitchFamily="18" charset="0"/>
                      </a:rPr>
                      <m:t>,</m:t>
                    </m:r>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𝑀</m:t>
                        </m:r>
                      </m:e>
                      <m:sub>
                        <m:r>
                          <a:rPr lang="en-MY" sz="2000" b="0" i="1" smtClean="0">
                            <a:latin typeface="Cambria Math" panose="02040503050406030204" pitchFamily="18" charset="0"/>
                          </a:rPr>
                          <m:t>2</m:t>
                        </m:r>
                      </m:sub>
                    </m:sSub>
                    <m:r>
                      <a:rPr lang="en-MY" sz="2000" b="0" i="1" smtClean="0">
                        <a:latin typeface="Cambria Math" panose="02040503050406030204" pitchFamily="18" charset="0"/>
                      </a:rPr>
                      <m:t>,…,</m:t>
                    </m:r>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𝑀</m:t>
                        </m:r>
                      </m:e>
                      <m:sub>
                        <m:r>
                          <a:rPr lang="en-MY" sz="2000" b="0" i="1" smtClean="0">
                            <a:latin typeface="Cambria Math" panose="02040503050406030204" pitchFamily="18" charset="0"/>
                          </a:rPr>
                          <m:t>𝑁</m:t>
                        </m:r>
                      </m:sub>
                    </m:sSub>
                  </m:oMath>
                </a14:m>
                <a:r>
                  <a:rPr lang="en-US" sz="2000" dirty="0"/>
                  <a:t> and use a symmetric encryption system such as DES to compute the hash code </a:t>
                </a:r>
                <a14:m>
                  <m:oMath xmlns:m="http://schemas.openxmlformats.org/officeDocument/2006/math">
                    <m:r>
                      <a:rPr lang="en-MY" sz="2000" b="0" i="1" smtClean="0">
                        <a:latin typeface="Cambria Math" panose="02040503050406030204" pitchFamily="18" charset="0"/>
                      </a:rPr>
                      <m:t>𝐺</m:t>
                    </m:r>
                  </m:oMath>
                </a14:m>
                <a:r>
                  <a:rPr lang="en-US" sz="2000" i="1" dirty="0"/>
                  <a:t> </a:t>
                </a:r>
                <a:r>
                  <a:rPr lang="en-US" sz="2000" dirty="0"/>
                  <a:t>as</a:t>
                </a:r>
              </a:p>
              <a:p>
                <a:pPr marL="0" indent="0" algn="just">
                  <a:buNone/>
                </a:pPr>
                <a14:m>
                  <m:oMathPara xmlns:m="http://schemas.openxmlformats.org/officeDocument/2006/math">
                    <m:oMathParaPr>
                      <m:jc m:val="centerGroup"/>
                    </m:oMathParaPr>
                    <m:oMath xmlns:m="http://schemas.openxmlformats.org/officeDocument/2006/math">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𝐻</m:t>
                          </m:r>
                        </m:e>
                        <m:sub>
                          <m:r>
                            <a:rPr lang="en-MY" sz="2000" b="0" i="1" smtClean="0">
                              <a:latin typeface="Cambria Math" panose="02040503050406030204" pitchFamily="18" charset="0"/>
                            </a:rPr>
                            <m:t>0</m:t>
                          </m:r>
                        </m:sub>
                      </m:sSub>
                      <m:r>
                        <a:rPr lang="en-MY" sz="2000" b="0" i="1" smtClean="0">
                          <a:latin typeface="Cambria Math" panose="02040503050406030204" pitchFamily="18" charset="0"/>
                        </a:rPr>
                        <m:t>=</m:t>
                      </m:r>
                      <m:r>
                        <m:rPr>
                          <m:sty m:val="p"/>
                        </m:rPr>
                        <a:rPr lang="en-MY" sz="2000" b="0" i="0" smtClean="0">
                          <a:latin typeface="Cambria Math" panose="02040503050406030204" pitchFamily="18" charset="0"/>
                        </a:rPr>
                        <m:t>Initial</m:t>
                      </m:r>
                      <m:r>
                        <a:rPr lang="en-MY" sz="2000" b="0" i="0" smtClean="0">
                          <a:latin typeface="Cambria Math" panose="02040503050406030204" pitchFamily="18" charset="0"/>
                        </a:rPr>
                        <m:t> </m:t>
                      </m:r>
                      <m:r>
                        <m:rPr>
                          <m:sty m:val="p"/>
                        </m:rPr>
                        <a:rPr lang="en-MY" sz="2000" b="0" i="0" smtClean="0">
                          <a:latin typeface="Cambria Math" panose="02040503050406030204" pitchFamily="18" charset="0"/>
                        </a:rPr>
                        <m:t>Value</m:t>
                      </m:r>
                    </m:oMath>
                  </m:oMathPara>
                </a14:m>
                <a:endParaRPr lang="en-MY" sz="2000" b="0" dirty="0"/>
              </a:p>
              <a:p>
                <a:pPr marL="0" indent="0" algn="just">
                  <a:buNone/>
                </a:pPr>
                <a14:m>
                  <m:oMathPara xmlns:m="http://schemas.openxmlformats.org/officeDocument/2006/math">
                    <m:oMathParaPr>
                      <m:jc m:val="centerGroup"/>
                    </m:oMathParaPr>
                    <m:oMath xmlns:m="http://schemas.openxmlformats.org/officeDocument/2006/math">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𝐻</m:t>
                          </m:r>
                        </m:e>
                        <m:sub>
                          <m:r>
                            <a:rPr lang="en-MY" sz="2000" b="0" i="1" smtClean="0">
                              <a:latin typeface="Cambria Math" panose="02040503050406030204" pitchFamily="18" charset="0"/>
                            </a:rPr>
                            <m:t>1</m:t>
                          </m:r>
                        </m:sub>
                      </m:sSub>
                      <m:r>
                        <a:rPr lang="en-MY" sz="2000" b="0" i="1" smtClean="0">
                          <a:latin typeface="Cambria Math" panose="02040503050406030204" pitchFamily="18" charset="0"/>
                        </a:rPr>
                        <m:t>=</m:t>
                      </m:r>
                      <m:r>
                        <m:rPr>
                          <m:sty m:val="p"/>
                        </m:rPr>
                        <a:rPr lang="en-MY" sz="2000" b="0" i="0" smtClean="0">
                          <a:latin typeface="Cambria Math" panose="02040503050406030204" pitchFamily="18" charset="0"/>
                        </a:rPr>
                        <m:t>Enc</m:t>
                      </m:r>
                      <m:d>
                        <m:dPr>
                          <m:ctrlPr>
                            <a:rPr lang="en-MY" sz="2000" b="0" i="1" smtClean="0">
                              <a:latin typeface="Cambria Math" panose="02040503050406030204" pitchFamily="18" charset="0"/>
                            </a:rPr>
                          </m:ctrlPr>
                        </m:dPr>
                        <m:e>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𝑀</m:t>
                              </m:r>
                            </m:e>
                            <m:sub>
                              <m:r>
                                <a:rPr lang="en-MY" sz="2000" b="0" i="1" smtClean="0">
                                  <a:latin typeface="Cambria Math" panose="02040503050406030204" pitchFamily="18" charset="0"/>
                                </a:rPr>
                                <m:t>𝑖</m:t>
                              </m:r>
                            </m:sub>
                          </m:sSub>
                          <m:r>
                            <a:rPr lang="en-MY" sz="2000" b="0" i="1" smtClean="0">
                              <a:latin typeface="Cambria Math" panose="02040503050406030204" pitchFamily="18" charset="0"/>
                            </a:rPr>
                            <m:t>,</m:t>
                          </m:r>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𝐻</m:t>
                              </m:r>
                            </m:e>
                            <m:sub>
                              <m:r>
                                <a:rPr lang="en-MY" sz="2000" b="0" i="1" smtClean="0">
                                  <a:latin typeface="Cambria Math" panose="02040503050406030204" pitchFamily="18" charset="0"/>
                                </a:rPr>
                                <m:t>𝑖</m:t>
                              </m:r>
                              <m:r>
                                <a:rPr lang="en-MY" sz="2000" b="0" i="1" smtClean="0">
                                  <a:latin typeface="Cambria Math" panose="02040503050406030204" pitchFamily="18" charset="0"/>
                                </a:rPr>
                                <m:t>−1</m:t>
                              </m:r>
                            </m:sub>
                          </m:sSub>
                        </m:e>
                      </m:d>
                    </m:oMath>
                  </m:oMathPara>
                </a14:m>
                <a:endParaRPr lang="en-MY" sz="2000" b="0" dirty="0"/>
              </a:p>
              <a:p>
                <a:pPr marL="0" indent="0" algn="just">
                  <a:buNone/>
                </a:pPr>
                <a14:m>
                  <m:oMathPara xmlns:m="http://schemas.openxmlformats.org/officeDocument/2006/math">
                    <m:oMathParaPr>
                      <m:jc m:val="centerGroup"/>
                    </m:oMathParaPr>
                    <m:oMath xmlns:m="http://schemas.openxmlformats.org/officeDocument/2006/math">
                      <m:r>
                        <a:rPr lang="en-MY" sz="2000" b="0" i="1" smtClean="0">
                          <a:latin typeface="Cambria Math" panose="02040503050406030204" pitchFamily="18" charset="0"/>
                        </a:rPr>
                        <m:t>𝐺</m:t>
                      </m:r>
                      <m:r>
                        <a:rPr lang="en-MY" sz="2000" b="0" i="1" smtClean="0">
                          <a:latin typeface="Cambria Math" panose="02040503050406030204" pitchFamily="18" charset="0"/>
                        </a:rPr>
                        <m:t>=</m:t>
                      </m:r>
                      <m:sSub>
                        <m:sSubPr>
                          <m:ctrlPr>
                            <a:rPr lang="en-MY" sz="2000" b="0" i="1" smtClean="0">
                              <a:latin typeface="Cambria Math" panose="02040503050406030204" pitchFamily="18" charset="0"/>
                            </a:rPr>
                          </m:ctrlPr>
                        </m:sSubPr>
                        <m:e>
                          <m:r>
                            <a:rPr lang="en-MY" sz="2000" b="0" i="1" smtClean="0">
                              <a:latin typeface="Cambria Math" panose="02040503050406030204" pitchFamily="18" charset="0"/>
                            </a:rPr>
                            <m:t>𝐻</m:t>
                          </m:r>
                        </m:e>
                        <m:sub>
                          <m:r>
                            <a:rPr lang="en-MY" sz="2000" b="0" i="1" smtClean="0">
                              <a:latin typeface="Cambria Math" panose="02040503050406030204" pitchFamily="18" charset="0"/>
                            </a:rPr>
                            <m:t>𝑁</m:t>
                          </m:r>
                        </m:sub>
                      </m:sSub>
                    </m:oMath>
                  </m:oMathPara>
                </a14:m>
                <a:endParaRPr lang="en-MY" sz="2000" b="0" dirty="0"/>
              </a:p>
            </p:txBody>
          </p:sp>
        </mc:Choice>
        <mc:Fallback xmlns="">
          <p:sp>
            <p:nvSpPr>
              <p:cNvPr id="3" name="Content Placeholder 2">
                <a:extLst>
                  <a:ext uri="{FF2B5EF4-FFF2-40B4-BE49-F238E27FC236}">
                    <a16:creationId xmlns:a16="http://schemas.microsoft.com/office/drawing/2014/main" id="{3B6F83EF-398F-BCF6-FC28-819F7DAFF818}"/>
                  </a:ext>
                </a:extLst>
              </p:cNvPr>
              <p:cNvSpPr>
                <a:spLocks noGrp="1" noRot="1" noChangeAspect="1" noMove="1" noResize="1" noEditPoints="1" noAdjustHandles="1" noChangeArrowheads="1" noChangeShapeType="1" noTextEdit="1"/>
              </p:cNvSpPr>
              <p:nvPr>
                <p:ph idx="1"/>
              </p:nvPr>
            </p:nvSpPr>
            <p:spPr>
              <a:xfrm>
                <a:off x="1069848" y="2139696"/>
                <a:ext cx="9956218" cy="3677683"/>
              </a:xfrm>
              <a:blipFill>
                <a:blip r:embed="rId2"/>
                <a:stretch>
                  <a:fillRect l="-551" r="-612"/>
                </a:stretch>
              </a:blipFill>
            </p:spPr>
            <p:txBody>
              <a:bodyPr/>
              <a:lstStyle/>
              <a:p>
                <a:r>
                  <a:rPr lang="en-MY">
                    <a:noFill/>
                  </a:rPr>
                  <a:t> </a:t>
                </a:r>
              </a:p>
            </p:txBody>
          </p:sp>
        </mc:Fallback>
      </mc:AlternateContent>
    </p:spTree>
    <p:extLst>
      <p:ext uri="{BB962C8B-B14F-4D97-AF65-F5344CB8AC3E}">
        <p14:creationId xmlns:p14="http://schemas.microsoft.com/office/powerpoint/2010/main" val="15885484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2800" dirty="0"/>
              <a:t>Practical Hash Function Based on </a:t>
            </a:r>
            <a:br>
              <a:rPr lang="en-MY" sz="2800" dirty="0"/>
            </a:br>
            <a:r>
              <a:rPr lang="en-MY" sz="2800" dirty="0">
                <a:solidFill>
                  <a:srgbClr val="FF0000"/>
                </a:solidFill>
              </a:rPr>
              <a:t>Cipher Block Chaining (CBC) </a:t>
            </a:r>
            <a:endParaRPr lang="en-MY" sz="2800"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200" dirty="0"/>
              <a:t>The operation is similar to the CBC technique, but there is no secret key involved here.</a:t>
            </a:r>
          </a:p>
          <a:p>
            <a:pPr algn="just">
              <a:buFont typeface="Wingdings" panose="05000000000000000000" pitchFamily="2" charset="2"/>
              <a:buChar char="§"/>
            </a:pPr>
            <a:r>
              <a:rPr lang="en-US" sz="2200" dirty="0"/>
              <a:t>As with any hash code, this scheme is subject to the </a:t>
            </a:r>
            <a:r>
              <a:rPr lang="en-US" sz="2200" b="1" dirty="0">
                <a:solidFill>
                  <a:srgbClr val="00B050"/>
                </a:solidFill>
              </a:rPr>
              <a:t>birthday attack</a:t>
            </a:r>
            <a:r>
              <a:rPr lang="en-US" sz="2200" dirty="0"/>
              <a:t>. If the encryption algorithm is DES and only a 64-bit hash code is produced, the system is </a:t>
            </a:r>
            <a:r>
              <a:rPr lang="en-US" sz="2200" b="1" dirty="0">
                <a:solidFill>
                  <a:srgbClr val="0000FF"/>
                </a:solidFill>
              </a:rPr>
              <a:t>vulnerable to meet-in-the-middle attack</a:t>
            </a:r>
            <a:r>
              <a:rPr lang="en-US" sz="2200" dirty="0"/>
              <a:t>, for instance.</a:t>
            </a:r>
          </a:p>
          <a:p>
            <a:pPr lvl="1" algn="just">
              <a:buFont typeface="Wingdings" panose="05000000000000000000" pitchFamily="2" charset="2"/>
              <a:buChar char="Ø"/>
            </a:pPr>
            <a:r>
              <a:rPr lang="en-US" sz="2000" dirty="0"/>
              <a:t>Another version of the birthday attack used even if the opponent has access to only one message and its valid signature and cannot obtain multiple signings.</a:t>
            </a:r>
          </a:p>
        </p:txBody>
      </p:sp>
    </p:spTree>
    <p:extLst>
      <p:ext uri="{BB962C8B-B14F-4D97-AF65-F5344CB8AC3E}">
        <p14:creationId xmlns:p14="http://schemas.microsoft.com/office/powerpoint/2010/main" val="21369023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2800" dirty="0"/>
              <a:t>Practical Hash Function Based on </a:t>
            </a:r>
            <a:br>
              <a:rPr lang="en-MY" sz="2800" dirty="0"/>
            </a:br>
            <a:r>
              <a:rPr lang="en-MY" sz="2800" dirty="0">
                <a:solidFill>
                  <a:srgbClr val="FF0000"/>
                </a:solidFill>
              </a:rPr>
              <a:t>Cipher Block Chaining (CBC) </a:t>
            </a:r>
            <a:endParaRPr lang="en-MY" sz="2800"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US" sz="2000" dirty="0">
                <a:cs typeface="ＭＳ Ｐゴシック" pitchFamily="-84" charset="-128"/>
              </a:rPr>
              <a:t>It can be shown that some form of birthday attack will succeed against any hash scheme involving the use of cipher block chaining without a secret key, provided that either the resulting hash code is small enough or that a larger hash code can be decomposed into independent subcodes.</a:t>
            </a:r>
          </a:p>
          <a:p>
            <a:pPr algn="just">
              <a:buFont typeface="Wingdings" panose="05000000000000000000" pitchFamily="2" charset="2"/>
              <a:buChar char="§"/>
            </a:pPr>
            <a:endParaRPr lang="en-MY" sz="2000" dirty="0"/>
          </a:p>
        </p:txBody>
      </p:sp>
    </p:spTree>
    <p:extLst>
      <p:ext uri="{BB962C8B-B14F-4D97-AF65-F5344CB8AC3E}">
        <p14:creationId xmlns:p14="http://schemas.microsoft.com/office/powerpoint/2010/main" val="4019961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2800" dirty="0"/>
              <a:t>Practical Hash Function –</a:t>
            </a:r>
            <a:br>
              <a:rPr lang="en-MY" sz="2800" dirty="0"/>
            </a:br>
            <a:r>
              <a:rPr lang="en-MY" sz="2800" dirty="0">
                <a:solidFill>
                  <a:srgbClr val="0000FF"/>
                </a:solidFill>
              </a:rPr>
              <a:t>Message Digest Algorithm 5 (MD5) </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r>
              <a:rPr lang="en-AU" sz="2000" dirty="0"/>
              <a:t>The Message Digest Algorithm 5 (MD5) was developed by Ron Rivest in 1991 that generates 128-bit hash values.</a:t>
            </a:r>
          </a:p>
          <a:p>
            <a:pPr algn="just"/>
            <a:r>
              <a:rPr lang="en-AU" sz="2000" dirty="0"/>
              <a:t>It was standardised by IETF in RFC1321 and commonly used to authenticate files</a:t>
            </a:r>
          </a:p>
          <a:p>
            <a:pPr algn="just"/>
            <a:r>
              <a:rPr lang="en-AU" sz="2000" dirty="0"/>
              <a:t>It is </a:t>
            </a:r>
            <a:r>
              <a:rPr lang="en-AU" sz="2000" b="1" dirty="0">
                <a:solidFill>
                  <a:srgbClr val="00B050"/>
                </a:solidFill>
              </a:rPr>
              <a:t>no longer recommended to use </a:t>
            </a:r>
            <a:r>
              <a:rPr lang="en-AU" sz="2000" dirty="0"/>
              <a:t>since collision and other attacks possible. </a:t>
            </a:r>
          </a:p>
          <a:p>
            <a:pPr algn="just"/>
            <a:r>
              <a:rPr lang="en-AU" sz="2000" dirty="0"/>
              <a:t>However, </a:t>
            </a:r>
            <a:r>
              <a:rPr lang="en-US" sz="2000" b="0" i="0" dirty="0">
                <a:effectLst/>
              </a:rPr>
              <a:t>if one simply </a:t>
            </a:r>
            <a:r>
              <a:rPr lang="en-US" sz="2000" b="1" i="0" dirty="0">
                <a:solidFill>
                  <a:srgbClr val="FF0000"/>
                </a:solidFill>
                <a:effectLst/>
              </a:rPr>
              <a:t>copying a file from one place to another</a:t>
            </a:r>
            <a:r>
              <a:rPr lang="en-US" sz="2000" b="0" i="0" dirty="0">
                <a:effectLst/>
              </a:rPr>
              <a:t>, MD5 will still do the job.</a:t>
            </a:r>
            <a:endParaRPr lang="en-AU" sz="2000" dirty="0"/>
          </a:p>
        </p:txBody>
      </p:sp>
    </p:spTree>
    <p:extLst>
      <p:ext uri="{BB962C8B-B14F-4D97-AF65-F5344CB8AC3E}">
        <p14:creationId xmlns:p14="http://schemas.microsoft.com/office/powerpoint/2010/main" val="17101367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2800" dirty="0"/>
              <a:t>Practical Hash Function – </a:t>
            </a:r>
            <a:br>
              <a:rPr lang="en-MY" sz="2800" dirty="0"/>
            </a:br>
            <a:r>
              <a:rPr lang="en-MY" sz="2800" dirty="0">
                <a:solidFill>
                  <a:srgbClr val="00B050"/>
                </a:solidFill>
              </a:rPr>
              <a:t>Secure Hash Algorithm (SHA)</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AU" sz="2000" b="1" dirty="0">
                <a:solidFill>
                  <a:srgbClr val="00B050"/>
                </a:solidFill>
              </a:rPr>
              <a:t>Secure Hash Algorithm (SHA) </a:t>
            </a:r>
            <a:r>
              <a:rPr lang="en-AU" sz="2000" dirty="0"/>
              <a:t>was originally designed by the National Institute of Standards and Technology (NIST) and published as a federal information processing standard (FIPS 180) in 1993. It was then revised as SHA-1 in 1995.</a:t>
            </a:r>
          </a:p>
          <a:p>
            <a:pPr algn="just">
              <a:buFont typeface="Wingdings" panose="05000000000000000000" pitchFamily="2" charset="2"/>
              <a:buChar char="§"/>
            </a:pPr>
            <a:r>
              <a:rPr lang="en-MY" sz="2000" dirty="0"/>
              <a:t>SHA is designed based on the </a:t>
            </a:r>
            <a:r>
              <a:rPr lang="en-MY" sz="2000" b="1" dirty="0">
                <a:solidFill>
                  <a:srgbClr val="0000FF"/>
                </a:solidFill>
              </a:rPr>
              <a:t>hash function MD4 </a:t>
            </a:r>
            <a:r>
              <a:rPr lang="en-MY" sz="2000" dirty="0"/>
              <a:t>and produces </a:t>
            </a:r>
            <a:r>
              <a:rPr lang="en-MY" sz="2000" b="1" dirty="0">
                <a:solidFill>
                  <a:srgbClr val="FF0000"/>
                </a:solidFill>
              </a:rPr>
              <a:t>160-bit hash values</a:t>
            </a:r>
            <a:r>
              <a:rPr lang="en-MY" sz="2000" dirty="0"/>
              <a:t>.</a:t>
            </a:r>
          </a:p>
          <a:p>
            <a:pPr algn="just"/>
            <a:r>
              <a:rPr lang="en-AU" sz="2000" dirty="0"/>
              <a:t>In 2002 NIST produced a revised version of the standard that defined three new versions of SHA with </a:t>
            </a:r>
            <a:r>
              <a:rPr lang="en-AU" sz="2000" b="1" dirty="0">
                <a:solidFill>
                  <a:srgbClr val="002060"/>
                </a:solidFill>
              </a:rPr>
              <a:t>hash value lengths of 256, 384, and 512</a:t>
            </a:r>
            <a:r>
              <a:rPr lang="en-AU" sz="2000" dirty="0"/>
              <a:t>, collectively known as </a:t>
            </a:r>
            <a:r>
              <a:rPr lang="en-AU" sz="2000" b="1" dirty="0">
                <a:solidFill>
                  <a:srgbClr val="002060"/>
                </a:solidFill>
              </a:rPr>
              <a:t>SHA-2</a:t>
            </a:r>
            <a:r>
              <a:rPr lang="en-AU" sz="2000" dirty="0"/>
              <a:t>.</a:t>
            </a:r>
          </a:p>
        </p:txBody>
      </p:sp>
    </p:spTree>
    <p:extLst>
      <p:ext uri="{BB962C8B-B14F-4D97-AF65-F5344CB8AC3E}">
        <p14:creationId xmlns:p14="http://schemas.microsoft.com/office/powerpoint/2010/main" val="21453047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2800" dirty="0"/>
              <a:t>Practical Hash Function – </a:t>
            </a:r>
            <a:br>
              <a:rPr lang="en-MY" sz="2800" dirty="0"/>
            </a:br>
            <a:r>
              <a:rPr lang="en-MY" sz="2800" dirty="0">
                <a:solidFill>
                  <a:srgbClr val="00B050"/>
                </a:solidFill>
              </a:rPr>
              <a:t>Secure Hash Algorithm (SHA)</a:t>
            </a:r>
            <a:endParaRPr lang="en-MY" sz="2800" dirty="0"/>
          </a:p>
        </p:txBody>
      </p:sp>
      <p:pic>
        <p:nvPicPr>
          <p:cNvPr id="4" name="Picture 3">
            <a:extLst>
              <a:ext uri="{FF2B5EF4-FFF2-40B4-BE49-F238E27FC236}">
                <a16:creationId xmlns:a16="http://schemas.microsoft.com/office/drawing/2014/main" id="{C56AF5A3-FD5E-FE90-DE5C-0F30CE1BA7F5}"/>
              </a:ext>
            </a:extLst>
          </p:cNvPr>
          <p:cNvPicPr>
            <a:picLocks noChangeAspect="1"/>
          </p:cNvPicPr>
          <p:nvPr/>
        </p:nvPicPr>
        <p:blipFill>
          <a:blip r:embed="rId2"/>
          <a:stretch>
            <a:fillRect/>
          </a:stretch>
        </p:blipFill>
        <p:spPr>
          <a:xfrm>
            <a:off x="964389" y="2178666"/>
            <a:ext cx="10263222" cy="4186624"/>
          </a:xfrm>
          <a:prstGeom prst="rect">
            <a:avLst/>
          </a:prstGeom>
        </p:spPr>
      </p:pic>
    </p:spTree>
    <p:extLst>
      <p:ext uri="{BB962C8B-B14F-4D97-AF65-F5344CB8AC3E}">
        <p14:creationId xmlns:p14="http://schemas.microsoft.com/office/powerpoint/2010/main" val="35239882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800" y="936841"/>
            <a:ext cx="9956218" cy="953669"/>
          </a:xfrm>
        </p:spPr>
        <p:txBody>
          <a:bodyPr>
            <a:normAutofit/>
          </a:bodyPr>
          <a:lstStyle/>
          <a:p>
            <a:r>
              <a:rPr lang="en-MY" sz="2800" dirty="0"/>
              <a:t>Practical Hash Function – </a:t>
            </a:r>
            <a:br>
              <a:rPr lang="en-MY" sz="2800" dirty="0"/>
            </a:br>
            <a:r>
              <a:rPr lang="en-MY" sz="2800" dirty="0">
                <a:solidFill>
                  <a:srgbClr val="00B050"/>
                </a:solidFill>
              </a:rPr>
              <a:t>Secure Hash Algorithm (SHA)</a:t>
            </a:r>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56218" cy="3677683"/>
          </a:xfrm>
        </p:spPr>
        <p:txBody>
          <a:bodyPr>
            <a:normAutofit/>
          </a:bodyPr>
          <a:lstStyle/>
          <a:p>
            <a:pPr algn="just">
              <a:buFont typeface="Wingdings" panose="05000000000000000000" pitchFamily="2" charset="2"/>
              <a:buChar char="§"/>
            </a:pPr>
            <a:r>
              <a:rPr lang="en-AU" sz="2000" dirty="0"/>
              <a:t>The real practical SHA algorithm is very complex and beyond our syllabus, hence we will not cover them here.</a:t>
            </a:r>
          </a:p>
          <a:p>
            <a:pPr algn="just">
              <a:buFont typeface="Wingdings" panose="05000000000000000000" pitchFamily="2" charset="2"/>
              <a:buChar char="§"/>
            </a:pPr>
            <a:r>
              <a:rPr lang="en-AU" sz="2000" dirty="0"/>
              <a:t>If you are interested to learn in details on how SHA-512 works, you can refer to Stallings’ book, Page 343 – 352, SHA-512 Logic for its elegant design and architecture. </a:t>
            </a:r>
          </a:p>
          <a:p>
            <a:pPr marL="0" indent="0" algn="just">
              <a:buNone/>
            </a:pPr>
            <a:endParaRPr lang="en-AU" sz="2000" dirty="0"/>
          </a:p>
        </p:txBody>
      </p:sp>
    </p:spTree>
    <p:extLst>
      <p:ext uri="{BB962C8B-B14F-4D97-AF65-F5344CB8AC3E}">
        <p14:creationId xmlns:p14="http://schemas.microsoft.com/office/powerpoint/2010/main" val="7750696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799" y="936841"/>
            <a:ext cx="10030287" cy="953669"/>
          </a:xfrm>
        </p:spPr>
        <p:txBody>
          <a:bodyPr/>
          <a:lstStyle/>
          <a:p>
            <a:r>
              <a:rPr lang="en-MY" sz="3200" b="1" dirty="0"/>
              <a:t>Main References for Chapter 10</a:t>
            </a:r>
            <a:endParaRPr lang="en-MY" dirty="0"/>
          </a:p>
        </p:txBody>
      </p:sp>
      <p:sp>
        <p:nvSpPr>
          <p:cNvPr id="3" name="Content Placeholder 2">
            <a:extLst>
              <a:ext uri="{FF2B5EF4-FFF2-40B4-BE49-F238E27FC236}">
                <a16:creationId xmlns:a16="http://schemas.microsoft.com/office/drawing/2014/main" id="{3B6F83EF-398F-BCF6-FC28-819F7DAFF818}"/>
              </a:ext>
            </a:extLst>
          </p:cNvPr>
          <p:cNvSpPr>
            <a:spLocks noGrp="1"/>
          </p:cNvSpPr>
          <p:nvPr>
            <p:ph idx="1"/>
          </p:nvPr>
        </p:nvSpPr>
        <p:spPr>
          <a:xfrm>
            <a:off x="1069848" y="2139696"/>
            <a:ext cx="9965096" cy="3677683"/>
          </a:xfrm>
        </p:spPr>
        <p:txBody>
          <a:bodyPr>
            <a:normAutofit/>
          </a:bodyPr>
          <a:lstStyle/>
          <a:p>
            <a:pPr marL="457200" indent="-457200" algn="just">
              <a:lnSpc>
                <a:spcPct val="100000"/>
              </a:lnSpc>
              <a:buFont typeface="+mj-lt"/>
              <a:buAutoNum type="arabicPeriod"/>
            </a:pPr>
            <a:r>
              <a:rPr lang="en-US" sz="2000" dirty="0"/>
              <a:t>Stallings, W. “</a:t>
            </a:r>
            <a:r>
              <a:rPr lang="en-US" sz="2000" b="1" i="1" dirty="0"/>
              <a:t>Cryptography and Network Security: Principles and Practices</a:t>
            </a:r>
            <a:r>
              <a:rPr lang="en-US" sz="2000" dirty="0"/>
              <a:t>”, Fifth Edition, Pearson Prentice Hall, 2011.</a:t>
            </a:r>
          </a:p>
        </p:txBody>
      </p:sp>
    </p:spTree>
    <p:extLst>
      <p:ext uri="{BB962C8B-B14F-4D97-AF65-F5344CB8AC3E}">
        <p14:creationId xmlns:p14="http://schemas.microsoft.com/office/powerpoint/2010/main" val="15841929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D78BD-5F76-1834-1315-09627F34DFA5}"/>
              </a:ext>
            </a:extLst>
          </p:cNvPr>
          <p:cNvSpPr>
            <a:spLocks noGrp="1"/>
          </p:cNvSpPr>
          <p:nvPr>
            <p:ph type="title"/>
          </p:nvPr>
        </p:nvSpPr>
        <p:spPr>
          <a:xfrm>
            <a:off x="1066799" y="936841"/>
            <a:ext cx="10039165" cy="5064464"/>
          </a:xfrm>
        </p:spPr>
        <p:txBody>
          <a:bodyPr>
            <a:normAutofit/>
          </a:bodyPr>
          <a:lstStyle/>
          <a:p>
            <a:pPr algn="ctr"/>
            <a:r>
              <a:rPr lang="en-MY" sz="5400" dirty="0"/>
              <a:t>~ THE END </a:t>
            </a:r>
            <a:r>
              <a:rPr lang="en-MY" sz="5400" dirty="0">
                <a:sym typeface="Wingdings" panose="05000000000000000000" pitchFamily="2" charset="2"/>
              </a:rPr>
              <a:t> ~</a:t>
            </a:r>
            <a:br>
              <a:rPr lang="en-MY" sz="5400" dirty="0">
                <a:sym typeface="Wingdings" panose="05000000000000000000" pitchFamily="2" charset="2"/>
              </a:rPr>
            </a:br>
            <a:br>
              <a:rPr lang="en-MY" sz="5400" dirty="0">
                <a:sym typeface="Wingdings" panose="05000000000000000000" pitchFamily="2" charset="2"/>
              </a:rPr>
            </a:br>
            <a:br>
              <a:rPr lang="en-MY" sz="5400" dirty="0">
                <a:sym typeface="Wingdings" panose="05000000000000000000" pitchFamily="2" charset="2"/>
              </a:rPr>
            </a:br>
            <a:endParaRPr lang="en-MY" sz="5400" dirty="0"/>
          </a:p>
        </p:txBody>
      </p:sp>
    </p:spTree>
    <p:extLst>
      <p:ext uri="{BB962C8B-B14F-4D97-AF65-F5344CB8AC3E}">
        <p14:creationId xmlns:p14="http://schemas.microsoft.com/office/powerpoint/2010/main" val="4186246162"/>
      </p:ext>
    </p:extLst>
  </p:cSld>
  <p:clrMapOvr>
    <a:masterClrMapping/>
  </p:clrMapOvr>
</p:sld>
</file>

<file path=ppt/theme/theme1.xml><?xml version="1.0" encoding="utf-8"?>
<a:theme xmlns:a="http://schemas.openxmlformats.org/drawingml/2006/main" name="SwellVTI">
  <a:themeElements>
    <a:clrScheme name="Swell">
      <a:dk1>
        <a:sysClr val="windowText" lastClr="000000"/>
      </a:dk1>
      <a:lt1>
        <a:sysClr val="window" lastClr="FFFFFF"/>
      </a:lt1>
      <a:dk2>
        <a:srgbClr val="233B47"/>
      </a:dk2>
      <a:lt2>
        <a:srgbClr val="FEEFD9"/>
      </a:lt2>
      <a:accent1>
        <a:srgbClr val="16AEA7"/>
      </a:accent1>
      <a:accent2>
        <a:srgbClr val="618F88"/>
      </a:accent2>
      <a:accent3>
        <a:srgbClr val="7A9973"/>
      </a:accent3>
      <a:accent4>
        <a:srgbClr val="8AAE8E"/>
      </a:accent4>
      <a:accent5>
        <a:srgbClr val="EB8F60"/>
      </a:accent5>
      <a:accent6>
        <a:srgbClr val="E57A6F"/>
      </a:accent6>
      <a:hlink>
        <a:srgbClr val="13968F"/>
      </a:hlink>
      <a:folHlink>
        <a:srgbClr val="E5615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ellVTI" id="{8361A04D-931A-43DC-973B-1B0B1DD5DECC}" vid="{6DDB23E8-D18E-4BDA-98D6-324466149EB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Props1.xml><?xml version="1.0" encoding="utf-8"?>
<ds:datastoreItem xmlns:ds="http://schemas.openxmlformats.org/officeDocument/2006/customXml" ds:itemID="{5CE2A57C-82F0-4C80-AE17-0A2D93B25D0F}"/>
</file>

<file path=customXml/itemProps2.xml><?xml version="1.0" encoding="utf-8"?>
<ds:datastoreItem xmlns:ds="http://schemas.openxmlformats.org/officeDocument/2006/customXml" ds:itemID="{2A2AFC25-D57B-49FD-AD3D-E5E2AB605AAC}"/>
</file>

<file path=customXml/itemProps3.xml><?xml version="1.0" encoding="utf-8"?>
<ds:datastoreItem xmlns:ds="http://schemas.openxmlformats.org/officeDocument/2006/customXml" ds:itemID="{D1A22573-13AA-4E1D-817E-00FC799D22E8}"/>
</file>

<file path=docProps/app.xml><?xml version="1.0" encoding="utf-8"?>
<Properties xmlns="http://schemas.openxmlformats.org/officeDocument/2006/extended-properties" xmlns:vt="http://schemas.openxmlformats.org/officeDocument/2006/docPropsVTypes">
  <TotalTime>828</TotalTime>
  <Words>3398</Words>
  <Application>Microsoft Office PowerPoint</Application>
  <PresentationFormat>Widescreen</PresentationFormat>
  <Paragraphs>201</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ＭＳ Ｐゴシック</vt:lpstr>
      <vt:lpstr>Arial</vt:lpstr>
      <vt:lpstr>Cambria Math</vt:lpstr>
      <vt:lpstr>Neue Haas Grotesk Text Pro</vt:lpstr>
      <vt:lpstr>Wingdings</vt:lpstr>
      <vt:lpstr>SwellVTI</vt:lpstr>
      <vt:lpstr>Chapter 10</vt:lpstr>
      <vt:lpstr>Outlines</vt:lpstr>
      <vt:lpstr>Learning Objectives</vt:lpstr>
      <vt:lpstr>HASH FUNCTION &amp; CRYPTOGRAPHIC  HASH FUNCTION  </vt:lpstr>
      <vt:lpstr>Hash Function</vt:lpstr>
      <vt:lpstr>Cryptographic Hash Function</vt:lpstr>
      <vt:lpstr>Cryptographic Hash Function - Requirements</vt:lpstr>
      <vt:lpstr>Cryptographic Hash Function - Requirements</vt:lpstr>
      <vt:lpstr>Cryptographic Hash Function - Requirements</vt:lpstr>
      <vt:lpstr>PowerPoint Presentation</vt:lpstr>
      <vt:lpstr>APPLICATIONS OF  HASH FUNCTION:  MESSAGE AUTHENTICATION  </vt:lpstr>
      <vt:lpstr>Message Authentication</vt:lpstr>
      <vt:lpstr>Message Authentication</vt:lpstr>
      <vt:lpstr>Message Authentication</vt:lpstr>
      <vt:lpstr>PowerPoint Presentation</vt:lpstr>
      <vt:lpstr>Message Authentication – Security Issue</vt:lpstr>
      <vt:lpstr>PowerPoint Presentation</vt:lpstr>
      <vt:lpstr>Secure Message Authentication</vt:lpstr>
      <vt:lpstr>Secure Message Authentication – Alternative 1</vt:lpstr>
      <vt:lpstr>PowerPoint Presentation</vt:lpstr>
      <vt:lpstr>Secure Message Authentication – Alternative 2</vt:lpstr>
      <vt:lpstr>Secure Message Authentication – Alternative 2</vt:lpstr>
      <vt:lpstr>Secure Message Authentication – Alternative 3</vt:lpstr>
      <vt:lpstr>PowerPoint Presentation</vt:lpstr>
      <vt:lpstr>Secure Message Authentication – Alternative 4</vt:lpstr>
      <vt:lpstr>Secure Message Authentication – Alternative 4</vt:lpstr>
      <vt:lpstr>Authentication vs Encryption</vt:lpstr>
      <vt:lpstr>Authentication vs Encryption</vt:lpstr>
      <vt:lpstr>APPLICATIONS OF  HASH FUNCTION:  MESSAGE AUTHENTICATION CODE (MAC) </vt:lpstr>
      <vt:lpstr>Message Authentication Code (MAC)</vt:lpstr>
      <vt:lpstr>APPLICATIONS OF  HASH FUNCTION:  DIGITAL SIGNATURE  </vt:lpstr>
      <vt:lpstr>Digital Signature</vt:lpstr>
      <vt:lpstr>Digital Signature</vt:lpstr>
      <vt:lpstr>Digital Signature – First Approach </vt:lpstr>
      <vt:lpstr>Digital Signature – Second Approach </vt:lpstr>
      <vt:lpstr>APPLICATIONS OF  HASH FUNCTION:  OTHER APPLICATIONS  </vt:lpstr>
      <vt:lpstr>Other Application of Hash Functions</vt:lpstr>
      <vt:lpstr>Other Application of Hash Functions</vt:lpstr>
      <vt:lpstr>Application of Hash Functions – Requirements</vt:lpstr>
      <vt:lpstr>ATTACKS &amp;  CRYPTANALYSIS  ON  HASH FUNCTION  </vt:lpstr>
      <vt:lpstr>Brute-Force Attacks on Hash Function</vt:lpstr>
      <vt:lpstr>Brute-Force Attacks on Hash Function</vt:lpstr>
      <vt:lpstr>Cryptanalysis on Hash Function</vt:lpstr>
      <vt:lpstr>Cryptanalysis on Secure Hash Code</vt:lpstr>
      <vt:lpstr>Cryptanalysis on Secure Hash Code</vt:lpstr>
      <vt:lpstr>Cryptanalysis on Secure Hash Code</vt:lpstr>
      <vt:lpstr>Cryptanalysis on Hash Function  Secure Hash Code</vt:lpstr>
      <vt:lpstr>TYPES OF  PRACTICAL HASH FUNCTIONS  </vt:lpstr>
      <vt:lpstr>Practical Hash Function Based on  Cipher Block Chaining (CBC) </vt:lpstr>
      <vt:lpstr>Practical Hash Function Based on  Cipher Block Chaining (CBC) </vt:lpstr>
      <vt:lpstr>Practical Hash Function Based on  Cipher Block Chaining (CBC) </vt:lpstr>
      <vt:lpstr>Practical Hash Function – Message Digest Algorithm 5 (MD5) </vt:lpstr>
      <vt:lpstr>Practical Hash Function –  Secure Hash Algorithm (SHA)</vt:lpstr>
      <vt:lpstr>Practical Hash Function –  Secure Hash Algorithm (SHA)</vt:lpstr>
      <vt:lpstr>Practical Hash Function –  Secure Hash Algorithm (SHA)</vt:lpstr>
      <vt:lpstr>Main References for Chapter 10</vt:lpstr>
      <vt:lpstr>~ THE END 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dc:title>
  <dc:creator>Tea Boon Chian</dc:creator>
  <cp:lastModifiedBy>Tea Boon Chian</cp:lastModifiedBy>
  <cp:revision>1</cp:revision>
  <dcterms:created xsi:type="dcterms:W3CDTF">2023-12-04T07:00:50Z</dcterms:created>
  <dcterms:modified xsi:type="dcterms:W3CDTF">2024-06-06T11:48:34Z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