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41"/>
  </p:notesMasterIdLst>
  <p:sldIdLst>
    <p:sldId id="256" r:id="rId2"/>
    <p:sldId id="257" r:id="rId3"/>
    <p:sldId id="258" r:id="rId4"/>
    <p:sldId id="277" r:id="rId5"/>
    <p:sldId id="259" r:id="rId6"/>
    <p:sldId id="260" r:id="rId7"/>
    <p:sldId id="261" r:id="rId8"/>
    <p:sldId id="262" r:id="rId9"/>
    <p:sldId id="263" r:id="rId10"/>
    <p:sldId id="283" r:id="rId11"/>
    <p:sldId id="279" r:id="rId12"/>
    <p:sldId id="280" r:id="rId13"/>
    <p:sldId id="281" r:id="rId14"/>
    <p:sldId id="284" r:id="rId15"/>
    <p:sldId id="282" r:id="rId16"/>
    <p:sldId id="289" r:id="rId17"/>
    <p:sldId id="285" r:id="rId18"/>
    <p:sldId id="286" r:id="rId19"/>
    <p:sldId id="287" r:id="rId20"/>
    <p:sldId id="278" r:id="rId21"/>
    <p:sldId id="265" r:id="rId22"/>
    <p:sldId id="266" r:id="rId23"/>
    <p:sldId id="290" r:id="rId24"/>
    <p:sldId id="267" r:id="rId25"/>
    <p:sldId id="268" r:id="rId26"/>
    <p:sldId id="269" r:id="rId27"/>
    <p:sldId id="270" r:id="rId28"/>
    <p:sldId id="291" r:id="rId29"/>
    <p:sldId id="292" r:id="rId30"/>
    <p:sldId id="271" r:id="rId31"/>
    <p:sldId id="293" r:id="rId32"/>
    <p:sldId id="272" r:id="rId33"/>
    <p:sldId id="294" r:id="rId34"/>
    <p:sldId id="273" r:id="rId35"/>
    <p:sldId id="304" r:id="rId36"/>
    <p:sldId id="305" r:id="rId37"/>
    <p:sldId id="274" r:id="rId38"/>
    <p:sldId id="275" r:id="rId39"/>
    <p:sldId id="276" r:id="rId4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7DDDFF"/>
    <a:srgbClr val="FFA3A3"/>
    <a:srgbClr val="A2F0DF"/>
    <a:srgbClr val="B2DE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 Boon Chian" userId="ab84e6a5-2079-4f96-af03-c8dde00dcc75" providerId="ADAL" clId="{2653DC35-326C-48A2-8EB9-53EDD0B13E6E}"/>
    <pc:docChg chg="undo redo custSel addSld delSld modSld modNotesMaster">
      <pc:chgData name="Tea Boon Chian" userId="ab84e6a5-2079-4f96-af03-c8dde00dcc75" providerId="ADAL" clId="{2653DC35-326C-48A2-8EB9-53EDD0B13E6E}" dt="2024-01-01T07:22:47.585" v="8490"/>
      <pc:docMkLst>
        <pc:docMk/>
      </pc:docMkLst>
      <pc:sldChg chg="modSp mod">
        <pc:chgData name="Tea Boon Chian" userId="ab84e6a5-2079-4f96-af03-c8dde00dcc75" providerId="ADAL" clId="{2653DC35-326C-48A2-8EB9-53EDD0B13E6E}" dt="2023-12-29T16:25:12.387" v="6" actId="403"/>
        <pc:sldMkLst>
          <pc:docMk/>
          <pc:sldMk cId="1315281589" sldId="256"/>
        </pc:sldMkLst>
        <pc:spChg chg="mod">
          <ac:chgData name="Tea Boon Chian" userId="ab84e6a5-2079-4f96-af03-c8dde00dcc75" providerId="ADAL" clId="{2653DC35-326C-48A2-8EB9-53EDD0B13E6E}" dt="2023-12-29T16:25:12.387" v="6" actId="403"/>
          <ac:spMkLst>
            <pc:docMk/>
            <pc:sldMk cId="1315281589" sldId="256"/>
            <ac:spMk id="3" creationId="{2C8EC627-2265-6918-87AD-53F72EC03986}"/>
          </ac:spMkLst>
        </pc:spChg>
      </pc:sldChg>
      <pc:sldChg chg="modSp mod">
        <pc:chgData name="Tea Boon Chian" userId="ab84e6a5-2079-4f96-af03-c8dde00dcc75" providerId="ADAL" clId="{2653DC35-326C-48A2-8EB9-53EDD0B13E6E}" dt="2024-01-01T07:19:41.263" v="8484" actId="20577"/>
        <pc:sldMkLst>
          <pc:docMk/>
          <pc:sldMk cId="2403446839" sldId="257"/>
        </pc:sldMkLst>
        <pc:spChg chg="mod">
          <ac:chgData name="Tea Boon Chian" userId="ab84e6a5-2079-4f96-af03-c8dde00dcc75" providerId="ADAL" clId="{2653DC35-326C-48A2-8EB9-53EDD0B13E6E}" dt="2024-01-01T07:19:41.263" v="8484" actId="20577"/>
          <ac:spMkLst>
            <pc:docMk/>
            <pc:sldMk cId="2403446839" sldId="257"/>
            <ac:spMk id="3" creationId="{EE7B6EB7-7B23-D501-C523-266B5BACCF46}"/>
          </ac:spMkLst>
        </pc:spChg>
      </pc:sldChg>
      <pc:sldChg chg="addSp delSp modSp mod">
        <pc:chgData name="Tea Boon Chian" userId="ab84e6a5-2079-4f96-af03-c8dde00dcc75" providerId="ADAL" clId="{2653DC35-326C-48A2-8EB9-53EDD0B13E6E}" dt="2024-01-01T07:03:50.717" v="7923" actId="20577"/>
        <pc:sldMkLst>
          <pc:docMk/>
          <pc:sldMk cId="440111391" sldId="258"/>
        </pc:sldMkLst>
        <pc:spChg chg="mod">
          <ac:chgData name="Tea Boon Chian" userId="ab84e6a5-2079-4f96-af03-c8dde00dcc75" providerId="ADAL" clId="{2653DC35-326C-48A2-8EB9-53EDD0B13E6E}" dt="2024-01-01T07:03:50.717" v="7923" actId="20577"/>
          <ac:spMkLst>
            <pc:docMk/>
            <pc:sldMk cId="440111391" sldId="258"/>
            <ac:spMk id="3" creationId="{EE7B6EB7-7B23-D501-C523-266B5BACCF46}"/>
          </ac:spMkLst>
        </pc:spChg>
        <pc:picChg chg="add del">
          <ac:chgData name="Tea Boon Chian" userId="ab84e6a5-2079-4f96-af03-c8dde00dcc75" providerId="ADAL" clId="{2653DC35-326C-48A2-8EB9-53EDD0B13E6E}" dt="2023-12-29T17:35:26.886" v="635"/>
          <ac:picMkLst>
            <pc:docMk/>
            <pc:sldMk cId="440111391" sldId="258"/>
            <ac:picMk id="4" creationId="{5CD1F17B-2F32-0B71-FD03-F41BDE0B3751}"/>
          </ac:picMkLst>
        </pc:picChg>
      </pc:sldChg>
      <pc:sldChg chg="modSp mod">
        <pc:chgData name="Tea Boon Chian" userId="ab84e6a5-2079-4f96-af03-c8dde00dcc75" providerId="ADAL" clId="{2653DC35-326C-48A2-8EB9-53EDD0B13E6E}" dt="2023-12-31T17:46:15.538" v="4184" actId="20577"/>
        <pc:sldMkLst>
          <pc:docMk/>
          <pc:sldMk cId="455395898" sldId="259"/>
        </pc:sldMkLst>
        <pc:spChg chg="mod">
          <ac:chgData name="Tea Boon Chian" userId="ab84e6a5-2079-4f96-af03-c8dde00dcc75" providerId="ADAL" clId="{2653DC35-326C-48A2-8EB9-53EDD0B13E6E}" dt="2023-12-31T17:46:15.538" v="4184" actId="20577"/>
          <ac:spMkLst>
            <pc:docMk/>
            <pc:sldMk cId="455395898" sldId="259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3-12-31T17:42:19.036" v="3953" actId="20577"/>
          <ac:spMkLst>
            <pc:docMk/>
            <pc:sldMk cId="455395898" sldId="259"/>
            <ac:spMk id="3" creationId="{EE7B6EB7-7B23-D501-C523-266B5BACCF46}"/>
          </ac:spMkLst>
        </pc:spChg>
      </pc:sldChg>
      <pc:sldChg chg="modSp mod">
        <pc:chgData name="Tea Boon Chian" userId="ab84e6a5-2079-4f96-af03-c8dde00dcc75" providerId="ADAL" clId="{2653DC35-326C-48A2-8EB9-53EDD0B13E6E}" dt="2023-12-31T17:46:28.951" v="4186"/>
        <pc:sldMkLst>
          <pc:docMk/>
          <pc:sldMk cId="746796266" sldId="260"/>
        </pc:sldMkLst>
        <pc:spChg chg="mod">
          <ac:chgData name="Tea Boon Chian" userId="ab84e6a5-2079-4f96-af03-c8dde00dcc75" providerId="ADAL" clId="{2653DC35-326C-48A2-8EB9-53EDD0B13E6E}" dt="2023-12-31T17:46:28.951" v="4186"/>
          <ac:spMkLst>
            <pc:docMk/>
            <pc:sldMk cId="746796266" sldId="260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3-12-31T17:42:25.231" v="3959" actId="20577"/>
          <ac:spMkLst>
            <pc:docMk/>
            <pc:sldMk cId="746796266" sldId="260"/>
            <ac:spMk id="3" creationId="{EE7B6EB7-7B23-D501-C523-266B5BACCF46}"/>
          </ac:spMkLst>
        </pc:spChg>
      </pc:sldChg>
      <pc:sldChg chg="modSp mod">
        <pc:chgData name="Tea Boon Chian" userId="ab84e6a5-2079-4f96-af03-c8dde00dcc75" providerId="ADAL" clId="{2653DC35-326C-48A2-8EB9-53EDD0B13E6E}" dt="2024-01-01T07:19:52.686" v="8486" actId="20577"/>
        <pc:sldMkLst>
          <pc:docMk/>
          <pc:sldMk cId="413814074" sldId="261"/>
        </pc:sldMkLst>
        <pc:spChg chg="mod">
          <ac:chgData name="Tea Boon Chian" userId="ab84e6a5-2079-4f96-af03-c8dde00dcc75" providerId="ADAL" clId="{2653DC35-326C-48A2-8EB9-53EDD0B13E6E}" dt="2023-12-31T17:46:33.312" v="4189"/>
          <ac:spMkLst>
            <pc:docMk/>
            <pc:sldMk cId="413814074" sldId="261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4-01-01T07:19:52.686" v="8486" actId="20577"/>
          <ac:spMkLst>
            <pc:docMk/>
            <pc:sldMk cId="413814074" sldId="261"/>
            <ac:spMk id="3" creationId="{EE7B6EB7-7B23-D501-C523-266B5BACCF46}"/>
          </ac:spMkLst>
        </pc:spChg>
      </pc:sldChg>
      <pc:sldChg chg="modSp mod">
        <pc:chgData name="Tea Boon Chian" userId="ab84e6a5-2079-4f96-af03-c8dde00dcc75" providerId="ADAL" clId="{2653DC35-326C-48A2-8EB9-53EDD0B13E6E}" dt="2023-12-31T17:49:41.995" v="4391" actId="207"/>
        <pc:sldMkLst>
          <pc:docMk/>
          <pc:sldMk cId="2609258355" sldId="262"/>
        </pc:sldMkLst>
        <pc:spChg chg="mod">
          <ac:chgData name="Tea Boon Chian" userId="ab84e6a5-2079-4f96-af03-c8dde00dcc75" providerId="ADAL" clId="{2653DC35-326C-48A2-8EB9-53EDD0B13E6E}" dt="2023-12-31T17:46:41.065" v="4202" actId="20577"/>
          <ac:spMkLst>
            <pc:docMk/>
            <pc:sldMk cId="2609258355" sldId="262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3-12-31T17:49:41.995" v="4391" actId="207"/>
          <ac:spMkLst>
            <pc:docMk/>
            <pc:sldMk cId="2609258355" sldId="262"/>
            <ac:spMk id="3" creationId="{EE7B6EB7-7B23-D501-C523-266B5BACCF46}"/>
          </ac:spMkLst>
        </pc:spChg>
      </pc:sldChg>
      <pc:sldChg chg="modSp mod">
        <pc:chgData name="Tea Boon Chian" userId="ab84e6a5-2079-4f96-af03-c8dde00dcc75" providerId="ADAL" clId="{2653DC35-326C-48A2-8EB9-53EDD0B13E6E}" dt="2024-01-01T07:20:02.974" v="8488" actId="20577"/>
        <pc:sldMkLst>
          <pc:docMk/>
          <pc:sldMk cId="603740199" sldId="263"/>
        </pc:sldMkLst>
        <pc:spChg chg="mod">
          <ac:chgData name="Tea Boon Chian" userId="ab84e6a5-2079-4f96-af03-c8dde00dcc75" providerId="ADAL" clId="{2653DC35-326C-48A2-8EB9-53EDD0B13E6E}" dt="2023-12-31T17:49:59.026" v="4393"/>
          <ac:spMkLst>
            <pc:docMk/>
            <pc:sldMk cId="603740199" sldId="263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4-01-01T07:20:02.974" v="8488" actId="20577"/>
          <ac:spMkLst>
            <pc:docMk/>
            <pc:sldMk cId="603740199" sldId="263"/>
            <ac:spMk id="3" creationId="{EE7B6EB7-7B23-D501-C523-266B5BACCF46}"/>
          </ac:spMkLst>
        </pc:spChg>
      </pc:sldChg>
      <pc:sldChg chg="addSp delSp modSp del mod">
        <pc:chgData name="Tea Boon Chian" userId="ab84e6a5-2079-4f96-af03-c8dde00dcc75" providerId="ADAL" clId="{2653DC35-326C-48A2-8EB9-53EDD0B13E6E}" dt="2023-12-31T18:45:24.096" v="6587" actId="47"/>
        <pc:sldMkLst>
          <pc:docMk/>
          <pc:sldMk cId="200745776" sldId="264"/>
        </pc:sldMkLst>
        <pc:spChg chg="mod">
          <ac:chgData name="Tea Boon Chian" userId="ab84e6a5-2079-4f96-af03-c8dde00dcc75" providerId="ADAL" clId="{2653DC35-326C-48A2-8EB9-53EDD0B13E6E}" dt="2023-12-29T17:42:57.035" v="1072" actId="207"/>
          <ac:spMkLst>
            <pc:docMk/>
            <pc:sldMk cId="200745776" sldId="264"/>
            <ac:spMk id="2" creationId="{A9167AEA-161F-FACC-DCDA-8CBC9794D9B4}"/>
          </ac:spMkLst>
        </pc:spChg>
        <pc:spChg chg="del mod">
          <ac:chgData name="Tea Boon Chian" userId="ab84e6a5-2079-4f96-af03-c8dde00dcc75" providerId="ADAL" clId="{2653DC35-326C-48A2-8EB9-53EDD0B13E6E}" dt="2023-12-31T18:45:13.231" v="6582" actId="21"/>
          <ac:spMkLst>
            <pc:docMk/>
            <pc:sldMk cId="200745776" sldId="264"/>
            <ac:spMk id="3" creationId="{EE7B6EB7-7B23-D501-C523-266B5BACCF46}"/>
          </ac:spMkLst>
        </pc:spChg>
        <pc:spChg chg="add mod">
          <ac:chgData name="Tea Boon Chian" userId="ab84e6a5-2079-4f96-af03-c8dde00dcc75" providerId="ADAL" clId="{2653DC35-326C-48A2-8EB9-53EDD0B13E6E}" dt="2023-12-31T18:45:13.231" v="6582" actId="21"/>
          <ac:spMkLst>
            <pc:docMk/>
            <pc:sldMk cId="200745776" sldId="264"/>
            <ac:spMk id="5" creationId="{E1461BBF-EF8E-6930-87A7-58794A9DCDB1}"/>
          </ac:spMkLst>
        </pc:spChg>
      </pc:sldChg>
      <pc:sldChg chg="modSp mod">
        <pc:chgData name="Tea Boon Chian" userId="ab84e6a5-2079-4f96-af03-c8dde00dcc75" providerId="ADAL" clId="{2653DC35-326C-48A2-8EB9-53EDD0B13E6E}" dt="2023-12-31T17:20:29.850" v="2541" actId="21"/>
        <pc:sldMkLst>
          <pc:docMk/>
          <pc:sldMk cId="3779254348" sldId="265"/>
        </pc:sldMkLst>
        <pc:spChg chg="mod">
          <ac:chgData name="Tea Boon Chian" userId="ab84e6a5-2079-4f96-af03-c8dde00dcc75" providerId="ADAL" clId="{2653DC35-326C-48A2-8EB9-53EDD0B13E6E}" dt="2023-12-31T17:20:29.850" v="2541" actId="21"/>
          <ac:spMkLst>
            <pc:docMk/>
            <pc:sldMk cId="3779254348" sldId="265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3-12-31T17:20:03.927" v="2535" actId="207"/>
          <ac:spMkLst>
            <pc:docMk/>
            <pc:sldMk cId="3779254348" sldId="265"/>
            <ac:spMk id="3" creationId="{EE7B6EB7-7B23-D501-C523-266B5BACCF46}"/>
          </ac:spMkLst>
        </pc:spChg>
      </pc:sldChg>
      <pc:sldChg chg="modSp mod">
        <pc:chgData name="Tea Boon Chian" userId="ab84e6a5-2079-4f96-af03-c8dde00dcc75" providerId="ADAL" clId="{2653DC35-326C-48A2-8EB9-53EDD0B13E6E}" dt="2023-12-31T17:23:47.014" v="3099" actId="20577"/>
        <pc:sldMkLst>
          <pc:docMk/>
          <pc:sldMk cId="3239359804" sldId="266"/>
        </pc:sldMkLst>
        <pc:spChg chg="mod">
          <ac:chgData name="Tea Boon Chian" userId="ab84e6a5-2079-4f96-af03-c8dde00dcc75" providerId="ADAL" clId="{2653DC35-326C-48A2-8EB9-53EDD0B13E6E}" dt="2023-12-31T17:20:33.560" v="2544"/>
          <ac:spMkLst>
            <pc:docMk/>
            <pc:sldMk cId="3239359804" sldId="266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3-12-31T17:23:47.014" v="3099" actId="20577"/>
          <ac:spMkLst>
            <pc:docMk/>
            <pc:sldMk cId="3239359804" sldId="266"/>
            <ac:spMk id="3" creationId="{EE7B6EB7-7B23-D501-C523-266B5BACCF46}"/>
          </ac:spMkLst>
        </pc:spChg>
      </pc:sldChg>
      <pc:sldChg chg="modSp mod">
        <pc:chgData name="Tea Boon Chian" userId="ab84e6a5-2079-4f96-af03-c8dde00dcc75" providerId="ADAL" clId="{2653DC35-326C-48A2-8EB9-53EDD0B13E6E}" dt="2024-01-01T07:20:26.863" v="8489" actId="20577"/>
        <pc:sldMkLst>
          <pc:docMk/>
          <pc:sldMk cId="711612898" sldId="267"/>
        </pc:sldMkLst>
        <pc:spChg chg="mod">
          <ac:chgData name="Tea Boon Chian" userId="ab84e6a5-2079-4f96-af03-c8dde00dcc75" providerId="ADAL" clId="{2653DC35-326C-48A2-8EB9-53EDD0B13E6E}" dt="2024-01-01T05:43:13.889" v="7056" actId="20577"/>
          <ac:spMkLst>
            <pc:docMk/>
            <pc:sldMk cId="711612898" sldId="267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4-01-01T07:20:26.863" v="8489" actId="20577"/>
          <ac:spMkLst>
            <pc:docMk/>
            <pc:sldMk cId="711612898" sldId="267"/>
            <ac:spMk id="3" creationId="{EE7B6EB7-7B23-D501-C523-266B5BACCF46}"/>
          </ac:spMkLst>
        </pc:spChg>
      </pc:sldChg>
      <pc:sldChg chg="modSp mod">
        <pc:chgData name="Tea Boon Chian" userId="ab84e6a5-2079-4f96-af03-c8dde00dcc75" providerId="ADAL" clId="{2653DC35-326C-48A2-8EB9-53EDD0B13E6E}" dt="2024-01-01T05:47:37.469" v="7121" actId="20577"/>
        <pc:sldMkLst>
          <pc:docMk/>
          <pc:sldMk cId="496404520" sldId="268"/>
        </pc:sldMkLst>
        <pc:spChg chg="mod">
          <ac:chgData name="Tea Boon Chian" userId="ab84e6a5-2079-4f96-af03-c8dde00dcc75" providerId="ADAL" clId="{2653DC35-326C-48A2-8EB9-53EDD0B13E6E}" dt="2024-01-01T05:43:20.295" v="7058"/>
          <ac:spMkLst>
            <pc:docMk/>
            <pc:sldMk cId="496404520" sldId="268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4-01-01T05:47:37.469" v="7121" actId="20577"/>
          <ac:spMkLst>
            <pc:docMk/>
            <pc:sldMk cId="496404520" sldId="268"/>
            <ac:spMk id="3" creationId="{EE7B6EB7-7B23-D501-C523-266B5BACCF46}"/>
          </ac:spMkLst>
        </pc:spChg>
      </pc:sldChg>
      <pc:sldChg chg="modSp mod">
        <pc:chgData name="Tea Boon Chian" userId="ab84e6a5-2079-4f96-af03-c8dde00dcc75" providerId="ADAL" clId="{2653DC35-326C-48A2-8EB9-53EDD0B13E6E}" dt="2024-01-01T05:48:14.928" v="7130" actId="207"/>
        <pc:sldMkLst>
          <pc:docMk/>
          <pc:sldMk cId="2900824494" sldId="269"/>
        </pc:sldMkLst>
        <pc:spChg chg="mod">
          <ac:chgData name="Tea Boon Chian" userId="ab84e6a5-2079-4f96-af03-c8dde00dcc75" providerId="ADAL" clId="{2653DC35-326C-48A2-8EB9-53EDD0B13E6E}" dt="2024-01-01T05:45:06.015" v="7062" actId="403"/>
          <ac:spMkLst>
            <pc:docMk/>
            <pc:sldMk cId="2900824494" sldId="269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4-01-01T05:48:14.928" v="7130" actId="207"/>
          <ac:spMkLst>
            <pc:docMk/>
            <pc:sldMk cId="2900824494" sldId="269"/>
            <ac:spMk id="3" creationId="{EE7B6EB7-7B23-D501-C523-266B5BACCF46}"/>
          </ac:spMkLst>
        </pc:spChg>
      </pc:sldChg>
      <pc:sldChg chg="addSp delSp modSp mod">
        <pc:chgData name="Tea Boon Chian" userId="ab84e6a5-2079-4f96-af03-c8dde00dcc75" providerId="ADAL" clId="{2653DC35-326C-48A2-8EB9-53EDD0B13E6E}" dt="2024-01-01T05:55:31.277" v="7341" actId="20577"/>
        <pc:sldMkLst>
          <pc:docMk/>
          <pc:sldMk cId="1420490591" sldId="270"/>
        </pc:sldMkLst>
        <pc:spChg chg="mod">
          <ac:chgData name="Tea Boon Chian" userId="ab84e6a5-2079-4f96-af03-c8dde00dcc75" providerId="ADAL" clId="{2653DC35-326C-48A2-8EB9-53EDD0B13E6E}" dt="2024-01-01T05:49:13.211" v="7141" actId="403"/>
          <ac:spMkLst>
            <pc:docMk/>
            <pc:sldMk cId="1420490591" sldId="270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4-01-01T05:55:31.277" v="7341" actId="20577"/>
          <ac:spMkLst>
            <pc:docMk/>
            <pc:sldMk cId="1420490591" sldId="270"/>
            <ac:spMk id="3" creationId="{EE7B6EB7-7B23-D501-C523-266B5BACCF46}"/>
          </ac:spMkLst>
        </pc:spChg>
        <pc:graphicFrameChg chg="add del mod">
          <ac:chgData name="Tea Boon Chian" userId="ab84e6a5-2079-4f96-af03-c8dde00dcc75" providerId="ADAL" clId="{2653DC35-326C-48A2-8EB9-53EDD0B13E6E}" dt="2024-01-01T05:48:54.531" v="7133"/>
          <ac:graphicFrameMkLst>
            <pc:docMk/>
            <pc:sldMk cId="1420490591" sldId="270"/>
            <ac:graphicFrameMk id="4" creationId="{94E6D8D0-E2B1-58B6-E877-2823EE3C7FB2}"/>
          </ac:graphicFrameMkLst>
        </pc:graphicFrameChg>
        <pc:picChg chg="add mod">
          <ac:chgData name="Tea Boon Chian" userId="ab84e6a5-2079-4f96-af03-c8dde00dcc75" providerId="ADAL" clId="{2653DC35-326C-48A2-8EB9-53EDD0B13E6E}" dt="2024-01-01T05:49:27.758" v="7144" actId="1582"/>
          <ac:picMkLst>
            <pc:docMk/>
            <pc:sldMk cId="1420490591" sldId="270"/>
            <ac:picMk id="5" creationId="{2ABC2B05-5D01-72BD-08D5-C9594EE8A779}"/>
          </ac:picMkLst>
        </pc:picChg>
      </pc:sldChg>
      <pc:sldChg chg="modSp mod">
        <pc:chgData name="Tea Boon Chian" userId="ab84e6a5-2079-4f96-af03-c8dde00dcc75" providerId="ADAL" clId="{2653DC35-326C-48A2-8EB9-53EDD0B13E6E}" dt="2024-01-01T07:02:37.791" v="7863" actId="207"/>
        <pc:sldMkLst>
          <pc:docMk/>
          <pc:sldMk cId="4273221088" sldId="271"/>
        </pc:sldMkLst>
        <pc:spChg chg="mod">
          <ac:chgData name="Tea Boon Chian" userId="ab84e6a5-2079-4f96-af03-c8dde00dcc75" providerId="ADAL" clId="{2653DC35-326C-48A2-8EB9-53EDD0B13E6E}" dt="2024-01-01T06:57:22.139" v="7672" actId="207"/>
          <ac:spMkLst>
            <pc:docMk/>
            <pc:sldMk cId="4273221088" sldId="271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4-01-01T07:02:37.791" v="7863" actId="207"/>
          <ac:spMkLst>
            <pc:docMk/>
            <pc:sldMk cId="4273221088" sldId="271"/>
            <ac:spMk id="3" creationId="{EE7B6EB7-7B23-D501-C523-266B5BACCF46}"/>
          </ac:spMkLst>
        </pc:spChg>
      </pc:sldChg>
      <pc:sldChg chg="addSp delSp modSp mod">
        <pc:chgData name="Tea Boon Chian" userId="ab84e6a5-2079-4f96-af03-c8dde00dcc75" providerId="ADAL" clId="{2653DC35-326C-48A2-8EB9-53EDD0B13E6E}" dt="2024-01-01T07:10:38.598" v="8184" actId="20577"/>
        <pc:sldMkLst>
          <pc:docMk/>
          <pc:sldMk cId="4216135996" sldId="272"/>
        </pc:sldMkLst>
        <pc:spChg chg="mod">
          <ac:chgData name="Tea Boon Chian" userId="ab84e6a5-2079-4f96-af03-c8dde00dcc75" providerId="ADAL" clId="{2653DC35-326C-48A2-8EB9-53EDD0B13E6E}" dt="2024-01-01T07:07:08.955" v="8058" actId="207"/>
          <ac:spMkLst>
            <pc:docMk/>
            <pc:sldMk cId="4216135996" sldId="272"/>
            <ac:spMk id="2" creationId="{A9167AEA-161F-FACC-DCDA-8CBC9794D9B4}"/>
          </ac:spMkLst>
        </pc:spChg>
        <pc:spChg chg="del">
          <ac:chgData name="Tea Boon Chian" userId="ab84e6a5-2079-4f96-af03-c8dde00dcc75" providerId="ADAL" clId="{2653DC35-326C-48A2-8EB9-53EDD0B13E6E}" dt="2024-01-01T07:07:33.955" v="8059" actId="478"/>
          <ac:spMkLst>
            <pc:docMk/>
            <pc:sldMk cId="4216135996" sldId="272"/>
            <ac:spMk id="3" creationId="{EE7B6EB7-7B23-D501-C523-266B5BACCF46}"/>
          </ac:spMkLst>
        </pc:spChg>
        <pc:spChg chg="add mod">
          <ac:chgData name="Tea Boon Chian" userId="ab84e6a5-2079-4f96-af03-c8dde00dcc75" providerId="ADAL" clId="{2653DC35-326C-48A2-8EB9-53EDD0B13E6E}" dt="2024-01-01T07:10:38.598" v="8184" actId="20577"/>
          <ac:spMkLst>
            <pc:docMk/>
            <pc:sldMk cId="4216135996" sldId="272"/>
            <ac:spMk id="6" creationId="{7CE3BCA3-3D3A-CD10-5967-2F381F68F863}"/>
          </ac:spMkLst>
        </pc:spChg>
        <pc:graphicFrameChg chg="add del mod">
          <ac:chgData name="Tea Boon Chian" userId="ab84e6a5-2079-4f96-af03-c8dde00dcc75" providerId="ADAL" clId="{2653DC35-326C-48A2-8EB9-53EDD0B13E6E}" dt="2024-01-01T07:07:34.330" v="8062"/>
          <ac:graphicFrameMkLst>
            <pc:docMk/>
            <pc:sldMk cId="4216135996" sldId="272"/>
            <ac:graphicFrameMk id="4" creationId="{D9E886D3-BEB1-7DF2-2EE7-9C69E2DA3AA9}"/>
          </ac:graphicFrameMkLst>
        </pc:graphicFrameChg>
        <pc:picChg chg="add del mod">
          <ac:chgData name="Tea Boon Chian" userId="ab84e6a5-2079-4f96-af03-c8dde00dcc75" providerId="ADAL" clId="{2653DC35-326C-48A2-8EB9-53EDD0B13E6E}" dt="2024-01-01T07:07:59.608" v="8074" actId="478"/>
          <ac:picMkLst>
            <pc:docMk/>
            <pc:sldMk cId="4216135996" sldId="272"/>
            <ac:picMk id="5" creationId="{082A4473-AC2E-A555-8031-E21124D0351E}"/>
          </ac:picMkLst>
        </pc:picChg>
      </pc:sldChg>
      <pc:sldChg chg="addSp delSp modSp mod">
        <pc:chgData name="Tea Boon Chian" userId="ab84e6a5-2079-4f96-af03-c8dde00dcc75" providerId="ADAL" clId="{2653DC35-326C-48A2-8EB9-53EDD0B13E6E}" dt="2024-01-01T07:13:08.338" v="8250" actId="1036"/>
        <pc:sldMkLst>
          <pc:docMk/>
          <pc:sldMk cId="2510965458" sldId="273"/>
        </pc:sldMkLst>
        <pc:spChg chg="mod">
          <ac:chgData name="Tea Boon Chian" userId="ab84e6a5-2079-4f96-af03-c8dde00dcc75" providerId="ADAL" clId="{2653DC35-326C-48A2-8EB9-53EDD0B13E6E}" dt="2024-01-01T07:11:06.434" v="8211" actId="20577"/>
          <ac:spMkLst>
            <pc:docMk/>
            <pc:sldMk cId="2510965458" sldId="273"/>
            <ac:spMk id="2" creationId="{A9167AEA-161F-FACC-DCDA-8CBC9794D9B4}"/>
          </ac:spMkLst>
        </pc:spChg>
        <pc:spChg chg="del mod">
          <ac:chgData name="Tea Boon Chian" userId="ab84e6a5-2079-4f96-af03-c8dde00dcc75" providerId="ADAL" clId="{2653DC35-326C-48A2-8EB9-53EDD0B13E6E}" dt="2024-01-01T07:12:04.780" v="8214" actId="478"/>
          <ac:spMkLst>
            <pc:docMk/>
            <pc:sldMk cId="2510965458" sldId="273"/>
            <ac:spMk id="3" creationId="{EE7B6EB7-7B23-D501-C523-266B5BACCF46}"/>
          </ac:spMkLst>
        </pc:spChg>
        <pc:graphicFrameChg chg="add del mod">
          <ac:chgData name="Tea Boon Chian" userId="ab84e6a5-2079-4f96-af03-c8dde00dcc75" providerId="ADAL" clId="{2653DC35-326C-48A2-8EB9-53EDD0B13E6E}" dt="2024-01-01T07:12:19.161" v="8221"/>
          <ac:graphicFrameMkLst>
            <pc:docMk/>
            <pc:sldMk cId="2510965458" sldId="273"/>
            <ac:graphicFrameMk id="5" creationId="{AADACCF2-F851-3ABA-E450-4BAB360DB20B}"/>
          </ac:graphicFrameMkLst>
        </pc:graphicFrameChg>
        <pc:picChg chg="add del mod">
          <ac:chgData name="Tea Boon Chian" userId="ab84e6a5-2079-4f96-af03-c8dde00dcc75" providerId="ADAL" clId="{2653DC35-326C-48A2-8EB9-53EDD0B13E6E}" dt="2024-01-01T07:12:07.190" v="8218"/>
          <ac:picMkLst>
            <pc:docMk/>
            <pc:sldMk cId="2510965458" sldId="273"/>
            <ac:picMk id="4" creationId="{BE1F8AC0-A738-04C3-0729-A066743F81BA}"/>
          </ac:picMkLst>
        </pc:picChg>
        <pc:picChg chg="add mod">
          <ac:chgData name="Tea Boon Chian" userId="ab84e6a5-2079-4f96-af03-c8dde00dcc75" providerId="ADAL" clId="{2653DC35-326C-48A2-8EB9-53EDD0B13E6E}" dt="2024-01-01T07:13:08.338" v="8250" actId="1036"/>
          <ac:picMkLst>
            <pc:docMk/>
            <pc:sldMk cId="2510965458" sldId="273"/>
            <ac:picMk id="6" creationId="{EDEFE5E5-5D3C-C0B2-A87D-A93E30724247}"/>
          </ac:picMkLst>
        </pc:picChg>
      </pc:sldChg>
      <pc:sldChg chg="modSp mod">
        <pc:chgData name="Tea Boon Chian" userId="ab84e6a5-2079-4f96-af03-c8dde00dcc75" providerId="ADAL" clId="{2653DC35-326C-48A2-8EB9-53EDD0B13E6E}" dt="2024-01-01T07:19:15.025" v="8474" actId="207"/>
        <pc:sldMkLst>
          <pc:docMk/>
          <pc:sldMk cId="461267433" sldId="274"/>
        </pc:sldMkLst>
        <pc:spChg chg="mod">
          <ac:chgData name="Tea Boon Chian" userId="ab84e6a5-2079-4f96-af03-c8dde00dcc75" providerId="ADAL" clId="{2653DC35-326C-48A2-8EB9-53EDD0B13E6E}" dt="2024-01-01T07:15:10.555" v="8349" actId="207"/>
          <ac:spMkLst>
            <pc:docMk/>
            <pc:sldMk cId="461267433" sldId="274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4-01-01T07:19:15.025" v="8474" actId="207"/>
          <ac:spMkLst>
            <pc:docMk/>
            <pc:sldMk cId="461267433" sldId="274"/>
            <ac:spMk id="3" creationId="{EE7B6EB7-7B23-D501-C523-266B5BACCF46}"/>
          </ac:spMkLst>
        </pc:spChg>
      </pc:sldChg>
      <pc:sldChg chg="modSp add mod">
        <pc:chgData name="Tea Boon Chian" userId="ab84e6a5-2079-4f96-af03-c8dde00dcc75" providerId="ADAL" clId="{2653DC35-326C-48A2-8EB9-53EDD0B13E6E}" dt="2023-12-31T17:54:38.807" v="4643" actId="207"/>
        <pc:sldMkLst>
          <pc:docMk/>
          <pc:sldMk cId="3106601122" sldId="277"/>
        </pc:sldMkLst>
        <pc:spChg chg="mod">
          <ac:chgData name="Tea Boon Chian" userId="ab84e6a5-2079-4f96-af03-c8dde00dcc75" providerId="ADAL" clId="{2653DC35-326C-48A2-8EB9-53EDD0B13E6E}" dt="2023-12-31T17:54:38.807" v="4643" actId="207"/>
          <ac:spMkLst>
            <pc:docMk/>
            <pc:sldMk cId="3106601122" sldId="277"/>
            <ac:spMk id="2" creationId="{A9167AEA-161F-FACC-DCDA-8CBC9794D9B4}"/>
          </ac:spMkLst>
        </pc:spChg>
      </pc:sldChg>
      <pc:sldChg chg="modSp add mod">
        <pc:chgData name="Tea Boon Chian" userId="ab84e6a5-2079-4f96-af03-c8dde00dcc75" providerId="ADAL" clId="{2653DC35-326C-48A2-8EB9-53EDD0B13E6E}" dt="2023-12-31T17:30:22.175" v="3104" actId="403"/>
        <pc:sldMkLst>
          <pc:docMk/>
          <pc:sldMk cId="180717497" sldId="278"/>
        </pc:sldMkLst>
        <pc:spChg chg="mod">
          <ac:chgData name="Tea Boon Chian" userId="ab84e6a5-2079-4f96-af03-c8dde00dcc75" providerId="ADAL" clId="{2653DC35-326C-48A2-8EB9-53EDD0B13E6E}" dt="2023-12-31T17:30:22.175" v="3104" actId="403"/>
          <ac:spMkLst>
            <pc:docMk/>
            <pc:sldMk cId="180717497" sldId="278"/>
            <ac:spMk id="2" creationId="{A9167AEA-161F-FACC-DCDA-8CBC9794D9B4}"/>
          </ac:spMkLst>
        </pc:spChg>
      </pc:sldChg>
      <pc:sldChg chg="addSp delSp modSp add mod">
        <pc:chgData name="Tea Boon Chian" userId="ab84e6a5-2079-4f96-af03-c8dde00dcc75" providerId="ADAL" clId="{2653DC35-326C-48A2-8EB9-53EDD0B13E6E}" dt="2023-12-31T18:04:01.359" v="5203" actId="207"/>
        <pc:sldMkLst>
          <pc:docMk/>
          <pc:sldMk cId="1219922284" sldId="279"/>
        </pc:sldMkLst>
        <pc:spChg chg="mod">
          <ac:chgData name="Tea Boon Chian" userId="ab84e6a5-2079-4f96-af03-c8dde00dcc75" providerId="ADAL" clId="{2653DC35-326C-48A2-8EB9-53EDD0B13E6E}" dt="2023-12-31T17:57:23.774" v="4708" actId="207"/>
          <ac:spMkLst>
            <pc:docMk/>
            <pc:sldMk cId="1219922284" sldId="279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3-12-31T18:04:01.359" v="5203" actId="207"/>
          <ac:spMkLst>
            <pc:docMk/>
            <pc:sldMk cId="1219922284" sldId="279"/>
            <ac:spMk id="3" creationId="{EE7B6EB7-7B23-D501-C523-266B5BACCF46}"/>
          </ac:spMkLst>
        </pc:spChg>
        <pc:graphicFrameChg chg="add del mod">
          <ac:chgData name="Tea Boon Chian" userId="ab84e6a5-2079-4f96-af03-c8dde00dcc75" providerId="ADAL" clId="{2653DC35-326C-48A2-8EB9-53EDD0B13E6E}" dt="2023-12-31T17:59:51.587" v="4910"/>
          <ac:graphicFrameMkLst>
            <pc:docMk/>
            <pc:sldMk cId="1219922284" sldId="279"/>
            <ac:graphicFrameMk id="4" creationId="{CFD98643-68CD-EDC2-7C15-BFA804E52082}"/>
          </ac:graphicFrameMkLst>
        </pc:graphicFrameChg>
        <pc:picChg chg="add del mod">
          <ac:chgData name="Tea Boon Chian" userId="ab84e6a5-2079-4f96-af03-c8dde00dcc75" providerId="ADAL" clId="{2653DC35-326C-48A2-8EB9-53EDD0B13E6E}" dt="2023-12-31T17:59:53.940" v="4913" actId="21"/>
          <ac:picMkLst>
            <pc:docMk/>
            <pc:sldMk cId="1219922284" sldId="279"/>
            <ac:picMk id="5" creationId="{C99CF9EE-E1C4-0023-D371-2372D77D50AD}"/>
          </ac:picMkLst>
        </pc:picChg>
      </pc:sldChg>
      <pc:sldChg chg="addSp delSp modSp add mod">
        <pc:chgData name="Tea Boon Chian" userId="ab84e6a5-2079-4f96-af03-c8dde00dcc75" providerId="ADAL" clId="{2653DC35-326C-48A2-8EB9-53EDD0B13E6E}" dt="2023-12-31T18:00:18.150" v="4925"/>
        <pc:sldMkLst>
          <pc:docMk/>
          <pc:sldMk cId="1556003157" sldId="280"/>
        </pc:sldMkLst>
        <pc:spChg chg="mod">
          <ac:chgData name="Tea Boon Chian" userId="ab84e6a5-2079-4f96-af03-c8dde00dcc75" providerId="ADAL" clId="{2653DC35-326C-48A2-8EB9-53EDD0B13E6E}" dt="2023-12-31T18:00:18.150" v="4925"/>
          <ac:spMkLst>
            <pc:docMk/>
            <pc:sldMk cId="1556003157" sldId="280"/>
            <ac:spMk id="2" creationId="{A9167AEA-161F-FACC-DCDA-8CBC9794D9B4}"/>
          </ac:spMkLst>
        </pc:spChg>
        <pc:spChg chg="del">
          <ac:chgData name="Tea Boon Chian" userId="ab84e6a5-2079-4f96-af03-c8dde00dcc75" providerId="ADAL" clId="{2653DC35-326C-48A2-8EB9-53EDD0B13E6E}" dt="2023-12-31T17:59:57.846" v="4915" actId="478"/>
          <ac:spMkLst>
            <pc:docMk/>
            <pc:sldMk cId="1556003157" sldId="280"/>
            <ac:spMk id="3" creationId="{EE7B6EB7-7B23-D501-C523-266B5BACCF46}"/>
          </ac:spMkLst>
        </pc:spChg>
        <pc:picChg chg="add mod">
          <ac:chgData name="Tea Boon Chian" userId="ab84e6a5-2079-4f96-af03-c8dde00dcc75" providerId="ADAL" clId="{2653DC35-326C-48A2-8EB9-53EDD0B13E6E}" dt="2023-12-31T18:00:13.868" v="4923" actId="1076"/>
          <ac:picMkLst>
            <pc:docMk/>
            <pc:sldMk cId="1556003157" sldId="280"/>
            <ac:picMk id="4" creationId="{2B3886A8-A9CB-8DD2-DB89-176E65965F53}"/>
          </ac:picMkLst>
        </pc:picChg>
      </pc:sldChg>
      <pc:sldChg chg="addSp delSp modSp add mod">
        <pc:chgData name="Tea Boon Chian" userId="ab84e6a5-2079-4f96-af03-c8dde00dcc75" providerId="ADAL" clId="{2653DC35-326C-48A2-8EB9-53EDD0B13E6E}" dt="2023-12-31T18:04:52.809" v="5220" actId="1076"/>
        <pc:sldMkLst>
          <pc:docMk/>
          <pc:sldMk cId="1238750302" sldId="281"/>
        </pc:sldMkLst>
        <pc:spChg chg="mod">
          <ac:chgData name="Tea Boon Chian" userId="ab84e6a5-2079-4f96-af03-c8dde00dcc75" providerId="ADAL" clId="{2653DC35-326C-48A2-8EB9-53EDD0B13E6E}" dt="2023-12-31T18:04:08.414" v="5207"/>
          <ac:spMkLst>
            <pc:docMk/>
            <pc:sldMk cId="1238750302" sldId="281"/>
            <ac:spMk id="2" creationId="{A9167AEA-161F-FACC-DCDA-8CBC9794D9B4}"/>
          </ac:spMkLst>
        </pc:spChg>
        <pc:spChg chg="del">
          <ac:chgData name="Tea Boon Chian" userId="ab84e6a5-2079-4f96-af03-c8dde00dcc75" providerId="ADAL" clId="{2653DC35-326C-48A2-8EB9-53EDD0B13E6E}" dt="2023-12-31T18:04:10.696" v="5208" actId="478"/>
          <ac:spMkLst>
            <pc:docMk/>
            <pc:sldMk cId="1238750302" sldId="281"/>
            <ac:spMk id="3" creationId="{EE7B6EB7-7B23-D501-C523-266B5BACCF46}"/>
          </ac:spMkLst>
        </pc:spChg>
        <pc:graphicFrameChg chg="add del mod">
          <ac:chgData name="Tea Boon Chian" userId="ab84e6a5-2079-4f96-af03-c8dde00dcc75" providerId="ADAL" clId="{2653DC35-326C-48A2-8EB9-53EDD0B13E6E}" dt="2023-12-31T18:04:45.298" v="5215"/>
          <ac:graphicFrameMkLst>
            <pc:docMk/>
            <pc:sldMk cId="1238750302" sldId="281"/>
            <ac:graphicFrameMk id="5" creationId="{7D5E5456-D671-EB9D-9B8C-F414000956AC}"/>
          </ac:graphicFrameMkLst>
        </pc:graphicFrameChg>
        <pc:picChg chg="add del mod">
          <ac:chgData name="Tea Boon Chian" userId="ab84e6a5-2079-4f96-af03-c8dde00dcc75" providerId="ADAL" clId="{2653DC35-326C-48A2-8EB9-53EDD0B13E6E}" dt="2023-12-31T18:04:28.457" v="5212"/>
          <ac:picMkLst>
            <pc:docMk/>
            <pc:sldMk cId="1238750302" sldId="281"/>
            <ac:picMk id="4" creationId="{12027969-5F78-9AD2-EB60-5111BF0F499F}"/>
          </ac:picMkLst>
        </pc:picChg>
        <pc:picChg chg="add mod">
          <ac:chgData name="Tea Boon Chian" userId="ab84e6a5-2079-4f96-af03-c8dde00dcc75" providerId="ADAL" clId="{2653DC35-326C-48A2-8EB9-53EDD0B13E6E}" dt="2023-12-31T18:04:52.809" v="5220" actId="1076"/>
          <ac:picMkLst>
            <pc:docMk/>
            <pc:sldMk cId="1238750302" sldId="281"/>
            <ac:picMk id="6" creationId="{D793E66A-E1DA-B99C-35D6-000268E22C4D}"/>
          </ac:picMkLst>
        </pc:picChg>
      </pc:sldChg>
      <pc:sldChg chg="modSp add mod">
        <pc:chgData name="Tea Boon Chian" userId="ab84e6a5-2079-4f96-af03-c8dde00dcc75" providerId="ADAL" clId="{2653DC35-326C-48A2-8EB9-53EDD0B13E6E}" dt="2023-12-31T18:31:15.189" v="5731" actId="20577"/>
        <pc:sldMkLst>
          <pc:docMk/>
          <pc:sldMk cId="2303120364" sldId="282"/>
        </pc:sldMkLst>
        <pc:spChg chg="mod">
          <ac:chgData name="Tea Boon Chian" userId="ab84e6a5-2079-4f96-af03-c8dde00dcc75" providerId="ADAL" clId="{2653DC35-326C-48A2-8EB9-53EDD0B13E6E}" dt="2023-12-31T18:20:18.987" v="5330" actId="207"/>
          <ac:spMkLst>
            <pc:docMk/>
            <pc:sldMk cId="2303120364" sldId="282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3-12-31T18:31:15.189" v="5731" actId="20577"/>
          <ac:spMkLst>
            <pc:docMk/>
            <pc:sldMk cId="2303120364" sldId="282"/>
            <ac:spMk id="3" creationId="{EE7B6EB7-7B23-D501-C523-266B5BACCF46}"/>
          </ac:spMkLst>
        </pc:spChg>
      </pc:sldChg>
      <pc:sldChg chg="modSp add mod">
        <pc:chgData name="Tea Boon Chian" userId="ab84e6a5-2079-4f96-af03-c8dde00dcc75" providerId="ADAL" clId="{2653DC35-326C-48A2-8EB9-53EDD0B13E6E}" dt="2023-12-31T17:54:50.242" v="4646" actId="20577"/>
        <pc:sldMkLst>
          <pc:docMk/>
          <pc:sldMk cId="2483759372" sldId="283"/>
        </pc:sldMkLst>
        <pc:spChg chg="mod">
          <ac:chgData name="Tea Boon Chian" userId="ab84e6a5-2079-4f96-af03-c8dde00dcc75" providerId="ADAL" clId="{2653DC35-326C-48A2-8EB9-53EDD0B13E6E}" dt="2023-12-31T17:54:50.242" v="4646" actId="20577"/>
          <ac:spMkLst>
            <pc:docMk/>
            <pc:sldMk cId="2483759372" sldId="283"/>
            <ac:spMk id="2" creationId="{A9167AEA-161F-FACC-DCDA-8CBC9794D9B4}"/>
          </ac:spMkLst>
        </pc:spChg>
      </pc:sldChg>
      <pc:sldChg chg="modSp add mod">
        <pc:chgData name="Tea Boon Chian" userId="ab84e6a5-2079-4f96-af03-c8dde00dcc75" providerId="ADAL" clId="{2653DC35-326C-48A2-8EB9-53EDD0B13E6E}" dt="2023-12-31T18:08:30.137" v="5280" actId="20577"/>
        <pc:sldMkLst>
          <pc:docMk/>
          <pc:sldMk cId="3169416446" sldId="284"/>
        </pc:sldMkLst>
        <pc:spChg chg="mod">
          <ac:chgData name="Tea Boon Chian" userId="ab84e6a5-2079-4f96-af03-c8dde00dcc75" providerId="ADAL" clId="{2653DC35-326C-48A2-8EB9-53EDD0B13E6E}" dt="2023-12-31T18:08:30.137" v="5280" actId="20577"/>
          <ac:spMkLst>
            <pc:docMk/>
            <pc:sldMk cId="3169416446" sldId="284"/>
            <ac:spMk id="2" creationId="{A9167AEA-161F-FACC-DCDA-8CBC9794D9B4}"/>
          </ac:spMkLst>
        </pc:spChg>
      </pc:sldChg>
      <pc:sldChg chg="modSp add mod">
        <pc:chgData name="Tea Boon Chian" userId="ab84e6a5-2079-4f96-af03-c8dde00dcc75" providerId="ADAL" clId="{2653DC35-326C-48A2-8EB9-53EDD0B13E6E}" dt="2023-12-31T18:44:45.239" v="6579"/>
        <pc:sldMkLst>
          <pc:docMk/>
          <pc:sldMk cId="704226360" sldId="285"/>
        </pc:sldMkLst>
        <pc:spChg chg="mod">
          <ac:chgData name="Tea Boon Chian" userId="ab84e6a5-2079-4f96-af03-c8dde00dcc75" providerId="ADAL" clId="{2653DC35-326C-48A2-8EB9-53EDD0B13E6E}" dt="2023-12-31T18:44:45.239" v="6579"/>
          <ac:spMkLst>
            <pc:docMk/>
            <pc:sldMk cId="704226360" sldId="285"/>
            <ac:spMk id="2" creationId="{A9167AEA-161F-FACC-DCDA-8CBC9794D9B4}"/>
          </ac:spMkLst>
        </pc:spChg>
        <pc:spChg chg="mod">
          <ac:chgData name="Tea Boon Chian" userId="ab84e6a5-2079-4f96-af03-c8dde00dcc75" providerId="ADAL" clId="{2653DC35-326C-48A2-8EB9-53EDD0B13E6E}" dt="2023-12-31T18:39:59.187" v="6477" actId="113"/>
          <ac:spMkLst>
            <pc:docMk/>
            <pc:sldMk cId="704226360" sldId="285"/>
            <ac:spMk id="3" creationId="{EE7B6EB7-7B23-D501-C523-266B5BACCF46}"/>
          </ac:spMkLst>
        </pc:spChg>
      </pc:sldChg>
      <pc:sldChg chg="addSp delSp modSp add mod">
        <pc:chgData name="Tea Boon Chian" userId="ab84e6a5-2079-4f96-af03-c8dde00dcc75" providerId="ADAL" clId="{2653DC35-326C-48A2-8EB9-53EDD0B13E6E}" dt="2023-12-31T18:40:41.551" v="6493" actId="1076"/>
        <pc:sldMkLst>
          <pc:docMk/>
          <pc:sldMk cId="662851394" sldId="286"/>
        </pc:sldMkLst>
        <pc:spChg chg="mod">
          <ac:chgData name="Tea Boon Chian" userId="ab84e6a5-2079-4f96-af03-c8dde00dcc75" providerId="ADAL" clId="{2653DC35-326C-48A2-8EB9-53EDD0B13E6E}" dt="2023-12-31T18:40:06.314" v="6479"/>
          <ac:spMkLst>
            <pc:docMk/>
            <pc:sldMk cId="662851394" sldId="286"/>
            <ac:spMk id="2" creationId="{A9167AEA-161F-FACC-DCDA-8CBC9794D9B4}"/>
          </ac:spMkLst>
        </pc:spChg>
        <pc:spChg chg="del">
          <ac:chgData name="Tea Boon Chian" userId="ab84e6a5-2079-4f96-af03-c8dde00dcc75" providerId="ADAL" clId="{2653DC35-326C-48A2-8EB9-53EDD0B13E6E}" dt="2023-12-31T18:40:09.923" v="6480" actId="478"/>
          <ac:spMkLst>
            <pc:docMk/>
            <pc:sldMk cId="662851394" sldId="286"/>
            <ac:spMk id="3" creationId="{EE7B6EB7-7B23-D501-C523-266B5BACCF46}"/>
          </ac:spMkLst>
        </pc:spChg>
        <pc:graphicFrameChg chg="add del mod">
          <ac:chgData name="Tea Boon Chian" userId="ab84e6a5-2079-4f96-af03-c8dde00dcc75" providerId="ADAL" clId="{2653DC35-326C-48A2-8EB9-53EDD0B13E6E}" dt="2023-12-31T18:40:26.551" v="6483"/>
          <ac:graphicFrameMkLst>
            <pc:docMk/>
            <pc:sldMk cId="662851394" sldId="286"/>
            <ac:graphicFrameMk id="4" creationId="{BC60C40F-5A24-4ED7-5A75-97AE3CA9FA1F}"/>
          </ac:graphicFrameMkLst>
        </pc:graphicFrameChg>
        <pc:picChg chg="add mod">
          <ac:chgData name="Tea Boon Chian" userId="ab84e6a5-2079-4f96-af03-c8dde00dcc75" providerId="ADAL" clId="{2653DC35-326C-48A2-8EB9-53EDD0B13E6E}" dt="2023-12-31T18:40:41.551" v="6493" actId="1076"/>
          <ac:picMkLst>
            <pc:docMk/>
            <pc:sldMk cId="662851394" sldId="286"/>
            <ac:picMk id="5" creationId="{DE6F2747-3070-025A-21AE-167E4DD29A6B}"/>
          </ac:picMkLst>
        </pc:picChg>
      </pc:sldChg>
      <pc:sldChg chg="addSp delSp modSp add mod">
        <pc:chgData name="Tea Boon Chian" userId="ab84e6a5-2079-4f96-af03-c8dde00dcc75" providerId="ADAL" clId="{2653DC35-326C-48A2-8EB9-53EDD0B13E6E}" dt="2023-12-31T18:46:46.275" v="6618" actId="20577"/>
        <pc:sldMkLst>
          <pc:docMk/>
          <pc:sldMk cId="3238086450" sldId="287"/>
        </pc:sldMkLst>
        <pc:spChg chg="mod">
          <ac:chgData name="Tea Boon Chian" userId="ab84e6a5-2079-4f96-af03-c8dde00dcc75" providerId="ADAL" clId="{2653DC35-326C-48A2-8EB9-53EDD0B13E6E}" dt="2023-12-31T18:45:46.081" v="6597" actId="20577"/>
          <ac:spMkLst>
            <pc:docMk/>
            <pc:sldMk cId="3238086450" sldId="287"/>
            <ac:spMk id="2" creationId="{A9167AEA-161F-FACC-DCDA-8CBC9794D9B4}"/>
          </ac:spMkLst>
        </pc:spChg>
        <pc:spChg chg="del">
          <ac:chgData name="Tea Boon Chian" userId="ab84e6a5-2079-4f96-af03-c8dde00dcc75" providerId="ADAL" clId="{2653DC35-326C-48A2-8EB9-53EDD0B13E6E}" dt="2023-12-31T18:45:19.486" v="6585" actId="478"/>
          <ac:spMkLst>
            <pc:docMk/>
            <pc:sldMk cId="3238086450" sldId="287"/>
            <ac:spMk id="3" creationId="{EE7B6EB7-7B23-D501-C523-266B5BACCF46}"/>
          </ac:spMkLst>
        </pc:spChg>
        <pc:spChg chg="add del mod">
          <ac:chgData name="Tea Boon Chian" userId="ab84e6a5-2079-4f96-af03-c8dde00dcc75" providerId="ADAL" clId="{2653DC35-326C-48A2-8EB9-53EDD0B13E6E}" dt="2023-12-31T18:45:16.777" v="6584"/>
          <ac:spMkLst>
            <pc:docMk/>
            <pc:sldMk cId="3238086450" sldId="287"/>
            <ac:spMk id="4" creationId="{CB15531B-18DC-EF93-AB00-B794EFA5D313}"/>
          </ac:spMkLst>
        </pc:spChg>
        <pc:spChg chg="add mod">
          <ac:chgData name="Tea Boon Chian" userId="ab84e6a5-2079-4f96-af03-c8dde00dcc75" providerId="ADAL" clId="{2653DC35-326C-48A2-8EB9-53EDD0B13E6E}" dt="2023-12-31T18:46:46.275" v="6618" actId="20577"/>
          <ac:spMkLst>
            <pc:docMk/>
            <pc:sldMk cId="3238086450" sldId="287"/>
            <ac:spMk id="5" creationId="{C33AD569-78EC-7D8F-83CA-A908C4EC705A}"/>
          </ac:spMkLst>
        </pc:spChg>
      </pc:sldChg>
      <pc:sldChg chg="add del">
        <pc:chgData name="Tea Boon Chian" userId="ab84e6a5-2079-4f96-af03-c8dde00dcc75" providerId="ADAL" clId="{2653DC35-326C-48A2-8EB9-53EDD0B13E6E}" dt="2023-12-31T18:45:25.566" v="6588" actId="47"/>
        <pc:sldMkLst>
          <pc:docMk/>
          <pc:sldMk cId="756429870" sldId="288"/>
        </pc:sldMkLst>
      </pc:sldChg>
      <pc:sldChg chg="addSp delSp modSp new mod">
        <pc:chgData name="Tea Boon Chian" userId="ab84e6a5-2079-4f96-af03-c8dde00dcc75" providerId="ADAL" clId="{2653DC35-326C-48A2-8EB9-53EDD0B13E6E}" dt="2023-12-31T18:34:48.476" v="6067" actId="1076"/>
        <pc:sldMkLst>
          <pc:docMk/>
          <pc:sldMk cId="1708789635" sldId="289"/>
        </pc:sldMkLst>
        <pc:spChg chg="mod">
          <ac:chgData name="Tea Boon Chian" userId="ab84e6a5-2079-4f96-af03-c8dde00dcc75" providerId="ADAL" clId="{2653DC35-326C-48A2-8EB9-53EDD0B13E6E}" dt="2023-12-31T18:31:26.560" v="5737" actId="404"/>
          <ac:spMkLst>
            <pc:docMk/>
            <pc:sldMk cId="1708789635" sldId="289"/>
            <ac:spMk id="2" creationId="{E9086CD6-465D-115F-EC2A-DB8A1FC29F0B}"/>
          </ac:spMkLst>
        </pc:spChg>
        <pc:spChg chg="mod">
          <ac:chgData name="Tea Boon Chian" userId="ab84e6a5-2079-4f96-af03-c8dde00dcc75" providerId="ADAL" clId="{2653DC35-326C-48A2-8EB9-53EDD0B13E6E}" dt="2023-12-31T18:34:10.975" v="6058" actId="20577"/>
          <ac:spMkLst>
            <pc:docMk/>
            <pc:sldMk cId="1708789635" sldId="289"/>
            <ac:spMk id="3" creationId="{784AA3F7-5822-AB85-12FF-272DFD473695}"/>
          </ac:spMkLst>
        </pc:spChg>
        <pc:graphicFrameChg chg="add del mod">
          <ac:chgData name="Tea Boon Chian" userId="ab84e6a5-2079-4f96-af03-c8dde00dcc75" providerId="ADAL" clId="{2653DC35-326C-48A2-8EB9-53EDD0B13E6E}" dt="2023-12-31T18:34:37.399" v="6061"/>
          <ac:graphicFrameMkLst>
            <pc:docMk/>
            <pc:sldMk cId="1708789635" sldId="289"/>
            <ac:graphicFrameMk id="4" creationId="{3ABD550C-FAC0-7F8B-050A-5ECC03E1DCBC}"/>
          </ac:graphicFrameMkLst>
        </pc:graphicFrameChg>
        <pc:picChg chg="add mod">
          <ac:chgData name="Tea Boon Chian" userId="ab84e6a5-2079-4f96-af03-c8dde00dcc75" providerId="ADAL" clId="{2653DC35-326C-48A2-8EB9-53EDD0B13E6E}" dt="2023-12-31T18:34:48.476" v="6067" actId="1076"/>
          <ac:picMkLst>
            <pc:docMk/>
            <pc:sldMk cId="1708789635" sldId="289"/>
            <ac:picMk id="5" creationId="{3C950336-2F6C-B6BB-DF59-632D9F087DC7}"/>
          </ac:picMkLst>
        </pc:picChg>
      </pc:sldChg>
      <pc:sldChg chg="modSp add mod">
        <pc:chgData name="Tea Boon Chian" userId="ab84e6a5-2079-4f96-af03-c8dde00dcc75" providerId="ADAL" clId="{2653DC35-326C-48A2-8EB9-53EDD0B13E6E}" dt="2024-01-01T07:03:13.380" v="7878" actId="207"/>
        <pc:sldMkLst>
          <pc:docMk/>
          <pc:sldMk cId="2176476566" sldId="290"/>
        </pc:sldMkLst>
        <pc:spChg chg="mod">
          <ac:chgData name="Tea Boon Chian" userId="ab84e6a5-2079-4f96-af03-c8dde00dcc75" providerId="ADAL" clId="{2653DC35-326C-48A2-8EB9-53EDD0B13E6E}" dt="2024-01-01T07:03:13.380" v="7878" actId="207"/>
          <ac:spMkLst>
            <pc:docMk/>
            <pc:sldMk cId="2176476566" sldId="290"/>
            <ac:spMk id="2" creationId="{A9167AEA-161F-FACC-DCDA-8CBC9794D9B4}"/>
          </ac:spMkLst>
        </pc:spChg>
      </pc:sldChg>
      <pc:sldChg chg="add del">
        <pc:chgData name="Tea Boon Chian" userId="ab84e6a5-2079-4f96-af03-c8dde00dcc75" providerId="ADAL" clId="{2653DC35-326C-48A2-8EB9-53EDD0B13E6E}" dt="2024-01-01T05:52:00.796" v="7180"/>
        <pc:sldMkLst>
          <pc:docMk/>
          <pc:sldMk cId="1321460156" sldId="291"/>
        </pc:sldMkLst>
      </pc:sldChg>
      <pc:sldChg chg="modSp add mod">
        <pc:chgData name="Tea Boon Chian" userId="ab84e6a5-2079-4f96-af03-c8dde00dcc75" providerId="ADAL" clId="{2653DC35-326C-48A2-8EB9-53EDD0B13E6E}" dt="2024-01-01T05:58:05.174" v="7443" actId="20577"/>
        <pc:sldMkLst>
          <pc:docMk/>
          <pc:sldMk cId="1504037159" sldId="291"/>
        </pc:sldMkLst>
        <pc:spChg chg="mod">
          <ac:chgData name="Tea Boon Chian" userId="ab84e6a5-2079-4f96-af03-c8dde00dcc75" providerId="ADAL" clId="{2653DC35-326C-48A2-8EB9-53EDD0B13E6E}" dt="2024-01-01T05:58:05.174" v="7443" actId="20577"/>
          <ac:spMkLst>
            <pc:docMk/>
            <pc:sldMk cId="1504037159" sldId="291"/>
            <ac:spMk id="3" creationId="{EE7B6EB7-7B23-D501-C523-266B5BACCF46}"/>
          </ac:spMkLst>
        </pc:spChg>
      </pc:sldChg>
      <pc:sldChg chg="addSp modSp add mod">
        <pc:chgData name="Tea Boon Chian" userId="ab84e6a5-2079-4f96-af03-c8dde00dcc75" providerId="ADAL" clId="{2653DC35-326C-48A2-8EB9-53EDD0B13E6E}" dt="2024-01-01T06:26:09.840" v="7660" actId="20577"/>
        <pc:sldMkLst>
          <pc:docMk/>
          <pc:sldMk cId="600852282" sldId="292"/>
        </pc:sldMkLst>
        <pc:spChg chg="mod">
          <ac:chgData name="Tea Boon Chian" userId="ab84e6a5-2079-4f96-af03-c8dde00dcc75" providerId="ADAL" clId="{2653DC35-326C-48A2-8EB9-53EDD0B13E6E}" dt="2024-01-01T06:26:09.840" v="7660" actId="20577"/>
          <ac:spMkLst>
            <pc:docMk/>
            <pc:sldMk cId="600852282" sldId="292"/>
            <ac:spMk id="3" creationId="{EE7B6EB7-7B23-D501-C523-266B5BACCF46}"/>
          </ac:spMkLst>
        </pc:spChg>
        <pc:spChg chg="add mod ord">
          <ac:chgData name="Tea Boon Chian" userId="ab84e6a5-2079-4f96-af03-c8dde00dcc75" providerId="ADAL" clId="{2653DC35-326C-48A2-8EB9-53EDD0B13E6E}" dt="2024-01-01T06:26:01.183" v="7658" actId="207"/>
          <ac:spMkLst>
            <pc:docMk/>
            <pc:sldMk cId="600852282" sldId="292"/>
            <ac:spMk id="4" creationId="{FF420BC0-92EC-0330-AFC5-212DE5FDD115}"/>
          </ac:spMkLst>
        </pc:spChg>
      </pc:sldChg>
      <pc:sldChg chg="modSp add mod">
        <pc:chgData name="Tea Boon Chian" userId="ab84e6a5-2079-4f96-af03-c8dde00dcc75" providerId="ADAL" clId="{2653DC35-326C-48A2-8EB9-53EDD0B13E6E}" dt="2024-01-01T07:14:03.562" v="8274" actId="20577"/>
        <pc:sldMkLst>
          <pc:docMk/>
          <pc:sldMk cId="2602934403" sldId="293"/>
        </pc:sldMkLst>
        <pc:spChg chg="mod">
          <ac:chgData name="Tea Boon Chian" userId="ab84e6a5-2079-4f96-af03-c8dde00dcc75" providerId="ADAL" clId="{2653DC35-326C-48A2-8EB9-53EDD0B13E6E}" dt="2024-01-01T07:14:03.562" v="8274" actId="20577"/>
          <ac:spMkLst>
            <pc:docMk/>
            <pc:sldMk cId="2602934403" sldId="293"/>
            <ac:spMk id="2" creationId="{A9167AEA-161F-FACC-DCDA-8CBC9794D9B4}"/>
          </ac:spMkLst>
        </pc:spChg>
      </pc:sldChg>
      <pc:sldChg chg="addSp delSp modSp add mod">
        <pc:chgData name="Tea Boon Chian" userId="ab84e6a5-2079-4f96-af03-c8dde00dcc75" providerId="ADAL" clId="{2653DC35-326C-48A2-8EB9-53EDD0B13E6E}" dt="2024-01-01T07:07:55.834" v="8073" actId="1076"/>
        <pc:sldMkLst>
          <pc:docMk/>
          <pc:sldMk cId="3803031177" sldId="294"/>
        </pc:sldMkLst>
        <pc:spChg chg="del">
          <ac:chgData name="Tea Boon Chian" userId="ab84e6a5-2079-4f96-af03-c8dde00dcc75" providerId="ADAL" clId="{2653DC35-326C-48A2-8EB9-53EDD0B13E6E}" dt="2024-01-01T07:07:46.008" v="8068" actId="478"/>
          <ac:spMkLst>
            <pc:docMk/>
            <pc:sldMk cId="3803031177" sldId="294"/>
            <ac:spMk id="2" creationId="{A9167AEA-161F-FACC-DCDA-8CBC9794D9B4}"/>
          </ac:spMkLst>
        </pc:spChg>
        <pc:spChg chg="add del mod">
          <ac:chgData name="Tea Boon Chian" userId="ab84e6a5-2079-4f96-af03-c8dde00dcc75" providerId="ADAL" clId="{2653DC35-326C-48A2-8EB9-53EDD0B13E6E}" dt="2024-01-01T07:07:48.047" v="8069" actId="478"/>
          <ac:spMkLst>
            <pc:docMk/>
            <pc:sldMk cId="3803031177" sldId="294"/>
            <ac:spMk id="4" creationId="{AAE198C0-C709-9889-8933-BD2F72B64301}"/>
          </ac:spMkLst>
        </pc:spChg>
        <pc:picChg chg="del">
          <ac:chgData name="Tea Boon Chian" userId="ab84e6a5-2079-4f96-af03-c8dde00dcc75" providerId="ADAL" clId="{2653DC35-326C-48A2-8EB9-53EDD0B13E6E}" dt="2024-01-01T07:07:43.953" v="8067" actId="21"/>
          <ac:picMkLst>
            <pc:docMk/>
            <pc:sldMk cId="3803031177" sldId="294"/>
            <ac:picMk id="5" creationId="{082A4473-AC2E-A555-8031-E21124D0351E}"/>
          </ac:picMkLst>
        </pc:picChg>
        <pc:picChg chg="add mod">
          <ac:chgData name="Tea Boon Chian" userId="ab84e6a5-2079-4f96-af03-c8dde00dcc75" providerId="ADAL" clId="{2653DC35-326C-48A2-8EB9-53EDD0B13E6E}" dt="2024-01-01T07:07:55.834" v="8073" actId="1076"/>
          <ac:picMkLst>
            <pc:docMk/>
            <pc:sldMk cId="3803031177" sldId="294"/>
            <ac:picMk id="6" creationId="{E89FFFD4-56C6-10E8-B2B4-9CA09A0C8B46}"/>
          </ac:picMkLst>
        </pc:picChg>
      </pc:sldChg>
      <pc:sldChg chg="add del">
        <pc:chgData name="Tea Boon Chian" userId="ab84e6a5-2079-4f96-af03-c8dde00dcc75" providerId="ADAL" clId="{2653DC35-326C-48A2-8EB9-53EDD0B13E6E}" dt="2024-01-01T07:19:18.642" v="8475" actId="47"/>
        <pc:sldMkLst>
          <pc:docMk/>
          <pc:sldMk cId="1656297761" sldId="295"/>
        </pc:sldMkLst>
      </pc:sldChg>
      <pc:sldChg chg="add del">
        <pc:chgData name="Tea Boon Chian" userId="ab84e6a5-2079-4f96-af03-c8dde00dcc75" providerId="ADAL" clId="{2653DC35-326C-48A2-8EB9-53EDD0B13E6E}" dt="2024-01-01T07:19:18.782" v="8476" actId="47"/>
        <pc:sldMkLst>
          <pc:docMk/>
          <pc:sldMk cId="1440586916" sldId="296"/>
        </pc:sldMkLst>
      </pc:sldChg>
      <pc:sldChg chg="add del">
        <pc:chgData name="Tea Boon Chian" userId="ab84e6a5-2079-4f96-af03-c8dde00dcc75" providerId="ADAL" clId="{2653DC35-326C-48A2-8EB9-53EDD0B13E6E}" dt="2024-01-01T07:19:18.923" v="8477" actId="47"/>
        <pc:sldMkLst>
          <pc:docMk/>
          <pc:sldMk cId="114601751" sldId="297"/>
        </pc:sldMkLst>
      </pc:sldChg>
      <pc:sldChg chg="add del">
        <pc:chgData name="Tea Boon Chian" userId="ab84e6a5-2079-4f96-af03-c8dde00dcc75" providerId="ADAL" clId="{2653DC35-326C-48A2-8EB9-53EDD0B13E6E}" dt="2024-01-01T07:19:19.235" v="8478" actId="47"/>
        <pc:sldMkLst>
          <pc:docMk/>
          <pc:sldMk cId="3269688511" sldId="298"/>
        </pc:sldMkLst>
      </pc:sldChg>
      <pc:sldChg chg="add del">
        <pc:chgData name="Tea Boon Chian" userId="ab84e6a5-2079-4f96-af03-c8dde00dcc75" providerId="ADAL" clId="{2653DC35-326C-48A2-8EB9-53EDD0B13E6E}" dt="2024-01-01T07:19:19.439" v="8479" actId="47"/>
        <pc:sldMkLst>
          <pc:docMk/>
          <pc:sldMk cId="3396180858" sldId="299"/>
        </pc:sldMkLst>
      </pc:sldChg>
      <pc:sldChg chg="add del">
        <pc:chgData name="Tea Boon Chian" userId="ab84e6a5-2079-4f96-af03-c8dde00dcc75" providerId="ADAL" clId="{2653DC35-326C-48A2-8EB9-53EDD0B13E6E}" dt="2024-01-01T07:19:19.642" v="8480" actId="47"/>
        <pc:sldMkLst>
          <pc:docMk/>
          <pc:sldMk cId="3627400904" sldId="300"/>
        </pc:sldMkLst>
      </pc:sldChg>
      <pc:sldChg chg="add del">
        <pc:chgData name="Tea Boon Chian" userId="ab84e6a5-2079-4f96-af03-c8dde00dcc75" providerId="ADAL" clId="{2653DC35-326C-48A2-8EB9-53EDD0B13E6E}" dt="2024-01-01T07:19:19.907" v="8481" actId="47"/>
        <pc:sldMkLst>
          <pc:docMk/>
          <pc:sldMk cId="1244607003" sldId="301"/>
        </pc:sldMkLst>
      </pc:sldChg>
      <pc:sldChg chg="add del">
        <pc:chgData name="Tea Boon Chian" userId="ab84e6a5-2079-4f96-af03-c8dde00dcc75" providerId="ADAL" clId="{2653DC35-326C-48A2-8EB9-53EDD0B13E6E}" dt="2024-01-01T07:19:20.563" v="8482" actId="47"/>
        <pc:sldMkLst>
          <pc:docMk/>
          <pc:sldMk cId="3200599053" sldId="302"/>
        </pc:sldMkLst>
      </pc:sldChg>
      <pc:sldChg chg="add del">
        <pc:chgData name="Tea Boon Chian" userId="ab84e6a5-2079-4f96-af03-c8dde00dcc75" providerId="ADAL" clId="{2653DC35-326C-48A2-8EB9-53EDD0B13E6E}" dt="2024-01-01T07:19:20.782" v="8483" actId="47"/>
        <pc:sldMkLst>
          <pc:docMk/>
          <pc:sldMk cId="2931050305" sldId="303"/>
        </pc:sldMkLst>
      </pc:sldChg>
      <pc:sldChg chg="addSp delSp modSp add mod">
        <pc:chgData name="Tea Boon Chian" userId="ab84e6a5-2079-4f96-af03-c8dde00dcc75" providerId="ADAL" clId="{2653DC35-326C-48A2-8EB9-53EDD0B13E6E}" dt="2024-01-01T07:13:17.603" v="8252" actId="1076"/>
        <pc:sldMkLst>
          <pc:docMk/>
          <pc:sldMk cId="2446128402" sldId="304"/>
        </pc:sldMkLst>
        <pc:graphicFrameChg chg="add del mod">
          <ac:chgData name="Tea Boon Chian" userId="ab84e6a5-2079-4f96-af03-c8dde00dcc75" providerId="ADAL" clId="{2653DC35-326C-48A2-8EB9-53EDD0B13E6E}" dt="2024-01-01T07:12:56.494" v="8239"/>
          <ac:graphicFrameMkLst>
            <pc:docMk/>
            <pc:sldMk cId="2446128402" sldId="304"/>
            <ac:graphicFrameMk id="3" creationId="{2F2ECEA5-7100-0029-CCA9-ED0C692C4ED1}"/>
          </ac:graphicFrameMkLst>
        </pc:graphicFrameChg>
        <pc:picChg chg="add mod">
          <ac:chgData name="Tea Boon Chian" userId="ab84e6a5-2079-4f96-af03-c8dde00dcc75" providerId="ADAL" clId="{2653DC35-326C-48A2-8EB9-53EDD0B13E6E}" dt="2024-01-01T07:13:17.603" v="8252" actId="1076"/>
          <ac:picMkLst>
            <pc:docMk/>
            <pc:sldMk cId="2446128402" sldId="304"/>
            <ac:picMk id="4" creationId="{9DF5E194-20A8-DCDC-6492-D69057A4A0EE}"/>
          </ac:picMkLst>
        </pc:picChg>
        <pc:picChg chg="del">
          <ac:chgData name="Tea Boon Chian" userId="ab84e6a5-2079-4f96-af03-c8dde00dcc75" providerId="ADAL" clId="{2653DC35-326C-48A2-8EB9-53EDD0B13E6E}" dt="2024-01-01T07:12:35.288" v="8236" actId="478"/>
          <ac:picMkLst>
            <pc:docMk/>
            <pc:sldMk cId="2446128402" sldId="304"/>
            <ac:picMk id="6" creationId="{EDEFE5E5-5D3C-C0B2-A87D-A93E30724247}"/>
          </ac:picMkLst>
        </pc:picChg>
      </pc:sldChg>
      <pc:sldChg chg="modSp add mod">
        <pc:chgData name="Tea Boon Chian" userId="ab84e6a5-2079-4f96-af03-c8dde00dcc75" providerId="ADAL" clId="{2653DC35-326C-48A2-8EB9-53EDD0B13E6E}" dt="2024-01-01T07:14:52.708" v="8326" actId="20577"/>
        <pc:sldMkLst>
          <pc:docMk/>
          <pc:sldMk cId="4254583446" sldId="305"/>
        </pc:sldMkLst>
        <pc:spChg chg="mod">
          <ac:chgData name="Tea Boon Chian" userId="ab84e6a5-2079-4f96-af03-c8dde00dcc75" providerId="ADAL" clId="{2653DC35-326C-48A2-8EB9-53EDD0B13E6E}" dt="2024-01-01T07:14:52.708" v="8326" actId="20577"/>
          <ac:spMkLst>
            <pc:docMk/>
            <pc:sldMk cId="4254583446" sldId="305"/>
            <ac:spMk id="2" creationId="{A9167AEA-161F-FACC-DCDA-8CBC9794D9B4}"/>
          </ac:spMkLst>
        </pc:spChg>
      </pc:sldChg>
    </pc:docChg>
  </pc:docChgLst>
  <pc:docChgLst>
    <pc:chgData name="Tea Boon Chian" userId="ab84e6a5-2079-4f96-af03-c8dde00dcc75" providerId="ADAL" clId="{D59C9259-E9C6-42CC-BED6-4A0D1012C7FE}"/>
    <pc:docChg chg="modSld">
      <pc:chgData name="Tea Boon Chian" userId="ab84e6a5-2079-4f96-af03-c8dde00dcc75" providerId="ADAL" clId="{D59C9259-E9C6-42CC-BED6-4A0D1012C7FE}" dt="2024-06-14T18:05:10.507" v="0" actId="123"/>
      <pc:docMkLst>
        <pc:docMk/>
      </pc:docMkLst>
      <pc:sldChg chg="modSp mod">
        <pc:chgData name="Tea Boon Chian" userId="ab84e6a5-2079-4f96-af03-c8dde00dcc75" providerId="ADAL" clId="{D59C9259-E9C6-42CC-BED6-4A0D1012C7FE}" dt="2024-06-14T18:05:10.507" v="0" actId="123"/>
        <pc:sldMkLst>
          <pc:docMk/>
          <pc:sldMk cId="496404520" sldId="268"/>
        </pc:sldMkLst>
        <pc:spChg chg="mod">
          <ac:chgData name="Tea Boon Chian" userId="ab84e6a5-2079-4f96-af03-c8dde00dcc75" providerId="ADAL" clId="{D59C9259-E9C6-42CC-BED6-4A0D1012C7FE}" dt="2024-06-14T18:05:10.507" v="0" actId="123"/>
          <ac:spMkLst>
            <pc:docMk/>
            <pc:sldMk cId="496404520" sldId="268"/>
            <ac:spMk id="3" creationId="{EE7B6EB7-7B23-D501-C523-266B5BACCF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087ED-A36A-4E44-B5D0-3A02A8A7531A}" type="datetimeFigureOut">
              <a:rPr lang="en-MY" smtClean="0"/>
              <a:t>15/6/2024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AD5DE-C939-4D3B-8643-D69B5F45B30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33523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16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8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6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10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6/15/2024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7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6/15/2024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1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6/15/2024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35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6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6/15/2024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0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4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6/15/2024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380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6/15/2024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347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4C0C11B-582D-4BD6-AFEF-ED15AAF1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3999" cy="2283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2AA380-85AC-C36D-51CA-65482EA74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3" y="397275"/>
            <a:ext cx="8476567" cy="1638259"/>
          </a:xfrm>
        </p:spPr>
        <p:txBody>
          <a:bodyPr anchor="ctr">
            <a:normAutofit/>
          </a:bodyPr>
          <a:lstStyle/>
          <a:p>
            <a:r>
              <a:rPr lang="en-MY" sz="4800" b="1" dirty="0"/>
              <a:t>MESSAGE </a:t>
            </a:r>
            <a:br>
              <a:rPr lang="en-MY" sz="4800" b="1" dirty="0"/>
            </a:br>
            <a:r>
              <a:rPr lang="en-MY" sz="4800" b="1" dirty="0"/>
              <a:t>AUTHENTICATION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EC627-2265-6918-87AD-53F72EC03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6684" y="397274"/>
            <a:ext cx="2436905" cy="6003525"/>
          </a:xfrm>
        </p:spPr>
        <p:txBody>
          <a:bodyPr vert="eaVert" anchor="ctr">
            <a:normAutofit/>
          </a:bodyPr>
          <a:lstStyle/>
          <a:p>
            <a:pPr algn="ctr"/>
            <a:r>
              <a:rPr lang="en-MY" sz="6000" b="1" dirty="0"/>
              <a:t>CHAPTER 11</a:t>
            </a:r>
          </a:p>
        </p:txBody>
      </p:sp>
      <p:pic>
        <p:nvPicPr>
          <p:cNvPr id="1026" name="Picture 2" descr="HMAC and MACs — The Inner Workings of JWTs | by Lane Wagner | Boot.dev |  Medium">
            <a:extLst>
              <a:ext uri="{FF2B5EF4-FFF2-40B4-BE49-F238E27FC236}">
                <a16:creationId xmlns:a16="http://schemas.microsoft.com/office/drawing/2014/main" id="{1FD098C6-CB06-6C2E-27BF-238AEDE7CA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3" b="5314"/>
          <a:stretch/>
        </p:blipFill>
        <p:spPr bwMode="auto">
          <a:xfrm>
            <a:off x="20" y="2283223"/>
            <a:ext cx="9143978" cy="457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281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 dirty="0"/>
              <a:t>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Introduction to Message Authentication and Message Authentication Code.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Security on Message Authentication Code.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400" dirty="0"/>
              <a:t>The Design of Practical Message Authentication Codes.</a:t>
            </a:r>
          </a:p>
        </p:txBody>
      </p:sp>
    </p:spTree>
    <p:extLst>
      <p:ext uri="{BB962C8B-B14F-4D97-AF65-F5344CB8AC3E}">
        <p14:creationId xmlns:p14="http://schemas.microsoft.com/office/powerpoint/2010/main" val="240344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/>
          <a:lstStyle/>
          <a:p>
            <a:pPr marL="0" indent="0" algn="just">
              <a:buNone/>
            </a:pPr>
            <a:r>
              <a:rPr lang="en-MY" sz="2000" b="1" dirty="0"/>
              <a:t>In the end of this Chapter 11, students will be able: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understand the </a:t>
            </a:r>
            <a:r>
              <a:rPr lang="en-MY" b="1" dirty="0">
                <a:solidFill>
                  <a:srgbClr val="FF0000"/>
                </a:solidFill>
              </a:rPr>
              <a:t>concept and importance </a:t>
            </a:r>
            <a:r>
              <a:rPr lang="en-MY" dirty="0"/>
              <a:t>of message authentication code in cryptography.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000" dirty="0"/>
              <a:t>To understand the </a:t>
            </a:r>
            <a:r>
              <a:rPr lang="en-MY" sz="2000" b="1" dirty="0">
                <a:solidFill>
                  <a:srgbClr val="FF0000"/>
                </a:solidFill>
              </a:rPr>
              <a:t>security concerns </a:t>
            </a:r>
            <a:r>
              <a:rPr lang="en-MY" sz="2000" dirty="0"/>
              <a:t>on message authentication code.</a:t>
            </a:r>
            <a:endParaRPr lang="en-MY" dirty="0"/>
          </a:p>
          <a:p>
            <a:pPr marL="457200" indent="-457200" algn="just">
              <a:buFont typeface="+mj-lt"/>
              <a:buAutoNum type="arabicPeriod"/>
            </a:pPr>
            <a:r>
              <a:rPr lang="en-MY" dirty="0"/>
              <a:t>To learn the </a:t>
            </a:r>
            <a:r>
              <a:rPr lang="en-MY" b="1" dirty="0">
                <a:solidFill>
                  <a:srgbClr val="FF0000"/>
                </a:solidFill>
              </a:rPr>
              <a:t>design</a:t>
            </a:r>
            <a:r>
              <a:rPr lang="en-MY" dirty="0"/>
              <a:t> of </a:t>
            </a:r>
            <a:r>
              <a:rPr lang="en-MY" b="1" dirty="0">
                <a:solidFill>
                  <a:srgbClr val="FF0000"/>
                </a:solidFill>
              </a:rPr>
              <a:t>practical message authentication codes</a:t>
            </a:r>
            <a:r>
              <a:rPr lang="en-MY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0111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6000164"/>
          </a:xfrm>
        </p:spPr>
        <p:txBody>
          <a:bodyPr>
            <a:normAutofit/>
          </a:bodyPr>
          <a:lstStyle/>
          <a:p>
            <a:pPr algn="ctr"/>
            <a:r>
              <a:rPr lang="en-MY" dirty="0"/>
              <a:t>INTRODUCTION TO</a:t>
            </a:r>
            <a:br>
              <a:rPr lang="en-MY" dirty="0">
                <a:solidFill>
                  <a:schemeClr val="tx1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r>
              <a:rPr lang="en-MY" b="1" dirty="0">
                <a:solidFill>
                  <a:srgbClr val="0000FF"/>
                </a:solidFill>
              </a:rPr>
              <a:t>MESSAGE AUTHENTICATION </a:t>
            </a:r>
            <a:br>
              <a:rPr lang="en-MY" dirty="0">
                <a:solidFill>
                  <a:schemeClr val="tx1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endParaRPr lang="en-M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601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</a:t>
            </a:r>
            <a:br>
              <a:rPr lang="en-MY" sz="4400" b="1" dirty="0">
                <a:solidFill>
                  <a:srgbClr val="FFFF00"/>
                </a:solidFill>
              </a:rPr>
            </a:br>
            <a:r>
              <a:rPr lang="en-MY" sz="4400" b="1" dirty="0">
                <a:solidFill>
                  <a:srgbClr val="FFFF00"/>
                </a:solidFill>
              </a:rPr>
              <a:t>Requirements 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MY" sz="2200" dirty="0"/>
              <a:t>In the context of communication across insecure network channel, message authentication is essential, as an adversary could launch any of the following attack: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0000FF"/>
                </a:solidFill>
              </a:rPr>
              <a:t>Disclosure</a:t>
            </a:r>
            <a:r>
              <a:rPr lang="en-MY" sz="2200" dirty="0"/>
              <a:t> (Confidentiality). The </a:t>
            </a:r>
            <a:r>
              <a:rPr lang="en-US" sz="2400" dirty="0"/>
              <a:t>release of message contents to any person or process not possessing the appropriate cryptographic key.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 dirty="0">
                <a:solidFill>
                  <a:srgbClr val="0000FF"/>
                </a:solidFill>
              </a:rPr>
              <a:t>Traffic Analysis</a:t>
            </a:r>
            <a:r>
              <a:rPr lang="en-US" sz="2400" dirty="0"/>
              <a:t> (Confidentiality). The discovery of the pattern of traffic between parties such as the length and number of encrypted message transmitted through the channel.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400" dirty="0"/>
          </a:p>
          <a:p>
            <a:pPr marL="457200" indent="-457200" algn="just">
              <a:buFont typeface="+mj-lt"/>
              <a:buAutoNum type="arabicPeriod"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455395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</a:t>
            </a:r>
            <a:br>
              <a:rPr lang="en-MY" sz="4400" b="1" dirty="0">
                <a:solidFill>
                  <a:srgbClr val="FFFF00"/>
                </a:solidFill>
              </a:rPr>
            </a:br>
            <a:r>
              <a:rPr lang="en-MY" sz="4400" b="1" dirty="0">
                <a:solidFill>
                  <a:srgbClr val="FFFF00"/>
                </a:solidFill>
              </a:rPr>
              <a:t>Requirements 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3"/>
            </a:pPr>
            <a:r>
              <a:rPr lang="en-MY" sz="2200" b="1" dirty="0">
                <a:solidFill>
                  <a:srgbClr val="0000FF"/>
                </a:solidFill>
              </a:rPr>
              <a:t>Masquerade</a:t>
            </a:r>
            <a:r>
              <a:rPr lang="en-MY" sz="2200" dirty="0"/>
              <a:t> (Integrity). An </a:t>
            </a:r>
            <a:r>
              <a:rPr lang="en-US" sz="2200" dirty="0"/>
              <a:t>insertion of messages into the network from a fraudulent source, which includes unauthorized creation and fraudulent acknowledgements of messages by unauthorized party.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US" sz="2200" b="1" dirty="0">
                <a:solidFill>
                  <a:srgbClr val="C00000"/>
                </a:solidFill>
              </a:rPr>
              <a:t>Content Modification </a:t>
            </a:r>
            <a:r>
              <a:rPr lang="en-US" sz="2200" dirty="0"/>
              <a:t>(Integrity). Changes to the contents of a message, including insertion, deletion, transposition, and modification.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US" sz="2200" b="1" dirty="0">
                <a:solidFill>
                  <a:srgbClr val="00B050"/>
                </a:solidFill>
              </a:rPr>
              <a:t>Sequence Modification </a:t>
            </a:r>
            <a:r>
              <a:rPr lang="en-US" sz="2200" dirty="0"/>
              <a:t>(Integrity). </a:t>
            </a:r>
            <a:r>
              <a:rPr lang="en-US" sz="2000" dirty="0"/>
              <a:t>Any modification to a sequence of messages between parties, including insertion, deletion, and reordering.</a:t>
            </a:r>
          </a:p>
          <a:p>
            <a:pPr marL="457200" indent="-457200" algn="just">
              <a:buFont typeface="+mj-lt"/>
              <a:buAutoNum type="arabicPeriod" startAt="3"/>
            </a:pPr>
            <a:endParaRPr lang="en-US" sz="2200" dirty="0"/>
          </a:p>
          <a:p>
            <a:pPr marL="457200" indent="-457200" algn="just">
              <a:buFont typeface="+mj-lt"/>
              <a:buAutoNum type="arabicPeriod" startAt="3"/>
            </a:pPr>
            <a:endParaRPr lang="en-US" sz="2200" dirty="0">
              <a:solidFill>
                <a:srgbClr val="006600"/>
              </a:solidFill>
            </a:endParaRPr>
          </a:p>
          <a:p>
            <a:pPr marL="457200" indent="-457200" algn="just">
              <a:buFont typeface="+mj-lt"/>
              <a:buAutoNum type="arabicPeriod" startAt="3"/>
            </a:pPr>
            <a:endParaRPr lang="en-US" sz="2200" dirty="0">
              <a:solidFill>
                <a:srgbClr val="006600"/>
              </a:solidFill>
            </a:endParaRPr>
          </a:p>
          <a:p>
            <a:pPr marL="457200" indent="-457200" algn="just">
              <a:buFont typeface="+mj-lt"/>
              <a:buAutoNum type="arabicPeriod" startAt="3"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746796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</a:t>
            </a:r>
            <a:br>
              <a:rPr lang="en-MY" sz="4400" b="1" dirty="0">
                <a:solidFill>
                  <a:srgbClr val="FFFF00"/>
                </a:solidFill>
              </a:rPr>
            </a:br>
            <a:r>
              <a:rPr lang="en-MY" sz="4400" b="1" dirty="0">
                <a:solidFill>
                  <a:srgbClr val="FFFF00"/>
                </a:solidFill>
              </a:rPr>
              <a:t>Requirements 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6"/>
            </a:pPr>
            <a:r>
              <a:rPr lang="en-MY" sz="2200" b="1" dirty="0">
                <a:solidFill>
                  <a:srgbClr val="0000FF"/>
                </a:solidFill>
              </a:rPr>
              <a:t>Timing Modification </a:t>
            </a:r>
            <a:r>
              <a:rPr lang="en-MY" sz="2200" dirty="0"/>
              <a:t>(Integrity). </a:t>
            </a:r>
            <a:r>
              <a:rPr lang="en-US" sz="2200" dirty="0"/>
              <a:t>Delay or replay of messages.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MY" sz="2200" b="1" dirty="0">
                <a:solidFill>
                  <a:srgbClr val="C00000"/>
                </a:solidFill>
              </a:rPr>
              <a:t>Source Repudiation </a:t>
            </a:r>
            <a:r>
              <a:rPr lang="en-MY" sz="2200" dirty="0"/>
              <a:t>(Non-repudiation). </a:t>
            </a:r>
            <a:r>
              <a:rPr lang="en-US" sz="2200" dirty="0"/>
              <a:t>Denial of transmission of message by source.</a:t>
            </a:r>
          </a:p>
          <a:p>
            <a:pPr marL="457200" indent="-457200" algn="just">
              <a:buFont typeface="+mj-lt"/>
              <a:buAutoNum type="arabicPeriod" startAt="6"/>
            </a:pPr>
            <a:r>
              <a:rPr lang="en-MY" sz="2200" b="1" dirty="0">
                <a:solidFill>
                  <a:srgbClr val="00B050"/>
                </a:solidFill>
              </a:rPr>
              <a:t>Destination Repudiation </a:t>
            </a:r>
            <a:r>
              <a:rPr lang="en-MY" sz="2200" dirty="0"/>
              <a:t>(Non-repudiation). </a:t>
            </a:r>
            <a:r>
              <a:rPr lang="en-US" sz="2200" dirty="0"/>
              <a:t>Denial of receipt of message by destination.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413814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</a:t>
            </a:r>
            <a:br>
              <a:rPr lang="en-MY" sz="4400" b="1" dirty="0">
                <a:solidFill>
                  <a:srgbClr val="FFFF00"/>
                </a:solidFill>
              </a:rPr>
            </a:br>
            <a:r>
              <a:rPr lang="en-MY" sz="4400" b="1" dirty="0">
                <a:solidFill>
                  <a:srgbClr val="FFFF00"/>
                </a:solidFill>
              </a:rPr>
              <a:t>Functions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MY" sz="2200" dirty="0"/>
              <a:t>Any message authentication or digital signature mechanism has </a:t>
            </a:r>
            <a:r>
              <a:rPr lang="en-MY" sz="2200" b="1" dirty="0">
                <a:solidFill>
                  <a:srgbClr val="FF0000"/>
                </a:solidFill>
              </a:rPr>
              <a:t>two levels of functionality</a:t>
            </a:r>
            <a:r>
              <a:rPr lang="en-MY" sz="22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0000FF"/>
                </a:solidFill>
              </a:rPr>
              <a:t>Lower Level</a:t>
            </a:r>
            <a:r>
              <a:rPr lang="en-MY" sz="2200" dirty="0"/>
              <a:t>. </a:t>
            </a:r>
            <a:r>
              <a:rPr lang="en-US" sz="2200" dirty="0"/>
              <a:t>There must be some sort of function that </a:t>
            </a:r>
            <a:r>
              <a:rPr lang="en-US" sz="2200" b="1" dirty="0"/>
              <a:t>produces an authenticator</a:t>
            </a:r>
            <a:r>
              <a:rPr lang="en-US" sz="2200" dirty="0"/>
              <a:t>: a value to be used to authenticate a message.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FF0000"/>
                </a:solidFill>
              </a:rPr>
              <a:t>Higher Level</a:t>
            </a:r>
            <a:r>
              <a:rPr lang="en-US" sz="2200" dirty="0"/>
              <a:t>. This level uses the </a:t>
            </a:r>
            <a:r>
              <a:rPr lang="en-US" sz="2200" b="1" dirty="0">
                <a:solidFill>
                  <a:srgbClr val="00B050"/>
                </a:solidFill>
              </a:rPr>
              <a:t>lower-level function as a primitive</a:t>
            </a: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sz="2200" dirty="0"/>
              <a:t>in an authentication protocol that enables a receiver to verify the authenticity of a message.</a:t>
            </a:r>
          </a:p>
        </p:txBody>
      </p:sp>
    </p:spTree>
    <p:extLst>
      <p:ext uri="{BB962C8B-B14F-4D97-AF65-F5344CB8AC3E}">
        <p14:creationId xmlns:p14="http://schemas.microsoft.com/office/powerpoint/2010/main" val="2609258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</a:t>
            </a:r>
            <a:br>
              <a:rPr lang="en-MY" sz="4400" b="1" dirty="0">
                <a:solidFill>
                  <a:srgbClr val="FFFF00"/>
                </a:solidFill>
              </a:rPr>
            </a:br>
            <a:r>
              <a:rPr lang="en-MY" sz="4400" b="1" dirty="0">
                <a:solidFill>
                  <a:srgbClr val="FFFF00"/>
                </a:solidFill>
              </a:rPr>
              <a:t>Functions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MY" sz="2200" dirty="0"/>
              <a:t>The types of functions that produce an authenticator: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C00000"/>
                </a:solidFill>
              </a:rPr>
              <a:t>Hash Function</a:t>
            </a:r>
            <a:r>
              <a:rPr lang="en-MY" sz="2200" dirty="0"/>
              <a:t>. </a:t>
            </a:r>
            <a:r>
              <a:rPr lang="en-US" sz="2200" dirty="0"/>
              <a:t>A function that maps a message of any length into a fixed-length hash value which serves as the authenticator.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0070C0"/>
                </a:solidFill>
              </a:rPr>
              <a:t>Message Encryption</a:t>
            </a:r>
            <a:r>
              <a:rPr lang="en-MY" sz="2200" dirty="0"/>
              <a:t>. </a:t>
            </a:r>
            <a:r>
              <a:rPr lang="en-US" sz="2200" dirty="0"/>
              <a:t>The ciphertext of the entire message serves as its authenticator.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00B050"/>
                </a:solidFill>
              </a:rPr>
              <a:t>Message Authentication Code (MAC)</a:t>
            </a:r>
            <a:r>
              <a:rPr lang="en-MY" sz="2200" dirty="0"/>
              <a:t>. </a:t>
            </a:r>
            <a:r>
              <a:rPr lang="en-US" sz="2200" dirty="0"/>
              <a:t>A function of the message and a secret key that produces a fixed-length value that serves as the authenticator</a:t>
            </a:r>
            <a:r>
              <a:rPr lang="en-MY" sz="2200" dirty="0"/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03740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6000164"/>
          </a:xfrm>
        </p:spPr>
        <p:txBody>
          <a:bodyPr>
            <a:normAutofit/>
          </a:bodyPr>
          <a:lstStyle/>
          <a:p>
            <a:pPr algn="ctr"/>
            <a:r>
              <a:rPr lang="en-MY" sz="4600" dirty="0"/>
              <a:t>MESSAGE AUTHENTICATION FUNCTION</a:t>
            </a:r>
            <a:br>
              <a:rPr lang="en-MY" dirty="0">
                <a:solidFill>
                  <a:schemeClr val="tx1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r>
              <a:rPr lang="en-MY" sz="6000" b="1" dirty="0">
                <a:solidFill>
                  <a:srgbClr val="0000FF"/>
                </a:solidFill>
              </a:rPr>
              <a:t>MESSAGE ENCRYPTION </a:t>
            </a:r>
            <a:br>
              <a:rPr lang="en-MY" dirty="0">
                <a:solidFill>
                  <a:schemeClr val="tx1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endParaRPr lang="en-M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759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Functions - </a:t>
            </a:r>
            <a:br>
              <a:rPr lang="en-MY" sz="4400" dirty="0"/>
            </a:br>
            <a:r>
              <a:rPr lang="en-MY" sz="4400" b="1" dirty="0">
                <a:solidFill>
                  <a:srgbClr val="7DDDFF"/>
                </a:solidFill>
              </a:rPr>
              <a:t>Message Encryption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MY" sz="2200" dirty="0"/>
              <a:t>Message encryption by itself can provide a measure of authentication, either via symmetric encryption or public-key encryption.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FF0000"/>
                </a:solidFill>
              </a:rPr>
              <a:t>Symmetric</a:t>
            </a:r>
            <a:r>
              <a:rPr lang="en-MY" sz="2200" dirty="0"/>
              <a:t> encryption that provide </a:t>
            </a:r>
            <a:r>
              <a:rPr lang="en-MY" sz="2200" b="1" dirty="0">
                <a:solidFill>
                  <a:srgbClr val="0000FF"/>
                </a:solidFill>
              </a:rPr>
              <a:t>confidentiality</a:t>
            </a:r>
            <a:r>
              <a:rPr lang="en-MY" sz="2200" dirty="0"/>
              <a:t> and </a:t>
            </a:r>
            <a:r>
              <a:rPr lang="en-MY" sz="2200" b="1" dirty="0">
                <a:solidFill>
                  <a:srgbClr val="00B050"/>
                </a:solidFill>
              </a:rPr>
              <a:t>authentication</a:t>
            </a:r>
            <a:r>
              <a:rPr lang="en-MY" sz="22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002060"/>
                </a:solidFill>
              </a:rPr>
              <a:t>Public-key</a:t>
            </a:r>
            <a:r>
              <a:rPr lang="en-MY" sz="2200" dirty="0"/>
              <a:t> encryption that provide </a:t>
            </a:r>
            <a:r>
              <a:rPr lang="en-MY" sz="2200" b="1" dirty="0">
                <a:solidFill>
                  <a:srgbClr val="0000FF"/>
                </a:solidFill>
              </a:rPr>
              <a:t>confidentiality</a:t>
            </a:r>
            <a:r>
              <a:rPr lang="en-MY" sz="22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002060"/>
                </a:solidFill>
              </a:rPr>
              <a:t>Public-key </a:t>
            </a:r>
            <a:r>
              <a:rPr lang="en-MY" sz="2200" dirty="0"/>
              <a:t>encryption that provide </a:t>
            </a:r>
            <a:r>
              <a:rPr lang="en-MY" sz="2200" b="1" dirty="0">
                <a:solidFill>
                  <a:srgbClr val="00B050"/>
                </a:solidFill>
              </a:rPr>
              <a:t>authentication</a:t>
            </a:r>
            <a:r>
              <a:rPr lang="en-MY" sz="2200" dirty="0"/>
              <a:t> and </a:t>
            </a:r>
            <a:r>
              <a:rPr lang="en-MY" sz="2200" b="1" dirty="0">
                <a:solidFill>
                  <a:srgbClr val="C00000"/>
                </a:solidFill>
              </a:rPr>
              <a:t>signature</a:t>
            </a:r>
            <a:r>
              <a:rPr lang="en-MY" sz="22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MY" sz="2200" b="1" dirty="0">
                <a:solidFill>
                  <a:srgbClr val="002060"/>
                </a:solidFill>
              </a:rPr>
              <a:t>Public-key </a:t>
            </a:r>
            <a:r>
              <a:rPr lang="en-MY" sz="2200" dirty="0"/>
              <a:t>encryption that provide </a:t>
            </a:r>
            <a:r>
              <a:rPr lang="en-MY" sz="2200" b="1" dirty="0">
                <a:solidFill>
                  <a:srgbClr val="0000FF"/>
                </a:solidFill>
              </a:rPr>
              <a:t>confidentiality</a:t>
            </a:r>
            <a:r>
              <a:rPr lang="en-MY" sz="2200" dirty="0"/>
              <a:t>, </a:t>
            </a:r>
            <a:r>
              <a:rPr lang="en-MY" sz="2200" b="1" dirty="0">
                <a:solidFill>
                  <a:srgbClr val="00B050"/>
                </a:solidFill>
              </a:rPr>
              <a:t>authentication</a:t>
            </a:r>
            <a:r>
              <a:rPr lang="en-MY" sz="2200" dirty="0"/>
              <a:t> and </a:t>
            </a:r>
            <a:r>
              <a:rPr lang="en-MY" sz="2200" b="1" dirty="0">
                <a:solidFill>
                  <a:srgbClr val="C00000"/>
                </a:solidFill>
              </a:rPr>
              <a:t>signature</a:t>
            </a:r>
            <a:r>
              <a:rPr lang="en-MY" sz="22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MY" sz="2200" dirty="0"/>
          </a:p>
          <a:p>
            <a:pPr marL="457200" indent="-457200" algn="just">
              <a:buFont typeface="+mj-lt"/>
              <a:buAutoNum type="arabicPeriod"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121992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Functions - </a:t>
            </a:r>
            <a:br>
              <a:rPr lang="en-MY" sz="4400" dirty="0"/>
            </a:br>
            <a:r>
              <a:rPr lang="en-MY" sz="4400" b="1" dirty="0">
                <a:solidFill>
                  <a:srgbClr val="7DDDFF"/>
                </a:solidFill>
              </a:rPr>
              <a:t>Message Encryption</a:t>
            </a:r>
            <a:endParaRPr lang="en-MY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886A8-A9CB-8DD2-DB89-176E65965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158" y="2413889"/>
            <a:ext cx="8319683" cy="426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03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Functions - </a:t>
            </a:r>
            <a:br>
              <a:rPr lang="en-MY" sz="4400" dirty="0"/>
            </a:br>
            <a:r>
              <a:rPr lang="en-MY" sz="4400" b="1" dirty="0">
                <a:solidFill>
                  <a:srgbClr val="7DDDFF"/>
                </a:solidFill>
              </a:rPr>
              <a:t>Message Encryption</a:t>
            </a:r>
            <a:endParaRPr lang="en-MY" sz="4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93E66A-E1DA-B99C-35D6-000268E2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164" y="2377188"/>
            <a:ext cx="9089671" cy="411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5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6000164"/>
          </a:xfrm>
        </p:spPr>
        <p:txBody>
          <a:bodyPr>
            <a:normAutofit/>
          </a:bodyPr>
          <a:lstStyle/>
          <a:p>
            <a:pPr algn="ctr"/>
            <a:r>
              <a:rPr lang="en-MY" sz="4600" dirty="0"/>
              <a:t>MESSAGE AUTHENTICATION FUNCTION</a:t>
            </a:r>
            <a:br>
              <a:rPr lang="en-MY" dirty="0">
                <a:solidFill>
                  <a:schemeClr val="tx1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r>
              <a:rPr lang="en-MY" b="1" dirty="0">
                <a:solidFill>
                  <a:srgbClr val="0000FF"/>
                </a:solidFill>
              </a:rPr>
              <a:t>MESSAGE AUTHENTICATION </a:t>
            </a:r>
            <a:br>
              <a:rPr lang="en-MY" b="1" dirty="0">
                <a:solidFill>
                  <a:schemeClr val="tx1"/>
                </a:solidFill>
              </a:rPr>
            </a:br>
            <a:r>
              <a:rPr lang="en-MY" b="1" dirty="0">
                <a:solidFill>
                  <a:srgbClr val="0000FF"/>
                </a:solidFill>
              </a:rPr>
              <a:t>CODE (MAC)</a:t>
            </a:r>
            <a:br>
              <a:rPr lang="en-MY" dirty="0">
                <a:solidFill>
                  <a:schemeClr val="tx1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endParaRPr lang="en-M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416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Functions - </a:t>
            </a:r>
            <a:br>
              <a:rPr lang="en-MY" sz="4400" dirty="0"/>
            </a:br>
            <a:r>
              <a:rPr lang="en-MY" sz="4400" b="1" dirty="0">
                <a:solidFill>
                  <a:srgbClr val="B2DE82"/>
                </a:solidFill>
              </a:rPr>
              <a:t>Message Authentication Code (MAC)</a:t>
            </a:r>
            <a:endParaRPr lang="en-MY" sz="4400" dirty="0">
              <a:solidFill>
                <a:srgbClr val="B2DE8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4552" y="2576512"/>
                <a:ext cx="10869248" cy="3815409"/>
              </a:xfrm>
            </p:spPr>
            <p:txBody>
              <a:bodyPr>
                <a:norm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en-US" sz="2200" b="0" i="0" u="none" strike="noStrike" baseline="0" dirty="0"/>
                  <a:t>An alternative authentication technique involves the use of a secret key to generate a small fixed-size block of data, known as a </a:t>
                </a:r>
                <a:r>
                  <a:rPr lang="en-US" sz="2200" b="1" i="0" u="none" strike="noStrike" baseline="0" dirty="0">
                    <a:solidFill>
                      <a:srgbClr val="0000FF"/>
                    </a:solidFill>
                  </a:rPr>
                  <a:t>cryptographic checksum </a:t>
                </a:r>
                <a:r>
                  <a:rPr lang="en-US" sz="2200" b="0" i="0" u="none" strike="noStrike" baseline="0" dirty="0"/>
                  <a:t>or </a:t>
                </a:r>
                <a:r>
                  <a:rPr lang="en-US" sz="2200" b="1" i="0" u="none" strike="noStrike" baseline="0" dirty="0">
                    <a:solidFill>
                      <a:srgbClr val="0000FF"/>
                    </a:solidFill>
                  </a:rPr>
                  <a:t>MAC</a:t>
                </a:r>
                <a:r>
                  <a:rPr lang="en-US" sz="2200" b="0" i="0" u="none" strike="noStrike" baseline="0" dirty="0"/>
                  <a:t>, that is </a:t>
                </a:r>
                <a:r>
                  <a:rPr lang="en-MY" sz="2200" b="0" i="0" u="none" strike="noStrike" baseline="0" dirty="0"/>
                  <a:t>appended to the message. 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§"/>
                </a:pPr>
                <a:r>
                  <a:rPr lang="en-MY" sz="2200" dirty="0"/>
                  <a:t>Suppose a sender and a receiver share a common secret key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MY" sz="2200" b="0" i="0" u="none" strike="noStrike" baseline="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The sender wants to send a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, he compute the MAC using the MAC function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MY" sz="2200" dirty="0"/>
                  <a:t> and the secret key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MY" sz="22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</a:rPr>
                      <m:t>MAC</m:t>
                    </m:r>
                    <m:r>
                      <a:rPr lang="en-MY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MY" sz="2200" b="0" dirty="0"/>
                  <a:t>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MY" sz="2200" dirty="0"/>
                  <a:t>The sender sends the concatenation of message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b="0" dirty="0"/>
                  <a:t> and the MAC 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MAC</m:t>
                        </m:r>
                      </m:e>
                    </m:d>
                  </m:oMath>
                </a14:m>
                <a:r>
                  <a:rPr lang="en-MY" sz="2200" b="0" dirty="0"/>
                  <a:t> to the receiver.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552" y="2576512"/>
                <a:ext cx="10869248" cy="3815409"/>
              </a:xfrm>
              <a:blipFill>
                <a:blip r:embed="rId2"/>
                <a:stretch>
                  <a:fillRect l="-729" r="-67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3120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86CD6-465D-115F-EC2A-DB8A1FC29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Functions - </a:t>
            </a:r>
            <a:br>
              <a:rPr lang="en-MY" sz="4400" dirty="0"/>
            </a:br>
            <a:r>
              <a:rPr lang="en-MY" sz="4400" b="1" dirty="0">
                <a:solidFill>
                  <a:srgbClr val="B2DE82"/>
                </a:solidFill>
              </a:rPr>
              <a:t>Message Authentication Code (MAC)</a:t>
            </a:r>
            <a:endParaRPr lang="en-MY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4AA3F7-5822-AB85-12FF-272DFD4736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sz="2200" dirty="0"/>
                  <a:t>The receiver when receiving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MAC</m:t>
                        </m:r>
                      </m:e>
                    </m:d>
                  </m:oMath>
                </a14:m>
                <a:r>
                  <a:rPr lang="en-MY" sz="2200" dirty="0"/>
                  <a:t>, extracts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MY" sz="2200" dirty="0"/>
                  <a:t> from it and computes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MAC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MY" sz="2200" dirty="0"/>
                  <a:t>. </a:t>
                </a:r>
              </a:p>
              <a:p>
                <a:pPr marL="457200" indent="-457200" algn="just">
                  <a:buFont typeface="+mj-lt"/>
                  <a:buAutoNum type="arabicPeriod" startAt="3"/>
                </a:pPr>
                <a:r>
                  <a:rPr lang="en-MY" sz="2200" dirty="0"/>
                  <a:t>The receiver compares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MY" sz="2200" b="0" i="0" smtClean="0">
                            <a:latin typeface="Cambria Math" panose="02040503050406030204" pitchFamily="18" charset="0"/>
                          </a:rPr>
                          <m:t>MAC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MY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200" b="0" i="0" dirty="0" smtClean="0">
                        <a:latin typeface="Cambria Math" panose="02040503050406030204" pitchFamily="18" charset="0"/>
                      </a:rPr>
                      <m:t>MAC</m:t>
                    </m:r>
                  </m:oMath>
                </a14:m>
                <a:r>
                  <a:rPr lang="en-MY" sz="2200" dirty="0"/>
                  <a:t>. If it does, accept the MAC as valid, otherwise it rejects.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4AA3F7-5822-AB85-12FF-272DFD473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9" t="-169" r="-67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C950336-2F6C-B6BB-DF59-632D9F087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518" y="4521692"/>
            <a:ext cx="8718963" cy="210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89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Functions - </a:t>
            </a:r>
            <a:br>
              <a:rPr lang="en-MY" sz="4400" dirty="0"/>
            </a:br>
            <a:r>
              <a:rPr lang="en-MY" sz="4400" b="1" dirty="0">
                <a:solidFill>
                  <a:srgbClr val="B2DE82"/>
                </a:solidFill>
              </a:rPr>
              <a:t>Message Authentication Code (MAC)</a:t>
            </a:r>
            <a:endParaRPr lang="en-MY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b="0" i="0" u="none" strike="noStrike" baseline="0" dirty="0"/>
              <a:t>A MAC function is similar to encryption with a difference that the MAC </a:t>
            </a:r>
            <a:r>
              <a:rPr lang="en-US" sz="2200" b="1" i="0" u="none" strike="noStrike" baseline="0" dirty="0">
                <a:solidFill>
                  <a:srgbClr val="0000FF"/>
                </a:solidFill>
              </a:rPr>
              <a:t>algorithm need NOT be reversible</a:t>
            </a:r>
            <a:r>
              <a:rPr lang="en-US" sz="2200" b="0" i="0" u="none" strike="noStrike" baseline="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b="0" i="0" u="none" strike="noStrike" baseline="0" dirty="0"/>
              <a:t>In general, the MAC function is a </a:t>
            </a:r>
            <a:r>
              <a:rPr lang="en-US" sz="2200" b="1" i="0" u="none" strike="noStrike" baseline="0" dirty="0">
                <a:solidFill>
                  <a:srgbClr val="FF0000"/>
                </a:solidFill>
              </a:rPr>
              <a:t>many-to-one function</a:t>
            </a:r>
            <a:r>
              <a:rPr lang="en-US" sz="2200" b="0" i="0" u="none" strike="noStrike" baseline="0" dirty="0"/>
              <a:t>.</a:t>
            </a:r>
            <a:endParaRPr lang="en-US" sz="2200" dirty="0"/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MY" sz="2200" dirty="0"/>
              <a:t>Besides the basic MAC, it can be extended to include confidentiality, with either:</a:t>
            </a:r>
          </a:p>
          <a:p>
            <a:pPr marL="685800" lvl="1" indent="-457200" algn="just">
              <a:buFont typeface="+mj-lt"/>
              <a:buAutoNum type="arabicPeriod"/>
            </a:pPr>
            <a:r>
              <a:rPr lang="en-MY" sz="2000" dirty="0"/>
              <a:t>The authentication </a:t>
            </a:r>
            <a:r>
              <a:rPr lang="en-MY" sz="2000" b="1" dirty="0">
                <a:solidFill>
                  <a:srgbClr val="00B050"/>
                </a:solidFill>
              </a:rPr>
              <a:t>tied to the plaintext</a:t>
            </a:r>
            <a:r>
              <a:rPr lang="en-MY" sz="2000" dirty="0"/>
              <a:t>.</a:t>
            </a:r>
          </a:p>
          <a:p>
            <a:pPr marL="685800" lvl="1" indent="-457200" algn="just">
              <a:buFont typeface="+mj-lt"/>
              <a:buAutoNum type="arabicPeriod"/>
            </a:pPr>
            <a:r>
              <a:rPr lang="en-MY" sz="2000" dirty="0"/>
              <a:t>The authentication </a:t>
            </a:r>
            <a:r>
              <a:rPr lang="en-MY" sz="2000" b="1" dirty="0"/>
              <a:t>tied to the ciphertext</a:t>
            </a:r>
            <a:r>
              <a:rPr lang="en-MY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42263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Functions - </a:t>
            </a:r>
            <a:br>
              <a:rPr lang="en-MY" sz="4400" dirty="0"/>
            </a:br>
            <a:r>
              <a:rPr lang="en-MY" sz="4400" b="1" dirty="0">
                <a:solidFill>
                  <a:srgbClr val="B2DE82"/>
                </a:solidFill>
              </a:rPr>
              <a:t>Message Authentication Code (MAC)</a:t>
            </a:r>
            <a:endParaRPr lang="en-MY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F2747-3070-025A-21AE-167E4DD29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816" y="2345600"/>
            <a:ext cx="9380000" cy="434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51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dirty="0"/>
              <a:t>Message Authentication Code (MAC) – </a:t>
            </a:r>
            <a:br>
              <a:rPr lang="en-MY" sz="4400" dirty="0">
                <a:solidFill>
                  <a:srgbClr val="B2DE82"/>
                </a:solidFill>
              </a:rPr>
            </a:br>
            <a:r>
              <a:rPr lang="en-MY" sz="4400" b="1" dirty="0">
                <a:solidFill>
                  <a:srgbClr val="FFA3A3"/>
                </a:solidFill>
              </a:rPr>
              <a:t>Requirements</a:t>
            </a:r>
            <a:endParaRPr lang="en-MY" sz="4400" dirty="0">
              <a:solidFill>
                <a:srgbClr val="FFA3A3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3AD569-78EC-7D8F-83CA-A908C4EC7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916363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MY" sz="2200" dirty="0"/>
              <a:t>Considering the security of the MAC, the design of MAC should satisfy the following requirements: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MY" sz="2200" dirty="0"/>
              <a:t>Security against </a:t>
            </a:r>
            <a:r>
              <a:rPr lang="en-MY" sz="2200" b="1" dirty="0">
                <a:solidFill>
                  <a:srgbClr val="FF0000"/>
                </a:solidFill>
              </a:rPr>
              <a:t>Message Replacement Attacks</a:t>
            </a:r>
            <a:r>
              <a:rPr lang="en-MY" sz="2200" dirty="0"/>
              <a:t>. A condition where an adversary is able to construct a new message to match a given MAC, even without knowing and learning the key used.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MY" sz="2200" dirty="0"/>
              <a:t>Security against </a:t>
            </a:r>
            <a:r>
              <a:rPr lang="en-MY" sz="2200" b="1" dirty="0">
                <a:solidFill>
                  <a:srgbClr val="00B050"/>
                </a:solidFill>
              </a:rPr>
              <a:t>Brute Force Attack</a:t>
            </a:r>
            <a:r>
              <a:rPr lang="en-MY" sz="2200" dirty="0"/>
              <a:t>. This security is with respect to a chosen plaintext (message).</a:t>
            </a:r>
          </a:p>
          <a:p>
            <a:pPr marL="457200" indent="-457200" algn="just">
              <a:lnSpc>
                <a:spcPct val="110000"/>
              </a:lnSpc>
              <a:buFont typeface="+mj-lt"/>
              <a:buAutoNum type="arabicPeriod"/>
            </a:pPr>
            <a:r>
              <a:rPr lang="en-MY" sz="2200" dirty="0"/>
              <a:t>Security on the </a:t>
            </a:r>
            <a:r>
              <a:rPr lang="en-MY" sz="2200" b="1" dirty="0">
                <a:solidFill>
                  <a:srgbClr val="0000FF"/>
                </a:solidFill>
              </a:rPr>
              <a:t>Authentication</a:t>
            </a:r>
            <a:r>
              <a:rPr lang="en-MY" sz="2200" dirty="0"/>
              <a:t>. The authentication algorithm design should not be weaker with respect to certain parts of bits of the message.</a:t>
            </a:r>
          </a:p>
        </p:txBody>
      </p:sp>
    </p:spTree>
    <p:extLst>
      <p:ext uri="{BB962C8B-B14F-4D97-AF65-F5344CB8AC3E}">
        <p14:creationId xmlns:p14="http://schemas.microsoft.com/office/powerpoint/2010/main" val="3238086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6000164"/>
          </a:xfrm>
        </p:spPr>
        <p:txBody>
          <a:bodyPr>
            <a:normAutofit/>
          </a:bodyPr>
          <a:lstStyle/>
          <a:p>
            <a:pPr algn="ctr"/>
            <a:r>
              <a:rPr lang="en-MY" dirty="0"/>
              <a:t>MESSAGE AUTHENTICATION CODE</a:t>
            </a:r>
            <a:br>
              <a:rPr lang="en-MY" b="1" dirty="0">
                <a:solidFill>
                  <a:schemeClr val="tx1"/>
                </a:solidFill>
              </a:rPr>
            </a:br>
            <a:br>
              <a:rPr lang="en-MY" b="1" dirty="0">
                <a:solidFill>
                  <a:schemeClr val="tx1"/>
                </a:solidFill>
              </a:rPr>
            </a:br>
            <a:r>
              <a:rPr lang="en-MY" sz="6000" b="1" dirty="0">
                <a:solidFill>
                  <a:srgbClr val="0000FF"/>
                </a:solidFill>
              </a:rPr>
              <a:t>SECURITY</a:t>
            </a:r>
            <a:br>
              <a:rPr lang="en-MY" b="1" dirty="0">
                <a:solidFill>
                  <a:srgbClr val="0000FF"/>
                </a:solidFill>
              </a:rPr>
            </a:br>
            <a:br>
              <a:rPr lang="en-MY" b="1" dirty="0">
                <a:solidFill>
                  <a:srgbClr val="FF0000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endParaRPr lang="en-M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17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A3A3"/>
                </a:solidFill>
              </a:rPr>
              <a:t>Attacks </a:t>
            </a:r>
            <a:r>
              <a:rPr lang="en-MY" sz="4400" dirty="0"/>
              <a:t>on MACs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4552" y="2576512"/>
                <a:ext cx="10869248" cy="3815409"/>
              </a:xfrm>
            </p:spPr>
            <p:txBody>
              <a:bodyPr>
                <a:normAutofit/>
              </a:bodyPr>
              <a:lstStyle/>
              <a:p>
                <a:pPr marL="457200" indent="-457200" algn="just">
                  <a:buFont typeface="Wingdings" panose="05000000000000000000" pitchFamily="2" charset="2"/>
                  <a:buChar char="§"/>
                </a:pPr>
                <a:r>
                  <a:rPr lang="en-MY" sz="2200" b="1" dirty="0">
                    <a:solidFill>
                      <a:srgbClr val="00B050"/>
                    </a:solidFill>
                  </a:rPr>
                  <a:t>Brute Force Attack</a:t>
                </a:r>
                <a:r>
                  <a:rPr lang="en-MY" sz="2200" dirty="0"/>
                  <a:t>.</a:t>
                </a:r>
              </a:p>
              <a:p>
                <a:pPr marL="685800" lvl="1" indent="-457200" algn="just">
                  <a:buFont typeface="Wingdings" panose="05000000000000000000" pitchFamily="2" charset="2"/>
                  <a:buChar char="Ø"/>
                </a:pPr>
                <a:r>
                  <a:rPr lang="en-MY" sz="2200" dirty="0"/>
                  <a:t>This attack in MAC requires the </a:t>
                </a:r>
                <a:r>
                  <a:rPr lang="en-MY" sz="2200" b="1" dirty="0"/>
                  <a:t>known message-tag pairs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MY" sz="2200" dirty="0"/>
                  <a:t> to </a:t>
                </a:r>
                <a:r>
                  <a:rPr lang="en-MY" sz="2200" b="1" dirty="0">
                    <a:solidFill>
                      <a:srgbClr val="FF0000"/>
                    </a:solidFill>
                  </a:rPr>
                  <a:t>find a collision</a:t>
                </a:r>
                <a:r>
                  <a:rPr lang="en-MY" sz="2200" dirty="0"/>
                  <a:t> via picking a random bit string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MY" sz="2200" dirty="0"/>
                  <a:t> and check whether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MY" sz="2200" dirty="0"/>
                  <a:t>.</a:t>
                </a:r>
              </a:p>
              <a:p>
                <a:pPr marL="457200" indent="-457200" algn="just">
                  <a:buFont typeface="Wingdings" panose="05000000000000000000" pitchFamily="2" charset="2"/>
                  <a:buChar char="§"/>
                </a:pPr>
                <a:r>
                  <a:rPr lang="en-MY" sz="2200" dirty="0"/>
                  <a:t>There are ways brute force can be executed:</a:t>
                </a:r>
              </a:p>
              <a:p>
                <a:pPr marL="685800" lvl="1" indent="-457200" algn="just">
                  <a:buFont typeface="+mj-lt"/>
                  <a:buAutoNum type="arabicPeriod"/>
                </a:pPr>
                <a:r>
                  <a:rPr lang="en-MY" sz="2200" b="1" dirty="0">
                    <a:solidFill>
                      <a:srgbClr val="0000FF"/>
                    </a:solidFill>
                  </a:rPr>
                  <a:t>Attack the key space</a:t>
                </a:r>
                <a:r>
                  <a:rPr lang="en-MY" sz="2200" dirty="0"/>
                  <a:t>. The attacker tries to determine the MAC key to generate a valid MAC value for any input of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MY" sz="2200" dirty="0"/>
                  <a:t>.</a:t>
                </a:r>
              </a:p>
              <a:p>
                <a:pPr marL="685800" lvl="1" indent="-457200" algn="just">
                  <a:buFont typeface="+mj-lt"/>
                  <a:buAutoNum type="arabicPeriod"/>
                </a:pPr>
                <a:r>
                  <a:rPr lang="en-MY" sz="2200" b="1" dirty="0">
                    <a:solidFill>
                      <a:srgbClr val="C00000"/>
                    </a:solidFill>
                  </a:rPr>
                  <a:t>Attack the MAC value</a:t>
                </a:r>
                <a:r>
                  <a:rPr lang="en-MY" sz="2200" dirty="0"/>
                  <a:t>. The attacker tries to generate a valid tag for a given message, or to find a message that matches a given tag.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552" y="2576512"/>
                <a:ext cx="10869248" cy="3815409"/>
              </a:xfrm>
              <a:blipFill>
                <a:blip r:embed="rId2"/>
                <a:stretch>
                  <a:fillRect l="-617" r="-67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254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FFA3A3"/>
                </a:solidFill>
              </a:rPr>
              <a:t>Cryptanalysis </a:t>
            </a:r>
            <a:r>
              <a:rPr lang="en-MY" sz="4400" dirty="0"/>
              <a:t>on MACs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MY" sz="2200" dirty="0"/>
              <a:t>Cryptanalysis seek to exploit the property of an algorithm to perform specific attack other than exhaustive search.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MY" sz="2200" dirty="0"/>
              <a:t>An ideal MAC Algorithm will require a cryptanalytic effort greater than or equal to the brute force effort.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MY" sz="2200" dirty="0"/>
              <a:t>As there are various structures of MACs than in hash functions, discussing the general cryptanalysis is difficult here. Hence, we will NOT look into this section in MAC in this course.</a:t>
            </a:r>
          </a:p>
        </p:txBody>
      </p:sp>
    </p:spTree>
    <p:extLst>
      <p:ext uri="{BB962C8B-B14F-4D97-AF65-F5344CB8AC3E}">
        <p14:creationId xmlns:p14="http://schemas.microsoft.com/office/powerpoint/2010/main" val="3239359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6000164"/>
          </a:xfrm>
        </p:spPr>
        <p:txBody>
          <a:bodyPr>
            <a:normAutofit/>
          </a:bodyPr>
          <a:lstStyle/>
          <a:p>
            <a:pPr algn="ctr"/>
            <a:r>
              <a:rPr lang="en-MY" sz="4800" dirty="0"/>
              <a:t>DESIGN OF </a:t>
            </a:r>
            <a:r>
              <a:rPr lang="en-MY" sz="4800" b="1" dirty="0">
                <a:solidFill>
                  <a:srgbClr val="7DDDFF"/>
                </a:solidFill>
              </a:rPr>
              <a:t>PRACTICAL</a:t>
            </a:r>
            <a:r>
              <a:rPr lang="en-MY" sz="4800" dirty="0"/>
              <a:t> MAC </a:t>
            </a:r>
            <a:br>
              <a:rPr lang="en-MY" dirty="0"/>
            </a:br>
            <a:br>
              <a:rPr lang="en-MY" dirty="0"/>
            </a:br>
            <a:r>
              <a:rPr lang="en-MY" sz="6000" b="1" dirty="0">
                <a:solidFill>
                  <a:srgbClr val="00B050"/>
                </a:solidFill>
              </a:rPr>
              <a:t>HASH-BASED MAC</a:t>
            </a:r>
            <a:br>
              <a:rPr lang="en-MY" sz="6000" b="1" dirty="0">
                <a:solidFill>
                  <a:srgbClr val="00B050"/>
                </a:solidFill>
              </a:rPr>
            </a:br>
            <a:r>
              <a:rPr lang="en-MY" sz="6000" b="1" dirty="0">
                <a:solidFill>
                  <a:srgbClr val="00B050"/>
                </a:solidFill>
              </a:rPr>
              <a:t>(HMAC)</a:t>
            </a:r>
            <a:br>
              <a:rPr lang="en-MY" sz="6000" b="1" dirty="0">
                <a:solidFill>
                  <a:srgbClr val="00B050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endParaRPr lang="en-M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476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 dirty="0"/>
              <a:t>Hash-Based MAC – </a:t>
            </a:r>
            <a:br>
              <a:rPr lang="en-MY" sz="4800" b="1" dirty="0">
                <a:solidFill>
                  <a:srgbClr val="FFFF00"/>
                </a:solidFill>
              </a:rPr>
            </a:br>
            <a:r>
              <a:rPr lang="en-MY" sz="4800" b="1" dirty="0">
                <a:solidFill>
                  <a:srgbClr val="FFFF00"/>
                </a:solidFill>
              </a:rPr>
              <a:t>Motivations &amp;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MY" sz="2200" dirty="0"/>
              <a:t>In recent years, there has been increased </a:t>
            </a:r>
            <a:r>
              <a:rPr lang="en-US" sz="2200" dirty="0"/>
              <a:t>interest in developing a MAC derived from a </a:t>
            </a:r>
            <a:r>
              <a:rPr lang="en-US" sz="2200" b="1" dirty="0">
                <a:solidFill>
                  <a:srgbClr val="FF0000"/>
                </a:solidFill>
              </a:rPr>
              <a:t>cryptographic hash function</a:t>
            </a:r>
            <a:r>
              <a:rPr lang="en-US" sz="220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b="1" dirty="0"/>
              <a:t>Motivations</a:t>
            </a:r>
            <a:r>
              <a:rPr lang="en-US" sz="2200" dirty="0"/>
              <a:t> behind such interest:</a:t>
            </a:r>
          </a:p>
          <a:p>
            <a:pPr marL="685800" lvl="1" indent="-457200" algn="just">
              <a:buFont typeface="+mj-lt"/>
              <a:buAutoNum type="arabicPeriod"/>
            </a:pPr>
            <a:r>
              <a:rPr lang="en-US" sz="2200" dirty="0"/>
              <a:t>Cryptographic hash functions such as MD5 and SHA generally </a:t>
            </a:r>
            <a:r>
              <a:rPr lang="en-US" sz="2200" b="1" dirty="0">
                <a:solidFill>
                  <a:srgbClr val="0000FF"/>
                </a:solidFill>
              </a:rPr>
              <a:t>execute faster in software</a:t>
            </a:r>
            <a:r>
              <a:rPr lang="en-US" sz="2200" dirty="0"/>
              <a:t> than symmetric block ciphers such as DES.</a:t>
            </a:r>
          </a:p>
          <a:p>
            <a:pPr marL="685800" lvl="1" indent="-457200" algn="just">
              <a:buFont typeface="+mj-lt"/>
              <a:buAutoNum type="arabicPeriod"/>
            </a:pPr>
            <a:r>
              <a:rPr lang="en-US" sz="2200" b="1" dirty="0">
                <a:solidFill>
                  <a:srgbClr val="00B050"/>
                </a:solidFill>
              </a:rPr>
              <a:t>Library code </a:t>
            </a:r>
            <a:r>
              <a:rPr lang="en-US" sz="2200" dirty="0"/>
              <a:t>for cryptographic hash functions is </a:t>
            </a:r>
            <a:r>
              <a:rPr lang="en-US" sz="2200" b="1" dirty="0">
                <a:solidFill>
                  <a:srgbClr val="00B050"/>
                </a:solidFill>
              </a:rPr>
              <a:t>widely available</a:t>
            </a:r>
            <a:r>
              <a:rPr lang="en-US" sz="2200" dirty="0"/>
              <a:t>.</a:t>
            </a:r>
          </a:p>
          <a:p>
            <a:pPr algn="just"/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711612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 dirty="0"/>
              <a:t>Hash-Based MAC – </a:t>
            </a:r>
            <a:br>
              <a:rPr lang="en-MY" sz="4800" b="1" dirty="0">
                <a:solidFill>
                  <a:srgbClr val="FFFF00"/>
                </a:solidFill>
              </a:rPr>
            </a:br>
            <a:r>
              <a:rPr lang="en-MY" sz="4800" b="1" dirty="0">
                <a:solidFill>
                  <a:srgbClr val="FFFF00"/>
                </a:solidFill>
              </a:rPr>
              <a:t>Motivations &amp; Design</a:t>
            </a:r>
            <a:endParaRPr lang="en-MY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200" b="0" i="0" u="none" strike="noStrike" baseline="0" dirty="0"/>
              <a:t>HMAC has been issued as </a:t>
            </a:r>
            <a:r>
              <a:rPr lang="en-US" sz="2200" b="1" i="0" u="none" strike="noStrike" baseline="0" dirty="0">
                <a:solidFill>
                  <a:srgbClr val="FF0000"/>
                </a:solidFill>
              </a:rPr>
              <a:t>RFC 2104</a:t>
            </a:r>
            <a:r>
              <a:rPr lang="en-US" sz="2200" b="0" i="0" u="none" strike="noStrike" baseline="0" dirty="0"/>
              <a:t>, chosen as the mandatory-to-implement MAC for IP security, and is used in other Internet protocols, such as SSL. It has been issued as a NIST standard (FIPS 198).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200" b="0" i="0" u="none" strike="noStrike" baseline="0" dirty="0"/>
              <a:t>RFC 2104 lists the following </a:t>
            </a:r>
            <a:r>
              <a:rPr lang="en-US" sz="2200" b="1" i="0" u="none" strike="noStrike" baseline="0" dirty="0">
                <a:solidFill>
                  <a:srgbClr val="0000FF"/>
                </a:solidFill>
              </a:rPr>
              <a:t>design objectives </a:t>
            </a:r>
            <a:r>
              <a:rPr lang="en-US" sz="2200" b="0" i="0" u="none" strike="noStrike" baseline="0" dirty="0"/>
              <a:t>for HMAC.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To use, without modifications, available </a:t>
            </a:r>
            <a:r>
              <a:rPr lang="en-US" sz="2200" b="1" dirty="0">
                <a:solidFill>
                  <a:srgbClr val="00B050"/>
                </a:solidFill>
              </a:rPr>
              <a:t>hash functions</a:t>
            </a:r>
            <a:r>
              <a:rPr lang="en-US" sz="2200" dirty="0"/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200" dirty="0"/>
              <a:t>To allow for </a:t>
            </a:r>
            <a:r>
              <a:rPr lang="en-US" sz="2200" b="1" dirty="0">
                <a:solidFill>
                  <a:srgbClr val="002060"/>
                </a:solidFill>
              </a:rPr>
              <a:t>easy replaceability </a:t>
            </a:r>
            <a:r>
              <a:rPr lang="en-US" sz="2200" dirty="0"/>
              <a:t>of the embedded hash function in case faster or more secure hash functions are found or required.</a:t>
            </a:r>
          </a:p>
        </p:txBody>
      </p:sp>
    </p:spTree>
    <p:extLst>
      <p:ext uri="{BB962C8B-B14F-4D97-AF65-F5344CB8AC3E}">
        <p14:creationId xmlns:p14="http://schemas.microsoft.com/office/powerpoint/2010/main" val="4964045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 dirty="0"/>
              <a:t>Hash-Based MAC – </a:t>
            </a:r>
            <a:br>
              <a:rPr lang="en-MY" sz="4800" b="1" dirty="0">
                <a:solidFill>
                  <a:srgbClr val="FFFF00"/>
                </a:solidFill>
              </a:rPr>
            </a:br>
            <a:r>
              <a:rPr lang="en-MY" sz="4800" b="1" dirty="0">
                <a:solidFill>
                  <a:srgbClr val="FFFF00"/>
                </a:solidFill>
              </a:rPr>
              <a:t>Motivations &amp; Design</a:t>
            </a:r>
            <a:endParaRPr lang="en-MY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 startAt="3"/>
            </a:pPr>
            <a:r>
              <a:rPr lang="en-US" sz="2200" dirty="0"/>
              <a:t>To </a:t>
            </a:r>
            <a:r>
              <a:rPr lang="en-US" sz="2200" b="1" dirty="0">
                <a:solidFill>
                  <a:srgbClr val="C00000"/>
                </a:solidFill>
              </a:rPr>
              <a:t>preserve the original performance</a:t>
            </a:r>
            <a:r>
              <a:rPr lang="en-US" sz="2200" dirty="0"/>
              <a:t> of the hash function without incurring a significant degradation.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US" sz="2200" dirty="0"/>
              <a:t>To use and handle keys in a </a:t>
            </a:r>
            <a:r>
              <a:rPr lang="en-US" sz="2200" b="1" dirty="0">
                <a:solidFill>
                  <a:srgbClr val="0070C0"/>
                </a:solidFill>
              </a:rPr>
              <a:t>simple way</a:t>
            </a:r>
            <a:r>
              <a:rPr lang="en-US" sz="2200" dirty="0"/>
              <a:t>.</a:t>
            </a:r>
          </a:p>
          <a:p>
            <a:pPr marL="457200" indent="-457200" algn="just">
              <a:buFont typeface="+mj-lt"/>
              <a:buAutoNum type="arabicPeriod" startAt="3"/>
            </a:pPr>
            <a:r>
              <a:rPr lang="en-US" sz="2200" dirty="0"/>
              <a:t>To have a well </a:t>
            </a:r>
            <a:r>
              <a:rPr lang="en-US" sz="2200" b="1" dirty="0">
                <a:solidFill>
                  <a:srgbClr val="00B050"/>
                </a:solidFill>
              </a:rPr>
              <a:t>understood cryptographic analysis of the strength </a:t>
            </a:r>
            <a:r>
              <a:rPr lang="en-US" sz="2200" dirty="0"/>
              <a:t>of the authentication mechanism based on reasonable assumptions about the embedded hash function.</a:t>
            </a:r>
          </a:p>
          <a:p>
            <a:pPr marL="457200" indent="-457200" algn="just">
              <a:buFont typeface="+mj-lt"/>
              <a:buAutoNum type="arabicPeriod" startAt="3"/>
            </a:pP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2900824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6022780" cy="1687513"/>
          </a:xfrm>
        </p:spPr>
        <p:txBody>
          <a:bodyPr>
            <a:normAutofit/>
          </a:bodyPr>
          <a:lstStyle/>
          <a:p>
            <a:r>
              <a:rPr lang="en-MY" sz="4800" b="1" dirty="0"/>
              <a:t>Hash-Based MAC – </a:t>
            </a:r>
            <a:br>
              <a:rPr lang="en-MY" sz="4800" b="1" dirty="0">
                <a:solidFill>
                  <a:srgbClr val="FFFF00"/>
                </a:solidFill>
              </a:rPr>
            </a:br>
            <a:r>
              <a:rPr lang="en-MY" sz="4800" b="1" dirty="0">
                <a:solidFill>
                  <a:srgbClr val="FFFF00"/>
                </a:solidFill>
              </a:rPr>
              <a:t>Motivations &amp; Design</a:t>
            </a:r>
            <a:endParaRPr lang="en-MY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4552" y="2576512"/>
                <a:ext cx="6022780" cy="3815409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 i="0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IN" sz="2200" dirty="0"/>
                  <a:t>: Embedded hash function (e.g., MD5, SHA-1, RIPEMD-160).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𝐼𝑉</m:t>
                    </m:r>
                  </m:oMath>
                </a14:m>
                <a:r>
                  <a:rPr lang="en-IN" sz="2200" dirty="0"/>
                  <a:t>: Initial Value input to hash function.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sz="2200" i="1" dirty="0"/>
                  <a:t>: </a:t>
                </a:r>
                <a:r>
                  <a:rPr lang="en-IN" sz="2200" dirty="0"/>
                  <a:t>Message input to HMAC (including the padding specified in the embedded hash function).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200" i="1" dirty="0"/>
                  <a:t>: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200" dirty="0" err="1"/>
                  <a:t>th</a:t>
                </a:r>
                <a:r>
                  <a:rPr lang="en-IN" sz="2200" dirty="0"/>
                  <a:t> block of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sz="2200" dirty="0"/>
                  <a:t>,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IN" sz="2200" i="1" dirty="0"/>
                  <a:t>.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IN" sz="2200" i="1" dirty="0"/>
                  <a:t>: </a:t>
                </a:r>
                <a:r>
                  <a:rPr lang="en-IN" sz="2200" dirty="0"/>
                  <a:t>Number of blocks in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sz="2200" i="1" dirty="0"/>
                  <a:t>.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200" i="1" dirty="0"/>
                  <a:t>: </a:t>
                </a:r>
                <a:r>
                  <a:rPr lang="en-IN" sz="2200" dirty="0"/>
                  <a:t>Number of bits in a block.</a:t>
                </a:r>
                <a:endParaRPr lang="en-IN" sz="22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552" y="2576512"/>
                <a:ext cx="6022780" cy="3815409"/>
              </a:xfrm>
              <a:blipFill>
                <a:blip r:embed="rId2"/>
                <a:stretch>
                  <a:fillRect l="-1316" t="-958" r="-1316" b="-1438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ABC2B05-5D01-72BD-08D5-C9594EE8A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785" y="103503"/>
            <a:ext cx="5311806" cy="665099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420490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6022780" cy="1687513"/>
          </a:xfrm>
        </p:spPr>
        <p:txBody>
          <a:bodyPr>
            <a:normAutofit/>
          </a:bodyPr>
          <a:lstStyle/>
          <a:p>
            <a:r>
              <a:rPr lang="en-MY" sz="4800" b="1" dirty="0"/>
              <a:t>Hash-Based MAC – </a:t>
            </a:r>
            <a:br>
              <a:rPr lang="en-MY" sz="4800" b="1" dirty="0">
                <a:solidFill>
                  <a:srgbClr val="FFFF00"/>
                </a:solidFill>
              </a:rPr>
            </a:br>
            <a:r>
              <a:rPr lang="en-MY" sz="4800" b="1" dirty="0">
                <a:solidFill>
                  <a:srgbClr val="FFFF00"/>
                </a:solidFill>
              </a:rPr>
              <a:t>Motivations &amp; Design</a:t>
            </a:r>
            <a:endParaRPr lang="en-MY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4552" y="2576512"/>
                <a:ext cx="6022780" cy="3815409"/>
              </a:xfrm>
            </p:spPr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200" i="1" dirty="0"/>
                  <a:t>: </a:t>
                </a:r>
                <a:r>
                  <a:rPr lang="en-IN" sz="2200" dirty="0"/>
                  <a:t>Length of hash code produced by embedded hash function.</a:t>
                </a:r>
              </a:p>
              <a:p>
                <a:pPr algn="just"/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sz="2200" i="1" dirty="0"/>
                  <a:t>: </a:t>
                </a:r>
                <a:r>
                  <a:rPr lang="en-IN" sz="2200" dirty="0"/>
                  <a:t>Secret key (recommended length of at least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200" dirty="0"/>
                  <a:t>; if key length is greater than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200" dirty="0"/>
                  <a:t>, the key is input to the hash function to produce an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200" dirty="0"/>
                  <a:t>-bit key.</a:t>
                </a:r>
              </a:p>
              <a:p>
                <a:pPr algn="just"/>
                <a14:m>
                  <m:oMath xmlns:m="http://schemas.openxmlformats.org/officeDocument/2006/math">
                    <m:sSup>
                      <m:sSup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IN" sz="2200" dirty="0"/>
                  <a:t>: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sz="2200" i="1" dirty="0"/>
                  <a:t> </a:t>
                </a:r>
                <a:r>
                  <a:rPr lang="en-IN" sz="2200" dirty="0"/>
                  <a:t>padded with zeros on the left so that the result is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200" i="1" dirty="0"/>
                  <a:t> </a:t>
                </a:r>
                <a:r>
                  <a:rPr lang="en-IN" sz="2200" dirty="0"/>
                  <a:t>bits in length.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552" y="2576512"/>
                <a:ext cx="6022780" cy="3815409"/>
              </a:xfrm>
              <a:blipFill>
                <a:blip r:embed="rId2"/>
                <a:stretch>
                  <a:fillRect l="-1316" r="-131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ABC2B05-5D01-72BD-08D5-C9594EE8A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785" y="103503"/>
            <a:ext cx="5311806" cy="665099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504037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420BC0-92EC-0330-AFC5-212DE5FDD115}"/>
              </a:ext>
            </a:extLst>
          </p:cNvPr>
          <p:cNvSpPr/>
          <p:nvPr/>
        </p:nvSpPr>
        <p:spPr>
          <a:xfrm>
            <a:off x="484552" y="4796485"/>
            <a:ext cx="6022780" cy="601138"/>
          </a:xfrm>
          <a:prstGeom prst="rect">
            <a:avLst/>
          </a:prstGeom>
          <a:solidFill>
            <a:srgbClr val="A2F0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6022780" cy="1687513"/>
          </a:xfrm>
        </p:spPr>
        <p:txBody>
          <a:bodyPr>
            <a:normAutofit/>
          </a:bodyPr>
          <a:lstStyle/>
          <a:p>
            <a:r>
              <a:rPr lang="en-MY" sz="4800" b="1" dirty="0"/>
              <a:t>Hash-Based MAC – </a:t>
            </a:r>
            <a:br>
              <a:rPr lang="en-MY" sz="4800" b="1" dirty="0">
                <a:solidFill>
                  <a:srgbClr val="FFFF00"/>
                </a:solidFill>
              </a:rPr>
            </a:br>
            <a:r>
              <a:rPr lang="en-MY" sz="4800" b="1" dirty="0">
                <a:solidFill>
                  <a:srgbClr val="FFFF00"/>
                </a:solidFill>
              </a:rPr>
              <a:t>Motivations &amp; Design</a:t>
            </a:r>
            <a:endParaRPr lang="en-MY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4552" y="2576512"/>
                <a:ext cx="6022780" cy="3815409"/>
              </a:xfrm>
            </p:spPr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20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</a:rPr>
                      <m:t>pad</m:t>
                    </m:r>
                  </m:oMath>
                </a14:m>
                <a:r>
                  <a:rPr lang="en-IN" sz="2200" dirty="0"/>
                  <a:t>: </a:t>
                </a:r>
                <a14:m>
                  <m:oMath xmlns:m="http://schemas.openxmlformats.org/officeDocument/2006/math">
                    <m:r>
                      <a:rPr lang="en-MY" sz="2200" b="0" i="0" smtClean="0">
                        <a:latin typeface="Cambria Math" panose="02040503050406030204" pitchFamily="18" charset="0"/>
                      </a:rPr>
                      <m:t>0011 0110 </m:t>
                    </m:r>
                    <m:d>
                      <m:d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b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200" dirty="0"/>
                  <a:t> repeated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Y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MY" sz="2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IN" sz="2200" dirty="0"/>
                  <a:t> times.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MY" sz="2200" b="0" i="0" smtClean="0">
                        <a:latin typeface="Cambria Math" panose="02040503050406030204" pitchFamily="18" charset="0"/>
                      </a:rPr>
                      <m:t>opad</m:t>
                    </m:r>
                  </m:oMath>
                </a14:m>
                <a:r>
                  <a:rPr lang="en-IN" sz="2200" dirty="0"/>
                  <a:t>: </a:t>
                </a:r>
                <a14:m>
                  <m:oMath xmlns:m="http://schemas.openxmlformats.org/officeDocument/2006/math">
                    <m:r>
                      <a:rPr lang="en-MY" sz="2200">
                        <a:latin typeface="Cambria Math" panose="02040503050406030204" pitchFamily="18" charset="0"/>
                      </a:rPr>
                      <m:t>01</m:t>
                    </m:r>
                    <m:r>
                      <a:rPr lang="en-MY" sz="2200" b="0" i="0" smtClean="0">
                        <a:latin typeface="Cambria Math" panose="02040503050406030204" pitchFamily="18" charset="0"/>
                      </a:rPr>
                      <m:t>01</m:t>
                    </m:r>
                    <m:r>
                      <a:rPr lang="en-MY" sz="2200">
                        <a:latin typeface="Cambria Math" panose="02040503050406030204" pitchFamily="18" charset="0"/>
                      </a:rPr>
                      <m:t> 11</m:t>
                    </m:r>
                    <m:r>
                      <a:rPr lang="en-MY" sz="22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MY" sz="2200">
                        <a:latin typeface="Cambria Math" panose="02040503050406030204" pitchFamily="18" charset="0"/>
                      </a:rPr>
                      <m:t>0 </m:t>
                    </m:r>
                    <m:d>
                      <m:d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MY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MY" sz="22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MY" sz="2200" i="1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200" dirty="0"/>
                  <a:t> repeated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MY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MY" sz="22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IN" sz="2200" dirty="0"/>
                  <a:t> times. </a:t>
                </a:r>
              </a:p>
              <a:p>
                <a:pPr marL="342900" indent="-342900">
                  <a:buFont typeface="Wingdings" panose="05000000000000000000" pitchFamily="2" charset="2"/>
                  <a:buChar char="§"/>
                </a:pPr>
                <a:r>
                  <a:rPr lang="en-IN" sz="2200" dirty="0"/>
                  <a:t>Then HMAC can be expressed as:</a:t>
                </a:r>
                <a:br>
                  <a:rPr lang="en-IN" sz="2200" dirty="0"/>
                </a:br>
                <a:endParaRPr lang="en-MY" sz="2200" b="0" i="0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MY" sz="2200" b="0" i="0" smtClean="0">
                          <a:latin typeface="Cambria Math" panose="02040503050406030204" pitchFamily="18" charset="0"/>
                        </a:rPr>
                        <m:t>HMAC</m:t>
                      </m:r>
                      <m:r>
                        <a:rPr lang="en-MY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MY" sz="2200" b="0" i="0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begChr m:val="["/>
                          <m:endChr m:val="]"/>
                          <m:ctrlPr>
                            <a:rPr lang="en-MY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MY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MY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MY" sz="22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MY" sz="2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  <m:r>
                                <a:rPr lang="en-MY" sz="2200" b="0" i="1" smtClean="0"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m:rPr>
                                  <m:sty m:val="p"/>
                                </m:rPr>
                                <a:rPr lang="en-MY" sz="2200" b="0" i="0" smtClean="0">
                                  <a:latin typeface="Cambria Math" panose="02040503050406030204" pitchFamily="18" charset="0"/>
                                </a:rPr>
                                <m:t>opad</m:t>
                              </m:r>
                            </m:e>
                          </m:d>
                          <m:r>
                            <a:rPr lang="en-MY" sz="2200" b="0" i="1" smtClean="0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m:rPr>
                              <m:sty m:val="p"/>
                            </m:rPr>
                            <a:rPr lang="en-MY" sz="22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MY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MY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MY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MY" sz="2200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MY" sz="22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a:rPr lang="en-MY" sz="2200" b="0" i="1" smtClean="0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MY" sz="2200" b="0" i="0" smtClean="0">
                                      <a:latin typeface="Cambria Math" panose="02040503050406030204" pitchFamily="18" charset="0"/>
                                    </a:rPr>
                                    <m:t>ipad</m:t>
                                  </m:r>
                                </m:e>
                              </m:d>
                              <m:r>
                                <a:rPr lang="en-MY" sz="2200" b="0" i="1" smtClean="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  <m:r>
                                <a:rPr lang="en-MY" sz="2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IN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552" y="2576512"/>
                <a:ext cx="6022780" cy="3815409"/>
              </a:xfrm>
              <a:blipFill>
                <a:blip r:embed="rId2"/>
                <a:stretch>
                  <a:fillRect l="-111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ABC2B05-5D01-72BD-08D5-C9594EE8A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785" y="103503"/>
            <a:ext cx="5311806" cy="6650993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600852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800" b="1" dirty="0"/>
              <a:t>Hash-Based MAC – </a:t>
            </a:r>
            <a:br>
              <a:rPr lang="en-MY" sz="4800" b="1" dirty="0">
                <a:solidFill>
                  <a:srgbClr val="FFFF00"/>
                </a:solidFill>
              </a:rPr>
            </a:br>
            <a:r>
              <a:rPr lang="en-MY" sz="4800" b="1" dirty="0">
                <a:solidFill>
                  <a:srgbClr val="FFA3A3"/>
                </a:solidFill>
              </a:rPr>
              <a:t>Security</a:t>
            </a:r>
            <a:endParaRPr lang="en-MY" sz="4800" dirty="0">
              <a:solidFill>
                <a:srgbClr val="FFA3A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4552" y="2576512"/>
                <a:ext cx="10869248" cy="3815409"/>
              </a:xfrm>
            </p:spPr>
            <p:txBody>
              <a:bodyPr>
                <a:norm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MY" sz="2200" dirty="0"/>
                  <a:t>The security of HMAC </a:t>
                </a:r>
                <a:r>
                  <a:rPr lang="en-MY" sz="2200" b="1" dirty="0">
                    <a:solidFill>
                      <a:srgbClr val="0000FF"/>
                    </a:solidFill>
                  </a:rPr>
                  <a:t>is equivalent </a:t>
                </a:r>
                <a:r>
                  <a:rPr lang="en-MY" sz="2200" dirty="0"/>
                  <a:t>to on of the following attacks on the embedded hash function: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:r>
                  <a:rPr lang="en-US" sz="2200" b="0" i="0" u="none" strike="noStrike" baseline="0" dirty="0"/>
                  <a:t>The attacker is able to </a:t>
                </a:r>
                <a:r>
                  <a:rPr lang="en-US" sz="2200" b="1" i="0" u="none" strike="noStrike" baseline="0" dirty="0">
                    <a:solidFill>
                      <a:srgbClr val="00B050"/>
                    </a:solidFill>
                  </a:rPr>
                  <a:t>compute an output </a:t>
                </a:r>
                <a:r>
                  <a:rPr lang="en-US" sz="2200" b="0" i="0" u="none" strike="noStrike" baseline="0" dirty="0"/>
                  <a:t>of the compression function even with an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𝐼𝑉</m:t>
                    </m:r>
                  </m:oMath>
                </a14:m>
                <a:r>
                  <a:rPr lang="en-US" sz="2200" b="0" i="0" u="none" strike="noStrike" baseline="0" dirty="0"/>
                  <a:t> that is random, secret, and unknown to the attacker.</a:t>
                </a:r>
              </a:p>
              <a:p>
                <a:pPr marL="571500" lvl="1" indent="-342900" algn="just">
                  <a:buFont typeface="+mj-lt"/>
                  <a:buAutoNum type="arabicPeriod"/>
                </a:pPr>
                <a:r>
                  <a:rPr lang="en-US" sz="2200" b="0" i="0" u="none" strike="noStrike" baseline="0" dirty="0"/>
                  <a:t>The attacker </a:t>
                </a:r>
                <a:r>
                  <a:rPr lang="en-US" sz="2200" b="1" i="0" u="none" strike="noStrike" baseline="0" dirty="0">
                    <a:solidFill>
                      <a:srgbClr val="FF0000"/>
                    </a:solidFill>
                  </a:rPr>
                  <a:t>finds collisions </a:t>
                </a:r>
                <a:r>
                  <a:rPr lang="en-US" sz="2200" b="0" i="0" u="none" strike="noStrike" baseline="0" dirty="0"/>
                  <a:t>in the hash function even when the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𝐼𝑉</m:t>
                    </m:r>
                  </m:oMath>
                </a14:m>
                <a:r>
                  <a:rPr lang="en-US" sz="2200" b="0" i="0" u="none" strike="noStrike" baseline="0" dirty="0"/>
                  <a:t> is random </a:t>
                </a:r>
                <a:r>
                  <a:rPr lang="en-MY" sz="2200" b="0" i="0" u="none" strike="noStrike" baseline="0" dirty="0"/>
                  <a:t>and secret.</a:t>
                </a:r>
                <a:endParaRPr lang="en-MY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B6EB7-7B23-D501-C523-266B5BACC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552" y="2576512"/>
                <a:ext cx="10869248" cy="3815409"/>
              </a:xfrm>
              <a:blipFill>
                <a:blip r:embed="rId2"/>
                <a:stretch>
                  <a:fillRect l="-617" r="-67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221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6000164"/>
          </a:xfrm>
        </p:spPr>
        <p:txBody>
          <a:bodyPr>
            <a:normAutofit/>
          </a:bodyPr>
          <a:lstStyle/>
          <a:p>
            <a:pPr algn="ctr"/>
            <a:r>
              <a:rPr lang="en-MY" sz="4800" dirty="0"/>
              <a:t>DESIGN OF </a:t>
            </a:r>
            <a:r>
              <a:rPr lang="en-MY" sz="4800" b="1" dirty="0">
                <a:solidFill>
                  <a:srgbClr val="7DDDFF"/>
                </a:solidFill>
              </a:rPr>
              <a:t>PRACTICAL</a:t>
            </a:r>
            <a:r>
              <a:rPr lang="en-MY" sz="4800" dirty="0"/>
              <a:t> MAC </a:t>
            </a:r>
            <a:br>
              <a:rPr lang="en-MY" dirty="0"/>
            </a:br>
            <a:br>
              <a:rPr lang="en-MY" dirty="0"/>
            </a:br>
            <a:r>
              <a:rPr lang="en-MY" sz="6000" b="1" dirty="0">
                <a:solidFill>
                  <a:srgbClr val="00B050"/>
                </a:solidFill>
              </a:rPr>
              <a:t>MACs Based on </a:t>
            </a:r>
            <a:br>
              <a:rPr lang="en-MY" sz="6000" b="1" dirty="0">
                <a:solidFill>
                  <a:srgbClr val="00B050"/>
                </a:solidFill>
              </a:rPr>
            </a:br>
            <a:r>
              <a:rPr lang="en-MY" sz="6000" b="1" dirty="0">
                <a:solidFill>
                  <a:srgbClr val="00B050"/>
                </a:solidFill>
              </a:rPr>
              <a:t>BLOCK CIPHERS</a:t>
            </a:r>
            <a:br>
              <a:rPr lang="en-MY" sz="6000" b="1" dirty="0">
                <a:solidFill>
                  <a:srgbClr val="00B050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endParaRPr lang="en-M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934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MAC Based on Block Ciphers – </a:t>
            </a:r>
            <a:br>
              <a:rPr lang="en-MY" sz="4400" b="1" dirty="0">
                <a:solidFill>
                  <a:srgbClr val="FFFF00"/>
                </a:solidFill>
              </a:rPr>
            </a:br>
            <a:r>
              <a:rPr lang="en-MY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Authentication Algorithm (DAA)</a:t>
            </a:r>
            <a:endParaRPr lang="en-MY" sz="4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CE3BCA3-3D3A-CD10-5967-2F381F68F8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4552" y="2576512"/>
                <a:ext cx="10869248" cy="3815409"/>
              </a:xfrm>
            </p:spPr>
            <p:txBody>
              <a:bodyPr>
                <a:norm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Data Authentication Algorithm (DAA) uses </a:t>
                </a:r>
                <a:r>
                  <a:rPr lang="en-US" sz="2200" b="1" dirty="0">
                    <a:solidFill>
                      <a:srgbClr val="0000FF"/>
                    </a:solidFill>
                  </a:rPr>
                  <a:t>CBC mode </a:t>
                </a:r>
                <a:r>
                  <a:rPr lang="en-US" sz="2200" dirty="0"/>
                  <a:t>of </a:t>
                </a:r>
                <a:r>
                  <a:rPr lang="en-US" sz="2200" b="1" dirty="0">
                    <a:solidFill>
                      <a:srgbClr val="0000FF"/>
                    </a:solidFill>
                  </a:rPr>
                  <a:t>operation of DES </a:t>
                </a:r>
                <a:r>
                  <a:rPr lang="en-US" sz="2200" dirty="0"/>
                  <a:t>with an initialization vector of zero. 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The data to be authenticated are grouped in to contiguous </a:t>
                </a:r>
                <a:r>
                  <a:rPr lang="en-US" sz="2200" b="1" dirty="0">
                    <a:solidFill>
                      <a:srgbClr val="00B050"/>
                    </a:solidFill>
                  </a:rPr>
                  <a:t>64-bit blocks</a:t>
                </a:r>
                <a:r>
                  <a:rPr lang="en-US" sz="2200" dirty="0"/>
                  <a:t>.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A 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Data Authentication Code </a:t>
                </a:r>
                <a:r>
                  <a:rPr lang="en-US" sz="2200" dirty="0"/>
                  <a:t>(</a:t>
                </a:r>
                <a:r>
                  <a:rPr lang="en-US" sz="2200" b="1" dirty="0">
                    <a:solidFill>
                      <a:srgbClr val="FF0000"/>
                    </a:solidFill>
                  </a:rPr>
                  <a:t>DAC</a:t>
                </a:r>
                <a:r>
                  <a:rPr lang="en-US" sz="2200" dirty="0"/>
                  <a:t>) is calculated using DES encryption algorithm and a secret key </a:t>
                </a:r>
                <a14:m>
                  <m:oMath xmlns:m="http://schemas.openxmlformats.org/officeDocument/2006/math">
                    <m:r>
                      <a:rPr lang="en-MY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CE3BCA3-3D3A-CD10-5967-2F381F68F8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4552" y="2576512"/>
                <a:ext cx="10869248" cy="3815409"/>
              </a:xfrm>
              <a:blipFill>
                <a:blip r:embed="rId2"/>
                <a:stretch>
                  <a:fillRect l="-617" r="-67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6135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9FFFD4-56C6-10E8-B2B4-9CA09A0C8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32" y="283761"/>
            <a:ext cx="11512535" cy="629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31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MAC Based on Block Ciphers – </a:t>
            </a:r>
            <a:br>
              <a:rPr lang="en-MY" sz="4400" b="1" dirty="0">
                <a:solidFill>
                  <a:srgbClr val="FFFF00"/>
                </a:solidFill>
              </a:rPr>
            </a:br>
            <a:r>
              <a:rPr lang="en-MY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Cipher-Based MAC (CMAC)</a:t>
            </a:r>
            <a:endParaRPr lang="en-MY" sz="4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EFE5E5-5D3C-C0B2-A87D-A93E30724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7" y="2668452"/>
            <a:ext cx="9880385" cy="373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965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MAC Based on Block Ciphers – </a:t>
            </a:r>
            <a:br>
              <a:rPr lang="en-MY" sz="4400" b="1" dirty="0">
                <a:solidFill>
                  <a:srgbClr val="FFFF00"/>
                </a:solidFill>
              </a:rPr>
            </a:br>
            <a:r>
              <a:rPr lang="en-MY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Cipher-Based MAC (CMAC)</a:t>
            </a:r>
            <a:endParaRPr lang="en-MY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F5E194-20A8-DCDC-6492-D69057A4A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536" y="2725444"/>
            <a:ext cx="10098677" cy="363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1284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6000164"/>
          </a:xfrm>
        </p:spPr>
        <p:txBody>
          <a:bodyPr>
            <a:normAutofit/>
          </a:bodyPr>
          <a:lstStyle/>
          <a:p>
            <a:pPr algn="ctr"/>
            <a:r>
              <a:rPr lang="en-MY" sz="4800" dirty="0"/>
              <a:t>Message Authentication Code</a:t>
            </a:r>
            <a:br>
              <a:rPr lang="en-MY" dirty="0"/>
            </a:br>
            <a:br>
              <a:rPr lang="en-MY" dirty="0"/>
            </a:br>
            <a:r>
              <a:rPr lang="en-MY" sz="6000" b="1" dirty="0">
                <a:solidFill>
                  <a:srgbClr val="00B050"/>
                </a:solidFill>
              </a:rPr>
              <a:t>OTHER </a:t>
            </a:r>
            <a:br>
              <a:rPr lang="en-MY" sz="6000" b="1" dirty="0">
                <a:solidFill>
                  <a:srgbClr val="00B050"/>
                </a:solidFill>
              </a:rPr>
            </a:br>
            <a:r>
              <a:rPr lang="en-MY" sz="6000" b="1" dirty="0">
                <a:solidFill>
                  <a:srgbClr val="00B050"/>
                </a:solidFill>
              </a:rPr>
              <a:t>PRACTICAL MACs</a:t>
            </a:r>
            <a:br>
              <a:rPr lang="en-MY" sz="6000" b="1" dirty="0">
                <a:solidFill>
                  <a:srgbClr val="00B050"/>
                </a:solidFill>
              </a:rPr>
            </a:br>
            <a:br>
              <a:rPr lang="en-MY" dirty="0">
                <a:solidFill>
                  <a:schemeClr val="tx1"/>
                </a:solidFill>
              </a:rPr>
            </a:br>
            <a:endParaRPr lang="en-MY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583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>
                <a:solidFill>
                  <a:srgbClr val="7DDDFF"/>
                </a:solidFill>
              </a:rPr>
              <a:t>Other Practical MACs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>
            <a:norm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MY" sz="2200" b="1" dirty="0">
                <a:solidFill>
                  <a:srgbClr val="FF0000"/>
                </a:solidFill>
              </a:rPr>
              <a:t>Authentication Encryption</a:t>
            </a:r>
            <a:r>
              <a:rPr lang="en-MY" sz="2200" dirty="0"/>
              <a:t> (</a:t>
            </a:r>
            <a:r>
              <a:rPr lang="en-MY" sz="2200" b="1" dirty="0">
                <a:solidFill>
                  <a:srgbClr val="FF0000"/>
                </a:solidFill>
              </a:rPr>
              <a:t>AE</a:t>
            </a:r>
            <a:r>
              <a:rPr lang="en-MY" sz="2200" dirty="0"/>
              <a:t>). </a:t>
            </a:r>
            <a:r>
              <a:rPr lang="en-US" sz="2200" dirty="0"/>
              <a:t>A term used to describe encryption systems that simultaneously protect </a:t>
            </a:r>
            <a:r>
              <a:rPr lang="en-US" sz="2200" b="1" dirty="0">
                <a:solidFill>
                  <a:srgbClr val="00B050"/>
                </a:solidFill>
              </a:rPr>
              <a:t>confidentiality</a:t>
            </a:r>
            <a:r>
              <a:rPr lang="en-US" sz="2200" dirty="0"/>
              <a:t> and </a:t>
            </a:r>
            <a:r>
              <a:rPr lang="en-US" sz="2200" b="1" dirty="0">
                <a:solidFill>
                  <a:srgbClr val="002060"/>
                </a:solidFill>
              </a:rPr>
              <a:t>authenticity</a:t>
            </a:r>
            <a:r>
              <a:rPr lang="en-US" sz="2200" dirty="0"/>
              <a:t> of communications.</a:t>
            </a:r>
            <a:endParaRPr lang="en-MY" sz="2200" dirty="0"/>
          </a:p>
          <a:p>
            <a:pPr marL="685800" lvl="1" indent="-457200" algn="just">
              <a:buFont typeface="+mj-lt"/>
              <a:buAutoNum type="arabicPeriod"/>
            </a:pPr>
            <a:r>
              <a:rPr lang="en-US" sz="2200" dirty="0"/>
              <a:t>Counter with Cipher Block Chaining-Message Authentication Code (CCM).</a:t>
            </a:r>
          </a:p>
          <a:p>
            <a:pPr marL="685800" lvl="1" indent="-457200" algn="just">
              <a:buFont typeface="+mj-lt"/>
              <a:buAutoNum type="arabicPeriod"/>
            </a:pPr>
            <a:r>
              <a:rPr lang="en-US" sz="2200" dirty="0"/>
              <a:t>Galois/Counter Mode (GCM).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0000FF"/>
                </a:solidFill>
              </a:rPr>
              <a:t>Pseudorandom number generation </a:t>
            </a:r>
            <a:r>
              <a:rPr lang="en-US" sz="2200" dirty="0"/>
              <a:t>(</a:t>
            </a:r>
            <a:r>
              <a:rPr lang="en-US" sz="2200" b="1" dirty="0">
                <a:solidFill>
                  <a:srgbClr val="0000FF"/>
                </a:solidFill>
              </a:rPr>
              <a:t>PRNG</a:t>
            </a:r>
            <a:r>
              <a:rPr lang="en-US" sz="2200" dirty="0"/>
              <a:t>).</a:t>
            </a:r>
            <a:endParaRPr lang="en-MY" sz="2200" dirty="0"/>
          </a:p>
        </p:txBody>
      </p:sp>
    </p:spTree>
    <p:extLst>
      <p:ext uri="{BB962C8B-B14F-4D97-AF65-F5344CB8AC3E}">
        <p14:creationId xmlns:p14="http://schemas.microsoft.com/office/powerpoint/2010/main" val="461267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sz="4400" b="1" dirty="0"/>
              <a:t>Main References for Chapter 11</a:t>
            </a:r>
            <a:endParaRPr lang="en-MY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6EB7-7B23-D501-C523-266B5B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2"/>
            <a:ext cx="10869248" cy="3815409"/>
          </a:xfrm>
        </p:spPr>
        <p:txBody>
          <a:bodyPr/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altLang="ko-KR" sz="2000" dirty="0" err="1">
                <a:ea typeface="Gulim" pitchFamily="34" charset="-127"/>
              </a:rPr>
              <a:t>Forouzan</a:t>
            </a:r>
            <a:r>
              <a:rPr lang="en-US" altLang="ko-KR" sz="2000" dirty="0">
                <a:ea typeface="Gulim" pitchFamily="34" charset="-127"/>
              </a:rPr>
              <a:t>, B.A. </a:t>
            </a:r>
            <a:r>
              <a:rPr lang="en-US" sz="2000" dirty="0"/>
              <a:t>“</a:t>
            </a:r>
            <a:r>
              <a:rPr lang="en-US" sz="2000" b="1" i="1" dirty="0"/>
              <a:t>Introduction to Cryptography and Network Security</a:t>
            </a:r>
            <a:r>
              <a:rPr lang="en-US" sz="2000" dirty="0"/>
              <a:t>”, Third Edition, McGraw-Hill, 2008.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Stallings, W. “</a:t>
            </a:r>
            <a:r>
              <a:rPr lang="en-US" sz="2000" b="1" i="1" dirty="0"/>
              <a:t>Cryptography and Network Security: Principles and Practices</a:t>
            </a:r>
            <a:r>
              <a:rPr lang="en-US" sz="2000" dirty="0"/>
              <a:t>”, Fifth Edition, Pearson Prentice Hall, 2011.</a:t>
            </a:r>
          </a:p>
          <a:p>
            <a:pPr marL="0" indent="0" algn="just">
              <a:buNone/>
            </a:pPr>
            <a:endParaRPr lang="en-MY" sz="2000" dirty="0"/>
          </a:p>
        </p:txBody>
      </p:sp>
    </p:spTree>
    <p:extLst>
      <p:ext uri="{BB962C8B-B14F-4D97-AF65-F5344CB8AC3E}">
        <p14:creationId xmlns:p14="http://schemas.microsoft.com/office/powerpoint/2010/main" val="4228242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7AEA-161F-FACC-DCDA-8CBC9794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6000164"/>
          </a:xfrm>
        </p:spPr>
        <p:txBody>
          <a:bodyPr>
            <a:normAutofit/>
          </a:bodyPr>
          <a:lstStyle/>
          <a:p>
            <a:pPr algn="ctr"/>
            <a:r>
              <a:rPr lang="en-MY" sz="6000" dirty="0">
                <a:solidFill>
                  <a:schemeClr val="tx1"/>
                </a:solidFill>
              </a:rPr>
              <a:t>~ THE END </a:t>
            </a:r>
            <a:r>
              <a:rPr lang="en-MY" sz="6000" dirty="0">
                <a:solidFill>
                  <a:schemeClr val="tx1"/>
                </a:solidFill>
                <a:sym typeface="Wingdings" panose="05000000000000000000" pitchFamily="2" charset="2"/>
              </a:rPr>
              <a:t> ~</a:t>
            </a:r>
            <a:br>
              <a:rPr lang="en-MY" sz="60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br>
              <a:rPr lang="en-MY" sz="60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br>
              <a:rPr lang="en-MY" sz="6000" dirty="0">
                <a:solidFill>
                  <a:schemeClr val="tx1"/>
                </a:solidFill>
                <a:sym typeface="Wingdings" panose="05000000000000000000" pitchFamily="2" charset="2"/>
              </a:rPr>
            </a:br>
            <a:endParaRPr lang="en-MY" sz="6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509048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A374375A648B43BE2F504427ACA368" ma:contentTypeVersion="15" ma:contentTypeDescription="Create a new document." ma:contentTypeScope="" ma:versionID="013dc5019cb378d6f3b4beb94fb7cf4e">
  <xsd:schema xmlns:xsd="http://www.w3.org/2001/XMLSchema" xmlns:xs="http://www.w3.org/2001/XMLSchema" xmlns:p="http://schemas.microsoft.com/office/2006/metadata/properties" xmlns:ns2="6da64911-38d9-4b77-b6d0-85c58d59eee7" xmlns:ns3="c14bfc95-5fc1-4e5f-aee2-c8976470c7fa" targetNamespace="http://schemas.microsoft.com/office/2006/metadata/properties" ma:root="true" ma:fieldsID="ea8c4da17c1bbcf1ebea871cf52d131d" ns2:_="" ns3:_="">
    <xsd:import namespace="6da64911-38d9-4b77-b6d0-85c58d59eee7"/>
    <xsd:import namespace="c14bfc95-5fc1-4e5f-aee2-c8976470c7f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64911-38d9-4b77-b6d0-85c58d59eee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df6769d7-3c27-4ceb-9c12-0647dbcb441e}" ma:internalName="TaxCatchAll" ma:showField="CatchAllData" ma:web="6da64911-38d9-4b77-b6d0-85c58d59ee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4bfc95-5fc1-4e5f-aee2-c8976470c7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47f1639-9130-493c-b0f7-7f4b51b1a9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14bfc95-5fc1-4e5f-aee2-c8976470c7fa">
      <Terms xmlns="http://schemas.microsoft.com/office/infopath/2007/PartnerControls"/>
    </lcf76f155ced4ddcb4097134ff3c332f>
    <TaxCatchAll xmlns="6da64911-38d9-4b77-b6d0-85c58d59eee7" xsi:nil="true"/>
  </documentManagement>
</p:properties>
</file>

<file path=customXml/itemProps1.xml><?xml version="1.0" encoding="utf-8"?>
<ds:datastoreItem xmlns:ds="http://schemas.openxmlformats.org/officeDocument/2006/customXml" ds:itemID="{187CD24A-81C8-49EB-A7D7-AF3CB8F0E7DC}"/>
</file>

<file path=customXml/itemProps2.xml><?xml version="1.0" encoding="utf-8"?>
<ds:datastoreItem xmlns:ds="http://schemas.openxmlformats.org/officeDocument/2006/customXml" ds:itemID="{C7822C01-8D99-499E-8441-91064404571B}"/>
</file>

<file path=customXml/itemProps3.xml><?xml version="1.0" encoding="utf-8"?>
<ds:datastoreItem xmlns:ds="http://schemas.openxmlformats.org/officeDocument/2006/customXml" ds:itemID="{821D91DB-B485-4DDB-9EAB-1F7360E6E32E}"/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1753</Words>
  <Application>Microsoft Office PowerPoint</Application>
  <PresentationFormat>Widescreen</PresentationFormat>
  <Paragraphs>128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Gulim</vt:lpstr>
      <vt:lpstr>Arial</vt:lpstr>
      <vt:lpstr>Avenir Next LT Pro</vt:lpstr>
      <vt:lpstr>Bahnschrift</vt:lpstr>
      <vt:lpstr>Calibri</vt:lpstr>
      <vt:lpstr>Cambria Math</vt:lpstr>
      <vt:lpstr>Wingdings</vt:lpstr>
      <vt:lpstr>MatrixVTI</vt:lpstr>
      <vt:lpstr>MESSAGE  AUTHENTICATION CODE</vt:lpstr>
      <vt:lpstr>Outlines</vt:lpstr>
      <vt:lpstr>Learning Objectives</vt:lpstr>
      <vt:lpstr>INTRODUCTION TO  MESSAGE AUTHENTICATION    </vt:lpstr>
      <vt:lpstr>Message Authentication  Requirements </vt:lpstr>
      <vt:lpstr>Message Authentication  Requirements </vt:lpstr>
      <vt:lpstr>Message Authentication  Requirements </vt:lpstr>
      <vt:lpstr>Message Authentication  Functions</vt:lpstr>
      <vt:lpstr>Message Authentication  Functions</vt:lpstr>
      <vt:lpstr>MESSAGE AUTHENTICATION FUNCTION  MESSAGE ENCRYPTION    </vt:lpstr>
      <vt:lpstr>Message Authentication Functions -  Message Encryption</vt:lpstr>
      <vt:lpstr>Message Authentication Functions -  Message Encryption</vt:lpstr>
      <vt:lpstr>Message Authentication Functions -  Message Encryption</vt:lpstr>
      <vt:lpstr>MESSAGE AUTHENTICATION FUNCTION  MESSAGE AUTHENTICATION  CODE (MAC)  </vt:lpstr>
      <vt:lpstr>Message Authentication Functions -  Message Authentication Code (MAC)</vt:lpstr>
      <vt:lpstr>Message Authentication Functions -  Message Authentication Code (MAC)</vt:lpstr>
      <vt:lpstr>Message Authentication Functions -  Message Authentication Code (MAC)</vt:lpstr>
      <vt:lpstr>Message Authentication Functions -  Message Authentication Code (MAC)</vt:lpstr>
      <vt:lpstr>Message Authentication Code (MAC) –  Requirements</vt:lpstr>
      <vt:lpstr>MESSAGE AUTHENTICATION CODE  SECURITY   </vt:lpstr>
      <vt:lpstr>Attacks on MACs</vt:lpstr>
      <vt:lpstr>Cryptanalysis on MACs</vt:lpstr>
      <vt:lpstr>DESIGN OF PRACTICAL MAC   HASH-BASED MAC (HMAC)  </vt:lpstr>
      <vt:lpstr>Hash-Based MAC –  Motivations &amp; Design</vt:lpstr>
      <vt:lpstr>Hash-Based MAC –  Motivations &amp; Design</vt:lpstr>
      <vt:lpstr>Hash-Based MAC –  Motivations &amp; Design</vt:lpstr>
      <vt:lpstr>Hash-Based MAC –  Motivations &amp; Design</vt:lpstr>
      <vt:lpstr>Hash-Based MAC –  Motivations &amp; Design</vt:lpstr>
      <vt:lpstr>Hash-Based MAC –  Motivations &amp; Design</vt:lpstr>
      <vt:lpstr>Hash-Based MAC –  Security</vt:lpstr>
      <vt:lpstr>DESIGN OF PRACTICAL MAC   MACs Based on  BLOCK CIPHERS  </vt:lpstr>
      <vt:lpstr>MAC Based on Block Ciphers –  Data Authentication Algorithm (DAA)</vt:lpstr>
      <vt:lpstr>PowerPoint Presentation</vt:lpstr>
      <vt:lpstr>MAC Based on Block Ciphers –  Cipher-Based MAC (CMAC)</vt:lpstr>
      <vt:lpstr>MAC Based on Block Ciphers –  Cipher-Based MAC (CMAC)</vt:lpstr>
      <vt:lpstr>Message Authentication Code  OTHER  PRACTICAL MACs  </vt:lpstr>
      <vt:lpstr>Other Practical MACs</vt:lpstr>
      <vt:lpstr>Main References for Chapter 11</vt:lpstr>
      <vt:lpstr>~ THE END  ~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MESSAGE  AUTHENTICATION CODE</dc:title>
  <dc:creator>Tea Boon Chian</dc:creator>
  <cp:lastModifiedBy>Tea Boon Chian</cp:lastModifiedBy>
  <cp:revision>1</cp:revision>
  <dcterms:created xsi:type="dcterms:W3CDTF">2023-12-26T05:11:31Z</dcterms:created>
  <dcterms:modified xsi:type="dcterms:W3CDTF">2024-06-14T18:05:20Z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0x0101009FA374375A648B43BE2F504427ACA368</vt:lpwstr>
  </property>
</Properties>
</file>