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  <p:sldId id="257" r:id="rId3"/>
    <p:sldId id="258" r:id="rId4"/>
    <p:sldId id="312" r:id="rId5"/>
    <p:sldId id="283" r:id="rId6"/>
    <p:sldId id="284" r:id="rId7"/>
    <p:sldId id="313" r:id="rId8"/>
    <p:sldId id="285" r:id="rId9"/>
    <p:sldId id="314" r:id="rId10"/>
    <p:sldId id="286" r:id="rId11"/>
    <p:sldId id="287" r:id="rId12"/>
    <p:sldId id="288" r:id="rId13"/>
    <p:sldId id="289" r:id="rId14"/>
    <p:sldId id="290" r:id="rId15"/>
    <p:sldId id="291" r:id="rId16"/>
    <p:sldId id="315" r:id="rId17"/>
    <p:sldId id="292" r:id="rId18"/>
    <p:sldId id="293" r:id="rId19"/>
    <p:sldId id="294" r:id="rId20"/>
    <p:sldId id="295" r:id="rId21"/>
    <p:sldId id="296" r:id="rId22"/>
    <p:sldId id="300" r:id="rId23"/>
    <p:sldId id="310" r:id="rId24"/>
    <p:sldId id="305" r:id="rId25"/>
    <p:sldId id="306" r:id="rId26"/>
    <p:sldId id="307" r:id="rId27"/>
    <p:sldId id="311" r:id="rId28"/>
    <p:sldId id="308" r:id="rId29"/>
    <p:sldId id="281" r:id="rId30"/>
    <p:sldId id="282" r:id="rId31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A0B82E-5DF8-4296-B087-32C1AB4A8F90}" v="1" dt="2024-06-18T05:05:34.9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ustomXml" Target="../customXml/item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38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40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a Boon Chian" userId="ab84e6a5-2079-4f96-af03-c8dde00dcc75" providerId="ADAL" clId="{35F3858F-EB02-4400-8944-F9B58D170E82}"/>
    <pc:docChg chg="undo redo custSel addSld delSld modSld">
      <pc:chgData name="Tea Boon Chian" userId="ab84e6a5-2079-4f96-af03-c8dde00dcc75" providerId="ADAL" clId="{35F3858F-EB02-4400-8944-F9B58D170E82}" dt="2024-01-29T03:30:35.946" v="9187" actId="20577"/>
      <pc:docMkLst>
        <pc:docMk/>
      </pc:docMkLst>
      <pc:sldChg chg="modSp mod">
        <pc:chgData name="Tea Boon Chian" userId="ab84e6a5-2079-4f96-af03-c8dde00dcc75" providerId="ADAL" clId="{35F3858F-EB02-4400-8944-F9B58D170E82}" dt="2023-12-27T12:21:33.841" v="9130" actId="20577"/>
        <pc:sldMkLst>
          <pc:docMk/>
          <pc:sldMk cId="1647515110" sldId="257"/>
        </pc:sldMkLst>
        <pc:spChg chg="mod">
          <ac:chgData name="Tea Boon Chian" userId="ab84e6a5-2079-4f96-af03-c8dde00dcc75" providerId="ADAL" clId="{35F3858F-EB02-4400-8944-F9B58D170E82}" dt="2023-12-27T12:21:33.841" v="9130" actId="20577"/>
          <ac:spMkLst>
            <pc:docMk/>
            <pc:sldMk cId="1647515110" sldId="257"/>
            <ac:spMk id="3" creationId="{C06B5554-ACD4-AC52-38CB-1D0478C1FBF8}"/>
          </ac:spMkLst>
        </pc:spChg>
      </pc:sldChg>
      <pc:sldChg chg="modSp mod">
        <pc:chgData name="Tea Boon Chian" userId="ab84e6a5-2079-4f96-af03-c8dde00dcc75" providerId="ADAL" clId="{35F3858F-EB02-4400-8944-F9B58D170E82}" dt="2023-12-27T12:19:47.407" v="9127" actId="255"/>
        <pc:sldMkLst>
          <pc:docMk/>
          <pc:sldMk cId="1364996610" sldId="258"/>
        </pc:sldMkLst>
        <pc:spChg chg="mod">
          <ac:chgData name="Tea Boon Chian" userId="ab84e6a5-2079-4f96-af03-c8dde00dcc75" providerId="ADAL" clId="{35F3858F-EB02-4400-8944-F9B58D170E82}" dt="2023-12-27T12:19:47.407" v="9127" actId="255"/>
          <ac:spMkLst>
            <pc:docMk/>
            <pc:sldMk cId="1364996610" sldId="258"/>
            <ac:spMk id="3" creationId="{C06B5554-ACD4-AC52-38CB-1D0478C1FBF8}"/>
          </ac:spMkLst>
        </pc:spChg>
      </pc:sldChg>
      <pc:sldChg chg="modSp mod">
        <pc:chgData name="Tea Boon Chian" userId="ab84e6a5-2079-4f96-af03-c8dde00dcc75" providerId="ADAL" clId="{35F3858F-EB02-4400-8944-F9B58D170E82}" dt="2023-12-26T07:08:10.837" v="1903" actId="20577"/>
        <pc:sldMkLst>
          <pc:docMk/>
          <pc:sldMk cId="2648296863" sldId="281"/>
        </pc:sldMkLst>
        <pc:spChg chg="mod">
          <ac:chgData name="Tea Boon Chian" userId="ab84e6a5-2079-4f96-af03-c8dde00dcc75" providerId="ADAL" clId="{35F3858F-EB02-4400-8944-F9B58D170E82}" dt="2023-12-26T07:08:10.837" v="1903" actId="20577"/>
          <ac:spMkLst>
            <pc:docMk/>
            <pc:sldMk cId="2648296863" sldId="281"/>
            <ac:spMk id="3" creationId="{C06B5554-ACD4-AC52-38CB-1D0478C1FBF8}"/>
          </ac:spMkLst>
        </pc:spChg>
      </pc:sldChg>
      <pc:sldChg chg="modSp mod">
        <pc:chgData name="Tea Boon Chian" userId="ab84e6a5-2079-4f96-af03-c8dde00dcc75" providerId="ADAL" clId="{35F3858F-EB02-4400-8944-F9B58D170E82}" dt="2023-12-26T07:17:14.516" v="3021" actId="207"/>
        <pc:sldMkLst>
          <pc:docMk/>
          <pc:sldMk cId="1492613245" sldId="283"/>
        </pc:sldMkLst>
        <pc:spChg chg="mod">
          <ac:chgData name="Tea Boon Chian" userId="ab84e6a5-2079-4f96-af03-c8dde00dcc75" providerId="ADAL" clId="{35F3858F-EB02-4400-8944-F9B58D170E82}" dt="2023-12-26T07:09:12.706" v="1996" actId="207"/>
          <ac:spMkLst>
            <pc:docMk/>
            <pc:sldMk cId="1492613245" sldId="283"/>
            <ac:spMk id="2" creationId="{7A5DA575-F97E-11E5-2596-D7EA9F22410A}"/>
          </ac:spMkLst>
        </pc:spChg>
        <pc:spChg chg="mod">
          <ac:chgData name="Tea Boon Chian" userId="ab84e6a5-2079-4f96-af03-c8dde00dcc75" providerId="ADAL" clId="{35F3858F-EB02-4400-8944-F9B58D170E82}" dt="2023-12-26T07:17:14.516" v="3021" actId="207"/>
          <ac:spMkLst>
            <pc:docMk/>
            <pc:sldMk cId="1492613245" sldId="283"/>
            <ac:spMk id="3" creationId="{C06B5554-ACD4-AC52-38CB-1D0478C1FBF8}"/>
          </ac:spMkLst>
        </pc:spChg>
      </pc:sldChg>
      <pc:sldChg chg="addSp modSp mod">
        <pc:chgData name="Tea Boon Chian" userId="ab84e6a5-2079-4f96-af03-c8dde00dcc75" providerId="ADAL" clId="{35F3858F-EB02-4400-8944-F9B58D170E82}" dt="2023-12-26T07:32:06.728" v="3713" actId="123"/>
        <pc:sldMkLst>
          <pc:docMk/>
          <pc:sldMk cId="1016449683" sldId="284"/>
        </pc:sldMkLst>
        <pc:spChg chg="mod">
          <ac:chgData name="Tea Boon Chian" userId="ab84e6a5-2079-4f96-af03-c8dde00dcc75" providerId="ADAL" clId="{35F3858F-EB02-4400-8944-F9B58D170E82}" dt="2023-12-26T07:24:54.887" v="3023"/>
          <ac:spMkLst>
            <pc:docMk/>
            <pc:sldMk cId="1016449683" sldId="284"/>
            <ac:spMk id="2" creationId="{7A5DA575-F97E-11E5-2596-D7EA9F22410A}"/>
          </ac:spMkLst>
        </pc:spChg>
        <pc:spChg chg="mod">
          <ac:chgData name="Tea Boon Chian" userId="ab84e6a5-2079-4f96-af03-c8dde00dcc75" providerId="ADAL" clId="{35F3858F-EB02-4400-8944-F9B58D170E82}" dt="2023-12-26T07:25:43.947" v="3121" actId="20577"/>
          <ac:spMkLst>
            <pc:docMk/>
            <pc:sldMk cId="1016449683" sldId="284"/>
            <ac:spMk id="3" creationId="{C06B5554-ACD4-AC52-38CB-1D0478C1FBF8}"/>
          </ac:spMkLst>
        </pc:spChg>
        <pc:graphicFrameChg chg="add mod modGraphic">
          <ac:chgData name="Tea Boon Chian" userId="ab84e6a5-2079-4f96-af03-c8dde00dcc75" providerId="ADAL" clId="{35F3858F-EB02-4400-8944-F9B58D170E82}" dt="2023-12-26T07:32:06.728" v="3713" actId="123"/>
          <ac:graphicFrameMkLst>
            <pc:docMk/>
            <pc:sldMk cId="1016449683" sldId="284"/>
            <ac:graphicFrameMk id="4" creationId="{7075B41C-EF11-703A-1DC3-D8373CE5094A}"/>
          </ac:graphicFrameMkLst>
        </pc:graphicFrameChg>
      </pc:sldChg>
      <pc:sldChg chg="modSp mod">
        <pc:chgData name="Tea Boon Chian" userId="ab84e6a5-2079-4f96-af03-c8dde00dcc75" providerId="ADAL" clId="{35F3858F-EB02-4400-8944-F9B58D170E82}" dt="2023-12-26T07:45:58.934" v="4314" actId="20577"/>
        <pc:sldMkLst>
          <pc:docMk/>
          <pc:sldMk cId="3530793436" sldId="285"/>
        </pc:sldMkLst>
        <pc:spChg chg="mod">
          <ac:chgData name="Tea Boon Chian" userId="ab84e6a5-2079-4f96-af03-c8dde00dcc75" providerId="ADAL" clId="{35F3858F-EB02-4400-8944-F9B58D170E82}" dt="2023-12-26T07:40:09.289" v="3761" actId="207"/>
          <ac:spMkLst>
            <pc:docMk/>
            <pc:sldMk cId="3530793436" sldId="285"/>
            <ac:spMk id="2" creationId="{7A5DA575-F97E-11E5-2596-D7EA9F22410A}"/>
          </ac:spMkLst>
        </pc:spChg>
        <pc:spChg chg="mod">
          <ac:chgData name="Tea Boon Chian" userId="ab84e6a5-2079-4f96-af03-c8dde00dcc75" providerId="ADAL" clId="{35F3858F-EB02-4400-8944-F9B58D170E82}" dt="2023-12-26T07:45:58.934" v="4314" actId="20577"/>
          <ac:spMkLst>
            <pc:docMk/>
            <pc:sldMk cId="3530793436" sldId="285"/>
            <ac:spMk id="3" creationId="{C06B5554-ACD4-AC52-38CB-1D0478C1FBF8}"/>
          </ac:spMkLst>
        </pc:spChg>
      </pc:sldChg>
      <pc:sldChg chg="addSp delSp modSp mod">
        <pc:chgData name="Tea Boon Chian" userId="ab84e6a5-2079-4f96-af03-c8dde00dcc75" providerId="ADAL" clId="{35F3858F-EB02-4400-8944-F9B58D170E82}" dt="2023-12-26T08:29:33.764" v="5782" actId="207"/>
        <pc:sldMkLst>
          <pc:docMk/>
          <pc:sldMk cId="1309944283" sldId="286"/>
        </pc:sldMkLst>
        <pc:spChg chg="mod">
          <ac:chgData name="Tea Boon Chian" userId="ab84e6a5-2079-4f96-af03-c8dde00dcc75" providerId="ADAL" clId="{35F3858F-EB02-4400-8944-F9B58D170E82}" dt="2023-12-26T07:52:20.283" v="4786" actId="207"/>
          <ac:spMkLst>
            <pc:docMk/>
            <pc:sldMk cId="1309944283" sldId="286"/>
            <ac:spMk id="2" creationId="{7A5DA575-F97E-11E5-2596-D7EA9F22410A}"/>
          </ac:spMkLst>
        </pc:spChg>
        <pc:spChg chg="mod">
          <ac:chgData name="Tea Boon Chian" userId="ab84e6a5-2079-4f96-af03-c8dde00dcc75" providerId="ADAL" clId="{35F3858F-EB02-4400-8944-F9B58D170E82}" dt="2023-12-26T08:29:33.764" v="5782" actId="207"/>
          <ac:spMkLst>
            <pc:docMk/>
            <pc:sldMk cId="1309944283" sldId="286"/>
            <ac:spMk id="3" creationId="{C06B5554-ACD4-AC52-38CB-1D0478C1FBF8}"/>
          </ac:spMkLst>
        </pc:spChg>
        <pc:picChg chg="add del mod">
          <ac:chgData name="Tea Boon Chian" userId="ab84e6a5-2079-4f96-af03-c8dde00dcc75" providerId="ADAL" clId="{35F3858F-EB02-4400-8944-F9B58D170E82}" dt="2023-12-26T07:49:20.138" v="4447" actId="21"/>
          <ac:picMkLst>
            <pc:docMk/>
            <pc:sldMk cId="1309944283" sldId="286"/>
            <ac:picMk id="4" creationId="{D574BA3B-5726-F967-4151-B0ED74E2C358}"/>
          </ac:picMkLst>
        </pc:picChg>
      </pc:sldChg>
      <pc:sldChg chg="addSp delSp modSp mod">
        <pc:chgData name="Tea Boon Chian" userId="ab84e6a5-2079-4f96-af03-c8dde00dcc75" providerId="ADAL" clId="{35F3858F-EB02-4400-8944-F9B58D170E82}" dt="2023-12-26T08:06:00.291" v="5253" actId="21"/>
        <pc:sldMkLst>
          <pc:docMk/>
          <pc:sldMk cId="545951394" sldId="287"/>
        </pc:sldMkLst>
        <pc:spChg chg="del">
          <ac:chgData name="Tea Boon Chian" userId="ab84e6a5-2079-4f96-af03-c8dde00dcc75" providerId="ADAL" clId="{35F3858F-EB02-4400-8944-F9B58D170E82}" dt="2023-12-26T07:49:17.092" v="4445" actId="478"/>
          <ac:spMkLst>
            <pc:docMk/>
            <pc:sldMk cId="545951394" sldId="287"/>
            <ac:spMk id="2" creationId="{7A5DA575-F97E-11E5-2596-D7EA9F22410A}"/>
          </ac:spMkLst>
        </pc:spChg>
        <pc:spChg chg="del">
          <ac:chgData name="Tea Boon Chian" userId="ab84e6a5-2079-4f96-af03-c8dde00dcc75" providerId="ADAL" clId="{35F3858F-EB02-4400-8944-F9B58D170E82}" dt="2023-12-26T07:49:18.297" v="4446" actId="478"/>
          <ac:spMkLst>
            <pc:docMk/>
            <pc:sldMk cId="545951394" sldId="287"/>
            <ac:spMk id="3" creationId="{C06B5554-ACD4-AC52-38CB-1D0478C1FBF8}"/>
          </ac:spMkLst>
        </pc:spChg>
        <pc:spChg chg="add mod">
          <ac:chgData name="Tea Boon Chian" userId="ab84e6a5-2079-4f96-af03-c8dde00dcc75" providerId="ADAL" clId="{35F3858F-EB02-4400-8944-F9B58D170E82}" dt="2023-12-26T07:52:29.933" v="4789"/>
          <ac:spMkLst>
            <pc:docMk/>
            <pc:sldMk cId="545951394" sldId="287"/>
            <ac:spMk id="5" creationId="{BA769EC0-6D21-467C-8F34-93924EBD0BA8}"/>
          </ac:spMkLst>
        </pc:spChg>
        <pc:picChg chg="add mod">
          <ac:chgData name="Tea Boon Chian" userId="ab84e6a5-2079-4f96-af03-c8dde00dcc75" providerId="ADAL" clId="{35F3858F-EB02-4400-8944-F9B58D170E82}" dt="2023-12-26T07:52:34.981" v="4811" actId="1036"/>
          <ac:picMkLst>
            <pc:docMk/>
            <pc:sldMk cId="545951394" sldId="287"/>
            <ac:picMk id="4" creationId="{F8D5C2F1-AAB7-2848-ECBC-B641E38A8D75}"/>
          </ac:picMkLst>
        </pc:picChg>
        <pc:picChg chg="add del mod">
          <ac:chgData name="Tea Boon Chian" userId="ab84e6a5-2079-4f96-af03-c8dde00dcc75" providerId="ADAL" clId="{35F3858F-EB02-4400-8944-F9B58D170E82}" dt="2023-12-26T08:06:00.291" v="5253" actId="21"/>
          <ac:picMkLst>
            <pc:docMk/>
            <pc:sldMk cId="545951394" sldId="287"/>
            <ac:picMk id="6" creationId="{F197ED2E-42A8-102F-0BA6-62B391290EDC}"/>
          </ac:picMkLst>
        </pc:picChg>
      </pc:sldChg>
      <pc:sldChg chg="modSp mod">
        <pc:chgData name="Tea Boon Chian" userId="ab84e6a5-2079-4f96-af03-c8dde00dcc75" providerId="ADAL" clId="{35F3858F-EB02-4400-8944-F9B58D170E82}" dt="2023-12-26T08:31:42.072" v="5923" actId="20577"/>
        <pc:sldMkLst>
          <pc:docMk/>
          <pc:sldMk cId="3959966108" sldId="288"/>
        </pc:sldMkLst>
        <pc:spChg chg="mod">
          <ac:chgData name="Tea Boon Chian" userId="ab84e6a5-2079-4f96-af03-c8dde00dcc75" providerId="ADAL" clId="{35F3858F-EB02-4400-8944-F9B58D170E82}" dt="2023-12-26T07:52:41.507" v="4822" actId="20577"/>
          <ac:spMkLst>
            <pc:docMk/>
            <pc:sldMk cId="3959966108" sldId="288"/>
            <ac:spMk id="2" creationId="{7A5DA575-F97E-11E5-2596-D7EA9F22410A}"/>
          </ac:spMkLst>
        </pc:spChg>
        <pc:spChg chg="mod">
          <ac:chgData name="Tea Boon Chian" userId="ab84e6a5-2079-4f96-af03-c8dde00dcc75" providerId="ADAL" clId="{35F3858F-EB02-4400-8944-F9B58D170E82}" dt="2023-12-26T08:31:42.072" v="5923" actId="20577"/>
          <ac:spMkLst>
            <pc:docMk/>
            <pc:sldMk cId="3959966108" sldId="288"/>
            <ac:spMk id="3" creationId="{C06B5554-ACD4-AC52-38CB-1D0478C1FBF8}"/>
          </ac:spMkLst>
        </pc:spChg>
      </pc:sldChg>
      <pc:sldChg chg="addSp delSp modSp mod">
        <pc:chgData name="Tea Boon Chian" userId="ab84e6a5-2079-4f96-af03-c8dde00dcc75" providerId="ADAL" clId="{35F3858F-EB02-4400-8944-F9B58D170E82}" dt="2023-12-26T08:06:04.703" v="5255" actId="1076"/>
        <pc:sldMkLst>
          <pc:docMk/>
          <pc:sldMk cId="407247036" sldId="289"/>
        </pc:sldMkLst>
        <pc:spChg chg="mod">
          <ac:chgData name="Tea Boon Chian" userId="ab84e6a5-2079-4f96-af03-c8dde00dcc75" providerId="ADAL" clId="{35F3858F-EB02-4400-8944-F9B58D170E82}" dt="2023-12-26T08:05:32.924" v="5245"/>
          <ac:spMkLst>
            <pc:docMk/>
            <pc:sldMk cId="407247036" sldId="289"/>
            <ac:spMk id="2" creationId="{7A5DA575-F97E-11E5-2596-D7EA9F22410A}"/>
          </ac:spMkLst>
        </pc:spChg>
        <pc:spChg chg="del">
          <ac:chgData name="Tea Boon Chian" userId="ab84e6a5-2079-4f96-af03-c8dde00dcc75" providerId="ADAL" clId="{35F3858F-EB02-4400-8944-F9B58D170E82}" dt="2023-12-26T08:05:49.070" v="5246" actId="478"/>
          <ac:spMkLst>
            <pc:docMk/>
            <pc:sldMk cId="407247036" sldId="289"/>
            <ac:spMk id="3" creationId="{C06B5554-ACD4-AC52-38CB-1D0478C1FBF8}"/>
          </ac:spMkLst>
        </pc:spChg>
        <pc:picChg chg="add del mod">
          <ac:chgData name="Tea Boon Chian" userId="ab84e6a5-2079-4f96-af03-c8dde00dcc75" providerId="ADAL" clId="{35F3858F-EB02-4400-8944-F9B58D170E82}" dt="2023-12-26T08:05:52.502" v="5249" actId="21"/>
          <ac:picMkLst>
            <pc:docMk/>
            <pc:sldMk cId="407247036" sldId="289"/>
            <ac:picMk id="4" creationId="{10F9F7E6-1D84-E7B4-5746-1DD5F0B6FA75}"/>
          </ac:picMkLst>
        </pc:picChg>
        <pc:picChg chg="add mod">
          <ac:chgData name="Tea Boon Chian" userId="ab84e6a5-2079-4f96-af03-c8dde00dcc75" providerId="ADAL" clId="{35F3858F-EB02-4400-8944-F9B58D170E82}" dt="2023-12-26T08:06:04.703" v="5255" actId="1076"/>
          <ac:picMkLst>
            <pc:docMk/>
            <pc:sldMk cId="407247036" sldId="289"/>
            <ac:picMk id="5" creationId="{510D3FF3-BF8D-EA78-5472-B2F493FDDB0E}"/>
          </ac:picMkLst>
        </pc:picChg>
      </pc:sldChg>
      <pc:sldChg chg="modSp mod">
        <pc:chgData name="Tea Boon Chian" userId="ab84e6a5-2079-4f96-af03-c8dde00dcc75" providerId="ADAL" clId="{35F3858F-EB02-4400-8944-F9B58D170E82}" dt="2023-12-26T08:31:59.146" v="5926" actId="113"/>
        <pc:sldMkLst>
          <pc:docMk/>
          <pc:sldMk cId="2701769612" sldId="290"/>
        </pc:sldMkLst>
        <pc:spChg chg="mod">
          <ac:chgData name="Tea Boon Chian" userId="ab84e6a5-2079-4f96-af03-c8dde00dcc75" providerId="ADAL" clId="{35F3858F-EB02-4400-8944-F9B58D170E82}" dt="2023-12-26T08:06:17.108" v="5268" actId="20577"/>
          <ac:spMkLst>
            <pc:docMk/>
            <pc:sldMk cId="2701769612" sldId="290"/>
            <ac:spMk id="2" creationId="{7A5DA575-F97E-11E5-2596-D7EA9F22410A}"/>
          </ac:spMkLst>
        </pc:spChg>
        <pc:spChg chg="mod">
          <ac:chgData name="Tea Boon Chian" userId="ab84e6a5-2079-4f96-af03-c8dde00dcc75" providerId="ADAL" clId="{35F3858F-EB02-4400-8944-F9B58D170E82}" dt="2023-12-26T08:31:59.146" v="5926" actId="113"/>
          <ac:spMkLst>
            <pc:docMk/>
            <pc:sldMk cId="2701769612" sldId="290"/>
            <ac:spMk id="3" creationId="{C06B5554-ACD4-AC52-38CB-1D0478C1FBF8}"/>
          </ac:spMkLst>
        </pc:spChg>
      </pc:sldChg>
      <pc:sldChg chg="addSp delSp modSp mod">
        <pc:chgData name="Tea Boon Chian" userId="ab84e6a5-2079-4f96-af03-c8dde00dcc75" providerId="ADAL" clId="{35F3858F-EB02-4400-8944-F9B58D170E82}" dt="2023-12-26T08:32:45.117" v="5939" actId="1076"/>
        <pc:sldMkLst>
          <pc:docMk/>
          <pc:sldMk cId="873456572" sldId="291"/>
        </pc:sldMkLst>
        <pc:spChg chg="mod">
          <ac:chgData name="Tea Boon Chian" userId="ab84e6a5-2079-4f96-af03-c8dde00dcc75" providerId="ADAL" clId="{35F3858F-EB02-4400-8944-F9B58D170E82}" dt="2023-12-26T08:32:07.925" v="5928"/>
          <ac:spMkLst>
            <pc:docMk/>
            <pc:sldMk cId="873456572" sldId="291"/>
            <ac:spMk id="2" creationId="{7A5DA575-F97E-11E5-2596-D7EA9F22410A}"/>
          </ac:spMkLst>
        </pc:spChg>
        <pc:spChg chg="del">
          <ac:chgData name="Tea Boon Chian" userId="ab84e6a5-2079-4f96-af03-c8dde00dcc75" providerId="ADAL" clId="{35F3858F-EB02-4400-8944-F9B58D170E82}" dt="2023-12-26T08:32:25.121" v="5929" actId="478"/>
          <ac:spMkLst>
            <pc:docMk/>
            <pc:sldMk cId="873456572" sldId="291"/>
            <ac:spMk id="3" creationId="{C06B5554-ACD4-AC52-38CB-1D0478C1FBF8}"/>
          </ac:spMkLst>
        </pc:spChg>
        <pc:picChg chg="add mod">
          <ac:chgData name="Tea Boon Chian" userId="ab84e6a5-2079-4f96-af03-c8dde00dcc75" providerId="ADAL" clId="{35F3858F-EB02-4400-8944-F9B58D170E82}" dt="2023-12-26T08:32:45.117" v="5939" actId="1076"/>
          <ac:picMkLst>
            <pc:docMk/>
            <pc:sldMk cId="873456572" sldId="291"/>
            <ac:picMk id="4" creationId="{3EF40BCC-F93B-CA1C-89C4-AA9FBFE054DB}"/>
          </ac:picMkLst>
        </pc:picChg>
      </pc:sldChg>
      <pc:sldChg chg="modSp mod">
        <pc:chgData name="Tea Boon Chian" userId="ab84e6a5-2079-4f96-af03-c8dde00dcc75" providerId="ADAL" clId="{35F3858F-EB02-4400-8944-F9B58D170E82}" dt="2023-12-26T08:37:06.111" v="6428" actId="20577"/>
        <pc:sldMkLst>
          <pc:docMk/>
          <pc:sldMk cId="1034148527" sldId="292"/>
        </pc:sldMkLst>
        <pc:spChg chg="mod">
          <ac:chgData name="Tea Boon Chian" userId="ab84e6a5-2079-4f96-af03-c8dde00dcc75" providerId="ADAL" clId="{35F3858F-EB02-4400-8944-F9B58D170E82}" dt="2023-12-26T08:33:59.981" v="6009" actId="207"/>
          <ac:spMkLst>
            <pc:docMk/>
            <pc:sldMk cId="1034148527" sldId="292"/>
            <ac:spMk id="2" creationId="{7A5DA575-F97E-11E5-2596-D7EA9F22410A}"/>
          </ac:spMkLst>
        </pc:spChg>
        <pc:spChg chg="mod">
          <ac:chgData name="Tea Boon Chian" userId="ab84e6a5-2079-4f96-af03-c8dde00dcc75" providerId="ADAL" clId="{35F3858F-EB02-4400-8944-F9B58D170E82}" dt="2023-12-26T08:37:06.111" v="6428" actId="20577"/>
          <ac:spMkLst>
            <pc:docMk/>
            <pc:sldMk cId="1034148527" sldId="292"/>
            <ac:spMk id="3" creationId="{C06B5554-ACD4-AC52-38CB-1D0478C1FBF8}"/>
          </ac:spMkLst>
        </pc:spChg>
      </pc:sldChg>
      <pc:sldChg chg="modSp mod">
        <pc:chgData name="Tea Boon Chian" userId="ab84e6a5-2079-4f96-af03-c8dde00dcc75" providerId="ADAL" clId="{35F3858F-EB02-4400-8944-F9B58D170E82}" dt="2023-12-26T08:41:32.088" v="7043" actId="207"/>
        <pc:sldMkLst>
          <pc:docMk/>
          <pc:sldMk cId="902759719" sldId="293"/>
        </pc:sldMkLst>
        <pc:spChg chg="mod">
          <ac:chgData name="Tea Boon Chian" userId="ab84e6a5-2079-4f96-af03-c8dde00dcc75" providerId="ADAL" clId="{35F3858F-EB02-4400-8944-F9B58D170E82}" dt="2023-12-26T08:37:18.639" v="6443" actId="20577"/>
          <ac:spMkLst>
            <pc:docMk/>
            <pc:sldMk cId="902759719" sldId="293"/>
            <ac:spMk id="2" creationId="{7A5DA575-F97E-11E5-2596-D7EA9F22410A}"/>
          </ac:spMkLst>
        </pc:spChg>
        <pc:spChg chg="mod">
          <ac:chgData name="Tea Boon Chian" userId="ab84e6a5-2079-4f96-af03-c8dde00dcc75" providerId="ADAL" clId="{35F3858F-EB02-4400-8944-F9B58D170E82}" dt="2023-12-26T08:41:32.088" v="7043" actId="207"/>
          <ac:spMkLst>
            <pc:docMk/>
            <pc:sldMk cId="902759719" sldId="293"/>
            <ac:spMk id="3" creationId="{C06B5554-ACD4-AC52-38CB-1D0478C1FBF8}"/>
          </ac:spMkLst>
        </pc:spChg>
      </pc:sldChg>
      <pc:sldChg chg="addSp delSp modSp mod">
        <pc:chgData name="Tea Boon Chian" userId="ab84e6a5-2079-4f96-af03-c8dde00dcc75" providerId="ADAL" clId="{35F3858F-EB02-4400-8944-F9B58D170E82}" dt="2023-12-26T08:54:00.269" v="7886" actId="207"/>
        <pc:sldMkLst>
          <pc:docMk/>
          <pc:sldMk cId="1824512107" sldId="294"/>
        </pc:sldMkLst>
        <pc:spChg chg="mod">
          <ac:chgData name="Tea Boon Chian" userId="ab84e6a5-2079-4f96-af03-c8dde00dcc75" providerId="ADAL" clId="{35F3858F-EB02-4400-8944-F9B58D170E82}" dt="2023-12-26T08:41:59.691" v="7056" actId="20577"/>
          <ac:spMkLst>
            <pc:docMk/>
            <pc:sldMk cId="1824512107" sldId="294"/>
            <ac:spMk id="2" creationId="{7A5DA575-F97E-11E5-2596-D7EA9F22410A}"/>
          </ac:spMkLst>
        </pc:spChg>
        <pc:spChg chg="mod">
          <ac:chgData name="Tea Boon Chian" userId="ab84e6a5-2079-4f96-af03-c8dde00dcc75" providerId="ADAL" clId="{35F3858F-EB02-4400-8944-F9B58D170E82}" dt="2023-12-26T08:54:00.269" v="7886" actId="207"/>
          <ac:spMkLst>
            <pc:docMk/>
            <pc:sldMk cId="1824512107" sldId="294"/>
            <ac:spMk id="3" creationId="{C06B5554-ACD4-AC52-38CB-1D0478C1FBF8}"/>
          </ac:spMkLst>
        </pc:spChg>
        <pc:graphicFrameChg chg="add del modGraphic">
          <ac:chgData name="Tea Boon Chian" userId="ab84e6a5-2079-4f96-af03-c8dde00dcc75" providerId="ADAL" clId="{35F3858F-EB02-4400-8944-F9B58D170E82}" dt="2023-12-26T08:49:34.796" v="7796" actId="3680"/>
          <ac:graphicFrameMkLst>
            <pc:docMk/>
            <pc:sldMk cId="1824512107" sldId="294"/>
            <ac:graphicFrameMk id="4" creationId="{36E4C3ED-785A-CC3C-446A-870C6C2F7B46}"/>
          </ac:graphicFrameMkLst>
        </pc:graphicFrameChg>
        <pc:graphicFrameChg chg="add mod modGraphic">
          <ac:chgData name="Tea Boon Chian" userId="ab84e6a5-2079-4f96-af03-c8dde00dcc75" providerId="ADAL" clId="{35F3858F-EB02-4400-8944-F9B58D170E82}" dt="2023-12-26T08:52:03.932" v="7859" actId="1076"/>
          <ac:graphicFrameMkLst>
            <pc:docMk/>
            <pc:sldMk cId="1824512107" sldId="294"/>
            <ac:graphicFrameMk id="5" creationId="{71F9B3B2-36F4-68C5-AEA2-73BB086E200A}"/>
          </ac:graphicFrameMkLst>
        </pc:graphicFrameChg>
      </pc:sldChg>
      <pc:sldChg chg="addSp delSp modSp mod">
        <pc:chgData name="Tea Boon Chian" userId="ab84e6a5-2079-4f96-af03-c8dde00dcc75" providerId="ADAL" clId="{35F3858F-EB02-4400-8944-F9B58D170E82}" dt="2023-12-26T08:53:00.651" v="7877" actId="1076"/>
        <pc:sldMkLst>
          <pc:docMk/>
          <pc:sldMk cId="1560514843" sldId="295"/>
        </pc:sldMkLst>
        <pc:spChg chg="mod">
          <ac:chgData name="Tea Boon Chian" userId="ab84e6a5-2079-4f96-af03-c8dde00dcc75" providerId="ADAL" clId="{35F3858F-EB02-4400-8944-F9B58D170E82}" dt="2023-12-26T08:52:10.375" v="7861"/>
          <ac:spMkLst>
            <pc:docMk/>
            <pc:sldMk cId="1560514843" sldId="295"/>
            <ac:spMk id="2" creationId="{7A5DA575-F97E-11E5-2596-D7EA9F22410A}"/>
          </ac:spMkLst>
        </pc:spChg>
        <pc:spChg chg="del">
          <ac:chgData name="Tea Boon Chian" userId="ab84e6a5-2079-4f96-af03-c8dde00dcc75" providerId="ADAL" clId="{35F3858F-EB02-4400-8944-F9B58D170E82}" dt="2023-12-26T08:52:18.541" v="7862" actId="478"/>
          <ac:spMkLst>
            <pc:docMk/>
            <pc:sldMk cId="1560514843" sldId="295"/>
            <ac:spMk id="3" creationId="{C06B5554-ACD4-AC52-38CB-1D0478C1FBF8}"/>
          </ac:spMkLst>
        </pc:spChg>
        <pc:picChg chg="add mod">
          <ac:chgData name="Tea Boon Chian" userId="ab84e6a5-2079-4f96-af03-c8dde00dcc75" providerId="ADAL" clId="{35F3858F-EB02-4400-8944-F9B58D170E82}" dt="2023-12-26T08:53:00.651" v="7877" actId="1076"/>
          <ac:picMkLst>
            <pc:docMk/>
            <pc:sldMk cId="1560514843" sldId="295"/>
            <ac:picMk id="4" creationId="{7FF8AC16-52D0-45C5-453B-3B6C3A336DB8}"/>
          </ac:picMkLst>
        </pc:picChg>
      </pc:sldChg>
      <pc:sldChg chg="addSp delSp modSp mod">
        <pc:chgData name="Tea Boon Chian" userId="ab84e6a5-2079-4f96-af03-c8dde00dcc75" providerId="ADAL" clId="{35F3858F-EB02-4400-8944-F9B58D170E82}" dt="2024-01-29T03:28:22.600" v="9185" actId="207"/>
        <pc:sldMkLst>
          <pc:docMk/>
          <pc:sldMk cId="2788951977" sldId="296"/>
        </pc:sldMkLst>
        <pc:spChg chg="mod">
          <ac:chgData name="Tea Boon Chian" userId="ab84e6a5-2079-4f96-af03-c8dde00dcc75" providerId="ADAL" clId="{35F3858F-EB02-4400-8944-F9B58D170E82}" dt="2023-12-26T08:53:11.955" v="7879"/>
          <ac:spMkLst>
            <pc:docMk/>
            <pc:sldMk cId="2788951977" sldId="296"/>
            <ac:spMk id="2" creationId="{7A5DA575-F97E-11E5-2596-D7EA9F22410A}"/>
          </ac:spMkLst>
        </pc:spChg>
        <pc:spChg chg="mod">
          <ac:chgData name="Tea Boon Chian" userId="ab84e6a5-2079-4f96-af03-c8dde00dcc75" providerId="ADAL" clId="{35F3858F-EB02-4400-8944-F9B58D170E82}" dt="2024-01-29T03:28:22.600" v="9185" actId="207"/>
          <ac:spMkLst>
            <pc:docMk/>
            <pc:sldMk cId="2788951977" sldId="296"/>
            <ac:spMk id="3" creationId="{C06B5554-ACD4-AC52-38CB-1D0478C1FBF8}"/>
          </ac:spMkLst>
        </pc:spChg>
        <pc:picChg chg="add del">
          <ac:chgData name="Tea Boon Chian" userId="ab84e6a5-2079-4f96-af03-c8dde00dcc75" providerId="ADAL" clId="{35F3858F-EB02-4400-8944-F9B58D170E82}" dt="2023-12-26T09:03:23.713" v="8792"/>
          <ac:picMkLst>
            <pc:docMk/>
            <pc:sldMk cId="2788951977" sldId="296"/>
            <ac:picMk id="4" creationId="{80346667-8957-8466-931C-C6C057AACE69}"/>
          </ac:picMkLst>
        </pc:picChg>
        <pc:picChg chg="add del">
          <ac:chgData name="Tea Boon Chian" userId="ab84e6a5-2079-4f96-af03-c8dde00dcc75" providerId="ADAL" clId="{35F3858F-EB02-4400-8944-F9B58D170E82}" dt="2023-12-26T09:03:25.832" v="8794"/>
          <ac:picMkLst>
            <pc:docMk/>
            <pc:sldMk cId="2788951977" sldId="296"/>
            <ac:picMk id="5" creationId="{D5F383AC-4A8D-803E-24A8-F1CAD8C62641}"/>
          </ac:picMkLst>
        </pc:picChg>
      </pc:sldChg>
      <pc:sldChg chg="del">
        <pc:chgData name="Tea Boon Chian" userId="ab84e6a5-2079-4f96-af03-c8dde00dcc75" providerId="ADAL" clId="{35F3858F-EB02-4400-8944-F9B58D170E82}" dt="2023-12-26T09:04:11.688" v="8869" actId="47"/>
        <pc:sldMkLst>
          <pc:docMk/>
          <pc:sldMk cId="12712126" sldId="297"/>
        </pc:sldMkLst>
      </pc:sldChg>
      <pc:sldChg chg="del">
        <pc:chgData name="Tea Boon Chian" userId="ab84e6a5-2079-4f96-af03-c8dde00dcc75" providerId="ADAL" clId="{35F3858F-EB02-4400-8944-F9B58D170E82}" dt="2023-12-26T09:04:12.016" v="8870" actId="47"/>
        <pc:sldMkLst>
          <pc:docMk/>
          <pc:sldMk cId="1555642710" sldId="298"/>
        </pc:sldMkLst>
      </pc:sldChg>
      <pc:sldChg chg="del">
        <pc:chgData name="Tea Boon Chian" userId="ab84e6a5-2079-4f96-af03-c8dde00dcc75" providerId="ADAL" clId="{35F3858F-EB02-4400-8944-F9B58D170E82}" dt="2023-12-26T09:04:12.484" v="8871" actId="47"/>
        <pc:sldMkLst>
          <pc:docMk/>
          <pc:sldMk cId="1499208798" sldId="299"/>
        </pc:sldMkLst>
      </pc:sldChg>
      <pc:sldChg chg="modSp mod">
        <pc:chgData name="Tea Boon Chian" userId="ab84e6a5-2079-4f96-af03-c8dde00dcc75" providerId="ADAL" clId="{35F3858F-EB02-4400-8944-F9B58D170E82}" dt="2024-01-29T03:30:35.946" v="9187" actId="20577"/>
        <pc:sldMkLst>
          <pc:docMk/>
          <pc:sldMk cId="2407736176" sldId="300"/>
        </pc:sldMkLst>
        <pc:spChg chg="mod">
          <ac:chgData name="Tea Boon Chian" userId="ab84e6a5-2079-4f96-af03-c8dde00dcc75" providerId="ADAL" clId="{35F3858F-EB02-4400-8944-F9B58D170E82}" dt="2023-12-26T09:04:22.461" v="8877"/>
          <ac:spMkLst>
            <pc:docMk/>
            <pc:sldMk cId="2407736176" sldId="300"/>
            <ac:spMk id="2" creationId="{7A5DA575-F97E-11E5-2596-D7EA9F22410A}"/>
          </ac:spMkLst>
        </pc:spChg>
        <pc:spChg chg="mod">
          <ac:chgData name="Tea Boon Chian" userId="ab84e6a5-2079-4f96-af03-c8dde00dcc75" providerId="ADAL" clId="{35F3858F-EB02-4400-8944-F9B58D170E82}" dt="2024-01-29T03:30:35.946" v="9187" actId="20577"/>
          <ac:spMkLst>
            <pc:docMk/>
            <pc:sldMk cId="2407736176" sldId="300"/>
            <ac:spMk id="3" creationId="{C06B5554-ACD4-AC52-38CB-1D0478C1FBF8}"/>
          </ac:spMkLst>
        </pc:spChg>
      </pc:sldChg>
      <pc:sldChg chg="del">
        <pc:chgData name="Tea Boon Chian" userId="ab84e6a5-2079-4f96-af03-c8dde00dcc75" providerId="ADAL" clId="{35F3858F-EB02-4400-8944-F9B58D170E82}" dt="2023-12-26T09:04:15.091" v="8872" actId="47"/>
        <pc:sldMkLst>
          <pc:docMk/>
          <pc:sldMk cId="3223357191" sldId="301"/>
        </pc:sldMkLst>
      </pc:sldChg>
      <pc:sldChg chg="del">
        <pc:chgData name="Tea Boon Chian" userId="ab84e6a5-2079-4f96-af03-c8dde00dcc75" providerId="ADAL" clId="{35F3858F-EB02-4400-8944-F9B58D170E82}" dt="2023-12-26T09:04:15.611" v="8873" actId="47"/>
        <pc:sldMkLst>
          <pc:docMk/>
          <pc:sldMk cId="3970102922" sldId="302"/>
        </pc:sldMkLst>
      </pc:sldChg>
      <pc:sldChg chg="del">
        <pc:chgData name="Tea Boon Chian" userId="ab84e6a5-2079-4f96-af03-c8dde00dcc75" providerId="ADAL" clId="{35F3858F-EB02-4400-8944-F9B58D170E82}" dt="2023-12-26T09:04:16.245" v="8874" actId="47"/>
        <pc:sldMkLst>
          <pc:docMk/>
          <pc:sldMk cId="2805792310" sldId="303"/>
        </pc:sldMkLst>
      </pc:sldChg>
      <pc:sldChg chg="del">
        <pc:chgData name="Tea Boon Chian" userId="ab84e6a5-2079-4f96-af03-c8dde00dcc75" providerId="ADAL" clId="{35F3858F-EB02-4400-8944-F9B58D170E82}" dt="2023-12-26T09:04:17.020" v="8875" actId="47"/>
        <pc:sldMkLst>
          <pc:docMk/>
          <pc:sldMk cId="3319743882" sldId="304"/>
        </pc:sldMkLst>
      </pc:sldChg>
      <pc:sldChg chg="addSp delSp modSp mod">
        <pc:chgData name="Tea Boon Chian" userId="ab84e6a5-2079-4f96-af03-c8dde00dcc75" providerId="ADAL" clId="{35F3858F-EB02-4400-8944-F9B58D170E82}" dt="2023-12-26T07:03:12.264" v="1414" actId="1076"/>
        <pc:sldMkLst>
          <pc:docMk/>
          <pc:sldMk cId="1919232754" sldId="305"/>
        </pc:sldMkLst>
        <pc:spChg chg="mod">
          <ac:chgData name="Tea Boon Chian" userId="ab84e6a5-2079-4f96-af03-c8dde00dcc75" providerId="ADAL" clId="{35F3858F-EB02-4400-8944-F9B58D170E82}" dt="2023-12-26T06:46:09.303" v="599" actId="207"/>
          <ac:spMkLst>
            <pc:docMk/>
            <pc:sldMk cId="1919232754" sldId="305"/>
            <ac:spMk id="2" creationId="{7A5DA575-F97E-11E5-2596-D7EA9F22410A}"/>
          </ac:spMkLst>
        </pc:spChg>
        <pc:spChg chg="mod">
          <ac:chgData name="Tea Boon Chian" userId="ab84e6a5-2079-4f96-af03-c8dde00dcc75" providerId="ADAL" clId="{35F3858F-EB02-4400-8944-F9B58D170E82}" dt="2023-12-26T07:00:42.702" v="1362" actId="20577"/>
          <ac:spMkLst>
            <pc:docMk/>
            <pc:sldMk cId="1919232754" sldId="305"/>
            <ac:spMk id="3" creationId="{C06B5554-ACD4-AC52-38CB-1D0478C1FBF8}"/>
          </ac:spMkLst>
        </pc:spChg>
        <pc:picChg chg="add del mod">
          <ac:chgData name="Tea Boon Chian" userId="ab84e6a5-2079-4f96-af03-c8dde00dcc75" providerId="ADAL" clId="{35F3858F-EB02-4400-8944-F9B58D170E82}" dt="2023-12-26T07:02:01.991" v="1370" actId="478"/>
          <ac:picMkLst>
            <pc:docMk/>
            <pc:sldMk cId="1919232754" sldId="305"/>
            <ac:picMk id="4" creationId="{CD5E91B4-13AD-E9C6-B104-BA99B7509A69}"/>
          </ac:picMkLst>
        </pc:picChg>
        <pc:picChg chg="add mod">
          <ac:chgData name="Tea Boon Chian" userId="ab84e6a5-2079-4f96-af03-c8dde00dcc75" providerId="ADAL" clId="{35F3858F-EB02-4400-8944-F9B58D170E82}" dt="2023-12-26T07:03:12.264" v="1414" actId="1076"/>
          <ac:picMkLst>
            <pc:docMk/>
            <pc:sldMk cId="1919232754" sldId="305"/>
            <ac:picMk id="5" creationId="{7BC5990C-AD76-545D-78C9-DAC3E378E7D0}"/>
          </ac:picMkLst>
        </pc:picChg>
      </pc:sldChg>
      <pc:sldChg chg="modSp mod">
        <pc:chgData name="Tea Boon Chian" userId="ab84e6a5-2079-4f96-af03-c8dde00dcc75" providerId="ADAL" clId="{35F3858F-EB02-4400-8944-F9B58D170E82}" dt="2023-12-26T07:00:29.141" v="1359" actId="20577"/>
        <pc:sldMkLst>
          <pc:docMk/>
          <pc:sldMk cId="2335110625" sldId="306"/>
        </pc:sldMkLst>
        <pc:spChg chg="mod">
          <ac:chgData name="Tea Boon Chian" userId="ab84e6a5-2079-4f96-af03-c8dde00dcc75" providerId="ADAL" clId="{35F3858F-EB02-4400-8944-F9B58D170E82}" dt="2023-12-26T06:54:32.397" v="1231" actId="207"/>
          <ac:spMkLst>
            <pc:docMk/>
            <pc:sldMk cId="2335110625" sldId="306"/>
            <ac:spMk id="2" creationId="{7A5DA575-F97E-11E5-2596-D7EA9F22410A}"/>
          </ac:spMkLst>
        </pc:spChg>
        <pc:spChg chg="mod">
          <ac:chgData name="Tea Boon Chian" userId="ab84e6a5-2079-4f96-af03-c8dde00dcc75" providerId="ADAL" clId="{35F3858F-EB02-4400-8944-F9B58D170E82}" dt="2023-12-26T07:00:29.141" v="1359" actId="20577"/>
          <ac:spMkLst>
            <pc:docMk/>
            <pc:sldMk cId="2335110625" sldId="306"/>
            <ac:spMk id="3" creationId="{C06B5554-ACD4-AC52-38CB-1D0478C1FBF8}"/>
          </ac:spMkLst>
        </pc:spChg>
      </pc:sldChg>
      <pc:sldChg chg="modSp mod">
        <pc:chgData name="Tea Boon Chian" userId="ab84e6a5-2079-4f96-af03-c8dde00dcc75" providerId="ADAL" clId="{35F3858F-EB02-4400-8944-F9B58D170E82}" dt="2023-12-26T06:56:20.716" v="1286" actId="20577"/>
        <pc:sldMkLst>
          <pc:docMk/>
          <pc:sldMk cId="910928181" sldId="307"/>
        </pc:sldMkLst>
        <pc:spChg chg="mod">
          <ac:chgData name="Tea Boon Chian" userId="ab84e6a5-2079-4f96-af03-c8dde00dcc75" providerId="ADAL" clId="{35F3858F-EB02-4400-8944-F9B58D170E82}" dt="2023-12-26T06:54:38.685" v="1238" actId="20577"/>
          <ac:spMkLst>
            <pc:docMk/>
            <pc:sldMk cId="910928181" sldId="307"/>
            <ac:spMk id="2" creationId="{7A5DA575-F97E-11E5-2596-D7EA9F22410A}"/>
          </ac:spMkLst>
        </pc:spChg>
        <pc:spChg chg="mod">
          <ac:chgData name="Tea Boon Chian" userId="ab84e6a5-2079-4f96-af03-c8dde00dcc75" providerId="ADAL" clId="{35F3858F-EB02-4400-8944-F9B58D170E82}" dt="2023-12-26T06:56:20.716" v="1286" actId="20577"/>
          <ac:spMkLst>
            <pc:docMk/>
            <pc:sldMk cId="910928181" sldId="307"/>
            <ac:spMk id="3" creationId="{C06B5554-ACD4-AC52-38CB-1D0478C1FBF8}"/>
          </ac:spMkLst>
        </pc:spChg>
      </pc:sldChg>
      <pc:sldChg chg="modSp mod">
        <pc:chgData name="Tea Boon Chian" userId="ab84e6a5-2079-4f96-af03-c8dde00dcc75" providerId="ADAL" clId="{35F3858F-EB02-4400-8944-F9B58D170E82}" dt="2023-12-26T07:08:02.654" v="1901" actId="20577"/>
        <pc:sldMkLst>
          <pc:docMk/>
          <pc:sldMk cId="3198064796" sldId="308"/>
        </pc:sldMkLst>
        <pc:spChg chg="mod">
          <ac:chgData name="Tea Boon Chian" userId="ab84e6a5-2079-4f96-af03-c8dde00dcc75" providerId="ADAL" clId="{35F3858F-EB02-4400-8944-F9B58D170E82}" dt="2023-12-26T07:03:42.702" v="1459" actId="207"/>
          <ac:spMkLst>
            <pc:docMk/>
            <pc:sldMk cId="3198064796" sldId="308"/>
            <ac:spMk id="2" creationId="{7A5DA575-F97E-11E5-2596-D7EA9F22410A}"/>
          </ac:spMkLst>
        </pc:spChg>
        <pc:spChg chg="mod">
          <ac:chgData name="Tea Boon Chian" userId="ab84e6a5-2079-4f96-af03-c8dde00dcc75" providerId="ADAL" clId="{35F3858F-EB02-4400-8944-F9B58D170E82}" dt="2023-12-26T07:08:02.654" v="1901" actId="20577"/>
          <ac:spMkLst>
            <pc:docMk/>
            <pc:sldMk cId="3198064796" sldId="308"/>
            <ac:spMk id="3" creationId="{C06B5554-ACD4-AC52-38CB-1D0478C1FBF8}"/>
          </ac:spMkLst>
        </pc:spChg>
      </pc:sldChg>
      <pc:sldChg chg="del">
        <pc:chgData name="Tea Boon Chian" userId="ab84e6a5-2079-4f96-af03-c8dde00dcc75" providerId="ADAL" clId="{35F3858F-EB02-4400-8944-F9B58D170E82}" dt="2023-12-26T07:08:05.039" v="1902" actId="47"/>
        <pc:sldMkLst>
          <pc:docMk/>
          <pc:sldMk cId="3239472216" sldId="309"/>
        </pc:sldMkLst>
      </pc:sldChg>
      <pc:sldChg chg="modSp add mod">
        <pc:chgData name="Tea Boon Chian" userId="ab84e6a5-2079-4f96-af03-c8dde00dcc75" providerId="ADAL" clId="{35F3858F-EB02-4400-8944-F9B58D170E82}" dt="2023-12-26T06:45:58.067" v="557" actId="207"/>
        <pc:sldMkLst>
          <pc:docMk/>
          <pc:sldMk cId="1149841287" sldId="310"/>
        </pc:sldMkLst>
        <pc:spChg chg="mod">
          <ac:chgData name="Tea Boon Chian" userId="ab84e6a5-2079-4f96-af03-c8dde00dcc75" providerId="ADAL" clId="{35F3858F-EB02-4400-8944-F9B58D170E82}" dt="2023-12-26T06:45:58.067" v="557" actId="207"/>
          <ac:spMkLst>
            <pc:docMk/>
            <pc:sldMk cId="1149841287" sldId="310"/>
            <ac:spMk id="2" creationId="{7A5DA575-F97E-11E5-2596-D7EA9F22410A}"/>
          </ac:spMkLst>
        </pc:spChg>
      </pc:sldChg>
      <pc:sldChg chg="modSp add mod">
        <pc:chgData name="Tea Boon Chian" userId="ab84e6a5-2079-4f96-af03-c8dde00dcc75" providerId="ADAL" clId="{35F3858F-EB02-4400-8944-F9B58D170E82}" dt="2023-12-26T07:03:33.062" v="1428" actId="207"/>
        <pc:sldMkLst>
          <pc:docMk/>
          <pc:sldMk cId="2334375859" sldId="311"/>
        </pc:sldMkLst>
        <pc:spChg chg="mod">
          <ac:chgData name="Tea Boon Chian" userId="ab84e6a5-2079-4f96-af03-c8dde00dcc75" providerId="ADAL" clId="{35F3858F-EB02-4400-8944-F9B58D170E82}" dt="2023-12-26T07:03:33.062" v="1428" actId="207"/>
          <ac:spMkLst>
            <pc:docMk/>
            <pc:sldMk cId="2334375859" sldId="311"/>
            <ac:spMk id="2" creationId="{7A5DA575-F97E-11E5-2596-D7EA9F22410A}"/>
          </ac:spMkLst>
        </pc:spChg>
      </pc:sldChg>
      <pc:sldChg chg="modSp add mod">
        <pc:chgData name="Tea Boon Chian" userId="ab84e6a5-2079-4f96-af03-c8dde00dcc75" providerId="ADAL" clId="{35F3858F-EB02-4400-8944-F9B58D170E82}" dt="2023-12-26T07:08:57.698" v="1942" actId="114"/>
        <pc:sldMkLst>
          <pc:docMk/>
          <pc:sldMk cId="1741151070" sldId="312"/>
        </pc:sldMkLst>
        <pc:spChg chg="mod">
          <ac:chgData name="Tea Boon Chian" userId="ab84e6a5-2079-4f96-af03-c8dde00dcc75" providerId="ADAL" clId="{35F3858F-EB02-4400-8944-F9B58D170E82}" dt="2023-12-26T07:08:57.698" v="1942" actId="114"/>
          <ac:spMkLst>
            <pc:docMk/>
            <pc:sldMk cId="1741151070" sldId="312"/>
            <ac:spMk id="2" creationId="{7A5DA575-F97E-11E5-2596-D7EA9F22410A}"/>
          </ac:spMkLst>
        </pc:spChg>
      </pc:sldChg>
      <pc:sldChg chg="modSp add mod">
        <pc:chgData name="Tea Boon Chian" userId="ab84e6a5-2079-4f96-af03-c8dde00dcc75" providerId="ADAL" clId="{35F3858F-EB02-4400-8944-F9B58D170E82}" dt="2023-12-26T07:33:00.821" v="3736" actId="207"/>
        <pc:sldMkLst>
          <pc:docMk/>
          <pc:sldMk cId="3281585001" sldId="313"/>
        </pc:sldMkLst>
        <pc:spChg chg="mod">
          <ac:chgData name="Tea Boon Chian" userId="ab84e6a5-2079-4f96-af03-c8dde00dcc75" providerId="ADAL" clId="{35F3858F-EB02-4400-8944-F9B58D170E82}" dt="2023-12-26T07:33:00.821" v="3736" actId="207"/>
          <ac:spMkLst>
            <pc:docMk/>
            <pc:sldMk cId="3281585001" sldId="313"/>
            <ac:spMk id="2" creationId="{7A5DA575-F97E-11E5-2596-D7EA9F22410A}"/>
          </ac:spMkLst>
        </pc:spChg>
      </pc:sldChg>
      <pc:sldChg chg="modSp add mod">
        <pc:chgData name="Tea Boon Chian" userId="ab84e6a5-2079-4f96-af03-c8dde00dcc75" providerId="ADAL" clId="{35F3858F-EB02-4400-8944-F9B58D170E82}" dt="2023-12-26T07:45:10.816" v="4194" actId="207"/>
        <pc:sldMkLst>
          <pc:docMk/>
          <pc:sldMk cId="1188429192" sldId="314"/>
        </pc:sldMkLst>
        <pc:spChg chg="mod">
          <ac:chgData name="Tea Boon Chian" userId="ab84e6a5-2079-4f96-af03-c8dde00dcc75" providerId="ADAL" clId="{35F3858F-EB02-4400-8944-F9B58D170E82}" dt="2023-12-26T07:45:10.816" v="4194" actId="207"/>
          <ac:spMkLst>
            <pc:docMk/>
            <pc:sldMk cId="1188429192" sldId="314"/>
            <ac:spMk id="2" creationId="{7A5DA575-F97E-11E5-2596-D7EA9F22410A}"/>
          </ac:spMkLst>
        </pc:spChg>
      </pc:sldChg>
      <pc:sldChg chg="modSp add mod">
        <pc:chgData name="Tea Boon Chian" userId="ab84e6a5-2079-4f96-af03-c8dde00dcc75" providerId="ADAL" clId="{35F3858F-EB02-4400-8944-F9B58D170E82}" dt="2023-12-26T08:33:20.053" v="5956" actId="207"/>
        <pc:sldMkLst>
          <pc:docMk/>
          <pc:sldMk cId="58291381" sldId="315"/>
        </pc:sldMkLst>
        <pc:spChg chg="mod">
          <ac:chgData name="Tea Boon Chian" userId="ab84e6a5-2079-4f96-af03-c8dde00dcc75" providerId="ADAL" clId="{35F3858F-EB02-4400-8944-F9B58D170E82}" dt="2023-12-26T08:33:20.053" v="5956" actId="207"/>
          <ac:spMkLst>
            <pc:docMk/>
            <pc:sldMk cId="58291381" sldId="315"/>
            <ac:spMk id="2" creationId="{7A5DA575-F97E-11E5-2596-D7EA9F22410A}"/>
          </ac:spMkLst>
        </pc:spChg>
      </pc:sldChg>
    </pc:docChg>
  </pc:docChgLst>
  <pc:docChgLst>
    <pc:chgData name="Tea Boon Chian" userId="ab84e6a5-2079-4f96-af03-c8dde00dcc75" providerId="ADAL" clId="{A1A0B82E-5DF8-4296-B087-32C1AB4A8F90}"/>
    <pc:docChg chg="custSel modSld">
      <pc:chgData name="Tea Boon Chian" userId="ab84e6a5-2079-4f96-af03-c8dde00dcc75" providerId="ADAL" clId="{A1A0B82E-5DF8-4296-B087-32C1AB4A8F90}" dt="2024-06-18T09:09:48.366" v="12" actId="478"/>
      <pc:docMkLst>
        <pc:docMk/>
      </pc:docMkLst>
      <pc:sldChg chg="addSp">
        <pc:chgData name="Tea Boon Chian" userId="ab84e6a5-2079-4f96-af03-c8dde00dcc75" providerId="ADAL" clId="{A1A0B82E-5DF8-4296-B087-32C1AB4A8F90}" dt="2024-06-18T05:05:34.925" v="0"/>
        <pc:sldMkLst>
          <pc:docMk/>
          <pc:sldMk cId="1647515110" sldId="257"/>
        </pc:sldMkLst>
        <pc:inkChg chg="add">
          <ac:chgData name="Tea Boon Chian" userId="ab84e6a5-2079-4f96-af03-c8dde00dcc75" providerId="ADAL" clId="{A1A0B82E-5DF8-4296-B087-32C1AB4A8F90}" dt="2024-06-18T05:05:34.925" v="0"/>
          <ac:inkMkLst>
            <pc:docMk/>
            <pc:sldMk cId="1647515110" sldId="257"/>
            <ac:inkMk id="4" creationId="{115F5189-3E81-2166-09D8-EB104BEE4290}"/>
          </ac:inkMkLst>
        </pc:inkChg>
      </pc:sldChg>
      <pc:sldChg chg="addSp delSp mod">
        <pc:chgData name="Tea Boon Chian" userId="ab84e6a5-2079-4f96-af03-c8dde00dcc75" providerId="ADAL" clId="{A1A0B82E-5DF8-4296-B087-32C1AB4A8F90}" dt="2024-06-18T09:09:48.366" v="12" actId="478"/>
        <pc:sldMkLst>
          <pc:docMk/>
          <pc:sldMk cId="1016449683" sldId="284"/>
        </pc:sldMkLst>
        <pc:inkChg chg="add del">
          <ac:chgData name="Tea Boon Chian" userId="ab84e6a5-2079-4f96-af03-c8dde00dcc75" providerId="ADAL" clId="{A1A0B82E-5DF8-4296-B087-32C1AB4A8F90}" dt="2024-06-18T09:09:48.366" v="12" actId="478"/>
          <ac:inkMkLst>
            <pc:docMk/>
            <pc:sldMk cId="1016449683" sldId="284"/>
            <ac:inkMk id="5" creationId="{D1356D17-1390-BFEF-5197-9FF5DD44B1AF}"/>
          </ac:inkMkLst>
        </pc:inkChg>
      </pc:sldChg>
      <pc:sldChg chg="addSp delSp mod">
        <pc:chgData name="Tea Boon Chian" userId="ab84e6a5-2079-4f96-af03-c8dde00dcc75" providerId="ADAL" clId="{A1A0B82E-5DF8-4296-B087-32C1AB4A8F90}" dt="2024-06-18T09:09:45.276" v="11" actId="478"/>
        <pc:sldMkLst>
          <pc:docMk/>
          <pc:sldMk cId="3530793436" sldId="285"/>
        </pc:sldMkLst>
        <pc:inkChg chg="add del">
          <ac:chgData name="Tea Boon Chian" userId="ab84e6a5-2079-4f96-af03-c8dde00dcc75" providerId="ADAL" clId="{A1A0B82E-5DF8-4296-B087-32C1AB4A8F90}" dt="2024-06-18T09:09:45.276" v="11" actId="478"/>
          <ac:inkMkLst>
            <pc:docMk/>
            <pc:sldMk cId="3530793436" sldId="285"/>
            <ac:inkMk id="4" creationId="{45F129C6-AC13-7AFE-F9D2-A6E18CFA2B2A}"/>
          </ac:inkMkLst>
        </pc:inkChg>
      </pc:sldChg>
      <pc:sldChg chg="addSp delSp mod">
        <pc:chgData name="Tea Boon Chian" userId="ab84e6a5-2079-4f96-af03-c8dde00dcc75" providerId="ADAL" clId="{A1A0B82E-5DF8-4296-B087-32C1AB4A8F90}" dt="2024-06-18T05:06:30.605" v="8" actId="478"/>
        <pc:sldMkLst>
          <pc:docMk/>
          <pc:sldMk cId="1309944283" sldId="286"/>
        </pc:sldMkLst>
        <pc:inkChg chg="add del">
          <ac:chgData name="Tea Boon Chian" userId="ab84e6a5-2079-4f96-af03-c8dde00dcc75" providerId="ADAL" clId="{A1A0B82E-5DF8-4296-B087-32C1AB4A8F90}" dt="2024-06-18T05:06:30.605" v="8" actId="478"/>
          <ac:inkMkLst>
            <pc:docMk/>
            <pc:sldMk cId="1309944283" sldId="286"/>
            <ac:inkMk id="4" creationId="{D99A0954-D814-C1BE-05CB-D202AC30284A}"/>
          </ac:inkMkLst>
        </pc:inkChg>
      </pc:sldChg>
      <pc:sldChg chg="addSp delSp mod">
        <pc:chgData name="Tea Boon Chian" userId="ab84e6a5-2079-4f96-af03-c8dde00dcc75" providerId="ADAL" clId="{A1A0B82E-5DF8-4296-B087-32C1AB4A8F90}" dt="2024-06-18T05:06:28.751" v="7" actId="478"/>
        <pc:sldMkLst>
          <pc:docMk/>
          <pc:sldMk cId="545951394" sldId="287"/>
        </pc:sldMkLst>
        <pc:inkChg chg="add del">
          <ac:chgData name="Tea Boon Chian" userId="ab84e6a5-2079-4f96-af03-c8dde00dcc75" providerId="ADAL" clId="{A1A0B82E-5DF8-4296-B087-32C1AB4A8F90}" dt="2024-06-18T05:06:28.751" v="7" actId="478"/>
          <ac:inkMkLst>
            <pc:docMk/>
            <pc:sldMk cId="545951394" sldId="287"/>
            <ac:inkMk id="2" creationId="{36BB32E1-3A07-72B5-5F6B-F20DFCC57E15}"/>
          </ac:inkMkLst>
        </pc:inkChg>
      </pc:sldChg>
      <pc:sldChg chg="addSp delSp mod">
        <pc:chgData name="Tea Boon Chian" userId="ab84e6a5-2079-4f96-af03-c8dde00dcc75" providerId="ADAL" clId="{A1A0B82E-5DF8-4296-B087-32C1AB4A8F90}" dt="2024-06-18T05:06:26.557" v="6" actId="478"/>
        <pc:sldMkLst>
          <pc:docMk/>
          <pc:sldMk cId="3959966108" sldId="288"/>
        </pc:sldMkLst>
        <pc:inkChg chg="add del">
          <ac:chgData name="Tea Boon Chian" userId="ab84e6a5-2079-4f96-af03-c8dde00dcc75" providerId="ADAL" clId="{A1A0B82E-5DF8-4296-B087-32C1AB4A8F90}" dt="2024-06-18T05:06:26.557" v="6" actId="478"/>
          <ac:inkMkLst>
            <pc:docMk/>
            <pc:sldMk cId="3959966108" sldId="288"/>
            <ac:inkMk id="4" creationId="{C7B4BDAD-06AF-560B-8CED-F19E3B5FE791}"/>
          </ac:inkMkLst>
        </pc:inkChg>
      </pc:sldChg>
      <pc:sldChg chg="addSp delSp mod">
        <pc:chgData name="Tea Boon Chian" userId="ab84e6a5-2079-4f96-af03-c8dde00dcc75" providerId="ADAL" clId="{A1A0B82E-5DF8-4296-B087-32C1AB4A8F90}" dt="2024-06-18T05:06:24.313" v="5" actId="478"/>
        <pc:sldMkLst>
          <pc:docMk/>
          <pc:sldMk cId="2701769612" sldId="290"/>
        </pc:sldMkLst>
        <pc:inkChg chg="add del">
          <ac:chgData name="Tea Boon Chian" userId="ab84e6a5-2079-4f96-af03-c8dde00dcc75" providerId="ADAL" clId="{A1A0B82E-5DF8-4296-B087-32C1AB4A8F90}" dt="2024-06-18T05:06:24.313" v="5" actId="478"/>
          <ac:inkMkLst>
            <pc:docMk/>
            <pc:sldMk cId="2701769612" sldId="290"/>
            <ac:inkMk id="4" creationId="{C60902DD-6C78-A452-EB80-A714B02F8FE6}"/>
          </ac:inkMkLst>
        </pc:inkChg>
      </pc:sldChg>
      <pc:sldChg chg="addSp delSp mod">
        <pc:chgData name="Tea Boon Chian" userId="ab84e6a5-2079-4f96-af03-c8dde00dcc75" providerId="ADAL" clId="{A1A0B82E-5DF8-4296-B087-32C1AB4A8F90}" dt="2024-06-18T05:06:21.927" v="4" actId="478"/>
        <pc:sldMkLst>
          <pc:docMk/>
          <pc:sldMk cId="1034148527" sldId="292"/>
        </pc:sldMkLst>
        <pc:inkChg chg="add del">
          <ac:chgData name="Tea Boon Chian" userId="ab84e6a5-2079-4f96-af03-c8dde00dcc75" providerId="ADAL" clId="{A1A0B82E-5DF8-4296-B087-32C1AB4A8F90}" dt="2024-06-18T05:06:21.927" v="4" actId="478"/>
          <ac:inkMkLst>
            <pc:docMk/>
            <pc:sldMk cId="1034148527" sldId="292"/>
            <ac:inkMk id="4" creationId="{C40DBEAB-CD96-7A27-CC2C-DB2EAC2DBC3C}"/>
          </ac:inkMkLst>
        </pc:inkChg>
      </pc:sldChg>
      <pc:sldChg chg="addSp delSp mod">
        <pc:chgData name="Tea Boon Chian" userId="ab84e6a5-2079-4f96-af03-c8dde00dcc75" providerId="ADAL" clId="{A1A0B82E-5DF8-4296-B087-32C1AB4A8F90}" dt="2024-06-18T05:06:15.216" v="1" actId="478"/>
        <pc:sldMkLst>
          <pc:docMk/>
          <pc:sldMk cId="902759719" sldId="293"/>
        </pc:sldMkLst>
        <pc:inkChg chg="add del">
          <ac:chgData name="Tea Boon Chian" userId="ab84e6a5-2079-4f96-af03-c8dde00dcc75" providerId="ADAL" clId="{A1A0B82E-5DF8-4296-B087-32C1AB4A8F90}" dt="2024-06-18T05:06:15.216" v="1" actId="478"/>
          <ac:inkMkLst>
            <pc:docMk/>
            <pc:sldMk cId="902759719" sldId="293"/>
            <ac:inkMk id="4" creationId="{933BA24D-B016-8B85-B334-DB15B7C8DFE5}"/>
          </ac:inkMkLst>
        </pc:inkChg>
      </pc:sldChg>
      <pc:sldChg chg="addSp delSp mod">
        <pc:chgData name="Tea Boon Chian" userId="ab84e6a5-2079-4f96-af03-c8dde00dcc75" providerId="ADAL" clId="{A1A0B82E-5DF8-4296-B087-32C1AB4A8F90}" dt="2024-06-18T05:06:19.366" v="3" actId="478"/>
        <pc:sldMkLst>
          <pc:docMk/>
          <pc:sldMk cId="1824512107" sldId="294"/>
        </pc:sldMkLst>
        <pc:inkChg chg="add del">
          <ac:chgData name="Tea Boon Chian" userId="ab84e6a5-2079-4f96-af03-c8dde00dcc75" providerId="ADAL" clId="{A1A0B82E-5DF8-4296-B087-32C1AB4A8F90}" dt="2024-06-18T05:06:19.366" v="3" actId="478"/>
          <ac:inkMkLst>
            <pc:docMk/>
            <pc:sldMk cId="1824512107" sldId="294"/>
            <ac:inkMk id="4" creationId="{CB280517-91EB-D632-84A0-3830BCC6850C}"/>
          </ac:inkMkLst>
        </pc:inkChg>
      </pc:sldChg>
      <pc:sldChg chg="addSp delSp mod">
        <pc:chgData name="Tea Boon Chian" userId="ab84e6a5-2079-4f96-af03-c8dde00dcc75" providerId="ADAL" clId="{A1A0B82E-5DF8-4296-B087-32C1AB4A8F90}" dt="2024-06-18T05:06:17.774" v="2" actId="478"/>
        <pc:sldMkLst>
          <pc:docMk/>
          <pc:sldMk cId="1560514843" sldId="295"/>
        </pc:sldMkLst>
        <pc:inkChg chg="add del">
          <ac:chgData name="Tea Boon Chian" userId="ab84e6a5-2079-4f96-af03-c8dde00dcc75" providerId="ADAL" clId="{A1A0B82E-5DF8-4296-B087-32C1AB4A8F90}" dt="2024-06-18T05:06:17.774" v="2" actId="478"/>
          <ac:inkMkLst>
            <pc:docMk/>
            <pc:sldMk cId="1560514843" sldId="295"/>
            <ac:inkMk id="3" creationId="{D67D0B55-85B8-04BC-2272-8A7A7C51887D}"/>
          </ac:inkMkLst>
        </pc:inkChg>
      </pc:sldChg>
      <pc:sldChg chg="addSp delSp mod">
        <pc:chgData name="Tea Boon Chian" userId="ab84e6a5-2079-4f96-af03-c8dde00dcc75" providerId="ADAL" clId="{A1A0B82E-5DF8-4296-B087-32C1AB4A8F90}" dt="2024-06-18T05:06:36.638" v="9" actId="478"/>
        <pc:sldMkLst>
          <pc:docMk/>
          <pc:sldMk cId="1919232754" sldId="305"/>
        </pc:sldMkLst>
        <pc:inkChg chg="add del">
          <ac:chgData name="Tea Boon Chian" userId="ab84e6a5-2079-4f96-af03-c8dde00dcc75" providerId="ADAL" clId="{A1A0B82E-5DF8-4296-B087-32C1AB4A8F90}" dt="2024-06-18T05:06:36.638" v="9" actId="478"/>
          <ac:inkMkLst>
            <pc:docMk/>
            <pc:sldMk cId="1919232754" sldId="305"/>
            <ac:inkMk id="4" creationId="{82127665-4510-339D-A0F6-D7B8757FFFF2}"/>
          </ac:inkMkLst>
        </pc:inkChg>
      </pc:sldChg>
      <pc:sldChg chg="addSp delSp mod">
        <pc:chgData name="Tea Boon Chian" userId="ab84e6a5-2079-4f96-af03-c8dde00dcc75" providerId="ADAL" clId="{A1A0B82E-5DF8-4296-B087-32C1AB4A8F90}" dt="2024-06-18T09:09:29.755" v="10" actId="478"/>
        <pc:sldMkLst>
          <pc:docMk/>
          <pc:sldMk cId="3198064796" sldId="308"/>
        </pc:sldMkLst>
        <pc:inkChg chg="add del">
          <ac:chgData name="Tea Boon Chian" userId="ab84e6a5-2079-4f96-af03-c8dde00dcc75" providerId="ADAL" clId="{A1A0B82E-5DF8-4296-B087-32C1AB4A8F90}" dt="2024-06-18T09:09:29.755" v="10" actId="478"/>
          <ac:inkMkLst>
            <pc:docMk/>
            <pc:sldMk cId="3198064796" sldId="308"/>
            <ac:inkMk id="4" creationId="{F174070D-3F52-AD21-75E1-55C8C4A7C6EF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1999.5116" units="1/in"/>
          <inkml:channelProperty channel="T" name="resolution" value="1" units="1/dev"/>
        </inkml:channelProperties>
      </inkml:inkSource>
      <inkml:timestamp xml:id="ts0" timeString="2024-06-18T04:15:28.00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14386 5627 96 0,'-6'4'655'0,"6"-4"50"0,0 3-59 0,-6-3-88 15,6 0-77-15,0 0-62 0,0 0-55 0,0 4-57 0,0-4-47 16,0 0-33-16,0 0-25 0,0 0-33 0,0 0-21 0,0-4-14 16,0 4-10-16,6 0-12 0,-6-3-5 0,0 3-3 15,6-4-4-15,-6 0 7 0,6 4 0 0,2 0 4 0,-8-3-7 16,6-1 4-16,0-1-2 0,1 5-6 0,6-2-7 0,-6-2-7 15,5 0-3-15,-6 1-12 0,8-5-2 0,-1 2-6 16,7-6-11-16,-8 4-6 0,2-3 3 0,5 0-10 0,1 1-9 16,0-5-3-16,-2 4-7 0,9-4-2 0,-7 1-5 15,-2-2-3-15,9 3-3 0,-7-3 3 0,6 1-4 0,0 5-1 16,-7-5-1-16,7 1-6 0,0-1 3 0,0 5-1 16,1-5 0-16,-2 0-4 0,-5 1 7 0,6-2-4 0,0 2 4 15,0 2-3-15,-7 2 2 0,8-1 0 0,-8 0-5 16,0-1 7-16,1 6-7 0,0-5 1 0,-7 7 0 0,7-3 3 15,-8-2-4-15,2 7 1 0,-8-2 1 0,0 0 0 0,1 4 2 16,-1-3 4-16,1 3-1 0,-7 0 3 0,7-4 0 0,-7 4 4 16,0 0 4-16,0 0 3 0,0 0 2 0,0-4-3 15,0 4-2-15,0 0-3 0,0 0 1 0,0 4 3 0,0-4-8 16,0 0-2-16,-7 0-6 0,7 4-3 0,0-4-3 16,-7 3-6-16,7-3-15 0,-6 4-18 0,6-4-15 0,-7 0-25 15,1 4-24-15,0-4-25 0,6 0-31 0,-7 2-35 16,0-2-31-16,1 5-32 0,0-5-26 0,6 4-22 0,-8-4-17 15,2 3-29-15,0-3-40 0,-1 0-42 0,1 4-34 0,-1-4-31 16,1 0-49-16,-1 4-86 0,-5-4-44 0,4 0 18 16,2 3 47-16</inkml:trace>
  <inkml:trace contextRef="#ctx0" brushRef="#br0" timeOffset="1102.57">14549 5323 391 0,'0'0'519'0,"0"-4"-27"0,-7 4-46 0,7 0-44 15,0 0-37-15,0 0-33 0,0 0-35 0,-6-3-32 0,6 3-41 0,0 0-41 16,6 0-39-16,-6-5-21 0,0 5-8 0,0 0 1 16,0 0 3-16,0 0 2 0,0 5 2 0,0-5 1 0,-6 0 1 15,6 3-6-15,0-3-5 0,-6 4-5 0,6 0-5 16,-6 3-6-16,6-3-5 0,-8-1-5 0,2 4-7 0,0 1-8 16,6-1-10-16,-7 4-11 0,1-4-10 0,-8 1-9 0,8 3-8 15,0 0-4-15,-2-5-2 0,2 6-8 0,0-5-1 16,0 8-2-16,-1-7-14 0,0 2 6 0,1 1-1 0,-1-3 1 15,1 2-1-15,-8-2 3 0,8 3-1 0,0 0 1 16,0-4 12-16,-2 5-5 0,2-6 2 0,0-2-3 0,-1 3 0 16,7 1 0-16,-6-1 5 0,-1 0 2 0,0-3-2 0,7 4-1 15,-6-5 2-15,0 1 2 0,6 0 2 0,-6-2 0 16,6 3-3-16,0-1-3 0,-8-1 3 0,8-3 0 0,0 0 3 16,0 0 1-16,0 4 1 0,0-4 2 0,-6 0 0 15,6 4 3-15,0-4-3 0,0 0 3 0,0 0-3 0,0 0-3 16,0 0-4-16,0 0-4 0,0 0 1 0,0 0 2 15,0 0 1-15,0 3-3 0,0-3-1 0,0 0 2 0,0 0 0 16,0 0-2-16,0 0-3 0,0 0-8 0,0 0 1 0,6 0 2 16,-6 0-1-16,0 4-8 0,0-4 3 0,8 0 3 15,-8 0 1-15,0 4 4 0,0-4-4 0,6 0-2 0,0 0-2 16,-6 3 6-16,6-3-3 0,1 3-1 0,0-3 2 0,-1 0-2 16,1 0 3-16,5 0 1 0,-4 0-3 0,4 0-5 15,2 0 1-15,-2 0 5 0,1 0-4 0,1 0 1 0,-2 0 1 16,2-3 4-16,-2 3-3 0,8 0 4 0,-7-3-1 15,1 3-4-15,4-4 3 0,-4 4-2 0,-1 0-1 0,-7 0-2 16,8 0 3-16,-2 0 1 0,-6 0 3 0,2 0 2 0,4 0-4 16,-5 0-3-16,-7 0-1 0,6 0 1 0,1 0-1 15,0 4 1-15,-7-4-5 0,6 0 3 0,-6 0 1 0,0 0 5 16,0 0-1-16,0 0-2 0,0 0-1 16,0 0 0-16,0 0-4 0,0 0-9 0,0 0-4 0,-6 0-10 0,6 0-10 15,0 0-4-15,-7-4-9 0,7 4-10 0,-7 0-5 0,7 0-7 16,-6 0-12-16,6-4-6 0,-7 4-8 0,1-3-6 15,6-1-8-15,-6 0-5 0,-2 1-7 0,2-1-3 0,6-1 0 16,-6-1 5-16,0-1 2 0,6-1 2 0,-8 2 7 16,8-3 6-16,0-2 12 0,-6 4 13 0,6-3 12 0,0-2 13 15,-6 1 12-15,6 0 14 0,0 1 10 0,0 2 8 0,-7-3 7 16,7 0 1-16,-6 4 6 0,6 0-2 0,-7-4 1 16,7 3 3-16,0 0 1 0,0 1 3 0,0-1 1 0,0 5 7 15,0-4 0-15,0 3 5 0,0 1 1 0,0-1 6 16,0 0 1-16,0 4 3 0,-7-3-1 0,7 3 1 0,0 0-2 15,0 0-2-15,0 0-3 0,0 0-9 0,0 3 0 0,-6 1-7 16,6 3-4-16,-6-3-2 0,6 3-2 0,-6 1-1 16,6-1-2-16,0 0 5 0,-8 0-6 0,8 1-4 0,-6 0-9 15,6-1-11-15,-6 0-10 0,6-3-13 0,0 3-10 0,0-3-12 16,0 3-13-16,-7-4-10 0,7 2-5 0,0-2-13 16,0 1-20-16,0-1-27 0,0 1-35 0,0-4-34 0,0 4-30 15,0-4-28-15,0 0-24 0,0 0-16 0,0 0-9 16,0 0-9-16,0-4-24 0,0 4-60 0,0-4-15 0</inkml:trace>
  <inkml:trace contextRef="#ctx0" brushRef="#br0" timeOffset="1267.93">14510 5448 65 0,'-6'3'186'0,"6"-3"-92"0,0 0-86 0,-7 3-95 15,7 2-118-15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E1A06-8754-4870-9E44-E39BADAD9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27F020-BBC3-49BB-91C2-5B2CBD64B3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7C0C22-EBDA-4130-87AE-CB28BC19B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6/18/2024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A419A8-07CA-4A4C-AEC2-C40D4D50A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FA7B86-E610-42EA-B4DC-C2F447785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A7BA06D-B3FF-4E91-8639-B4569AE3AA23}"/>
              </a:ext>
            </a:extLst>
          </p:cNvPr>
          <p:cNvSpPr/>
          <p:nvPr/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2B30C86D-5A07-48BC-9C9D-6F9A2DB1E9E1}"/>
              </a:ext>
            </a:extLst>
          </p:cNvPr>
          <p:cNvSpPr/>
          <p:nvPr/>
        </p:nvSpPr>
        <p:spPr>
          <a:xfrm rot="10800000" flipV="1">
            <a:off x="555710" y="106482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6296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8597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6/18/2024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3DA7759-3209-4FE2-96D1-4EEDD81E9EA0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1460DAD-8769-4C9F-9C8C-BB0443909D76}"/>
              </a:ext>
            </a:extLst>
          </p:cNvPr>
          <p:cNvSpPr/>
          <p:nvPr/>
        </p:nvSpPr>
        <p:spPr>
          <a:xfrm flipH="1">
            <a:off x="12353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9776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C0001-5D76-45A0-A9F4-7172BDDD5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5F313-1240-47AE-A026-7F349292B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6/18/2024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48158-6132-4335-B8E1-F6A896383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4C5B6-1598-48B4-9B3A-3078FDBE9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EDBDD32-D3EE-4848-A112-BA814D4631CD}"/>
              </a:ext>
            </a:extLst>
          </p:cNvPr>
          <p:cNvSpPr/>
          <p:nvPr/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61350361-843C-49D0-BD6A-ECDBA3842BA0}"/>
              </a:ext>
            </a:extLst>
          </p:cNvPr>
          <p:cNvSpPr/>
          <p:nvPr/>
        </p:nvSpPr>
        <p:spPr>
          <a:xfrm rot="10800000" flipV="1">
            <a:off x="555710" y="106482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7300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BFD05-2CB2-4A7E-89E7-57615BA82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532B8-D460-476D-816F-725E8D96C0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F7120F-70AF-4ED5-B364-3AA55C6B44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D8B65F-F709-469F-9961-4D01896CA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6/18/2024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81C6BC-B23D-48BC-AD44-654DDB8D0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00D60B-86A1-479D-BCE8-06D2C3DBC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4EC5136-99DA-40B5-8F79-5C3A56D38BA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F8FB775-26C4-41BA-837C-4478D48D215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6713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6/18/2024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2037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6/18/2024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C13EF9C-0B5A-4364-91AA-E5DD5B536E54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F674475-6327-490A-BD7F-084F5C07F2E4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80936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6/18/2024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9189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FC812-4DB6-4F98-9404-29C191D3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0855E-0CD6-47DD-B648-4C84C783D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50082B-17D7-4D61-8AEB-81517D85D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70783-FF31-4C4E-9196-EB169B209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6/18/2024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92E260-747D-40FD-A062-9DD5E6835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E50A0-1E05-49C5-88C9-462677512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C155C63-9F58-4422-B669-F9748628067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85DBA62-0EDB-47AA-86C7-90463BC9B308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1825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D7521-E43D-41D1-B458-26B20DC6D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472CF2-2653-4B98-A416-D7A0A860EC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EF87F5-0B10-4AC7-9599-F088C5E796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A07CB7-0520-4D64-B76C-C31AC5578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6/18/2024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EEB226-AD45-45DF-AAB5-5513AE732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96AEB-9481-4CCE-B110-FEDD33483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BA9707F-7BCE-464F-BF45-E216527084EE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C589723-2CC8-49D1-B4E1-36FECED6A2D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0048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6E5D1-6D19-4E7F-9B4E-42326B771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D2A06C-F91A-4ADC-9CD2-61F0A4D7EE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AA9A-2280-4F63-8B3D-20742AE69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6/18/2024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0D986B-E58E-43B6-8A80-FFA9D8F74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40D36-2E71-4F27-967F-7A3E4C6EE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1609904-5327-4D2C-A445-B270A00F3B5F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0FC7BEC-08C5-4D95-9C84-B48BC8AD1C94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5738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1FEA3D-0C7F-45CD-B6A0-942F707B36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8B8A12-BCE6-4D03-A637-1DEC8924BE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9755-9FF4-428A-AEB7-1A6477466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6/18/2024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141836-11E2-49FD-877D-53B74514A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D24C42-4B05-4EEF-BE14-29041EC9C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BADDEB1-F604-408B-B02A-A2814606E6AF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8DF7987-332F-4D6C-81C3-990F39C76C96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4939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EC5685-19F1-49DA-ADE5-D5D32F165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FC0A4D-22A1-4554-B5DE-887974F4D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D5CDC-F2CE-410E-AD13-DDC235C71C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82EDB8D0-98ED-4B86-9D5F-E61ADC70144D}" type="datetimeFigureOut">
              <a:rPr lang="en-US" smtClean="0"/>
              <a:pPr/>
              <a:t>6/18/2024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0CD45-794A-4BB0-A427-0CE61AEAF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3AB91-9588-4071-92D2-364F4A6ED0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851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18" r:id="rId6"/>
    <p:sldLayoutId id="2147483714" r:id="rId7"/>
    <p:sldLayoutId id="2147483715" r:id="rId8"/>
    <p:sldLayoutId id="2147483716" r:id="rId9"/>
    <p:sldLayoutId id="2147483717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A1D7EC86-7CB9-431D-8AC3-8AAF0440B1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D4B9777F-B610-419B-9193-80306388F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5" name="!!Arc">
            <a:extLst>
              <a:ext uri="{FF2B5EF4-FFF2-40B4-BE49-F238E27FC236}">
                <a16:creationId xmlns:a16="http://schemas.microsoft.com/office/drawing/2014/main" id="{311F016A-A753-449B-9EA6-322199B71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427715">
            <a:off x="1108520" y="775849"/>
            <a:ext cx="2987899" cy="2987899"/>
          </a:xfrm>
          <a:prstGeom prst="arc">
            <a:avLst>
              <a:gd name="adj1" fmla="val 16200000"/>
              <a:gd name="adj2" fmla="val 2287352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ED710D-62EF-4B0D-59F0-624C047A72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0742" y="1124988"/>
            <a:ext cx="4425962" cy="2387600"/>
          </a:xfrm>
        </p:spPr>
        <p:txBody>
          <a:bodyPr>
            <a:normAutofit/>
          </a:bodyPr>
          <a:lstStyle/>
          <a:p>
            <a:pPr algn="l"/>
            <a:r>
              <a:rPr lang="en-MY" sz="5400" b="1" dirty="0"/>
              <a:t>CHAPTER 13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AFBC4B-9421-A6F6-2632-35595C3C50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0742" y="3633691"/>
            <a:ext cx="4425962" cy="1655762"/>
          </a:xfrm>
        </p:spPr>
        <p:txBody>
          <a:bodyPr>
            <a:normAutofit/>
          </a:bodyPr>
          <a:lstStyle/>
          <a:p>
            <a:pPr algn="l"/>
            <a:r>
              <a:rPr lang="en-MY" sz="4000" b="1" dirty="0"/>
              <a:t>ENTITY AUTHENTICATION</a:t>
            </a:r>
          </a:p>
        </p:txBody>
      </p:sp>
      <p:pic>
        <p:nvPicPr>
          <p:cNvPr id="1026" name="Picture 2" descr="The Basics of Authentication in Cyber Security">
            <a:extLst>
              <a:ext uri="{FF2B5EF4-FFF2-40B4-BE49-F238E27FC236}">
                <a16:creationId xmlns:a16="http://schemas.microsoft.com/office/drawing/2014/main" id="{3647F91C-9097-4EF8-C44D-E7BFD37A8DF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49" r="9017" b="1"/>
          <a:stretch/>
        </p:blipFill>
        <p:spPr bwMode="auto">
          <a:xfrm>
            <a:off x="5733768" y="-1"/>
            <a:ext cx="6458232" cy="6858001"/>
          </a:xfrm>
          <a:custGeom>
            <a:avLst/>
            <a:gdLst/>
            <a:ahLst/>
            <a:cxnLst/>
            <a:rect l="l" t="t" r="r" b="b"/>
            <a:pathLst>
              <a:path w="6458232" h="6858001">
                <a:moveTo>
                  <a:pt x="2209000" y="0"/>
                </a:moveTo>
                <a:lnTo>
                  <a:pt x="6458232" y="0"/>
                </a:lnTo>
                <a:lnTo>
                  <a:pt x="6458232" y="6858001"/>
                </a:lnTo>
                <a:lnTo>
                  <a:pt x="651045" y="6858001"/>
                </a:lnTo>
                <a:lnTo>
                  <a:pt x="635146" y="6830200"/>
                </a:lnTo>
                <a:cubicBezTo>
                  <a:pt x="230085" y="6080469"/>
                  <a:pt x="0" y="5221296"/>
                  <a:pt x="0" y="4308089"/>
                </a:cubicBezTo>
                <a:cubicBezTo>
                  <a:pt x="0" y="2572997"/>
                  <a:pt x="830606" y="1032965"/>
                  <a:pt x="2113832" y="68046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7" name="!!Rectangle">
            <a:extLst>
              <a:ext uri="{FF2B5EF4-FFF2-40B4-BE49-F238E27FC236}">
                <a16:creationId xmlns:a16="http://schemas.microsoft.com/office/drawing/2014/main" id="{95106A28-883A-4993-BF9E-C403B81A8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94269" y="4274457"/>
            <a:ext cx="825256" cy="825256"/>
          </a:xfrm>
          <a:prstGeom prst="rect">
            <a:avLst/>
          </a:prstGeom>
          <a:noFill/>
          <a:ln w="127000">
            <a:solidFill>
              <a:schemeClr val="accent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9" name="!!Oval">
            <a:extLst>
              <a:ext uri="{FF2B5EF4-FFF2-40B4-BE49-F238E27FC236}">
                <a16:creationId xmlns:a16="http://schemas.microsoft.com/office/drawing/2014/main" id="{F5AE4E4F-9F4C-43ED-8299-9BD63B74E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742" y="5649686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02271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DA575-F97E-11E5-2596-D7EA9F224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3600" b="1" dirty="0"/>
              <a:t>Outlines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B5554-ACD4-AC52-38CB-1D0478C1FB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MY" dirty="0"/>
              <a:t>Password Authentication.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MY" dirty="0"/>
              <a:t>Biometric Authentication.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MY" dirty="0"/>
              <a:t>Multi-Factor Authentication.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15F5189-3E81-2166-09D8-EB104BEE4290}"/>
                  </a:ext>
                </a:extLst>
              </p14:cNvPr>
              <p14:cNvContentPartPr/>
              <p14:nvPr/>
            </p14:nvContentPartPr>
            <p14:xfrm>
              <a:off x="5146200" y="1859400"/>
              <a:ext cx="340560" cy="1742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15F5189-3E81-2166-09D8-EB104BEE429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136840" y="1850040"/>
                <a:ext cx="359280" cy="192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475151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DA575-F97E-11E5-2596-D7EA9F224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3600" b="1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B5554-ACD4-AC52-38CB-1D0478C1FB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MY" sz="2200" b="1" dirty="0"/>
              <a:t>In the end of this Chapter 13, students will be able: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MY" sz="2200" dirty="0"/>
              <a:t>To understand the </a:t>
            </a:r>
            <a:r>
              <a:rPr lang="en-MY" sz="2200" b="1" dirty="0">
                <a:solidFill>
                  <a:srgbClr val="FF0000"/>
                </a:solidFill>
              </a:rPr>
              <a:t>concept and importance of entity authentication</a:t>
            </a:r>
            <a:r>
              <a:rPr lang="en-MY" sz="2200" dirty="0"/>
              <a:t> in cryptography and data security.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MY" sz="2200" dirty="0"/>
              <a:t>To understand the describe several approaches in the </a:t>
            </a:r>
            <a:r>
              <a:rPr lang="en-MY" sz="2200" b="1" dirty="0">
                <a:solidFill>
                  <a:srgbClr val="FF0000"/>
                </a:solidFill>
              </a:rPr>
              <a:t>password authentication </a:t>
            </a:r>
            <a:r>
              <a:rPr lang="en-MY" sz="2200" dirty="0"/>
              <a:t>in identifying an entity.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MY" sz="2200" dirty="0"/>
              <a:t>To understand the concept of </a:t>
            </a:r>
            <a:r>
              <a:rPr lang="en-MY" sz="2200" b="1" dirty="0">
                <a:solidFill>
                  <a:srgbClr val="FF0000"/>
                </a:solidFill>
              </a:rPr>
              <a:t>biometric authentication</a:t>
            </a:r>
            <a:r>
              <a:rPr lang="en-MY" sz="2200" dirty="0"/>
              <a:t>.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MY" sz="2200" dirty="0"/>
              <a:t>To understand the concept of </a:t>
            </a:r>
            <a:r>
              <a:rPr lang="en-MY" sz="2200" b="1" dirty="0">
                <a:solidFill>
                  <a:srgbClr val="FF0000"/>
                </a:solidFill>
              </a:rPr>
              <a:t>multi-factor authentication </a:t>
            </a:r>
            <a:r>
              <a:rPr lang="en-MY" sz="2200" dirty="0"/>
              <a:t>in cryptography and data security.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MY" sz="2200" dirty="0"/>
          </a:p>
        </p:txBody>
      </p:sp>
    </p:spTree>
    <p:extLst>
      <p:ext uri="{BB962C8B-B14F-4D97-AF65-F5344CB8AC3E}">
        <p14:creationId xmlns:p14="http://schemas.microsoft.com/office/powerpoint/2010/main" val="1364996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DA575-F97E-11E5-2596-D7EA9F224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42207"/>
          </a:xfrm>
        </p:spPr>
        <p:txBody>
          <a:bodyPr>
            <a:normAutofit/>
          </a:bodyPr>
          <a:lstStyle/>
          <a:p>
            <a:pPr algn="ctr"/>
            <a:r>
              <a:rPr lang="en-MY" sz="5400" b="1" dirty="0">
                <a:solidFill>
                  <a:srgbClr val="C00000"/>
                </a:solidFill>
              </a:rPr>
              <a:t>ENTITY</a:t>
            </a:r>
            <a:br>
              <a:rPr lang="en-MY" sz="5400" b="1" dirty="0"/>
            </a:br>
            <a:r>
              <a:rPr lang="en-MY" sz="5400" b="1" dirty="0"/>
              <a:t>AUTHENTICATION</a:t>
            </a:r>
            <a:br>
              <a:rPr lang="en-MY" sz="5400" b="1" dirty="0"/>
            </a:br>
            <a:r>
              <a:rPr lang="en-MY" sz="5400" b="1" dirty="0"/>
              <a:t>(</a:t>
            </a:r>
            <a:r>
              <a:rPr lang="en-MY" sz="5400" b="1" i="1" dirty="0">
                <a:solidFill>
                  <a:srgbClr val="7030A0"/>
                </a:solidFill>
              </a:rPr>
              <a:t>OVERVIEW</a:t>
            </a:r>
            <a:r>
              <a:rPr lang="en-MY" sz="5400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41151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DA575-F97E-11E5-2596-D7EA9F224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3600" b="1" dirty="0"/>
              <a:t>Entity Authentication – </a:t>
            </a:r>
            <a:r>
              <a:rPr lang="en-MY" sz="3600" b="1" dirty="0">
                <a:solidFill>
                  <a:srgbClr val="7030A0"/>
                </a:solidFill>
              </a:rPr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B5554-ACD4-AC52-38CB-1D0478C1FB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0115"/>
            <a:ext cx="10515600" cy="3859742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MY" sz="2000" b="1" dirty="0">
                <a:solidFill>
                  <a:srgbClr val="FF0000"/>
                </a:solidFill>
              </a:rPr>
              <a:t>Entity authentication </a:t>
            </a:r>
            <a:r>
              <a:rPr lang="en-MY" sz="2000" dirty="0"/>
              <a:t>is a technique designed to allow a person to </a:t>
            </a:r>
            <a:r>
              <a:rPr lang="en-MY" sz="2000" b="1" dirty="0">
                <a:solidFill>
                  <a:srgbClr val="0070C0"/>
                </a:solidFill>
              </a:rPr>
              <a:t>identify himself</a:t>
            </a:r>
            <a:r>
              <a:rPr lang="en-MY" sz="2000" dirty="0"/>
              <a:t>, or to </a:t>
            </a:r>
            <a:r>
              <a:rPr lang="en-MY" sz="2000" b="1" dirty="0">
                <a:solidFill>
                  <a:srgbClr val="00B050"/>
                </a:solidFill>
              </a:rPr>
              <a:t>prove the identity of another person</a:t>
            </a:r>
            <a:r>
              <a:rPr lang="en-MY" sz="2000" dirty="0"/>
              <a:t>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MY" sz="2000" dirty="0"/>
              <a:t>Any one can authenticate himself (claimant) via one of the following three types of witnesses: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MY" sz="2000" b="1" dirty="0"/>
              <a:t>Something that a person </a:t>
            </a:r>
            <a:r>
              <a:rPr lang="en-MY" sz="2000" b="1" dirty="0">
                <a:solidFill>
                  <a:srgbClr val="0000FF"/>
                </a:solidFill>
              </a:rPr>
              <a:t>knows</a:t>
            </a:r>
            <a:r>
              <a:rPr lang="en-MY" sz="2000" dirty="0"/>
              <a:t>. A secret information that only known by the claimant that can be checked by the verifier. For example, password.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MY" sz="2000" b="1" dirty="0"/>
              <a:t>Something that a person </a:t>
            </a:r>
            <a:r>
              <a:rPr lang="en-MY" sz="2000" b="1" dirty="0">
                <a:solidFill>
                  <a:srgbClr val="0000FF"/>
                </a:solidFill>
              </a:rPr>
              <a:t>has</a:t>
            </a:r>
            <a:r>
              <a:rPr lang="en-MY" sz="2000" dirty="0"/>
              <a:t>. An object that provided by the claimant to prove his identity. For example, passport, ID card, and credit card.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MY" sz="2000" b="1" dirty="0"/>
              <a:t>Something that a person </a:t>
            </a:r>
            <a:r>
              <a:rPr lang="en-MY" sz="2000" b="1" dirty="0">
                <a:solidFill>
                  <a:srgbClr val="0000FF"/>
                </a:solidFill>
              </a:rPr>
              <a:t>is</a:t>
            </a:r>
            <a:r>
              <a:rPr lang="en-MY" sz="2000" dirty="0"/>
              <a:t>. An unique inherent characteristic of the claimant. For example, fingerprint, voice, and handwriting. </a:t>
            </a:r>
          </a:p>
        </p:txBody>
      </p:sp>
    </p:spTree>
    <p:extLst>
      <p:ext uri="{BB962C8B-B14F-4D97-AF65-F5344CB8AC3E}">
        <p14:creationId xmlns:p14="http://schemas.microsoft.com/office/powerpoint/2010/main" val="14926132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DA575-F97E-11E5-2596-D7EA9F224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3600" b="1" dirty="0"/>
              <a:t>Entity Authentication – </a:t>
            </a:r>
            <a:r>
              <a:rPr lang="en-MY" sz="3600" b="1" dirty="0">
                <a:solidFill>
                  <a:srgbClr val="7030A0"/>
                </a:solidFill>
              </a:rPr>
              <a:t>Overview</a:t>
            </a:r>
            <a:endParaRPr lang="en-MY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B5554-ACD4-AC52-38CB-1D0478C1FB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MY" sz="2000" b="1" dirty="0">
                <a:solidFill>
                  <a:srgbClr val="FF0000"/>
                </a:solidFill>
              </a:rPr>
              <a:t>Differences</a:t>
            </a:r>
            <a:r>
              <a:rPr lang="en-MY" sz="2000" dirty="0"/>
              <a:t> between </a:t>
            </a:r>
            <a:r>
              <a:rPr lang="en-MY" sz="2000" b="1" dirty="0"/>
              <a:t>message authentication </a:t>
            </a:r>
            <a:r>
              <a:rPr lang="en-MY" sz="2000" dirty="0"/>
              <a:t>and </a:t>
            </a:r>
            <a:r>
              <a:rPr lang="en-MY" sz="2000" b="1" dirty="0">
                <a:solidFill>
                  <a:srgbClr val="7030A0"/>
                </a:solidFill>
              </a:rPr>
              <a:t>entity authentication</a:t>
            </a:r>
            <a:r>
              <a:rPr lang="en-MY" sz="2000" dirty="0"/>
              <a:t>: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7075B41C-EF11-703A-1DC3-D8373CE509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5881317"/>
              </p:ext>
            </p:extLst>
          </p:nvPr>
        </p:nvGraphicFramePr>
        <p:xfrm>
          <a:off x="899788" y="2486320"/>
          <a:ext cx="10392424" cy="3431637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5196212">
                  <a:extLst>
                    <a:ext uri="{9D8B030D-6E8A-4147-A177-3AD203B41FA5}">
                      <a16:colId xmlns:a16="http://schemas.microsoft.com/office/drawing/2014/main" val="2295690492"/>
                    </a:ext>
                  </a:extLst>
                </a:gridCol>
                <a:gridCol w="5196212">
                  <a:extLst>
                    <a:ext uri="{9D8B030D-6E8A-4147-A177-3AD203B41FA5}">
                      <a16:colId xmlns:a16="http://schemas.microsoft.com/office/drawing/2014/main" val="1350735693"/>
                    </a:ext>
                  </a:extLst>
                </a:gridCol>
              </a:tblGrid>
              <a:tr h="482759">
                <a:tc>
                  <a:txBody>
                    <a:bodyPr/>
                    <a:lstStyle/>
                    <a:p>
                      <a:pPr algn="ctr"/>
                      <a:r>
                        <a:rPr lang="en-MY" sz="2000" dirty="0"/>
                        <a:t>Message Authentication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000" dirty="0"/>
                        <a:t>Entity Authentication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8954969"/>
                  </a:ext>
                </a:extLst>
              </a:tr>
              <a:tr h="1817332"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MY" sz="2000" dirty="0"/>
                        <a:t>Might not happen in real time. 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MY" sz="2000" dirty="0"/>
                        <a:t>The sender may not presence during message authentication by the receiver.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MY" sz="2000" dirty="0"/>
                        <a:t>It happens in real time. 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MY" sz="2000" dirty="0"/>
                        <a:t>Both sender and receiver must presence during authentication.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MY" sz="2000" dirty="0"/>
                        <a:t>No real message communication involved until it is done.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8116057"/>
                  </a:ext>
                </a:extLst>
              </a:tr>
              <a:tr h="1131546"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MY" sz="2000" dirty="0"/>
                        <a:t>It only authenticates one message at a time.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MY" sz="2000" dirty="0"/>
                        <a:t>It authenticates the entity for the entire duration of the communication.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58435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64496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DA575-F97E-11E5-2596-D7EA9F224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42207"/>
          </a:xfrm>
        </p:spPr>
        <p:txBody>
          <a:bodyPr>
            <a:normAutofit/>
          </a:bodyPr>
          <a:lstStyle/>
          <a:p>
            <a:pPr algn="ctr"/>
            <a:r>
              <a:rPr lang="en-MY" sz="5400" b="1" dirty="0">
                <a:solidFill>
                  <a:srgbClr val="FF0000"/>
                </a:solidFill>
              </a:rPr>
              <a:t>PASSWORD</a:t>
            </a:r>
            <a:br>
              <a:rPr lang="en-MY" sz="5400" b="1" dirty="0"/>
            </a:br>
            <a:r>
              <a:rPr lang="en-MY" sz="5400" b="1" dirty="0"/>
              <a:t>AUTHENTICATION</a:t>
            </a:r>
          </a:p>
        </p:txBody>
      </p:sp>
    </p:spTree>
    <p:extLst>
      <p:ext uri="{BB962C8B-B14F-4D97-AF65-F5344CB8AC3E}">
        <p14:creationId xmlns:p14="http://schemas.microsoft.com/office/powerpoint/2010/main" val="3281585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DA575-F97E-11E5-2596-D7EA9F224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3600" b="1" dirty="0">
                <a:solidFill>
                  <a:srgbClr val="FF0000"/>
                </a:solidFill>
              </a:rPr>
              <a:t>Password</a:t>
            </a:r>
            <a:r>
              <a:rPr lang="en-MY" sz="3600" b="1" dirty="0"/>
              <a:t> Authentication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B5554-ACD4-AC52-38CB-1D0478C1FB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MY" sz="2000" dirty="0"/>
              <a:t>The oldest and simplest method of entity authentication, it is ‘</a:t>
            </a:r>
            <a:r>
              <a:rPr lang="en-MY" sz="2000" b="1" dirty="0">
                <a:solidFill>
                  <a:srgbClr val="0000FF"/>
                </a:solidFill>
              </a:rPr>
              <a:t>something</a:t>
            </a:r>
            <a:r>
              <a:rPr lang="en-MY" sz="2000" dirty="0"/>
              <a:t>’</a:t>
            </a:r>
            <a:r>
              <a:rPr lang="en-MY" sz="2000" b="1" dirty="0">
                <a:solidFill>
                  <a:srgbClr val="0000FF"/>
                </a:solidFill>
              </a:rPr>
              <a:t> that the claimant knows</a:t>
            </a:r>
            <a:r>
              <a:rPr lang="en-MY" sz="2000" dirty="0"/>
              <a:t>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MY" sz="2000" dirty="0"/>
              <a:t>Each user has a </a:t>
            </a:r>
            <a:r>
              <a:rPr lang="en-MY" sz="2000" b="1" dirty="0"/>
              <a:t>user identification that is public</a:t>
            </a:r>
            <a:r>
              <a:rPr lang="en-MY" sz="2000" dirty="0"/>
              <a:t>, and a </a:t>
            </a:r>
            <a:r>
              <a:rPr lang="en-MY" sz="2000" b="1" dirty="0"/>
              <a:t>password that is private</a:t>
            </a:r>
            <a:r>
              <a:rPr lang="en-MY" sz="2000" dirty="0"/>
              <a:t>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MY" sz="2000" dirty="0"/>
              <a:t>The password authentication can be categorized into two groups: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MY" sz="2000" b="1" dirty="0">
                <a:solidFill>
                  <a:srgbClr val="00B050"/>
                </a:solidFill>
              </a:rPr>
              <a:t>Fixed Password</a:t>
            </a:r>
            <a:r>
              <a:rPr lang="en-MY" sz="2000" dirty="0"/>
              <a:t>. A password that is used over and over again for every access.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MY" sz="2000" b="1" dirty="0">
                <a:solidFill>
                  <a:srgbClr val="7030A0"/>
                </a:solidFill>
              </a:rPr>
              <a:t>One-Time Password</a:t>
            </a:r>
            <a:r>
              <a:rPr lang="en-MY" sz="2000" dirty="0"/>
              <a:t>. A password that is used only once.</a:t>
            </a:r>
          </a:p>
        </p:txBody>
      </p:sp>
    </p:spTree>
    <p:extLst>
      <p:ext uri="{BB962C8B-B14F-4D97-AF65-F5344CB8AC3E}">
        <p14:creationId xmlns:p14="http://schemas.microsoft.com/office/powerpoint/2010/main" val="3530793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DA575-F97E-11E5-2596-D7EA9F224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42207"/>
          </a:xfrm>
        </p:spPr>
        <p:txBody>
          <a:bodyPr>
            <a:normAutofit/>
          </a:bodyPr>
          <a:lstStyle/>
          <a:p>
            <a:pPr algn="ctr"/>
            <a:r>
              <a:rPr lang="en-MY" sz="5400" b="1" dirty="0">
                <a:solidFill>
                  <a:srgbClr val="FF0000"/>
                </a:solidFill>
              </a:rPr>
              <a:t>PASSWORD</a:t>
            </a:r>
            <a:br>
              <a:rPr lang="en-MY" sz="5400" b="1" dirty="0"/>
            </a:br>
            <a:r>
              <a:rPr lang="en-MY" sz="5400" b="1" dirty="0"/>
              <a:t>AUTHENTICATION</a:t>
            </a:r>
            <a:br>
              <a:rPr lang="en-MY" sz="5400" b="1" dirty="0"/>
            </a:br>
            <a:br>
              <a:rPr lang="en-MY" sz="5400" b="1" dirty="0"/>
            </a:br>
            <a:r>
              <a:rPr lang="en-MY" sz="5400" b="1" i="1" dirty="0">
                <a:solidFill>
                  <a:srgbClr val="00B050"/>
                </a:solidFill>
              </a:rPr>
              <a:t>FIXED PASSWORD</a:t>
            </a:r>
          </a:p>
        </p:txBody>
      </p:sp>
    </p:spTree>
    <p:extLst>
      <p:ext uri="{BB962C8B-B14F-4D97-AF65-F5344CB8AC3E}">
        <p14:creationId xmlns:p14="http://schemas.microsoft.com/office/powerpoint/2010/main" val="11884291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DA575-F97E-11E5-2596-D7EA9F224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3600" b="1" dirty="0">
                <a:solidFill>
                  <a:srgbClr val="00B050"/>
                </a:solidFill>
              </a:rPr>
              <a:t>Fixed</a:t>
            </a:r>
            <a:r>
              <a:rPr lang="en-MY" sz="3600" b="1" dirty="0"/>
              <a:t> Password – </a:t>
            </a:r>
            <a:r>
              <a:rPr lang="en-MY" sz="3600" b="1" dirty="0">
                <a:solidFill>
                  <a:srgbClr val="0000FF"/>
                </a:solidFill>
              </a:rPr>
              <a:t>First</a:t>
            </a:r>
            <a:r>
              <a:rPr lang="en-MY" sz="3600" b="1" dirty="0"/>
              <a:t> Approach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B5554-ACD4-AC52-38CB-1D0478C1FB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MY" sz="2000" b="1" dirty="0"/>
              <a:t>First Approach</a:t>
            </a:r>
            <a:r>
              <a:rPr lang="en-MY" sz="2000" dirty="0"/>
              <a:t>. 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MY" sz="2000" dirty="0"/>
              <a:t>The basic approach of password authentication.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MY" sz="2000" dirty="0"/>
              <a:t>The system stores the password file containing </a:t>
            </a:r>
            <a:r>
              <a:rPr lang="en-MY" sz="2000" b="1" dirty="0">
                <a:solidFill>
                  <a:srgbClr val="002060"/>
                </a:solidFill>
              </a:rPr>
              <a:t>User ID </a:t>
            </a:r>
            <a:r>
              <a:rPr lang="en-MY" sz="2000" dirty="0"/>
              <a:t>and </a:t>
            </a:r>
            <a:r>
              <a:rPr lang="en-MY" sz="2000" b="1" dirty="0">
                <a:solidFill>
                  <a:srgbClr val="002060"/>
                </a:solidFill>
              </a:rPr>
              <a:t>password</a:t>
            </a:r>
            <a:r>
              <a:rPr lang="en-MY" sz="2000" b="1" dirty="0">
                <a:solidFill>
                  <a:srgbClr val="FF0000"/>
                </a:solidFill>
              </a:rPr>
              <a:t> (in </a:t>
            </a:r>
            <a:r>
              <a:rPr lang="en-MY" sz="2000" b="1" dirty="0">
                <a:solidFill>
                  <a:srgbClr val="0000FF"/>
                </a:solidFill>
              </a:rPr>
              <a:t>plaintext</a:t>
            </a:r>
            <a:r>
              <a:rPr lang="en-MY" sz="2000" b="1" dirty="0">
                <a:solidFill>
                  <a:srgbClr val="FF0000"/>
                </a:solidFill>
              </a:rPr>
              <a:t> form)</a:t>
            </a:r>
            <a:r>
              <a:rPr lang="en-MY" sz="2000" dirty="0"/>
              <a:t>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MY" sz="2000" dirty="0"/>
              <a:t>To access the system resources, the user sends his User ID and password to the system. The system </a:t>
            </a:r>
            <a:r>
              <a:rPr lang="en-MY" sz="2000" b="1" dirty="0">
                <a:solidFill>
                  <a:srgbClr val="00B050"/>
                </a:solidFill>
              </a:rPr>
              <a:t>search through</a:t>
            </a:r>
            <a:r>
              <a:rPr lang="en-MY" sz="2000" dirty="0"/>
              <a:t> the password file and if there is a match, access is granted. Otherwise, it is denied.</a:t>
            </a:r>
          </a:p>
        </p:txBody>
      </p:sp>
    </p:spTree>
    <p:extLst>
      <p:ext uri="{BB962C8B-B14F-4D97-AF65-F5344CB8AC3E}">
        <p14:creationId xmlns:p14="http://schemas.microsoft.com/office/powerpoint/2010/main" val="13099442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8D5C2F1-AAB7-2848-ECBC-B641E38A8D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836" y="1856217"/>
            <a:ext cx="9912327" cy="447961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BA769EC0-6D21-467C-8F34-93924EBD0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MY" sz="3600" b="1" dirty="0">
                <a:solidFill>
                  <a:srgbClr val="00B050"/>
                </a:solidFill>
              </a:rPr>
              <a:t>Fixed</a:t>
            </a:r>
            <a:r>
              <a:rPr lang="en-MY" sz="3600" b="1" dirty="0"/>
              <a:t> Password – </a:t>
            </a:r>
            <a:r>
              <a:rPr lang="en-MY" sz="3600" b="1" dirty="0">
                <a:solidFill>
                  <a:srgbClr val="0000FF"/>
                </a:solidFill>
              </a:rPr>
              <a:t>First</a:t>
            </a:r>
            <a:r>
              <a:rPr lang="en-MY" sz="3600" b="1" dirty="0"/>
              <a:t> Approach </a:t>
            </a:r>
          </a:p>
        </p:txBody>
      </p:sp>
    </p:spTree>
    <p:extLst>
      <p:ext uri="{BB962C8B-B14F-4D97-AF65-F5344CB8AC3E}">
        <p14:creationId xmlns:p14="http://schemas.microsoft.com/office/powerpoint/2010/main" val="5459513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DA575-F97E-11E5-2596-D7EA9F224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3600" b="1" dirty="0">
                <a:solidFill>
                  <a:srgbClr val="00B050"/>
                </a:solidFill>
              </a:rPr>
              <a:t>Fixed</a:t>
            </a:r>
            <a:r>
              <a:rPr lang="en-MY" sz="3600" b="1" dirty="0"/>
              <a:t> Password – </a:t>
            </a:r>
            <a:r>
              <a:rPr lang="en-MY" sz="3600" b="1" dirty="0">
                <a:solidFill>
                  <a:srgbClr val="0000FF"/>
                </a:solidFill>
              </a:rPr>
              <a:t>Second</a:t>
            </a:r>
            <a:r>
              <a:rPr lang="en-MY" sz="3600" b="1" dirty="0"/>
              <a:t> Approach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B5554-ACD4-AC52-38CB-1D0478C1FB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 algn="just">
              <a:buFont typeface="+mj-lt"/>
              <a:buAutoNum type="arabicPeriod" startAt="2"/>
            </a:pPr>
            <a:r>
              <a:rPr lang="en-MY" sz="2000" b="1" dirty="0"/>
              <a:t>Second Approach</a:t>
            </a:r>
            <a:r>
              <a:rPr lang="en-MY" sz="2000" dirty="0"/>
              <a:t>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MY" sz="2000" dirty="0"/>
              <a:t>A more secure approach where the </a:t>
            </a:r>
            <a:r>
              <a:rPr lang="en-MY" sz="2000" b="1" dirty="0">
                <a:solidFill>
                  <a:srgbClr val="FF0000"/>
                </a:solidFill>
              </a:rPr>
              <a:t>password is hashed</a:t>
            </a:r>
            <a:r>
              <a:rPr lang="en-MY" sz="2000" dirty="0"/>
              <a:t>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MY" sz="2000" dirty="0"/>
              <a:t>When the password is created for the first time by a user, the system hashes it and stores both the </a:t>
            </a:r>
            <a:r>
              <a:rPr lang="en-MY" sz="2000" b="1" dirty="0">
                <a:solidFill>
                  <a:srgbClr val="002060"/>
                </a:solidFill>
              </a:rPr>
              <a:t>User ID </a:t>
            </a:r>
            <a:r>
              <a:rPr lang="en-MY" sz="2000" dirty="0"/>
              <a:t>and the corresponding </a:t>
            </a:r>
            <a:r>
              <a:rPr lang="en-MY" sz="2000" b="1" dirty="0">
                <a:solidFill>
                  <a:srgbClr val="002060"/>
                </a:solidFill>
              </a:rPr>
              <a:t>hashed password</a:t>
            </a:r>
            <a:r>
              <a:rPr lang="en-MY" sz="2000" b="1" dirty="0"/>
              <a:t> </a:t>
            </a:r>
            <a:r>
              <a:rPr lang="en-MY" sz="2000" dirty="0"/>
              <a:t>in the password file.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MY" sz="2000" dirty="0"/>
              <a:t>To access the system resources, the user sends his User ID and password to the system. The system </a:t>
            </a:r>
            <a:r>
              <a:rPr lang="en-MY" sz="2000" b="1" dirty="0">
                <a:solidFill>
                  <a:srgbClr val="00B050"/>
                </a:solidFill>
              </a:rPr>
              <a:t>hashes the password and compares the hash stored in </a:t>
            </a:r>
            <a:r>
              <a:rPr lang="en-MY" sz="2000" dirty="0"/>
              <a:t>the password file. If there is a match, access is granted. Otherwise, it is denied.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MY" sz="2000" dirty="0"/>
          </a:p>
        </p:txBody>
      </p:sp>
    </p:spTree>
    <p:extLst>
      <p:ext uri="{BB962C8B-B14F-4D97-AF65-F5344CB8AC3E}">
        <p14:creationId xmlns:p14="http://schemas.microsoft.com/office/powerpoint/2010/main" val="39599661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DA575-F97E-11E5-2596-D7EA9F224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3600" b="1" dirty="0">
                <a:solidFill>
                  <a:srgbClr val="00B050"/>
                </a:solidFill>
              </a:rPr>
              <a:t>Fixed</a:t>
            </a:r>
            <a:r>
              <a:rPr lang="en-MY" sz="3600" b="1" dirty="0"/>
              <a:t> Password – </a:t>
            </a:r>
            <a:r>
              <a:rPr lang="en-MY" sz="3600" b="1" dirty="0">
                <a:solidFill>
                  <a:srgbClr val="0000FF"/>
                </a:solidFill>
              </a:rPr>
              <a:t>Second</a:t>
            </a:r>
            <a:r>
              <a:rPr lang="en-MY" sz="3600" b="1" dirty="0"/>
              <a:t> Approach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0D3FF3-BF8D-EA78-5472-B2F493FDDB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676" y="1820707"/>
            <a:ext cx="10078648" cy="4479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470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DA575-F97E-11E5-2596-D7EA9F224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3600" b="1" dirty="0">
                <a:solidFill>
                  <a:srgbClr val="00B050"/>
                </a:solidFill>
              </a:rPr>
              <a:t>Fixed</a:t>
            </a:r>
            <a:r>
              <a:rPr lang="en-MY" sz="3600" b="1" dirty="0"/>
              <a:t> Password – </a:t>
            </a:r>
            <a:r>
              <a:rPr lang="en-MY" sz="3600" b="1" dirty="0">
                <a:solidFill>
                  <a:srgbClr val="0000FF"/>
                </a:solidFill>
              </a:rPr>
              <a:t>Third</a:t>
            </a:r>
            <a:r>
              <a:rPr lang="en-MY" sz="3600" b="1" dirty="0"/>
              <a:t> Approach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B5554-ACD4-AC52-38CB-1D0478C1FB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 algn="just">
              <a:buFont typeface="+mj-lt"/>
              <a:buAutoNum type="arabicPeriod" startAt="3"/>
            </a:pPr>
            <a:r>
              <a:rPr lang="en-MY" sz="2000" b="1" dirty="0"/>
              <a:t>Third Approach</a:t>
            </a:r>
            <a:r>
              <a:rPr lang="en-MY" sz="2000" dirty="0"/>
              <a:t>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MY" sz="2000" dirty="0"/>
              <a:t>In this approach, </a:t>
            </a:r>
            <a:r>
              <a:rPr lang="en-MY" sz="2000" b="1" dirty="0">
                <a:solidFill>
                  <a:srgbClr val="FF0000"/>
                </a:solidFill>
              </a:rPr>
              <a:t>a salt (random string) </a:t>
            </a:r>
            <a:r>
              <a:rPr lang="en-MY" sz="2000" dirty="0"/>
              <a:t>is added into the password before hashing it.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MY" sz="2000" dirty="0"/>
              <a:t>When the password is created for the first time by a user, a salt is concatenated with the password and is then hashed.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MY" sz="2000" dirty="0"/>
              <a:t>The system stores the </a:t>
            </a:r>
            <a:r>
              <a:rPr lang="en-MY" sz="2000" b="1" dirty="0">
                <a:solidFill>
                  <a:srgbClr val="002060"/>
                </a:solidFill>
              </a:rPr>
              <a:t>User ID</a:t>
            </a:r>
            <a:r>
              <a:rPr lang="en-MY" sz="2000" dirty="0"/>
              <a:t>, the </a:t>
            </a:r>
            <a:r>
              <a:rPr lang="en-MY" sz="2000" b="1" dirty="0">
                <a:solidFill>
                  <a:srgbClr val="002060"/>
                </a:solidFill>
              </a:rPr>
              <a:t>salt</a:t>
            </a:r>
            <a:r>
              <a:rPr lang="en-MY" sz="2000" dirty="0"/>
              <a:t> and the corresponding </a:t>
            </a:r>
            <a:r>
              <a:rPr lang="en-MY" sz="2000" b="1" dirty="0">
                <a:solidFill>
                  <a:srgbClr val="002060"/>
                </a:solidFill>
              </a:rPr>
              <a:t>hashed salted password </a:t>
            </a:r>
            <a:r>
              <a:rPr lang="en-MY" sz="2000" dirty="0"/>
              <a:t>in the password file.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MY" sz="2000" dirty="0"/>
              <a:t>To access the system resources, the user sends his User ID and password to the system. The system </a:t>
            </a:r>
            <a:r>
              <a:rPr lang="en-MY" sz="2000" b="1" dirty="0">
                <a:solidFill>
                  <a:srgbClr val="0000FF"/>
                </a:solidFill>
              </a:rPr>
              <a:t>extract the salt</a:t>
            </a:r>
            <a:r>
              <a:rPr lang="en-MY" sz="2000" dirty="0"/>
              <a:t>,</a:t>
            </a:r>
            <a:r>
              <a:rPr lang="en-MY" sz="2000" b="1" dirty="0">
                <a:solidFill>
                  <a:srgbClr val="00B050"/>
                </a:solidFill>
              </a:rPr>
              <a:t> </a:t>
            </a:r>
            <a:r>
              <a:rPr lang="en-MY" sz="2000" b="1" dirty="0">
                <a:solidFill>
                  <a:srgbClr val="0000FF"/>
                </a:solidFill>
              </a:rPr>
              <a:t>concatenate it with the password and hashes it</a:t>
            </a:r>
            <a:r>
              <a:rPr lang="en-MY" sz="2000" dirty="0">
                <a:solidFill>
                  <a:srgbClr val="002060"/>
                </a:solidFill>
              </a:rPr>
              <a:t>. It then </a:t>
            </a:r>
            <a:r>
              <a:rPr lang="en-MY" sz="2000" b="1" dirty="0">
                <a:solidFill>
                  <a:srgbClr val="00B050"/>
                </a:solidFill>
              </a:rPr>
              <a:t>compares with the hash stored in </a:t>
            </a:r>
            <a:r>
              <a:rPr lang="en-MY" sz="2000" dirty="0"/>
              <a:t>the password file. If there is a match, access is granted. Otherwise, it is denied.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MY" sz="2000" dirty="0"/>
          </a:p>
        </p:txBody>
      </p:sp>
    </p:spTree>
    <p:extLst>
      <p:ext uri="{BB962C8B-B14F-4D97-AF65-F5344CB8AC3E}">
        <p14:creationId xmlns:p14="http://schemas.microsoft.com/office/powerpoint/2010/main" val="27017696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DA575-F97E-11E5-2596-D7EA9F224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3600" b="1" dirty="0">
                <a:solidFill>
                  <a:srgbClr val="00B050"/>
                </a:solidFill>
              </a:rPr>
              <a:t>Fixed</a:t>
            </a:r>
            <a:r>
              <a:rPr lang="en-MY" sz="3600" b="1" dirty="0"/>
              <a:t> Password – </a:t>
            </a:r>
            <a:r>
              <a:rPr lang="en-MY" sz="3600" b="1" dirty="0">
                <a:solidFill>
                  <a:srgbClr val="0000FF"/>
                </a:solidFill>
              </a:rPr>
              <a:t>Third</a:t>
            </a:r>
            <a:r>
              <a:rPr lang="en-MY" sz="3600" b="1" dirty="0"/>
              <a:t> Approach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F40BCC-F93B-CA1C-89C4-AA9FBFE054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464" y="1436705"/>
            <a:ext cx="10653071" cy="5194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4565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DA575-F97E-11E5-2596-D7EA9F224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42207"/>
          </a:xfrm>
        </p:spPr>
        <p:txBody>
          <a:bodyPr>
            <a:normAutofit/>
          </a:bodyPr>
          <a:lstStyle/>
          <a:p>
            <a:pPr algn="ctr"/>
            <a:r>
              <a:rPr lang="en-MY" sz="5400" b="1" dirty="0">
                <a:solidFill>
                  <a:srgbClr val="FF0000"/>
                </a:solidFill>
              </a:rPr>
              <a:t>PASSWORD</a:t>
            </a:r>
            <a:br>
              <a:rPr lang="en-MY" sz="5400" b="1" dirty="0"/>
            </a:br>
            <a:r>
              <a:rPr lang="en-MY" sz="5400" b="1" dirty="0"/>
              <a:t>AUTHENTICATION</a:t>
            </a:r>
            <a:br>
              <a:rPr lang="en-MY" sz="5400" b="1" dirty="0"/>
            </a:br>
            <a:br>
              <a:rPr lang="en-MY" sz="5400" b="1" dirty="0"/>
            </a:br>
            <a:r>
              <a:rPr lang="en-MY" sz="5400" b="1" i="1" dirty="0">
                <a:solidFill>
                  <a:srgbClr val="7030A0"/>
                </a:solidFill>
              </a:rPr>
              <a:t>ONE-TIME</a:t>
            </a:r>
            <a:r>
              <a:rPr lang="en-MY" sz="5400" b="1" i="1" dirty="0">
                <a:solidFill>
                  <a:srgbClr val="00B050"/>
                </a:solidFill>
              </a:rPr>
              <a:t> </a:t>
            </a:r>
            <a:r>
              <a:rPr lang="en-MY" sz="5400" b="1" i="1" dirty="0">
                <a:solidFill>
                  <a:srgbClr val="7030A0"/>
                </a:solidFill>
              </a:rPr>
              <a:t>PASSWORD</a:t>
            </a:r>
          </a:p>
        </p:txBody>
      </p:sp>
    </p:spTree>
    <p:extLst>
      <p:ext uri="{BB962C8B-B14F-4D97-AF65-F5344CB8AC3E}">
        <p14:creationId xmlns:p14="http://schemas.microsoft.com/office/powerpoint/2010/main" val="582913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DA575-F97E-11E5-2596-D7EA9F224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3600" b="1" dirty="0">
                <a:solidFill>
                  <a:srgbClr val="7030A0"/>
                </a:solidFill>
              </a:rPr>
              <a:t>One-Time</a:t>
            </a:r>
            <a:r>
              <a:rPr lang="en-MY" sz="3600" b="1" dirty="0"/>
              <a:t> Password – </a:t>
            </a:r>
            <a:r>
              <a:rPr lang="en-MY" sz="3600" b="1" dirty="0">
                <a:solidFill>
                  <a:srgbClr val="FF0000"/>
                </a:solidFill>
              </a:rPr>
              <a:t>First</a:t>
            </a:r>
            <a:r>
              <a:rPr lang="en-MY" sz="3600" b="1" dirty="0"/>
              <a:t>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B5554-ACD4-AC52-38CB-1D0478C1FB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MY" sz="2000" b="1" dirty="0"/>
              <a:t>First Approach</a:t>
            </a:r>
            <a:r>
              <a:rPr lang="en-MY" sz="2000" dirty="0"/>
              <a:t>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MY" sz="2000" dirty="0"/>
              <a:t>The user and the system agree upon </a:t>
            </a:r>
            <a:r>
              <a:rPr lang="en-MY" sz="2000" b="1" dirty="0">
                <a:solidFill>
                  <a:srgbClr val="0000FF"/>
                </a:solidFill>
              </a:rPr>
              <a:t>a list of passwords</a:t>
            </a:r>
            <a:r>
              <a:rPr lang="en-MY" sz="2000" dirty="0"/>
              <a:t>, with each password used only once.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MY" sz="2000" b="1" dirty="0">
                <a:solidFill>
                  <a:srgbClr val="00B050"/>
                </a:solidFill>
              </a:rPr>
              <a:t>Advantage</a:t>
            </a:r>
            <a:r>
              <a:rPr lang="en-MY" sz="2000" dirty="0"/>
              <a:t>:</a:t>
            </a:r>
          </a:p>
          <a:p>
            <a:pPr marL="857250" lvl="1" indent="-400050" algn="just">
              <a:buFont typeface="+mj-lt"/>
              <a:buAutoNum type="romanLcPeriod"/>
            </a:pPr>
            <a:r>
              <a:rPr lang="en-MY" dirty="0"/>
              <a:t>The scheme is secure from eavesdropping.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MY" sz="2000" b="1" dirty="0">
                <a:solidFill>
                  <a:srgbClr val="FF0000"/>
                </a:solidFill>
              </a:rPr>
              <a:t>Drawbacks</a:t>
            </a:r>
            <a:r>
              <a:rPr lang="en-MY" sz="2000" dirty="0"/>
              <a:t>:</a:t>
            </a:r>
          </a:p>
          <a:p>
            <a:pPr marL="971550" lvl="1" indent="-514350" algn="just">
              <a:buFont typeface="+mj-lt"/>
              <a:buAutoNum type="romanLcPeriod"/>
            </a:pPr>
            <a:r>
              <a:rPr lang="en-MY" dirty="0"/>
              <a:t>The user and the system must keep a long list of password.</a:t>
            </a:r>
          </a:p>
          <a:p>
            <a:pPr marL="971550" lvl="1" indent="-514350" algn="just">
              <a:buFont typeface="+mj-lt"/>
              <a:buAutoNum type="romanLcPeriod"/>
            </a:pPr>
            <a:r>
              <a:rPr lang="en-MY" dirty="0"/>
              <a:t>If the user does not use the password in sequence, the system needs to perform a long search to find the match.</a:t>
            </a:r>
          </a:p>
        </p:txBody>
      </p:sp>
    </p:spTree>
    <p:extLst>
      <p:ext uri="{BB962C8B-B14F-4D97-AF65-F5344CB8AC3E}">
        <p14:creationId xmlns:p14="http://schemas.microsoft.com/office/powerpoint/2010/main" val="10341485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DA575-F97E-11E5-2596-D7EA9F224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3600" b="1" dirty="0">
                <a:solidFill>
                  <a:srgbClr val="7030A0"/>
                </a:solidFill>
              </a:rPr>
              <a:t>One-Time</a:t>
            </a:r>
            <a:r>
              <a:rPr lang="en-MY" sz="3600" b="1" dirty="0"/>
              <a:t> Password – </a:t>
            </a:r>
            <a:r>
              <a:rPr lang="en-MY" sz="3600" b="1" dirty="0">
                <a:solidFill>
                  <a:srgbClr val="FF0000"/>
                </a:solidFill>
              </a:rPr>
              <a:t>Second</a:t>
            </a:r>
            <a:r>
              <a:rPr lang="en-MY" sz="3600" b="1" dirty="0"/>
              <a:t> Approach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06B5554-ACD4-AC52-38CB-1D0478C1FB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457200" indent="-457200" algn="just">
                  <a:buFont typeface="+mj-lt"/>
                  <a:buAutoNum type="arabicPeriod" startAt="2"/>
                </a:pPr>
                <a:r>
                  <a:rPr lang="en-MY" sz="2000" b="1" dirty="0"/>
                  <a:t>Second Approach</a:t>
                </a:r>
                <a:r>
                  <a:rPr lang="en-MY" sz="2000" dirty="0"/>
                  <a:t>.</a:t>
                </a:r>
              </a:p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n-MY" sz="2000" dirty="0"/>
                  <a:t>The user and the system agree to </a:t>
                </a:r>
                <a:r>
                  <a:rPr lang="en-MY" sz="2000" b="1" dirty="0">
                    <a:solidFill>
                      <a:srgbClr val="0000FF"/>
                    </a:solidFill>
                  </a:rPr>
                  <a:t>sequentially update the password</a:t>
                </a:r>
                <a:r>
                  <a:rPr lang="en-MY" sz="2000" dirty="0"/>
                  <a:t>.</a:t>
                </a:r>
              </a:p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n-MY" sz="2000" dirty="0"/>
                  <a:t>The user and the system agree on an original password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MY" sz="2000" dirty="0"/>
                  <a:t> that valid for the first access. During the access, second new password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0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0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MY" sz="20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MY" sz="2000" b="1" dirty="0">
                    <a:solidFill>
                      <a:srgbClr val="00B050"/>
                    </a:solidFill>
                  </a:rPr>
                  <a:t> is generated and encrypted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0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0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MY" sz="20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MY" sz="2000" dirty="0"/>
                  <a:t>. The same processes work for the subsequent access.</a:t>
                </a:r>
              </a:p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n-MY" sz="2000" dirty="0"/>
                  <a:t>Mathematically,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MY" sz="2000" dirty="0"/>
                  <a:t> is used to create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0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MY" sz="2000" dirty="0"/>
                  <a:t>.</a:t>
                </a:r>
              </a:p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n-MY" sz="2000" b="1" dirty="0">
                    <a:solidFill>
                      <a:srgbClr val="FF0000"/>
                    </a:solidFill>
                  </a:rPr>
                  <a:t>Drawback</a:t>
                </a:r>
                <a:r>
                  <a:rPr lang="en-MY" sz="2000" dirty="0"/>
                  <a:t>:</a:t>
                </a:r>
              </a:p>
              <a:p>
                <a:pPr marL="857250" lvl="1" indent="-400050" algn="just">
                  <a:buFont typeface="+mj-lt"/>
                  <a:buAutoNum type="romanLcPeriod"/>
                </a:pPr>
                <a:r>
                  <a:rPr lang="en-MY" dirty="0"/>
                  <a:t>If Eve can guess the first password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MY" dirty="0"/>
                  <a:t>, then she can find out all the subsequent passwords.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06B5554-ACD4-AC52-38CB-1D0478C1FB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8" t="-1735" r="-580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27597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DA575-F97E-11E5-2596-D7EA9F224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3600" b="1" dirty="0">
                <a:solidFill>
                  <a:srgbClr val="7030A0"/>
                </a:solidFill>
              </a:rPr>
              <a:t>One-Time</a:t>
            </a:r>
            <a:r>
              <a:rPr lang="en-MY" sz="3600" b="1" dirty="0"/>
              <a:t> Password – </a:t>
            </a:r>
            <a:r>
              <a:rPr lang="en-MY" sz="3600" b="1" dirty="0">
                <a:solidFill>
                  <a:srgbClr val="FF0000"/>
                </a:solidFill>
              </a:rPr>
              <a:t>Third</a:t>
            </a:r>
            <a:r>
              <a:rPr lang="en-MY" sz="3600" b="1" dirty="0"/>
              <a:t> Approach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06B5554-ACD4-AC52-38CB-1D0478C1FB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457200" indent="-457200" algn="just">
                  <a:buFont typeface="+mj-lt"/>
                  <a:buAutoNum type="arabicPeriod" startAt="3"/>
                </a:pPr>
                <a:r>
                  <a:rPr lang="en-MY" sz="2000" b="1" dirty="0"/>
                  <a:t>Third Approach (</a:t>
                </a:r>
                <a:r>
                  <a:rPr lang="en-MY" sz="2000" b="1" dirty="0" err="1"/>
                  <a:t>Lamport</a:t>
                </a:r>
                <a:r>
                  <a:rPr lang="en-MY" sz="2000" b="1" dirty="0"/>
                  <a:t> One-Time Password)</a:t>
                </a:r>
                <a:r>
                  <a:rPr lang="en-MY" sz="2000" dirty="0"/>
                  <a:t>.</a:t>
                </a:r>
              </a:p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n-MY" sz="2000" dirty="0"/>
                  <a:t>This approach was devised by Leslie </a:t>
                </a:r>
                <a:r>
                  <a:rPr lang="en-MY" sz="2000" dirty="0" err="1"/>
                  <a:t>Lamport</a:t>
                </a:r>
                <a:r>
                  <a:rPr lang="en-MY" sz="2000" dirty="0"/>
                  <a:t> in 1981, in which the user and the system </a:t>
                </a:r>
                <a:r>
                  <a:rPr lang="en-MY" sz="2000" b="1" dirty="0">
                    <a:solidFill>
                      <a:srgbClr val="0000FF"/>
                    </a:solidFill>
                  </a:rPr>
                  <a:t>create a sequentially updated password using a hash function</a:t>
                </a:r>
                <a:r>
                  <a:rPr lang="en-MY" sz="2000" dirty="0"/>
                  <a:t>.</a:t>
                </a:r>
              </a:p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n-MY" sz="2000" dirty="0"/>
                  <a:t>The user and the system initially agree upon an </a:t>
                </a:r>
                <a:r>
                  <a:rPr lang="en-MY" sz="2000" b="1" dirty="0">
                    <a:solidFill>
                      <a:srgbClr val="00B050"/>
                    </a:solidFill>
                  </a:rPr>
                  <a:t>original password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0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0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MY" sz="20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MY" sz="2000" dirty="0"/>
                  <a:t> and a </a:t>
                </a:r>
                <a:r>
                  <a:rPr lang="en-MY" sz="2000" b="1" dirty="0">
                    <a:solidFill>
                      <a:srgbClr val="00B050"/>
                    </a:solidFill>
                  </a:rPr>
                  <a:t>counter </a:t>
                </a:r>
                <a14:m>
                  <m:oMath xmlns:m="http://schemas.openxmlformats.org/officeDocument/2006/math">
                    <m:r>
                      <a:rPr lang="en-MY" sz="20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MY" sz="2000" dirty="0"/>
                  <a:t>. The system </a:t>
                </a:r>
                <a:r>
                  <a:rPr lang="en-MY" sz="2000" b="1" dirty="0">
                    <a:solidFill>
                      <a:srgbClr val="002060"/>
                    </a:solidFill>
                  </a:rPr>
                  <a:t>computes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MY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p>
                        <m:r>
                          <a:rPr lang="en-MY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  <m:d>
                      <m:dPr>
                        <m:ctrlPr>
                          <a:rPr lang="en-MY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MY" sz="20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sz="20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en-MY" sz="20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e>
                    </m:d>
                  </m:oMath>
                </a14:m>
                <a:r>
                  <a:rPr lang="en-MY" sz="2000" dirty="0"/>
                  <a:t>, where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MY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MY" sz="2000" dirty="0"/>
                  <a:t> indicate </a:t>
                </a:r>
                <a:r>
                  <a:rPr lang="en-MY" sz="2000" b="1" dirty="0">
                    <a:solidFill>
                      <a:srgbClr val="FF0000"/>
                    </a:solidFill>
                  </a:rPr>
                  <a:t>applying the hash function </a:t>
                </a:r>
                <a14:m>
                  <m:oMath xmlns:m="http://schemas.openxmlformats.org/officeDocument/2006/math">
                    <m:r>
                      <a:rPr lang="en-MY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MY" sz="2000" b="1" dirty="0">
                    <a:solidFill>
                      <a:srgbClr val="FF0000"/>
                    </a:solidFill>
                  </a:rPr>
                  <a:t> times</a:t>
                </a:r>
                <a:r>
                  <a:rPr lang="en-MY" sz="2000" dirty="0"/>
                  <a:t>.</a:t>
                </a:r>
              </a:p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n-MY" sz="2000" dirty="0"/>
                  <a:t>Mathematically,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06B5554-ACD4-AC52-38CB-1D0478C1FB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8" t="-1735" r="-580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5">
                <a:extLst>
                  <a:ext uri="{FF2B5EF4-FFF2-40B4-BE49-F238E27FC236}">
                    <a16:creationId xmlns:a16="http://schemas.microsoft.com/office/drawing/2014/main" id="{71F9B3B2-36F4-68C5-AEA2-73BB086E200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92469938"/>
                  </p:ext>
                </p:extLst>
              </p:nvPr>
            </p:nvGraphicFramePr>
            <p:xfrm>
              <a:off x="4008021" y="4208863"/>
              <a:ext cx="4175958" cy="2098929"/>
            </p:xfrm>
            <a:graphic>
              <a:graphicData uri="http://schemas.openxmlformats.org/drawingml/2006/table">
                <a:tbl>
                  <a:tblPr firstRow="1" bandRow="1">
                    <a:tableStyleId>{ED083AE6-46FA-4A59-8FB0-9F97EB10719F}</a:tableStyleId>
                  </a:tblPr>
                  <a:tblGrid>
                    <a:gridCol w="1391986">
                      <a:extLst>
                        <a:ext uri="{9D8B030D-6E8A-4147-A177-3AD203B41FA5}">
                          <a16:colId xmlns:a16="http://schemas.microsoft.com/office/drawing/2014/main" val="1134784537"/>
                        </a:ext>
                      </a:extLst>
                    </a:gridCol>
                    <a:gridCol w="308368">
                      <a:extLst>
                        <a:ext uri="{9D8B030D-6E8A-4147-A177-3AD203B41FA5}">
                          <a16:colId xmlns:a16="http://schemas.microsoft.com/office/drawing/2014/main" val="45213038"/>
                        </a:ext>
                      </a:extLst>
                    </a:gridCol>
                    <a:gridCol w="2475604">
                      <a:extLst>
                        <a:ext uri="{9D8B030D-6E8A-4147-A177-3AD203B41FA5}">
                          <a16:colId xmlns:a16="http://schemas.microsoft.com/office/drawing/2014/main" val="1607839366"/>
                        </a:ext>
                      </a:extLst>
                    </a:gridCol>
                  </a:tblGrid>
                  <a:tr h="367529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MY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MY" sz="20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p>
                                  <m:r>
                                    <a:rPr lang="en-MY" sz="20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MY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MY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MY" sz="2000" b="0" i="1" smtClean="0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MY" sz="20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oMath>
                          </a14:m>
                          <a:r>
                            <a:rPr lang="en-MY" sz="2000" dirty="0"/>
                            <a:t> 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254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2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MY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254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MY" sz="20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d>
                                <m:dPr>
                                  <m:ctrlPr>
                                    <a:rPr lang="en-MY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MY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MY" sz="2000" b="0" i="1" smtClean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p>
                                      <m:r>
                                        <a:rPr lang="en-MY" sz="20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MY" sz="2000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en-MY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MY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MY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𝑃</m:t>
                                          </m:r>
                                        </m:e>
                                        <m:sub>
                                          <m:r>
                                            <a:rPr lang="en-MY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oMath>
                          </a14:m>
                          <a:r>
                            <a:rPr lang="en-MY" sz="2000" dirty="0"/>
                            <a:t> 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254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45718113"/>
                      </a:ext>
                    </a:extLst>
                  </a:tr>
                  <a:tr h="363106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MY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MY" sz="20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p>
                                  <m:r>
                                    <a:rPr lang="en-MY" sz="20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MY" sz="20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MY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MY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MY" sz="2000" b="0" i="1" smtClean="0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MY" sz="20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oMath>
                          </a14:m>
                          <a:r>
                            <a:rPr lang="en-MY" sz="2000" dirty="0"/>
                            <a:t> 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254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2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MY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254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MY" sz="20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d>
                                <m:dPr>
                                  <m:ctrlPr>
                                    <a:rPr lang="en-MY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MY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MY" sz="2000" b="0" i="1" smtClean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p>
                                      <m:r>
                                        <a:rPr lang="en-MY" sz="20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MY" sz="2000" b="0" i="1" smtClean="0">
                                          <a:latin typeface="Cambria Math" panose="02040503050406030204" pitchFamily="18" charset="0"/>
                                        </a:rPr>
                                        <m:t>−2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en-MY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MY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MY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𝑃</m:t>
                                          </m:r>
                                        </m:e>
                                        <m:sub>
                                          <m:r>
                                            <a:rPr lang="en-MY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oMath>
                          </a14:m>
                          <a:r>
                            <a:rPr lang="en-MY" sz="2000" dirty="0"/>
                            <a:t> 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254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46134861"/>
                      </a:ext>
                    </a:extLst>
                  </a:tr>
                  <a:tr h="363106">
                    <a:tc>
                      <a:txBody>
                        <a:bodyPr/>
                        <a:lstStyle/>
                        <a:p>
                          <a:pPr algn="r"/>
                          <a:endParaRPr lang="en-MY" sz="200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MY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MY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82614225"/>
                      </a:ext>
                    </a:extLst>
                  </a:tr>
                  <a:tr h="363106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MY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MY" sz="20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p>
                                  <m:r>
                                    <a:rPr lang="en-MY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MY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MY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MY" sz="2000" b="0" i="1" smtClean="0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MY" sz="20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oMath>
                          </a14:m>
                          <a:r>
                            <a:rPr lang="en-MY" sz="2000" dirty="0"/>
                            <a:t> 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2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MY" sz="200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MY" sz="20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d>
                                <m:dPr>
                                  <m:ctrlPr>
                                    <a:rPr lang="en-MY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MY" sz="20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d>
                                    <m:dPr>
                                      <m:ctrlPr>
                                        <a:rPr lang="en-MY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MY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MY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𝑃</m:t>
                                          </m:r>
                                        </m:e>
                                        <m:sub>
                                          <m:r>
                                            <a:rPr lang="en-MY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oMath>
                          </a14:m>
                          <a:r>
                            <a:rPr lang="en-MY" sz="2000" dirty="0"/>
                            <a:t> 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73073839"/>
                      </a:ext>
                    </a:extLst>
                  </a:tr>
                  <a:tr h="363106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MY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MY" sz="20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p>
                                  <m:r>
                                    <a:rPr lang="en-MY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MY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MY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MY" sz="2000" b="0" i="1" smtClean="0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MY" sz="20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oMath>
                          </a14:m>
                          <a:r>
                            <a:rPr lang="en-MY" sz="2000" dirty="0"/>
                            <a:t> 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MY" sz="2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MY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MY" sz="20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d>
                                <m:dPr>
                                  <m:ctrlPr>
                                    <a:rPr lang="en-MY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MY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MY" sz="2000" b="0" i="1" smtClean="0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MY" sz="20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oMath>
                          </a14:m>
                          <a:r>
                            <a:rPr lang="en-MY" sz="2000" dirty="0"/>
                            <a:t> 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3902982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5">
                <a:extLst>
                  <a:ext uri="{FF2B5EF4-FFF2-40B4-BE49-F238E27FC236}">
                    <a16:creationId xmlns:a16="http://schemas.microsoft.com/office/drawing/2014/main" id="{71F9B3B2-36F4-68C5-AEA2-73BB086E200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92469938"/>
                  </p:ext>
                </p:extLst>
              </p:nvPr>
            </p:nvGraphicFramePr>
            <p:xfrm>
              <a:off x="4008021" y="4208863"/>
              <a:ext cx="4175958" cy="2098929"/>
            </p:xfrm>
            <a:graphic>
              <a:graphicData uri="http://schemas.openxmlformats.org/drawingml/2006/table">
                <a:tbl>
                  <a:tblPr firstRow="1" bandRow="1">
                    <a:tableStyleId>{ED083AE6-46FA-4A59-8FB0-9F97EB10719F}</a:tableStyleId>
                  </a:tblPr>
                  <a:tblGrid>
                    <a:gridCol w="1391986">
                      <a:extLst>
                        <a:ext uri="{9D8B030D-6E8A-4147-A177-3AD203B41FA5}">
                          <a16:colId xmlns:a16="http://schemas.microsoft.com/office/drawing/2014/main" val="1134784537"/>
                        </a:ext>
                      </a:extLst>
                    </a:gridCol>
                    <a:gridCol w="308368">
                      <a:extLst>
                        <a:ext uri="{9D8B030D-6E8A-4147-A177-3AD203B41FA5}">
                          <a16:colId xmlns:a16="http://schemas.microsoft.com/office/drawing/2014/main" val="45213038"/>
                        </a:ext>
                      </a:extLst>
                    </a:gridCol>
                    <a:gridCol w="2475604">
                      <a:extLst>
                        <a:ext uri="{9D8B030D-6E8A-4147-A177-3AD203B41FA5}">
                          <a16:colId xmlns:a16="http://schemas.microsoft.com/office/drawing/2014/main" val="1607839366"/>
                        </a:ext>
                      </a:extLst>
                    </a:gridCol>
                  </a:tblGrid>
                  <a:tr h="43548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254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r="-199563" b="-38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254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58000" r="-814000" b="-38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254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68550" b="-38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45718113"/>
                      </a:ext>
                    </a:extLst>
                  </a:tr>
                  <a:tr h="43548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254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101408" r="-199563" b="-2887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254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58000" t="-101408" r="-814000" b="-2887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254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68550" t="-101408" b="-2887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46134861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r"/>
                          <a:endParaRPr lang="en-MY" sz="200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58000" t="-220000" r="-814000" b="-2153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MY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82614225"/>
                      </a:ext>
                    </a:extLst>
                  </a:tr>
                  <a:tr h="43548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288889" r="-199563" b="-9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58000" t="-288889" r="-814000" b="-9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68550" t="-288889" b="-9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73073839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430769" r="-199563" b="-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58000" t="-430769" r="-814000" b="-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68550" t="-430769" b="-46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3902982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8245121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DA575-F97E-11E5-2596-D7EA9F224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3600" b="1" dirty="0">
                <a:solidFill>
                  <a:srgbClr val="7030A0"/>
                </a:solidFill>
              </a:rPr>
              <a:t>One-Time</a:t>
            </a:r>
            <a:r>
              <a:rPr lang="en-MY" sz="3600" b="1" dirty="0"/>
              <a:t> Password – </a:t>
            </a:r>
            <a:r>
              <a:rPr lang="en-MY" sz="3600" b="1" dirty="0">
                <a:solidFill>
                  <a:srgbClr val="FF0000"/>
                </a:solidFill>
              </a:rPr>
              <a:t>Third</a:t>
            </a:r>
            <a:r>
              <a:rPr lang="en-MY" sz="3600" b="1" dirty="0"/>
              <a:t> Approach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F8AC16-52D0-45C5-453B-3B6C3A336D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9" y="1551559"/>
            <a:ext cx="10050462" cy="5195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5148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DA575-F97E-11E5-2596-D7EA9F224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3600" b="1" dirty="0">
                <a:solidFill>
                  <a:srgbClr val="7030A0"/>
                </a:solidFill>
              </a:rPr>
              <a:t>One-Time</a:t>
            </a:r>
            <a:r>
              <a:rPr lang="en-MY" sz="3600" b="1" dirty="0"/>
              <a:t> Password – </a:t>
            </a:r>
            <a:r>
              <a:rPr lang="en-MY" sz="3600" b="1" dirty="0">
                <a:solidFill>
                  <a:srgbClr val="FF0000"/>
                </a:solidFill>
              </a:rPr>
              <a:t>Third</a:t>
            </a:r>
            <a:r>
              <a:rPr lang="en-MY" sz="3600" b="1" dirty="0"/>
              <a:t> Approach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06B5554-ACD4-AC52-38CB-1D0478C1FB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Ø"/>
                </a:pPr>
                <a:r>
                  <a:rPr lang="en-MY" sz="2000" dirty="0"/>
                  <a:t>The system stores the </a:t>
                </a:r>
                <a:r>
                  <a:rPr lang="en-MY" sz="2000" b="1" dirty="0">
                    <a:solidFill>
                      <a:srgbClr val="002060"/>
                    </a:solidFill>
                  </a:rPr>
                  <a:t>User ID</a:t>
                </a:r>
                <a:r>
                  <a:rPr lang="en-MY" sz="2000" dirty="0"/>
                  <a:t>, the </a:t>
                </a:r>
                <a:r>
                  <a:rPr lang="en-MY" sz="2000" b="1" dirty="0">
                    <a:solidFill>
                      <a:srgbClr val="002060"/>
                    </a:solidFill>
                  </a:rPr>
                  <a:t>counter </a:t>
                </a:r>
                <a14:m>
                  <m:oMath xmlns:m="http://schemas.openxmlformats.org/officeDocument/2006/math">
                    <m:r>
                      <a:rPr lang="en-MY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MY" sz="2000" dirty="0"/>
                  <a:t>, and the </a:t>
                </a:r>
                <a:r>
                  <a:rPr lang="en-MY" sz="2000" b="1" dirty="0">
                    <a:solidFill>
                      <a:srgbClr val="002060"/>
                    </a:solidFill>
                  </a:rPr>
                  <a:t>value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MY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p>
                        <m:r>
                          <a:rPr lang="en-MY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  <m:d>
                      <m:dPr>
                        <m:ctrlPr>
                          <a:rPr lang="en-MY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MY" sz="20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sz="20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en-MY" sz="20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e>
                    </m:d>
                  </m:oMath>
                </a14:m>
                <a:r>
                  <a:rPr lang="en-MY" sz="2000" dirty="0"/>
                  <a:t> in the password file.</a:t>
                </a:r>
              </a:p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Ø"/>
                </a:pPr>
                <a:r>
                  <a:rPr lang="en-MY" sz="2000" dirty="0"/>
                  <a:t>When the user sends her User ID for the first time, the system search through the password file to </a:t>
                </a:r>
                <a:r>
                  <a:rPr lang="en-MY" sz="2000" b="1" dirty="0">
                    <a:solidFill>
                      <a:srgbClr val="C00000"/>
                    </a:solidFill>
                  </a:rPr>
                  <a:t>extract and reply the counter </a:t>
                </a:r>
                <a14:m>
                  <m:oMath xmlns:m="http://schemas.openxmlformats.org/officeDocument/2006/math">
                    <m:r>
                      <a:rPr lang="en-MY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MY" sz="2000" dirty="0"/>
                  <a:t>. The user next responds by computing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MY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sz="200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MY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MY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sz="20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MY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MY" sz="2000" dirty="0"/>
                  <a:t> to the system. </a:t>
                </a:r>
              </a:p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Ø"/>
                </a:pPr>
                <a:r>
                  <a:rPr lang="en-MY" sz="2000" dirty="0"/>
                  <a:t>The system </a:t>
                </a:r>
                <a:r>
                  <a:rPr lang="en-MY" sz="2000" b="1" dirty="0">
                    <a:solidFill>
                      <a:srgbClr val="00B050"/>
                    </a:solidFill>
                  </a:rPr>
                  <a:t>compute the LAST hash, checks and compares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MY" sz="20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sz="20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p>
                        <m:r>
                          <a:rPr lang="en-MY" sz="20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  <m:d>
                      <m:dPr>
                        <m:ctrlPr>
                          <a:rPr lang="en-MY" sz="20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MY" sz="2000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sz="2000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en-MY" sz="2000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e>
                    </m:d>
                  </m:oMath>
                </a14:m>
                <a:r>
                  <a:rPr lang="en-MY" sz="2000" b="1" dirty="0">
                    <a:solidFill>
                      <a:srgbClr val="00B050"/>
                    </a:solidFill>
                  </a:rPr>
                  <a:t> received with the value stored in password file</a:t>
                </a:r>
                <a:r>
                  <a:rPr lang="en-MY" sz="2000" dirty="0"/>
                  <a:t>. If there is a match, access is granted. Otherwise, it is denied.</a:t>
                </a:r>
              </a:p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Ø"/>
                </a:pPr>
                <a:r>
                  <a:rPr lang="en-MY" sz="2000" dirty="0"/>
                  <a:t>The counter then </a:t>
                </a:r>
                <a:r>
                  <a:rPr lang="en-MY" sz="2000" b="1" dirty="0">
                    <a:solidFill>
                      <a:srgbClr val="0000FF"/>
                    </a:solidFill>
                  </a:rPr>
                  <a:t>decreased by </a:t>
                </a:r>
                <a14:m>
                  <m:oMath xmlns:m="http://schemas.openxmlformats.org/officeDocument/2006/math">
                    <m:r>
                      <a:rPr lang="en-MY" sz="20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MY" sz="2000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MY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p>
                        <m:r>
                          <a:rPr lang="en-MY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  <m:d>
                      <m:dPr>
                        <m:ctrlPr>
                          <a:rPr lang="en-MY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MY" sz="2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sz="2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en-MY" sz="2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e>
                    </m:d>
                  </m:oMath>
                </a14:m>
                <a:r>
                  <a:rPr lang="en-MY" sz="2000" b="1" dirty="0">
                    <a:solidFill>
                      <a:srgbClr val="FF0000"/>
                    </a:solidFill>
                  </a:rPr>
                  <a:t> is replaced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MY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p>
                        <m:r>
                          <a:rPr lang="en-MY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MY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MY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d>
                      <m:dPr>
                        <m:ctrlPr>
                          <a:rPr lang="en-MY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MY" sz="20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sz="20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en-MY" sz="20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e>
                    </m:d>
                  </m:oMath>
                </a14:m>
                <a:r>
                  <a:rPr lang="en-MY" sz="20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06B5554-ACD4-AC52-38CB-1D0478C1FB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789" r="-580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89519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DA575-F97E-11E5-2596-D7EA9F224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3600" b="1" dirty="0">
                <a:solidFill>
                  <a:srgbClr val="7030A0"/>
                </a:solidFill>
              </a:rPr>
              <a:t>One-Time</a:t>
            </a:r>
            <a:r>
              <a:rPr lang="en-MY" sz="3600" b="1" dirty="0"/>
              <a:t> Password – </a:t>
            </a:r>
            <a:r>
              <a:rPr lang="en-MY" sz="3600" b="1" dirty="0">
                <a:solidFill>
                  <a:srgbClr val="FF0000"/>
                </a:solidFill>
              </a:rPr>
              <a:t>Third</a:t>
            </a:r>
            <a:r>
              <a:rPr lang="en-MY" sz="3600" b="1" dirty="0"/>
              <a:t> Approach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06B5554-ACD4-AC52-38CB-1D0478C1FB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Ø"/>
                </a:pPr>
                <a:r>
                  <a:rPr lang="en-MY" sz="2000" dirty="0"/>
                  <a:t>In the next access, the counter </a:t>
                </a:r>
                <a14:m>
                  <m:oMath xmlns:m="http://schemas.openxmlformats.org/officeDocument/2006/math"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MY" sz="2000" dirty="0"/>
                  <a:t> is replied to the user which responded with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MY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sup>
                    </m:sSup>
                    <m:d>
                      <m:dPr>
                        <m:ctrlPr>
                          <a:rPr lang="en-MY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MY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sz="20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MY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MY" sz="2000" dirty="0"/>
                  <a:t>. </a:t>
                </a:r>
                <a:r>
                  <a:rPr lang="en-MY" sz="2000" b="1" dirty="0"/>
                  <a:t>The identical processes is repeated </a:t>
                </a:r>
                <a:r>
                  <a:rPr lang="en-MY" sz="2000" b="1" dirty="0">
                    <a:solidFill>
                      <a:srgbClr val="0000FF"/>
                    </a:solidFill>
                  </a:rPr>
                  <a:t>until the counter </a:t>
                </a:r>
                <a14:m>
                  <m:oMath xmlns:m="http://schemas.openxmlformats.org/officeDocument/2006/math">
                    <m:r>
                      <a:rPr lang="en-MY" sz="20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MY" sz="2000" b="1" dirty="0">
                    <a:solidFill>
                      <a:srgbClr val="0000FF"/>
                    </a:solidFill>
                  </a:rPr>
                  <a:t> exhausted</a:t>
                </a:r>
                <a:r>
                  <a:rPr lang="en-MY" sz="2000" dirty="0"/>
                  <a:t>.</a:t>
                </a:r>
              </a:p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Ø"/>
                </a:pPr>
                <a:r>
                  <a:rPr lang="en-MY" sz="2000" dirty="0"/>
                  <a:t>When it reaches </a:t>
                </a:r>
                <a14:m>
                  <m:oMath xmlns:m="http://schemas.openxmlformats.org/officeDocument/2006/math"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MY" sz="2000" dirty="0"/>
                  <a:t>, the user can no long access the system.</a:t>
                </a:r>
              </a:p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Ø"/>
                </a:pPr>
                <a:r>
                  <a:rPr lang="en-MY" sz="2000" dirty="0"/>
                  <a:t>To ensure the system is </a:t>
                </a:r>
                <a:r>
                  <a:rPr lang="en-MY" sz="2000" b="1" dirty="0">
                    <a:solidFill>
                      <a:srgbClr val="00B050"/>
                    </a:solidFill>
                  </a:rPr>
                  <a:t>accessible for a longer period</a:t>
                </a:r>
                <a:r>
                  <a:rPr lang="en-MY" sz="2000" dirty="0"/>
                  <a:t>, the counter </a:t>
                </a:r>
                <a14:m>
                  <m:oMath xmlns:m="http://schemas.openxmlformats.org/officeDocument/2006/math"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MY" sz="2000" dirty="0"/>
                  <a:t> chosen is normally a </a:t>
                </a:r>
                <a:r>
                  <a:rPr lang="en-MY" sz="2000" b="1" dirty="0">
                    <a:solidFill>
                      <a:srgbClr val="FF0000"/>
                    </a:solidFill>
                  </a:rPr>
                  <a:t>larger number</a:t>
                </a:r>
                <a:r>
                  <a:rPr lang="en-MY" sz="2000" dirty="0"/>
                  <a:t>. For example, </a:t>
                </a:r>
                <a14:m>
                  <m:oMath xmlns:m="http://schemas.openxmlformats.org/officeDocument/2006/math"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=1000</m:t>
                    </m:r>
                  </m:oMath>
                </a14:m>
                <a:r>
                  <a:rPr lang="en-MY" sz="2000" dirty="0"/>
                  <a:t>. </a:t>
                </a:r>
              </a:p>
              <a:p>
                <a:pPr marL="0" indent="0" algn="just">
                  <a:lnSpc>
                    <a:spcPct val="100000"/>
                  </a:lnSpc>
                  <a:buNone/>
                </a:pPr>
                <a:endParaRPr lang="en-MY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06B5554-ACD4-AC52-38CB-1D0478C1FB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789" r="-580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77361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DA575-F97E-11E5-2596-D7EA9F224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42207"/>
          </a:xfrm>
        </p:spPr>
        <p:txBody>
          <a:bodyPr>
            <a:normAutofit/>
          </a:bodyPr>
          <a:lstStyle/>
          <a:p>
            <a:pPr algn="ctr"/>
            <a:r>
              <a:rPr lang="en-MY" sz="5400" b="1" dirty="0">
                <a:solidFill>
                  <a:srgbClr val="00B050"/>
                </a:solidFill>
              </a:rPr>
              <a:t>BIOMETRIC</a:t>
            </a:r>
            <a:br>
              <a:rPr lang="en-MY" sz="5400" b="1" dirty="0"/>
            </a:br>
            <a:r>
              <a:rPr lang="en-MY" sz="5400" b="1" dirty="0"/>
              <a:t>AUTHENTICATION</a:t>
            </a:r>
          </a:p>
        </p:txBody>
      </p:sp>
    </p:spTree>
    <p:extLst>
      <p:ext uri="{BB962C8B-B14F-4D97-AF65-F5344CB8AC3E}">
        <p14:creationId xmlns:p14="http://schemas.microsoft.com/office/powerpoint/2010/main" val="11498412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DA575-F97E-11E5-2596-D7EA9F224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3600" b="1" dirty="0">
                <a:solidFill>
                  <a:srgbClr val="00B050"/>
                </a:solidFill>
              </a:rPr>
              <a:t>Biometric</a:t>
            </a:r>
            <a:r>
              <a:rPr lang="en-MY" sz="3600" b="1" dirty="0"/>
              <a:t> Authentication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B5554-ACD4-AC52-38CB-1D0478C1FB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MY" sz="2000" dirty="0"/>
              <a:t>The </a:t>
            </a:r>
            <a:r>
              <a:rPr lang="en-MY" sz="2000" b="1" dirty="0">
                <a:solidFill>
                  <a:srgbClr val="FF0000"/>
                </a:solidFill>
              </a:rPr>
              <a:t>measurement of physiological </a:t>
            </a:r>
            <a:r>
              <a:rPr lang="en-MY" sz="2000" dirty="0"/>
              <a:t>and</a:t>
            </a:r>
            <a:r>
              <a:rPr lang="en-MY" sz="2000" b="1" dirty="0">
                <a:solidFill>
                  <a:srgbClr val="FF0000"/>
                </a:solidFill>
              </a:rPr>
              <a:t> behavioural features </a:t>
            </a:r>
            <a:r>
              <a:rPr lang="en-MY" sz="2000" dirty="0"/>
              <a:t>that identify a person.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C5990C-AD76-545D-78C9-DAC3E378E7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8631" y="2524237"/>
            <a:ext cx="6524146" cy="4253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2327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DA575-F97E-11E5-2596-D7EA9F224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3600" b="1" dirty="0">
                <a:solidFill>
                  <a:srgbClr val="00B050"/>
                </a:solidFill>
              </a:rPr>
              <a:t>Biometric</a:t>
            </a:r>
            <a:r>
              <a:rPr lang="en-MY" sz="3600" b="1" dirty="0"/>
              <a:t> Authentication – </a:t>
            </a:r>
            <a:r>
              <a:rPr lang="en-MY" sz="3600" b="1" dirty="0">
                <a:solidFill>
                  <a:srgbClr val="FF0000"/>
                </a:solidFill>
              </a:rPr>
              <a:t>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B5554-ACD4-AC52-38CB-1D0478C1FB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US" sz="2000" b="1" i="0" dirty="0">
                <a:solidFill>
                  <a:srgbClr val="0000FF"/>
                </a:solidFill>
                <a:effectLst/>
              </a:rPr>
              <a:t>Enhanced Security</a:t>
            </a:r>
            <a:r>
              <a:rPr lang="en-US" sz="2000" b="0" i="0" dirty="0">
                <a:effectLst/>
              </a:rPr>
              <a:t>. </a:t>
            </a:r>
            <a:r>
              <a:rPr lang="en-US" sz="2000" dirty="0"/>
              <a:t>Biometric authentication provides a higher level of security. </a:t>
            </a:r>
            <a:r>
              <a:rPr lang="en-MY" sz="2000" dirty="0"/>
              <a:t>It is ‘</a:t>
            </a:r>
            <a:r>
              <a:rPr lang="en-MY" sz="2000" b="1" dirty="0">
                <a:solidFill>
                  <a:srgbClr val="FF0000"/>
                </a:solidFill>
              </a:rPr>
              <a:t>something that a person is</a:t>
            </a:r>
            <a:r>
              <a:rPr lang="en-MY" sz="2000" dirty="0"/>
              <a:t>’ that cannot be guessed, stolen, or shared. It ensures </a:t>
            </a:r>
            <a:r>
              <a:rPr lang="en-MY" sz="2000" b="1" dirty="0">
                <a:solidFill>
                  <a:srgbClr val="00B050"/>
                </a:solidFill>
              </a:rPr>
              <a:t>non-repudiation</a:t>
            </a:r>
            <a:r>
              <a:rPr lang="en-MY" sz="2000" dirty="0"/>
              <a:t> property that a person cannot deny that he is someone.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US" sz="2000" b="1" dirty="0">
                <a:solidFill>
                  <a:srgbClr val="0000FF"/>
                </a:solidFill>
              </a:rPr>
              <a:t>Convenience</a:t>
            </a:r>
            <a:r>
              <a:rPr lang="en-US" sz="2000" dirty="0"/>
              <a:t>. Users don’t have to remember complex passwords or carry around security tokens.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US" sz="2000" b="1" dirty="0">
                <a:solidFill>
                  <a:srgbClr val="0000FF"/>
                </a:solidFill>
              </a:rPr>
              <a:t>Improved User Experience</a:t>
            </a:r>
            <a:r>
              <a:rPr lang="en-US" sz="2000" dirty="0"/>
              <a:t>. Biometric authentication is quick, easy, and doesn’t require any special skills or knowledge. This makes it an ideal choice for applications that require high levels of </a:t>
            </a:r>
            <a:r>
              <a:rPr lang="en-US" sz="2000" b="0" i="0" dirty="0">
                <a:effectLst/>
              </a:rPr>
              <a:t>security, such as banking, healthcare, and government </a:t>
            </a:r>
            <a:r>
              <a:rPr lang="en-US" sz="2000" dirty="0"/>
              <a:t>services. </a:t>
            </a:r>
            <a:endParaRPr lang="en-US" sz="2000" b="0" i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351106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DA575-F97E-11E5-2596-D7EA9F224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3600" b="1" dirty="0">
                <a:solidFill>
                  <a:srgbClr val="00B050"/>
                </a:solidFill>
              </a:rPr>
              <a:t>Biometric</a:t>
            </a:r>
            <a:r>
              <a:rPr lang="en-MY" sz="3600" b="1" dirty="0"/>
              <a:t> Authentication – </a:t>
            </a:r>
            <a:r>
              <a:rPr lang="en-MY" sz="3600" b="1" dirty="0">
                <a:solidFill>
                  <a:srgbClr val="FF0000"/>
                </a:solidFill>
              </a:rPr>
              <a:t>Disadvantages</a:t>
            </a:r>
            <a:endParaRPr lang="en-MY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B5554-ACD4-AC52-38CB-1D0478C1FB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US" sz="2000" b="1" i="0" dirty="0">
                <a:solidFill>
                  <a:srgbClr val="0000FF"/>
                </a:solidFill>
                <a:effectLst/>
              </a:rPr>
              <a:t>High Cost</a:t>
            </a:r>
            <a:r>
              <a:rPr lang="en-US" sz="2000" b="0" i="0" dirty="0">
                <a:effectLst/>
              </a:rPr>
              <a:t>. The hardware and software required for biometric authentication can be costly, and the systems need to be regularly updated and maintained to ensure their effectiveness.</a:t>
            </a:r>
            <a:endParaRPr lang="en-MY" sz="2000" dirty="0"/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US" sz="2000" b="1" i="0" dirty="0">
                <a:solidFill>
                  <a:srgbClr val="0000FF"/>
                </a:solidFill>
                <a:effectLst/>
              </a:rPr>
              <a:t>Privacy Concerns</a:t>
            </a:r>
            <a:r>
              <a:rPr lang="en-US" sz="2000" b="0" i="0" dirty="0">
                <a:effectLst/>
              </a:rPr>
              <a:t>. Biometric authentication systems store sensitive information about individuals, such as their fingerprints or facial features.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US" sz="2000" b="1" dirty="0">
                <a:solidFill>
                  <a:srgbClr val="0000FF"/>
                </a:solidFill>
              </a:rPr>
              <a:t>Accuracy</a:t>
            </a:r>
            <a:r>
              <a:rPr lang="en-US" sz="2000" dirty="0"/>
              <a:t>. </a:t>
            </a:r>
            <a:r>
              <a:rPr lang="en-US" sz="2000" b="0" i="0" dirty="0">
                <a:effectLst/>
              </a:rPr>
              <a:t>Biometric authentication systems may sometimes incorrectly identify individuals, leading to false positives.</a:t>
            </a:r>
            <a:endParaRPr lang="en-MY" sz="2000" dirty="0"/>
          </a:p>
        </p:txBody>
      </p:sp>
    </p:spTree>
    <p:extLst>
      <p:ext uri="{BB962C8B-B14F-4D97-AF65-F5344CB8AC3E}">
        <p14:creationId xmlns:p14="http://schemas.microsoft.com/office/powerpoint/2010/main" val="9109281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DA575-F97E-11E5-2596-D7EA9F224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42207"/>
          </a:xfrm>
        </p:spPr>
        <p:txBody>
          <a:bodyPr>
            <a:normAutofit/>
          </a:bodyPr>
          <a:lstStyle/>
          <a:p>
            <a:pPr algn="ctr"/>
            <a:r>
              <a:rPr lang="en-MY" sz="5400" b="1" dirty="0">
                <a:solidFill>
                  <a:srgbClr val="0000FF"/>
                </a:solidFill>
              </a:rPr>
              <a:t>MULTI-FACTOR</a:t>
            </a:r>
            <a:br>
              <a:rPr lang="en-MY" sz="5400" b="1" dirty="0">
                <a:solidFill>
                  <a:srgbClr val="0000FF"/>
                </a:solidFill>
              </a:rPr>
            </a:br>
            <a:r>
              <a:rPr lang="en-MY" sz="5400" b="1" dirty="0"/>
              <a:t>AUTHENTICATION</a:t>
            </a:r>
          </a:p>
        </p:txBody>
      </p:sp>
    </p:spTree>
    <p:extLst>
      <p:ext uri="{BB962C8B-B14F-4D97-AF65-F5344CB8AC3E}">
        <p14:creationId xmlns:p14="http://schemas.microsoft.com/office/powerpoint/2010/main" val="23343758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DA575-F97E-11E5-2596-D7EA9F224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3600" b="1" dirty="0">
                <a:solidFill>
                  <a:srgbClr val="0000FF"/>
                </a:solidFill>
              </a:rPr>
              <a:t>Multi-Factor</a:t>
            </a:r>
            <a:r>
              <a:rPr lang="en-MY" sz="3600" b="1" dirty="0"/>
              <a:t> Authentication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B5554-ACD4-AC52-38CB-1D0478C1FB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US" sz="2000" dirty="0"/>
              <a:t>This authentication technique </a:t>
            </a:r>
            <a:r>
              <a:rPr lang="en-US" altLang="en-US" sz="2000" b="1" dirty="0">
                <a:solidFill>
                  <a:srgbClr val="FF0000"/>
                </a:solidFill>
              </a:rPr>
              <a:t>requires two or more mechanisms </a:t>
            </a:r>
            <a:r>
              <a:rPr lang="en-US" altLang="en-US" sz="2000" dirty="0"/>
              <a:t>to authenticate a user.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US" sz="2000" dirty="0"/>
              <a:t>It is sometimes called the </a:t>
            </a:r>
            <a:r>
              <a:rPr lang="en-US" altLang="en-US" sz="2000" b="1" dirty="0">
                <a:solidFill>
                  <a:srgbClr val="FF0000"/>
                </a:solidFill>
              </a:rPr>
              <a:t>strong authentication </a:t>
            </a:r>
            <a:r>
              <a:rPr lang="en-US" altLang="en-US" sz="2000" dirty="0"/>
              <a:t>since a user must possesses two or more information to identify/authenticate himself.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US" sz="2000" dirty="0"/>
              <a:t>It is the </a:t>
            </a:r>
            <a:r>
              <a:rPr lang="en-US" altLang="en-US" sz="2000" b="1" dirty="0">
                <a:solidFill>
                  <a:srgbClr val="00B050"/>
                </a:solidFill>
              </a:rPr>
              <a:t>combination</a:t>
            </a:r>
            <a:r>
              <a:rPr lang="en-US" altLang="en-US" sz="2000" dirty="0"/>
              <a:t> of the following three components: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US" altLang="en-US" sz="2000" dirty="0"/>
              <a:t>Something that you </a:t>
            </a:r>
            <a:r>
              <a:rPr lang="en-US" altLang="en-US" sz="2000" b="1" dirty="0"/>
              <a:t>know</a:t>
            </a:r>
            <a:r>
              <a:rPr lang="en-US" altLang="en-US" sz="2000" dirty="0"/>
              <a:t> (</a:t>
            </a:r>
            <a:r>
              <a:rPr lang="en-US" altLang="en-US" sz="2000" b="1" dirty="0"/>
              <a:t>password</a:t>
            </a:r>
            <a:r>
              <a:rPr lang="en-US" altLang="en-US" sz="2000" dirty="0"/>
              <a:t>).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US" altLang="en-US" sz="2000" dirty="0"/>
              <a:t>Something that you </a:t>
            </a:r>
            <a:r>
              <a:rPr lang="en-US" altLang="en-US" sz="2000" b="1" dirty="0">
                <a:solidFill>
                  <a:srgbClr val="0000FF"/>
                </a:solidFill>
              </a:rPr>
              <a:t>have</a:t>
            </a:r>
            <a:r>
              <a:rPr lang="en-US" altLang="en-US" sz="2000" dirty="0"/>
              <a:t> (</a:t>
            </a:r>
            <a:r>
              <a:rPr lang="en-US" altLang="en-US" sz="2000" b="1" dirty="0">
                <a:solidFill>
                  <a:srgbClr val="0000FF"/>
                </a:solidFill>
              </a:rPr>
              <a:t>smartcard/badge</a:t>
            </a:r>
            <a:r>
              <a:rPr lang="en-US" altLang="en-US" sz="2000" dirty="0"/>
              <a:t>).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US" altLang="en-US" sz="2000" dirty="0"/>
              <a:t>Something that you </a:t>
            </a:r>
            <a:r>
              <a:rPr lang="en-US" altLang="en-US" sz="2000" b="1" dirty="0">
                <a:solidFill>
                  <a:srgbClr val="7030A0"/>
                </a:solidFill>
              </a:rPr>
              <a:t>are</a:t>
            </a:r>
            <a:r>
              <a:rPr lang="en-US" altLang="en-US" sz="2000" dirty="0"/>
              <a:t> (</a:t>
            </a:r>
            <a:r>
              <a:rPr lang="en-US" altLang="en-US" sz="2000" b="1" dirty="0">
                <a:solidFill>
                  <a:srgbClr val="7030A0"/>
                </a:solidFill>
              </a:rPr>
              <a:t>biometric</a:t>
            </a:r>
            <a:r>
              <a:rPr lang="en-US" altLang="en-US" sz="20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1980647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DA575-F97E-11E5-2596-D7EA9F224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3600" b="1" dirty="0"/>
              <a:t>Main References for Chapter 13</a:t>
            </a:r>
            <a:endParaRPr lang="en-MY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B5554-ACD4-AC52-38CB-1D0478C1FB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US" altLang="ko-KR" sz="2000" dirty="0" err="1">
                <a:ea typeface="Gulim" pitchFamily="34" charset="-127"/>
              </a:rPr>
              <a:t>Forouzan</a:t>
            </a:r>
            <a:r>
              <a:rPr lang="en-US" altLang="ko-KR" sz="2000" dirty="0">
                <a:ea typeface="Gulim" pitchFamily="34" charset="-127"/>
              </a:rPr>
              <a:t>, B.A. </a:t>
            </a:r>
            <a:r>
              <a:rPr lang="en-US" sz="2000" dirty="0"/>
              <a:t>“</a:t>
            </a:r>
            <a:r>
              <a:rPr lang="en-US" sz="2000" b="1" i="1" dirty="0"/>
              <a:t>Introduction to Cryptography and Network Security</a:t>
            </a:r>
            <a:r>
              <a:rPr lang="en-US" sz="2000" dirty="0"/>
              <a:t>”, Third Edition, McGraw-Hill, 2008.</a:t>
            </a:r>
          </a:p>
          <a:p>
            <a:pPr marL="0" indent="0" algn="just">
              <a:buNone/>
            </a:pPr>
            <a:endParaRPr lang="en-MY" sz="2000" dirty="0"/>
          </a:p>
          <a:p>
            <a:pPr marL="0" indent="0">
              <a:buNone/>
            </a:pPr>
            <a:endParaRPr lang="en-MY" sz="2000" dirty="0"/>
          </a:p>
          <a:p>
            <a:pPr marL="0" indent="0" algn="just">
              <a:buNone/>
            </a:pPr>
            <a:endParaRPr lang="en-MY" sz="2000" dirty="0"/>
          </a:p>
          <a:p>
            <a:pPr algn="just"/>
            <a:endParaRPr lang="en-MY" sz="2000" dirty="0"/>
          </a:p>
          <a:p>
            <a:pPr algn="just"/>
            <a:endParaRPr lang="en-MY" sz="2000" dirty="0"/>
          </a:p>
        </p:txBody>
      </p:sp>
    </p:spTree>
    <p:extLst>
      <p:ext uri="{BB962C8B-B14F-4D97-AF65-F5344CB8AC3E}">
        <p14:creationId xmlns:p14="http://schemas.microsoft.com/office/powerpoint/2010/main" val="26482968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DA575-F97E-11E5-2596-D7EA9F224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42207"/>
          </a:xfrm>
        </p:spPr>
        <p:txBody>
          <a:bodyPr>
            <a:normAutofit/>
          </a:bodyPr>
          <a:lstStyle/>
          <a:p>
            <a:pPr algn="ctr"/>
            <a:r>
              <a:rPr lang="en-MY" sz="6000" b="1" dirty="0"/>
              <a:t>~ THE END </a:t>
            </a:r>
            <a:r>
              <a:rPr lang="en-MY" sz="6000" b="1" dirty="0">
                <a:sym typeface="Wingdings" panose="05000000000000000000" pitchFamily="2" charset="2"/>
              </a:rPr>
              <a:t> ~</a:t>
            </a:r>
            <a:endParaRPr lang="en-MY" sz="6000" b="1" dirty="0"/>
          </a:p>
        </p:txBody>
      </p:sp>
    </p:spTree>
    <p:extLst>
      <p:ext uri="{BB962C8B-B14F-4D97-AF65-F5344CB8AC3E}">
        <p14:creationId xmlns:p14="http://schemas.microsoft.com/office/powerpoint/2010/main" val="2035520835"/>
      </p:ext>
    </p:extLst>
  </p:cSld>
  <p:clrMapOvr>
    <a:masterClrMapping/>
  </p:clrMapOvr>
</p:sld>
</file>

<file path=ppt/theme/theme1.xml><?xml version="1.0" encoding="utf-8"?>
<a:theme xmlns:a="http://schemas.openxmlformats.org/drawingml/2006/main" name="ShapesVTI">
  <a:themeElements>
    <a:clrScheme name="Offic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estival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apesVTI" id="{C78D20FD-A872-4243-8597-B534C62538FF}" vid="{7CAFCCF9-7834-41D6-B6AB-7D225A18A4E9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FA374375A648B43BE2F504427ACA368" ma:contentTypeVersion="15" ma:contentTypeDescription="Create a new document." ma:contentTypeScope="" ma:versionID="013dc5019cb378d6f3b4beb94fb7cf4e">
  <xsd:schema xmlns:xsd="http://www.w3.org/2001/XMLSchema" xmlns:xs="http://www.w3.org/2001/XMLSchema" xmlns:p="http://schemas.microsoft.com/office/2006/metadata/properties" xmlns:ns2="6da64911-38d9-4b77-b6d0-85c58d59eee7" xmlns:ns3="c14bfc95-5fc1-4e5f-aee2-c8976470c7fa" targetNamespace="http://schemas.microsoft.com/office/2006/metadata/properties" ma:root="true" ma:fieldsID="ea8c4da17c1bbcf1ebea871cf52d131d" ns2:_="" ns3:_="">
    <xsd:import namespace="6da64911-38d9-4b77-b6d0-85c58d59eee7"/>
    <xsd:import namespace="c14bfc95-5fc1-4e5f-aee2-c8976470c7fa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a64911-38d9-4b77-b6d0-85c58d59eee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df6769d7-3c27-4ceb-9c12-0647dbcb441e}" ma:internalName="TaxCatchAll" ma:showField="CatchAllData" ma:web="6da64911-38d9-4b77-b6d0-85c58d59eee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4bfc95-5fc1-4e5f-aee2-c8976470c7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a47f1639-9130-493c-b0f7-7f4b51b1a91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1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14bfc95-5fc1-4e5f-aee2-c8976470c7fa">
      <Terms xmlns="http://schemas.microsoft.com/office/infopath/2007/PartnerControls"/>
    </lcf76f155ced4ddcb4097134ff3c332f>
    <TaxCatchAll xmlns="6da64911-38d9-4b77-b6d0-85c58d59eee7" xsi:nil="true"/>
  </documentManagement>
</p:properties>
</file>

<file path=customXml/itemProps1.xml><?xml version="1.0" encoding="utf-8"?>
<ds:datastoreItem xmlns:ds="http://schemas.openxmlformats.org/officeDocument/2006/customXml" ds:itemID="{978CC9CF-BD6A-4589-B42E-BF957E19611F}"/>
</file>

<file path=customXml/itemProps2.xml><?xml version="1.0" encoding="utf-8"?>
<ds:datastoreItem xmlns:ds="http://schemas.openxmlformats.org/officeDocument/2006/customXml" ds:itemID="{87D6D557-F06E-4C14-82A8-E127BD02563E}"/>
</file>

<file path=customXml/itemProps3.xml><?xml version="1.0" encoding="utf-8"?>
<ds:datastoreItem xmlns:ds="http://schemas.openxmlformats.org/officeDocument/2006/customXml" ds:itemID="{1FC0E7A5-73AF-4D8B-AF5D-B8421829A46A}"/>
</file>

<file path=docProps/app.xml><?xml version="1.0" encoding="utf-8"?>
<Properties xmlns="http://schemas.openxmlformats.org/officeDocument/2006/extended-properties" xmlns:vt="http://schemas.openxmlformats.org/officeDocument/2006/docPropsVTypes">
  <TotalTime>300</TotalTime>
  <Words>1472</Words>
  <Application>Microsoft Office PowerPoint</Application>
  <PresentationFormat>Widescreen</PresentationFormat>
  <Paragraphs>126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Gulim</vt:lpstr>
      <vt:lpstr>Arial</vt:lpstr>
      <vt:lpstr>Calibri</vt:lpstr>
      <vt:lpstr>Cambria Math</vt:lpstr>
      <vt:lpstr>Century Gothic</vt:lpstr>
      <vt:lpstr>Wingdings</vt:lpstr>
      <vt:lpstr>ShapesVTI</vt:lpstr>
      <vt:lpstr>CHAPTER 13</vt:lpstr>
      <vt:lpstr>Outlines</vt:lpstr>
      <vt:lpstr>Learning Objectives</vt:lpstr>
      <vt:lpstr>ENTITY AUTHENTICATION (OVERVIEW)</vt:lpstr>
      <vt:lpstr>Entity Authentication – Overview</vt:lpstr>
      <vt:lpstr>Entity Authentication – Overview</vt:lpstr>
      <vt:lpstr>PASSWORD AUTHENTICATION</vt:lpstr>
      <vt:lpstr>Password Authentication</vt:lpstr>
      <vt:lpstr>PASSWORD AUTHENTICATION  FIXED PASSWORD</vt:lpstr>
      <vt:lpstr>Fixed Password – First Approach </vt:lpstr>
      <vt:lpstr>Fixed Password – First Approach </vt:lpstr>
      <vt:lpstr>Fixed Password – Second Approach </vt:lpstr>
      <vt:lpstr>Fixed Password – Second Approach </vt:lpstr>
      <vt:lpstr>Fixed Password – Third Approach </vt:lpstr>
      <vt:lpstr>Fixed Password – Third Approach </vt:lpstr>
      <vt:lpstr>PASSWORD AUTHENTICATION  ONE-TIME PASSWORD</vt:lpstr>
      <vt:lpstr>One-Time Password – First Approach</vt:lpstr>
      <vt:lpstr>One-Time Password – Second Approach</vt:lpstr>
      <vt:lpstr>One-Time Password – Third Approach</vt:lpstr>
      <vt:lpstr>One-Time Password – Third Approach</vt:lpstr>
      <vt:lpstr>One-Time Password – Third Approach</vt:lpstr>
      <vt:lpstr>One-Time Password – Third Approach</vt:lpstr>
      <vt:lpstr>BIOMETRIC AUTHENTICATION</vt:lpstr>
      <vt:lpstr>Biometric Authentication</vt:lpstr>
      <vt:lpstr>Biometric Authentication – Advantages</vt:lpstr>
      <vt:lpstr>Biometric Authentication – Disadvantages</vt:lpstr>
      <vt:lpstr>MULTI-FACTOR AUTHENTICATION</vt:lpstr>
      <vt:lpstr>Multi-Factor Authentication</vt:lpstr>
      <vt:lpstr>Main References for Chapter 13</vt:lpstr>
      <vt:lpstr>~ THE END  ~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13</dc:title>
  <dc:creator>Tea Boon Chian</dc:creator>
  <cp:lastModifiedBy>Tea Boon Chian</cp:lastModifiedBy>
  <cp:revision>1</cp:revision>
  <dcterms:created xsi:type="dcterms:W3CDTF">2023-12-26T05:06:11Z</dcterms:created>
  <dcterms:modified xsi:type="dcterms:W3CDTF">2024-06-18T09:09:50Z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0x0101009FA374375A648B43BE2F504427ACA368</vt:lpwstr>
  </property>
</Properties>
</file>