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89" r:id="rId5"/>
    <p:sldId id="259" r:id="rId6"/>
    <p:sldId id="260" r:id="rId7"/>
    <p:sldId id="261" r:id="rId8"/>
    <p:sldId id="262" r:id="rId9"/>
    <p:sldId id="263" r:id="rId10"/>
    <p:sldId id="290" r:id="rId11"/>
    <p:sldId id="264" r:id="rId12"/>
    <p:sldId id="265" r:id="rId13"/>
    <p:sldId id="266" r:id="rId14"/>
    <p:sldId id="267" r:id="rId15"/>
    <p:sldId id="268" r:id="rId16"/>
    <p:sldId id="269" r:id="rId17"/>
    <p:sldId id="291" r:id="rId18"/>
    <p:sldId id="270" r:id="rId19"/>
    <p:sldId id="271" r:id="rId20"/>
    <p:sldId id="272" r:id="rId21"/>
    <p:sldId id="292" r:id="rId22"/>
    <p:sldId id="273" r:id="rId23"/>
    <p:sldId id="274" r:id="rId24"/>
    <p:sldId id="293" r:id="rId25"/>
    <p:sldId id="275" r:id="rId26"/>
    <p:sldId id="276" r:id="rId27"/>
    <p:sldId id="277" r:id="rId28"/>
    <p:sldId id="278" r:id="rId29"/>
    <p:sldId id="279" r:id="rId30"/>
    <p:sldId id="280" r:id="rId31"/>
    <p:sldId id="294" r:id="rId32"/>
    <p:sldId id="281" r:id="rId33"/>
    <p:sldId id="282" r:id="rId34"/>
    <p:sldId id="283" r:id="rId35"/>
    <p:sldId id="284" r:id="rId36"/>
    <p:sldId id="295" r:id="rId37"/>
    <p:sldId id="285" r:id="rId38"/>
    <p:sldId id="286" r:id="rId39"/>
    <p:sldId id="287" r:id="rId40"/>
    <p:sldId id="1151" r:id="rId41"/>
    <p:sldId id="1137" r:id="rId42"/>
    <p:sldId id="1138" r:id="rId43"/>
    <p:sldId id="1135" r:id="rId44"/>
    <p:sldId id="1140" r:id="rId45"/>
    <p:sldId id="1141" r:id="rId46"/>
    <p:sldId id="1144" r:id="rId47"/>
    <p:sldId id="1139" r:id="rId48"/>
    <p:sldId id="1143" r:id="rId49"/>
    <p:sldId id="1145" r:id="rId50"/>
    <p:sldId id="1146" r:id="rId51"/>
    <p:sldId id="1142" r:id="rId52"/>
    <p:sldId id="1147" r:id="rId53"/>
    <p:sldId id="1148" r:id="rId54"/>
    <p:sldId id="1149" r:id="rId55"/>
    <p:sldId id="1150" r:id="rId56"/>
    <p:sldId id="288" r:id="rId57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65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 Boon Chian" userId="ab84e6a5-2079-4f96-af03-c8dde00dcc75" providerId="ADAL" clId="{7ED66ACA-E1B0-4355-9F65-75AEA1B7FEB6}"/>
    <pc:docChg chg="custSel addSld modSld sldOrd">
      <pc:chgData name="Tea Boon Chian" userId="ab84e6a5-2079-4f96-af03-c8dde00dcc75" providerId="ADAL" clId="{7ED66ACA-E1B0-4355-9F65-75AEA1B7FEB6}" dt="2024-06-18T07:54:18.550" v="252" actId="403"/>
      <pc:docMkLst>
        <pc:docMk/>
      </pc:docMkLst>
      <pc:sldChg chg="addSp modSp">
        <pc:chgData name="Tea Boon Chian" userId="ab84e6a5-2079-4f96-af03-c8dde00dcc75" providerId="ADAL" clId="{7ED66ACA-E1B0-4355-9F65-75AEA1B7FEB6}" dt="2024-06-18T07:53:48.583" v="214"/>
        <pc:sldMkLst>
          <pc:docMk/>
          <pc:sldMk cId="2025502441" sldId="287"/>
        </pc:sldMkLst>
        <pc:cxnChg chg="add mod">
          <ac:chgData name="Tea Boon Chian" userId="ab84e6a5-2079-4f96-af03-c8dde00dcc75" providerId="ADAL" clId="{7ED66ACA-E1B0-4355-9F65-75AEA1B7FEB6}" dt="2024-06-18T07:53:48.583" v="214"/>
          <ac:cxnSpMkLst>
            <pc:docMk/>
            <pc:sldMk cId="2025502441" sldId="287"/>
            <ac:cxnSpMk id="4" creationId="{6781D56B-6B75-3616-64FF-9D6E57BA786B}"/>
          </ac:cxnSpMkLst>
        </pc:cxnChg>
        <pc:cxnChg chg="add mod">
          <ac:chgData name="Tea Boon Chian" userId="ab84e6a5-2079-4f96-af03-c8dde00dcc75" providerId="ADAL" clId="{7ED66ACA-E1B0-4355-9F65-75AEA1B7FEB6}" dt="2024-06-18T07:53:48.583" v="214"/>
          <ac:cxnSpMkLst>
            <pc:docMk/>
            <pc:sldMk cId="2025502441" sldId="287"/>
            <ac:cxnSpMk id="5" creationId="{60C9E812-F502-965A-3824-58EBA87A02CA}"/>
          </ac:cxnSpMkLst>
        </pc:cxnChg>
      </pc:sldChg>
      <pc:sldChg chg="modSp mod">
        <pc:chgData name="Tea Boon Chian" userId="ab84e6a5-2079-4f96-af03-c8dde00dcc75" providerId="ADAL" clId="{7ED66ACA-E1B0-4355-9F65-75AEA1B7FEB6}" dt="2024-06-14T18:00:34.639" v="57" actId="11"/>
        <pc:sldMkLst>
          <pc:docMk/>
          <pc:sldMk cId="1745466776" sldId="1137"/>
        </pc:sldMkLst>
        <pc:spChg chg="mod">
          <ac:chgData name="Tea Boon Chian" userId="ab84e6a5-2079-4f96-af03-c8dde00dcc75" providerId="ADAL" clId="{7ED66ACA-E1B0-4355-9F65-75AEA1B7FEB6}" dt="2024-06-14T18:00:34.639" v="57" actId="11"/>
          <ac:spMkLst>
            <pc:docMk/>
            <pc:sldMk cId="1745466776" sldId="1137"/>
            <ac:spMk id="3" creationId="{85D78189-442D-9DAB-1006-9C739C2F7512}"/>
          </ac:spMkLst>
        </pc:spChg>
        <pc:spChg chg="mod">
          <ac:chgData name="Tea Boon Chian" userId="ab84e6a5-2079-4f96-af03-c8dde00dcc75" providerId="ADAL" clId="{7ED66ACA-E1B0-4355-9F65-75AEA1B7FEB6}" dt="2024-06-14T18:00:29.480" v="56" actId="20577"/>
          <ac:spMkLst>
            <pc:docMk/>
            <pc:sldMk cId="1745466776" sldId="1137"/>
            <ac:spMk id="10" creationId="{3ECD5CC9-15B2-D083-421B-2ABAD128DA78}"/>
          </ac:spMkLst>
        </pc:spChg>
      </pc:sldChg>
      <pc:sldChg chg="modSp mod">
        <pc:chgData name="Tea Boon Chian" userId="ab84e6a5-2079-4f96-af03-c8dde00dcc75" providerId="ADAL" clId="{7ED66ACA-E1B0-4355-9F65-75AEA1B7FEB6}" dt="2024-06-14T18:01:13.674" v="58" actId="33524"/>
        <pc:sldMkLst>
          <pc:docMk/>
          <pc:sldMk cId="2211839324" sldId="1145"/>
        </pc:sldMkLst>
        <pc:spChg chg="mod">
          <ac:chgData name="Tea Boon Chian" userId="ab84e6a5-2079-4f96-af03-c8dde00dcc75" providerId="ADAL" clId="{7ED66ACA-E1B0-4355-9F65-75AEA1B7FEB6}" dt="2024-06-14T18:01:13.674" v="58" actId="33524"/>
          <ac:spMkLst>
            <pc:docMk/>
            <pc:sldMk cId="2211839324" sldId="1145"/>
            <ac:spMk id="4" creationId="{6EE36F0B-EAAC-1AB0-C3C7-F4531AECC36F}"/>
          </ac:spMkLst>
        </pc:spChg>
      </pc:sldChg>
      <pc:sldChg chg="modSp mod">
        <pc:chgData name="Tea Boon Chian" userId="ab84e6a5-2079-4f96-af03-c8dde00dcc75" providerId="ADAL" clId="{7ED66ACA-E1B0-4355-9F65-75AEA1B7FEB6}" dt="2024-06-14T18:03:56.186" v="212" actId="207"/>
        <pc:sldMkLst>
          <pc:docMk/>
          <pc:sldMk cId="769942752" sldId="1147"/>
        </pc:sldMkLst>
        <pc:spChg chg="mod">
          <ac:chgData name="Tea Boon Chian" userId="ab84e6a5-2079-4f96-af03-c8dde00dcc75" providerId="ADAL" clId="{7ED66ACA-E1B0-4355-9F65-75AEA1B7FEB6}" dt="2024-06-14T18:03:56.186" v="212" actId="207"/>
          <ac:spMkLst>
            <pc:docMk/>
            <pc:sldMk cId="769942752" sldId="1147"/>
            <ac:spMk id="4" creationId="{34CCB9C1-83D9-C96F-7CB3-EE46967186CC}"/>
          </ac:spMkLst>
        </pc:spChg>
      </pc:sldChg>
      <pc:sldChg chg="modSp mod">
        <pc:chgData name="Tea Boon Chian" userId="ab84e6a5-2079-4f96-af03-c8dde00dcc75" providerId="ADAL" clId="{7ED66ACA-E1B0-4355-9F65-75AEA1B7FEB6}" dt="2024-06-14T18:02:53.580" v="127" actId="207"/>
        <pc:sldMkLst>
          <pc:docMk/>
          <pc:sldMk cId="171950374" sldId="1148"/>
        </pc:sldMkLst>
        <pc:spChg chg="mod">
          <ac:chgData name="Tea Boon Chian" userId="ab84e6a5-2079-4f96-af03-c8dde00dcc75" providerId="ADAL" clId="{7ED66ACA-E1B0-4355-9F65-75AEA1B7FEB6}" dt="2024-06-14T18:02:53.580" v="127" actId="207"/>
          <ac:spMkLst>
            <pc:docMk/>
            <pc:sldMk cId="171950374" sldId="1148"/>
            <ac:spMk id="5" creationId="{0242C63F-468F-1217-6C62-B7A2C37FC672}"/>
          </ac:spMkLst>
        </pc:spChg>
      </pc:sldChg>
      <pc:sldChg chg="modSp mod">
        <pc:chgData name="Tea Boon Chian" userId="ab84e6a5-2079-4f96-af03-c8dde00dcc75" providerId="ADAL" clId="{7ED66ACA-E1B0-4355-9F65-75AEA1B7FEB6}" dt="2024-06-14T18:02:28.195" v="95" actId="20577"/>
        <pc:sldMkLst>
          <pc:docMk/>
          <pc:sldMk cId="3283686755" sldId="1150"/>
        </pc:sldMkLst>
        <pc:spChg chg="mod">
          <ac:chgData name="Tea Boon Chian" userId="ab84e6a5-2079-4f96-af03-c8dde00dcc75" providerId="ADAL" clId="{7ED66ACA-E1B0-4355-9F65-75AEA1B7FEB6}" dt="2024-06-14T18:02:28.195" v="95" actId="20577"/>
          <ac:spMkLst>
            <pc:docMk/>
            <pc:sldMk cId="3283686755" sldId="1150"/>
            <ac:spMk id="5" creationId="{0242C63F-468F-1217-6C62-B7A2C37FC672}"/>
          </ac:spMkLst>
        </pc:spChg>
      </pc:sldChg>
      <pc:sldChg chg="delSp modSp new mod ord">
        <pc:chgData name="Tea Boon Chian" userId="ab84e6a5-2079-4f96-af03-c8dde00dcc75" providerId="ADAL" clId="{7ED66ACA-E1B0-4355-9F65-75AEA1B7FEB6}" dt="2024-06-18T07:54:18.550" v="252" actId="403"/>
        <pc:sldMkLst>
          <pc:docMk/>
          <pc:sldMk cId="3119047388" sldId="1151"/>
        </pc:sldMkLst>
        <pc:spChg chg="mod">
          <ac:chgData name="Tea Boon Chian" userId="ab84e6a5-2079-4f96-af03-c8dde00dcc75" providerId="ADAL" clId="{7ED66ACA-E1B0-4355-9F65-75AEA1B7FEB6}" dt="2024-06-18T07:54:18.550" v="252" actId="403"/>
          <ac:spMkLst>
            <pc:docMk/>
            <pc:sldMk cId="3119047388" sldId="1151"/>
            <ac:spMk id="2" creationId="{8228E76F-66EB-3D88-8E2D-2D323DCEE9A6}"/>
          </ac:spMkLst>
        </pc:spChg>
        <pc:spChg chg="del mod">
          <ac:chgData name="Tea Boon Chian" userId="ab84e6a5-2079-4f96-af03-c8dde00dcc75" providerId="ADAL" clId="{7ED66ACA-E1B0-4355-9F65-75AEA1B7FEB6}" dt="2024-06-18T07:54:14.918" v="249" actId="478"/>
          <ac:spMkLst>
            <pc:docMk/>
            <pc:sldMk cId="3119047388" sldId="1151"/>
            <ac:spMk id="3" creationId="{EA903483-5607-D6B6-D1B5-D0C5F87699BB}"/>
          </ac:spMkLst>
        </pc:spChg>
      </pc:sldChg>
    </pc:docChg>
  </pc:docChgLst>
  <pc:docChgLst>
    <pc:chgData name="Tea Boon Chian" userId="ab84e6a5-2079-4f96-af03-c8dde00dcc75" providerId="ADAL" clId="{36651AE9-1F9D-4B75-8462-76F496635D8B}"/>
    <pc:docChg chg="custSel modSld">
      <pc:chgData name="Tea Boon Chian" userId="ab84e6a5-2079-4f96-af03-c8dde00dcc75" providerId="ADAL" clId="{36651AE9-1F9D-4B75-8462-76F496635D8B}" dt="2024-06-23T17:50:01.352" v="10" actId="33524"/>
      <pc:docMkLst>
        <pc:docMk/>
      </pc:docMkLst>
      <pc:sldChg chg="modSp mod">
        <pc:chgData name="Tea Boon Chian" userId="ab84e6a5-2079-4f96-af03-c8dde00dcc75" providerId="ADAL" clId="{36651AE9-1F9D-4B75-8462-76F496635D8B}" dt="2024-06-23T17:49:36.208" v="9" actId="20577"/>
        <pc:sldMkLst>
          <pc:docMk/>
          <pc:sldMk cId="1567518283" sldId="273"/>
        </pc:sldMkLst>
        <pc:spChg chg="mod">
          <ac:chgData name="Tea Boon Chian" userId="ab84e6a5-2079-4f96-af03-c8dde00dcc75" providerId="ADAL" clId="{36651AE9-1F9D-4B75-8462-76F496635D8B}" dt="2024-06-23T17:49:36.208" v="9" actId="20577"/>
          <ac:spMkLst>
            <pc:docMk/>
            <pc:sldMk cId="1567518283" sldId="273"/>
            <ac:spMk id="3" creationId="{5866A4E3-5E63-AC04-036F-1EDB21688FB9}"/>
          </ac:spMkLst>
        </pc:spChg>
      </pc:sldChg>
      <pc:sldChg chg="modSp mod">
        <pc:chgData name="Tea Boon Chian" userId="ab84e6a5-2079-4f96-af03-c8dde00dcc75" providerId="ADAL" clId="{36651AE9-1F9D-4B75-8462-76F496635D8B}" dt="2024-06-23T17:50:01.352" v="10" actId="33524"/>
        <pc:sldMkLst>
          <pc:docMk/>
          <pc:sldMk cId="2332668445" sldId="276"/>
        </pc:sldMkLst>
        <pc:spChg chg="mod">
          <ac:chgData name="Tea Boon Chian" userId="ab84e6a5-2079-4f96-af03-c8dde00dcc75" providerId="ADAL" clId="{36651AE9-1F9D-4B75-8462-76F496635D8B}" dt="2024-06-23T17:50:01.352" v="10" actId="33524"/>
          <ac:spMkLst>
            <pc:docMk/>
            <pc:sldMk cId="2332668445" sldId="276"/>
            <ac:spMk id="3" creationId="{5866A4E3-5E63-AC04-036F-1EDB21688FB9}"/>
          </ac:spMkLst>
        </pc:spChg>
      </pc:sldChg>
      <pc:sldChg chg="modSp mod">
        <pc:chgData name="Tea Boon Chian" userId="ab84e6a5-2079-4f96-af03-c8dde00dcc75" providerId="ADAL" clId="{36651AE9-1F9D-4B75-8462-76F496635D8B}" dt="2024-06-23T16:34:51.253" v="7" actId="20577"/>
        <pc:sldMkLst>
          <pc:docMk/>
          <pc:sldMk cId="1745466776" sldId="1137"/>
        </pc:sldMkLst>
        <pc:spChg chg="mod">
          <ac:chgData name="Tea Boon Chian" userId="ab84e6a5-2079-4f96-af03-c8dde00dcc75" providerId="ADAL" clId="{36651AE9-1F9D-4B75-8462-76F496635D8B}" dt="2024-06-23T16:34:51.253" v="7" actId="20577"/>
          <ac:spMkLst>
            <pc:docMk/>
            <pc:sldMk cId="1745466776" sldId="1137"/>
            <ac:spMk id="3" creationId="{85D78189-442D-9DAB-1006-9C739C2F7512}"/>
          </ac:spMkLst>
        </pc:spChg>
      </pc:sldChg>
    </pc:docChg>
  </pc:docChgLst>
  <pc:docChgLst>
    <pc:chgData name="Tea Boon Chian" userId="ab84e6a5-2079-4f96-af03-c8dde00dcc75" providerId="ADAL" clId="{118BB377-C949-4533-919C-1F2E625C1E1A}"/>
    <pc:docChg chg="custSel modSld">
      <pc:chgData name="Tea Boon Chian" userId="ab84e6a5-2079-4f96-af03-c8dde00dcc75" providerId="ADAL" clId="{118BB377-C949-4533-919C-1F2E625C1E1A}" dt="2024-02-05T07:05:33.794" v="3" actId="20577"/>
      <pc:docMkLst>
        <pc:docMk/>
      </pc:docMkLst>
      <pc:sldChg chg="modSp mod">
        <pc:chgData name="Tea Boon Chian" userId="ab84e6a5-2079-4f96-af03-c8dde00dcc75" providerId="ADAL" clId="{118BB377-C949-4533-919C-1F2E625C1E1A}" dt="2024-02-05T06:56:13.116" v="1" actId="33524"/>
        <pc:sldMkLst>
          <pc:docMk/>
          <pc:sldMk cId="1300616269" sldId="263"/>
        </pc:sldMkLst>
        <pc:spChg chg="mod">
          <ac:chgData name="Tea Boon Chian" userId="ab84e6a5-2079-4f96-af03-c8dde00dcc75" providerId="ADAL" clId="{118BB377-C949-4533-919C-1F2E625C1E1A}" dt="2024-02-05T06:56:13.116" v="1" actId="33524"/>
          <ac:spMkLst>
            <pc:docMk/>
            <pc:sldMk cId="1300616269" sldId="263"/>
            <ac:spMk id="3" creationId="{5866A4E3-5E63-AC04-036F-1EDB21688FB9}"/>
          </ac:spMkLst>
        </pc:spChg>
      </pc:sldChg>
      <pc:sldChg chg="modSp mod">
        <pc:chgData name="Tea Boon Chian" userId="ab84e6a5-2079-4f96-af03-c8dde00dcc75" providerId="ADAL" clId="{118BB377-C949-4533-919C-1F2E625C1E1A}" dt="2024-02-05T06:51:47.848" v="0" actId="20577"/>
        <pc:sldMkLst>
          <pc:docMk/>
          <pc:sldMk cId="2331753227" sldId="266"/>
        </pc:sldMkLst>
        <pc:spChg chg="mod">
          <ac:chgData name="Tea Boon Chian" userId="ab84e6a5-2079-4f96-af03-c8dde00dcc75" providerId="ADAL" clId="{118BB377-C949-4533-919C-1F2E625C1E1A}" dt="2024-02-05T06:51:47.848" v="0" actId="20577"/>
          <ac:spMkLst>
            <pc:docMk/>
            <pc:sldMk cId="2331753227" sldId="266"/>
            <ac:spMk id="3" creationId="{5866A4E3-5E63-AC04-036F-1EDB21688FB9}"/>
          </ac:spMkLst>
        </pc:spChg>
      </pc:sldChg>
      <pc:sldChg chg="modSp mod">
        <pc:chgData name="Tea Boon Chian" userId="ab84e6a5-2079-4f96-af03-c8dde00dcc75" providerId="ADAL" clId="{118BB377-C949-4533-919C-1F2E625C1E1A}" dt="2024-02-05T07:05:33.794" v="3" actId="20577"/>
        <pc:sldMkLst>
          <pc:docMk/>
          <pc:sldMk cId="2045452798" sldId="277"/>
        </pc:sldMkLst>
        <pc:spChg chg="mod">
          <ac:chgData name="Tea Boon Chian" userId="ab84e6a5-2079-4f96-af03-c8dde00dcc75" providerId="ADAL" clId="{118BB377-C949-4533-919C-1F2E625C1E1A}" dt="2024-02-05T07:05:33.794" v="3" actId="20577"/>
          <ac:spMkLst>
            <pc:docMk/>
            <pc:sldMk cId="2045452798" sldId="277"/>
            <ac:spMk id="3" creationId="{5866A4E3-5E63-AC04-036F-1EDB21688FB9}"/>
          </ac:spMkLst>
        </pc:spChg>
      </pc:sldChg>
    </pc:docChg>
  </pc:docChgLst>
  <pc:docChgLst>
    <pc:chgData name="Tea Boon Chian" userId="ab84e6a5-2079-4f96-af03-c8dde00dcc75" providerId="ADAL" clId="{88444F90-574E-4CE3-871C-1B50228A74C8}"/>
    <pc:docChg chg="undo redo custSel addSld delSld modSld sldOrd">
      <pc:chgData name="Tea Boon Chian" userId="ab84e6a5-2079-4f96-af03-c8dde00dcc75" providerId="ADAL" clId="{88444F90-574E-4CE3-871C-1B50228A74C8}" dt="2024-02-05T07:54:24.821" v="12652" actId="20577"/>
      <pc:docMkLst>
        <pc:docMk/>
      </pc:docMkLst>
      <pc:sldChg chg="modSp mod">
        <pc:chgData name="Tea Boon Chian" userId="ab84e6a5-2079-4f96-af03-c8dde00dcc75" providerId="ADAL" clId="{88444F90-574E-4CE3-871C-1B50228A74C8}" dt="2023-12-27T12:21:25.940" v="11227" actId="20577"/>
        <pc:sldMkLst>
          <pc:docMk/>
          <pc:sldMk cId="4005243514" sldId="257"/>
        </pc:sldMkLst>
        <pc:spChg chg="mod">
          <ac:chgData name="Tea Boon Chian" userId="ab84e6a5-2079-4f96-af03-c8dde00dcc75" providerId="ADAL" clId="{88444F90-574E-4CE3-871C-1B50228A74C8}" dt="2023-12-27T12:21:25.940" v="11227" actId="20577"/>
          <ac:spMkLst>
            <pc:docMk/>
            <pc:sldMk cId="4005243514" sldId="257"/>
            <ac:spMk id="3" creationId="{5866A4E3-5E63-AC04-036F-1EDB21688FB9}"/>
          </ac:spMkLst>
        </pc:spChg>
      </pc:sldChg>
      <pc:sldChg chg="modSp mod">
        <pc:chgData name="Tea Boon Chian" userId="ab84e6a5-2079-4f96-af03-c8dde00dcc75" providerId="ADAL" clId="{88444F90-574E-4CE3-871C-1B50228A74C8}" dt="2023-12-27T12:19:15.864" v="11178"/>
        <pc:sldMkLst>
          <pc:docMk/>
          <pc:sldMk cId="2886238719" sldId="258"/>
        </pc:sldMkLst>
        <pc:spChg chg="mod">
          <ac:chgData name="Tea Boon Chian" userId="ab84e6a5-2079-4f96-af03-c8dde00dcc75" providerId="ADAL" clId="{88444F90-574E-4CE3-871C-1B50228A74C8}" dt="2023-12-27T12:19:15.864" v="11178"/>
          <ac:spMkLst>
            <pc:docMk/>
            <pc:sldMk cId="2886238719" sldId="258"/>
            <ac:spMk id="3" creationId="{5866A4E3-5E63-AC04-036F-1EDB21688FB9}"/>
          </ac:spMkLst>
        </pc:spChg>
      </pc:sldChg>
      <pc:sldChg chg="modSp mod">
        <pc:chgData name="Tea Boon Chian" userId="ab84e6a5-2079-4f96-af03-c8dde00dcc75" providerId="ADAL" clId="{88444F90-574E-4CE3-871C-1B50228A74C8}" dt="2023-12-26T10:03:00.413" v="1963" actId="404"/>
        <pc:sldMkLst>
          <pc:docMk/>
          <pc:sldMk cId="159657697" sldId="259"/>
        </pc:sldMkLst>
        <pc:spChg chg="mod">
          <ac:chgData name="Tea Boon Chian" userId="ab84e6a5-2079-4f96-af03-c8dde00dcc75" providerId="ADAL" clId="{88444F90-574E-4CE3-871C-1B50228A74C8}" dt="2023-12-26T10:03:00.413" v="1963" actId="404"/>
          <ac:spMkLst>
            <pc:docMk/>
            <pc:sldMk cId="159657697" sldId="259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6T10:02:33.248" v="1959" actId="20577"/>
          <ac:spMkLst>
            <pc:docMk/>
            <pc:sldMk cId="159657697" sldId="259"/>
            <ac:spMk id="3" creationId="{5866A4E3-5E63-AC04-036F-1EDB21688FB9}"/>
          </ac:spMkLst>
        </pc:spChg>
      </pc:sldChg>
      <pc:sldChg chg="modSp mod">
        <pc:chgData name="Tea Boon Chian" userId="ab84e6a5-2079-4f96-af03-c8dde00dcc75" providerId="ADAL" clId="{88444F90-574E-4CE3-871C-1B50228A74C8}" dt="2023-12-26T10:03:03.060" v="1964" actId="404"/>
        <pc:sldMkLst>
          <pc:docMk/>
          <pc:sldMk cId="3669775953" sldId="260"/>
        </pc:sldMkLst>
        <pc:spChg chg="mod">
          <ac:chgData name="Tea Boon Chian" userId="ab84e6a5-2079-4f96-af03-c8dde00dcc75" providerId="ADAL" clId="{88444F90-574E-4CE3-871C-1B50228A74C8}" dt="2023-12-26T10:03:03.060" v="1964" actId="404"/>
          <ac:spMkLst>
            <pc:docMk/>
            <pc:sldMk cId="3669775953" sldId="260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6T10:00:09.851" v="1703" actId="20577"/>
          <ac:spMkLst>
            <pc:docMk/>
            <pc:sldMk cId="3669775953" sldId="260"/>
            <ac:spMk id="3" creationId="{5866A4E3-5E63-AC04-036F-1EDB21688FB9}"/>
          </ac:spMkLst>
        </pc:spChg>
      </pc:sldChg>
      <pc:sldChg chg="addSp delSp modSp mod">
        <pc:chgData name="Tea Boon Chian" userId="ab84e6a5-2079-4f96-af03-c8dde00dcc75" providerId="ADAL" clId="{88444F90-574E-4CE3-871C-1B50228A74C8}" dt="2023-12-26T10:36:02.945" v="3253" actId="20577"/>
        <pc:sldMkLst>
          <pc:docMk/>
          <pc:sldMk cId="1156106481" sldId="261"/>
        </pc:sldMkLst>
        <pc:spChg chg="mod">
          <ac:chgData name="Tea Boon Chian" userId="ab84e6a5-2079-4f96-af03-c8dde00dcc75" providerId="ADAL" clId="{88444F90-574E-4CE3-871C-1B50228A74C8}" dt="2023-12-26T10:00:48.349" v="1759" actId="207"/>
          <ac:spMkLst>
            <pc:docMk/>
            <pc:sldMk cId="1156106481" sldId="261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6T10:36:02.945" v="3253" actId="20577"/>
          <ac:spMkLst>
            <pc:docMk/>
            <pc:sldMk cId="1156106481" sldId="261"/>
            <ac:spMk id="3" creationId="{5866A4E3-5E63-AC04-036F-1EDB21688FB9}"/>
          </ac:spMkLst>
        </pc:spChg>
        <pc:spChg chg="add del">
          <ac:chgData name="Tea Boon Chian" userId="ab84e6a5-2079-4f96-af03-c8dde00dcc75" providerId="ADAL" clId="{88444F90-574E-4CE3-871C-1B50228A74C8}" dt="2023-12-26T10:05:24.644" v="2023" actId="22"/>
          <ac:spMkLst>
            <pc:docMk/>
            <pc:sldMk cId="1156106481" sldId="261"/>
            <ac:spMk id="5" creationId="{EE6C67CC-B9BD-B213-5D3C-9690DCC51FF4}"/>
          </ac:spMkLst>
        </pc:spChg>
      </pc:sldChg>
      <pc:sldChg chg="addSp delSp modSp mod">
        <pc:chgData name="Tea Boon Chian" userId="ab84e6a5-2079-4f96-af03-c8dde00dcc75" providerId="ADAL" clId="{88444F90-574E-4CE3-871C-1B50228A74C8}" dt="2023-12-26T10:15:01.176" v="2954" actId="404"/>
        <pc:sldMkLst>
          <pc:docMk/>
          <pc:sldMk cId="774281159" sldId="262"/>
        </pc:sldMkLst>
        <pc:spChg chg="mod">
          <ac:chgData name="Tea Boon Chian" userId="ab84e6a5-2079-4f96-af03-c8dde00dcc75" providerId="ADAL" clId="{88444F90-574E-4CE3-871C-1B50228A74C8}" dt="2023-12-26T10:15:01.176" v="2954" actId="404"/>
          <ac:spMkLst>
            <pc:docMk/>
            <pc:sldMk cId="774281159" sldId="262"/>
            <ac:spMk id="2" creationId="{BA1F2C1A-541D-4C9A-EF26-01A47F6D5E46}"/>
          </ac:spMkLst>
        </pc:spChg>
        <pc:spChg chg="del">
          <ac:chgData name="Tea Boon Chian" userId="ab84e6a5-2079-4f96-af03-c8dde00dcc75" providerId="ADAL" clId="{88444F90-574E-4CE3-871C-1B50228A74C8}" dt="2023-12-26T10:06:16.626" v="2028" actId="478"/>
          <ac:spMkLst>
            <pc:docMk/>
            <pc:sldMk cId="774281159" sldId="262"/>
            <ac:spMk id="3" creationId="{5866A4E3-5E63-AC04-036F-1EDB21688FB9}"/>
          </ac:spMkLst>
        </pc:spChg>
        <pc:picChg chg="add mod">
          <ac:chgData name="Tea Boon Chian" userId="ab84e6a5-2079-4f96-af03-c8dde00dcc75" providerId="ADAL" clId="{88444F90-574E-4CE3-871C-1B50228A74C8}" dt="2023-12-26T10:06:24.417" v="2033" actId="1076"/>
          <ac:picMkLst>
            <pc:docMk/>
            <pc:sldMk cId="774281159" sldId="262"/>
            <ac:picMk id="4" creationId="{98DFC624-B9A3-84B3-2C76-3734072077D4}"/>
          </ac:picMkLst>
        </pc:picChg>
      </pc:sldChg>
      <pc:sldChg chg="addSp delSp modSp mod">
        <pc:chgData name="Tea Boon Chian" userId="ab84e6a5-2079-4f96-af03-c8dde00dcc75" providerId="ADAL" clId="{88444F90-574E-4CE3-871C-1B50228A74C8}" dt="2023-12-26T10:15:11.978" v="2958" actId="20577"/>
        <pc:sldMkLst>
          <pc:docMk/>
          <pc:sldMk cId="1300616269" sldId="263"/>
        </pc:sldMkLst>
        <pc:spChg chg="mod">
          <ac:chgData name="Tea Boon Chian" userId="ab84e6a5-2079-4f96-af03-c8dde00dcc75" providerId="ADAL" clId="{88444F90-574E-4CE3-871C-1B50228A74C8}" dt="2023-12-26T10:15:11.978" v="2958" actId="20577"/>
          <ac:spMkLst>
            <pc:docMk/>
            <pc:sldMk cId="1300616269" sldId="263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6T10:14:52.604" v="2953" actId="207"/>
          <ac:spMkLst>
            <pc:docMk/>
            <pc:sldMk cId="1300616269" sldId="263"/>
            <ac:spMk id="3" creationId="{5866A4E3-5E63-AC04-036F-1EDB21688FB9}"/>
          </ac:spMkLst>
        </pc:spChg>
        <pc:picChg chg="add del">
          <ac:chgData name="Tea Boon Chian" userId="ab84e6a5-2079-4f96-af03-c8dde00dcc75" providerId="ADAL" clId="{88444F90-574E-4CE3-871C-1B50228A74C8}" dt="2023-12-26T10:09:37.677" v="2409"/>
          <ac:picMkLst>
            <pc:docMk/>
            <pc:sldMk cId="1300616269" sldId="263"/>
            <ac:picMk id="4" creationId="{32D36744-085D-2980-AF32-DC59C12E84D2}"/>
          </ac:picMkLst>
        </pc:picChg>
      </pc:sldChg>
      <pc:sldChg chg="modSp mod">
        <pc:chgData name="Tea Boon Chian" userId="ab84e6a5-2079-4f96-af03-c8dde00dcc75" providerId="ADAL" clId="{88444F90-574E-4CE3-871C-1B50228A74C8}" dt="2023-12-26T10:38:08.478" v="3577" actId="20577"/>
        <pc:sldMkLst>
          <pc:docMk/>
          <pc:sldMk cId="2412851317" sldId="264"/>
        </pc:sldMkLst>
        <pc:spChg chg="mod">
          <ac:chgData name="Tea Boon Chian" userId="ab84e6a5-2079-4f96-af03-c8dde00dcc75" providerId="ADAL" clId="{88444F90-574E-4CE3-871C-1B50228A74C8}" dt="2023-12-26T10:15:21.070" v="2972" actId="20577"/>
          <ac:spMkLst>
            <pc:docMk/>
            <pc:sldMk cId="2412851317" sldId="264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6T10:38:08.478" v="3577" actId="20577"/>
          <ac:spMkLst>
            <pc:docMk/>
            <pc:sldMk cId="2412851317" sldId="264"/>
            <ac:spMk id="3" creationId="{5866A4E3-5E63-AC04-036F-1EDB21688FB9}"/>
          </ac:spMkLst>
        </pc:spChg>
      </pc:sldChg>
      <pc:sldChg chg="addSp delSp modSp mod">
        <pc:chgData name="Tea Boon Chian" userId="ab84e6a5-2079-4f96-af03-c8dde00dcc75" providerId="ADAL" clId="{88444F90-574E-4CE3-871C-1B50228A74C8}" dt="2023-12-26T10:17:45.998" v="3010" actId="1076"/>
        <pc:sldMkLst>
          <pc:docMk/>
          <pc:sldMk cId="495656392" sldId="265"/>
        </pc:sldMkLst>
        <pc:spChg chg="del mod">
          <ac:chgData name="Tea Boon Chian" userId="ab84e6a5-2079-4f96-af03-c8dde00dcc75" providerId="ADAL" clId="{88444F90-574E-4CE3-871C-1B50228A74C8}" dt="2023-12-26T10:16:51.611" v="2993" actId="478"/>
          <ac:spMkLst>
            <pc:docMk/>
            <pc:sldMk cId="495656392" sldId="265"/>
            <ac:spMk id="2" creationId="{BA1F2C1A-541D-4C9A-EF26-01A47F6D5E46}"/>
          </ac:spMkLst>
        </pc:spChg>
        <pc:spChg chg="del">
          <ac:chgData name="Tea Boon Chian" userId="ab84e6a5-2079-4f96-af03-c8dde00dcc75" providerId="ADAL" clId="{88444F90-574E-4CE3-871C-1B50228A74C8}" dt="2023-12-26T10:16:34.581" v="2984" actId="478"/>
          <ac:spMkLst>
            <pc:docMk/>
            <pc:sldMk cId="495656392" sldId="265"/>
            <ac:spMk id="3" creationId="{5866A4E3-5E63-AC04-036F-1EDB21688FB9}"/>
          </ac:spMkLst>
        </pc:spChg>
        <pc:spChg chg="add del mod">
          <ac:chgData name="Tea Boon Chian" userId="ab84e6a5-2079-4f96-af03-c8dde00dcc75" providerId="ADAL" clId="{88444F90-574E-4CE3-871C-1B50228A74C8}" dt="2023-12-26T10:16:56.077" v="2995" actId="478"/>
          <ac:spMkLst>
            <pc:docMk/>
            <pc:sldMk cId="495656392" sldId="265"/>
            <ac:spMk id="6" creationId="{52A03BB0-9116-70B2-7111-76EB5F35E561}"/>
          </ac:spMkLst>
        </pc:spChg>
        <pc:spChg chg="add del mod">
          <ac:chgData name="Tea Boon Chian" userId="ab84e6a5-2079-4f96-af03-c8dde00dcc75" providerId="ADAL" clId="{88444F90-574E-4CE3-871C-1B50228A74C8}" dt="2023-12-26T10:17:41.357" v="3008" actId="478"/>
          <ac:spMkLst>
            <pc:docMk/>
            <pc:sldMk cId="495656392" sldId="265"/>
            <ac:spMk id="8" creationId="{29086B37-1067-C067-8C6C-838C10D4E37E}"/>
          </ac:spMkLst>
        </pc:spChg>
        <pc:spChg chg="add del mod">
          <ac:chgData name="Tea Boon Chian" userId="ab84e6a5-2079-4f96-af03-c8dde00dcc75" providerId="ADAL" clId="{88444F90-574E-4CE3-871C-1B50228A74C8}" dt="2023-12-26T10:17:42.726" v="3009" actId="478"/>
          <ac:spMkLst>
            <pc:docMk/>
            <pc:sldMk cId="495656392" sldId="265"/>
            <ac:spMk id="10" creationId="{8F868DB7-CECC-3EB7-40EA-B0D60CACD949}"/>
          </ac:spMkLst>
        </pc:spChg>
        <pc:picChg chg="add mod">
          <ac:chgData name="Tea Boon Chian" userId="ab84e6a5-2079-4f96-af03-c8dde00dcc75" providerId="ADAL" clId="{88444F90-574E-4CE3-871C-1B50228A74C8}" dt="2023-12-26T10:17:45.998" v="3010" actId="1076"/>
          <ac:picMkLst>
            <pc:docMk/>
            <pc:sldMk cId="495656392" sldId="265"/>
            <ac:picMk id="4" creationId="{68FEF62C-8EE4-C657-F7B0-98BA247BEF46}"/>
          </ac:picMkLst>
        </pc:picChg>
        <pc:picChg chg="add del mod">
          <ac:chgData name="Tea Boon Chian" userId="ab84e6a5-2079-4f96-af03-c8dde00dcc75" providerId="ADAL" clId="{88444F90-574E-4CE3-871C-1B50228A74C8}" dt="2023-12-26T10:17:21.297" v="3000"/>
          <ac:picMkLst>
            <pc:docMk/>
            <pc:sldMk cId="495656392" sldId="265"/>
            <ac:picMk id="7" creationId="{3AC43E0A-02C9-CC05-CFD1-CDFBB40B7A7E}"/>
          </ac:picMkLst>
        </pc:picChg>
      </pc:sldChg>
      <pc:sldChg chg="modSp mod">
        <pc:chgData name="Tea Boon Chian" userId="ab84e6a5-2079-4f96-af03-c8dde00dcc75" providerId="ADAL" clId="{88444F90-574E-4CE3-871C-1B50228A74C8}" dt="2023-12-26T10:46:55.179" v="4317" actId="20577"/>
        <pc:sldMkLst>
          <pc:docMk/>
          <pc:sldMk cId="2331753227" sldId="266"/>
        </pc:sldMkLst>
        <pc:spChg chg="mod">
          <ac:chgData name="Tea Boon Chian" userId="ab84e6a5-2079-4f96-af03-c8dde00dcc75" providerId="ADAL" clId="{88444F90-574E-4CE3-871C-1B50228A74C8}" dt="2023-12-26T10:38:57.062" v="3595" actId="20577"/>
          <ac:spMkLst>
            <pc:docMk/>
            <pc:sldMk cId="2331753227" sldId="266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6T10:46:55.179" v="4317" actId="20577"/>
          <ac:spMkLst>
            <pc:docMk/>
            <pc:sldMk cId="2331753227" sldId="266"/>
            <ac:spMk id="3" creationId="{5866A4E3-5E63-AC04-036F-1EDB21688FB9}"/>
          </ac:spMkLst>
        </pc:spChg>
      </pc:sldChg>
      <pc:sldChg chg="modSp mod">
        <pc:chgData name="Tea Boon Chian" userId="ab84e6a5-2079-4f96-af03-c8dde00dcc75" providerId="ADAL" clId="{88444F90-574E-4CE3-871C-1B50228A74C8}" dt="2023-12-26T10:56:26.375" v="4607"/>
        <pc:sldMkLst>
          <pc:docMk/>
          <pc:sldMk cId="1601938844" sldId="267"/>
        </pc:sldMkLst>
        <pc:spChg chg="mod">
          <ac:chgData name="Tea Boon Chian" userId="ab84e6a5-2079-4f96-af03-c8dde00dcc75" providerId="ADAL" clId="{88444F90-574E-4CE3-871C-1B50228A74C8}" dt="2023-12-26T10:47:09.207" v="4333" actId="20577"/>
          <ac:spMkLst>
            <pc:docMk/>
            <pc:sldMk cId="1601938844" sldId="267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6T10:56:26.375" v="4607"/>
          <ac:spMkLst>
            <pc:docMk/>
            <pc:sldMk cId="1601938844" sldId="267"/>
            <ac:spMk id="3" creationId="{5866A4E3-5E63-AC04-036F-1EDB21688FB9}"/>
          </ac:spMkLst>
        </pc:spChg>
      </pc:sldChg>
      <pc:sldChg chg="addSp delSp modSp mod">
        <pc:chgData name="Tea Boon Chian" userId="ab84e6a5-2079-4f96-af03-c8dde00dcc75" providerId="ADAL" clId="{88444F90-574E-4CE3-871C-1B50228A74C8}" dt="2023-12-26T11:33:34.909" v="6479" actId="1076"/>
        <pc:sldMkLst>
          <pc:docMk/>
          <pc:sldMk cId="894985367" sldId="268"/>
        </pc:sldMkLst>
        <pc:spChg chg="del">
          <ac:chgData name="Tea Boon Chian" userId="ab84e6a5-2079-4f96-af03-c8dde00dcc75" providerId="ADAL" clId="{88444F90-574E-4CE3-871C-1B50228A74C8}" dt="2023-12-26T10:56:32.874" v="4608" actId="478"/>
          <ac:spMkLst>
            <pc:docMk/>
            <pc:sldMk cId="894985367" sldId="268"/>
            <ac:spMk id="2" creationId="{BA1F2C1A-541D-4C9A-EF26-01A47F6D5E46}"/>
          </ac:spMkLst>
        </pc:spChg>
        <pc:spChg chg="del">
          <ac:chgData name="Tea Boon Chian" userId="ab84e6a5-2079-4f96-af03-c8dde00dcc75" providerId="ADAL" clId="{88444F90-574E-4CE3-871C-1B50228A74C8}" dt="2023-12-26T10:56:34.467" v="4609" actId="478"/>
          <ac:spMkLst>
            <pc:docMk/>
            <pc:sldMk cId="894985367" sldId="268"/>
            <ac:spMk id="3" creationId="{5866A4E3-5E63-AC04-036F-1EDB21688FB9}"/>
          </ac:spMkLst>
        </pc:spChg>
        <pc:graphicFrameChg chg="add del mod">
          <ac:chgData name="Tea Boon Chian" userId="ab84e6a5-2079-4f96-af03-c8dde00dcc75" providerId="ADAL" clId="{88444F90-574E-4CE3-871C-1B50228A74C8}" dt="2023-12-26T11:33:28.639" v="6475"/>
          <ac:graphicFrameMkLst>
            <pc:docMk/>
            <pc:sldMk cId="894985367" sldId="268"/>
            <ac:graphicFrameMk id="5" creationId="{37059C28-D6AE-9574-8A67-D74AF8D7310C}"/>
          </ac:graphicFrameMkLst>
        </pc:graphicFrameChg>
        <pc:picChg chg="add del mod">
          <ac:chgData name="Tea Boon Chian" userId="ab84e6a5-2079-4f96-af03-c8dde00dcc75" providerId="ADAL" clId="{88444F90-574E-4CE3-871C-1B50228A74C8}" dt="2023-12-26T11:33:28.202" v="6472" actId="478"/>
          <ac:picMkLst>
            <pc:docMk/>
            <pc:sldMk cId="894985367" sldId="268"/>
            <ac:picMk id="4" creationId="{57EF865C-4C42-8EFF-EABF-03BD215D51B8}"/>
          </ac:picMkLst>
        </pc:picChg>
        <pc:picChg chg="add mod">
          <ac:chgData name="Tea Boon Chian" userId="ab84e6a5-2079-4f96-af03-c8dde00dcc75" providerId="ADAL" clId="{88444F90-574E-4CE3-871C-1B50228A74C8}" dt="2023-12-26T11:33:34.909" v="6479" actId="1076"/>
          <ac:picMkLst>
            <pc:docMk/>
            <pc:sldMk cId="894985367" sldId="268"/>
            <ac:picMk id="6" creationId="{6DC58955-7881-CAD9-83C4-0F704892E718}"/>
          </ac:picMkLst>
        </pc:picChg>
      </pc:sldChg>
      <pc:sldChg chg="modSp mod">
        <pc:chgData name="Tea Boon Chian" userId="ab84e6a5-2079-4f96-af03-c8dde00dcc75" providerId="ADAL" clId="{88444F90-574E-4CE3-871C-1B50228A74C8}" dt="2023-12-26T11:21:15.229" v="5631" actId="404"/>
        <pc:sldMkLst>
          <pc:docMk/>
          <pc:sldMk cId="2500403870" sldId="269"/>
        </pc:sldMkLst>
        <pc:spChg chg="mod">
          <ac:chgData name="Tea Boon Chian" userId="ab84e6a5-2079-4f96-af03-c8dde00dcc75" providerId="ADAL" clId="{88444F90-574E-4CE3-871C-1B50228A74C8}" dt="2023-12-26T11:21:15.229" v="5631" actId="404"/>
          <ac:spMkLst>
            <pc:docMk/>
            <pc:sldMk cId="2500403870" sldId="269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6T11:00:30.618" v="4726" actId="207"/>
          <ac:spMkLst>
            <pc:docMk/>
            <pc:sldMk cId="2500403870" sldId="269"/>
            <ac:spMk id="3" creationId="{5866A4E3-5E63-AC04-036F-1EDB21688FB9}"/>
          </ac:spMkLst>
        </pc:spChg>
      </pc:sldChg>
      <pc:sldChg chg="modSp mod">
        <pc:chgData name="Tea Boon Chian" userId="ab84e6a5-2079-4f96-af03-c8dde00dcc75" providerId="ADAL" clId="{88444F90-574E-4CE3-871C-1B50228A74C8}" dt="2023-12-26T11:21:08.183" v="5630" actId="404"/>
        <pc:sldMkLst>
          <pc:docMk/>
          <pc:sldMk cId="611430370" sldId="270"/>
        </pc:sldMkLst>
        <pc:spChg chg="mod">
          <ac:chgData name="Tea Boon Chian" userId="ab84e6a5-2079-4f96-af03-c8dde00dcc75" providerId="ADAL" clId="{88444F90-574E-4CE3-871C-1B50228A74C8}" dt="2023-12-26T11:21:08.183" v="5630" actId="404"/>
          <ac:spMkLst>
            <pc:docMk/>
            <pc:sldMk cId="611430370" sldId="270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6T11:04:22.862" v="5021" actId="20577"/>
          <ac:spMkLst>
            <pc:docMk/>
            <pc:sldMk cId="611430370" sldId="270"/>
            <ac:spMk id="3" creationId="{5866A4E3-5E63-AC04-036F-1EDB21688FB9}"/>
          </ac:spMkLst>
        </pc:spChg>
      </pc:sldChg>
      <pc:sldChg chg="addSp delSp modSp mod">
        <pc:chgData name="Tea Boon Chian" userId="ab84e6a5-2079-4f96-af03-c8dde00dcc75" providerId="ADAL" clId="{88444F90-574E-4CE3-871C-1B50228A74C8}" dt="2023-12-26T11:32:43.086" v="6470" actId="20577"/>
        <pc:sldMkLst>
          <pc:docMk/>
          <pc:sldMk cId="3539359024" sldId="271"/>
        </pc:sldMkLst>
        <pc:spChg chg="del mod">
          <ac:chgData name="Tea Boon Chian" userId="ab84e6a5-2079-4f96-af03-c8dde00dcc75" providerId="ADAL" clId="{88444F90-574E-4CE3-871C-1B50228A74C8}" dt="2023-12-26T11:05:34.989" v="5044" actId="478"/>
          <ac:spMkLst>
            <pc:docMk/>
            <pc:sldMk cId="3539359024" sldId="271"/>
            <ac:spMk id="2" creationId="{BA1F2C1A-541D-4C9A-EF26-01A47F6D5E46}"/>
          </ac:spMkLst>
        </pc:spChg>
        <pc:spChg chg="del">
          <ac:chgData name="Tea Boon Chian" userId="ab84e6a5-2079-4f96-af03-c8dde00dcc75" providerId="ADAL" clId="{88444F90-574E-4CE3-871C-1B50228A74C8}" dt="2023-12-26T11:05:37.629" v="5046" actId="478"/>
          <ac:spMkLst>
            <pc:docMk/>
            <pc:sldMk cId="3539359024" sldId="271"/>
            <ac:spMk id="3" creationId="{5866A4E3-5E63-AC04-036F-1EDB21688FB9}"/>
          </ac:spMkLst>
        </pc:spChg>
        <pc:spChg chg="add del mod">
          <ac:chgData name="Tea Boon Chian" userId="ab84e6a5-2079-4f96-af03-c8dde00dcc75" providerId="ADAL" clId="{88444F90-574E-4CE3-871C-1B50228A74C8}" dt="2023-12-26T11:05:36.394" v="5045" actId="478"/>
          <ac:spMkLst>
            <pc:docMk/>
            <pc:sldMk cId="3539359024" sldId="271"/>
            <ac:spMk id="5" creationId="{E80DD02D-9D56-51C6-1C8F-71B969A33B49}"/>
          </ac:spMkLst>
        </pc:spChg>
        <pc:spChg chg="add mod">
          <ac:chgData name="Tea Boon Chian" userId="ab84e6a5-2079-4f96-af03-c8dde00dcc75" providerId="ADAL" clId="{88444F90-574E-4CE3-871C-1B50228A74C8}" dt="2023-12-26T11:21:04.903" v="5629" actId="404"/>
          <ac:spMkLst>
            <pc:docMk/>
            <pc:sldMk cId="3539359024" sldId="271"/>
            <ac:spMk id="9" creationId="{092E3E76-8BF0-6598-0524-E46126DA8720}"/>
          </ac:spMkLst>
        </pc:spChg>
        <pc:spChg chg="add mod">
          <ac:chgData name="Tea Boon Chian" userId="ab84e6a5-2079-4f96-af03-c8dde00dcc75" providerId="ADAL" clId="{88444F90-574E-4CE3-871C-1B50228A74C8}" dt="2023-12-26T11:32:43.086" v="6470" actId="20577"/>
          <ac:spMkLst>
            <pc:docMk/>
            <pc:sldMk cId="3539359024" sldId="271"/>
            <ac:spMk id="10" creationId="{2D8D75AC-C5F8-E1F7-9F70-4076431A0883}"/>
          </ac:spMkLst>
        </pc:spChg>
        <pc:graphicFrameChg chg="add del mod">
          <ac:chgData name="Tea Boon Chian" userId="ab84e6a5-2079-4f96-af03-c8dde00dcc75" providerId="ADAL" clId="{88444F90-574E-4CE3-871C-1B50228A74C8}" dt="2023-12-26T11:32:11" v="6451"/>
          <ac:graphicFrameMkLst>
            <pc:docMk/>
            <pc:sldMk cId="3539359024" sldId="271"/>
            <ac:graphicFrameMk id="13" creationId="{268A64FE-04C2-81E6-AD39-E488DC990DDC}"/>
          </ac:graphicFrameMkLst>
        </pc:graphicFrameChg>
        <pc:picChg chg="add del mod">
          <ac:chgData name="Tea Boon Chian" userId="ab84e6a5-2079-4f96-af03-c8dde00dcc75" providerId="ADAL" clId="{88444F90-574E-4CE3-871C-1B50228A74C8}" dt="2023-12-26T11:06:57.871" v="5078" actId="478"/>
          <ac:picMkLst>
            <pc:docMk/>
            <pc:sldMk cId="3539359024" sldId="271"/>
            <ac:picMk id="6" creationId="{EE74A054-7467-9D71-32A0-C18FF9B6C04D}"/>
          </ac:picMkLst>
        </pc:picChg>
        <pc:picChg chg="add del mod">
          <ac:chgData name="Tea Boon Chian" userId="ab84e6a5-2079-4f96-af03-c8dde00dcc75" providerId="ADAL" clId="{88444F90-574E-4CE3-871C-1B50228A74C8}" dt="2023-12-26T11:06:38.344" v="5072"/>
          <ac:picMkLst>
            <pc:docMk/>
            <pc:sldMk cId="3539359024" sldId="271"/>
            <ac:picMk id="7" creationId="{62A454C3-D42E-B35C-B559-AE6C17F46FD0}"/>
          </ac:picMkLst>
        </pc:picChg>
        <pc:picChg chg="add del mod">
          <ac:chgData name="Tea Boon Chian" userId="ab84e6a5-2079-4f96-af03-c8dde00dcc75" providerId="ADAL" clId="{88444F90-574E-4CE3-871C-1B50228A74C8}" dt="2023-12-26T11:09:24.080" v="5155" actId="478"/>
          <ac:picMkLst>
            <pc:docMk/>
            <pc:sldMk cId="3539359024" sldId="271"/>
            <ac:picMk id="8" creationId="{1488B484-3F57-5D14-AAD6-CE203A88A7A9}"/>
          </ac:picMkLst>
        </pc:picChg>
        <pc:picChg chg="add del mod">
          <ac:chgData name="Tea Boon Chian" userId="ab84e6a5-2079-4f96-af03-c8dde00dcc75" providerId="ADAL" clId="{88444F90-574E-4CE3-871C-1B50228A74C8}" dt="2023-12-26T11:10:51.717" v="5232" actId="478"/>
          <ac:picMkLst>
            <pc:docMk/>
            <pc:sldMk cId="3539359024" sldId="271"/>
            <ac:picMk id="11" creationId="{231EB5BF-B7FF-4178-AD9C-E25EB3F77422}"/>
          </ac:picMkLst>
        </pc:picChg>
        <pc:picChg chg="add del mod">
          <ac:chgData name="Tea Boon Chian" userId="ab84e6a5-2079-4f96-af03-c8dde00dcc75" providerId="ADAL" clId="{88444F90-574E-4CE3-871C-1B50228A74C8}" dt="2023-12-26T11:32:10.547" v="6448" actId="478"/>
          <ac:picMkLst>
            <pc:docMk/>
            <pc:sldMk cId="3539359024" sldId="271"/>
            <ac:picMk id="12" creationId="{077D80D3-81F7-7DAC-44B3-9D1A8F90DBB3}"/>
          </ac:picMkLst>
        </pc:picChg>
        <pc:picChg chg="add mod">
          <ac:chgData name="Tea Boon Chian" userId="ab84e6a5-2079-4f96-af03-c8dde00dcc75" providerId="ADAL" clId="{88444F90-574E-4CE3-871C-1B50228A74C8}" dt="2023-12-26T11:32:21.630" v="6456" actId="1076"/>
          <ac:picMkLst>
            <pc:docMk/>
            <pc:sldMk cId="3539359024" sldId="271"/>
            <ac:picMk id="14" creationId="{D15799C5-27F7-D8C8-0E67-14EA5BE65C27}"/>
          </ac:picMkLst>
        </pc:picChg>
      </pc:sldChg>
      <pc:sldChg chg="addSp delSp modSp mod">
        <pc:chgData name="Tea Boon Chian" userId="ab84e6a5-2079-4f96-af03-c8dde00dcc75" providerId="ADAL" clId="{88444F90-574E-4CE3-871C-1B50228A74C8}" dt="2023-12-26T11:31:19.117" v="6447" actId="1582"/>
        <pc:sldMkLst>
          <pc:docMk/>
          <pc:sldMk cId="4263996950" sldId="272"/>
        </pc:sldMkLst>
        <pc:spChg chg="del">
          <ac:chgData name="Tea Boon Chian" userId="ab84e6a5-2079-4f96-af03-c8dde00dcc75" providerId="ADAL" clId="{88444F90-574E-4CE3-871C-1B50228A74C8}" dt="2023-12-26T11:12:41.320" v="5362" actId="478"/>
          <ac:spMkLst>
            <pc:docMk/>
            <pc:sldMk cId="4263996950" sldId="272"/>
            <ac:spMk id="2" creationId="{BA1F2C1A-541D-4C9A-EF26-01A47F6D5E46}"/>
          </ac:spMkLst>
        </pc:spChg>
        <pc:spChg chg="del">
          <ac:chgData name="Tea Boon Chian" userId="ab84e6a5-2079-4f96-af03-c8dde00dcc75" providerId="ADAL" clId="{88444F90-574E-4CE3-871C-1B50228A74C8}" dt="2023-12-26T11:12:42.570" v="5363" actId="478"/>
          <ac:spMkLst>
            <pc:docMk/>
            <pc:sldMk cId="4263996950" sldId="272"/>
            <ac:spMk id="3" creationId="{5866A4E3-5E63-AC04-036F-1EDB21688FB9}"/>
          </ac:spMkLst>
        </pc:spChg>
        <pc:spChg chg="add del mod">
          <ac:chgData name="Tea Boon Chian" userId="ab84e6a5-2079-4f96-af03-c8dde00dcc75" providerId="ADAL" clId="{88444F90-574E-4CE3-871C-1B50228A74C8}" dt="2023-12-26T11:16:46.113" v="5523" actId="478"/>
          <ac:spMkLst>
            <pc:docMk/>
            <pc:sldMk cId="4263996950" sldId="272"/>
            <ac:spMk id="6" creationId="{FE335542-DA11-9E26-5E98-283EF9492D3F}"/>
          </ac:spMkLst>
        </pc:spChg>
        <pc:spChg chg="add del mod">
          <ac:chgData name="Tea Boon Chian" userId="ab84e6a5-2079-4f96-af03-c8dde00dcc75" providerId="ADAL" clId="{88444F90-574E-4CE3-871C-1B50228A74C8}" dt="2023-12-26T11:16:44.567" v="5522" actId="478"/>
          <ac:spMkLst>
            <pc:docMk/>
            <pc:sldMk cId="4263996950" sldId="272"/>
            <ac:spMk id="7" creationId="{206BB68E-54A8-3B49-6D9C-790FCFE4B267}"/>
          </ac:spMkLst>
        </pc:spChg>
        <pc:spChg chg="add del mod">
          <ac:chgData name="Tea Boon Chian" userId="ab84e6a5-2079-4f96-af03-c8dde00dcc75" providerId="ADAL" clId="{88444F90-574E-4CE3-871C-1B50228A74C8}" dt="2023-12-26T11:16:47.597" v="5525" actId="478"/>
          <ac:spMkLst>
            <pc:docMk/>
            <pc:sldMk cId="4263996950" sldId="272"/>
            <ac:spMk id="9" creationId="{B343DEDF-DF40-E605-35CC-DA2A71F37C16}"/>
          </ac:spMkLst>
        </pc:spChg>
        <pc:spChg chg="add del mod">
          <ac:chgData name="Tea Boon Chian" userId="ab84e6a5-2079-4f96-af03-c8dde00dcc75" providerId="ADAL" clId="{88444F90-574E-4CE3-871C-1B50228A74C8}" dt="2023-12-26T11:16:46.676" v="5524" actId="478"/>
          <ac:spMkLst>
            <pc:docMk/>
            <pc:sldMk cId="4263996950" sldId="272"/>
            <ac:spMk id="11" creationId="{D7B1480E-C1DC-18DF-F827-3E8E4F35B7D4}"/>
          </ac:spMkLst>
        </pc:spChg>
        <pc:spChg chg="add mod">
          <ac:chgData name="Tea Boon Chian" userId="ab84e6a5-2079-4f96-af03-c8dde00dcc75" providerId="ADAL" clId="{88444F90-574E-4CE3-871C-1B50228A74C8}" dt="2023-12-26T11:21:02.779" v="5628" actId="404"/>
          <ac:spMkLst>
            <pc:docMk/>
            <pc:sldMk cId="4263996950" sldId="272"/>
            <ac:spMk id="16" creationId="{E0D71173-8E8A-1F66-9A9C-B2BFF85B085D}"/>
          </ac:spMkLst>
        </pc:spChg>
        <pc:spChg chg="add mod">
          <ac:chgData name="Tea Boon Chian" userId="ab84e6a5-2079-4f96-af03-c8dde00dcc75" providerId="ADAL" clId="{88444F90-574E-4CE3-871C-1B50228A74C8}" dt="2023-12-26T11:22:29.406" v="5789" actId="14100"/>
          <ac:spMkLst>
            <pc:docMk/>
            <pc:sldMk cId="4263996950" sldId="272"/>
            <ac:spMk id="17" creationId="{7343B2D9-9119-8061-74C0-2F393A754A55}"/>
          </ac:spMkLst>
        </pc:spChg>
        <pc:graphicFrameChg chg="add del mod">
          <ac:chgData name="Tea Boon Chian" userId="ab84e6a5-2079-4f96-af03-c8dde00dcc75" providerId="ADAL" clId="{88444F90-574E-4CE3-871C-1B50228A74C8}" dt="2023-12-26T11:18:20.638" v="5529"/>
          <ac:graphicFrameMkLst>
            <pc:docMk/>
            <pc:sldMk cId="4263996950" sldId="272"/>
            <ac:graphicFrameMk id="12" creationId="{9074DE52-B6D7-B9A2-0A53-937D42DEE516}"/>
          </ac:graphicFrameMkLst>
        </pc:graphicFrameChg>
        <pc:graphicFrameChg chg="add del mod">
          <ac:chgData name="Tea Boon Chian" userId="ab84e6a5-2079-4f96-af03-c8dde00dcc75" providerId="ADAL" clId="{88444F90-574E-4CE3-871C-1B50228A74C8}" dt="2023-12-26T11:19:13.364" v="5547"/>
          <ac:graphicFrameMkLst>
            <pc:docMk/>
            <pc:sldMk cId="4263996950" sldId="272"/>
            <ac:graphicFrameMk id="14" creationId="{6124998F-0626-D629-B44E-988A5F6A8101}"/>
          </ac:graphicFrameMkLst>
        </pc:graphicFrameChg>
        <pc:graphicFrameChg chg="add del mod">
          <ac:chgData name="Tea Boon Chian" userId="ab84e6a5-2079-4f96-af03-c8dde00dcc75" providerId="ADAL" clId="{88444F90-574E-4CE3-871C-1B50228A74C8}" dt="2023-12-26T11:30:52.420" v="6439"/>
          <ac:graphicFrameMkLst>
            <pc:docMk/>
            <pc:sldMk cId="4263996950" sldId="272"/>
            <ac:graphicFrameMk id="19" creationId="{D13E5325-00B9-58E9-6353-30CC86079C49}"/>
          </ac:graphicFrameMkLst>
        </pc:graphicFrameChg>
        <pc:picChg chg="add del mod">
          <ac:chgData name="Tea Boon Chian" userId="ab84e6a5-2079-4f96-af03-c8dde00dcc75" providerId="ADAL" clId="{88444F90-574E-4CE3-871C-1B50228A74C8}" dt="2023-12-26T11:13:17.359" v="5370" actId="478"/>
          <ac:picMkLst>
            <pc:docMk/>
            <pc:sldMk cId="4263996950" sldId="272"/>
            <ac:picMk id="4" creationId="{882DA23E-2C76-F523-A1C7-7EFAEA7648CF}"/>
          </ac:picMkLst>
        </pc:picChg>
        <pc:picChg chg="add del mod">
          <ac:chgData name="Tea Boon Chian" userId="ab84e6a5-2079-4f96-af03-c8dde00dcc75" providerId="ADAL" clId="{88444F90-574E-4CE3-871C-1B50228A74C8}" dt="2023-12-26T11:19:12.973" v="5544" actId="478"/>
          <ac:picMkLst>
            <pc:docMk/>
            <pc:sldMk cId="4263996950" sldId="272"/>
            <ac:picMk id="5" creationId="{403301ED-D3B0-1C53-A920-456B591D85A8}"/>
          </ac:picMkLst>
        </pc:picChg>
        <pc:picChg chg="add mod">
          <ac:chgData name="Tea Boon Chian" userId="ab84e6a5-2079-4f96-af03-c8dde00dcc75" providerId="ADAL" clId="{88444F90-574E-4CE3-871C-1B50228A74C8}" dt="2023-12-26T11:20:40.909" v="5608" actId="1076"/>
          <ac:picMkLst>
            <pc:docMk/>
            <pc:sldMk cId="4263996950" sldId="272"/>
            <ac:picMk id="13" creationId="{35119D5F-D1BB-F365-3F51-A36B7FCC9A88}"/>
          </ac:picMkLst>
        </pc:picChg>
        <pc:picChg chg="add mod">
          <ac:chgData name="Tea Boon Chian" userId="ab84e6a5-2079-4f96-af03-c8dde00dcc75" providerId="ADAL" clId="{88444F90-574E-4CE3-871C-1B50228A74C8}" dt="2023-12-26T11:20:40.909" v="5608" actId="1076"/>
          <ac:picMkLst>
            <pc:docMk/>
            <pc:sldMk cId="4263996950" sldId="272"/>
            <ac:picMk id="15" creationId="{1C95E7DA-D7FA-9B76-9E94-2E6BFF1396DF}"/>
          </ac:picMkLst>
        </pc:picChg>
        <pc:picChg chg="add del mod">
          <ac:chgData name="Tea Boon Chian" userId="ab84e6a5-2079-4f96-af03-c8dde00dcc75" providerId="ADAL" clId="{88444F90-574E-4CE3-871C-1B50228A74C8}" dt="2023-12-26T11:30:44.732" v="6436"/>
          <ac:picMkLst>
            <pc:docMk/>
            <pc:sldMk cId="4263996950" sldId="272"/>
            <ac:picMk id="18" creationId="{C4F6FE53-82DE-6081-9FC9-7020DBC20490}"/>
          </ac:picMkLst>
        </pc:picChg>
        <pc:picChg chg="add mod">
          <ac:chgData name="Tea Boon Chian" userId="ab84e6a5-2079-4f96-af03-c8dde00dcc75" providerId="ADAL" clId="{88444F90-574E-4CE3-871C-1B50228A74C8}" dt="2023-12-26T11:31:19.117" v="6447" actId="1582"/>
          <ac:picMkLst>
            <pc:docMk/>
            <pc:sldMk cId="4263996950" sldId="272"/>
            <ac:picMk id="20" creationId="{579BEA4B-47A2-8D5D-764E-665B24D3E5C0}"/>
          </ac:picMkLst>
        </pc:picChg>
      </pc:sldChg>
      <pc:sldChg chg="modSp mod">
        <pc:chgData name="Tea Boon Chian" userId="ab84e6a5-2079-4f96-af03-c8dde00dcc75" providerId="ADAL" clId="{88444F90-574E-4CE3-871C-1B50228A74C8}" dt="2023-12-26T11:26:56.284" v="6430" actId="113"/>
        <pc:sldMkLst>
          <pc:docMk/>
          <pc:sldMk cId="1567518283" sldId="273"/>
        </pc:sldMkLst>
        <pc:spChg chg="mod">
          <ac:chgData name="Tea Boon Chian" userId="ab84e6a5-2079-4f96-af03-c8dde00dcc75" providerId="ADAL" clId="{88444F90-574E-4CE3-871C-1B50228A74C8}" dt="2023-12-26T11:23:22.989" v="5831" actId="207"/>
          <ac:spMkLst>
            <pc:docMk/>
            <pc:sldMk cId="1567518283" sldId="273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6T11:26:56.284" v="6430" actId="113"/>
          <ac:spMkLst>
            <pc:docMk/>
            <pc:sldMk cId="1567518283" sldId="273"/>
            <ac:spMk id="3" creationId="{5866A4E3-5E63-AC04-036F-1EDB21688FB9}"/>
          </ac:spMkLst>
        </pc:spChg>
      </pc:sldChg>
      <pc:sldChg chg="addSp delSp modSp mod">
        <pc:chgData name="Tea Boon Chian" userId="ab84e6a5-2079-4f96-af03-c8dde00dcc75" providerId="ADAL" clId="{88444F90-574E-4CE3-871C-1B50228A74C8}" dt="2023-12-26T11:36:13.770" v="6487" actId="1076"/>
        <pc:sldMkLst>
          <pc:docMk/>
          <pc:sldMk cId="3864949021" sldId="274"/>
        </pc:sldMkLst>
        <pc:spChg chg="del">
          <ac:chgData name="Tea Boon Chian" userId="ab84e6a5-2079-4f96-af03-c8dde00dcc75" providerId="ADAL" clId="{88444F90-574E-4CE3-871C-1B50228A74C8}" dt="2023-12-26T11:36:06.579" v="6480" actId="478"/>
          <ac:spMkLst>
            <pc:docMk/>
            <pc:sldMk cId="3864949021" sldId="274"/>
            <ac:spMk id="2" creationId="{BA1F2C1A-541D-4C9A-EF26-01A47F6D5E46}"/>
          </ac:spMkLst>
        </pc:spChg>
        <pc:spChg chg="del">
          <ac:chgData name="Tea Boon Chian" userId="ab84e6a5-2079-4f96-af03-c8dde00dcc75" providerId="ADAL" clId="{88444F90-574E-4CE3-871C-1B50228A74C8}" dt="2023-12-26T11:36:07.603" v="6481" actId="478"/>
          <ac:spMkLst>
            <pc:docMk/>
            <pc:sldMk cId="3864949021" sldId="274"/>
            <ac:spMk id="3" creationId="{5866A4E3-5E63-AC04-036F-1EDB21688FB9}"/>
          </ac:spMkLst>
        </pc:spChg>
        <pc:graphicFrameChg chg="add del mod">
          <ac:chgData name="Tea Boon Chian" userId="ab84e6a5-2079-4f96-af03-c8dde00dcc75" providerId="ADAL" clId="{88444F90-574E-4CE3-871C-1B50228A74C8}" dt="2023-12-26T11:36:08.874" v="6484"/>
          <ac:graphicFrameMkLst>
            <pc:docMk/>
            <pc:sldMk cId="3864949021" sldId="274"/>
            <ac:graphicFrameMk id="4" creationId="{1193DC34-8B95-634B-489F-241AEE1A0809}"/>
          </ac:graphicFrameMkLst>
        </pc:graphicFrameChg>
        <pc:picChg chg="add mod">
          <ac:chgData name="Tea Boon Chian" userId="ab84e6a5-2079-4f96-af03-c8dde00dcc75" providerId="ADAL" clId="{88444F90-574E-4CE3-871C-1B50228A74C8}" dt="2023-12-26T11:36:13.770" v="6487" actId="1076"/>
          <ac:picMkLst>
            <pc:docMk/>
            <pc:sldMk cId="3864949021" sldId="274"/>
            <ac:picMk id="5" creationId="{4777C7EA-DA15-5807-0E27-B31F73DDBAF2}"/>
          </ac:picMkLst>
        </pc:picChg>
      </pc:sldChg>
      <pc:sldChg chg="modSp mod">
        <pc:chgData name="Tea Boon Chian" userId="ab84e6a5-2079-4f96-af03-c8dde00dcc75" providerId="ADAL" clId="{88444F90-574E-4CE3-871C-1B50228A74C8}" dt="2023-12-26T11:44:22.464" v="7519" actId="207"/>
        <pc:sldMkLst>
          <pc:docMk/>
          <pc:sldMk cId="1468701518" sldId="275"/>
        </pc:sldMkLst>
        <pc:spChg chg="mod">
          <ac:chgData name="Tea Boon Chian" userId="ab84e6a5-2079-4f96-af03-c8dde00dcc75" providerId="ADAL" clId="{88444F90-574E-4CE3-871C-1B50228A74C8}" dt="2023-12-26T11:37:13.988" v="6532" actId="207"/>
          <ac:spMkLst>
            <pc:docMk/>
            <pc:sldMk cId="1468701518" sldId="275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6T11:44:22.464" v="7519" actId="207"/>
          <ac:spMkLst>
            <pc:docMk/>
            <pc:sldMk cId="1468701518" sldId="275"/>
            <ac:spMk id="3" creationId="{5866A4E3-5E63-AC04-036F-1EDB21688FB9}"/>
          </ac:spMkLst>
        </pc:spChg>
      </pc:sldChg>
      <pc:sldChg chg="addSp delSp modSp mod">
        <pc:chgData name="Tea Boon Chian" userId="ab84e6a5-2079-4f96-af03-c8dde00dcc75" providerId="ADAL" clId="{88444F90-574E-4CE3-871C-1B50228A74C8}" dt="2023-12-27T04:07:49.028" v="8627" actId="1076"/>
        <pc:sldMkLst>
          <pc:docMk/>
          <pc:sldMk cId="2332668445" sldId="276"/>
        </pc:sldMkLst>
        <pc:spChg chg="mod">
          <ac:chgData name="Tea Boon Chian" userId="ab84e6a5-2079-4f96-af03-c8dde00dcc75" providerId="ADAL" clId="{88444F90-574E-4CE3-871C-1B50228A74C8}" dt="2023-12-26T11:49:20.104" v="7906" actId="207"/>
          <ac:spMkLst>
            <pc:docMk/>
            <pc:sldMk cId="2332668445" sldId="276"/>
            <ac:spMk id="2" creationId="{BA1F2C1A-541D-4C9A-EF26-01A47F6D5E46}"/>
          </ac:spMkLst>
        </pc:spChg>
        <pc:spChg chg="add del mod">
          <ac:chgData name="Tea Boon Chian" userId="ab84e6a5-2079-4f96-af03-c8dde00dcc75" providerId="ADAL" clId="{88444F90-574E-4CE3-871C-1B50228A74C8}" dt="2023-12-26T11:48:52.325" v="7877" actId="207"/>
          <ac:spMkLst>
            <pc:docMk/>
            <pc:sldMk cId="2332668445" sldId="276"/>
            <ac:spMk id="3" creationId="{5866A4E3-5E63-AC04-036F-1EDB21688FB9}"/>
          </ac:spMkLst>
        </pc:spChg>
        <pc:graphicFrameChg chg="add del mod">
          <ac:chgData name="Tea Boon Chian" userId="ab84e6a5-2079-4f96-af03-c8dde00dcc75" providerId="ADAL" clId="{88444F90-574E-4CE3-871C-1B50228A74C8}" dt="2023-12-26T11:46:35.086" v="7561"/>
          <ac:graphicFrameMkLst>
            <pc:docMk/>
            <pc:sldMk cId="2332668445" sldId="276"/>
            <ac:graphicFrameMk id="4" creationId="{D4548FE3-CCCE-FE32-5029-2E069063C2CB}"/>
          </ac:graphicFrameMkLst>
        </pc:graphicFrameChg>
        <pc:picChg chg="add del mod">
          <ac:chgData name="Tea Boon Chian" userId="ab84e6a5-2079-4f96-af03-c8dde00dcc75" providerId="ADAL" clId="{88444F90-574E-4CE3-871C-1B50228A74C8}" dt="2023-12-26T11:46:35.086" v="7561"/>
          <ac:picMkLst>
            <pc:docMk/>
            <pc:sldMk cId="2332668445" sldId="276"/>
            <ac:picMk id="5" creationId="{F8581B89-0243-FF5B-0AD0-B110BBEFADAF}"/>
          </ac:picMkLst>
        </pc:picChg>
        <pc:picChg chg="add del mod">
          <ac:chgData name="Tea Boon Chian" userId="ab84e6a5-2079-4f96-af03-c8dde00dcc75" providerId="ADAL" clId="{88444F90-574E-4CE3-871C-1B50228A74C8}" dt="2023-12-26T11:46:42.029" v="7567"/>
          <ac:picMkLst>
            <pc:docMk/>
            <pc:sldMk cId="2332668445" sldId="276"/>
            <ac:picMk id="6" creationId="{B9FA7675-0EBC-89CB-6510-88D5478953FF}"/>
          </ac:picMkLst>
        </pc:picChg>
        <pc:picChg chg="add mod">
          <ac:chgData name="Tea Boon Chian" userId="ab84e6a5-2079-4f96-af03-c8dde00dcc75" providerId="ADAL" clId="{88444F90-574E-4CE3-871C-1B50228A74C8}" dt="2023-12-27T04:07:49.028" v="8627" actId="1076"/>
          <ac:picMkLst>
            <pc:docMk/>
            <pc:sldMk cId="2332668445" sldId="276"/>
            <ac:picMk id="7" creationId="{BF9B88BB-1178-2532-6462-0B7086E45464}"/>
          </ac:picMkLst>
        </pc:picChg>
      </pc:sldChg>
      <pc:sldChg chg="addSp modSp mod">
        <pc:chgData name="Tea Boon Chian" userId="ab84e6a5-2079-4f96-af03-c8dde00dcc75" providerId="ADAL" clId="{88444F90-574E-4CE3-871C-1B50228A74C8}" dt="2023-12-27T04:07:53.780" v="8628" actId="1076"/>
        <pc:sldMkLst>
          <pc:docMk/>
          <pc:sldMk cId="2045452798" sldId="277"/>
        </pc:sldMkLst>
        <pc:spChg chg="mod">
          <ac:chgData name="Tea Boon Chian" userId="ab84e6a5-2079-4f96-af03-c8dde00dcc75" providerId="ADAL" clId="{88444F90-574E-4CE3-871C-1B50228A74C8}" dt="2023-12-27T03:59:50.225" v="7910" actId="20577"/>
          <ac:spMkLst>
            <pc:docMk/>
            <pc:sldMk cId="2045452798" sldId="277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7T04:02:26.645" v="8344" actId="20577"/>
          <ac:spMkLst>
            <pc:docMk/>
            <pc:sldMk cId="2045452798" sldId="277"/>
            <ac:spMk id="3" creationId="{5866A4E3-5E63-AC04-036F-1EDB21688FB9}"/>
          </ac:spMkLst>
        </pc:spChg>
        <pc:picChg chg="add mod">
          <ac:chgData name="Tea Boon Chian" userId="ab84e6a5-2079-4f96-af03-c8dde00dcc75" providerId="ADAL" clId="{88444F90-574E-4CE3-871C-1B50228A74C8}" dt="2023-12-27T04:07:53.780" v="8628" actId="1076"/>
          <ac:picMkLst>
            <pc:docMk/>
            <pc:sldMk cId="2045452798" sldId="277"/>
            <ac:picMk id="4" creationId="{FA4C69C2-82B1-F406-B6FB-510BC7DE039C}"/>
          </ac:picMkLst>
        </pc:picChg>
      </pc:sldChg>
      <pc:sldChg chg="addSp delSp modSp mod">
        <pc:chgData name="Tea Boon Chian" userId="ab84e6a5-2079-4f96-af03-c8dde00dcc75" providerId="ADAL" clId="{88444F90-574E-4CE3-871C-1B50228A74C8}" dt="2023-12-27T04:07:40.121" v="8626" actId="20577"/>
        <pc:sldMkLst>
          <pc:docMk/>
          <pc:sldMk cId="3254329046" sldId="278"/>
        </pc:sldMkLst>
        <pc:spChg chg="mod">
          <ac:chgData name="Tea Boon Chian" userId="ab84e6a5-2079-4f96-af03-c8dde00dcc75" providerId="ADAL" clId="{88444F90-574E-4CE3-871C-1B50228A74C8}" dt="2023-12-27T04:04:58.198" v="8363" actId="404"/>
          <ac:spMkLst>
            <pc:docMk/>
            <pc:sldMk cId="3254329046" sldId="278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7T04:07:40.121" v="8626" actId="20577"/>
          <ac:spMkLst>
            <pc:docMk/>
            <pc:sldMk cId="3254329046" sldId="278"/>
            <ac:spMk id="3" creationId="{5866A4E3-5E63-AC04-036F-1EDB21688FB9}"/>
          </ac:spMkLst>
        </pc:spChg>
        <pc:graphicFrameChg chg="add del mod">
          <ac:chgData name="Tea Boon Chian" userId="ab84e6a5-2079-4f96-af03-c8dde00dcc75" providerId="ADAL" clId="{88444F90-574E-4CE3-871C-1B50228A74C8}" dt="2023-12-27T04:07:07.673" v="8595"/>
          <ac:graphicFrameMkLst>
            <pc:docMk/>
            <pc:sldMk cId="3254329046" sldId="278"/>
            <ac:graphicFrameMk id="4" creationId="{11C011B9-B2E8-BD56-1E51-358B2E19E0D8}"/>
          </ac:graphicFrameMkLst>
        </pc:graphicFrameChg>
        <pc:picChg chg="add mod">
          <ac:chgData name="Tea Boon Chian" userId="ab84e6a5-2079-4f96-af03-c8dde00dcc75" providerId="ADAL" clId="{88444F90-574E-4CE3-871C-1B50228A74C8}" dt="2023-12-27T04:07:29.105" v="8606" actId="1076"/>
          <ac:picMkLst>
            <pc:docMk/>
            <pc:sldMk cId="3254329046" sldId="278"/>
            <ac:picMk id="5" creationId="{9AED2559-C329-3576-9538-25F242E436B4}"/>
          </ac:picMkLst>
        </pc:picChg>
      </pc:sldChg>
      <pc:sldChg chg="modSp mod">
        <pc:chgData name="Tea Boon Chian" userId="ab84e6a5-2079-4f96-af03-c8dde00dcc75" providerId="ADAL" clId="{88444F90-574E-4CE3-871C-1B50228A74C8}" dt="2023-12-27T04:13:55.339" v="9318" actId="20577"/>
        <pc:sldMkLst>
          <pc:docMk/>
          <pc:sldMk cId="2655408047" sldId="279"/>
        </pc:sldMkLst>
        <pc:spChg chg="mod">
          <ac:chgData name="Tea Boon Chian" userId="ab84e6a5-2079-4f96-af03-c8dde00dcc75" providerId="ADAL" clId="{88444F90-574E-4CE3-871C-1B50228A74C8}" dt="2023-12-27T04:08:44.241" v="8655" actId="20577"/>
          <ac:spMkLst>
            <pc:docMk/>
            <pc:sldMk cId="2655408047" sldId="279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7T04:13:55.339" v="9318" actId="20577"/>
          <ac:spMkLst>
            <pc:docMk/>
            <pc:sldMk cId="2655408047" sldId="279"/>
            <ac:spMk id="3" creationId="{5866A4E3-5E63-AC04-036F-1EDB21688FB9}"/>
          </ac:spMkLst>
        </pc:spChg>
      </pc:sldChg>
      <pc:sldChg chg="addSp delSp modSp mod">
        <pc:chgData name="Tea Boon Chian" userId="ab84e6a5-2079-4f96-af03-c8dde00dcc75" providerId="ADAL" clId="{88444F90-574E-4CE3-871C-1B50228A74C8}" dt="2023-12-27T04:14:51.913" v="9343" actId="1076"/>
        <pc:sldMkLst>
          <pc:docMk/>
          <pc:sldMk cId="4091805596" sldId="280"/>
        </pc:sldMkLst>
        <pc:spChg chg="del mod">
          <ac:chgData name="Tea Boon Chian" userId="ab84e6a5-2079-4f96-af03-c8dde00dcc75" providerId="ADAL" clId="{88444F90-574E-4CE3-871C-1B50228A74C8}" dt="2023-12-27T04:14:46.189" v="9339" actId="478"/>
          <ac:spMkLst>
            <pc:docMk/>
            <pc:sldMk cId="4091805596" sldId="280"/>
            <ac:spMk id="2" creationId="{BA1F2C1A-541D-4C9A-EF26-01A47F6D5E46}"/>
          </ac:spMkLst>
        </pc:spChg>
        <pc:spChg chg="del">
          <ac:chgData name="Tea Boon Chian" userId="ab84e6a5-2079-4f96-af03-c8dde00dcc75" providerId="ADAL" clId="{88444F90-574E-4CE3-871C-1B50228A74C8}" dt="2023-12-27T04:14:20.679" v="9325"/>
          <ac:spMkLst>
            <pc:docMk/>
            <pc:sldMk cId="4091805596" sldId="280"/>
            <ac:spMk id="3" creationId="{5866A4E3-5E63-AC04-036F-1EDB21688FB9}"/>
          </ac:spMkLst>
        </pc:spChg>
        <pc:spChg chg="add del mod">
          <ac:chgData name="Tea Boon Chian" userId="ab84e6a5-2079-4f96-af03-c8dde00dcc75" providerId="ADAL" clId="{88444F90-574E-4CE3-871C-1B50228A74C8}" dt="2023-12-27T04:14:47.624" v="9340" actId="478"/>
          <ac:spMkLst>
            <pc:docMk/>
            <pc:sldMk cId="4091805596" sldId="280"/>
            <ac:spMk id="7" creationId="{64653BE2-2884-6F9D-EB51-AE8B71B21431}"/>
          </ac:spMkLst>
        </pc:spChg>
        <pc:graphicFrameChg chg="add del mod">
          <ac:chgData name="Tea Boon Chian" userId="ab84e6a5-2079-4f96-af03-c8dde00dcc75" providerId="ADAL" clId="{88444F90-574E-4CE3-871C-1B50228A74C8}" dt="2023-12-27T04:14:20.650" v="9324"/>
          <ac:graphicFrameMkLst>
            <pc:docMk/>
            <pc:sldMk cId="4091805596" sldId="280"/>
            <ac:graphicFrameMk id="4" creationId="{1267B7A2-6FD4-1F23-2184-7EE94C377D09}"/>
          </ac:graphicFrameMkLst>
        </pc:graphicFrameChg>
        <pc:picChg chg="add mod">
          <ac:chgData name="Tea Boon Chian" userId="ab84e6a5-2079-4f96-af03-c8dde00dcc75" providerId="ADAL" clId="{88444F90-574E-4CE3-871C-1B50228A74C8}" dt="2023-12-27T04:14:51.913" v="9343" actId="1076"/>
          <ac:picMkLst>
            <pc:docMk/>
            <pc:sldMk cId="4091805596" sldId="280"/>
            <ac:picMk id="5" creationId="{B310DEAC-5696-F2CF-23E5-B20C50960B2B}"/>
          </ac:picMkLst>
        </pc:picChg>
      </pc:sldChg>
      <pc:sldChg chg="modSp mod">
        <pc:chgData name="Tea Boon Chian" userId="ab84e6a5-2079-4f96-af03-c8dde00dcc75" providerId="ADAL" clId="{88444F90-574E-4CE3-871C-1B50228A74C8}" dt="2023-12-27T08:23:32.854" v="9855" actId="20577"/>
        <pc:sldMkLst>
          <pc:docMk/>
          <pc:sldMk cId="1463846319" sldId="281"/>
        </pc:sldMkLst>
        <pc:spChg chg="mod">
          <ac:chgData name="Tea Boon Chian" userId="ab84e6a5-2079-4f96-af03-c8dde00dcc75" providerId="ADAL" clId="{88444F90-574E-4CE3-871C-1B50228A74C8}" dt="2023-12-27T08:20:49.190" v="9416" actId="20577"/>
          <ac:spMkLst>
            <pc:docMk/>
            <pc:sldMk cId="1463846319" sldId="281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7T08:23:32.854" v="9855" actId="20577"/>
          <ac:spMkLst>
            <pc:docMk/>
            <pc:sldMk cId="1463846319" sldId="281"/>
            <ac:spMk id="3" creationId="{5866A4E3-5E63-AC04-036F-1EDB21688FB9}"/>
          </ac:spMkLst>
        </pc:spChg>
      </pc:sldChg>
      <pc:sldChg chg="addSp delSp modSp mod">
        <pc:chgData name="Tea Boon Chian" userId="ab84e6a5-2079-4f96-af03-c8dde00dcc75" providerId="ADAL" clId="{88444F90-574E-4CE3-871C-1B50228A74C8}" dt="2023-12-27T08:25:25.437" v="9878" actId="207"/>
        <pc:sldMkLst>
          <pc:docMk/>
          <pc:sldMk cId="3668894104" sldId="282"/>
        </pc:sldMkLst>
        <pc:spChg chg="mod">
          <ac:chgData name="Tea Boon Chian" userId="ab84e6a5-2079-4f96-af03-c8dde00dcc75" providerId="ADAL" clId="{88444F90-574E-4CE3-871C-1B50228A74C8}" dt="2023-12-27T08:25:25.437" v="9878" actId="207"/>
          <ac:spMkLst>
            <pc:docMk/>
            <pc:sldMk cId="3668894104" sldId="282"/>
            <ac:spMk id="2" creationId="{BA1F2C1A-541D-4C9A-EF26-01A47F6D5E46}"/>
          </ac:spMkLst>
        </pc:spChg>
        <pc:spChg chg="del">
          <ac:chgData name="Tea Boon Chian" userId="ab84e6a5-2079-4f96-af03-c8dde00dcc75" providerId="ADAL" clId="{88444F90-574E-4CE3-871C-1B50228A74C8}" dt="2023-12-27T08:24:22.598" v="9859" actId="478"/>
          <ac:spMkLst>
            <pc:docMk/>
            <pc:sldMk cId="3668894104" sldId="282"/>
            <ac:spMk id="3" creationId="{5866A4E3-5E63-AC04-036F-1EDB21688FB9}"/>
          </ac:spMkLst>
        </pc:spChg>
        <pc:graphicFrameChg chg="add del mod">
          <ac:chgData name="Tea Boon Chian" userId="ab84e6a5-2079-4f96-af03-c8dde00dcc75" providerId="ADAL" clId="{88444F90-574E-4CE3-871C-1B50228A74C8}" dt="2023-12-27T08:24:23.344" v="9862"/>
          <ac:graphicFrameMkLst>
            <pc:docMk/>
            <pc:sldMk cId="3668894104" sldId="282"/>
            <ac:graphicFrameMk id="4" creationId="{EB074A40-DEF3-0DFC-FD4A-7AB2728DBCA0}"/>
          </ac:graphicFrameMkLst>
        </pc:graphicFrameChg>
        <pc:picChg chg="add mod">
          <ac:chgData name="Tea Boon Chian" userId="ab84e6a5-2079-4f96-af03-c8dde00dcc75" providerId="ADAL" clId="{88444F90-574E-4CE3-871C-1B50228A74C8}" dt="2023-12-27T08:24:29.099" v="9865" actId="1076"/>
          <ac:picMkLst>
            <pc:docMk/>
            <pc:sldMk cId="3668894104" sldId="282"/>
            <ac:picMk id="5" creationId="{5757B7E0-C07C-D671-5E97-BF012F0D5BA1}"/>
          </ac:picMkLst>
        </pc:picChg>
      </pc:sldChg>
      <pc:sldChg chg="modSp mod">
        <pc:chgData name="Tea Boon Chian" userId="ab84e6a5-2079-4f96-af03-c8dde00dcc75" providerId="ADAL" clId="{88444F90-574E-4CE3-871C-1B50228A74C8}" dt="2023-12-27T08:29:02.246" v="9970" actId="207"/>
        <pc:sldMkLst>
          <pc:docMk/>
          <pc:sldMk cId="1561958465" sldId="283"/>
        </pc:sldMkLst>
        <pc:spChg chg="mod">
          <ac:chgData name="Tea Boon Chian" userId="ab84e6a5-2079-4f96-af03-c8dde00dcc75" providerId="ADAL" clId="{88444F90-574E-4CE3-871C-1B50228A74C8}" dt="2023-12-27T08:28:27.930" v="9950" actId="1076"/>
          <ac:spMkLst>
            <pc:docMk/>
            <pc:sldMk cId="1561958465" sldId="283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7T08:29:02.246" v="9970" actId="207"/>
          <ac:spMkLst>
            <pc:docMk/>
            <pc:sldMk cId="1561958465" sldId="283"/>
            <ac:spMk id="3" creationId="{5866A4E3-5E63-AC04-036F-1EDB21688FB9}"/>
          </ac:spMkLst>
        </pc:spChg>
      </pc:sldChg>
      <pc:sldChg chg="addSp delSp modSp mod">
        <pc:chgData name="Tea Boon Chian" userId="ab84e6a5-2079-4f96-af03-c8dde00dcc75" providerId="ADAL" clId="{88444F90-574E-4CE3-871C-1B50228A74C8}" dt="2023-12-27T08:32:00.608" v="9992" actId="207"/>
        <pc:sldMkLst>
          <pc:docMk/>
          <pc:sldMk cId="3311691787" sldId="284"/>
        </pc:sldMkLst>
        <pc:spChg chg="mod">
          <ac:chgData name="Tea Boon Chian" userId="ab84e6a5-2079-4f96-af03-c8dde00dcc75" providerId="ADAL" clId="{88444F90-574E-4CE3-871C-1B50228A74C8}" dt="2023-12-27T08:32:00.608" v="9992" actId="207"/>
          <ac:spMkLst>
            <pc:docMk/>
            <pc:sldMk cId="3311691787" sldId="284"/>
            <ac:spMk id="2" creationId="{BA1F2C1A-541D-4C9A-EF26-01A47F6D5E46}"/>
          </ac:spMkLst>
        </pc:spChg>
        <pc:spChg chg="del">
          <ac:chgData name="Tea Boon Chian" userId="ab84e6a5-2079-4f96-af03-c8dde00dcc75" providerId="ADAL" clId="{88444F90-574E-4CE3-871C-1B50228A74C8}" dt="2023-12-27T08:30:10.722" v="9986" actId="478"/>
          <ac:spMkLst>
            <pc:docMk/>
            <pc:sldMk cId="3311691787" sldId="284"/>
            <ac:spMk id="3" creationId="{5866A4E3-5E63-AC04-036F-1EDB21688FB9}"/>
          </ac:spMkLst>
        </pc:spChg>
        <pc:graphicFrameChg chg="add del mod">
          <ac:chgData name="Tea Boon Chian" userId="ab84e6a5-2079-4f96-af03-c8dde00dcc75" providerId="ADAL" clId="{88444F90-574E-4CE3-871C-1B50228A74C8}" dt="2023-12-27T08:30:11.054" v="9989"/>
          <ac:graphicFrameMkLst>
            <pc:docMk/>
            <pc:sldMk cId="3311691787" sldId="284"/>
            <ac:graphicFrameMk id="4" creationId="{575968D0-DEE5-09C0-B463-63620D004B49}"/>
          </ac:graphicFrameMkLst>
        </pc:graphicFrameChg>
        <pc:picChg chg="add mod">
          <ac:chgData name="Tea Boon Chian" userId="ab84e6a5-2079-4f96-af03-c8dde00dcc75" providerId="ADAL" clId="{88444F90-574E-4CE3-871C-1B50228A74C8}" dt="2023-12-27T08:30:13.467" v="9991" actId="1076"/>
          <ac:picMkLst>
            <pc:docMk/>
            <pc:sldMk cId="3311691787" sldId="284"/>
            <ac:picMk id="5" creationId="{92CD730D-986B-656E-FE9F-91998D838C25}"/>
          </ac:picMkLst>
        </pc:picChg>
      </pc:sldChg>
      <pc:sldChg chg="modSp mod">
        <pc:chgData name="Tea Boon Chian" userId="ab84e6a5-2079-4f96-af03-c8dde00dcc75" providerId="ADAL" clId="{88444F90-574E-4CE3-871C-1B50228A74C8}" dt="2023-12-27T08:37:05.700" v="10591" actId="20577"/>
        <pc:sldMkLst>
          <pc:docMk/>
          <pc:sldMk cId="64467980" sldId="285"/>
        </pc:sldMkLst>
        <pc:spChg chg="mod">
          <ac:chgData name="Tea Boon Chian" userId="ab84e6a5-2079-4f96-af03-c8dde00dcc75" providerId="ADAL" clId="{88444F90-574E-4CE3-871C-1B50228A74C8}" dt="2023-12-27T08:33:10.525" v="10091" actId="207"/>
          <ac:spMkLst>
            <pc:docMk/>
            <pc:sldMk cId="64467980" sldId="285"/>
            <ac:spMk id="2" creationId="{BA1F2C1A-541D-4C9A-EF26-01A47F6D5E46}"/>
          </ac:spMkLst>
        </pc:spChg>
        <pc:spChg chg="mod">
          <ac:chgData name="Tea Boon Chian" userId="ab84e6a5-2079-4f96-af03-c8dde00dcc75" providerId="ADAL" clId="{88444F90-574E-4CE3-871C-1B50228A74C8}" dt="2023-12-27T08:37:05.700" v="10591" actId="20577"/>
          <ac:spMkLst>
            <pc:docMk/>
            <pc:sldMk cId="64467980" sldId="285"/>
            <ac:spMk id="3" creationId="{5866A4E3-5E63-AC04-036F-1EDB21688FB9}"/>
          </ac:spMkLst>
        </pc:spChg>
      </pc:sldChg>
      <pc:sldChg chg="addSp delSp modSp mod">
        <pc:chgData name="Tea Boon Chian" userId="ab84e6a5-2079-4f96-af03-c8dde00dcc75" providerId="ADAL" clId="{88444F90-574E-4CE3-871C-1B50228A74C8}" dt="2023-12-27T08:39:52.151" v="10653" actId="20577"/>
        <pc:sldMkLst>
          <pc:docMk/>
          <pc:sldMk cId="2096349889" sldId="286"/>
        </pc:sldMkLst>
        <pc:spChg chg="del">
          <ac:chgData name="Tea Boon Chian" userId="ab84e6a5-2079-4f96-af03-c8dde00dcc75" providerId="ADAL" clId="{88444F90-574E-4CE3-871C-1B50228A74C8}" dt="2023-12-27T08:38:20.907" v="10593" actId="478"/>
          <ac:spMkLst>
            <pc:docMk/>
            <pc:sldMk cId="2096349889" sldId="286"/>
            <ac:spMk id="2" creationId="{BA1F2C1A-541D-4C9A-EF26-01A47F6D5E46}"/>
          </ac:spMkLst>
        </pc:spChg>
        <pc:spChg chg="del">
          <ac:chgData name="Tea Boon Chian" userId="ab84e6a5-2079-4f96-af03-c8dde00dcc75" providerId="ADAL" clId="{88444F90-574E-4CE3-871C-1B50228A74C8}" dt="2023-12-27T08:38:22.302" v="10594" actId="478"/>
          <ac:spMkLst>
            <pc:docMk/>
            <pc:sldMk cId="2096349889" sldId="286"/>
            <ac:spMk id="3" creationId="{5866A4E3-5E63-AC04-036F-1EDB21688FB9}"/>
          </ac:spMkLst>
        </pc:spChg>
        <pc:spChg chg="add mod">
          <ac:chgData name="Tea Boon Chian" userId="ab84e6a5-2079-4f96-af03-c8dde00dcc75" providerId="ADAL" clId="{88444F90-574E-4CE3-871C-1B50228A74C8}" dt="2023-12-27T08:39:52.151" v="10653" actId="20577"/>
          <ac:spMkLst>
            <pc:docMk/>
            <pc:sldMk cId="2096349889" sldId="286"/>
            <ac:spMk id="5" creationId="{BB17575C-D1C5-8369-70A7-7BB42EABD593}"/>
          </ac:spMkLst>
        </pc:spChg>
        <pc:picChg chg="add mod">
          <ac:chgData name="Tea Boon Chian" userId="ab84e6a5-2079-4f96-af03-c8dde00dcc75" providerId="ADAL" clId="{88444F90-574E-4CE3-871C-1B50228A74C8}" dt="2023-12-27T08:38:25.636" v="10595" actId="1076"/>
          <ac:picMkLst>
            <pc:docMk/>
            <pc:sldMk cId="2096349889" sldId="286"/>
            <ac:picMk id="4" creationId="{A176C398-948B-1E55-C0DD-FED092E428A8}"/>
          </ac:picMkLst>
        </pc:picChg>
      </pc:sldChg>
      <pc:sldChg chg="modSp add mod">
        <pc:chgData name="Tea Boon Chian" userId="ab84e6a5-2079-4f96-af03-c8dde00dcc75" providerId="ADAL" clId="{88444F90-574E-4CE3-871C-1B50228A74C8}" dt="2023-12-26T09:45:45.907" v="539" actId="207"/>
        <pc:sldMkLst>
          <pc:docMk/>
          <pc:sldMk cId="3031149372" sldId="289"/>
        </pc:sldMkLst>
        <pc:spChg chg="mod">
          <ac:chgData name="Tea Boon Chian" userId="ab84e6a5-2079-4f96-af03-c8dde00dcc75" providerId="ADAL" clId="{88444F90-574E-4CE3-871C-1B50228A74C8}" dt="2023-12-26T09:45:45.907" v="539" actId="207"/>
          <ac:spMkLst>
            <pc:docMk/>
            <pc:sldMk cId="3031149372" sldId="289"/>
            <ac:spMk id="2" creationId="{BA1F2C1A-541D-4C9A-EF26-01A47F6D5E46}"/>
          </ac:spMkLst>
        </pc:spChg>
      </pc:sldChg>
      <pc:sldChg chg="addSp delSp modSp add mod">
        <pc:chgData name="Tea Boon Chian" userId="ab84e6a5-2079-4f96-af03-c8dde00dcc75" providerId="ADAL" clId="{88444F90-574E-4CE3-871C-1B50228A74C8}" dt="2023-12-26T10:15:59.197" v="2980" actId="1076"/>
        <pc:sldMkLst>
          <pc:docMk/>
          <pc:sldMk cId="4293471300" sldId="290"/>
        </pc:sldMkLst>
        <pc:spChg chg="del mod">
          <ac:chgData name="Tea Boon Chian" userId="ab84e6a5-2079-4f96-af03-c8dde00dcc75" providerId="ADAL" clId="{88444F90-574E-4CE3-871C-1B50228A74C8}" dt="2023-12-26T10:15:36.693" v="2975" actId="478"/>
          <ac:spMkLst>
            <pc:docMk/>
            <pc:sldMk cId="4293471300" sldId="290"/>
            <ac:spMk id="3" creationId="{5866A4E3-5E63-AC04-036F-1EDB21688FB9}"/>
          </ac:spMkLst>
        </pc:spChg>
        <pc:picChg chg="add mod">
          <ac:chgData name="Tea Boon Chian" userId="ab84e6a5-2079-4f96-af03-c8dde00dcc75" providerId="ADAL" clId="{88444F90-574E-4CE3-871C-1B50228A74C8}" dt="2023-12-26T10:15:59.197" v="2980" actId="1076"/>
          <ac:picMkLst>
            <pc:docMk/>
            <pc:sldMk cId="4293471300" sldId="290"/>
            <ac:picMk id="4" creationId="{4F75CA05-DE62-B1DA-6283-69F16D610A97}"/>
          </ac:picMkLst>
        </pc:picChg>
      </pc:sldChg>
      <pc:sldChg chg="modSp add mod">
        <pc:chgData name="Tea Boon Chian" userId="ab84e6a5-2079-4f96-af03-c8dde00dcc75" providerId="ADAL" clId="{88444F90-574E-4CE3-871C-1B50228A74C8}" dt="2023-12-26T11:01:27.935" v="4746" actId="207"/>
        <pc:sldMkLst>
          <pc:docMk/>
          <pc:sldMk cId="367241107" sldId="291"/>
        </pc:sldMkLst>
        <pc:spChg chg="mod">
          <ac:chgData name="Tea Boon Chian" userId="ab84e6a5-2079-4f96-af03-c8dde00dcc75" providerId="ADAL" clId="{88444F90-574E-4CE3-871C-1B50228A74C8}" dt="2023-12-26T11:01:27.935" v="4746" actId="207"/>
          <ac:spMkLst>
            <pc:docMk/>
            <pc:sldMk cId="367241107" sldId="291"/>
            <ac:spMk id="2" creationId="{BA1F2C1A-541D-4C9A-EF26-01A47F6D5E46}"/>
          </ac:spMkLst>
        </pc:spChg>
      </pc:sldChg>
      <pc:sldChg chg="modSp add mod">
        <pc:chgData name="Tea Boon Chian" userId="ab84e6a5-2079-4f96-af03-c8dde00dcc75" providerId="ADAL" clId="{88444F90-574E-4CE3-871C-1B50228A74C8}" dt="2023-12-26T11:23:08.959" v="5800" actId="207"/>
        <pc:sldMkLst>
          <pc:docMk/>
          <pc:sldMk cId="2721409580" sldId="292"/>
        </pc:sldMkLst>
        <pc:spChg chg="mod">
          <ac:chgData name="Tea Boon Chian" userId="ab84e6a5-2079-4f96-af03-c8dde00dcc75" providerId="ADAL" clId="{88444F90-574E-4CE3-871C-1B50228A74C8}" dt="2023-12-26T11:23:08.959" v="5800" actId="207"/>
          <ac:spMkLst>
            <pc:docMk/>
            <pc:sldMk cId="2721409580" sldId="292"/>
            <ac:spMk id="2" creationId="{BA1F2C1A-541D-4C9A-EF26-01A47F6D5E46}"/>
          </ac:spMkLst>
        </pc:spChg>
      </pc:sldChg>
      <pc:sldChg chg="modSp add mod">
        <pc:chgData name="Tea Boon Chian" userId="ab84e6a5-2079-4f96-af03-c8dde00dcc75" providerId="ADAL" clId="{88444F90-574E-4CE3-871C-1B50228A74C8}" dt="2023-12-26T11:36:48.529" v="6503" actId="207"/>
        <pc:sldMkLst>
          <pc:docMk/>
          <pc:sldMk cId="481700390" sldId="293"/>
        </pc:sldMkLst>
        <pc:spChg chg="mod">
          <ac:chgData name="Tea Boon Chian" userId="ab84e6a5-2079-4f96-af03-c8dde00dcc75" providerId="ADAL" clId="{88444F90-574E-4CE3-871C-1B50228A74C8}" dt="2023-12-26T11:36:48.529" v="6503" actId="207"/>
          <ac:spMkLst>
            <pc:docMk/>
            <pc:sldMk cId="481700390" sldId="293"/>
            <ac:spMk id="2" creationId="{BA1F2C1A-541D-4C9A-EF26-01A47F6D5E46}"/>
          </ac:spMkLst>
        </pc:spChg>
      </pc:sldChg>
      <pc:sldChg chg="modSp add mod">
        <pc:chgData name="Tea Boon Chian" userId="ab84e6a5-2079-4f96-af03-c8dde00dcc75" providerId="ADAL" clId="{88444F90-574E-4CE3-871C-1B50228A74C8}" dt="2023-12-27T04:16:30.913" v="9384" actId="207"/>
        <pc:sldMkLst>
          <pc:docMk/>
          <pc:sldMk cId="3527233211" sldId="294"/>
        </pc:sldMkLst>
        <pc:spChg chg="mod">
          <ac:chgData name="Tea Boon Chian" userId="ab84e6a5-2079-4f96-af03-c8dde00dcc75" providerId="ADAL" clId="{88444F90-574E-4CE3-871C-1B50228A74C8}" dt="2023-12-27T04:16:30.913" v="9384" actId="207"/>
          <ac:spMkLst>
            <pc:docMk/>
            <pc:sldMk cId="3527233211" sldId="294"/>
            <ac:spMk id="2" creationId="{BA1F2C1A-541D-4C9A-EF26-01A47F6D5E46}"/>
          </ac:spMkLst>
        </pc:spChg>
      </pc:sldChg>
      <pc:sldChg chg="modSp add mod">
        <pc:chgData name="Tea Boon Chian" userId="ab84e6a5-2079-4f96-af03-c8dde00dcc75" providerId="ADAL" clId="{88444F90-574E-4CE3-871C-1B50228A74C8}" dt="2023-12-27T08:32:45.582" v="10048" actId="207"/>
        <pc:sldMkLst>
          <pc:docMk/>
          <pc:sldMk cId="1173573715" sldId="295"/>
        </pc:sldMkLst>
        <pc:spChg chg="mod">
          <ac:chgData name="Tea Boon Chian" userId="ab84e6a5-2079-4f96-af03-c8dde00dcc75" providerId="ADAL" clId="{88444F90-574E-4CE3-871C-1B50228A74C8}" dt="2023-12-27T08:32:45.582" v="10048" actId="207"/>
          <ac:spMkLst>
            <pc:docMk/>
            <pc:sldMk cId="1173573715" sldId="295"/>
            <ac:spMk id="2" creationId="{BA1F2C1A-541D-4C9A-EF26-01A47F6D5E46}"/>
          </ac:spMkLst>
        </pc:spChg>
      </pc:sldChg>
      <pc:sldChg chg="addSp delSp modSp add mod">
        <pc:chgData name="Tea Boon Chian" userId="ab84e6a5-2079-4f96-af03-c8dde00dcc75" providerId="ADAL" clId="{88444F90-574E-4CE3-871C-1B50228A74C8}" dt="2024-02-05T07:25:23.036" v="11477" actId="1076"/>
        <pc:sldMkLst>
          <pc:docMk/>
          <pc:sldMk cId="4171818757" sldId="1135"/>
        </pc:sldMkLst>
        <pc:spChg chg="mod">
          <ac:chgData name="Tea Boon Chian" userId="ab84e6a5-2079-4f96-af03-c8dde00dcc75" providerId="ADAL" clId="{88444F90-574E-4CE3-871C-1B50228A74C8}" dt="2024-02-05T07:24:50.644" v="11465" actId="1076"/>
          <ac:spMkLst>
            <pc:docMk/>
            <pc:sldMk cId="4171818757" sldId="1135"/>
            <ac:spMk id="3" creationId="{9E9FAB5F-C108-04F3-2871-23F13E747EA6}"/>
          </ac:spMkLst>
        </pc:spChg>
        <pc:spChg chg="del mod">
          <ac:chgData name="Tea Boon Chian" userId="ab84e6a5-2079-4f96-af03-c8dde00dcc75" providerId="ADAL" clId="{88444F90-574E-4CE3-871C-1B50228A74C8}" dt="2024-02-05T07:24:31.104" v="11457" actId="478"/>
          <ac:spMkLst>
            <pc:docMk/>
            <pc:sldMk cId="4171818757" sldId="1135"/>
            <ac:spMk id="4" creationId="{6EE36F0B-EAAC-1AB0-C3C7-F4531AECC36F}"/>
          </ac:spMkLst>
        </pc:spChg>
        <pc:graphicFrameChg chg="add del mod">
          <ac:chgData name="Tea Boon Chian" userId="ab84e6a5-2079-4f96-af03-c8dde00dcc75" providerId="ADAL" clId="{88444F90-574E-4CE3-871C-1B50228A74C8}" dt="2024-02-05T07:24:52.089" v="11468"/>
          <ac:graphicFrameMkLst>
            <pc:docMk/>
            <pc:sldMk cId="4171818757" sldId="1135"/>
            <ac:graphicFrameMk id="5" creationId="{0BC3D88D-546D-A5C0-7086-A47E41C216A0}"/>
          </ac:graphicFrameMkLst>
        </pc:graphicFrameChg>
        <pc:graphicFrameChg chg="add del mod">
          <ac:chgData name="Tea Boon Chian" userId="ab84e6a5-2079-4f96-af03-c8dde00dcc75" providerId="ADAL" clId="{88444F90-574E-4CE3-871C-1B50228A74C8}" dt="2023-12-27T08:43:32.389" v="10768"/>
          <ac:graphicFrameMkLst>
            <pc:docMk/>
            <pc:sldMk cId="4171818757" sldId="1135"/>
            <ac:graphicFrameMk id="5" creationId="{327D088F-2456-E4B9-57C4-50ADCA272EEC}"/>
          </ac:graphicFrameMkLst>
        </pc:graphicFrameChg>
        <pc:graphicFrameChg chg="add del mod">
          <ac:chgData name="Tea Boon Chian" userId="ab84e6a5-2079-4f96-af03-c8dde00dcc75" providerId="ADAL" clId="{88444F90-574E-4CE3-871C-1B50228A74C8}" dt="2023-12-27T08:43:50.428" v="10776"/>
          <ac:graphicFrameMkLst>
            <pc:docMk/>
            <pc:sldMk cId="4171818757" sldId="1135"/>
            <ac:graphicFrameMk id="6" creationId="{3C5541B1-A08F-2FCE-72FF-63DC19AA2608}"/>
          </ac:graphicFrameMkLst>
        </pc:graphicFrameChg>
        <pc:graphicFrameChg chg="add del mod">
          <ac:chgData name="Tea Boon Chian" userId="ab84e6a5-2079-4f96-af03-c8dde00dcc75" providerId="ADAL" clId="{88444F90-574E-4CE3-871C-1B50228A74C8}" dt="2024-02-05T07:25:17.109" v="11475"/>
          <ac:graphicFrameMkLst>
            <pc:docMk/>
            <pc:sldMk cId="4171818757" sldId="1135"/>
            <ac:graphicFrameMk id="7" creationId="{DE80C28D-50D9-3378-E286-3909154617C7}"/>
          </ac:graphicFrameMkLst>
        </pc:graphicFrameChg>
        <pc:picChg chg="add mod">
          <ac:chgData name="Tea Boon Chian" userId="ab84e6a5-2079-4f96-af03-c8dde00dcc75" providerId="ADAL" clId="{88444F90-574E-4CE3-871C-1B50228A74C8}" dt="2024-02-05T07:24:57.953" v="11472" actId="1076"/>
          <ac:picMkLst>
            <pc:docMk/>
            <pc:sldMk cId="4171818757" sldId="1135"/>
            <ac:picMk id="6" creationId="{872303CD-424D-9E49-EBF9-C793BD0A18A5}"/>
          </ac:picMkLst>
        </pc:picChg>
        <pc:picChg chg="add mod">
          <ac:chgData name="Tea Boon Chian" userId="ab84e6a5-2079-4f96-af03-c8dde00dcc75" providerId="ADAL" clId="{88444F90-574E-4CE3-871C-1B50228A74C8}" dt="2024-02-05T07:25:23.036" v="11477" actId="1076"/>
          <ac:picMkLst>
            <pc:docMk/>
            <pc:sldMk cId="4171818757" sldId="1135"/>
            <ac:picMk id="8" creationId="{15CC9884-8CDB-666D-E000-0E2BBB1C8F3C}"/>
          </ac:picMkLst>
        </pc:picChg>
      </pc:sldChg>
      <pc:sldChg chg="addSp modSp add mod">
        <pc:chgData name="Tea Boon Chian" userId="ab84e6a5-2079-4f96-af03-c8dde00dcc75" providerId="ADAL" clId="{88444F90-574E-4CE3-871C-1B50228A74C8}" dt="2024-02-05T07:14:44.866" v="11353" actId="11"/>
        <pc:sldMkLst>
          <pc:docMk/>
          <pc:sldMk cId="1745466776" sldId="1137"/>
        </pc:sldMkLst>
        <pc:spChg chg="add mod">
          <ac:chgData name="Tea Boon Chian" userId="ab84e6a5-2079-4f96-af03-c8dde00dcc75" providerId="ADAL" clId="{88444F90-574E-4CE3-871C-1B50228A74C8}" dt="2024-02-05T07:14:44.866" v="11353" actId="11"/>
          <ac:spMkLst>
            <pc:docMk/>
            <pc:sldMk cId="1745466776" sldId="1137"/>
            <ac:spMk id="3" creationId="{85D78189-442D-9DAB-1006-9C739C2F7512}"/>
          </ac:spMkLst>
        </pc:spChg>
        <pc:spChg chg="mod">
          <ac:chgData name="Tea Boon Chian" userId="ab84e6a5-2079-4f96-af03-c8dde00dcc75" providerId="ADAL" clId="{88444F90-574E-4CE3-871C-1B50228A74C8}" dt="2023-12-27T08:46:26.439" v="10918" actId="207"/>
          <ac:spMkLst>
            <pc:docMk/>
            <pc:sldMk cId="1745466776" sldId="1137"/>
            <ac:spMk id="9" creationId="{779FA4A9-68BC-21B7-A1A5-2268478E227A}"/>
          </ac:spMkLst>
        </pc:spChg>
        <pc:spChg chg="mod">
          <ac:chgData name="Tea Boon Chian" userId="ab84e6a5-2079-4f96-af03-c8dde00dcc75" providerId="ADAL" clId="{88444F90-574E-4CE3-871C-1B50228A74C8}" dt="2024-02-05T07:14:35.917" v="11350" actId="21"/>
          <ac:spMkLst>
            <pc:docMk/>
            <pc:sldMk cId="1745466776" sldId="1137"/>
            <ac:spMk id="10" creationId="{3ECD5CC9-15B2-D083-421B-2ABAD128DA78}"/>
          </ac:spMkLst>
        </pc:spChg>
      </pc:sldChg>
      <pc:sldChg chg="modSp add mod">
        <pc:chgData name="Tea Boon Chian" userId="ab84e6a5-2079-4f96-af03-c8dde00dcc75" providerId="ADAL" clId="{88444F90-574E-4CE3-871C-1B50228A74C8}" dt="2023-12-27T08:43:38.659" v="10770" actId="403"/>
        <pc:sldMkLst>
          <pc:docMk/>
          <pc:sldMk cId="724319824" sldId="1138"/>
        </pc:sldMkLst>
        <pc:spChg chg="mod">
          <ac:chgData name="Tea Boon Chian" userId="ab84e6a5-2079-4f96-af03-c8dde00dcc75" providerId="ADAL" clId="{88444F90-574E-4CE3-871C-1B50228A74C8}" dt="2023-12-27T08:43:38.659" v="10770" actId="403"/>
          <ac:spMkLst>
            <pc:docMk/>
            <pc:sldMk cId="724319824" sldId="1138"/>
            <ac:spMk id="9" creationId="{779FA4A9-68BC-21B7-A1A5-2268478E227A}"/>
          </ac:spMkLst>
        </pc:spChg>
      </pc:sldChg>
      <pc:sldChg chg="add del">
        <pc:chgData name="Tea Boon Chian" userId="ab84e6a5-2079-4f96-af03-c8dde00dcc75" providerId="ADAL" clId="{88444F90-574E-4CE3-871C-1B50228A74C8}" dt="2023-12-27T08:43:32.389" v="10768"/>
        <pc:sldMkLst>
          <pc:docMk/>
          <pc:sldMk cId="413691084" sldId="1139"/>
        </pc:sldMkLst>
      </pc:sldChg>
      <pc:sldChg chg="add del">
        <pc:chgData name="Tea Boon Chian" userId="ab84e6a5-2079-4f96-af03-c8dde00dcc75" providerId="ADAL" clId="{88444F90-574E-4CE3-871C-1B50228A74C8}" dt="2023-12-27T08:43:50.428" v="10776"/>
        <pc:sldMkLst>
          <pc:docMk/>
          <pc:sldMk cId="2225331900" sldId="1139"/>
        </pc:sldMkLst>
      </pc:sldChg>
      <pc:sldChg chg="addSp delSp modSp add mod">
        <pc:chgData name="Tea Boon Chian" userId="ab84e6a5-2079-4f96-af03-c8dde00dcc75" providerId="ADAL" clId="{88444F90-574E-4CE3-871C-1B50228A74C8}" dt="2024-02-05T07:31:13.391" v="11729" actId="1076"/>
        <pc:sldMkLst>
          <pc:docMk/>
          <pc:sldMk cId="2911814477" sldId="1139"/>
        </pc:sldMkLst>
        <pc:spChg chg="del mod">
          <ac:chgData name="Tea Boon Chian" userId="ab84e6a5-2079-4f96-af03-c8dde00dcc75" providerId="ADAL" clId="{88444F90-574E-4CE3-871C-1B50228A74C8}" dt="2024-02-05T07:31:03.444" v="11722" actId="478"/>
          <ac:spMkLst>
            <pc:docMk/>
            <pc:sldMk cId="2911814477" sldId="1139"/>
            <ac:spMk id="3" creationId="{9E9FAB5F-C108-04F3-2871-23F13E747EA6}"/>
          </ac:spMkLst>
        </pc:spChg>
        <pc:spChg chg="del mod">
          <ac:chgData name="Tea Boon Chian" userId="ab84e6a5-2079-4f96-af03-c8dde00dcc75" providerId="ADAL" clId="{88444F90-574E-4CE3-871C-1B50228A74C8}" dt="2024-02-05T07:31:02.032" v="11721" actId="478"/>
          <ac:spMkLst>
            <pc:docMk/>
            <pc:sldMk cId="2911814477" sldId="1139"/>
            <ac:spMk id="4" creationId="{6EE36F0B-EAAC-1AB0-C3C7-F4531AECC36F}"/>
          </ac:spMkLst>
        </pc:spChg>
        <pc:spChg chg="add del mod">
          <ac:chgData name="Tea Boon Chian" userId="ab84e6a5-2079-4f96-af03-c8dde00dcc75" providerId="ADAL" clId="{88444F90-574E-4CE3-871C-1B50228A74C8}" dt="2024-02-05T07:31:04.270" v="11723" actId="478"/>
          <ac:spMkLst>
            <pc:docMk/>
            <pc:sldMk cId="2911814477" sldId="1139"/>
            <ac:spMk id="6" creationId="{AD3519A3-ECB9-A1A7-1501-7B27DC8B6345}"/>
          </ac:spMkLst>
        </pc:spChg>
        <pc:spChg chg="add del mod">
          <ac:chgData name="Tea Boon Chian" userId="ab84e6a5-2079-4f96-af03-c8dde00dcc75" providerId="ADAL" clId="{88444F90-574E-4CE3-871C-1B50228A74C8}" dt="2024-02-05T07:31:05.428" v="11724" actId="478"/>
          <ac:spMkLst>
            <pc:docMk/>
            <pc:sldMk cId="2911814477" sldId="1139"/>
            <ac:spMk id="8" creationId="{FA912E80-9461-EB83-0DF1-B4E40031596F}"/>
          </ac:spMkLst>
        </pc:spChg>
        <pc:picChg chg="add mod">
          <ac:chgData name="Tea Boon Chian" userId="ab84e6a5-2079-4f96-af03-c8dde00dcc75" providerId="ADAL" clId="{88444F90-574E-4CE3-871C-1B50228A74C8}" dt="2024-02-05T07:31:13.391" v="11729" actId="1076"/>
          <ac:picMkLst>
            <pc:docMk/>
            <pc:sldMk cId="2911814477" sldId="1139"/>
            <ac:picMk id="1026" creationId="{2C371865-67E1-B216-2DFA-6AC3B9499FD8}"/>
          </ac:picMkLst>
        </pc:picChg>
        <pc:picChg chg="add del mod">
          <ac:chgData name="Tea Boon Chian" userId="ab84e6a5-2079-4f96-af03-c8dde00dcc75" providerId="ADAL" clId="{88444F90-574E-4CE3-871C-1B50228A74C8}" dt="2024-02-05T07:30:58.041" v="11719"/>
          <ac:picMkLst>
            <pc:docMk/>
            <pc:sldMk cId="2911814477" sldId="1139"/>
            <ac:picMk id="1028" creationId="{600B9829-D120-0F6D-DA74-4FD552BB89D8}"/>
          </ac:picMkLst>
        </pc:picChg>
      </pc:sldChg>
      <pc:sldChg chg="add del">
        <pc:chgData name="Tea Boon Chian" userId="ab84e6a5-2079-4f96-af03-c8dde00dcc75" providerId="ADAL" clId="{88444F90-574E-4CE3-871C-1B50228A74C8}" dt="2023-12-27T08:43:50.428" v="10776"/>
        <pc:sldMkLst>
          <pc:docMk/>
          <pc:sldMk cId="1751639168" sldId="1140"/>
        </pc:sldMkLst>
      </pc:sldChg>
      <pc:sldChg chg="add del">
        <pc:chgData name="Tea Boon Chian" userId="ab84e6a5-2079-4f96-af03-c8dde00dcc75" providerId="ADAL" clId="{88444F90-574E-4CE3-871C-1B50228A74C8}" dt="2023-12-27T08:43:32.389" v="10768"/>
        <pc:sldMkLst>
          <pc:docMk/>
          <pc:sldMk cId="2267721349" sldId="1140"/>
        </pc:sldMkLst>
      </pc:sldChg>
      <pc:sldChg chg="addSp delSp modSp add mod">
        <pc:chgData name="Tea Boon Chian" userId="ab84e6a5-2079-4f96-af03-c8dde00dcc75" providerId="ADAL" clId="{88444F90-574E-4CE3-871C-1B50228A74C8}" dt="2024-02-05T07:19:22.451" v="11456" actId="1076"/>
        <pc:sldMkLst>
          <pc:docMk/>
          <pc:sldMk cId="3712682989" sldId="1140"/>
        </pc:sldMkLst>
        <pc:spChg chg="mod">
          <ac:chgData name="Tea Boon Chian" userId="ab84e6a5-2079-4f96-af03-c8dde00dcc75" providerId="ADAL" clId="{88444F90-574E-4CE3-871C-1B50228A74C8}" dt="2024-02-05T07:19:14.034" v="11453" actId="14100"/>
          <ac:spMkLst>
            <pc:docMk/>
            <pc:sldMk cId="3712682989" sldId="1140"/>
            <ac:spMk id="3" creationId="{9E9FAB5F-C108-04F3-2871-23F13E747EA6}"/>
          </ac:spMkLst>
        </pc:spChg>
        <pc:spChg chg="del">
          <ac:chgData name="Tea Boon Chian" userId="ab84e6a5-2079-4f96-af03-c8dde00dcc75" providerId="ADAL" clId="{88444F90-574E-4CE3-871C-1B50228A74C8}" dt="2024-02-05T07:17:37.508" v="11410" actId="478"/>
          <ac:spMkLst>
            <pc:docMk/>
            <pc:sldMk cId="3712682989" sldId="1140"/>
            <ac:spMk id="4" creationId="{6EE36F0B-EAAC-1AB0-C3C7-F4531AECC36F}"/>
          </ac:spMkLst>
        </pc:spChg>
        <pc:graphicFrameChg chg="add del mod">
          <ac:chgData name="Tea Boon Chian" userId="ab84e6a5-2079-4f96-af03-c8dde00dcc75" providerId="ADAL" clId="{88444F90-574E-4CE3-871C-1B50228A74C8}" dt="2024-02-05T07:17:38.327" v="11413"/>
          <ac:graphicFrameMkLst>
            <pc:docMk/>
            <pc:sldMk cId="3712682989" sldId="1140"/>
            <ac:graphicFrameMk id="5" creationId="{105D652D-5E1B-0DC6-18B3-CEADB93B95A9}"/>
          </ac:graphicFrameMkLst>
        </pc:graphicFrameChg>
        <pc:graphicFrameChg chg="add del mod">
          <ac:chgData name="Tea Boon Chian" userId="ab84e6a5-2079-4f96-af03-c8dde00dcc75" providerId="ADAL" clId="{88444F90-574E-4CE3-871C-1B50228A74C8}" dt="2024-02-05T07:18:28.587" v="11431"/>
          <ac:graphicFrameMkLst>
            <pc:docMk/>
            <pc:sldMk cId="3712682989" sldId="1140"/>
            <ac:graphicFrameMk id="7" creationId="{9F878723-B01C-1884-FD90-76D56C89DE37}"/>
          </ac:graphicFrameMkLst>
        </pc:graphicFrameChg>
        <pc:picChg chg="add mod">
          <ac:chgData name="Tea Boon Chian" userId="ab84e6a5-2079-4f96-af03-c8dde00dcc75" providerId="ADAL" clId="{88444F90-574E-4CE3-871C-1B50228A74C8}" dt="2024-02-05T07:19:03.750" v="11450" actId="1076"/>
          <ac:picMkLst>
            <pc:docMk/>
            <pc:sldMk cId="3712682989" sldId="1140"/>
            <ac:picMk id="6" creationId="{ECA965C6-008E-56A6-0C1C-318857ED782D}"/>
          </ac:picMkLst>
        </pc:picChg>
        <pc:picChg chg="add mod">
          <ac:chgData name="Tea Boon Chian" userId="ab84e6a5-2079-4f96-af03-c8dde00dcc75" providerId="ADAL" clId="{88444F90-574E-4CE3-871C-1B50228A74C8}" dt="2024-02-05T07:19:22.451" v="11456" actId="1076"/>
          <ac:picMkLst>
            <pc:docMk/>
            <pc:sldMk cId="3712682989" sldId="1140"/>
            <ac:picMk id="8" creationId="{00C6EAB6-7C87-AE25-EC5B-B8A96A883DC7}"/>
          </ac:picMkLst>
        </pc:picChg>
      </pc:sldChg>
      <pc:sldChg chg="add del">
        <pc:chgData name="Tea Boon Chian" userId="ab84e6a5-2079-4f96-af03-c8dde00dcc75" providerId="ADAL" clId="{88444F90-574E-4CE3-871C-1B50228A74C8}" dt="2023-12-27T08:43:32.389" v="10768"/>
        <pc:sldMkLst>
          <pc:docMk/>
          <pc:sldMk cId="1567018383" sldId="1141"/>
        </pc:sldMkLst>
      </pc:sldChg>
      <pc:sldChg chg="addSp modSp add mod">
        <pc:chgData name="Tea Boon Chian" userId="ab84e6a5-2079-4f96-af03-c8dde00dcc75" providerId="ADAL" clId="{88444F90-574E-4CE3-871C-1B50228A74C8}" dt="2024-02-05T07:53:55.607" v="12640" actId="14100"/>
        <pc:sldMkLst>
          <pc:docMk/>
          <pc:sldMk cId="2056817941" sldId="1141"/>
        </pc:sldMkLst>
        <pc:spChg chg="mod">
          <ac:chgData name="Tea Boon Chian" userId="ab84e6a5-2079-4f96-af03-c8dde00dcc75" providerId="ADAL" clId="{88444F90-574E-4CE3-871C-1B50228A74C8}" dt="2024-02-05T07:53:55.607" v="12640" actId="14100"/>
          <ac:spMkLst>
            <pc:docMk/>
            <pc:sldMk cId="2056817941" sldId="1141"/>
            <ac:spMk id="9" creationId="{779FA4A9-68BC-21B7-A1A5-2268478E227A}"/>
          </ac:spMkLst>
        </pc:spChg>
        <pc:picChg chg="add mod">
          <ac:chgData name="Tea Boon Chian" userId="ab84e6a5-2079-4f96-af03-c8dde00dcc75" providerId="ADAL" clId="{88444F90-574E-4CE3-871C-1B50228A74C8}" dt="2024-02-05T07:53:46.195" v="12637" actId="1076"/>
          <ac:picMkLst>
            <pc:docMk/>
            <pc:sldMk cId="2056817941" sldId="1141"/>
            <ac:picMk id="1026" creationId="{9BE37103-D77B-78CF-ACE6-F754660F998A}"/>
          </ac:picMkLst>
        </pc:picChg>
      </pc:sldChg>
      <pc:sldChg chg="add del">
        <pc:chgData name="Tea Boon Chian" userId="ab84e6a5-2079-4f96-af03-c8dde00dcc75" providerId="ADAL" clId="{88444F90-574E-4CE3-871C-1B50228A74C8}" dt="2023-12-27T08:43:50.428" v="10776"/>
        <pc:sldMkLst>
          <pc:docMk/>
          <pc:sldMk cId="3795293303" sldId="1141"/>
        </pc:sldMkLst>
      </pc:sldChg>
      <pc:sldChg chg="addSp delSp modSp add mod">
        <pc:chgData name="Tea Boon Chian" userId="ab84e6a5-2079-4f96-af03-c8dde00dcc75" providerId="ADAL" clId="{88444F90-574E-4CE3-871C-1B50228A74C8}" dt="2024-02-05T07:45:50.173" v="12630" actId="14100"/>
        <pc:sldMkLst>
          <pc:docMk/>
          <pc:sldMk cId="2761666010" sldId="1142"/>
        </pc:sldMkLst>
        <pc:spChg chg="mod">
          <ac:chgData name="Tea Boon Chian" userId="ab84e6a5-2079-4f96-af03-c8dde00dcc75" providerId="ADAL" clId="{88444F90-574E-4CE3-871C-1B50228A74C8}" dt="2024-02-05T07:45:50.173" v="12630" actId="14100"/>
          <ac:spMkLst>
            <pc:docMk/>
            <pc:sldMk cId="2761666010" sldId="1142"/>
            <ac:spMk id="3" creationId="{9E9FAB5F-C108-04F3-2871-23F13E747EA6}"/>
          </ac:spMkLst>
        </pc:spChg>
        <pc:spChg chg="del">
          <ac:chgData name="Tea Boon Chian" userId="ab84e6a5-2079-4f96-af03-c8dde00dcc75" providerId="ADAL" clId="{88444F90-574E-4CE3-871C-1B50228A74C8}" dt="2024-02-05T07:34:16.832" v="11799" actId="478"/>
          <ac:spMkLst>
            <pc:docMk/>
            <pc:sldMk cId="2761666010" sldId="1142"/>
            <ac:spMk id="4" creationId="{6EE36F0B-EAAC-1AB0-C3C7-F4531AECC36F}"/>
          </ac:spMkLst>
        </pc:spChg>
        <pc:spChg chg="add del mod">
          <ac:chgData name="Tea Boon Chian" userId="ab84e6a5-2079-4f96-af03-c8dde00dcc75" providerId="ADAL" clId="{88444F90-574E-4CE3-871C-1B50228A74C8}" dt="2024-02-05T07:34:18.845" v="11800" actId="478"/>
          <ac:spMkLst>
            <pc:docMk/>
            <pc:sldMk cId="2761666010" sldId="1142"/>
            <ac:spMk id="6" creationId="{06232C4B-01EF-19E5-E0F1-CA708A1A4247}"/>
          </ac:spMkLst>
        </pc:spChg>
        <pc:spChg chg="add mod">
          <ac:chgData name="Tea Boon Chian" userId="ab84e6a5-2079-4f96-af03-c8dde00dcc75" providerId="ADAL" clId="{88444F90-574E-4CE3-871C-1B50228A74C8}" dt="2024-02-05T07:45:45.533" v="12628" actId="207"/>
          <ac:spMkLst>
            <pc:docMk/>
            <pc:sldMk cId="2761666010" sldId="1142"/>
            <ac:spMk id="8" creationId="{41728C5D-7EEF-96DE-70D3-EB8474199788}"/>
          </ac:spMkLst>
        </pc:spChg>
        <pc:picChg chg="add mod">
          <ac:chgData name="Tea Boon Chian" userId="ab84e6a5-2079-4f96-af03-c8dde00dcc75" providerId="ADAL" clId="{88444F90-574E-4CE3-871C-1B50228A74C8}" dt="2024-02-05T07:45:48.033" v="12629" actId="1076"/>
          <ac:picMkLst>
            <pc:docMk/>
            <pc:sldMk cId="2761666010" sldId="1142"/>
            <ac:picMk id="7" creationId="{3672DDF5-9EF1-2EA5-A7DA-1C0946FD69B7}"/>
          </ac:picMkLst>
        </pc:picChg>
        <pc:picChg chg="add del">
          <ac:chgData name="Tea Boon Chian" userId="ab84e6a5-2079-4f96-af03-c8dde00dcc75" providerId="ADAL" clId="{88444F90-574E-4CE3-871C-1B50228A74C8}" dt="2024-02-05T07:34:09.206" v="11797" actId="21"/>
          <ac:picMkLst>
            <pc:docMk/>
            <pc:sldMk cId="2761666010" sldId="1142"/>
            <ac:picMk id="2050" creationId="{648D959A-9BC5-6EB9-93AD-5D2FE13C3C6D}"/>
          </ac:picMkLst>
        </pc:picChg>
      </pc:sldChg>
      <pc:sldChg chg="modSp add mod">
        <pc:chgData name="Tea Boon Chian" userId="ab84e6a5-2079-4f96-af03-c8dde00dcc75" providerId="ADAL" clId="{88444F90-574E-4CE3-871C-1B50228A74C8}" dt="2024-02-05T07:32:29.687" v="11748" actId="27636"/>
        <pc:sldMkLst>
          <pc:docMk/>
          <pc:sldMk cId="332062688" sldId="1143"/>
        </pc:sldMkLst>
        <pc:spChg chg="mod">
          <ac:chgData name="Tea Boon Chian" userId="ab84e6a5-2079-4f96-af03-c8dde00dcc75" providerId="ADAL" clId="{88444F90-574E-4CE3-871C-1B50228A74C8}" dt="2024-02-05T07:32:29.687" v="11748" actId="27636"/>
          <ac:spMkLst>
            <pc:docMk/>
            <pc:sldMk cId="332062688" sldId="1143"/>
            <ac:spMk id="9" creationId="{779FA4A9-68BC-21B7-A1A5-2268478E227A}"/>
          </ac:spMkLst>
        </pc:spChg>
      </pc:sldChg>
      <pc:sldChg chg="delSp modSp add mod ord">
        <pc:chgData name="Tea Boon Chian" userId="ab84e6a5-2079-4f96-af03-c8dde00dcc75" providerId="ADAL" clId="{88444F90-574E-4CE3-871C-1B50228A74C8}" dt="2024-02-05T07:54:24.821" v="12652" actId="20577"/>
        <pc:sldMkLst>
          <pc:docMk/>
          <pc:sldMk cId="1894808754" sldId="1144"/>
        </pc:sldMkLst>
        <pc:spChg chg="mod">
          <ac:chgData name="Tea Boon Chian" userId="ab84e6a5-2079-4f96-af03-c8dde00dcc75" providerId="ADAL" clId="{88444F90-574E-4CE3-871C-1B50228A74C8}" dt="2024-02-05T07:54:24.821" v="12652" actId="20577"/>
          <ac:spMkLst>
            <pc:docMk/>
            <pc:sldMk cId="1894808754" sldId="1144"/>
            <ac:spMk id="4" creationId="{6EE36F0B-EAAC-1AB0-C3C7-F4531AECC36F}"/>
          </ac:spMkLst>
        </pc:spChg>
        <pc:picChg chg="del">
          <ac:chgData name="Tea Boon Chian" userId="ab84e6a5-2079-4f96-af03-c8dde00dcc75" providerId="ADAL" clId="{88444F90-574E-4CE3-871C-1B50228A74C8}" dt="2024-02-05T07:31:24.017" v="11730" actId="478"/>
          <ac:picMkLst>
            <pc:docMk/>
            <pc:sldMk cId="1894808754" sldId="1144"/>
            <ac:picMk id="1026" creationId="{2C371865-67E1-B216-2DFA-6AC3B9499FD8}"/>
          </ac:picMkLst>
        </pc:picChg>
      </pc:sldChg>
      <pc:sldChg chg="modSp add mod">
        <pc:chgData name="Tea Boon Chian" userId="ab84e6a5-2079-4f96-af03-c8dde00dcc75" providerId="ADAL" clId="{88444F90-574E-4CE3-871C-1B50228A74C8}" dt="2024-02-05T07:32:54.016" v="11761" actId="20577"/>
        <pc:sldMkLst>
          <pc:docMk/>
          <pc:sldMk cId="2211839324" sldId="1145"/>
        </pc:sldMkLst>
        <pc:spChg chg="mod">
          <ac:chgData name="Tea Boon Chian" userId="ab84e6a5-2079-4f96-af03-c8dde00dcc75" providerId="ADAL" clId="{88444F90-574E-4CE3-871C-1B50228A74C8}" dt="2024-02-05T07:32:42.723" v="11758" actId="20577"/>
          <ac:spMkLst>
            <pc:docMk/>
            <pc:sldMk cId="2211839324" sldId="1145"/>
            <ac:spMk id="3" creationId="{9E9FAB5F-C108-04F3-2871-23F13E747EA6}"/>
          </ac:spMkLst>
        </pc:spChg>
        <pc:spChg chg="mod">
          <ac:chgData name="Tea Boon Chian" userId="ab84e6a5-2079-4f96-af03-c8dde00dcc75" providerId="ADAL" clId="{88444F90-574E-4CE3-871C-1B50228A74C8}" dt="2024-02-05T07:32:54.016" v="11761" actId="20577"/>
          <ac:spMkLst>
            <pc:docMk/>
            <pc:sldMk cId="2211839324" sldId="1145"/>
            <ac:spMk id="4" creationId="{6EE36F0B-EAAC-1AB0-C3C7-F4531AECC36F}"/>
          </ac:spMkLst>
        </pc:spChg>
      </pc:sldChg>
      <pc:sldChg chg="delSp add ord">
        <pc:chgData name="Tea Boon Chian" userId="ab84e6a5-2079-4f96-af03-c8dde00dcc75" providerId="ADAL" clId="{88444F90-574E-4CE3-871C-1B50228A74C8}" dt="2024-02-05T07:35:47.411" v="11849"/>
        <pc:sldMkLst>
          <pc:docMk/>
          <pc:sldMk cId="1014108655" sldId="1146"/>
        </pc:sldMkLst>
        <pc:picChg chg="del">
          <ac:chgData name="Tea Boon Chian" userId="ab84e6a5-2079-4f96-af03-c8dde00dcc75" providerId="ADAL" clId="{88444F90-574E-4CE3-871C-1B50228A74C8}" dt="2024-02-05T07:34:13.037" v="11798" actId="478"/>
          <ac:picMkLst>
            <pc:docMk/>
            <pc:sldMk cId="1014108655" sldId="1146"/>
            <ac:picMk id="2050" creationId="{648D959A-9BC5-6EB9-93AD-5D2FE13C3C6D}"/>
          </ac:picMkLst>
        </pc:picChg>
      </pc:sldChg>
      <pc:sldChg chg="addSp delSp modSp add mod">
        <pc:chgData name="Tea Boon Chian" userId="ab84e6a5-2079-4f96-af03-c8dde00dcc75" providerId="ADAL" clId="{88444F90-574E-4CE3-871C-1B50228A74C8}" dt="2024-02-05T07:39:04.825" v="12106" actId="21"/>
        <pc:sldMkLst>
          <pc:docMk/>
          <pc:sldMk cId="769942752" sldId="1147"/>
        </pc:sldMkLst>
        <pc:spChg chg="mod">
          <ac:chgData name="Tea Boon Chian" userId="ab84e6a5-2079-4f96-af03-c8dde00dcc75" providerId="ADAL" clId="{88444F90-574E-4CE3-871C-1B50228A74C8}" dt="2024-02-05T07:36:42.724" v="11859" actId="14100"/>
          <ac:spMkLst>
            <pc:docMk/>
            <pc:sldMk cId="769942752" sldId="1147"/>
            <ac:spMk id="3" creationId="{9E9FAB5F-C108-04F3-2871-23F13E747EA6}"/>
          </ac:spMkLst>
        </pc:spChg>
        <pc:spChg chg="add mod">
          <ac:chgData name="Tea Boon Chian" userId="ab84e6a5-2079-4f96-af03-c8dde00dcc75" providerId="ADAL" clId="{88444F90-574E-4CE3-871C-1B50228A74C8}" dt="2024-02-05T07:38:48.763" v="12089" actId="123"/>
          <ac:spMkLst>
            <pc:docMk/>
            <pc:sldMk cId="769942752" sldId="1147"/>
            <ac:spMk id="4" creationId="{34CCB9C1-83D9-C96F-7CB3-EE46967186CC}"/>
          </ac:spMkLst>
        </pc:spChg>
        <pc:picChg chg="del mod">
          <ac:chgData name="Tea Boon Chian" userId="ab84e6a5-2079-4f96-af03-c8dde00dcc75" providerId="ADAL" clId="{88444F90-574E-4CE3-871C-1B50228A74C8}" dt="2024-02-05T07:36:27.436" v="11851" actId="478"/>
          <ac:picMkLst>
            <pc:docMk/>
            <pc:sldMk cId="769942752" sldId="1147"/>
            <ac:picMk id="7" creationId="{3672DDF5-9EF1-2EA5-A7DA-1C0946FD69B7}"/>
          </ac:picMkLst>
        </pc:picChg>
        <pc:picChg chg="add del">
          <ac:chgData name="Tea Boon Chian" userId="ab84e6a5-2079-4f96-af03-c8dde00dcc75" providerId="ADAL" clId="{88444F90-574E-4CE3-871C-1B50228A74C8}" dt="2024-02-05T07:39:04.825" v="12106" actId="21"/>
          <ac:picMkLst>
            <pc:docMk/>
            <pc:sldMk cId="769942752" sldId="1147"/>
            <ac:picMk id="5122" creationId="{3ACA1472-0283-CF15-DDD0-6E96F6C00A48}"/>
          </ac:picMkLst>
        </pc:picChg>
      </pc:sldChg>
      <pc:sldChg chg="addSp delSp modSp add mod ord">
        <pc:chgData name="Tea Boon Chian" userId="ab84e6a5-2079-4f96-af03-c8dde00dcc75" providerId="ADAL" clId="{88444F90-574E-4CE3-871C-1B50228A74C8}" dt="2024-02-05T07:41:01.552" v="12317" actId="207"/>
        <pc:sldMkLst>
          <pc:docMk/>
          <pc:sldMk cId="171950374" sldId="1148"/>
        </pc:sldMkLst>
        <pc:spChg chg="mod">
          <ac:chgData name="Tea Boon Chian" userId="ab84e6a5-2079-4f96-af03-c8dde00dcc75" providerId="ADAL" clId="{88444F90-574E-4CE3-871C-1B50228A74C8}" dt="2024-02-05T07:39:00.302" v="12104" actId="20577"/>
          <ac:spMkLst>
            <pc:docMk/>
            <pc:sldMk cId="171950374" sldId="1148"/>
            <ac:spMk id="3" creationId="{9E9FAB5F-C108-04F3-2871-23F13E747EA6}"/>
          </ac:spMkLst>
        </pc:spChg>
        <pc:spChg chg="add mod">
          <ac:chgData name="Tea Boon Chian" userId="ab84e6a5-2079-4f96-af03-c8dde00dcc75" providerId="ADAL" clId="{88444F90-574E-4CE3-871C-1B50228A74C8}" dt="2024-02-05T07:41:01.552" v="12317" actId="207"/>
          <ac:spMkLst>
            <pc:docMk/>
            <pc:sldMk cId="171950374" sldId="1148"/>
            <ac:spMk id="5" creationId="{0242C63F-468F-1217-6C62-B7A2C37FC672}"/>
          </ac:spMkLst>
        </pc:spChg>
        <pc:spChg chg="add del mod">
          <ac:chgData name="Tea Boon Chian" userId="ab84e6a5-2079-4f96-af03-c8dde00dcc75" providerId="ADAL" clId="{88444F90-574E-4CE3-871C-1B50228A74C8}" dt="2024-02-05T07:40:51.471" v="12314"/>
          <ac:spMkLst>
            <pc:docMk/>
            <pc:sldMk cId="171950374" sldId="1148"/>
            <ac:spMk id="6" creationId="{01D0FE50-1B81-F5DC-3FDD-CD3E9BDA2B4A}"/>
          </ac:spMkLst>
        </pc:spChg>
        <pc:picChg chg="add mod">
          <ac:chgData name="Tea Boon Chian" userId="ab84e6a5-2079-4f96-af03-c8dde00dcc75" providerId="ADAL" clId="{88444F90-574E-4CE3-871C-1B50228A74C8}" dt="2024-02-05T07:39:10.729" v="12108" actId="1076"/>
          <ac:picMkLst>
            <pc:docMk/>
            <pc:sldMk cId="171950374" sldId="1148"/>
            <ac:picMk id="4" creationId="{2CB6B21A-8F28-7C9C-2BA3-839F47C851FE}"/>
          </ac:picMkLst>
        </pc:picChg>
        <pc:picChg chg="del">
          <ac:chgData name="Tea Boon Chian" userId="ab84e6a5-2079-4f96-af03-c8dde00dcc75" providerId="ADAL" clId="{88444F90-574E-4CE3-871C-1B50228A74C8}" dt="2024-02-05T07:39:02.880" v="12105" actId="478"/>
          <ac:picMkLst>
            <pc:docMk/>
            <pc:sldMk cId="171950374" sldId="1148"/>
            <ac:picMk id="7" creationId="{3672DDF5-9EF1-2EA5-A7DA-1C0946FD69B7}"/>
          </ac:picMkLst>
        </pc:picChg>
      </pc:sldChg>
      <pc:sldChg chg="addSp delSp modSp add mod">
        <pc:chgData name="Tea Boon Chian" userId="ab84e6a5-2079-4f96-af03-c8dde00dcc75" providerId="ADAL" clId="{88444F90-574E-4CE3-871C-1B50228A74C8}" dt="2024-02-05T07:44:31.457" v="12509" actId="478"/>
        <pc:sldMkLst>
          <pc:docMk/>
          <pc:sldMk cId="3496565597" sldId="1149"/>
        </pc:sldMkLst>
        <pc:spChg chg="mod">
          <ac:chgData name="Tea Boon Chian" userId="ab84e6a5-2079-4f96-af03-c8dde00dcc75" providerId="ADAL" clId="{88444F90-574E-4CE3-871C-1B50228A74C8}" dt="2024-02-05T07:41:39.020" v="12330" actId="20577"/>
          <ac:spMkLst>
            <pc:docMk/>
            <pc:sldMk cId="3496565597" sldId="1149"/>
            <ac:spMk id="3" creationId="{9E9FAB5F-C108-04F3-2871-23F13E747EA6}"/>
          </ac:spMkLst>
        </pc:spChg>
        <pc:spChg chg="mod">
          <ac:chgData name="Tea Boon Chian" userId="ab84e6a5-2079-4f96-af03-c8dde00dcc75" providerId="ADAL" clId="{88444F90-574E-4CE3-871C-1B50228A74C8}" dt="2024-02-05T07:42:51.623" v="12435" actId="207"/>
          <ac:spMkLst>
            <pc:docMk/>
            <pc:sldMk cId="3496565597" sldId="1149"/>
            <ac:spMk id="5" creationId="{0242C63F-468F-1217-6C62-B7A2C37FC672}"/>
          </ac:spMkLst>
        </pc:spChg>
        <pc:picChg chg="del">
          <ac:chgData name="Tea Boon Chian" userId="ab84e6a5-2079-4f96-af03-c8dde00dcc75" providerId="ADAL" clId="{88444F90-574E-4CE3-871C-1B50228A74C8}" dt="2024-02-05T07:42:18.482" v="12370" actId="478"/>
          <ac:picMkLst>
            <pc:docMk/>
            <pc:sldMk cId="3496565597" sldId="1149"/>
            <ac:picMk id="4" creationId="{2CB6B21A-8F28-7C9C-2BA3-839F47C851FE}"/>
          </ac:picMkLst>
        </pc:picChg>
        <pc:picChg chg="add mod">
          <ac:chgData name="Tea Boon Chian" userId="ab84e6a5-2079-4f96-af03-c8dde00dcc75" providerId="ADAL" clId="{88444F90-574E-4CE3-871C-1B50228A74C8}" dt="2024-02-05T07:42:24.340" v="12375" actId="1076"/>
          <ac:picMkLst>
            <pc:docMk/>
            <pc:sldMk cId="3496565597" sldId="1149"/>
            <ac:picMk id="7170" creationId="{7F6FFB10-4D24-ECAE-FB25-D5001C2BFC04}"/>
          </ac:picMkLst>
        </pc:picChg>
        <pc:picChg chg="add del">
          <ac:chgData name="Tea Boon Chian" userId="ab84e6a5-2079-4f96-af03-c8dde00dcc75" providerId="ADAL" clId="{88444F90-574E-4CE3-871C-1B50228A74C8}" dt="2024-02-05T07:44:31.457" v="12509" actId="478"/>
          <ac:picMkLst>
            <pc:docMk/>
            <pc:sldMk cId="3496565597" sldId="1149"/>
            <ac:picMk id="7172" creationId="{79DA64F7-F459-40EC-18D2-8F3668D82B42}"/>
          </ac:picMkLst>
        </pc:picChg>
      </pc:sldChg>
      <pc:sldChg chg="delSp modSp add mod">
        <pc:chgData name="Tea Boon Chian" userId="ab84e6a5-2079-4f96-af03-c8dde00dcc75" providerId="ADAL" clId="{88444F90-574E-4CE3-871C-1B50228A74C8}" dt="2024-02-05T07:44:28.130" v="12508" actId="5793"/>
        <pc:sldMkLst>
          <pc:docMk/>
          <pc:sldMk cId="3283686755" sldId="1150"/>
        </pc:sldMkLst>
        <pc:spChg chg="mod">
          <ac:chgData name="Tea Boon Chian" userId="ab84e6a5-2079-4f96-af03-c8dde00dcc75" providerId="ADAL" clId="{88444F90-574E-4CE3-871C-1B50228A74C8}" dt="2024-02-05T07:44:28.130" v="12508" actId="5793"/>
          <ac:spMkLst>
            <pc:docMk/>
            <pc:sldMk cId="3283686755" sldId="1150"/>
            <ac:spMk id="5" creationId="{0242C63F-468F-1217-6C62-B7A2C37FC672}"/>
          </ac:spMkLst>
        </pc:spChg>
        <pc:picChg chg="del mod">
          <ac:chgData name="Tea Boon Chian" userId="ab84e6a5-2079-4f96-af03-c8dde00dcc75" providerId="ADAL" clId="{88444F90-574E-4CE3-871C-1B50228A74C8}" dt="2024-02-05T07:43:16.925" v="12439" actId="478"/>
          <ac:picMkLst>
            <pc:docMk/>
            <pc:sldMk cId="3283686755" sldId="1150"/>
            <ac:picMk id="7170" creationId="{7F6FFB10-4D24-ECAE-FB25-D5001C2BFC04}"/>
          </ac:picMkLst>
        </pc:picChg>
        <pc:picChg chg="mod">
          <ac:chgData name="Tea Boon Chian" userId="ab84e6a5-2079-4f96-af03-c8dde00dcc75" providerId="ADAL" clId="{88444F90-574E-4CE3-871C-1B50228A74C8}" dt="2024-02-05T07:43:25.049" v="12442" actId="1076"/>
          <ac:picMkLst>
            <pc:docMk/>
            <pc:sldMk cId="3283686755" sldId="1150"/>
            <ac:picMk id="7172" creationId="{79DA64F7-F459-40EC-18D2-8F3668D82B4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909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6/24/2024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599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6/24/2024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3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6/24/2024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930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6/24/2024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43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6/24/2024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508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6/24/2024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76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6/24/2024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58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6/24/2024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190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6/24/2024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445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6/24/2024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38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6/24/2024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928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1314C34-F582-4EEF-86CE-F88761E5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12 Enterprise Encryption Key Management Best Practices - Hashed Out by The  SSL Store™">
            <a:extLst>
              <a:ext uri="{FF2B5EF4-FFF2-40B4-BE49-F238E27FC236}">
                <a16:creationId xmlns:a16="http://schemas.microsoft.com/office/drawing/2014/main" id="{D72E3B9B-B91B-F438-EF3B-D844560653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35" b="995"/>
          <a:stretch/>
        </p:blipFill>
        <p:spPr bwMode="auto">
          <a:xfrm>
            <a:off x="-1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319A1DD-F557-4EC6-8A8C-F7617B4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49E64E-475F-F0DF-3A6C-A1366CD73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91" y="3331444"/>
            <a:ext cx="6470692" cy="1229306"/>
          </a:xfrm>
        </p:spPr>
        <p:txBody>
          <a:bodyPr>
            <a:noAutofit/>
          </a:bodyPr>
          <a:lstStyle/>
          <a:p>
            <a:r>
              <a:rPr lang="en-MY" sz="4000" b="1" dirty="0">
                <a:latin typeface="+mn-lt"/>
              </a:rPr>
              <a:t>KEY MANAGEMENT AND DISTRIBUTION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5A27E-AC89-0620-24C4-5F786ECBB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92" y="4735798"/>
            <a:ext cx="6470692" cy="845850"/>
          </a:xfrm>
        </p:spPr>
        <p:txBody>
          <a:bodyPr>
            <a:normAutofit/>
          </a:bodyPr>
          <a:lstStyle/>
          <a:p>
            <a:r>
              <a:rPr lang="en-MY" sz="4000" b="1" dirty="0">
                <a:latin typeface="+mj-lt"/>
              </a:rPr>
              <a:t>Chapter 14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2429" y="4641183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!!footer rectangle">
            <a:extLst>
              <a:ext uri="{FF2B5EF4-FFF2-40B4-BE49-F238E27FC236}">
                <a16:creationId xmlns:a16="http://schemas.microsoft.com/office/drawing/2014/main" id="{C390A367-0330-4E03-9D5F-40308A79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74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Symmetric-Key Distribution.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Kerberos.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Symmetric-Key Agreement.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Public-Key Distribution.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Public-Key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4005243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MY" sz="2200" b="1" dirty="0"/>
              <a:t>In the end of this Chapter 14, students will be able: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sz="2200" dirty="0"/>
              <a:t>To understand the importance and techniques of </a:t>
            </a:r>
            <a:r>
              <a:rPr lang="en-MY" sz="2200" b="1" dirty="0">
                <a:solidFill>
                  <a:srgbClr val="FF0000"/>
                </a:solidFill>
              </a:rPr>
              <a:t>symmetric-key distribution</a:t>
            </a:r>
            <a:r>
              <a:rPr lang="en-MY" sz="2200" dirty="0"/>
              <a:t>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sz="2200" dirty="0"/>
              <a:t>To understand and describe briefly the </a:t>
            </a:r>
            <a:r>
              <a:rPr lang="en-MY" sz="2200" b="1" dirty="0">
                <a:solidFill>
                  <a:srgbClr val="FF0000"/>
                </a:solidFill>
              </a:rPr>
              <a:t>Kerberos</a:t>
            </a:r>
            <a:r>
              <a:rPr lang="en-MY" sz="2200" dirty="0"/>
              <a:t> as an authentication server and key-distribution center.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sz="2200" dirty="0"/>
              <a:t>To understand the technique of </a:t>
            </a:r>
            <a:r>
              <a:rPr lang="en-MY" sz="2200" b="1" dirty="0">
                <a:solidFill>
                  <a:srgbClr val="FF0000"/>
                </a:solidFill>
              </a:rPr>
              <a:t>symmetric-key agreement</a:t>
            </a:r>
            <a:r>
              <a:rPr lang="en-MY" sz="2200" dirty="0"/>
              <a:t>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sz="2200" dirty="0"/>
              <a:t>To understand the importance and techniques of </a:t>
            </a:r>
            <a:r>
              <a:rPr lang="en-MY" sz="2200" b="1" dirty="0">
                <a:solidFill>
                  <a:srgbClr val="FF0000"/>
                </a:solidFill>
              </a:rPr>
              <a:t>public-key distribution</a:t>
            </a:r>
            <a:r>
              <a:rPr lang="en-MY" sz="2200" dirty="0"/>
              <a:t>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sz="2200" dirty="0"/>
              <a:t>To understand the basic concept of </a:t>
            </a:r>
            <a:r>
              <a:rPr lang="en-MY" sz="2200" b="1" dirty="0">
                <a:solidFill>
                  <a:srgbClr val="FF0000"/>
                </a:solidFill>
              </a:rPr>
              <a:t>public-key infrastructure</a:t>
            </a:r>
            <a:r>
              <a:rPr lang="en-MY" sz="2200" dirty="0"/>
              <a:t>.</a:t>
            </a:r>
          </a:p>
          <a:p>
            <a:pPr algn="just">
              <a:lnSpc>
                <a:spcPct val="100000"/>
              </a:lnSpc>
            </a:pPr>
            <a:endParaRPr lang="en-MY" sz="2200" dirty="0"/>
          </a:p>
        </p:txBody>
      </p:sp>
    </p:spTree>
    <p:extLst>
      <p:ext uri="{BB962C8B-B14F-4D97-AF65-F5344CB8AC3E}">
        <p14:creationId xmlns:p14="http://schemas.microsoft.com/office/powerpoint/2010/main" val="288623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77684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MY" sz="4800" b="1" dirty="0">
                <a:solidFill>
                  <a:srgbClr val="00B050"/>
                </a:solidFill>
              </a:rPr>
              <a:t>SYMMETRIC-KEY</a:t>
            </a:r>
            <a:br>
              <a:rPr lang="en-MY" sz="4800" b="1" dirty="0"/>
            </a:br>
            <a:r>
              <a:rPr lang="en-MY" sz="4800" b="1" dirty="0"/>
              <a:t>DISTRIBUTION</a:t>
            </a:r>
            <a:br>
              <a:rPr lang="en-MY" sz="4800" b="1" dirty="0"/>
            </a:br>
            <a:br>
              <a:rPr lang="en-MY" sz="4800" b="1" dirty="0"/>
            </a:br>
            <a:br>
              <a:rPr lang="en-MY" sz="4800" b="1" dirty="0"/>
            </a:br>
            <a:endParaRPr lang="en-MY" sz="4800" b="1" dirty="0"/>
          </a:p>
        </p:txBody>
      </p:sp>
    </p:spTree>
    <p:extLst>
      <p:ext uri="{BB962C8B-B14F-4D97-AF65-F5344CB8AC3E}">
        <p14:creationId xmlns:p14="http://schemas.microsoft.com/office/powerpoint/2010/main" val="3031149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00B050"/>
                </a:solidFill>
              </a:rPr>
              <a:t>Symmetric-Key</a:t>
            </a:r>
            <a:r>
              <a:rPr lang="en-MY" sz="4000" b="1" dirty="0"/>
              <a:t> Distribution – </a:t>
            </a:r>
            <a:r>
              <a:rPr lang="en-MY" sz="4000" b="1" dirty="0">
                <a:solidFill>
                  <a:srgbClr val="0070C0"/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200" dirty="0"/>
              <a:t>Symmetric-key cryptography is generally </a:t>
            </a:r>
            <a:r>
              <a:rPr lang="en-MY" sz="2200" b="1" dirty="0">
                <a:solidFill>
                  <a:srgbClr val="FF0000"/>
                </a:solidFill>
              </a:rPr>
              <a:t>more efficient </a:t>
            </a:r>
            <a:r>
              <a:rPr lang="en-MY" sz="2200" dirty="0"/>
              <a:t>than asymmetric-key cryptography for encrypting large messages.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200" dirty="0"/>
              <a:t>However, the challenging task in this symmetric-key cryptography is the </a:t>
            </a:r>
            <a:r>
              <a:rPr lang="en-MY" sz="2200" b="1" dirty="0">
                <a:solidFill>
                  <a:srgbClr val="0000FF"/>
                </a:solidFill>
              </a:rPr>
              <a:t>establishment and distribution of the shared secret key</a:t>
            </a:r>
            <a:r>
              <a:rPr lang="en-MY" sz="2200" dirty="0"/>
              <a:t> between two communicating parties.</a:t>
            </a:r>
          </a:p>
        </p:txBody>
      </p:sp>
    </p:spTree>
    <p:extLst>
      <p:ext uri="{BB962C8B-B14F-4D97-AF65-F5344CB8AC3E}">
        <p14:creationId xmlns:p14="http://schemas.microsoft.com/office/powerpoint/2010/main" val="159657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00B050"/>
                </a:solidFill>
              </a:rPr>
              <a:t>Symmetric-Key</a:t>
            </a:r>
            <a:r>
              <a:rPr lang="en-MY" sz="4000" b="1" dirty="0"/>
              <a:t> Distribution – </a:t>
            </a:r>
            <a:r>
              <a:rPr lang="en-MY" sz="4000" b="1" dirty="0">
                <a:solidFill>
                  <a:srgbClr val="0070C0"/>
                </a:solidFill>
              </a:rPr>
              <a:t>Overview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There are several ways that two parties Alice and Bob can achieve secret key distribution: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000" dirty="0"/>
              <a:t>Alice can select a key and physically deliver it to Bob.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000" dirty="0"/>
              <a:t>A third party can select a key and physically deliver it to Alice and Bob.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000" dirty="0"/>
              <a:t>If Alice and Bob have previously and recently used a secret key, either one can transmit to the other </a:t>
            </a:r>
            <a:r>
              <a:rPr lang="en-MY" sz="2000" b="1" dirty="0">
                <a:solidFill>
                  <a:srgbClr val="FF0000"/>
                </a:solidFill>
              </a:rPr>
              <a:t>a new secret key encrypted using the current key</a:t>
            </a:r>
            <a:r>
              <a:rPr lang="en-MY" sz="2000" dirty="0"/>
              <a:t>. 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000" dirty="0"/>
              <a:t>If Alice and Bob has an encrypted connection to a third party, then it can deliver a secret key on the encrypted links to both Alice and Bob.</a:t>
            </a:r>
          </a:p>
        </p:txBody>
      </p:sp>
    </p:spTree>
    <p:extLst>
      <p:ext uri="{BB962C8B-B14F-4D97-AF65-F5344CB8AC3E}">
        <p14:creationId xmlns:p14="http://schemas.microsoft.com/office/powerpoint/2010/main" val="3669775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b="1" dirty="0">
                <a:solidFill>
                  <a:srgbClr val="00B050"/>
                </a:solidFill>
              </a:rPr>
              <a:t>Symmetric-Key</a:t>
            </a:r>
            <a:r>
              <a:rPr lang="en-MY" sz="4000" b="1" dirty="0"/>
              <a:t> Distribution –</a:t>
            </a:r>
            <a:br>
              <a:rPr lang="en-MY" sz="4000" b="1" dirty="0"/>
            </a:br>
            <a:r>
              <a:rPr lang="en-MY" sz="4000" b="1" dirty="0">
                <a:solidFill>
                  <a:srgbClr val="0070C0"/>
                </a:solidFill>
              </a:rPr>
              <a:t>Key-Distribution Center (KDC)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One practical solution is the use of Trusted Third Party (TTP), referred to as Key-Distribution Center (KDC).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Each user establishes a shared secret key with the KDC to </a:t>
            </a:r>
            <a:r>
              <a:rPr lang="en-MY" sz="2000" b="1" dirty="0">
                <a:solidFill>
                  <a:srgbClr val="FF0000"/>
                </a:solidFill>
              </a:rPr>
              <a:t>reduce the number of keys needed</a:t>
            </a:r>
            <a:r>
              <a:rPr lang="en-MY" sz="2000" dirty="0"/>
              <a:t>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For example, if Alice wants to send secret message to Bob, she will first send a request a session secret key from KDC for her and Bob. KDC relays such request to Bob and if Bob agrees, a </a:t>
            </a:r>
            <a:r>
              <a:rPr lang="en-MY" sz="2000" b="1" dirty="0">
                <a:solidFill>
                  <a:srgbClr val="0000FF"/>
                </a:solidFill>
              </a:rPr>
              <a:t>session key </a:t>
            </a:r>
            <a:r>
              <a:rPr lang="en-MY" sz="2000" dirty="0"/>
              <a:t>is created for their secure communication. Such session key between Alice and Bob with KDC is used for authentication purpose too. (We will learn more about the </a:t>
            </a:r>
            <a:r>
              <a:rPr lang="en-MY" sz="2000" b="1" dirty="0">
                <a:solidFill>
                  <a:srgbClr val="0000FF"/>
                </a:solidFill>
              </a:rPr>
              <a:t>session key </a:t>
            </a:r>
            <a:r>
              <a:rPr lang="en-MY" sz="2000" dirty="0"/>
              <a:t>in the later slides.)</a:t>
            </a:r>
          </a:p>
        </p:txBody>
      </p:sp>
    </p:spTree>
    <p:extLst>
      <p:ext uri="{BB962C8B-B14F-4D97-AF65-F5344CB8AC3E}">
        <p14:creationId xmlns:p14="http://schemas.microsoft.com/office/powerpoint/2010/main" val="1156106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00B050"/>
                </a:solidFill>
              </a:rPr>
              <a:t>Symmetric-Key</a:t>
            </a:r>
            <a:r>
              <a:rPr lang="en-MY" sz="4000" b="1" dirty="0"/>
              <a:t> Distribution –</a:t>
            </a:r>
            <a:br>
              <a:rPr lang="en-MY" sz="4000" b="1" dirty="0"/>
            </a:br>
            <a:r>
              <a:rPr lang="en-MY" sz="4000" b="1" dirty="0">
                <a:solidFill>
                  <a:srgbClr val="0070C0"/>
                </a:solidFill>
              </a:rPr>
              <a:t>Key-Distribution Center (KDC)</a:t>
            </a:r>
            <a:endParaRPr lang="en-MY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DFC624-B9A3-84B3-2C76-373407207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069" y="2133400"/>
            <a:ext cx="8549861" cy="417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281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b="1" dirty="0">
                <a:solidFill>
                  <a:srgbClr val="00B050"/>
                </a:solidFill>
              </a:rPr>
              <a:t>Symmetric-Key</a:t>
            </a:r>
            <a:r>
              <a:rPr lang="en-MY" sz="4000" b="1" dirty="0"/>
              <a:t> Distribution –</a:t>
            </a:r>
            <a:br>
              <a:rPr lang="en-MY" sz="4000" b="1" dirty="0"/>
            </a:br>
            <a:r>
              <a:rPr lang="en-MY" sz="4000" b="1" dirty="0">
                <a:solidFill>
                  <a:srgbClr val="0070C0"/>
                </a:solidFill>
              </a:rPr>
              <a:t>Flat Multiple KDCs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When the number of users using a KDC increases, the system can become unmanageable and reach a bottleneck.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To resolve this, a multiple KDCs can be established, and world can be divided into a few domains. Each domain can have one or more KDCs for redundancy in case of potential failure.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One example of such multiple KDCs is the </a:t>
            </a:r>
            <a:r>
              <a:rPr lang="en-MY" sz="2000" b="1" dirty="0">
                <a:solidFill>
                  <a:srgbClr val="FF0000"/>
                </a:solidFill>
              </a:rPr>
              <a:t>Flat Multiple KDCs</a:t>
            </a:r>
            <a:r>
              <a:rPr lang="en-MY" sz="2000" dirty="0"/>
              <a:t>, in which key-distribution is made possible for </a:t>
            </a:r>
            <a:r>
              <a:rPr lang="en-MY" sz="2000" b="1" dirty="0">
                <a:solidFill>
                  <a:srgbClr val="0000FF"/>
                </a:solidFill>
              </a:rPr>
              <a:t>users in different domains</a:t>
            </a:r>
            <a:r>
              <a:rPr lang="en-MY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0616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b="1" dirty="0">
                <a:solidFill>
                  <a:srgbClr val="00B050"/>
                </a:solidFill>
              </a:rPr>
              <a:t>Symmetric-Key</a:t>
            </a:r>
            <a:r>
              <a:rPr lang="en-MY" sz="4000" b="1" dirty="0"/>
              <a:t> Distribution –</a:t>
            </a:r>
            <a:br>
              <a:rPr lang="en-MY" sz="4000" b="1" dirty="0"/>
            </a:br>
            <a:r>
              <a:rPr lang="en-MY" sz="4000" b="1" dirty="0">
                <a:solidFill>
                  <a:srgbClr val="0070C0"/>
                </a:solidFill>
              </a:rPr>
              <a:t>Flat Multiple KDCs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75CA05-DE62-B1DA-6283-69F16D610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18" y="2451455"/>
            <a:ext cx="9933563" cy="293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471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b="1" dirty="0">
                <a:solidFill>
                  <a:srgbClr val="00B050"/>
                </a:solidFill>
              </a:rPr>
              <a:t>Symmetric-Key</a:t>
            </a:r>
            <a:r>
              <a:rPr lang="en-MY" sz="4000" b="1" dirty="0"/>
              <a:t> Distribution –</a:t>
            </a:r>
            <a:br>
              <a:rPr lang="en-MY" sz="4000" b="1" dirty="0"/>
            </a:br>
            <a:r>
              <a:rPr lang="en-MY" sz="4000" b="1" dirty="0">
                <a:solidFill>
                  <a:srgbClr val="0070C0"/>
                </a:solidFill>
              </a:rPr>
              <a:t>Hierarchical Multiple KDCs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The concept of Flat Multiple KDCs can be extended to a hierarchical system of KDCs, with one or more KDCs on top of the hierarchy. For instance, local KDCs, national KDCs, and international KDCs.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The request is made in such a way that it relays level by level until it reaches the desired destination. </a:t>
            </a:r>
          </a:p>
        </p:txBody>
      </p:sp>
    </p:spTree>
    <p:extLst>
      <p:ext uri="{BB962C8B-B14F-4D97-AF65-F5344CB8AC3E}">
        <p14:creationId xmlns:p14="http://schemas.microsoft.com/office/powerpoint/2010/main" val="2412851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FEF62C-8EE4-C657-F7B0-98BA247BE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369" y="627628"/>
            <a:ext cx="8901261" cy="560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656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51092"/>
            <a:ext cx="10058400" cy="1450757"/>
          </a:xfrm>
        </p:spPr>
        <p:txBody>
          <a:bodyPr>
            <a:normAutofit/>
          </a:bodyPr>
          <a:lstStyle/>
          <a:p>
            <a:r>
              <a:rPr lang="en-MY" sz="4000" b="1" dirty="0">
                <a:solidFill>
                  <a:srgbClr val="00B050"/>
                </a:solidFill>
              </a:rPr>
              <a:t>Symmetric-Key</a:t>
            </a:r>
            <a:r>
              <a:rPr lang="en-MY" sz="4000" b="1" dirty="0"/>
              <a:t> Distribution – </a:t>
            </a:r>
            <a:r>
              <a:rPr lang="en-MY" sz="4000" b="1" dirty="0">
                <a:solidFill>
                  <a:srgbClr val="0070C0"/>
                </a:solidFill>
              </a:rPr>
              <a:t>Session Keys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When KDC creates a secret key for each user, the </a:t>
            </a:r>
            <a:r>
              <a:rPr lang="en-MY" sz="2000" b="1" dirty="0">
                <a:solidFill>
                  <a:srgbClr val="FF0000"/>
                </a:solidFill>
              </a:rPr>
              <a:t>key is used between KDC and users</a:t>
            </a:r>
            <a:r>
              <a:rPr lang="en-MY" sz="2000" dirty="0"/>
              <a:t>, </a:t>
            </a:r>
            <a:r>
              <a:rPr lang="en-MY" sz="2000" b="1" dirty="0">
                <a:solidFill>
                  <a:srgbClr val="0070C0"/>
                </a:solidFill>
              </a:rPr>
              <a:t>NOT between users themselves</a:t>
            </a:r>
            <a:r>
              <a:rPr lang="en-MY" sz="2000" dirty="0"/>
              <a:t>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For users to establish their shared secret key, KDC creates a </a:t>
            </a:r>
            <a:r>
              <a:rPr lang="en-MY" sz="2000" b="1" dirty="0">
                <a:solidFill>
                  <a:srgbClr val="00B050"/>
                </a:solidFill>
              </a:rPr>
              <a:t>session key </a:t>
            </a:r>
            <a:r>
              <a:rPr lang="en-MY" sz="2000" dirty="0"/>
              <a:t>for such a purpose upon request. This </a:t>
            </a:r>
            <a:r>
              <a:rPr lang="en-MY" sz="2000" b="1" dirty="0"/>
              <a:t>session can be used only once, </a:t>
            </a:r>
            <a:r>
              <a:rPr lang="en-MY" sz="2000" dirty="0"/>
              <a:t>and </a:t>
            </a:r>
            <a:r>
              <a:rPr lang="en-MY" sz="2000" b="1" dirty="0">
                <a:solidFill>
                  <a:srgbClr val="C00000"/>
                </a:solidFill>
              </a:rPr>
              <a:t>it becomes useless when the communication is terminated</a:t>
            </a:r>
            <a:r>
              <a:rPr lang="en-MY" sz="2000" dirty="0"/>
              <a:t>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There are several approaches in which session keys can be established.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000" b="1" dirty="0">
                <a:solidFill>
                  <a:srgbClr val="0000FF"/>
                </a:solidFill>
              </a:rPr>
              <a:t>Simple (Basic) Protocol using a KDC</a:t>
            </a:r>
            <a:r>
              <a:rPr lang="en-MY" sz="2000" dirty="0"/>
              <a:t>. (</a:t>
            </a:r>
            <a:r>
              <a:rPr lang="en-MY" sz="2000" b="1" dirty="0"/>
              <a:t>We only focus on this in this course</a:t>
            </a:r>
            <a:r>
              <a:rPr lang="en-MY" sz="2000" dirty="0"/>
              <a:t>)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000" dirty="0"/>
              <a:t>Needham-Schroeder Protocol.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000" dirty="0"/>
              <a:t>Otway-Rees Protocol. </a:t>
            </a:r>
          </a:p>
        </p:txBody>
      </p:sp>
    </p:spTree>
    <p:extLst>
      <p:ext uri="{BB962C8B-B14F-4D97-AF65-F5344CB8AC3E}">
        <p14:creationId xmlns:p14="http://schemas.microsoft.com/office/powerpoint/2010/main" val="2331753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0070C0"/>
                </a:solidFill>
              </a:rPr>
              <a:t>Session Keys </a:t>
            </a:r>
            <a:r>
              <a:rPr lang="en-MY" sz="4000" b="1" dirty="0">
                <a:solidFill>
                  <a:schemeClr val="tx1"/>
                </a:solidFill>
              </a:rPr>
              <a:t>via </a:t>
            </a:r>
            <a:r>
              <a:rPr lang="en-MY" sz="4000" b="1" dirty="0">
                <a:solidFill>
                  <a:srgbClr val="FF0000"/>
                </a:solidFill>
              </a:rPr>
              <a:t>Simple Protocol</a:t>
            </a:r>
            <a:endParaRPr lang="en-MY" sz="4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66A4E3-5E63-AC04-036F-1EDB21688F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108201"/>
                <a:ext cx="10058400" cy="4061780"/>
              </a:xfrm>
            </p:spPr>
            <p:txBody>
              <a:bodyPr>
                <a:normAutofit/>
              </a:bodyPr>
              <a:lstStyle/>
              <a:p>
                <a:pPr marL="544068" lvl="1" indent="-342900" algn="just">
                  <a:buFont typeface="+mj-lt"/>
                  <a:buAutoNum type="arabicPeriod"/>
                </a:pPr>
                <a:r>
                  <a:rPr lang="en-US" sz="2000" b="0" i="0" u="none" strike="noStrike" baseline="0" dirty="0"/>
                  <a:t>Alice sends a plaintext message to the KDC to obtain a symmetric session key between Bob and herself. The message contains her registered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u="none" strike="noStrike" baseline="0" smtClean="0">
                            <a:latin typeface="Cambria Math" panose="02040503050406030204" pitchFamily="18" charset="0"/>
                          </a:rPr>
                          <m:t>𝐼𝐷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MY" sz="2000" b="0" i="0" u="none" strike="noStrike" baseline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sz="2000" b="0" i="0" u="none" strike="noStrike" baseline="0" dirty="0"/>
                  <a:t> and Bob’s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𝐼𝐷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000" b="0" i="0" u="none" strike="noStrike" baseline="0" dirty="0"/>
                  <a:t>. This message is not encrypted, and it is public.</a:t>
                </a:r>
              </a:p>
              <a:p>
                <a:pPr marL="544068" lvl="1" indent="-342900" algn="just">
                  <a:buFont typeface="+mj-lt"/>
                  <a:buAutoNum type="arabicPeriod"/>
                </a:pPr>
                <a:r>
                  <a:rPr lang="en-US" sz="2000" b="0" i="0" u="none" strike="noStrike" baseline="0" dirty="0"/>
                  <a:t>The KDC receives the message and creates </a:t>
                </a:r>
                <a:r>
                  <a:rPr lang="en-US" sz="2000" b="1" i="0" u="none" strike="noStrike" baseline="0" dirty="0">
                    <a:solidFill>
                      <a:srgbClr val="FF0000"/>
                    </a:solidFill>
                  </a:rPr>
                  <a:t>a ticket </a:t>
                </a:r>
                <a:r>
                  <a:rPr lang="en-US" sz="2000" b="0" i="0" u="none" strike="noStrike" baseline="0" dirty="0"/>
                  <a:t>encrypted using Bob’s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u="none" strike="noStrike" baseline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MY" sz="2000" b="0" i="0" u="none" strike="noStrike" baseline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000" b="0" i="0" u="none" strike="noStrike" baseline="0" dirty="0"/>
                  <a:t>. The ticket contains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i="1">
                                <a:latin typeface="Cambria Math" panose="02040503050406030204" pitchFamily="18" charset="0"/>
                              </a:rPr>
                              <m:t>𝐼𝐷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MY" sz="200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i="1">
                                <a:latin typeface="Cambria Math" panose="02040503050406030204" pitchFamily="18" charset="0"/>
                              </a:rPr>
                              <m:t>𝐼𝐷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MY" sz="20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b="0" i="0" u="none" strike="noStrike" baseline="0" dirty="0"/>
                  <a:t> and the session key</a:t>
                </a:r>
                <a:r>
                  <a:rPr lang="en-US" sz="2000" b="0" i="0" u="none" strike="noStrik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</m:sSub>
                  </m:oMath>
                </a14:m>
                <a:r>
                  <a:rPr lang="en-US" sz="2000" dirty="0"/>
                  <a:t>. The ticket with a copy of the session key is sent to Alice. Alice receives the message, decrypts it, and extracts the session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MY" sz="2000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</m:sSub>
                  </m:oMath>
                </a14:m>
                <a:r>
                  <a:rPr lang="en-US" sz="2000" b="0" i="0" u="none" strike="noStrike" baseline="0" dirty="0"/>
                  <a:t>. She cannot decrypt Bob’s ticket. </a:t>
                </a:r>
              </a:p>
              <a:p>
                <a:pPr marL="544068" lvl="1" indent="-342900" algn="just">
                  <a:buFont typeface="+mj-lt"/>
                  <a:buAutoNum type="arabicPeriod"/>
                </a:pPr>
                <a:r>
                  <a:rPr lang="en-US" sz="2000" b="0" i="0" u="none" strike="noStrike" baseline="0" dirty="0"/>
                  <a:t>Alice sends the ticket to Bob. Bob decrypts the ticket and knows that Alice needs to send messages to him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</m:sSub>
                  </m:oMath>
                </a14:m>
                <a:r>
                  <a:rPr lang="en-US" sz="2000" b="0" i="0" u="none" strike="noStrike" baseline="0" dirty="0"/>
                  <a:t> as the session key.</a:t>
                </a:r>
                <a:endParaRPr lang="en-MY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66A4E3-5E63-AC04-036F-1EDB21688F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108201"/>
                <a:ext cx="10058400" cy="4061780"/>
              </a:xfrm>
              <a:blipFill>
                <a:blip r:embed="rId2"/>
                <a:stretch>
                  <a:fillRect t="-300" r="-151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938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DC58955-7881-CAD9-83C4-0F704892E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579" y="525374"/>
            <a:ext cx="9708841" cy="580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985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0070C0"/>
                </a:solidFill>
              </a:rPr>
              <a:t>Session Keys </a:t>
            </a:r>
            <a:r>
              <a:rPr lang="en-MY" sz="4000" b="1" dirty="0">
                <a:solidFill>
                  <a:schemeClr val="tx1"/>
                </a:solidFill>
              </a:rPr>
              <a:t>via </a:t>
            </a:r>
            <a:r>
              <a:rPr lang="en-MY" sz="4000" b="1" dirty="0">
                <a:solidFill>
                  <a:srgbClr val="FF0000"/>
                </a:solidFill>
              </a:rPr>
              <a:t>Simple Protocol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b="1" i="0" u="none" strike="noStrike" baseline="0" dirty="0">
                <a:solidFill>
                  <a:srgbClr val="00B050"/>
                </a:solidFill>
              </a:rPr>
              <a:t>Notes</a:t>
            </a:r>
            <a:r>
              <a:rPr lang="en-US" sz="2000" b="0" i="0" u="none" strike="noStrike" baseline="0" dirty="0"/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b="0" i="0" u="none" strike="noStrike" baseline="0" dirty="0"/>
              <a:t>In Step 2, the message contains </a:t>
            </a:r>
            <a:r>
              <a:rPr lang="en-US" sz="2000" b="1" i="0" u="none" strike="noStrike" baseline="0" dirty="0">
                <a:solidFill>
                  <a:srgbClr val="0000FF"/>
                </a:solidFill>
              </a:rPr>
              <a:t>a double encryption</a:t>
            </a:r>
            <a:r>
              <a:rPr lang="en-US" sz="2000" b="0" i="0" u="none" strike="noStrike" baseline="0" dirty="0"/>
              <a:t>; the ticket is encrypted, and the entire message is also encrypted. In the second message, </a:t>
            </a:r>
            <a:r>
              <a:rPr lang="en-US" sz="2000" b="1" i="0" u="none" strike="noStrike" baseline="0" dirty="0">
                <a:solidFill>
                  <a:srgbClr val="C00000"/>
                </a:solidFill>
              </a:rPr>
              <a:t>Alice is authenticated to the KDC</a:t>
            </a:r>
            <a:r>
              <a:rPr lang="en-US" sz="2000" b="0" i="0" u="none" strike="noStrike" baseline="0" dirty="0"/>
              <a:t>, because only Alice can open the whole message using her secret key </a:t>
            </a:r>
            <a:r>
              <a:rPr lang="en-MY" sz="2000" b="0" i="0" u="none" strike="noStrike" baseline="0" dirty="0"/>
              <a:t>with KDC.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 dirty="0"/>
              <a:t>In Step 3, </a:t>
            </a:r>
            <a:r>
              <a:rPr lang="en-US" sz="2000" b="1" i="0" u="none" strike="noStrike" baseline="0" dirty="0">
                <a:solidFill>
                  <a:srgbClr val="C00000"/>
                </a:solidFill>
              </a:rPr>
              <a:t>Bob is authenticated to the KDC </a:t>
            </a:r>
            <a:r>
              <a:rPr lang="en-US" sz="2000" b="0" i="0" u="none" strike="noStrike" baseline="0" dirty="0"/>
              <a:t>as only Bob can open the ticket. Since Bob is authenticated to the KDC, </a:t>
            </a:r>
            <a:r>
              <a:rPr lang="en-US" sz="2000" b="1" i="0" u="none" strike="noStrike" baseline="0" dirty="0">
                <a:solidFill>
                  <a:srgbClr val="C00000"/>
                </a:solidFill>
              </a:rPr>
              <a:t>he is also authenticated to Alice</a:t>
            </a:r>
            <a:r>
              <a:rPr lang="en-US" sz="2000" b="0" i="0" u="none" strike="noStrike" baseline="0" dirty="0"/>
              <a:t>, who trusts the KDC. In the same way</a:t>
            </a:r>
            <a:r>
              <a:rPr lang="en-US" sz="2000" b="1" i="0" u="none" strike="noStrike" baseline="0" dirty="0">
                <a:solidFill>
                  <a:srgbClr val="0000FF"/>
                </a:solidFill>
              </a:rPr>
              <a:t>, Alice is also authenticated to Bob</a:t>
            </a:r>
            <a:r>
              <a:rPr lang="en-US" sz="2000" b="0" i="0" u="none" strike="noStrike" baseline="0" dirty="0"/>
              <a:t>, because Bob trusts the KDC and the KDC has sent Bob the ticket that includes the identity </a:t>
            </a:r>
            <a:r>
              <a:rPr lang="en-MY" sz="2000" b="0" i="0" u="none" strike="noStrike" baseline="0" dirty="0"/>
              <a:t>of Alice.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2500403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77684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MY" sz="5400" b="1" dirty="0">
                <a:solidFill>
                  <a:srgbClr val="C00000"/>
                </a:solidFill>
              </a:rPr>
              <a:t>KERBEROS</a:t>
            </a:r>
            <a:br>
              <a:rPr lang="en-MY" sz="5400" b="1" dirty="0">
                <a:solidFill>
                  <a:srgbClr val="C00000"/>
                </a:solidFill>
              </a:rPr>
            </a:br>
            <a:br>
              <a:rPr lang="en-MY" sz="5400" b="1" dirty="0">
                <a:solidFill>
                  <a:srgbClr val="00B050"/>
                </a:solidFill>
              </a:rPr>
            </a:br>
            <a:br>
              <a:rPr lang="en-MY" sz="5400" b="1" dirty="0">
                <a:solidFill>
                  <a:srgbClr val="00B050"/>
                </a:solidFill>
              </a:rPr>
            </a:br>
            <a:endParaRPr lang="en-MY" sz="5400" b="1" dirty="0"/>
          </a:p>
        </p:txBody>
      </p:sp>
    </p:spTree>
    <p:extLst>
      <p:ext uri="{BB962C8B-B14F-4D97-AF65-F5344CB8AC3E}">
        <p14:creationId xmlns:p14="http://schemas.microsoft.com/office/powerpoint/2010/main" val="367241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C00000"/>
                </a:solidFill>
              </a:rPr>
              <a:t>Kerberos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Kerberos is an </a:t>
            </a:r>
            <a:r>
              <a:rPr lang="en-MY" sz="2000" b="1" dirty="0">
                <a:solidFill>
                  <a:srgbClr val="0000FF"/>
                </a:solidFill>
              </a:rPr>
              <a:t>authentication protocol </a:t>
            </a:r>
            <a:r>
              <a:rPr lang="en-MY" sz="2000" dirty="0"/>
              <a:t>at the same time </a:t>
            </a:r>
            <a:r>
              <a:rPr lang="en-MY" sz="2000" b="1" dirty="0">
                <a:solidFill>
                  <a:srgbClr val="00B050"/>
                </a:solidFill>
              </a:rPr>
              <a:t>a KDC</a:t>
            </a:r>
            <a:r>
              <a:rPr lang="en-MY" sz="2000" dirty="0"/>
              <a:t>. It is popularly used in the Windows 2000.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It is originally designed at MIT and has gone through several versions.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In this course, we consider only the Version 4. </a:t>
            </a:r>
          </a:p>
        </p:txBody>
      </p:sp>
    </p:spTree>
    <p:extLst>
      <p:ext uri="{BB962C8B-B14F-4D97-AF65-F5344CB8AC3E}">
        <p14:creationId xmlns:p14="http://schemas.microsoft.com/office/powerpoint/2010/main" val="611430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92E3E76-8BF0-6598-0524-E46126DA8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07" y="286603"/>
            <a:ext cx="3852909" cy="1450757"/>
          </a:xfrm>
        </p:spPr>
        <p:txBody>
          <a:bodyPr>
            <a:normAutofit/>
          </a:bodyPr>
          <a:lstStyle/>
          <a:p>
            <a:r>
              <a:rPr lang="en-MY" sz="4000" b="1" dirty="0">
                <a:solidFill>
                  <a:srgbClr val="C00000"/>
                </a:solidFill>
              </a:rPr>
              <a:t>Kerberos</a:t>
            </a:r>
            <a:br>
              <a:rPr lang="en-MY" sz="4000" b="1" dirty="0">
                <a:solidFill>
                  <a:srgbClr val="C00000"/>
                </a:solidFill>
              </a:rPr>
            </a:br>
            <a:r>
              <a:rPr lang="en-MY" sz="4000" b="1" dirty="0">
                <a:solidFill>
                  <a:srgbClr val="00B050"/>
                </a:solidFill>
              </a:rPr>
              <a:t>(Overview)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8D75AC-C5F8-E1F7-9F70-4076431A0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07" y="2108201"/>
            <a:ext cx="4367813" cy="4061780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MY" sz="2000" dirty="0"/>
              <a:t>The Kerberos servers.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MY" sz="2000" b="1" dirty="0">
                <a:solidFill>
                  <a:srgbClr val="0000FF"/>
                </a:solidFill>
              </a:rPr>
              <a:t>AS</a:t>
            </a:r>
            <a:r>
              <a:rPr lang="en-MY" sz="2000" dirty="0"/>
              <a:t>: This is the KDC in Kerberos protocol.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MY" sz="2000" b="1" dirty="0">
                <a:solidFill>
                  <a:srgbClr val="0000FF"/>
                </a:solidFill>
              </a:rPr>
              <a:t>TGS</a:t>
            </a:r>
            <a:r>
              <a:rPr lang="en-MY" sz="2000" dirty="0"/>
              <a:t>: It issues a ticket for the real server (service provider).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MY" sz="2000" b="1" dirty="0">
                <a:solidFill>
                  <a:srgbClr val="0000FF"/>
                </a:solidFill>
              </a:rPr>
              <a:t>Real Server</a:t>
            </a:r>
            <a:r>
              <a:rPr lang="en-MY" sz="2000" dirty="0"/>
              <a:t>: The service provider for requested user.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15799C5-27F7-D8C8-0E67-14EA5BE65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857" y="286603"/>
            <a:ext cx="6951998" cy="59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59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5119D5F-D1BB-F365-3F51-A36B7FCC9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267" y="3567898"/>
            <a:ext cx="5735527" cy="27174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95E7DA-D7FA-9B76-9E94-2E6BFF139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757" y="196589"/>
            <a:ext cx="5735527" cy="4543533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0D71173-8E8A-1F66-9A9C-B2BFF85B0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853" y="339869"/>
            <a:ext cx="3852909" cy="1450757"/>
          </a:xfrm>
        </p:spPr>
        <p:txBody>
          <a:bodyPr>
            <a:normAutofit/>
          </a:bodyPr>
          <a:lstStyle/>
          <a:p>
            <a:r>
              <a:rPr lang="en-MY" sz="4000" b="1" dirty="0">
                <a:solidFill>
                  <a:srgbClr val="C00000"/>
                </a:solidFill>
              </a:rPr>
              <a:t>Kerberos</a:t>
            </a:r>
            <a:br>
              <a:rPr lang="en-MY" sz="4000" b="1" dirty="0">
                <a:solidFill>
                  <a:srgbClr val="C00000"/>
                </a:solidFill>
              </a:rPr>
            </a:br>
            <a:r>
              <a:rPr lang="en-MY" sz="4000" b="1" dirty="0">
                <a:solidFill>
                  <a:srgbClr val="00B050"/>
                </a:solidFill>
              </a:rPr>
              <a:t>(Example)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343B2D9-9119-8061-74C0-2F393A754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853" y="2134834"/>
            <a:ext cx="4802819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Can you explain verbally (or write in the algorithmic flow) on how the Kerberos works as authenticating server and KDC?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9BEA4B-47A2-8D5D-764E-665B24D3E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89" y="4406108"/>
            <a:ext cx="5986741" cy="1879282"/>
          </a:xfrm>
          <a:prstGeom prst="rect">
            <a:avLst/>
          </a:prstGeom>
          <a:ln w="1270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4263996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77684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MY" sz="4800" b="1" dirty="0">
                <a:solidFill>
                  <a:srgbClr val="00B050"/>
                </a:solidFill>
              </a:rPr>
              <a:t>SYMMETRIC-KEY</a:t>
            </a:r>
            <a:br>
              <a:rPr lang="en-MY" sz="4800" b="1" dirty="0"/>
            </a:br>
            <a:r>
              <a:rPr lang="en-MY" sz="4800" b="1" dirty="0">
                <a:solidFill>
                  <a:srgbClr val="0000FF"/>
                </a:solidFill>
              </a:rPr>
              <a:t>AGREEMENT</a:t>
            </a:r>
            <a:br>
              <a:rPr lang="en-MY" sz="4800" b="1" dirty="0"/>
            </a:br>
            <a:br>
              <a:rPr lang="en-MY" sz="4800" b="1" dirty="0"/>
            </a:br>
            <a:br>
              <a:rPr lang="en-MY" sz="4800" b="1" dirty="0"/>
            </a:br>
            <a:endParaRPr lang="en-MY" sz="4800" b="1" dirty="0"/>
          </a:p>
        </p:txBody>
      </p:sp>
    </p:spTree>
    <p:extLst>
      <p:ext uri="{BB962C8B-B14F-4D97-AF65-F5344CB8AC3E}">
        <p14:creationId xmlns:p14="http://schemas.microsoft.com/office/powerpoint/2010/main" val="2721409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0000FF"/>
                </a:solidFill>
              </a:rPr>
              <a:t>Symmetric-Key Agreement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It is possible for Alice and Bob to establish a session key </a:t>
            </a:r>
            <a:r>
              <a:rPr lang="en-MY" sz="2000" b="1" dirty="0">
                <a:solidFill>
                  <a:srgbClr val="00B050"/>
                </a:solidFill>
              </a:rPr>
              <a:t>without needing the help of a KDC</a:t>
            </a:r>
            <a:r>
              <a:rPr lang="en-MY" sz="2000" dirty="0"/>
              <a:t>. Such an establishment is referred to as </a:t>
            </a:r>
            <a:r>
              <a:rPr lang="en-MY" sz="2000" b="1" dirty="0">
                <a:solidFill>
                  <a:srgbClr val="FF0000"/>
                </a:solidFill>
              </a:rPr>
              <a:t>symmetric-key agreement</a:t>
            </a:r>
            <a:r>
              <a:rPr lang="en-MY" sz="2000" dirty="0"/>
              <a:t>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The most common method for such an objective is the </a:t>
            </a:r>
            <a:r>
              <a:rPr lang="en-MY" sz="2000" b="1" dirty="0">
                <a:solidFill>
                  <a:srgbClr val="0070C0"/>
                </a:solidFill>
              </a:rPr>
              <a:t>Diffie-Hellman Key Exchange</a:t>
            </a:r>
            <a:r>
              <a:rPr lang="en-MY" sz="2000" dirty="0"/>
              <a:t>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Since we have covered the DHKE completely in </a:t>
            </a:r>
            <a:r>
              <a:rPr lang="en-MY" sz="2000" b="1" dirty="0"/>
              <a:t>Chapter 9</a:t>
            </a:r>
            <a:r>
              <a:rPr lang="en-MY" sz="2000" dirty="0"/>
              <a:t>, you are advised to refer to the notes for another revision.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In the next slide, we outline the general framework once again. </a:t>
            </a:r>
          </a:p>
        </p:txBody>
      </p:sp>
    </p:spTree>
    <p:extLst>
      <p:ext uri="{BB962C8B-B14F-4D97-AF65-F5344CB8AC3E}">
        <p14:creationId xmlns:p14="http://schemas.microsoft.com/office/powerpoint/2010/main" val="1567518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77C7EA-DA15-5807-0E27-B31F73DDB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406" y="620674"/>
            <a:ext cx="9353187" cy="561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49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77684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MY" sz="4800" b="1" dirty="0">
                <a:solidFill>
                  <a:srgbClr val="7030A0"/>
                </a:solidFill>
              </a:rPr>
              <a:t>PUBLIC-KEY</a:t>
            </a:r>
            <a:br>
              <a:rPr lang="en-MY" sz="4800" b="1" dirty="0"/>
            </a:br>
            <a:r>
              <a:rPr lang="en-MY" sz="4800" b="1" dirty="0"/>
              <a:t>DISTRIBUTION</a:t>
            </a:r>
            <a:br>
              <a:rPr lang="en-MY" sz="4800" b="1" dirty="0"/>
            </a:br>
            <a:br>
              <a:rPr lang="en-MY" sz="4800" b="1" dirty="0"/>
            </a:br>
            <a:br>
              <a:rPr lang="en-MY" sz="4800" b="1" dirty="0"/>
            </a:br>
            <a:endParaRPr lang="en-MY" sz="4800" b="1" dirty="0"/>
          </a:p>
        </p:txBody>
      </p:sp>
    </p:spTree>
    <p:extLst>
      <p:ext uri="{BB962C8B-B14F-4D97-AF65-F5344CB8AC3E}">
        <p14:creationId xmlns:p14="http://schemas.microsoft.com/office/powerpoint/2010/main" val="481700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7030A0"/>
                </a:solidFill>
              </a:rPr>
              <a:t>Public-Key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In public-key cryptography, users do not have to share a symmetric key.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Since every user has his/her own pair of </a:t>
            </a:r>
            <a:r>
              <a:rPr lang="en-MY" sz="2000" b="1" dirty="0">
                <a:solidFill>
                  <a:srgbClr val="0000FF"/>
                </a:solidFill>
              </a:rPr>
              <a:t>public-private keys</a:t>
            </a:r>
            <a:r>
              <a:rPr lang="en-MY" sz="2000" dirty="0"/>
              <a:t>, message transmission can be executed immediately using the </a:t>
            </a:r>
            <a:r>
              <a:rPr lang="en-MY" sz="2000" b="1" dirty="0">
                <a:solidFill>
                  <a:srgbClr val="00B050"/>
                </a:solidFill>
              </a:rPr>
              <a:t>public keys</a:t>
            </a:r>
            <a:r>
              <a:rPr lang="en-MY" sz="2000" dirty="0"/>
              <a:t>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As </a:t>
            </a:r>
            <a:r>
              <a:rPr lang="en-MY" sz="2000" b="1" dirty="0">
                <a:solidFill>
                  <a:srgbClr val="FF0000"/>
                </a:solidFill>
              </a:rPr>
              <a:t>public keys </a:t>
            </a:r>
            <a:r>
              <a:rPr lang="en-MY" sz="2000" dirty="0"/>
              <a:t>are available to any users, </a:t>
            </a:r>
            <a:r>
              <a:rPr lang="en-MY" sz="2000" b="1" dirty="0">
                <a:solidFill>
                  <a:srgbClr val="FF0000"/>
                </a:solidFill>
              </a:rPr>
              <a:t>distributing the keys </a:t>
            </a:r>
            <a:r>
              <a:rPr lang="en-MY" sz="2000" dirty="0"/>
              <a:t>must be done accordingly for them to be useful. There are several ways that this can be done: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000" dirty="0"/>
              <a:t>Public Announcement.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000" dirty="0"/>
              <a:t>Trusted Center.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000" dirty="0"/>
              <a:t>Controlled Trusted Center.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000" dirty="0"/>
              <a:t>Certification Authority (CA).</a:t>
            </a:r>
          </a:p>
        </p:txBody>
      </p:sp>
    </p:spTree>
    <p:extLst>
      <p:ext uri="{BB962C8B-B14F-4D97-AF65-F5344CB8AC3E}">
        <p14:creationId xmlns:p14="http://schemas.microsoft.com/office/powerpoint/2010/main" val="1468701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7030A0"/>
                </a:solidFill>
              </a:rPr>
              <a:t>Public-Key Distribution </a:t>
            </a:r>
            <a:r>
              <a:rPr lang="en-MY" sz="4000" b="1" dirty="0">
                <a:solidFill>
                  <a:schemeClr val="tx1"/>
                </a:solidFill>
              </a:rPr>
              <a:t>–</a:t>
            </a:r>
            <a:r>
              <a:rPr lang="en-MY" sz="4000" b="1" dirty="0">
                <a:solidFill>
                  <a:srgbClr val="7030A0"/>
                </a:solidFill>
              </a:rPr>
              <a:t> </a:t>
            </a:r>
            <a:br>
              <a:rPr lang="en-MY" sz="4000" b="1" dirty="0">
                <a:solidFill>
                  <a:srgbClr val="7030A0"/>
                </a:solidFill>
              </a:rPr>
            </a:br>
            <a:r>
              <a:rPr lang="en-MY" sz="4000" b="1" dirty="0">
                <a:solidFill>
                  <a:srgbClr val="0000FF"/>
                </a:solidFill>
              </a:rPr>
              <a:t>Public Announcement</a:t>
            </a:r>
            <a:endParaRPr lang="en-MY" sz="4000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5534339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The naïve approach in which users publicly announcement their public keys on the website, or local newspapers (or any media that public can access easily).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The approach is </a:t>
            </a:r>
            <a:r>
              <a:rPr lang="en-MY" sz="2000" b="1" dirty="0">
                <a:solidFill>
                  <a:srgbClr val="FF0000"/>
                </a:solidFill>
              </a:rPr>
              <a:t>insecure</a:t>
            </a:r>
            <a:r>
              <a:rPr lang="en-MY" sz="2000" dirty="0"/>
              <a:t> since </a:t>
            </a:r>
            <a:r>
              <a:rPr lang="en-MY" sz="2000" b="1" dirty="0">
                <a:solidFill>
                  <a:srgbClr val="00B050"/>
                </a:solidFill>
              </a:rPr>
              <a:t>forgery</a:t>
            </a:r>
            <a:r>
              <a:rPr lang="en-MY" sz="2000" dirty="0"/>
              <a:t> is possible by an adversary.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9B88BB-1178-2532-6462-0B7086E45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975" y="2000728"/>
            <a:ext cx="461010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668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7030A0"/>
                </a:solidFill>
              </a:rPr>
              <a:t>Public-Key Distribution </a:t>
            </a:r>
            <a:r>
              <a:rPr lang="en-MY" sz="4000" b="1" dirty="0">
                <a:solidFill>
                  <a:schemeClr val="tx1"/>
                </a:solidFill>
              </a:rPr>
              <a:t>–</a:t>
            </a:r>
            <a:r>
              <a:rPr lang="en-MY" sz="4000" b="1" dirty="0">
                <a:solidFill>
                  <a:srgbClr val="7030A0"/>
                </a:solidFill>
              </a:rPr>
              <a:t> </a:t>
            </a:r>
            <a:br>
              <a:rPr lang="en-MY" sz="4000" b="1" dirty="0">
                <a:solidFill>
                  <a:srgbClr val="7030A0"/>
                </a:solidFill>
              </a:rPr>
            </a:br>
            <a:r>
              <a:rPr lang="en-MY" sz="4000" b="1" dirty="0">
                <a:solidFill>
                  <a:srgbClr val="0000FF"/>
                </a:solidFill>
              </a:rPr>
              <a:t>Trusted Center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6200165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A more secure approach where a trusted center retains a public directory of all the public keys and dynamically updates it regularly.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Users can submit their public key to the trusted center and keep their private securely with them.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Such approach will require the users to register themselves for identification purpose in the future.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4C69C2-82B1-F406-B6FB-510BC7DE0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155" y="476250"/>
            <a:ext cx="3990975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452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7030A0"/>
                </a:solidFill>
              </a:rPr>
              <a:t>Public-Key Distribution </a:t>
            </a:r>
            <a:r>
              <a:rPr lang="en-MY" sz="4000" b="1" dirty="0">
                <a:solidFill>
                  <a:schemeClr val="tx1"/>
                </a:solidFill>
              </a:rPr>
              <a:t>–</a:t>
            </a:r>
            <a:r>
              <a:rPr lang="en-MY" sz="4000" b="1" dirty="0">
                <a:solidFill>
                  <a:srgbClr val="7030A0"/>
                </a:solidFill>
              </a:rPr>
              <a:t> </a:t>
            </a:r>
            <a:br>
              <a:rPr lang="en-MY" sz="4000" b="1" dirty="0">
                <a:solidFill>
                  <a:srgbClr val="7030A0"/>
                </a:solidFill>
              </a:rPr>
            </a:br>
            <a:r>
              <a:rPr lang="en-MY" sz="4000" b="1" dirty="0">
                <a:solidFill>
                  <a:srgbClr val="0000FF"/>
                </a:solidFill>
              </a:rPr>
              <a:t>Controlled</a:t>
            </a:r>
            <a:r>
              <a:rPr lang="en-MY" sz="4000" b="1" dirty="0">
                <a:solidFill>
                  <a:srgbClr val="7030A0"/>
                </a:solidFill>
              </a:rPr>
              <a:t> </a:t>
            </a:r>
            <a:r>
              <a:rPr lang="en-MY" sz="4000" b="1" dirty="0">
                <a:solidFill>
                  <a:srgbClr val="0000FF"/>
                </a:solidFill>
              </a:rPr>
              <a:t>Trusted Center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3954114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A higher level of security compared to trusted center.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The public key announcements can include timestamp and signed by the authority to prevent interception and modification of the response.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ED2559-C329-3576-9538-25F242E43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601" y="1976554"/>
            <a:ext cx="6687845" cy="432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329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7030A0"/>
                </a:solidFill>
              </a:rPr>
              <a:t>Public-Key Distribution </a:t>
            </a:r>
            <a:r>
              <a:rPr lang="en-MY" sz="4000" b="1" dirty="0">
                <a:solidFill>
                  <a:schemeClr val="tx1"/>
                </a:solidFill>
              </a:rPr>
              <a:t>–</a:t>
            </a:r>
            <a:r>
              <a:rPr lang="en-MY" sz="4000" b="1" dirty="0">
                <a:solidFill>
                  <a:srgbClr val="7030A0"/>
                </a:solidFill>
              </a:rPr>
              <a:t> </a:t>
            </a:r>
            <a:r>
              <a:rPr lang="en-MY" sz="4000" b="1" dirty="0">
                <a:solidFill>
                  <a:srgbClr val="0000FF"/>
                </a:solidFill>
              </a:rPr>
              <a:t>Certification Authority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All previous approaches can result heavy load on the center if the number of public key requests is large.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An alternative solution is to create </a:t>
            </a:r>
            <a:r>
              <a:rPr lang="en-MY" sz="2000" b="1" dirty="0">
                <a:solidFill>
                  <a:srgbClr val="FF0000"/>
                </a:solidFill>
              </a:rPr>
              <a:t>public-key certificates</a:t>
            </a:r>
            <a:r>
              <a:rPr lang="en-MY" sz="2000" dirty="0"/>
              <a:t> which involves a </a:t>
            </a:r>
            <a:r>
              <a:rPr lang="en-MY" sz="2000" b="1" dirty="0">
                <a:solidFill>
                  <a:srgbClr val="C00000"/>
                </a:solidFill>
              </a:rPr>
              <a:t>certificate authority (CA)</a:t>
            </a:r>
            <a:r>
              <a:rPr lang="en-MY" sz="2000" dirty="0"/>
              <a:t> that </a:t>
            </a:r>
            <a:r>
              <a:rPr lang="en-MY" sz="2000" b="1" dirty="0">
                <a:solidFill>
                  <a:srgbClr val="00B050"/>
                </a:solidFill>
              </a:rPr>
              <a:t>binds a public key to the user and issues a certificate</a:t>
            </a:r>
            <a:r>
              <a:rPr lang="en-MY" sz="2000" dirty="0"/>
              <a:t>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This approach can prevent users’ public keys from being forged since </a:t>
            </a:r>
            <a:r>
              <a:rPr lang="en-MY" sz="2000" b="1" dirty="0">
                <a:solidFill>
                  <a:srgbClr val="0000FF"/>
                </a:solidFill>
              </a:rPr>
              <a:t>any submitted public keys for certification will be signed by CA using CA’s private key</a:t>
            </a:r>
            <a:r>
              <a:rPr lang="en-MY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5408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10DEAC-5696-F2CF-23E5-B20C50960B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8573" y="120701"/>
            <a:ext cx="8594853" cy="661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05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77684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MY" sz="4800" b="1" dirty="0">
                <a:solidFill>
                  <a:srgbClr val="7030A0"/>
                </a:solidFill>
              </a:rPr>
              <a:t>PUBLIC-KEY </a:t>
            </a:r>
            <a:r>
              <a:rPr lang="en-MY" sz="4800" b="1" dirty="0"/>
              <a:t>DISTRIBUTION</a:t>
            </a:r>
            <a:br>
              <a:rPr lang="en-MY" sz="4800" b="1" dirty="0"/>
            </a:br>
            <a:br>
              <a:rPr lang="en-MY" sz="4800" b="1" dirty="0"/>
            </a:br>
            <a:r>
              <a:rPr lang="en-MY" sz="4800" b="1" dirty="0">
                <a:solidFill>
                  <a:srgbClr val="FF0000"/>
                </a:solidFill>
              </a:rPr>
              <a:t>X.509  CERTIFICATION</a:t>
            </a:r>
            <a:br>
              <a:rPr lang="en-MY" sz="4800" b="1" dirty="0"/>
            </a:br>
            <a:br>
              <a:rPr lang="en-MY" sz="4800" b="1" dirty="0"/>
            </a:br>
            <a:endParaRPr lang="en-MY" sz="4800" b="1" dirty="0"/>
          </a:p>
        </p:txBody>
      </p:sp>
    </p:spTree>
    <p:extLst>
      <p:ext uri="{BB962C8B-B14F-4D97-AF65-F5344CB8AC3E}">
        <p14:creationId xmlns:p14="http://schemas.microsoft.com/office/powerpoint/2010/main" val="3527233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7030A0"/>
                </a:solidFill>
              </a:rPr>
              <a:t>Public-Key Distribution </a:t>
            </a:r>
            <a:r>
              <a:rPr lang="en-MY" sz="4000" b="1" dirty="0">
                <a:solidFill>
                  <a:schemeClr val="tx1"/>
                </a:solidFill>
              </a:rPr>
              <a:t>–</a:t>
            </a:r>
            <a:r>
              <a:rPr lang="en-MY" sz="4000" b="1" dirty="0">
                <a:solidFill>
                  <a:srgbClr val="7030A0"/>
                </a:solidFill>
              </a:rPr>
              <a:t> </a:t>
            </a:r>
            <a:r>
              <a:rPr lang="en-MY" sz="4000" b="1" dirty="0">
                <a:solidFill>
                  <a:srgbClr val="0000FF"/>
                </a:solidFill>
              </a:rPr>
              <a:t>X.509 Certification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Although the presence of CA resolves the public-key distribution issue, however it contains some unavoidable side effect, since different users may have different format in their certificate.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A standardization needs to be done to make the certificate universal. Hence, the </a:t>
            </a:r>
            <a:r>
              <a:rPr lang="en-MY" sz="2000" b="1" dirty="0">
                <a:solidFill>
                  <a:srgbClr val="FF0000"/>
                </a:solidFill>
              </a:rPr>
              <a:t>X.509 is designed </a:t>
            </a:r>
            <a:r>
              <a:rPr lang="en-MY" sz="2000" dirty="0"/>
              <a:t>by ITU to perform such task.</a:t>
            </a:r>
          </a:p>
        </p:txBody>
      </p:sp>
    </p:spTree>
    <p:extLst>
      <p:ext uri="{BB962C8B-B14F-4D97-AF65-F5344CB8AC3E}">
        <p14:creationId xmlns:p14="http://schemas.microsoft.com/office/powerpoint/2010/main" val="14638463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7030A0"/>
                </a:solidFill>
              </a:rPr>
              <a:t>Public-Key Distribution </a:t>
            </a:r>
            <a:r>
              <a:rPr lang="en-MY" sz="4000" b="1" dirty="0">
                <a:solidFill>
                  <a:schemeClr val="tx1"/>
                </a:solidFill>
              </a:rPr>
              <a:t>–</a:t>
            </a:r>
            <a:r>
              <a:rPr lang="en-MY" sz="4000" b="1" dirty="0">
                <a:solidFill>
                  <a:srgbClr val="7030A0"/>
                </a:solidFill>
              </a:rPr>
              <a:t> </a:t>
            </a:r>
            <a:br>
              <a:rPr lang="en-MY" sz="4000" b="1" dirty="0">
                <a:solidFill>
                  <a:srgbClr val="7030A0"/>
                </a:solidFill>
              </a:rPr>
            </a:br>
            <a:r>
              <a:rPr lang="en-MY" sz="4000" b="1" dirty="0">
                <a:solidFill>
                  <a:srgbClr val="0000FF"/>
                </a:solidFill>
              </a:rPr>
              <a:t>X.509 Certificate </a:t>
            </a:r>
            <a:r>
              <a:rPr lang="en-MY" sz="4000" b="1" dirty="0">
                <a:solidFill>
                  <a:srgbClr val="00B050"/>
                </a:solidFill>
              </a:rPr>
              <a:t>Format</a:t>
            </a:r>
            <a:endParaRPr lang="en-MY" sz="4000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57B7E0-C07C-D671-5E97-BF012F0D5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005" y="2014537"/>
            <a:ext cx="91249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941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7030A0"/>
                </a:solidFill>
              </a:rPr>
              <a:t>Public-Key Distribution </a:t>
            </a:r>
            <a:r>
              <a:rPr lang="en-MY" sz="4000" b="1" dirty="0">
                <a:solidFill>
                  <a:schemeClr val="tx1"/>
                </a:solidFill>
              </a:rPr>
              <a:t>–</a:t>
            </a:r>
            <a:r>
              <a:rPr lang="en-MY" sz="4000" b="1" dirty="0">
                <a:solidFill>
                  <a:srgbClr val="7030A0"/>
                </a:solidFill>
              </a:rPr>
              <a:t> </a:t>
            </a:r>
            <a:r>
              <a:rPr lang="en-MY" sz="4000" b="1" dirty="0">
                <a:solidFill>
                  <a:srgbClr val="0000FF"/>
                </a:solidFill>
              </a:rPr>
              <a:t>X.509 Certification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rgbClr val="FF0000"/>
                </a:solidFill>
              </a:rPr>
              <a:t>Certificate Renewal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altLang="en-US" sz="2000" dirty="0"/>
              <a:t>Each certificate has a period of validity. If there is no problem with the certificate, the CA issues a new certificate before the old one expires.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rgbClr val="00B050"/>
                </a:solidFill>
              </a:rPr>
              <a:t>Certificate Revocation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altLang="en-US" sz="2000" dirty="0"/>
              <a:t>In some cases, a certificate must be revoked before its expiration.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rgbClr val="0070C0"/>
                </a:solidFill>
              </a:rPr>
              <a:t>Delta Revocation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altLang="en-US" sz="2000" dirty="0"/>
              <a:t>To make revocation more efficient, the delta certificate revocation list (delta CRL) has been introduced. </a:t>
            </a:r>
          </a:p>
        </p:txBody>
      </p:sp>
    </p:spTree>
    <p:extLst>
      <p:ext uri="{BB962C8B-B14F-4D97-AF65-F5344CB8AC3E}">
        <p14:creationId xmlns:p14="http://schemas.microsoft.com/office/powerpoint/2010/main" val="15619584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7030A0"/>
                </a:solidFill>
              </a:rPr>
              <a:t>Public-Key Distribution </a:t>
            </a:r>
            <a:r>
              <a:rPr lang="en-MY" sz="4000" b="1" dirty="0">
                <a:solidFill>
                  <a:schemeClr val="tx1"/>
                </a:solidFill>
              </a:rPr>
              <a:t>–</a:t>
            </a:r>
            <a:r>
              <a:rPr lang="en-MY" sz="4000" b="1" dirty="0">
                <a:solidFill>
                  <a:srgbClr val="7030A0"/>
                </a:solidFill>
              </a:rPr>
              <a:t> </a:t>
            </a:r>
            <a:br>
              <a:rPr lang="en-MY" sz="4000" b="1" dirty="0">
                <a:solidFill>
                  <a:srgbClr val="7030A0"/>
                </a:solidFill>
              </a:rPr>
            </a:br>
            <a:r>
              <a:rPr lang="en-MY" sz="4000" b="1" dirty="0">
                <a:solidFill>
                  <a:srgbClr val="0000FF"/>
                </a:solidFill>
              </a:rPr>
              <a:t>X.509 Certificate </a:t>
            </a:r>
            <a:r>
              <a:rPr lang="en-MY" sz="4000" b="1" dirty="0">
                <a:solidFill>
                  <a:srgbClr val="FF0000"/>
                </a:solidFill>
              </a:rPr>
              <a:t>Revocation </a:t>
            </a:r>
            <a:r>
              <a:rPr lang="en-MY" sz="4000" b="1" dirty="0">
                <a:solidFill>
                  <a:srgbClr val="00B050"/>
                </a:solidFill>
              </a:rPr>
              <a:t>Format</a:t>
            </a:r>
            <a:endParaRPr lang="en-MY" sz="4000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D730D-986B-656E-FE9F-91998D838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655" y="2201755"/>
            <a:ext cx="862965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917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77684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MY" sz="4800" b="1" dirty="0">
                <a:solidFill>
                  <a:srgbClr val="0000FF"/>
                </a:solidFill>
              </a:rPr>
              <a:t>PUBLIC-KEY INFRASTRUCTURE </a:t>
            </a:r>
            <a:br>
              <a:rPr lang="en-MY" sz="4800" b="1" dirty="0">
                <a:solidFill>
                  <a:srgbClr val="7030A0"/>
                </a:solidFill>
              </a:rPr>
            </a:br>
            <a:r>
              <a:rPr lang="en-MY" sz="4800" b="1" dirty="0">
                <a:solidFill>
                  <a:srgbClr val="0000FF"/>
                </a:solidFill>
              </a:rPr>
              <a:t>(PKI)</a:t>
            </a:r>
            <a:br>
              <a:rPr lang="en-MY" sz="4800" b="1" dirty="0"/>
            </a:br>
            <a:br>
              <a:rPr lang="en-MY" sz="4800" b="1" dirty="0"/>
            </a:br>
            <a:br>
              <a:rPr lang="en-MY" sz="4800" b="1" dirty="0"/>
            </a:br>
            <a:endParaRPr lang="en-MY" sz="4800" b="1" dirty="0"/>
          </a:p>
        </p:txBody>
      </p:sp>
    </p:spTree>
    <p:extLst>
      <p:ext uri="{BB962C8B-B14F-4D97-AF65-F5344CB8AC3E}">
        <p14:creationId xmlns:p14="http://schemas.microsoft.com/office/powerpoint/2010/main" val="11735737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0000FF"/>
                </a:solidFill>
              </a:rPr>
              <a:t>Public-Key Infrastructure (PKI)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Public-Key Infrastructure (PKI) is a model for creating, distributing, and revoking certificates based on the X.509.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The Internet Engineering Task Force (IETF) has created the </a:t>
            </a:r>
            <a:r>
              <a:rPr lang="en-MY" sz="2000" b="1" dirty="0">
                <a:solidFill>
                  <a:srgbClr val="FF0000"/>
                </a:solidFill>
              </a:rPr>
              <a:t>PKI X.509 (PKIX)</a:t>
            </a:r>
            <a:r>
              <a:rPr lang="en-MY" sz="2000" dirty="0"/>
              <a:t>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000" dirty="0"/>
              <a:t>There are </a:t>
            </a:r>
            <a:r>
              <a:rPr lang="en-MY" sz="2000" b="1" dirty="0">
                <a:solidFill>
                  <a:srgbClr val="00B050"/>
                </a:solidFill>
              </a:rPr>
              <a:t>several duties </a:t>
            </a:r>
            <a:r>
              <a:rPr lang="en-MY" sz="2000" dirty="0"/>
              <a:t>have been defined for a PKI: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000" dirty="0"/>
              <a:t>Certificates’ issuing, renewal, and revocation.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000" dirty="0"/>
              <a:t>Keys’ storage and update.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000" dirty="0"/>
              <a:t>Providing services to other protocols.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000" dirty="0"/>
              <a:t>Providing access control.</a:t>
            </a:r>
          </a:p>
        </p:txBody>
      </p:sp>
    </p:spTree>
    <p:extLst>
      <p:ext uri="{BB962C8B-B14F-4D97-AF65-F5344CB8AC3E}">
        <p14:creationId xmlns:p14="http://schemas.microsoft.com/office/powerpoint/2010/main" val="644679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76C398-948B-1E55-C0DD-FED092E42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456" y="90487"/>
            <a:ext cx="7229475" cy="667702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B17575C-D1C5-8369-70A7-7BB42EAB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25" y="1964183"/>
            <a:ext cx="3048592" cy="2929631"/>
          </a:xfrm>
        </p:spPr>
        <p:txBody>
          <a:bodyPr>
            <a:normAutofit/>
          </a:bodyPr>
          <a:lstStyle/>
          <a:p>
            <a:r>
              <a:rPr lang="en-MY" sz="4000" b="1" dirty="0">
                <a:solidFill>
                  <a:srgbClr val="0000FF"/>
                </a:solidFill>
              </a:rPr>
              <a:t>Public-Key Infrastructure X.509 (PKIX) </a:t>
            </a:r>
            <a:r>
              <a:rPr lang="en-MY" sz="4000" b="1" dirty="0">
                <a:solidFill>
                  <a:srgbClr val="00B050"/>
                </a:solidFill>
              </a:rPr>
              <a:t>Architectural Model </a:t>
            </a:r>
          </a:p>
        </p:txBody>
      </p:sp>
    </p:spTree>
    <p:extLst>
      <p:ext uri="{BB962C8B-B14F-4D97-AF65-F5344CB8AC3E}">
        <p14:creationId xmlns:p14="http://schemas.microsoft.com/office/powerpoint/2010/main" val="20963498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400" b="1" dirty="0"/>
              <a:t>Main References for Chapter 14</a:t>
            </a:r>
            <a:endParaRPr lang="en-MY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4E3-5E63-AC04-036F-1EDB21688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61780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ko-KR" sz="2000" dirty="0" err="1">
                <a:ea typeface="Gulim" pitchFamily="34" charset="-127"/>
              </a:rPr>
              <a:t>Forouzan</a:t>
            </a:r>
            <a:r>
              <a:rPr lang="en-US" altLang="ko-KR" sz="2000" dirty="0">
                <a:ea typeface="Gulim" pitchFamily="34" charset="-127"/>
              </a:rPr>
              <a:t>, B.A. </a:t>
            </a:r>
            <a:r>
              <a:rPr lang="en-US" sz="2000" dirty="0"/>
              <a:t>“</a:t>
            </a:r>
            <a:r>
              <a:rPr lang="en-US" sz="2000" b="1" i="1" dirty="0"/>
              <a:t>Introduction to Cryptography and Network Security</a:t>
            </a:r>
            <a:r>
              <a:rPr lang="en-US" sz="2000" dirty="0"/>
              <a:t>”, Third Edition, McGraw-Hill, 2008.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Stallings, W. “</a:t>
            </a:r>
            <a:r>
              <a:rPr lang="en-US" sz="2000" b="1" i="1" dirty="0"/>
              <a:t>Cryptography and Network Security: Principles and Practices</a:t>
            </a:r>
            <a:r>
              <a:rPr lang="en-US" sz="2000" dirty="0"/>
              <a:t>”, Fifth Edition, Pearson Prentice Hall, 2011.</a:t>
            </a:r>
          </a:p>
          <a:p>
            <a:pPr marL="0" indent="0" algn="just">
              <a:buNone/>
            </a:pPr>
            <a:endParaRPr lang="en-MY" sz="2000" dirty="0"/>
          </a:p>
          <a:p>
            <a:pPr marL="0" indent="0">
              <a:buNone/>
            </a:pPr>
            <a:endParaRPr lang="en-MY" sz="2000" dirty="0"/>
          </a:p>
          <a:p>
            <a:pPr marL="0" indent="0" algn="just">
              <a:buNone/>
            </a:pPr>
            <a:endParaRPr lang="en-MY" sz="2000" dirty="0"/>
          </a:p>
          <a:p>
            <a:pPr algn="just"/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20255024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E76F-66EB-3D88-8E2D-2D323DCEE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5400" b="1" dirty="0"/>
              <a:t>Way Forward…</a:t>
            </a:r>
          </a:p>
        </p:txBody>
      </p:sp>
    </p:spTree>
    <p:extLst>
      <p:ext uri="{BB962C8B-B14F-4D97-AF65-F5344CB8AC3E}">
        <p14:creationId xmlns:p14="http://schemas.microsoft.com/office/powerpoint/2010/main" val="31190473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79FA4A9-68BC-21B7-A1A5-2268478E2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0000FF"/>
                </a:solidFill>
              </a:rPr>
              <a:t>Types</a:t>
            </a:r>
            <a:r>
              <a:rPr lang="en-MY" sz="4000" b="1" dirty="0"/>
              <a:t> Public-Key Cryptography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ECD5CC9-15B2-D083-421B-2ABAD128D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896" y="2099322"/>
            <a:ext cx="5223620" cy="3760891"/>
          </a:xfrm>
        </p:spPr>
        <p:txBody>
          <a:bodyPr>
            <a:normAutofit/>
          </a:bodyPr>
          <a:lstStyle/>
          <a:p>
            <a:pPr marL="658368" lvl="1" indent="-457200">
              <a:buFont typeface="+mj-lt"/>
              <a:buAutoNum type="arabicPeriod"/>
            </a:pPr>
            <a:r>
              <a:rPr lang="en-MY" sz="2400" dirty="0"/>
              <a:t>Encryption scheme</a:t>
            </a:r>
          </a:p>
          <a:p>
            <a:pPr marL="658368" lvl="1" indent="-457200">
              <a:buFont typeface="+mj-lt"/>
              <a:buAutoNum type="arabicPeriod"/>
            </a:pPr>
            <a:r>
              <a:rPr lang="en-MY" sz="2400" dirty="0"/>
              <a:t>Key exchange mechanism</a:t>
            </a:r>
          </a:p>
          <a:p>
            <a:pPr marL="658368" lvl="1" indent="-457200">
              <a:buFont typeface="+mj-lt"/>
              <a:buAutoNum type="arabicPeriod"/>
            </a:pPr>
            <a:r>
              <a:rPr lang="en-MY" sz="2400" dirty="0"/>
              <a:t>Key encapsulation mechanism</a:t>
            </a:r>
          </a:p>
          <a:p>
            <a:pPr marL="658368" lvl="1" indent="-457200">
              <a:buFont typeface="+mj-lt"/>
              <a:buAutoNum type="arabicPeriod"/>
            </a:pPr>
            <a:r>
              <a:rPr lang="en-MY" sz="2400" dirty="0"/>
              <a:t>Digital signature scheme</a:t>
            </a:r>
          </a:p>
          <a:p>
            <a:pPr marL="658368" lvl="1" indent="-457200">
              <a:buFont typeface="+mj-lt"/>
              <a:buAutoNum type="arabicPeriod"/>
            </a:pPr>
            <a:r>
              <a:rPr lang="en-MY" sz="2400" dirty="0"/>
              <a:t>Identification scheme</a:t>
            </a:r>
          </a:p>
          <a:p>
            <a:pPr marL="658368" lvl="1" indent="-457200">
              <a:buFont typeface="+mj-lt"/>
              <a:buAutoNum type="arabicPeriod"/>
            </a:pPr>
            <a:r>
              <a:rPr lang="en-MY" sz="2400" dirty="0"/>
              <a:t>Identity-Based (ID) cryptography</a:t>
            </a:r>
          </a:p>
          <a:p>
            <a:pPr marL="658368" lvl="1" indent="-457200">
              <a:buFont typeface="+mj-lt"/>
              <a:buAutoNum type="arabicPeriod"/>
            </a:pPr>
            <a:r>
              <a:rPr lang="en-MY" sz="2400" dirty="0"/>
              <a:t>Certificateless cryptography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4E6A5-FF40-6E3D-1F22-5044D860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E466C-D138-438D-8675-1C88FF1DAC16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5D78189-442D-9DAB-1006-9C739C2F7512}"/>
              </a:ext>
            </a:extLst>
          </p:cNvPr>
          <p:cNvSpPr txBox="1">
            <a:spLocks/>
          </p:cNvSpPr>
          <p:nvPr/>
        </p:nvSpPr>
        <p:spPr>
          <a:xfrm>
            <a:off x="6416484" y="2099322"/>
            <a:ext cx="522362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8368" lvl="1" indent="-457200">
              <a:buFont typeface="+mj-lt"/>
              <a:buAutoNum type="arabicPeriod" startAt="8"/>
            </a:pPr>
            <a:r>
              <a:rPr lang="en-MY" sz="2400" dirty="0"/>
              <a:t>Elliptic curve cryptography</a:t>
            </a:r>
          </a:p>
          <a:p>
            <a:pPr marL="658368" lvl="1" indent="-457200">
              <a:buFont typeface="+mj-lt"/>
              <a:buAutoNum type="arabicPeriod" startAt="8"/>
            </a:pPr>
            <a:r>
              <a:rPr lang="en-MY" sz="2400" dirty="0" err="1"/>
              <a:t>Signcryption</a:t>
            </a:r>
            <a:r>
              <a:rPr lang="en-MY" sz="2400" dirty="0"/>
              <a:t> scheme</a:t>
            </a:r>
          </a:p>
          <a:p>
            <a:pPr marL="658368" lvl="1" indent="-457200">
              <a:buFont typeface="+mj-lt"/>
              <a:buAutoNum type="arabicPeriod" startAt="8"/>
            </a:pPr>
            <a:r>
              <a:rPr lang="en-MY" sz="2400" dirty="0"/>
              <a:t>Hybrid cryptography</a:t>
            </a:r>
          </a:p>
          <a:p>
            <a:pPr marL="658368" lvl="1" indent="-457200">
              <a:buFont typeface="+mj-lt"/>
              <a:buAutoNum type="arabicPeriod" startAt="8"/>
            </a:pPr>
            <a:r>
              <a:rPr lang="en-MY" sz="2400" dirty="0"/>
              <a:t>Pairing-Based cryptography</a:t>
            </a:r>
          </a:p>
          <a:p>
            <a:pPr marL="658368" lvl="1" indent="-457200">
              <a:buFont typeface="+mj-lt"/>
              <a:buAutoNum type="arabicPeriod" startAt="8"/>
            </a:pPr>
            <a:r>
              <a:rPr lang="en-MY" sz="2400" dirty="0"/>
              <a:t>Quantum cryptography</a:t>
            </a:r>
          </a:p>
          <a:p>
            <a:pPr marL="658368" lvl="1" indent="-457200">
              <a:buFont typeface="+mj-lt"/>
              <a:buAutoNum type="arabicPeriod" startAt="8"/>
            </a:pPr>
            <a:r>
              <a:rPr lang="en-MY" sz="2400" dirty="0"/>
              <a:t>Post-Quantum cryptography</a:t>
            </a:r>
          </a:p>
        </p:txBody>
      </p:sp>
    </p:spTree>
    <p:extLst>
      <p:ext uri="{BB962C8B-B14F-4D97-AF65-F5344CB8AC3E}">
        <p14:creationId xmlns:p14="http://schemas.microsoft.com/office/powerpoint/2010/main" val="17454667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79FA4A9-68BC-21B7-A1A5-2268478E2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675" y="2044840"/>
            <a:ext cx="8001000" cy="3886200"/>
          </a:xfrm>
        </p:spPr>
        <p:txBody>
          <a:bodyPr>
            <a:normAutofit/>
          </a:bodyPr>
          <a:lstStyle/>
          <a:p>
            <a:pPr algn="ctr"/>
            <a:r>
              <a:rPr lang="en-MY" sz="5400" b="1" dirty="0"/>
              <a:t>Quantum Computing</a:t>
            </a:r>
            <a:br>
              <a:rPr lang="en-MY" sz="5400" b="1" dirty="0"/>
            </a:br>
            <a:r>
              <a:rPr lang="en-MY" sz="5400" b="1" dirty="0"/>
              <a:t>Era</a:t>
            </a:r>
            <a:br>
              <a:rPr lang="en-MY" sz="5400" b="1" dirty="0"/>
            </a:br>
            <a:br>
              <a:rPr lang="en-MY" sz="5400" b="1" dirty="0"/>
            </a:br>
            <a:br>
              <a:rPr lang="en-MY" sz="5400" b="1" dirty="0"/>
            </a:br>
            <a:endParaRPr lang="en-MY" sz="54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4E6A5-FF40-6E3D-1F22-5044D860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E466C-D138-438D-8675-1C88FF1DAC1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198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9FAB5F-C108-04F3-2871-23F13E74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14" y="304358"/>
            <a:ext cx="3084103" cy="3015890"/>
          </a:xfrm>
        </p:spPr>
        <p:txBody>
          <a:bodyPr>
            <a:normAutofit/>
          </a:bodyPr>
          <a:lstStyle/>
          <a:p>
            <a:r>
              <a:rPr lang="en-MY" sz="4000" b="1" dirty="0">
                <a:solidFill>
                  <a:srgbClr val="FF0000"/>
                </a:solidFill>
              </a:rPr>
              <a:t>Quantum Cryptanalysis – </a:t>
            </a:r>
            <a:br>
              <a:rPr lang="en-MY" sz="4000" b="1" dirty="0">
                <a:solidFill>
                  <a:srgbClr val="FF0000"/>
                </a:solidFill>
              </a:rPr>
            </a:br>
            <a:r>
              <a:rPr lang="en-MY" sz="4000" b="1" dirty="0">
                <a:solidFill>
                  <a:srgbClr val="0070C0"/>
                </a:solidFill>
              </a:rPr>
              <a:t>Shor’s Algorithm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4E6A5-FF40-6E3D-1F22-5044D860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E466C-D138-438D-8675-1C88FF1DAC16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2303CD-424D-9E49-EBF9-C793BD0A1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182" y="46037"/>
            <a:ext cx="7539489" cy="60462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CC9884-8CDB-666D-E000-0E2BBB1C8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182" y="5679782"/>
            <a:ext cx="79533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8187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9FAB5F-C108-04F3-2871-23F13E74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07" y="242215"/>
            <a:ext cx="3188009" cy="3051401"/>
          </a:xfrm>
        </p:spPr>
        <p:txBody>
          <a:bodyPr>
            <a:normAutofit/>
          </a:bodyPr>
          <a:lstStyle/>
          <a:p>
            <a:r>
              <a:rPr lang="en-MY" sz="4000" b="1" dirty="0">
                <a:solidFill>
                  <a:srgbClr val="FF0000"/>
                </a:solidFill>
              </a:rPr>
              <a:t>Quantum Cryptanalysis – </a:t>
            </a:r>
            <a:br>
              <a:rPr lang="en-MY" sz="4000" b="1" dirty="0">
                <a:solidFill>
                  <a:srgbClr val="FF0000"/>
                </a:solidFill>
              </a:rPr>
            </a:br>
            <a:r>
              <a:rPr lang="en-MY" sz="4000" b="1" dirty="0">
                <a:solidFill>
                  <a:srgbClr val="0070C0"/>
                </a:solidFill>
              </a:rPr>
              <a:t>Grover’s Algorithm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4E6A5-FF40-6E3D-1F22-5044D860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E466C-D138-438D-8675-1C88FF1DAC16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A965C6-008E-56A6-0C1C-318857ED7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865" y="109050"/>
            <a:ext cx="8856528" cy="5258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C6EAB6-7C87-AE25-EC5B-B8A96A883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616" y="5367391"/>
            <a:ext cx="4200063" cy="139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829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79FA4A9-68BC-21B7-A1A5-2268478E2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418" y="544514"/>
            <a:ext cx="9943058" cy="3299517"/>
          </a:xfrm>
        </p:spPr>
        <p:txBody>
          <a:bodyPr>
            <a:normAutofit/>
          </a:bodyPr>
          <a:lstStyle/>
          <a:p>
            <a:pPr algn="ctr"/>
            <a:r>
              <a:rPr lang="en-MY" sz="5400" b="1" dirty="0"/>
              <a:t>Quantum Cryptography</a:t>
            </a:r>
            <a:br>
              <a:rPr lang="en-MY" sz="5400" b="1" dirty="0"/>
            </a:br>
            <a:br>
              <a:rPr lang="en-MY" sz="5400" b="1" dirty="0"/>
            </a:br>
            <a:br>
              <a:rPr lang="en-MY" sz="5400" b="1" dirty="0"/>
            </a:br>
            <a:endParaRPr lang="en-MY" sz="54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4E6A5-FF40-6E3D-1F22-5044D860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E466C-D138-438D-8675-1C88FF1DAC16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pic>
        <p:nvPicPr>
          <p:cNvPr id="1026" name="Picture 2" descr="Is 'racking and stacking' quantum computers in a data center a fantasy?  Yes, says AWS">
            <a:extLst>
              <a:ext uri="{FF2B5EF4-FFF2-40B4-BE49-F238E27FC236}">
                <a16:creationId xmlns:a16="http://schemas.microsoft.com/office/drawing/2014/main" id="{9BE37103-D77B-78CF-ACE6-F754660F9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346" y="1899820"/>
            <a:ext cx="8137308" cy="464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8179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9FAB5F-C108-04F3-2871-23F13E747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FF0000"/>
                </a:solidFill>
              </a:rPr>
              <a:t>Quantum Cryptography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36F0B-EAAC-1AB0-C3C7-F4531AECC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b="1" i="0" dirty="0">
                <a:solidFill>
                  <a:srgbClr val="0070C0"/>
                </a:solidFill>
                <a:effectLst/>
                <a:latin typeface="IBM Plex Sans" panose="020B0604020202020204" pitchFamily="34" charset="0"/>
              </a:rPr>
              <a:t>Quantum cryptography</a:t>
            </a:r>
            <a:r>
              <a:rPr lang="en-US" sz="2400" b="0" i="0" dirty="0">
                <a:solidFill>
                  <a:srgbClr val="161616"/>
                </a:solidFill>
                <a:effectLst/>
                <a:latin typeface="IBM Plex Sans" panose="020B0604020202020204" pitchFamily="34" charset="0"/>
              </a:rPr>
              <a:t> (also known as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IBM Plex Sans" panose="020B0604020202020204" pitchFamily="34" charset="0"/>
              </a:rPr>
              <a:t>quantum encryption</a:t>
            </a:r>
            <a:r>
              <a:rPr lang="en-US" sz="2400" b="0" i="0" dirty="0">
                <a:solidFill>
                  <a:srgbClr val="161616"/>
                </a:solidFill>
                <a:effectLst/>
                <a:latin typeface="IBM Plex Sans" panose="020B0604020202020204" pitchFamily="34" charset="0"/>
              </a:rPr>
              <a:t>) refers to various cybersecurity methods for encrypting and transmitting secure data based on the naturally occurring and immutable laws of quantum mechanics </a:t>
            </a:r>
            <a:r>
              <a:rPr lang="en-US" sz="2400" b="0" i="0">
                <a:solidFill>
                  <a:srgbClr val="161616"/>
                </a:solidFill>
                <a:effectLst/>
                <a:latin typeface="IBM Plex Sans" panose="020B0604020202020204" pitchFamily="34" charset="0"/>
              </a:rPr>
              <a:t>(physics).</a:t>
            </a:r>
            <a:endParaRPr lang="en-US" sz="2400" b="0" i="0" dirty="0">
              <a:solidFill>
                <a:srgbClr val="161616"/>
              </a:solidFill>
              <a:effectLst/>
              <a:latin typeface="IBM Plex Sans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161616"/>
                </a:solidFill>
                <a:latin typeface="IBM Plex Sans" panose="020B0604020202020204" pitchFamily="34" charset="0"/>
              </a:rPr>
              <a:t>One of the famous quantum cryptography is the </a:t>
            </a:r>
            <a:r>
              <a:rPr lang="en-US" sz="2400" b="1" dirty="0">
                <a:solidFill>
                  <a:srgbClr val="00B050"/>
                </a:solidFill>
                <a:latin typeface="IBM Plex Sans" panose="020B0604020202020204" pitchFamily="34" charset="0"/>
              </a:rPr>
              <a:t>Quantum Key Distribution (QKD) – </a:t>
            </a:r>
            <a:r>
              <a:rPr lang="en-US" sz="2400" b="1" dirty="0">
                <a:solidFill>
                  <a:srgbClr val="0000FF"/>
                </a:solidFill>
                <a:latin typeface="IBM Plex Sans" panose="020B0604020202020204" pitchFamily="34" charset="0"/>
              </a:rPr>
              <a:t>Bennett and Brassard scheme (BB84)</a:t>
            </a:r>
            <a:r>
              <a:rPr lang="en-US" sz="2400" dirty="0">
                <a:solidFill>
                  <a:schemeClr val="tx1"/>
                </a:solidFill>
                <a:latin typeface="IBM Plex Sans" panose="020B0604020202020204" pitchFamily="34" charset="0"/>
              </a:rPr>
              <a:t>.</a:t>
            </a:r>
            <a:endParaRPr lang="en-MY" sz="2000" b="1" dirty="0">
              <a:solidFill>
                <a:srgbClr val="0000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4E6A5-FF40-6E3D-1F22-5044D860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E466C-D138-438D-8675-1C88FF1DAC16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087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4E6A5-FF40-6E3D-1F22-5044D860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E466C-D138-438D-8675-1C88FF1DAC16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pic>
        <p:nvPicPr>
          <p:cNvPr id="1026" name="Picture 2" descr="2. BB84 protocol basic scheme. | Download Scientific Diagram">
            <a:extLst>
              <a:ext uri="{FF2B5EF4-FFF2-40B4-BE49-F238E27FC236}">
                <a16:creationId xmlns:a16="http://schemas.microsoft.com/office/drawing/2014/main" id="{2C371865-67E1-B216-2DFA-6AC3B9499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24" y="267468"/>
            <a:ext cx="10395751" cy="6323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8144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79FA4A9-68BC-21B7-A1A5-2268478E2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675" y="2044840"/>
            <a:ext cx="8001000" cy="3886200"/>
          </a:xfrm>
        </p:spPr>
        <p:txBody>
          <a:bodyPr>
            <a:normAutofit/>
          </a:bodyPr>
          <a:lstStyle/>
          <a:p>
            <a:pPr algn="ctr"/>
            <a:r>
              <a:rPr lang="en-MY" sz="5400" b="1" dirty="0"/>
              <a:t>Post-Quantum Cryptography</a:t>
            </a:r>
            <a:br>
              <a:rPr lang="en-MY" sz="5400" b="1" dirty="0"/>
            </a:br>
            <a:br>
              <a:rPr lang="en-MY" sz="5400" b="1" dirty="0"/>
            </a:br>
            <a:br>
              <a:rPr lang="en-MY" sz="5400" b="1" dirty="0"/>
            </a:br>
            <a:endParaRPr lang="en-MY" sz="54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4E6A5-FF40-6E3D-1F22-5044D860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E466C-D138-438D-8675-1C88FF1DAC16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26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9FAB5F-C108-04F3-2871-23F13E747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FF0000"/>
                </a:solidFill>
              </a:rPr>
              <a:t>Post-Quantum Cryptography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36F0B-EAAC-1AB0-C3C7-F4531AECC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1B1B1B"/>
                </a:solidFill>
                <a:latin typeface="Source Sans Pro" panose="020B0503030403020204" pitchFamily="34" charset="0"/>
              </a:rPr>
              <a:t>C</a:t>
            </a:r>
            <a:r>
              <a:rPr lang="en-US" sz="2400" b="0" i="0" dirty="0">
                <a:solidFill>
                  <a:srgbClr val="1B1B1B"/>
                </a:solidFill>
                <a:effectLst/>
                <a:latin typeface="Source Sans Pro" panose="020B0503030403020204" pitchFamily="34" charset="0"/>
              </a:rPr>
              <a:t>ryptographic systems that are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Source Sans Pro" panose="020B0503030403020204" pitchFamily="34" charset="0"/>
              </a:rPr>
              <a:t>secure against both quantum and classical computers and</a:t>
            </a:r>
            <a:r>
              <a:rPr lang="en-US" sz="2400" b="0" i="0" dirty="0">
                <a:solidFill>
                  <a:srgbClr val="1B1B1B"/>
                </a:solidFill>
                <a:effectLst/>
                <a:latin typeface="Source Sans Pro" panose="020B0503030403020204" pitchFamily="34" charset="0"/>
              </a:rPr>
              <a:t> can interoperate with existing communications protocols and networks.</a:t>
            </a:r>
            <a:endParaRPr lang="en-MY" sz="2400" b="1" dirty="0">
              <a:solidFill>
                <a:srgbClr val="0000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4E6A5-FF40-6E3D-1F22-5044D860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E466C-D138-438D-8675-1C88FF1DAC16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393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9FAB5F-C108-04F3-2871-23F13E747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000" b="1" dirty="0">
                <a:solidFill>
                  <a:srgbClr val="FF0000"/>
                </a:solidFill>
              </a:rPr>
              <a:t>Post-Quantum Cryptography </a:t>
            </a:r>
            <a:br>
              <a:rPr lang="en-MY" sz="4000" b="1" dirty="0">
                <a:solidFill>
                  <a:srgbClr val="FF0000"/>
                </a:solidFill>
              </a:rPr>
            </a:br>
            <a:r>
              <a:rPr lang="en-MY" sz="4000" b="1" dirty="0">
                <a:solidFill>
                  <a:srgbClr val="0000FF"/>
                </a:solidFill>
              </a:rPr>
              <a:t>Candidates (Primitives)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36F0B-EAAC-1AB0-C3C7-F4531AECC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44068" lvl="1" indent="-342900">
              <a:buFont typeface="+mj-lt"/>
              <a:buAutoNum type="arabicPeriod"/>
            </a:pPr>
            <a:r>
              <a:rPr lang="en-MY" sz="2400" dirty="0"/>
              <a:t>Hash-based cryptography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MY" sz="2400" dirty="0"/>
              <a:t>Code-based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MY" sz="2400" dirty="0"/>
              <a:t>Lattice-based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MY" sz="2400" dirty="0"/>
              <a:t>Multivariate Quadratic Polynomial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MY" sz="2400" dirty="0"/>
              <a:t>Elliptic-curve Isogeny-based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4E6A5-FF40-6E3D-1F22-5044D860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E466C-D138-438D-8675-1C88FF1DAC16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086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9FAB5F-C108-04F3-2871-23F13E74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346888"/>
          </a:xfrm>
        </p:spPr>
        <p:txBody>
          <a:bodyPr>
            <a:normAutofit/>
          </a:bodyPr>
          <a:lstStyle/>
          <a:p>
            <a:r>
              <a:rPr lang="en-MY" sz="4000" b="1" dirty="0">
                <a:solidFill>
                  <a:srgbClr val="002060"/>
                </a:solidFill>
              </a:rPr>
              <a:t>Hash-based Cryptography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4E6A5-FF40-6E3D-1F22-5044D860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E466C-D138-438D-8675-1C88FF1DAC16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pic>
        <p:nvPicPr>
          <p:cNvPr id="7" name="Picture 2" descr="Chart hash based cryptography">
            <a:extLst>
              <a:ext uri="{FF2B5EF4-FFF2-40B4-BE49-F238E27FC236}">
                <a16:creationId xmlns:a16="http://schemas.microsoft.com/office/drawing/2014/main" id="{3672DDF5-9EF1-2EA5-A7DA-1C0946FD6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035" y="1966473"/>
            <a:ext cx="7181521" cy="40443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1728C5D-7EEF-96DE-70D3-EB8474199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99" y="2108201"/>
            <a:ext cx="4429958" cy="3760891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Ø"/>
            </a:pPr>
            <a:r>
              <a:rPr lang="en-MY" sz="2400" dirty="0"/>
              <a:t>The design of cryptography based on </a:t>
            </a:r>
            <a:r>
              <a:rPr lang="en-MY" sz="2400" b="1" dirty="0">
                <a:solidFill>
                  <a:srgbClr val="FF0000"/>
                </a:solidFill>
              </a:rPr>
              <a:t>hash function</a:t>
            </a:r>
            <a:r>
              <a:rPr lang="en-MY" sz="2400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400" dirty="0"/>
              <a:t>The underlying security lies on the difficulty of finding: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400" b="1" dirty="0">
                <a:solidFill>
                  <a:srgbClr val="FF0000"/>
                </a:solidFill>
              </a:rPr>
              <a:t>Collision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400" b="1" dirty="0">
                <a:solidFill>
                  <a:srgbClr val="0000FF"/>
                </a:solidFill>
              </a:rPr>
              <a:t>Pre-Image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400" b="1" dirty="0">
                <a:solidFill>
                  <a:srgbClr val="00B050"/>
                </a:solidFill>
              </a:rPr>
              <a:t>Second Pre-Image</a:t>
            </a:r>
          </a:p>
        </p:txBody>
      </p:sp>
    </p:spTree>
    <p:extLst>
      <p:ext uri="{BB962C8B-B14F-4D97-AF65-F5344CB8AC3E}">
        <p14:creationId xmlns:p14="http://schemas.microsoft.com/office/powerpoint/2010/main" val="27616660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9FAB5F-C108-04F3-2871-23F13E74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44543"/>
          </a:xfrm>
        </p:spPr>
        <p:txBody>
          <a:bodyPr>
            <a:normAutofit/>
          </a:bodyPr>
          <a:lstStyle/>
          <a:p>
            <a:r>
              <a:rPr lang="en-MY" sz="4000" b="1" dirty="0">
                <a:solidFill>
                  <a:srgbClr val="002060"/>
                </a:solidFill>
              </a:rPr>
              <a:t>Code-based Cryptography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4E6A5-FF40-6E3D-1F22-5044D860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E466C-D138-438D-8675-1C88FF1DAC16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CB9C1-83D9-C96F-7CB3-EE4696718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60891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Ø"/>
            </a:pPr>
            <a:r>
              <a:rPr lang="en-MY" sz="2400" dirty="0"/>
              <a:t>The design of cryptography based on the coding theory – </a:t>
            </a:r>
            <a:r>
              <a:rPr lang="en-MY" sz="2400" b="1" dirty="0">
                <a:solidFill>
                  <a:srgbClr val="FF0000"/>
                </a:solidFill>
              </a:rPr>
              <a:t>the error-correcting codes</a:t>
            </a:r>
            <a:r>
              <a:rPr lang="en-MY" sz="2400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400" dirty="0"/>
              <a:t>The Code-based Cryptography is closely related to </a:t>
            </a:r>
            <a:r>
              <a:rPr lang="en-MY" sz="2400" b="1" dirty="0">
                <a:solidFill>
                  <a:srgbClr val="00B050"/>
                </a:solidFill>
              </a:rPr>
              <a:t>lattices</a:t>
            </a:r>
            <a:r>
              <a:rPr lang="en-MY" sz="2400" dirty="0"/>
              <a:t> too.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400" dirty="0"/>
              <a:t>The famous code-based cryptographic scheme – The </a:t>
            </a:r>
            <a:r>
              <a:rPr lang="en-MY" sz="2400" dirty="0" err="1"/>
              <a:t>McEliece</a:t>
            </a:r>
            <a:r>
              <a:rPr lang="en-MY" sz="2400" dirty="0"/>
              <a:t> cryptosystem.</a:t>
            </a:r>
          </a:p>
        </p:txBody>
      </p:sp>
    </p:spTree>
    <p:extLst>
      <p:ext uri="{BB962C8B-B14F-4D97-AF65-F5344CB8AC3E}">
        <p14:creationId xmlns:p14="http://schemas.microsoft.com/office/powerpoint/2010/main" val="7699427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9FAB5F-C108-04F3-2871-23F13E74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03005"/>
          </a:xfrm>
        </p:spPr>
        <p:txBody>
          <a:bodyPr>
            <a:normAutofit/>
          </a:bodyPr>
          <a:lstStyle/>
          <a:p>
            <a:r>
              <a:rPr lang="en-MY" sz="4000" b="1" dirty="0">
                <a:solidFill>
                  <a:srgbClr val="002060"/>
                </a:solidFill>
              </a:rPr>
              <a:t>Lattice-based Cryptography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4E6A5-FF40-6E3D-1F22-5044D860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E466C-D138-438D-8675-1C88FF1DAC16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pic>
        <p:nvPicPr>
          <p:cNvPr id="4" name="Picture 2" descr="PDF] The Progression of Lattice-based Cryptography | Semantic Scholar">
            <a:extLst>
              <a:ext uri="{FF2B5EF4-FFF2-40B4-BE49-F238E27FC236}">
                <a16:creationId xmlns:a16="http://schemas.microsoft.com/office/drawing/2014/main" id="{2CB6B21A-8F28-7C9C-2BA3-839F47C85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70298"/>
            <a:ext cx="5753100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242C63F-468F-1217-6C62-B7A2C37FC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2108201"/>
            <a:ext cx="5516362" cy="3760891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Ø"/>
            </a:pPr>
            <a:r>
              <a:rPr lang="en-MY" sz="2400" dirty="0"/>
              <a:t>The design of cryptography based on </a:t>
            </a:r>
            <a:r>
              <a:rPr lang="en-MY" sz="2400" b="1" dirty="0">
                <a:solidFill>
                  <a:srgbClr val="FF0000"/>
                </a:solidFill>
              </a:rPr>
              <a:t>lattice</a:t>
            </a:r>
            <a:r>
              <a:rPr lang="en-MY" sz="2400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400" dirty="0"/>
              <a:t>The underlying security lies on the difficulty of solving: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400" b="1" dirty="0">
                <a:solidFill>
                  <a:srgbClr val="0000FF"/>
                </a:solidFill>
              </a:rPr>
              <a:t>Shortest Vector Problem (SVP)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400" b="1" dirty="0">
                <a:solidFill>
                  <a:srgbClr val="00B050"/>
                </a:solidFill>
              </a:rPr>
              <a:t>Closest Vector Problem (CVP)</a:t>
            </a:r>
          </a:p>
          <a:p>
            <a:pPr marL="658368" lvl="1" indent="-457200" algn="just">
              <a:buFont typeface="+mj-lt"/>
              <a:buAutoNum type="arabicPeriod"/>
            </a:pPr>
            <a:r>
              <a:rPr lang="en-MY" sz="2400" b="1" dirty="0">
                <a:solidFill>
                  <a:srgbClr val="7030A0"/>
                </a:solidFill>
              </a:rPr>
              <a:t>Learning with Errors (LWE)</a:t>
            </a:r>
          </a:p>
        </p:txBody>
      </p:sp>
    </p:spTree>
    <p:extLst>
      <p:ext uri="{BB962C8B-B14F-4D97-AF65-F5344CB8AC3E}">
        <p14:creationId xmlns:p14="http://schemas.microsoft.com/office/powerpoint/2010/main" val="1719503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9FAB5F-C108-04F3-2871-23F13E74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03005"/>
          </a:xfrm>
        </p:spPr>
        <p:txBody>
          <a:bodyPr>
            <a:normAutofit/>
          </a:bodyPr>
          <a:lstStyle/>
          <a:p>
            <a:r>
              <a:rPr lang="en-MY" sz="4000" b="1" dirty="0">
                <a:solidFill>
                  <a:srgbClr val="002060"/>
                </a:solidFill>
              </a:rPr>
              <a:t>Multivariate Cryptography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4E6A5-FF40-6E3D-1F22-5044D860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E466C-D138-438D-8675-1C88FF1DAC16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242C63F-468F-1217-6C62-B7A2C37FC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2108201"/>
            <a:ext cx="6794746" cy="3760891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Ø"/>
            </a:pPr>
            <a:r>
              <a:rPr lang="en-MY" sz="2400" dirty="0"/>
              <a:t>The design of cryptography based on </a:t>
            </a:r>
            <a:r>
              <a:rPr lang="en-MY" sz="2400" b="1" dirty="0">
                <a:solidFill>
                  <a:srgbClr val="FF0000"/>
                </a:solidFill>
              </a:rPr>
              <a:t>multivariate (quadratic) polynomial</a:t>
            </a:r>
            <a:r>
              <a:rPr lang="en-MY" sz="2400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400" dirty="0"/>
              <a:t>The underlying security lies on the difficulty of </a:t>
            </a:r>
            <a:r>
              <a:rPr lang="en-MY" sz="2400" b="1" dirty="0">
                <a:solidFill>
                  <a:srgbClr val="0070C0"/>
                </a:solidFill>
              </a:rPr>
              <a:t>solving multivariate quadratic polynomial over finite field</a:t>
            </a:r>
            <a:r>
              <a:rPr lang="en-MY" sz="2400" dirty="0"/>
              <a:t>.</a:t>
            </a:r>
            <a:endParaRPr lang="en-MY" sz="2400" b="1" dirty="0">
              <a:solidFill>
                <a:srgbClr val="00B050"/>
              </a:solidFill>
            </a:endParaRPr>
          </a:p>
        </p:txBody>
      </p:sp>
      <p:pic>
        <p:nvPicPr>
          <p:cNvPr id="7170" name="Picture 2" descr="Simple Matrix – A Multivariate Public Key Cryptosystem (MPKC) for  Encryption - ScienceDirect">
            <a:extLst>
              <a:ext uri="{FF2B5EF4-FFF2-40B4-BE49-F238E27FC236}">
                <a16:creationId xmlns:a16="http://schemas.microsoft.com/office/drawing/2014/main" id="{7F6FFB10-4D24-ECAE-FB25-D5001C2BF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891" y="2241366"/>
            <a:ext cx="3519696" cy="280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65655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9FAB5F-C108-04F3-2871-23F13E74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03005"/>
          </a:xfrm>
        </p:spPr>
        <p:txBody>
          <a:bodyPr>
            <a:normAutofit/>
          </a:bodyPr>
          <a:lstStyle/>
          <a:p>
            <a:r>
              <a:rPr lang="en-MY" sz="4000" b="1" dirty="0">
                <a:solidFill>
                  <a:srgbClr val="002060"/>
                </a:solidFill>
              </a:rPr>
              <a:t>Multivariate Cryptography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4E6A5-FF40-6E3D-1F22-5044D860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E466C-D138-438D-8675-1C88FF1DAC16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242C63F-468F-1217-6C62-B7A2C37FC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2108201"/>
            <a:ext cx="6208819" cy="3760891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Ø"/>
            </a:pPr>
            <a:r>
              <a:rPr lang="en-MY" sz="2400" dirty="0"/>
              <a:t>The youngest candidate in the PQC.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400" dirty="0"/>
              <a:t>The design of cryptography based on </a:t>
            </a:r>
            <a:r>
              <a:rPr lang="en-MY" sz="2400" b="1" dirty="0">
                <a:solidFill>
                  <a:srgbClr val="FF0000"/>
                </a:solidFill>
              </a:rPr>
              <a:t>elliptic curve cryptography</a:t>
            </a:r>
            <a:r>
              <a:rPr lang="en-MY" sz="2400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400" dirty="0"/>
              <a:t>The underlying security lies on the difficulty of </a:t>
            </a:r>
            <a:r>
              <a:rPr lang="en-MY" sz="2400" b="1" dirty="0">
                <a:solidFill>
                  <a:srgbClr val="0070C0"/>
                </a:solidFill>
              </a:rPr>
              <a:t>finding an isogeny star</a:t>
            </a:r>
            <a:r>
              <a:rPr lang="en-MY" sz="2400" dirty="0"/>
              <a:t>.</a:t>
            </a:r>
          </a:p>
          <a:p>
            <a:pPr marL="201168" lvl="1" indent="0" algn="just">
              <a:buNone/>
            </a:pPr>
            <a:endParaRPr lang="en-MY" sz="2400" b="1" dirty="0">
              <a:solidFill>
                <a:srgbClr val="00B050"/>
              </a:solidFill>
            </a:endParaRPr>
          </a:p>
        </p:txBody>
      </p:sp>
      <p:pic>
        <p:nvPicPr>
          <p:cNvPr id="7172" name="Picture 4" descr="Isogeny-Based Cryptography: A Promising Post-Quantum Technique | Semantic  Scholar">
            <a:extLst>
              <a:ext uri="{FF2B5EF4-FFF2-40B4-BE49-F238E27FC236}">
                <a16:creationId xmlns:a16="http://schemas.microsoft.com/office/drawing/2014/main" id="{79DA64F7-F459-40EC-18D2-8F3668D82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992" y="158358"/>
            <a:ext cx="5054353" cy="6541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6867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2C1A-541D-4C9A-EF26-01A47F6D5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776846"/>
          </a:xfrm>
        </p:spPr>
        <p:txBody>
          <a:bodyPr>
            <a:normAutofit/>
          </a:bodyPr>
          <a:lstStyle/>
          <a:p>
            <a:pPr algn="ctr"/>
            <a:br>
              <a:rPr lang="en-MY" sz="6000" b="1" dirty="0"/>
            </a:br>
            <a:r>
              <a:rPr lang="en-MY" sz="6000" b="1" dirty="0"/>
              <a:t>~ THE END </a:t>
            </a:r>
            <a:r>
              <a:rPr lang="en-MY" sz="6000" b="1" dirty="0">
                <a:sym typeface="Wingdings" panose="05000000000000000000" pitchFamily="2" charset="2"/>
              </a:rPr>
              <a:t> ~</a:t>
            </a:r>
            <a:br>
              <a:rPr lang="en-MY" sz="6000" b="1" dirty="0">
                <a:sym typeface="Wingdings" panose="05000000000000000000" pitchFamily="2" charset="2"/>
              </a:rPr>
            </a:br>
            <a:br>
              <a:rPr lang="en-MY" sz="6000" b="1" dirty="0">
                <a:sym typeface="Wingdings" panose="05000000000000000000" pitchFamily="2" charset="2"/>
              </a:rPr>
            </a:br>
            <a:br>
              <a:rPr lang="en-MY" sz="6000" b="1" dirty="0">
                <a:sym typeface="Wingdings" panose="05000000000000000000" pitchFamily="2" charset="2"/>
              </a:rPr>
            </a:br>
            <a:endParaRPr lang="en-MY" sz="6000" b="1" dirty="0"/>
          </a:p>
        </p:txBody>
      </p:sp>
    </p:spTree>
    <p:extLst>
      <p:ext uri="{BB962C8B-B14F-4D97-AF65-F5344CB8AC3E}">
        <p14:creationId xmlns:p14="http://schemas.microsoft.com/office/powerpoint/2010/main" val="28692737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Arial Nova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ov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A374375A648B43BE2F504427ACA368" ma:contentTypeVersion="15" ma:contentTypeDescription="Create a new document." ma:contentTypeScope="" ma:versionID="013dc5019cb378d6f3b4beb94fb7cf4e">
  <xsd:schema xmlns:xsd="http://www.w3.org/2001/XMLSchema" xmlns:xs="http://www.w3.org/2001/XMLSchema" xmlns:p="http://schemas.microsoft.com/office/2006/metadata/properties" xmlns:ns2="6da64911-38d9-4b77-b6d0-85c58d59eee7" xmlns:ns3="c14bfc95-5fc1-4e5f-aee2-c8976470c7fa" targetNamespace="http://schemas.microsoft.com/office/2006/metadata/properties" ma:root="true" ma:fieldsID="ea8c4da17c1bbcf1ebea871cf52d131d" ns2:_="" ns3:_="">
    <xsd:import namespace="6da64911-38d9-4b77-b6d0-85c58d59eee7"/>
    <xsd:import namespace="c14bfc95-5fc1-4e5f-aee2-c8976470c7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64911-38d9-4b77-b6d0-85c58d59eee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f6769d7-3c27-4ceb-9c12-0647dbcb441e}" ma:internalName="TaxCatchAll" ma:showField="CatchAllData" ma:web="6da64911-38d9-4b77-b6d0-85c58d59e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bfc95-5fc1-4e5f-aee2-c8976470c7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47f1639-9130-493c-b0f7-7f4b51b1a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4bfc95-5fc1-4e5f-aee2-c8976470c7fa">
      <Terms xmlns="http://schemas.microsoft.com/office/infopath/2007/PartnerControls"/>
    </lcf76f155ced4ddcb4097134ff3c332f>
    <TaxCatchAll xmlns="6da64911-38d9-4b77-b6d0-85c58d59eee7" xsi:nil="true"/>
  </documentManagement>
</p:properties>
</file>

<file path=customXml/itemProps1.xml><?xml version="1.0" encoding="utf-8"?>
<ds:datastoreItem xmlns:ds="http://schemas.openxmlformats.org/officeDocument/2006/customXml" ds:itemID="{863FFBA3-B458-4A5E-98E3-DF596EC190B6}"/>
</file>

<file path=customXml/itemProps2.xml><?xml version="1.0" encoding="utf-8"?>
<ds:datastoreItem xmlns:ds="http://schemas.openxmlformats.org/officeDocument/2006/customXml" ds:itemID="{DB674354-5853-4F12-BDCB-40F219BD2A72}"/>
</file>

<file path=customXml/itemProps3.xml><?xml version="1.0" encoding="utf-8"?>
<ds:datastoreItem xmlns:ds="http://schemas.openxmlformats.org/officeDocument/2006/customXml" ds:itemID="{3F45BE01-B586-4600-899D-DD0BDD39E9F4}"/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2109</Words>
  <Application>Microsoft Office PowerPoint</Application>
  <PresentationFormat>Widescreen</PresentationFormat>
  <Paragraphs>192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Gulim</vt:lpstr>
      <vt:lpstr>Arial Nova</vt:lpstr>
      <vt:lpstr>Arial Nova Light</vt:lpstr>
      <vt:lpstr>Calibri</vt:lpstr>
      <vt:lpstr>Cambria Math</vt:lpstr>
      <vt:lpstr>IBM Plex Sans</vt:lpstr>
      <vt:lpstr>Source Sans Pro</vt:lpstr>
      <vt:lpstr>Wingdings</vt:lpstr>
      <vt:lpstr>RetrospectVTI</vt:lpstr>
      <vt:lpstr>KEY MANAGEMENT AND DISTRIBUTION</vt:lpstr>
      <vt:lpstr>Outlines</vt:lpstr>
      <vt:lpstr>Learning Objectives</vt:lpstr>
      <vt:lpstr>SYMMETRIC-KEY DISTRIBUTION   </vt:lpstr>
      <vt:lpstr>Symmetric-Key Distribution – Overview</vt:lpstr>
      <vt:lpstr>Symmetric-Key Distribution – Overview</vt:lpstr>
      <vt:lpstr>Symmetric-Key Distribution – Key-Distribution Center (KDC)</vt:lpstr>
      <vt:lpstr>Symmetric-Key Distribution – Key-Distribution Center (KDC)</vt:lpstr>
      <vt:lpstr>Symmetric-Key Distribution – Flat Multiple KDCs</vt:lpstr>
      <vt:lpstr>Symmetric-Key Distribution – Flat Multiple KDCs</vt:lpstr>
      <vt:lpstr>Symmetric-Key Distribution – Hierarchical Multiple KDCs</vt:lpstr>
      <vt:lpstr>PowerPoint Presentation</vt:lpstr>
      <vt:lpstr>Symmetric-Key Distribution – Session Keys</vt:lpstr>
      <vt:lpstr>Session Keys via Simple Protocol</vt:lpstr>
      <vt:lpstr>PowerPoint Presentation</vt:lpstr>
      <vt:lpstr>Session Keys via Simple Protocol</vt:lpstr>
      <vt:lpstr>KERBEROS   </vt:lpstr>
      <vt:lpstr>Kerberos</vt:lpstr>
      <vt:lpstr>Kerberos (Overview)</vt:lpstr>
      <vt:lpstr>Kerberos (Example)</vt:lpstr>
      <vt:lpstr>SYMMETRIC-KEY AGREEMENT   </vt:lpstr>
      <vt:lpstr>Symmetric-Key Agreement </vt:lpstr>
      <vt:lpstr>PowerPoint Presentation</vt:lpstr>
      <vt:lpstr>PUBLIC-KEY DISTRIBUTION   </vt:lpstr>
      <vt:lpstr>Public-Key Distribution</vt:lpstr>
      <vt:lpstr>Public-Key Distribution –  Public Announcement</vt:lpstr>
      <vt:lpstr>Public-Key Distribution –  Trusted Center</vt:lpstr>
      <vt:lpstr>Public-Key Distribution –  Controlled Trusted Center</vt:lpstr>
      <vt:lpstr>Public-Key Distribution – Certification Authority</vt:lpstr>
      <vt:lpstr>PowerPoint Presentation</vt:lpstr>
      <vt:lpstr>PUBLIC-KEY DISTRIBUTION  X.509  CERTIFICATION  </vt:lpstr>
      <vt:lpstr>Public-Key Distribution – X.509 Certification</vt:lpstr>
      <vt:lpstr>Public-Key Distribution –  X.509 Certificate Format</vt:lpstr>
      <vt:lpstr>Public-Key Distribution – X.509 Certification</vt:lpstr>
      <vt:lpstr>Public-Key Distribution –  X.509 Certificate Revocation Format</vt:lpstr>
      <vt:lpstr>PUBLIC-KEY INFRASTRUCTURE  (PKI)   </vt:lpstr>
      <vt:lpstr>Public-Key Infrastructure (PKI)</vt:lpstr>
      <vt:lpstr>Public-Key Infrastructure X.509 (PKIX) Architectural Model </vt:lpstr>
      <vt:lpstr>Main References for Chapter 14</vt:lpstr>
      <vt:lpstr>Way Forward…</vt:lpstr>
      <vt:lpstr>Types Public-Key Cryptography</vt:lpstr>
      <vt:lpstr>Quantum Computing Era   </vt:lpstr>
      <vt:lpstr>Quantum Cryptanalysis –  Shor’s Algorithm</vt:lpstr>
      <vt:lpstr>Quantum Cryptanalysis –  Grover’s Algorithm</vt:lpstr>
      <vt:lpstr>Quantum Cryptography   </vt:lpstr>
      <vt:lpstr>Quantum Cryptography</vt:lpstr>
      <vt:lpstr>PowerPoint Presentation</vt:lpstr>
      <vt:lpstr>Post-Quantum Cryptography   </vt:lpstr>
      <vt:lpstr>Post-Quantum Cryptography</vt:lpstr>
      <vt:lpstr>Post-Quantum Cryptography  Candidates (Primitives)</vt:lpstr>
      <vt:lpstr>Hash-based Cryptography</vt:lpstr>
      <vt:lpstr>Code-based Cryptography</vt:lpstr>
      <vt:lpstr>Lattice-based Cryptography</vt:lpstr>
      <vt:lpstr>Multivariate Cryptography</vt:lpstr>
      <vt:lpstr>Multivariate Cryptography</vt:lpstr>
      <vt:lpstr> ~ THE END  ~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MANAGEMENT AND DISTRIBUTION</dc:title>
  <dc:creator>Tea Boon Chian</dc:creator>
  <cp:lastModifiedBy>Tea Boon Chian</cp:lastModifiedBy>
  <cp:revision>1</cp:revision>
  <dcterms:created xsi:type="dcterms:W3CDTF">2023-12-26T04:56:36Z</dcterms:created>
  <dcterms:modified xsi:type="dcterms:W3CDTF">2024-06-23T17:50:10Z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0x0101009FA374375A648B43BE2F504427ACA368</vt:lpwstr>
  </property>
</Properties>
</file>