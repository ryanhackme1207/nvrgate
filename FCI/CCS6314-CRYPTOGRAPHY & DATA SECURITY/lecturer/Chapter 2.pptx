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32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333" r:id="rId15"/>
    <p:sldId id="268" r:id="rId16"/>
    <p:sldId id="334" r:id="rId17"/>
    <p:sldId id="269" r:id="rId18"/>
    <p:sldId id="270" r:id="rId19"/>
    <p:sldId id="271" r:id="rId20"/>
    <p:sldId id="272" r:id="rId21"/>
    <p:sldId id="273" r:id="rId22"/>
    <p:sldId id="332" r:id="rId23"/>
    <p:sldId id="329" r:id="rId24"/>
    <p:sldId id="274" r:id="rId25"/>
    <p:sldId id="325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335" r:id="rId42"/>
    <p:sldId id="330" r:id="rId43"/>
    <p:sldId id="290" r:id="rId44"/>
    <p:sldId id="326" r:id="rId45"/>
    <p:sldId id="291" r:id="rId46"/>
    <p:sldId id="292" r:id="rId47"/>
    <p:sldId id="327" r:id="rId48"/>
    <p:sldId id="293" r:id="rId49"/>
    <p:sldId id="294" r:id="rId50"/>
    <p:sldId id="295" r:id="rId51"/>
    <p:sldId id="328" r:id="rId52"/>
    <p:sldId id="296" r:id="rId53"/>
    <p:sldId id="297" r:id="rId54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9B9B"/>
    <a:srgbClr val="CCECDF"/>
    <a:srgbClr val="FFFFB9"/>
    <a:srgbClr val="FFE6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customXml" Target="../customXml/item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 Boon Chian" userId="ab84e6a5-2079-4f96-af03-c8dde00dcc75" providerId="ADAL" clId="{AB8ABCBB-63AF-4174-9EBE-C9A3C11F9B96}"/>
    <pc:docChg chg="undo redo custSel addSld delSld modSld">
      <pc:chgData name="Tea Boon Chian" userId="ab84e6a5-2079-4f96-af03-c8dde00dcc75" providerId="ADAL" clId="{AB8ABCBB-63AF-4174-9EBE-C9A3C11F9B96}" dt="2024-02-15T23:51:17.942" v="16304" actId="20577"/>
      <pc:docMkLst>
        <pc:docMk/>
      </pc:docMkLst>
      <pc:sldChg chg="modSp mod">
        <pc:chgData name="Tea Boon Chian" userId="ab84e6a5-2079-4f96-af03-c8dde00dcc75" providerId="ADAL" clId="{AB8ABCBB-63AF-4174-9EBE-C9A3C11F9B96}" dt="2023-10-28T06:20:56.655" v="16145" actId="1076"/>
        <pc:sldMkLst>
          <pc:docMk/>
          <pc:sldMk cId="3886032977" sldId="256"/>
        </pc:sldMkLst>
        <pc:spChg chg="mod">
          <ac:chgData name="Tea Boon Chian" userId="ab84e6a5-2079-4f96-af03-c8dde00dcc75" providerId="ADAL" clId="{AB8ABCBB-63AF-4174-9EBE-C9A3C11F9B96}" dt="2023-10-28T06:20:56.655" v="16145" actId="1076"/>
          <ac:spMkLst>
            <pc:docMk/>
            <pc:sldMk cId="3886032977" sldId="256"/>
            <ac:spMk id="3" creationId="{3A24FF3A-070D-1B27-3DAD-A8FCBFB067FE}"/>
          </ac:spMkLst>
        </pc:spChg>
      </pc:sldChg>
      <pc:sldChg chg="modSp mod">
        <pc:chgData name="Tea Boon Chian" userId="ab84e6a5-2079-4f96-af03-c8dde00dcc75" providerId="ADAL" clId="{AB8ABCBB-63AF-4174-9EBE-C9A3C11F9B96}" dt="2023-12-12T01:25:32.405" v="16250" actId="207"/>
        <pc:sldMkLst>
          <pc:docMk/>
          <pc:sldMk cId="3380859976" sldId="257"/>
        </pc:sldMkLst>
        <pc:spChg chg="mod">
          <ac:chgData name="Tea Boon Chian" userId="ab84e6a5-2079-4f96-af03-c8dde00dcc75" providerId="ADAL" clId="{AB8ABCBB-63AF-4174-9EBE-C9A3C11F9B96}" dt="2023-12-12T01:25:32.405" v="16250" actId="207"/>
          <ac:spMkLst>
            <pc:docMk/>
            <pc:sldMk cId="3380859976" sldId="257"/>
            <ac:spMk id="3" creationId="{69A81713-13A6-9F9C-B51F-5E9091D510CA}"/>
          </ac:spMkLst>
        </pc:spChg>
      </pc:sldChg>
      <pc:sldChg chg="modSp mod">
        <pc:chgData name="Tea Boon Chian" userId="ab84e6a5-2079-4f96-af03-c8dde00dcc75" providerId="ADAL" clId="{AB8ABCBB-63AF-4174-9EBE-C9A3C11F9B96}" dt="2023-12-26T00:59:11.025" v="16303" actId="12"/>
        <pc:sldMkLst>
          <pc:docMk/>
          <pc:sldMk cId="1839714615" sldId="258"/>
        </pc:sldMkLst>
        <pc:spChg chg="mod">
          <ac:chgData name="Tea Boon Chian" userId="ab84e6a5-2079-4f96-af03-c8dde00dcc75" providerId="ADAL" clId="{AB8ABCBB-63AF-4174-9EBE-C9A3C11F9B96}" dt="2023-10-18T09:52:05.155" v="18" actId="20577"/>
          <ac:spMkLst>
            <pc:docMk/>
            <pc:sldMk cId="1839714615" sldId="258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2-26T00:59:11.025" v="16303" actId="12"/>
          <ac:spMkLst>
            <pc:docMk/>
            <pc:sldMk cId="1839714615" sldId="258"/>
            <ac:spMk id="3" creationId="{69A81713-13A6-9F9C-B51F-5E9091D510CA}"/>
          </ac:spMkLst>
        </pc:spChg>
      </pc:sldChg>
      <pc:sldChg chg="addSp delSp modSp mod">
        <pc:chgData name="Tea Boon Chian" userId="ab84e6a5-2079-4f96-af03-c8dde00dcc75" providerId="ADAL" clId="{AB8ABCBB-63AF-4174-9EBE-C9A3C11F9B96}" dt="2023-10-18T10:15:55.732" v="1187" actId="20577"/>
        <pc:sldMkLst>
          <pc:docMk/>
          <pc:sldMk cId="3981961208" sldId="259"/>
        </pc:sldMkLst>
        <pc:spChg chg="mod">
          <ac:chgData name="Tea Boon Chian" userId="ab84e6a5-2079-4f96-af03-c8dde00dcc75" providerId="ADAL" clId="{AB8ABCBB-63AF-4174-9EBE-C9A3C11F9B96}" dt="2023-10-18T10:15:55.732" v="1187" actId="20577"/>
          <ac:spMkLst>
            <pc:docMk/>
            <pc:sldMk cId="3981961208" sldId="259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18T10:12:37.356" v="1078" actId="207"/>
          <ac:spMkLst>
            <pc:docMk/>
            <pc:sldMk cId="3981961208" sldId="259"/>
            <ac:spMk id="3" creationId="{69A81713-13A6-9F9C-B51F-5E9091D510CA}"/>
          </ac:spMkLst>
        </pc:spChg>
        <pc:spChg chg="add mod">
          <ac:chgData name="Tea Boon Chian" userId="ab84e6a5-2079-4f96-af03-c8dde00dcc75" providerId="ADAL" clId="{AB8ABCBB-63AF-4174-9EBE-C9A3C11F9B96}" dt="2023-10-18T10:15:32.432" v="1165" actId="20577"/>
          <ac:spMkLst>
            <pc:docMk/>
            <pc:sldMk cId="3981961208" sldId="259"/>
            <ac:spMk id="4" creationId="{89681BEE-0CCC-89BD-B63F-73210A3B21DE}"/>
          </ac:spMkLst>
        </pc:spChg>
        <pc:spChg chg="add mod">
          <ac:chgData name="Tea Boon Chian" userId="ab84e6a5-2079-4f96-af03-c8dde00dcc75" providerId="ADAL" clId="{AB8ABCBB-63AF-4174-9EBE-C9A3C11F9B96}" dt="2023-10-18T10:13:55.407" v="1150" actId="207"/>
          <ac:spMkLst>
            <pc:docMk/>
            <pc:sldMk cId="3981961208" sldId="259"/>
            <ac:spMk id="5" creationId="{1541372D-70E6-97FB-ED6C-23DE137D7689}"/>
          </ac:spMkLst>
        </pc:spChg>
        <pc:graphicFrameChg chg="add del mod">
          <ac:chgData name="Tea Boon Chian" userId="ab84e6a5-2079-4f96-af03-c8dde00dcc75" providerId="ADAL" clId="{AB8ABCBB-63AF-4174-9EBE-C9A3C11F9B96}" dt="2023-10-18T10:15:06.080" v="1156"/>
          <ac:graphicFrameMkLst>
            <pc:docMk/>
            <pc:sldMk cId="3981961208" sldId="259"/>
            <ac:graphicFrameMk id="6" creationId="{65E21E6B-3423-D312-1B84-1ABDB06E713E}"/>
          </ac:graphicFrameMkLst>
        </pc:graphicFrameChg>
        <pc:picChg chg="add mod">
          <ac:chgData name="Tea Boon Chian" userId="ab84e6a5-2079-4f96-af03-c8dde00dcc75" providerId="ADAL" clId="{AB8ABCBB-63AF-4174-9EBE-C9A3C11F9B96}" dt="2023-10-18T10:15:21.867" v="1160" actId="1076"/>
          <ac:picMkLst>
            <pc:docMk/>
            <pc:sldMk cId="3981961208" sldId="259"/>
            <ac:picMk id="7" creationId="{422304F7-6333-9984-FEAF-A91E2E293CD3}"/>
          </ac:picMkLst>
        </pc:picChg>
      </pc:sldChg>
      <pc:sldChg chg="addSp delSp modSp mod">
        <pc:chgData name="Tea Boon Chian" userId="ab84e6a5-2079-4f96-af03-c8dde00dcc75" providerId="ADAL" clId="{AB8ABCBB-63AF-4174-9EBE-C9A3C11F9B96}" dt="2023-10-20T03:07:09.167" v="2329" actId="113"/>
        <pc:sldMkLst>
          <pc:docMk/>
          <pc:sldMk cId="162432504" sldId="260"/>
        </pc:sldMkLst>
        <pc:spChg chg="mod">
          <ac:chgData name="Tea Boon Chian" userId="ab84e6a5-2079-4f96-af03-c8dde00dcc75" providerId="ADAL" clId="{AB8ABCBB-63AF-4174-9EBE-C9A3C11F9B96}" dt="2023-10-18T10:16:01.180" v="1203" actId="20577"/>
          <ac:spMkLst>
            <pc:docMk/>
            <pc:sldMk cId="162432504" sldId="260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0T03:07:09.167" v="2329" actId="113"/>
          <ac:spMkLst>
            <pc:docMk/>
            <pc:sldMk cId="162432504" sldId="260"/>
            <ac:spMk id="3" creationId="{69A81713-13A6-9F9C-B51F-5E9091D510CA}"/>
          </ac:spMkLst>
        </pc:spChg>
        <pc:spChg chg="add del">
          <ac:chgData name="Tea Boon Chian" userId="ab84e6a5-2079-4f96-af03-c8dde00dcc75" providerId="ADAL" clId="{AB8ABCBB-63AF-4174-9EBE-C9A3C11F9B96}" dt="2023-10-18T10:38:53.182" v="1914"/>
          <ac:spMkLst>
            <pc:docMk/>
            <pc:sldMk cId="162432504" sldId="260"/>
            <ac:spMk id="4" creationId="{39432630-15FE-D477-1617-4B02FACB23EB}"/>
          </ac:spMkLst>
        </pc:spChg>
      </pc:sldChg>
      <pc:sldChg chg="addSp delSp modSp add mod">
        <pc:chgData name="Tea Boon Chian" userId="ab84e6a5-2079-4f96-af03-c8dde00dcc75" providerId="ADAL" clId="{AB8ABCBB-63AF-4174-9EBE-C9A3C11F9B96}" dt="2023-10-20T03:44:54.726" v="3228" actId="403"/>
        <pc:sldMkLst>
          <pc:docMk/>
          <pc:sldMk cId="3117008966" sldId="261"/>
        </pc:sldMkLst>
        <pc:spChg chg="mod">
          <ac:chgData name="Tea Boon Chian" userId="ab84e6a5-2079-4f96-af03-c8dde00dcc75" providerId="ADAL" clId="{AB8ABCBB-63AF-4174-9EBE-C9A3C11F9B96}" dt="2023-10-20T03:12:32.063" v="2341" actId="20577"/>
          <ac:spMkLst>
            <pc:docMk/>
            <pc:sldMk cId="3117008966" sldId="261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0T03:44:54.726" v="3228" actId="403"/>
          <ac:spMkLst>
            <pc:docMk/>
            <pc:sldMk cId="3117008966" sldId="261"/>
            <ac:spMk id="3" creationId="{69A81713-13A6-9F9C-B51F-5E9091D510CA}"/>
          </ac:spMkLst>
        </pc:spChg>
        <pc:spChg chg="add del mod">
          <ac:chgData name="Tea Boon Chian" userId="ab84e6a5-2079-4f96-af03-c8dde00dcc75" providerId="ADAL" clId="{AB8ABCBB-63AF-4174-9EBE-C9A3C11F9B96}" dt="2023-10-20T03:13:29.457" v="2412" actId="478"/>
          <ac:spMkLst>
            <pc:docMk/>
            <pc:sldMk cId="3117008966" sldId="261"/>
            <ac:spMk id="5" creationId="{93E1BC15-283C-62D5-C499-6E96DEA9E922}"/>
          </ac:spMkLst>
        </pc:spChg>
      </pc:sldChg>
      <pc:sldChg chg="del">
        <pc:chgData name="Tea Boon Chian" userId="ab84e6a5-2079-4f96-af03-c8dde00dcc75" providerId="ADAL" clId="{AB8ABCBB-63AF-4174-9EBE-C9A3C11F9B96}" dt="2023-10-18T10:17:23.920" v="1349" actId="47"/>
        <pc:sldMkLst>
          <pc:docMk/>
          <pc:sldMk cId="4126936632" sldId="261"/>
        </pc:sldMkLst>
      </pc:sldChg>
      <pc:sldChg chg="modSp add mod">
        <pc:chgData name="Tea Boon Chian" userId="ab84e6a5-2079-4f96-af03-c8dde00dcc75" providerId="ADAL" clId="{AB8ABCBB-63AF-4174-9EBE-C9A3C11F9B96}" dt="2023-10-20T03:42:21.378" v="3197" actId="207"/>
        <pc:sldMkLst>
          <pc:docMk/>
          <pc:sldMk cId="3574780274" sldId="262"/>
        </pc:sldMkLst>
        <pc:spChg chg="mod">
          <ac:chgData name="Tea Boon Chian" userId="ab84e6a5-2079-4f96-af03-c8dde00dcc75" providerId="ADAL" clId="{AB8ABCBB-63AF-4174-9EBE-C9A3C11F9B96}" dt="2023-10-20T03:42:21.378" v="3197" actId="207"/>
          <ac:spMkLst>
            <pc:docMk/>
            <pc:sldMk cId="3574780274" sldId="262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0T03:41:32.570" v="3196" actId="113"/>
          <ac:spMkLst>
            <pc:docMk/>
            <pc:sldMk cId="3574780274" sldId="262"/>
            <ac:spMk id="3" creationId="{69A81713-13A6-9F9C-B51F-5E9091D510CA}"/>
          </ac:spMkLst>
        </pc:spChg>
      </pc:sldChg>
      <pc:sldChg chg="del">
        <pc:chgData name="Tea Boon Chian" userId="ab84e6a5-2079-4f96-af03-c8dde00dcc75" providerId="ADAL" clId="{AB8ABCBB-63AF-4174-9EBE-C9A3C11F9B96}" dt="2023-10-18T10:17:23.513" v="1348" actId="47"/>
        <pc:sldMkLst>
          <pc:docMk/>
          <pc:sldMk cId="3998569056" sldId="262"/>
        </pc:sldMkLst>
      </pc:sldChg>
      <pc:sldChg chg="modSp add mod">
        <pc:chgData name="Tea Boon Chian" userId="ab84e6a5-2079-4f96-af03-c8dde00dcc75" providerId="ADAL" clId="{AB8ABCBB-63AF-4174-9EBE-C9A3C11F9B96}" dt="2023-10-20T04:09:23.042" v="3879"/>
        <pc:sldMkLst>
          <pc:docMk/>
          <pc:sldMk cId="1528931104" sldId="263"/>
        </pc:sldMkLst>
        <pc:spChg chg="mod">
          <ac:chgData name="Tea Boon Chian" userId="ab84e6a5-2079-4f96-af03-c8dde00dcc75" providerId="ADAL" clId="{AB8ABCBB-63AF-4174-9EBE-C9A3C11F9B96}" dt="2023-10-20T04:09:23.042" v="3879"/>
          <ac:spMkLst>
            <pc:docMk/>
            <pc:sldMk cId="1528931104" sldId="263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0T04:09:09.614" v="3875" actId="20577"/>
          <ac:spMkLst>
            <pc:docMk/>
            <pc:sldMk cId="1528931104" sldId="263"/>
            <ac:spMk id="3" creationId="{69A81713-13A6-9F9C-B51F-5E9091D510CA}"/>
          </ac:spMkLst>
        </pc:spChg>
      </pc:sldChg>
      <pc:sldChg chg="del">
        <pc:chgData name="Tea Boon Chian" userId="ab84e6a5-2079-4f96-af03-c8dde00dcc75" providerId="ADAL" clId="{AB8ABCBB-63AF-4174-9EBE-C9A3C11F9B96}" dt="2023-10-18T10:17:23.326" v="1347" actId="47"/>
        <pc:sldMkLst>
          <pc:docMk/>
          <pc:sldMk cId="3967874370" sldId="263"/>
        </pc:sldMkLst>
      </pc:sldChg>
      <pc:sldChg chg="addSp delSp modSp add mod">
        <pc:chgData name="Tea Boon Chian" userId="ab84e6a5-2079-4f96-af03-c8dde00dcc75" providerId="ADAL" clId="{AB8ABCBB-63AF-4174-9EBE-C9A3C11F9B96}" dt="2023-10-20T04:19:43.217" v="4395" actId="20577"/>
        <pc:sldMkLst>
          <pc:docMk/>
          <pc:sldMk cId="149424171" sldId="264"/>
        </pc:sldMkLst>
        <pc:spChg chg="mod">
          <ac:chgData name="Tea Boon Chian" userId="ab84e6a5-2079-4f96-af03-c8dde00dcc75" providerId="ADAL" clId="{AB8ABCBB-63AF-4174-9EBE-C9A3C11F9B96}" dt="2023-10-20T04:09:41.579" v="3902" actId="207"/>
          <ac:spMkLst>
            <pc:docMk/>
            <pc:sldMk cId="149424171" sldId="264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0T04:19:43.217" v="4395" actId="20577"/>
          <ac:spMkLst>
            <pc:docMk/>
            <pc:sldMk cId="149424171" sldId="264"/>
            <ac:spMk id="3" creationId="{69A81713-13A6-9F9C-B51F-5E9091D510CA}"/>
          </ac:spMkLst>
        </pc:spChg>
        <pc:spChg chg="add mod">
          <ac:chgData name="Tea Boon Chian" userId="ab84e6a5-2079-4f96-af03-c8dde00dcc75" providerId="ADAL" clId="{AB8ABCBB-63AF-4174-9EBE-C9A3C11F9B96}" dt="2023-10-20T04:18:41.388" v="4378" actId="207"/>
          <ac:spMkLst>
            <pc:docMk/>
            <pc:sldMk cId="149424171" sldId="264"/>
            <ac:spMk id="5" creationId="{45FA2252-8A15-3DEF-8210-DD24463300EC}"/>
          </ac:spMkLst>
        </pc:spChg>
        <pc:spChg chg="add mod">
          <ac:chgData name="Tea Boon Chian" userId="ab84e6a5-2079-4f96-af03-c8dde00dcc75" providerId="ADAL" clId="{AB8ABCBB-63AF-4174-9EBE-C9A3C11F9B96}" dt="2023-10-20T04:18:31.999" v="4377" actId="207"/>
          <ac:spMkLst>
            <pc:docMk/>
            <pc:sldMk cId="149424171" sldId="264"/>
            <ac:spMk id="7" creationId="{81315AA2-199B-44AF-E677-B6A4FB209AB8}"/>
          </ac:spMkLst>
        </pc:spChg>
        <pc:picChg chg="add mod">
          <ac:chgData name="Tea Boon Chian" userId="ab84e6a5-2079-4f96-af03-c8dde00dcc75" providerId="ADAL" clId="{AB8ABCBB-63AF-4174-9EBE-C9A3C11F9B96}" dt="2023-10-20T04:18:17.784" v="4374" actId="1076"/>
          <ac:picMkLst>
            <pc:docMk/>
            <pc:sldMk cId="149424171" sldId="264"/>
            <ac:picMk id="4" creationId="{7930D31F-C31C-E4EC-AE73-18AB75B1EF02}"/>
          </ac:picMkLst>
        </pc:picChg>
        <pc:picChg chg="add del">
          <ac:chgData name="Tea Boon Chian" userId="ab84e6a5-2079-4f96-af03-c8dde00dcc75" providerId="ADAL" clId="{AB8ABCBB-63AF-4174-9EBE-C9A3C11F9B96}" dt="2023-10-20T04:16:20.262" v="4271"/>
          <ac:picMkLst>
            <pc:docMk/>
            <pc:sldMk cId="149424171" sldId="264"/>
            <ac:picMk id="6" creationId="{20CA3214-7963-6962-93F3-B9D8E2D690EA}"/>
          </ac:picMkLst>
        </pc:picChg>
      </pc:sldChg>
      <pc:sldChg chg="del">
        <pc:chgData name="Tea Boon Chian" userId="ab84e6a5-2079-4f96-af03-c8dde00dcc75" providerId="ADAL" clId="{AB8ABCBB-63AF-4174-9EBE-C9A3C11F9B96}" dt="2023-10-18T10:17:22.732" v="1346" actId="47"/>
        <pc:sldMkLst>
          <pc:docMk/>
          <pc:sldMk cId="2242761804" sldId="264"/>
        </pc:sldMkLst>
      </pc:sldChg>
      <pc:sldChg chg="del">
        <pc:chgData name="Tea Boon Chian" userId="ab84e6a5-2079-4f96-af03-c8dde00dcc75" providerId="ADAL" clId="{AB8ABCBB-63AF-4174-9EBE-C9A3C11F9B96}" dt="2023-10-18T10:17:22.420" v="1345" actId="47"/>
        <pc:sldMkLst>
          <pc:docMk/>
          <pc:sldMk cId="3935368344" sldId="265"/>
        </pc:sldMkLst>
      </pc:sldChg>
      <pc:sldChg chg="addSp delSp modSp add mod">
        <pc:chgData name="Tea Boon Chian" userId="ab84e6a5-2079-4f96-af03-c8dde00dcc75" providerId="ADAL" clId="{AB8ABCBB-63AF-4174-9EBE-C9A3C11F9B96}" dt="2023-11-17T06:54:11.644" v="16222" actId="207"/>
        <pc:sldMkLst>
          <pc:docMk/>
          <pc:sldMk cId="4159775786" sldId="265"/>
        </pc:sldMkLst>
        <pc:spChg chg="mod">
          <ac:chgData name="Tea Boon Chian" userId="ab84e6a5-2079-4f96-af03-c8dde00dcc75" providerId="ADAL" clId="{AB8ABCBB-63AF-4174-9EBE-C9A3C11F9B96}" dt="2023-10-20T04:19:01.290" v="4381" actId="404"/>
          <ac:spMkLst>
            <pc:docMk/>
            <pc:sldMk cId="4159775786" sldId="265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1-17T06:54:11.644" v="16222" actId="207"/>
          <ac:spMkLst>
            <pc:docMk/>
            <pc:sldMk cId="4159775786" sldId="265"/>
            <ac:spMk id="3" creationId="{69A81713-13A6-9F9C-B51F-5E9091D510CA}"/>
          </ac:spMkLst>
        </pc:spChg>
        <pc:spChg chg="add mod ord">
          <ac:chgData name="Tea Boon Chian" userId="ab84e6a5-2079-4f96-af03-c8dde00dcc75" providerId="ADAL" clId="{AB8ABCBB-63AF-4174-9EBE-C9A3C11F9B96}" dt="2023-10-20T04:32:56.247" v="5266" actId="1076"/>
          <ac:spMkLst>
            <pc:docMk/>
            <pc:sldMk cId="4159775786" sldId="265"/>
            <ac:spMk id="5" creationId="{F31E8551-F882-197A-F058-9E89BD4C9CFB}"/>
          </ac:spMkLst>
        </pc:spChg>
        <pc:picChg chg="add del">
          <ac:chgData name="Tea Boon Chian" userId="ab84e6a5-2079-4f96-af03-c8dde00dcc75" providerId="ADAL" clId="{AB8ABCBB-63AF-4174-9EBE-C9A3C11F9B96}" dt="2023-10-20T04:30:18.987" v="5106"/>
          <ac:picMkLst>
            <pc:docMk/>
            <pc:sldMk cId="4159775786" sldId="265"/>
            <ac:picMk id="4" creationId="{DE2A8B8B-A2B8-9945-8C73-080B6AD88228}"/>
          </ac:picMkLst>
        </pc:picChg>
      </pc:sldChg>
      <pc:sldChg chg="modSp add mod">
        <pc:chgData name="Tea Boon Chian" userId="ab84e6a5-2079-4f96-af03-c8dde00dcc75" providerId="ADAL" clId="{AB8ABCBB-63AF-4174-9EBE-C9A3C11F9B96}" dt="2023-10-20T04:45:46.988" v="5330"/>
        <pc:sldMkLst>
          <pc:docMk/>
          <pc:sldMk cId="3227051212" sldId="266"/>
        </pc:sldMkLst>
        <pc:spChg chg="mod">
          <ac:chgData name="Tea Boon Chian" userId="ab84e6a5-2079-4f96-af03-c8dde00dcc75" providerId="ADAL" clId="{AB8ABCBB-63AF-4174-9EBE-C9A3C11F9B96}" dt="2023-10-20T04:23:13.736" v="4688" actId="20577"/>
          <ac:spMkLst>
            <pc:docMk/>
            <pc:sldMk cId="3227051212" sldId="266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0T04:45:46.988" v="5330"/>
          <ac:spMkLst>
            <pc:docMk/>
            <pc:sldMk cId="3227051212" sldId="266"/>
            <ac:spMk id="3" creationId="{69A81713-13A6-9F9C-B51F-5E9091D510CA}"/>
          </ac:spMkLst>
        </pc:spChg>
      </pc:sldChg>
      <pc:sldChg chg="del">
        <pc:chgData name="Tea Boon Chian" userId="ab84e6a5-2079-4f96-af03-c8dde00dcc75" providerId="ADAL" clId="{AB8ABCBB-63AF-4174-9EBE-C9A3C11F9B96}" dt="2023-10-18T10:17:22.123" v="1344" actId="47"/>
        <pc:sldMkLst>
          <pc:docMk/>
          <pc:sldMk cId="3998318599" sldId="266"/>
        </pc:sldMkLst>
      </pc:sldChg>
      <pc:sldChg chg="del">
        <pc:chgData name="Tea Boon Chian" userId="ab84e6a5-2079-4f96-af03-c8dde00dcc75" providerId="ADAL" clId="{AB8ABCBB-63AF-4174-9EBE-C9A3C11F9B96}" dt="2023-10-18T10:17:21.920" v="1343" actId="47"/>
        <pc:sldMkLst>
          <pc:docMk/>
          <pc:sldMk cId="540184135" sldId="267"/>
        </pc:sldMkLst>
      </pc:sldChg>
      <pc:sldChg chg="addSp delSp modSp add mod">
        <pc:chgData name="Tea Boon Chian" userId="ab84e6a5-2079-4f96-af03-c8dde00dcc75" providerId="ADAL" clId="{AB8ABCBB-63AF-4174-9EBE-C9A3C11F9B96}" dt="2023-10-20T04:29:40.161" v="5086" actId="1076"/>
        <pc:sldMkLst>
          <pc:docMk/>
          <pc:sldMk cId="2671513734" sldId="267"/>
        </pc:sldMkLst>
        <pc:spChg chg="mod">
          <ac:chgData name="Tea Boon Chian" userId="ab84e6a5-2079-4f96-af03-c8dde00dcc75" providerId="ADAL" clId="{AB8ABCBB-63AF-4174-9EBE-C9A3C11F9B96}" dt="2023-10-20T04:28:40.639" v="5079"/>
          <ac:spMkLst>
            <pc:docMk/>
            <pc:sldMk cId="2671513734" sldId="267"/>
            <ac:spMk id="2" creationId="{8E1E934C-68E0-F991-9B64-414D1B36AD9C}"/>
          </ac:spMkLst>
        </pc:spChg>
        <pc:spChg chg="del">
          <ac:chgData name="Tea Boon Chian" userId="ab84e6a5-2079-4f96-af03-c8dde00dcc75" providerId="ADAL" clId="{AB8ABCBB-63AF-4174-9EBE-C9A3C11F9B96}" dt="2023-10-20T04:29:17.300" v="5081" actId="478"/>
          <ac:spMkLst>
            <pc:docMk/>
            <pc:sldMk cId="2671513734" sldId="267"/>
            <ac:spMk id="3" creationId="{69A81713-13A6-9F9C-B51F-5E9091D510CA}"/>
          </ac:spMkLst>
        </pc:spChg>
        <pc:picChg chg="add mod">
          <ac:chgData name="Tea Boon Chian" userId="ab84e6a5-2079-4f96-af03-c8dde00dcc75" providerId="ADAL" clId="{AB8ABCBB-63AF-4174-9EBE-C9A3C11F9B96}" dt="2023-10-20T04:29:40.161" v="5086" actId="1076"/>
          <ac:picMkLst>
            <pc:docMk/>
            <pc:sldMk cId="2671513734" sldId="267"/>
            <ac:picMk id="4" creationId="{8DCE1733-E33F-608A-BCCF-48AAE44E2C28}"/>
          </ac:picMkLst>
        </pc:picChg>
      </pc:sldChg>
      <pc:sldChg chg="del">
        <pc:chgData name="Tea Boon Chian" userId="ab84e6a5-2079-4f96-af03-c8dde00dcc75" providerId="ADAL" clId="{AB8ABCBB-63AF-4174-9EBE-C9A3C11F9B96}" dt="2023-10-18T10:17:21.764" v="1342" actId="47"/>
        <pc:sldMkLst>
          <pc:docMk/>
          <pc:sldMk cId="2163848771" sldId="268"/>
        </pc:sldMkLst>
      </pc:sldChg>
      <pc:sldChg chg="addSp modSp add mod">
        <pc:chgData name="Tea Boon Chian" userId="ab84e6a5-2079-4f96-af03-c8dde00dcc75" providerId="ADAL" clId="{AB8ABCBB-63AF-4174-9EBE-C9A3C11F9B96}" dt="2023-11-15T05:36:42.539" v="16146" actId="207"/>
        <pc:sldMkLst>
          <pc:docMk/>
          <pc:sldMk cId="3846126149" sldId="268"/>
        </pc:sldMkLst>
        <pc:spChg chg="mod">
          <ac:chgData name="Tea Boon Chian" userId="ab84e6a5-2079-4f96-af03-c8dde00dcc75" providerId="ADAL" clId="{AB8ABCBB-63AF-4174-9EBE-C9A3C11F9B96}" dt="2023-10-20T04:44:56.042" v="5268"/>
          <ac:spMkLst>
            <pc:docMk/>
            <pc:sldMk cId="3846126149" sldId="268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1-15T05:36:42.539" v="16146" actId="207"/>
          <ac:spMkLst>
            <pc:docMk/>
            <pc:sldMk cId="3846126149" sldId="268"/>
            <ac:spMk id="3" creationId="{69A81713-13A6-9F9C-B51F-5E9091D510CA}"/>
          </ac:spMkLst>
        </pc:spChg>
        <pc:picChg chg="add mod">
          <ac:chgData name="Tea Boon Chian" userId="ab84e6a5-2079-4f96-af03-c8dde00dcc75" providerId="ADAL" clId="{AB8ABCBB-63AF-4174-9EBE-C9A3C11F9B96}" dt="2023-10-20T06:38:43.719" v="5414" actId="1076"/>
          <ac:picMkLst>
            <pc:docMk/>
            <pc:sldMk cId="3846126149" sldId="268"/>
            <ac:picMk id="4" creationId="{DE4C02BD-3DCA-85E5-567D-095189AE78C9}"/>
          </ac:picMkLst>
        </pc:picChg>
      </pc:sldChg>
      <pc:sldChg chg="del">
        <pc:chgData name="Tea Boon Chian" userId="ab84e6a5-2079-4f96-af03-c8dde00dcc75" providerId="ADAL" clId="{AB8ABCBB-63AF-4174-9EBE-C9A3C11F9B96}" dt="2023-10-18T10:17:21.655" v="1341" actId="47"/>
        <pc:sldMkLst>
          <pc:docMk/>
          <pc:sldMk cId="2075336306" sldId="269"/>
        </pc:sldMkLst>
      </pc:sldChg>
      <pc:sldChg chg="addSp modSp add mod">
        <pc:chgData name="Tea Boon Chian" userId="ab84e6a5-2079-4f96-af03-c8dde00dcc75" providerId="ADAL" clId="{AB8ABCBB-63AF-4174-9EBE-C9A3C11F9B96}" dt="2023-11-15T05:36:46.181" v="16147" actId="207"/>
        <pc:sldMkLst>
          <pc:docMk/>
          <pc:sldMk cId="2886005564" sldId="269"/>
        </pc:sldMkLst>
        <pc:spChg chg="mod">
          <ac:chgData name="Tea Boon Chian" userId="ab84e6a5-2079-4f96-af03-c8dde00dcc75" providerId="ADAL" clId="{AB8ABCBB-63AF-4174-9EBE-C9A3C11F9B96}" dt="2023-10-20T06:49:32.092" v="5418"/>
          <ac:spMkLst>
            <pc:docMk/>
            <pc:sldMk cId="2886005564" sldId="269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1-15T05:36:46.181" v="16147" actId="207"/>
          <ac:spMkLst>
            <pc:docMk/>
            <pc:sldMk cId="2886005564" sldId="269"/>
            <ac:spMk id="3" creationId="{69A81713-13A6-9F9C-B51F-5E9091D510CA}"/>
          </ac:spMkLst>
        </pc:spChg>
        <pc:picChg chg="add mod">
          <ac:chgData name="Tea Boon Chian" userId="ab84e6a5-2079-4f96-af03-c8dde00dcc75" providerId="ADAL" clId="{AB8ABCBB-63AF-4174-9EBE-C9A3C11F9B96}" dt="2023-10-20T06:51:13.055" v="5467" actId="1076"/>
          <ac:picMkLst>
            <pc:docMk/>
            <pc:sldMk cId="2886005564" sldId="269"/>
            <ac:picMk id="4" creationId="{92C3D5C6-FEAA-F069-E3F9-F55F46CD8A65}"/>
          </ac:picMkLst>
        </pc:picChg>
      </pc:sldChg>
      <pc:sldChg chg="addSp modSp add mod">
        <pc:chgData name="Tea Boon Chian" userId="ab84e6a5-2079-4f96-af03-c8dde00dcc75" providerId="ADAL" clId="{AB8ABCBB-63AF-4174-9EBE-C9A3C11F9B96}" dt="2023-10-20T11:14:27.496" v="7613" actId="404"/>
        <pc:sldMkLst>
          <pc:docMk/>
          <pc:sldMk cId="3635308349" sldId="270"/>
        </pc:sldMkLst>
        <pc:spChg chg="mod">
          <ac:chgData name="Tea Boon Chian" userId="ab84e6a5-2079-4f96-af03-c8dde00dcc75" providerId="ADAL" clId="{AB8ABCBB-63AF-4174-9EBE-C9A3C11F9B96}" dt="2023-10-20T06:59:23.170" v="5981" actId="255"/>
          <ac:spMkLst>
            <pc:docMk/>
            <pc:sldMk cId="3635308349" sldId="270"/>
            <ac:spMk id="2" creationId="{8E1E934C-68E0-F991-9B64-414D1B36AD9C}"/>
          </ac:spMkLst>
        </pc:spChg>
        <pc:spChg chg="mod ord">
          <ac:chgData name="Tea Boon Chian" userId="ab84e6a5-2079-4f96-af03-c8dde00dcc75" providerId="ADAL" clId="{AB8ABCBB-63AF-4174-9EBE-C9A3C11F9B96}" dt="2023-10-20T11:14:27.496" v="7613" actId="404"/>
          <ac:spMkLst>
            <pc:docMk/>
            <pc:sldMk cId="3635308349" sldId="270"/>
            <ac:spMk id="3" creationId="{69A81713-13A6-9F9C-B51F-5E9091D510CA}"/>
          </ac:spMkLst>
        </pc:spChg>
        <pc:spChg chg="add mod ord">
          <ac:chgData name="Tea Boon Chian" userId="ab84e6a5-2079-4f96-af03-c8dde00dcc75" providerId="ADAL" clId="{AB8ABCBB-63AF-4174-9EBE-C9A3C11F9B96}" dt="2023-10-20T11:14:24.017" v="7611" actId="14100"/>
          <ac:spMkLst>
            <pc:docMk/>
            <pc:sldMk cId="3635308349" sldId="270"/>
            <ac:spMk id="4" creationId="{1E62891C-F356-7F21-C548-45A6B6491CDC}"/>
          </ac:spMkLst>
        </pc:spChg>
      </pc:sldChg>
      <pc:sldChg chg="del">
        <pc:chgData name="Tea Boon Chian" userId="ab84e6a5-2079-4f96-af03-c8dde00dcc75" providerId="ADAL" clId="{AB8ABCBB-63AF-4174-9EBE-C9A3C11F9B96}" dt="2023-10-18T10:17:21.530" v="1340" actId="47"/>
        <pc:sldMkLst>
          <pc:docMk/>
          <pc:sldMk cId="3814916546" sldId="270"/>
        </pc:sldMkLst>
      </pc:sldChg>
      <pc:sldChg chg="addSp delSp modSp add mod">
        <pc:chgData name="Tea Boon Chian" userId="ab84e6a5-2079-4f96-af03-c8dde00dcc75" providerId="ADAL" clId="{AB8ABCBB-63AF-4174-9EBE-C9A3C11F9B96}" dt="2023-10-20T06:59:18.810" v="5980" actId="255"/>
        <pc:sldMkLst>
          <pc:docMk/>
          <pc:sldMk cId="3197861793" sldId="271"/>
        </pc:sldMkLst>
        <pc:spChg chg="mod">
          <ac:chgData name="Tea Boon Chian" userId="ab84e6a5-2079-4f96-af03-c8dde00dcc75" providerId="ADAL" clId="{AB8ABCBB-63AF-4174-9EBE-C9A3C11F9B96}" dt="2023-10-20T06:59:18.810" v="5980" actId="255"/>
          <ac:spMkLst>
            <pc:docMk/>
            <pc:sldMk cId="3197861793" sldId="271"/>
            <ac:spMk id="2" creationId="{8E1E934C-68E0-F991-9B64-414D1B36AD9C}"/>
          </ac:spMkLst>
        </pc:spChg>
        <pc:spChg chg="del">
          <ac:chgData name="Tea Boon Chian" userId="ab84e6a5-2079-4f96-af03-c8dde00dcc75" providerId="ADAL" clId="{AB8ABCBB-63AF-4174-9EBE-C9A3C11F9B96}" dt="2023-10-20T06:58:23.497" v="5966" actId="478"/>
          <ac:spMkLst>
            <pc:docMk/>
            <pc:sldMk cId="3197861793" sldId="271"/>
            <ac:spMk id="3" creationId="{69A81713-13A6-9F9C-B51F-5E9091D510CA}"/>
          </ac:spMkLst>
        </pc:spChg>
        <pc:picChg chg="add mod">
          <ac:chgData name="Tea Boon Chian" userId="ab84e6a5-2079-4f96-af03-c8dde00dcc75" providerId="ADAL" clId="{AB8ABCBB-63AF-4174-9EBE-C9A3C11F9B96}" dt="2023-10-20T06:58:49.747" v="5972" actId="1076"/>
          <ac:picMkLst>
            <pc:docMk/>
            <pc:sldMk cId="3197861793" sldId="271"/>
            <ac:picMk id="4" creationId="{AEA03C32-97D0-20CA-A234-299C665E278E}"/>
          </ac:picMkLst>
        </pc:picChg>
      </pc:sldChg>
      <pc:sldChg chg="del">
        <pc:chgData name="Tea Boon Chian" userId="ab84e6a5-2079-4f96-af03-c8dde00dcc75" providerId="ADAL" clId="{AB8ABCBB-63AF-4174-9EBE-C9A3C11F9B96}" dt="2023-10-18T10:17:21.405" v="1339" actId="47"/>
        <pc:sldMkLst>
          <pc:docMk/>
          <pc:sldMk cId="4020638282" sldId="271"/>
        </pc:sldMkLst>
      </pc:sldChg>
      <pc:sldChg chg="del">
        <pc:chgData name="Tea Boon Chian" userId="ab84e6a5-2079-4f96-af03-c8dde00dcc75" providerId="ADAL" clId="{AB8ABCBB-63AF-4174-9EBE-C9A3C11F9B96}" dt="2023-10-18T10:17:21.295" v="1338" actId="47"/>
        <pc:sldMkLst>
          <pc:docMk/>
          <pc:sldMk cId="1372848319" sldId="272"/>
        </pc:sldMkLst>
      </pc:sldChg>
      <pc:sldChg chg="addSp delSp modSp add mod">
        <pc:chgData name="Tea Boon Chian" userId="ab84e6a5-2079-4f96-af03-c8dde00dcc75" providerId="ADAL" clId="{AB8ABCBB-63AF-4174-9EBE-C9A3C11F9B96}" dt="2023-10-20T07:00:14.784" v="5989" actId="1076"/>
        <pc:sldMkLst>
          <pc:docMk/>
          <pc:sldMk cId="4219562317" sldId="272"/>
        </pc:sldMkLst>
        <pc:spChg chg="del">
          <ac:chgData name="Tea Boon Chian" userId="ab84e6a5-2079-4f96-af03-c8dde00dcc75" providerId="ADAL" clId="{AB8ABCBB-63AF-4174-9EBE-C9A3C11F9B96}" dt="2023-10-20T06:59:53.794" v="5982" actId="478"/>
          <ac:spMkLst>
            <pc:docMk/>
            <pc:sldMk cId="4219562317" sldId="272"/>
            <ac:spMk id="2" creationId="{8E1E934C-68E0-F991-9B64-414D1B36AD9C}"/>
          </ac:spMkLst>
        </pc:spChg>
        <pc:spChg chg="del">
          <ac:chgData name="Tea Boon Chian" userId="ab84e6a5-2079-4f96-af03-c8dde00dcc75" providerId="ADAL" clId="{AB8ABCBB-63AF-4174-9EBE-C9A3C11F9B96}" dt="2023-10-20T06:59:56.510" v="5983" actId="478"/>
          <ac:spMkLst>
            <pc:docMk/>
            <pc:sldMk cId="4219562317" sldId="272"/>
            <ac:spMk id="3" creationId="{69A81713-13A6-9F9C-B51F-5E9091D510CA}"/>
          </ac:spMkLst>
        </pc:spChg>
        <pc:picChg chg="add mod">
          <ac:chgData name="Tea Boon Chian" userId="ab84e6a5-2079-4f96-af03-c8dde00dcc75" providerId="ADAL" clId="{AB8ABCBB-63AF-4174-9EBE-C9A3C11F9B96}" dt="2023-10-20T07:00:14.784" v="5989" actId="1076"/>
          <ac:picMkLst>
            <pc:docMk/>
            <pc:sldMk cId="4219562317" sldId="272"/>
            <ac:picMk id="4" creationId="{C220F2E5-3E41-75E4-B568-6F8BE829CEB5}"/>
          </ac:picMkLst>
        </pc:picChg>
      </pc:sldChg>
      <pc:sldChg chg="addSp delSp modSp add mod">
        <pc:chgData name="Tea Boon Chian" userId="ab84e6a5-2079-4f96-af03-c8dde00dcc75" providerId="ADAL" clId="{AB8ABCBB-63AF-4174-9EBE-C9A3C11F9B96}" dt="2023-11-15T05:45:44.283" v="16215" actId="2161"/>
        <pc:sldMkLst>
          <pc:docMk/>
          <pc:sldMk cId="222387087" sldId="273"/>
        </pc:sldMkLst>
        <pc:spChg chg="mod">
          <ac:chgData name="Tea Boon Chian" userId="ab84e6a5-2079-4f96-af03-c8dde00dcc75" providerId="ADAL" clId="{AB8ABCBB-63AF-4174-9EBE-C9A3C11F9B96}" dt="2023-10-20T07:14:50.821" v="5996" actId="255"/>
          <ac:spMkLst>
            <pc:docMk/>
            <pc:sldMk cId="222387087" sldId="273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1-15T05:40:11.208" v="16162" actId="20577"/>
          <ac:spMkLst>
            <pc:docMk/>
            <pc:sldMk cId="222387087" sldId="273"/>
            <ac:spMk id="3" creationId="{69A81713-13A6-9F9C-B51F-5E9091D510CA}"/>
          </ac:spMkLst>
        </pc:spChg>
        <pc:spChg chg="add del">
          <ac:chgData name="Tea Boon Chian" userId="ab84e6a5-2079-4f96-af03-c8dde00dcc75" providerId="ADAL" clId="{AB8ABCBB-63AF-4174-9EBE-C9A3C11F9B96}" dt="2023-10-20T07:26:58.083" v="6381"/>
          <ac:spMkLst>
            <pc:docMk/>
            <pc:sldMk cId="222387087" sldId="273"/>
            <ac:spMk id="7" creationId="{BFFC655B-4730-4C0C-BA7F-423B27868317}"/>
          </ac:spMkLst>
        </pc:spChg>
        <pc:graphicFrameChg chg="add mod modGraphic">
          <ac:chgData name="Tea Boon Chian" userId="ab84e6a5-2079-4f96-af03-c8dde00dcc75" providerId="ADAL" clId="{AB8ABCBB-63AF-4174-9EBE-C9A3C11F9B96}" dt="2023-11-15T05:45:44.283" v="16215" actId="2161"/>
          <ac:graphicFrameMkLst>
            <pc:docMk/>
            <pc:sldMk cId="222387087" sldId="273"/>
            <ac:graphicFrameMk id="5" creationId="{6DBE06BC-D25B-42C9-7240-C4161817A899}"/>
          </ac:graphicFrameMkLst>
        </pc:graphicFrameChg>
        <pc:graphicFrameChg chg="add del mod">
          <ac:chgData name="Tea Boon Chian" userId="ab84e6a5-2079-4f96-af03-c8dde00dcc75" providerId="ADAL" clId="{AB8ABCBB-63AF-4174-9EBE-C9A3C11F9B96}" dt="2023-11-15T05:41:52.963" v="16173"/>
          <ac:graphicFrameMkLst>
            <pc:docMk/>
            <pc:sldMk cId="222387087" sldId="273"/>
            <ac:graphicFrameMk id="6" creationId="{B7FA7B6E-CAC0-734C-22A3-421016B4E023}"/>
          </ac:graphicFrameMkLst>
        </pc:graphicFrameChg>
        <pc:picChg chg="add del mod">
          <ac:chgData name="Tea Boon Chian" userId="ab84e6a5-2079-4f96-af03-c8dde00dcc75" providerId="ADAL" clId="{AB8ABCBB-63AF-4174-9EBE-C9A3C11F9B96}" dt="2023-11-15T05:40:14.727" v="16163" actId="478"/>
          <ac:picMkLst>
            <pc:docMk/>
            <pc:sldMk cId="222387087" sldId="273"/>
            <ac:picMk id="4" creationId="{9BCC9841-B552-7C9A-5423-1F72094401C4}"/>
          </ac:picMkLst>
        </pc:picChg>
        <pc:picChg chg="add del">
          <ac:chgData name="Tea Boon Chian" userId="ab84e6a5-2079-4f96-af03-c8dde00dcc75" providerId="ADAL" clId="{AB8ABCBB-63AF-4174-9EBE-C9A3C11F9B96}" dt="2023-10-20T07:18:04.977" v="6158"/>
          <ac:picMkLst>
            <pc:docMk/>
            <pc:sldMk cId="222387087" sldId="273"/>
            <ac:picMk id="5" creationId="{DFE408A1-FCFE-5900-76BC-21E897B58678}"/>
          </ac:picMkLst>
        </pc:picChg>
      </pc:sldChg>
      <pc:sldChg chg="del">
        <pc:chgData name="Tea Boon Chian" userId="ab84e6a5-2079-4f96-af03-c8dde00dcc75" providerId="ADAL" clId="{AB8ABCBB-63AF-4174-9EBE-C9A3C11F9B96}" dt="2023-10-18T10:17:21.171" v="1337" actId="47"/>
        <pc:sldMkLst>
          <pc:docMk/>
          <pc:sldMk cId="3968505222" sldId="273"/>
        </pc:sldMkLst>
      </pc:sldChg>
      <pc:sldChg chg="addSp modSp add mod">
        <pc:chgData name="Tea Boon Chian" userId="ab84e6a5-2079-4f96-af03-c8dde00dcc75" providerId="ADAL" clId="{AB8ABCBB-63AF-4174-9EBE-C9A3C11F9B96}" dt="2023-10-25T04:13:53.432" v="13161" actId="6549"/>
        <pc:sldMkLst>
          <pc:docMk/>
          <pc:sldMk cId="1209389474" sldId="274"/>
        </pc:sldMkLst>
        <pc:spChg chg="mod">
          <ac:chgData name="Tea Boon Chian" userId="ab84e6a5-2079-4f96-af03-c8dde00dcc75" providerId="ADAL" clId="{AB8ABCBB-63AF-4174-9EBE-C9A3C11F9B96}" dt="2023-10-20T07:19:51.447" v="6238" actId="255"/>
          <ac:spMkLst>
            <pc:docMk/>
            <pc:sldMk cId="1209389474" sldId="274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5T04:05:22.109" v="12485" actId="113"/>
          <ac:spMkLst>
            <pc:docMk/>
            <pc:sldMk cId="1209389474" sldId="274"/>
            <ac:spMk id="3" creationId="{69A81713-13A6-9F9C-B51F-5E9091D510CA}"/>
          </ac:spMkLst>
        </pc:spChg>
        <pc:graphicFrameChg chg="add mod modGraphic">
          <ac:chgData name="Tea Boon Chian" userId="ab84e6a5-2079-4f96-af03-c8dde00dcc75" providerId="ADAL" clId="{AB8ABCBB-63AF-4174-9EBE-C9A3C11F9B96}" dt="2023-10-25T04:13:53.432" v="13161" actId="6549"/>
          <ac:graphicFrameMkLst>
            <pc:docMk/>
            <pc:sldMk cId="1209389474" sldId="274"/>
            <ac:graphicFrameMk id="4" creationId="{F6456576-1E9A-3C89-F4E1-39289FBF7197}"/>
          </ac:graphicFrameMkLst>
        </pc:graphicFrameChg>
      </pc:sldChg>
      <pc:sldChg chg="del">
        <pc:chgData name="Tea Boon Chian" userId="ab84e6a5-2079-4f96-af03-c8dde00dcc75" providerId="ADAL" clId="{AB8ABCBB-63AF-4174-9EBE-C9A3C11F9B96}" dt="2023-10-18T10:17:21.045" v="1336" actId="47"/>
        <pc:sldMkLst>
          <pc:docMk/>
          <pc:sldMk cId="1726105834" sldId="274"/>
        </pc:sldMkLst>
      </pc:sldChg>
      <pc:sldChg chg="addSp modSp add mod">
        <pc:chgData name="Tea Boon Chian" userId="ab84e6a5-2079-4f96-af03-c8dde00dcc75" providerId="ADAL" clId="{AB8ABCBB-63AF-4174-9EBE-C9A3C11F9B96}" dt="2023-10-20T11:03:39.969" v="6917" actId="1076"/>
        <pc:sldMkLst>
          <pc:docMk/>
          <pc:sldMk cId="1862488237" sldId="275"/>
        </pc:sldMkLst>
        <pc:spChg chg="mod">
          <ac:chgData name="Tea Boon Chian" userId="ab84e6a5-2079-4f96-af03-c8dde00dcc75" providerId="ADAL" clId="{AB8ABCBB-63AF-4174-9EBE-C9A3C11F9B96}" dt="2023-10-20T10:57:20.503" v="6600" actId="20577"/>
          <ac:spMkLst>
            <pc:docMk/>
            <pc:sldMk cId="1862488237" sldId="275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0T11:01:30.942" v="6902" actId="20577"/>
          <ac:spMkLst>
            <pc:docMk/>
            <pc:sldMk cId="1862488237" sldId="275"/>
            <ac:spMk id="3" creationId="{69A81713-13A6-9F9C-B51F-5E9091D510CA}"/>
          </ac:spMkLst>
        </pc:spChg>
        <pc:picChg chg="add mod">
          <ac:chgData name="Tea Boon Chian" userId="ab84e6a5-2079-4f96-af03-c8dde00dcc75" providerId="ADAL" clId="{AB8ABCBB-63AF-4174-9EBE-C9A3C11F9B96}" dt="2023-10-20T11:03:39.969" v="6917" actId="1076"/>
          <ac:picMkLst>
            <pc:docMk/>
            <pc:sldMk cId="1862488237" sldId="275"/>
            <ac:picMk id="4" creationId="{2E0463BF-C7EA-DB1A-9842-A870B349B991}"/>
          </ac:picMkLst>
        </pc:picChg>
      </pc:sldChg>
      <pc:sldChg chg="del">
        <pc:chgData name="Tea Boon Chian" userId="ab84e6a5-2079-4f96-af03-c8dde00dcc75" providerId="ADAL" clId="{AB8ABCBB-63AF-4174-9EBE-C9A3C11F9B96}" dt="2023-10-18T10:17:20.936" v="1335" actId="47"/>
        <pc:sldMkLst>
          <pc:docMk/>
          <pc:sldMk cId="4104299777" sldId="275"/>
        </pc:sldMkLst>
      </pc:sldChg>
      <pc:sldChg chg="del">
        <pc:chgData name="Tea Boon Chian" userId="ab84e6a5-2079-4f96-af03-c8dde00dcc75" providerId="ADAL" clId="{AB8ABCBB-63AF-4174-9EBE-C9A3C11F9B96}" dt="2023-10-18T10:17:20.811" v="1334" actId="47"/>
        <pc:sldMkLst>
          <pc:docMk/>
          <pc:sldMk cId="254021382" sldId="276"/>
        </pc:sldMkLst>
      </pc:sldChg>
      <pc:sldChg chg="modSp add mod">
        <pc:chgData name="Tea Boon Chian" userId="ab84e6a5-2079-4f96-af03-c8dde00dcc75" providerId="ADAL" clId="{AB8ABCBB-63AF-4174-9EBE-C9A3C11F9B96}" dt="2023-10-20T11:09:37.533" v="7378" actId="207"/>
        <pc:sldMkLst>
          <pc:docMk/>
          <pc:sldMk cId="793544629" sldId="276"/>
        </pc:sldMkLst>
        <pc:spChg chg="mod">
          <ac:chgData name="Tea Boon Chian" userId="ab84e6a5-2079-4f96-af03-c8dde00dcc75" providerId="ADAL" clId="{AB8ABCBB-63AF-4174-9EBE-C9A3C11F9B96}" dt="2023-10-20T11:04:17.567" v="6919"/>
          <ac:spMkLst>
            <pc:docMk/>
            <pc:sldMk cId="793544629" sldId="276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0T11:09:37.533" v="7378" actId="207"/>
          <ac:spMkLst>
            <pc:docMk/>
            <pc:sldMk cId="793544629" sldId="276"/>
            <ac:spMk id="3" creationId="{69A81713-13A6-9F9C-B51F-5E9091D510CA}"/>
          </ac:spMkLst>
        </pc:spChg>
      </pc:sldChg>
      <pc:sldChg chg="addSp modSp add mod">
        <pc:chgData name="Tea Boon Chian" userId="ab84e6a5-2079-4f96-af03-c8dde00dcc75" providerId="ADAL" clId="{AB8ABCBB-63AF-4174-9EBE-C9A3C11F9B96}" dt="2023-11-17T06:53:58.095" v="16221" actId="207"/>
        <pc:sldMkLst>
          <pc:docMk/>
          <pc:sldMk cId="503096659" sldId="277"/>
        </pc:sldMkLst>
        <pc:spChg chg="mod">
          <ac:chgData name="Tea Boon Chian" userId="ab84e6a5-2079-4f96-af03-c8dde00dcc75" providerId="ADAL" clId="{AB8ABCBB-63AF-4174-9EBE-C9A3C11F9B96}" dt="2023-10-20T11:10:24.591" v="7427" actId="113"/>
          <ac:spMkLst>
            <pc:docMk/>
            <pc:sldMk cId="503096659" sldId="277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1-17T06:53:58.095" v="16221" actId="207"/>
          <ac:spMkLst>
            <pc:docMk/>
            <pc:sldMk cId="503096659" sldId="277"/>
            <ac:spMk id="3" creationId="{69A81713-13A6-9F9C-B51F-5E9091D510CA}"/>
          </ac:spMkLst>
        </pc:spChg>
        <pc:spChg chg="add mod ord">
          <ac:chgData name="Tea Boon Chian" userId="ab84e6a5-2079-4f96-af03-c8dde00dcc75" providerId="ADAL" clId="{AB8ABCBB-63AF-4174-9EBE-C9A3C11F9B96}" dt="2023-10-20T11:15:13.896" v="7621" actId="167"/>
          <ac:spMkLst>
            <pc:docMk/>
            <pc:sldMk cId="503096659" sldId="277"/>
            <ac:spMk id="4" creationId="{AE8F04FC-4F63-2A13-5F11-FD97132C0973}"/>
          </ac:spMkLst>
        </pc:spChg>
      </pc:sldChg>
      <pc:sldChg chg="del">
        <pc:chgData name="Tea Boon Chian" userId="ab84e6a5-2079-4f96-af03-c8dde00dcc75" providerId="ADAL" clId="{AB8ABCBB-63AF-4174-9EBE-C9A3C11F9B96}" dt="2023-10-18T10:17:20.702" v="1333" actId="47"/>
        <pc:sldMkLst>
          <pc:docMk/>
          <pc:sldMk cId="794012769" sldId="277"/>
        </pc:sldMkLst>
      </pc:sldChg>
      <pc:sldChg chg="modSp add mod">
        <pc:chgData name="Tea Boon Chian" userId="ab84e6a5-2079-4f96-af03-c8dde00dcc75" providerId="ADAL" clId="{AB8ABCBB-63AF-4174-9EBE-C9A3C11F9B96}" dt="2023-10-20T11:28:31.839" v="8490" actId="20577"/>
        <pc:sldMkLst>
          <pc:docMk/>
          <pc:sldMk cId="1296807518" sldId="278"/>
        </pc:sldMkLst>
        <pc:spChg chg="mod">
          <ac:chgData name="Tea Boon Chian" userId="ab84e6a5-2079-4f96-af03-c8dde00dcc75" providerId="ADAL" clId="{AB8ABCBB-63AF-4174-9EBE-C9A3C11F9B96}" dt="2023-10-20T11:17:42" v="7741" actId="20577"/>
          <ac:spMkLst>
            <pc:docMk/>
            <pc:sldMk cId="1296807518" sldId="278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0T11:28:31.839" v="8490" actId="20577"/>
          <ac:spMkLst>
            <pc:docMk/>
            <pc:sldMk cId="1296807518" sldId="278"/>
            <ac:spMk id="3" creationId="{69A81713-13A6-9F9C-B51F-5E9091D510CA}"/>
          </ac:spMkLst>
        </pc:spChg>
      </pc:sldChg>
      <pc:sldChg chg="del">
        <pc:chgData name="Tea Boon Chian" userId="ab84e6a5-2079-4f96-af03-c8dde00dcc75" providerId="ADAL" clId="{AB8ABCBB-63AF-4174-9EBE-C9A3C11F9B96}" dt="2023-10-18T10:17:20.577" v="1332" actId="47"/>
        <pc:sldMkLst>
          <pc:docMk/>
          <pc:sldMk cId="4238401821" sldId="278"/>
        </pc:sldMkLst>
      </pc:sldChg>
      <pc:sldChg chg="del">
        <pc:chgData name="Tea Boon Chian" userId="ab84e6a5-2079-4f96-af03-c8dde00dcc75" providerId="ADAL" clId="{AB8ABCBB-63AF-4174-9EBE-C9A3C11F9B96}" dt="2023-10-18T10:17:20.467" v="1331" actId="47"/>
        <pc:sldMkLst>
          <pc:docMk/>
          <pc:sldMk cId="4007483654" sldId="279"/>
        </pc:sldMkLst>
      </pc:sldChg>
      <pc:sldChg chg="modSp add mod">
        <pc:chgData name="Tea Boon Chian" userId="ab84e6a5-2079-4f96-af03-c8dde00dcc75" providerId="ADAL" clId="{AB8ABCBB-63AF-4174-9EBE-C9A3C11F9B96}" dt="2023-10-25T07:21:20.124" v="16138" actId="5793"/>
        <pc:sldMkLst>
          <pc:docMk/>
          <pc:sldMk cId="4270936448" sldId="279"/>
        </pc:sldMkLst>
        <pc:spChg chg="mod">
          <ac:chgData name="Tea Boon Chian" userId="ab84e6a5-2079-4f96-af03-c8dde00dcc75" providerId="ADAL" clId="{AB8ABCBB-63AF-4174-9EBE-C9A3C11F9B96}" dt="2023-10-20T11:31:02.227" v="8533" actId="20577"/>
          <ac:spMkLst>
            <pc:docMk/>
            <pc:sldMk cId="4270936448" sldId="279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5T07:21:20.124" v="16138" actId="5793"/>
          <ac:spMkLst>
            <pc:docMk/>
            <pc:sldMk cId="4270936448" sldId="279"/>
            <ac:spMk id="3" creationId="{69A81713-13A6-9F9C-B51F-5E9091D510CA}"/>
          </ac:spMkLst>
        </pc:spChg>
      </pc:sldChg>
      <pc:sldChg chg="modSp add mod">
        <pc:chgData name="Tea Boon Chian" userId="ab84e6a5-2079-4f96-af03-c8dde00dcc75" providerId="ADAL" clId="{AB8ABCBB-63AF-4174-9EBE-C9A3C11F9B96}" dt="2023-10-24T15:10:58.755" v="9130" actId="207"/>
        <pc:sldMkLst>
          <pc:docMk/>
          <pc:sldMk cId="3316121804" sldId="280"/>
        </pc:sldMkLst>
        <pc:spChg chg="mod">
          <ac:chgData name="Tea Boon Chian" userId="ab84e6a5-2079-4f96-af03-c8dde00dcc75" providerId="ADAL" clId="{AB8ABCBB-63AF-4174-9EBE-C9A3C11F9B96}" dt="2023-10-24T15:07:15.549" v="8923"/>
          <ac:spMkLst>
            <pc:docMk/>
            <pc:sldMk cId="3316121804" sldId="280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4T15:10:58.755" v="9130" actId="207"/>
          <ac:spMkLst>
            <pc:docMk/>
            <pc:sldMk cId="3316121804" sldId="280"/>
            <ac:spMk id="3" creationId="{69A81713-13A6-9F9C-B51F-5E9091D510CA}"/>
          </ac:spMkLst>
        </pc:spChg>
      </pc:sldChg>
      <pc:sldChg chg="del">
        <pc:chgData name="Tea Boon Chian" userId="ab84e6a5-2079-4f96-af03-c8dde00dcc75" providerId="ADAL" clId="{AB8ABCBB-63AF-4174-9EBE-C9A3C11F9B96}" dt="2023-10-18T10:17:20.342" v="1330" actId="47"/>
        <pc:sldMkLst>
          <pc:docMk/>
          <pc:sldMk cId="3391520927" sldId="280"/>
        </pc:sldMkLst>
      </pc:sldChg>
      <pc:sldChg chg="del">
        <pc:chgData name="Tea Boon Chian" userId="ab84e6a5-2079-4f96-af03-c8dde00dcc75" providerId="ADAL" clId="{AB8ABCBB-63AF-4174-9EBE-C9A3C11F9B96}" dt="2023-10-18T10:17:20.233" v="1329" actId="47"/>
        <pc:sldMkLst>
          <pc:docMk/>
          <pc:sldMk cId="417711091" sldId="281"/>
        </pc:sldMkLst>
      </pc:sldChg>
      <pc:sldChg chg="modSp add mod">
        <pc:chgData name="Tea Boon Chian" userId="ab84e6a5-2079-4f96-af03-c8dde00dcc75" providerId="ADAL" clId="{AB8ABCBB-63AF-4174-9EBE-C9A3C11F9B96}" dt="2023-10-24T15:18:08.189" v="9698" actId="113"/>
        <pc:sldMkLst>
          <pc:docMk/>
          <pc:sldMk cId="2541648118" sldId="281"/>
        </pc:sldMkLst>
        <pc:spChg chg="mod">
          <ac:chgData name="Tea Boon Chian" userId="ab84e6a5-2079-4f96-af03-c8dde00dcc75" providerId="ADAL" clId="{AB8ABCBB-63AF-4174-9EBE-C9A3C11F9B96}" dt="2023-10-24T15:11:28.191" v="9148" actId="207"/>
          <ac:spMkLst>
            <pc:docMk/>
            <pc:sldMk cId="2541648118" sldId="281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4T15:18:08.189" v="9698" actId="113"/>
          <ac:spMkLst>
            <pc:docMk/>
            <pc:sldMk cId="2541648118" sldId="281"/>
            <ac:spMk id="3" creationId="{69A81713-13A6-9F9C-B51F-5E9091D510CA}"/>
          </ac:spMkLst>
        </pc:spChg>
      </pc:sldChg>
      <pc:sldChg chg="addSp modSp add mod">
        <pc:chgData name="Tea Boon Chian" userId="ab84e6a5-2079-4f96-af03-c8dde00dcc75" providerId="ADAL" clId="{AB8ABCBB-63AF-4174-9EBE-C9A3C11F9B96}" dt="2023-10-24T15:24:15.776" v="9997" actId="207"/>
        <pc:sldMkLst>
          <pc:docMk/>
          <pc:sldMk cId="940508311" sldId="282"/>
        </pc:sldMkLst>
        <pc:spChg chg="mod">
          <ac:chgData name="Tea Boon Chian" userId="ab84e6a5-2079-4f96-af03-c8dde00dcc75" providerId="ADAL" clId="{AB8ABCBB-63AF-4174-9EBE-C9A3C11F9B96}" dt="2023-10-24T15:18:16.721" v="9700"/>
          <ac:spMkLst>
            <pc:docMk/>
            <pc:sldMk cId="940508311" sldId="282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4T15:23:05.353" v="9920" actId="207"/>
          <ac:spMkLst>
            <pc:docMk/>
            <pc:sldMk cId="940508311" sldId="282"/>
            <ac:spMk id="3" creationId="{69A81713-13A6-9F9C-B51F-5E9091D510CA}"/>
          </ac:spMkLst>
        </pc:spChg>
        <pc:spChg chg="add mod">
          <ac:chgData name="Tea Boon Chian" userId="ab84e6a5-2079-4f96-af03-c8dde00dcc75" providerId="ADAL" clId="{AB8ABCBB-63AF-4174-9EBE-C9A3C11F9B96}" dt="2023-10-24T15:24:15.776" v="9997" actId="207"/>
          <ac:spMkLst>
            <pc:docMk/>
            <pc:sldMk cId="940508311" sldId="282"/>
            <ac:spMk id="4" creationId="{720214C3-6B4F-C743-4ABD-4FDE254DCFBF}"/>
          </ac:spMkLst>
        </pc:spChg>
      </pc:sldChg>
      <pc:sldChg chg="del">
        <pc:chgData name="Tea Boon Chian" userId="ab84e6a5-2079-4f96-af03-c8dde00dcc75" providerId="ADAL" clId="{AB8ABCBB-63AF-4174-9EBE-C9A3C11F9B96}" dt="2023-10-18T10:17:20.108" v="1328" actId="47"/>
        <pc:sldMkLst>
          <pc:docMk/>
          <pc:sldMk cId="2570931187" sldId="282"/>
        </pc:sldMkLst>
      </pc:sldChg>
      <pc:sldChg chg="del">
        <pc:chgData name="Tea Boon Chian" userId="ab84e6a5-2079-4f96-af03-c8dde00dcc75" providerId="ADAL" clId="{AB8ABCBB-63AF-4174-9EBE-C9A3C11F9B96}" dt="2023-10-18T10:17:19.983" v="1327" actId="47"/>
        <pc:sldMkLst>
          <pc:docMk/>
          <pc:sldMk cId="618423531" sldId="283"/>
        </pc:sldMkLst>
      </pc:sldChg>
      <pc:sldChg chg="modSp add mod">
        <pc:chgData name="Tea Boon Chian" userId="ab84e6a5-2079-4f96-af03-c8dde00dcc75" providerId="ADAL" clId="{AB8ABCBB-63AF-4174-9EBE-C9A3C11F9B96}" dt="2023-10-25T02:49:14.405" v="10417" actId="207"/>
        <pc:sldMkLst>
          <pc:docMk/>
          <pc:sldMk cId="961485527" sldId="283"/>
        </pc:sldMkLst>
        <pc:spChg chg="mod">
          <ac:chgData name="Tea Boon Chian" userId="ab84e6a5-2079-4f96-af03-c8dde00dcc75" providerId="ADAL" clId="{AB8ABCBB-63AF-4174-9EBE-C9A3C11F9B96}" dt="2023-10-24T15:15:35.074" v="9384" actId="207"/>
          <ac:spMkLst>
            <pc:docMk/>
            <pc:sldMk cId="961485527" sldId="283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5T02:49:14.405" v="10417" actId="207"/>
          <ac:spMkLst>
            <pc:docMk/>
            <pc:sldMk cId="961485527" sldId="283"/>
            <ac:spMk id="3" creationId="{69A81713-13A6-9F9C-B51F-5E9091D510CA}"/>
          </ac:spMkLst>
        </pc:spChg>
      </pc:sldChg>
      <pc:sldChg chg="del">
        <pc:chgData name="Tea Boon Chian" userId="ab84e6a5-2079-4f96-af03-c8dde00dcc75" providerId="ADAL" clId="{AB8ABCBB-63AF-4174-9EBE-C9A3C11F9B96}" dt="2023-10-18T10:17:19.905" v="1326" actId="47"/>
        <pc:sldMkLst>
          <pc:docMk/>
          <pc:sldMk cId="2784452914" sldId="284"/>
        </pc:sldMkLst>
      </pc:sldChg>
      <pc:sldChg chg="addSp modSp add mod">
        <pc:chgData name="Tea Boon Chian" userId="ab84e6a5-2079-4f96-af03-c8dde00dcc75" providerId="ADAL" clId="{AB8ABCBB-63AF-4174-9EBE-C9A3C11F9B96}" dt="2023-11-15T05:38:27.887" v="16151" actId="207"/>
        <pc:sldMkLst>
          <pc:docMk/>
          <pc:sldMk cId="3767803584" sldId="284"/>
        </pc:sldMkLst>
        <pc:spChg chg="mod">
          <ac:chgData name="Tea Boon Chian" userId="ab84e6a5-2079-4f96-af03-c8dde00dcc75" providerId="ADAL" clId="{AB8ABCBB-63AF-4174-9EBE-C9A3C11F9B96}" dt="2023-10-24T15:27:31.418" v="10407" actId="207"/>
          <ac:spMkLst>
            <pc:docMk/>
            <pc:sldMk cId="3767803584" sldId="284"/>
            <ac:spMk id="2" creationId="{8E1E934C-68E0-F991-9B64-414D1B36AD9C}"/>
          </ac:spMkLst>
        </pc:spChg>
        <pc:spChg chg="mod ord">
          <ac:chgData name="Tea Boon Chian" userId="ab84e6a5-2079-4f96-af03-c8dde00dcc75" providerId="ADAL" clId="{AB8ABCBB-63AF-4174-9EBE-C9A3C11F9B96}" dt="2023-11-15T05:38:27.887" v="16151" actId="207"/>
          <ac:spMkLst>
            <pc:docMk/>
            <pc:sldMk cId="3767803584" sldId="284"/>
            <ac:spMk id="3" creationId="{69A81713-13A6-9F9C-B51F-5E9091D510CA}"/>
          </ac:spMkLst>
        </pc:spChg>
        <pc:spChg chg="add mod ord">
          <ac:chgData name="Tea Boon Chian" userId="ab84e6a5-2079-4f96-af03-c8dde00dcc75" providerId="ADAL" clId="{AB8ABCBB-63AF-4174-9EBE-C9A3C11F9B96}" dt="2023-10-25T02:52:07.564" v="10581" actId="1036"/>
          <ac:spMkLst>
            <pc:docMk/>
            <pc:sldMk cId="3767803584" sldId="284"/>
            <ac:spMk id="4" creationId="{2560E85A-9CC1-9D5C-92C3-9FA7655BE7AF}"/>
          </ac:spMkLst>
        </pc:spChg>
      </pc:sldChg>
      <pc:sldChg chg="del">
        <pc:chgData name="Tea Boon Chian" userId="ab84e6a5-2079-4f96-af03-c8dde00dcc75" providerId="ADAL" clId="{AB8ABCBB-63AF-4174-9EBE-C9A3C11F9B96}" dt="2023-10-18T10:17:19.764" v="1325" actId="47"/>
        <pc:sldMkLst>
          <pc:docMk/>
          <pc:sldMk cId="2847389447" sldId="285"/>
        </pc:sldMkLst>
      </pc:sldChg>
      <pc:sldChg chg="modSp add mod">
        <pc:chgData name="Tea Boon Chian" userId="ab84e6a5-2079-4f96-af03-c8dde00dcc75" providerId="ADAL" clId="{AB8ABCBB-63AF-4174-9EBE-C9A3C11F9B96}" dt="2023-10-25T03:57:02.609" v="12111" actId="207"/>
        <pc:sldMkLst>
          <pc:docMk/>
          <pc:sldMk cId="3178674325" sldId="285"/>
        </pc:sldMkLst>
        <pc:spChg chg="mod">
          <ac:chgData name="Tea Boon Chian" userId="ab84e6a5-2079-4f96-af03-c8dde00dcc75" providerId="ADAL" clId="{AB8ABCBB-63AF-4174-9EBE-C9A3C11F9B96}" dt="2023-10-25T03:39:25.591" v="11257"/>
          <ac:spMkLst>
            <pc:docMk/>
            <pc:sldMk cId="3178674325" sldId="285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5T03:57:02.609" v="12111" actId="207"/>
          <ac:spMkLst>
            <pc:docMk/>
            <pc:sldMk cId="3178674325" sldId="285"/>
            <ac:spMk id="3" creationId="{69A81713-13A6-9F9C-B51F-5E9091D510CA}"/>
          </ac:spMkLst>
        </pc:spChg>
      </pc:sldChg>
      <pc:sldChg chg="del">
        <pc:chgData name="Tea Boon Chian" userId="ab84e6a5-2079-4f96-af03-c8dde00dcc75" providerId="ADAL" clId="{AB8ABCBB-63AF-4174-9EBE-C9A3C11F9B96}" dt="2023-10-18T10:17:19.639" v="1324" actId="47"/>
        <pc:sldMkLst>
          <pc:docMk/>
          <pc:sldMk cId="671091550" sldId="286"/>
        </pc:sldMkLst>
      </pc:sldChg>
      <pc:sldChg chg="addSp modSp add mod">
        <pc:chgData name="Tea Boon Chian" userId="ab84e6a5-2079-4f96-af03-c8dde00dcc75" providerId="ADAL" clId="{AB8ABCBB-63AF-4174-9EBE-C9A3C11F9B96}" dt="2023-11-15T05:38:35.200" v="16152" actId="207"/>
        <pc:sldMkLst>
          <pc:docMk/>
          <pc:sldMk cId="1586744718" sldId="286"/>
        </pc:sldMkLst>
        <pc:spChg chg="mod">
          <ac:chgData name="Tea Boon Chian" userId="ab84e6a5-2079-4f96-af03-c8dde00dcc75" providerId="ADAL" clId="{AB8ABCBB-63AF-4174-9EBE-C9A3C11F9B96}" dt="2023-10-25T03:39:36.991" v="11277" actId="404"/>
          <ac:spMkLst>
            <pc:docMk/>
            <pc:sldMk cId="1586744718" sldId="286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1-15T05:38:35.200" v="16152" actId="207"/>
          <ac:spMkLst>
            <pc:docMk/>
            <pc:sldMk cId="1586744718" sldId="286"/>
            <ac:spMk id="3" creationId="{69A81713-13A6-9F9C-B51F-5E9091D510CA}"/>
          </ac:spMkLst>
        </pc:spChg>
        <pc:spChg chg="add mod ord">
          <ac:chgData name="Tea Boon Chian" userId="ab84e6a5-2079-4f96-af03-c8dde00dcc75" providerId="ADAL" clId="{AB8ABCBB-63AF-4174-9EBE-C9A3C11F9B96}" dt="2023-10-25T03:47:58.275" v="11551" actId="167"/>
          <ac:spMkLst>
            <pc:docMk/>
            <pc:sldMk cId="1586744718" sldId="286"/>
            <ac:spMk id="4" creationId="{B8E7AFF4-4DDE-1E4B-B097-70ECCA644096}"/>
          </ac:spMkLst>
        </pc:spChg>
      </pc:sldChg>
      <pc:sldChg chg="modSp add mod">
        <pc:chgData name="Tea Boon Chian" userId="ab84e6a5-2079-4f96-af03-c8dde00dcc75" providerId="ADAL" clId="{AB8ABCBB-63AF-4174-9EBE-C9A3C11F9B96}" dt="2023-10-25T03:57:10.028" v="12112" actId="207"/>
        <pc:sldMkLst>
          <pc:docMk/>
          <pc:sldMk cId="35070235" sldId="287"/>
        </pc:sldMkLst>
        <pc:spChg chg="mod">
          <ac:chgData name="Tea Boon Chian" userId="ab84e6a5-2079-4f96-af03-c8dde00dcc75" providerId="ADAL" clId="{AB8ABCBB-63AF-4174-9EBE-C9A3C11F9B96}" dt="2023-10-25T03:39:44.513" v="11281" actId="404"/>
          <ac:spMkLst>
            <pc:docMk/>
            <pc:sldMk cId="35070235" sldId="287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5T03:57:10.028" v="12112" actId="207"/>
          <ac:spMkLst>
            <pc:docMk/>
            <pc:sldMk cId="35070235" sldId="287"/>
            <ac:spMk id="3" creationId="{69A81713-13A6-9F9C-B51F-5E9091D510CA}"/>
          </ac:spMkLst>
        </pc:spChg>
      </pc:sldChg>
      <pc:sldChg chg="del">
        <pc:chgData name="Tea Boon Chian" userId="ab84e6a5-2079-4f96-af03-c8dde00dcc75" providerId="ADAL" clId="{AB8ABCBB-63AF-4174-9EBE-C9A3C11F9B96}" dt="2023-10-18T10:17:19.436" v="1323" actId="47"/>
        <pc:sldMkLst>
          <pc:docMk/>
          <pc:sldMk cId="1999459351" sldId="287"/>
        </pc:sldMkLst>
      </pc:sldChg>
      <pc:sldChg chg="addSp modSp add mod">
        <pc:chgData name="Tea Boon Chian" userId="ab84e6a5-2079-4f96-af03-c8dde00dcc75" providerId="ADAL" clId="{AB8ABCBB-63AF-4174-9EBE-C9A3C11F9B96}" dt="2023-10-25T04:04:23.484" v="12479" actId="167"/>
        <pc:sldMkLst>
          <pc:docMk/>
          <pc:sldMk cId="762370408" sldId="288"/>
        </pc:sldMkLst>
        <pc:spChg chg="mod">
          <ac:chgData name="Tea Boon Chian" userId="ab84e6a5-2079-4f96-af03-c8dde00dcc75" providerId="ADAL" clId="{AB8ABCBB-63AF-4174-9EBE-C9A3C11F9B96}" dt="2023-10-25T03:58:42.513" v="12149" actId="404"/>
          <ac:spMkLst>
            <pc:docMk/>
            <pc:sldMk cId="762370408" sldId="288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5T04:03:45.779" v="12471" actId="255"/>
          <ac:spMkLst>
            <pc:docMk/>
            <pc:sldMk cId="762370408" sldId="288"/>
            <ac:spMk id="3" creationId="{69A81713-13A6-9F9C-B51F-5E9091D510CA}"/>
          </ac:spMkLst>
        </pc:spChg>
        <pc:spChg chg="add mod ord">
          <ac:chgData name="Tea Boon Chian" userId="ab84e6a5-2079-4f96-af03-c8dde00dcc75" providerId="ADAL" clId="{AB8ABCBB-63AF-4174-9EBE-C9A3C11F9B96}" dt="2023-10-25T04:04:23.484" v="12479" actId="167"/>
          <ac:spMkLst>
            <pc:docMk/>
            <pc:sldMk cId="762370408" sldId="288"/>
            <ac:spMk id="4" creationId="{24AE89FA-F8EE-45D2-D447-D8AD8889DC0C}"/>
          </ac:spMkLst>
        </pc:spChg>
      </pc:sldChg>
      <pc:sldChg chg="del">
        <pc:chgData name="Tea Boon Chian" userId="ab84e6a5-2079-4f96-af03-c8dde00dcc75" providerId="ADAL" clId="{AB8ABCBB-63AF-4174-9EBE-C9A3C11F9B96}" dt="2023-10-18T10:17:19.155" v="1322" actId="47"/>
        <pc:sldMkLst>
          <pc:docMk/>
          <pc:sldMk cId="3972357728" sldId="288"/>
        </pc:sldMkLst>
      </pc:sldChg>
      <pc:sldChg chg="del">
        <pc:chgData name="Tea Boon Chian" userId="ab84e6a5-2079-4f96-af03-c8dde00dcc75" providerId="ADAL" clId="{AB8ABCBB-63AF-4174-9EBE-C9A3C11F9B96}" dt="2023-10-18T10:17:19.124" v="1321" actId="47"/>
        <pc:sldMkLst>
          <pc:docMk/>
          <pc:sldMk cId="773213914" sldId="289"/>
        </pc:sldMkLst>
      </pc:sldChg>
      <pc:sldChg chg="addSp modSp add mod">
        <pc:chgData name="Tea Boon Chian" userId="ab84e6a5-2079-4f96-af03-c8dde00dcc75" providerId="ADAL" clId="{AB8ABCBB-63AF-4174-9EBE-C9A3C11F9B96}" dt="2023-11-17T06:53:39.014" v="16220" actId="20577"/>
        <pc:sldMkLst>
          <pc:docMk/>
          <pc:sldMk cId="2060035864" sldId="289"/>
        </pc:sldMkLst>
        <pc:spChg chg="mod">
          <ac:chgData name="Tea Boon Chian" userId="ab84e6a5-2079-4f96-af03-c8dde00dcc75" providerId="ADAL" clId="{AB8ABCBB-63AF-4174-9EBE-C9A3C11F9B96}" dt="2023-10-25T04:05:36.035" v="12489" actId="404"/>
          <ac:spMkLst>
            <pc:docMk/>
            <pc:sldMk cId="2060035864" sldId="289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1-17T06:53:39.014" v="16220" actId="20577"/>
          <ac:spMkLst>
            <pc:docMk/>
            <pc:sldMk cId="2060035864" sldId="289"/>
            <ac:spMk id="3" creationId="{69A81713-13A6-9F9C-B51F-5E9091D510CA}"/>
          </ac:spMkLst>
        </pc:spChg>
        <pc:graphicFrameChg chg="add mod">
          <ac:chgData name="Tea Boon Chian" userId="ab84e6a5-2079-4f96-af03-c8dde00dcc75" providerId="ADAL" clId="{AB8ABCBB-63AF-4174-9EBE-C9A3C11F9B96}" dt="2023-10-25T04:13:45.185" v="13159" actId="6549"/>
          <ac:graphicFrameMkLst>
            <pc:docMk/>
            <pc:sldMk cId="2060035864" sldId="289"/>
            <ac:graphicFrameMk id="4" creationId="{58DC2A1A-2995-7862-5956-92DC5CCF3311}"/>
          </ac:graphicFrameMkLst>
        </pc:graphicFrameChg>
      </pc:sldChg>
      <pc:sldChg chg="addSp delSp modSp add mod">
        <pc:chgData name="Tea Boon Chian" userId="ab84e6a5-2079-4f96-af03-c8dde00dcc75" providerId="ADAL" clId="{AB8ABCBB-63AF-4174-9EBE-C9A3C11F9B96}" dt="2023-12-13T10:45:38.804" v="16301"/>
        <pc:sldMkLst>
          <pc:docMk/>
          <pc:sldMk cId="2739496568" sldId="290"/>
        </pc:sldMkLst>
        <pc:spChg chg="mod">
          <ac:chgData name="Tea Boon Chian" userId="ab84e6a5-2079-4f96-af03-c8dde00dcc75" providerId="ADAL" clId="{AB8ABCBB-63AF-4174-9EBE-C9A3C11F9B96}" dt="2023-10-25T04:10:07.439" v="12926" actId="404"/>
          <ac:spMkLst>
            <pc:docMk/>
            <pc:sldMk cId="2739496568" sldId="290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5T04:14:57.612" v="13199" actId="207"/>
          <ac:spMkLst>
            <pc:docMk/>
            <pc:sldMk cId="2739496568" sldId="290"/>
            <ac:spMk id="3" creationId="{69A81713-13A6-9F9C-B51F-5E9091D510CA}"/>
          </ac:spMkLst>
        </pc:spChg>
        <pc:graphicFrameChg chg="add del mod modGraphic">
          <ac:chgData name="Tea Boon Chian" userId="ab84e6a5-2079-4f96-af03-c8dde00dcc75" providerId="ADAL" clId="{AB8ABCBB-63AF-4174-9EBE-C9A3C11F9B96}" dt="2023-12-13T10:45:38.215" v="16300" actId="478"/>
          <ac:graphicFrameMkLst>
            <pc:docMk/>
            <pc:sldMk cId="2739496568" sldId="290"/>
            <ac:graphicFrameMk id="4" creationId="{47180B00-1108-6FEE-CD45-EB438A864982}"/>
          </ac:graphicFrameMkLst>
        </pc:graphicFrameChg>
        <pc:graphicFrameChg chg="add mod">
          <ac:chgData name="Tea Boon Chian" userId="ab84e6a5-2079-4f96-af03-c8dde00dcc75" providerId="ADAL" clId="{AB8ABCBB-63AF-4174-9EBE-C9A3C11F9B96}" dt="2023-12-13T10:45:38.804" v="16301"/>
          <ac:graphicFrameMkLst>
            <pc:docMk/>
            <pc:sldMk cId="2739496568" sldId="290"/>
            <ac:graphicFrameMk id="5" creationId="{9EBB170B-E6D1-4351-5690-C2A4BD117B93}"/>
          </ac:graphicFrameMkLst>
        </pc:graphicFrameChg>
      </pc:sldChg>
      <pc:sldChg chg="del">
        <pc:chgData name="Tea Boon Chian" userId="ab84e6a5-2079-4f96-af03-c8dde00dcc75" providerId="ADAL" clId="{AB8ABCBB-63AF-4174-9EBE-C9A3C11F9B96}" dt="2023-10-18T10:17:19.093" v="1320" actId="47"/>
        <pc:sldMkLst>
          <pc:docMk/>
          <pc:sldMk cId="3529719235" sldId="290"/>
        </pc:sldMkLst>
      </pc:sldChg>
      <pc:sldChg chg="del">
        <pc:chgData name="Tea Boon Chian" userId="ab84e6a5-2079-4f96-af03-c8dde00dcc75" providerId="ADAL" clId="{AB8ABCBB-63AF-4174-9EBE-C9A3C11F9B96}" dt="2023-10-18T10:17:19.061" v="1319" actId="47"/>
        <pc:sldMkLst>
          <pc:docMk/>
          <pc:sldMk cId="1110775321" sldId="291"/>
        </pc:sldMkLst>
      </pc:sldChg>
      <pc:sldChg chg="addSp modSp add mod">
        <pc:chgData name="Tea Boon Chian" userId="ab84e6a5-2079-4f96-af03-c8dde00dcc75" providerId="ADAL" clId="{AB8ABCBB-63AF-4174-9EBE-C9A3C11F9B96}" dt="2023-10-25T04:31:40.280" v="13557" actId="207"/>
        <pc:sldMkLst>
          <pc:docMk/>
          <pc:sldMk cId="1793963770" sldId="291"/>
        </pc:sldMkLst>
        <pc:spChg chg="mod">
          <ac:chgData name="Tea Boon Chian" userId="ab84e6a5-2079-4f96-af03-c8dde00dcc75" providerId="ADAL" clId="{AB8ABCBB-63AF-4174-9EBE-C9A3C11F9B96}" dt="2023-10-25T04:15:49.773" v="13247" actId="20577"/>
          <ac:spMkLst>
            <pc:docMk/>
            <pc:sldMk cId="1793963770" sldId="291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5T04:30:36.243" v="13482" actId="207"/>
          <ac:spMkLst>
            <pc:docMk/>
            <pc:sldMk cId="1793963770" sldId="291"/>
            <ac:spMk id="3" creationId="{69A81713-13A6-9F9C-B51F-5E9091D510CA}"/>
          </ac:spMkLst>
        </pc:spChg>
        <pc:spChg chg="add mod ord">
          <ac:chgData name="Tea Boon Chian" userId="ab84e6a5-2079-4f96-af03-c8dde00dcc75" providerId="ADAL" clId="{AB8ABCBB-63AF-4174-9EBE-C9A3C11F9B96}" dt="2023-10-25T04:30:07.221" v="13476" actId="167"/>
          <ac:spMkLst>
            <pc:docMk/>
            <pc:sldMk cId="1793963770" sldId="291"/>
            <ac:spMk id="5" creationId="{BA455225-E1A9-0818-7E76-12C184A93883}"/>
          </ac:spMkLst>
        </pc:spChg>
        <pc:spChg chg="add mod">
          <ac:chgData name="Tea Boon Chian" userId="ab84e6a5-2079-4f96-af03-c8dde00dcc75" providerId="ADAL" clId="{AB8ABCBB-63AF-4174-9EBE-C9A3C11F9B96}" dt="2023-10-25T04:31:40.280" v="13557" actId="207"/>
          <ac:spMkLst>
            <pc:docMk/>
            <pc:sldMk cId="1793963770" sldId="291"/>
            <ac:spMk id="6" creationId="{854E3F56-D79A-D6B6-6282-95AF76C4F8BB}"/>
          </ac:spMkLst>
        </pc:spChg>
        <pc:picChg chg="add mod">
          <ac:chgData name="Tea Boon Chian" userId="ab84e6a5-2079-4f96-af03-c8dde00dcc75" providerId="ADAL" clId="{AB8ABCBB-63AF-4174-9EBE-C9A3C11F9B96}" dt="2023-10-25T04:29:52.959" v="13473" actId="1076"/>
          <ac:picMkLst>
            <pc:docMk/>
            <pc:sldMk cId="1793963770" sldId="291"/>
            <ac:picMk id="4" creationId="{00B7CC21-5ACC-81CE-9A5E-59E964FEB4DB}"/>
          </ac:picMkLst>
        </pc:picChg>
      </pc:sldChg>
      <pc:sldChg chg="del">
        <pc:chgData name="Tea Boon Chian" userId="ab84e6a5-2079-4f96-af03-c8dde00dcc75" providerId="ADAL" clId="{AB8ABCBB-63AF-4174-9EBE-C9A3C11F9B96}" dt="2023-10-18T10:17:19.046" v="1318" actId="47"/>
        <pc:sldMkLst>
          <pc:docMk/>
          <pc:sldMk cId="1275605680" sldId="292"/>
        </pc:sldMkLst>
      </pc:sldChg>
      <pc:sldChg chg="addSp delSp modSp add mod">
        <pc:chgData name="Tea Boon Chian" userId="ab84e6a5-2079-4f96-af03-c8dde00dcc75" providerId="ADAL" clId="{AB8ABCBB-63AF-4174-9EBE-C9A3C11F9B96}" dt="2023-10-25T06:32:32.828" v="14850" actId="113"/>
        <pc:sldMkLst>
          <pc:docMk/>
          <pc:sldMk cId="3822231088" sldId="292"/>
        </pc:sldMkLst>
        <pc:spChg chg="mod">
          <ac:chgData name="Tea Boon Chian" userId="ab84e6a5-2079-4f96-af03-c8dde00dcc75" providerId="ADAL" clId="{AB8ABCBB-63AF-4174-9EBE-C9A3C11F9B96}" dt="2023-10-25T06:25:40.053" v="14593" actId="20577"/>
          <ac:spMkLst>
            <pc:docMk/>
            <pc:sldMk cId="3822231088" sldId="292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5T06:32:32.828" v="14850" actId="113"/>
          <ac:spMkLst>
            <pc:docMk/>
            <pc:sldMk cId="3822231088" sldId="292"/>
            <ac:spMk id="3" creationId="{69A81713-13A6-9F9C-B51F-5E9091D510CA}"/>
          </ac:spMkLst>
        </pc:spChg>
        <pc:graphicFrameChg chg="add del mod">
          <ac:chgData name="Tea Boon Chian" userId="ab84e6a5-2079-4f96-af03-c8dde00dcc75" providerId="ADAL" clId="{AB8ABCBB-63AF-4174-9EBE-C9A3C11F9B96}" dt="2023-10-25T06:25:56.947" v="14617"/>
          <ac:graphicFrameMkLst>
            <pc:docMk/>
            <pc:sldMk cId="3822231088" sldId="292"/>
            <ac:graphicFrameMk id="4" creationId="{D28F7E41-C4DA-B392-3E8E-B0EF8E6300D5}"/>
          </ac:graphicFrameMkLst>
        </pc:graphicFrameChg>
      </pc:sldChg>
      <pc:sldChg chg="modSp add mod">
        <pc:chgData name="Tea Boon Chian" userId="ab84e6a5-2079-4f96-af03-c8dde00dcc75" providerId="ADAL" clId="{AB8ABCBB-63AF-4174-9EBE-C9A3C11F9B96}" dt="2023-10-25T06:34:08.022" v="14944" actId="20577"/>
        <pc:sldMkLst>
          <pc:docMk/>
          <pc:sldMk cId="1412232701" sldId="293"/>
        </pc:sldMkLst>
        <pc:spChg chg="mod">
          <ac:chgData name="Tea Boon Chian" userId="ab84e6a5-2079-4f96-af03-c8dde00dcc75" providerId="ADAL" clId="{AB8ABCBB-63AF-4174-9EBE-C9A3C11F9B96}" dt="2023-10-25T06:17:00.102" v="14173"/>
          <ac:spMkLst>
            <pc:docMk/>
            <pc:sldMk cId="1412232701" sldId="293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5T06:34:08.022" v="14944" actId="20577"/>
          <ac:spMkLst>
            <pc:docMk/>
            <pc:sldMk cId="1412232701" sldId="293"/>
            <ac:spMk id="3" creationId="{69A81713-13A6-9F9C-B51F-5E9091D510CA}"/>
          </ac:spMkLst>
        </pc:spChg>
      </pc:sldChg>
      <pc:sldChg chg="del">
        <pc:chgData name="Tea Boon Chian" userId="ab84e6a5-2079-4f96-af03-c8dde00dcc75" providerId="ADAL" clId="{AB8ABCBB-63AF-4174-9EBE-C9A3C11F9B96}" dt="2023-10-18T10:17:18.999" v="1317" actId="47"/>
        <pc:sldMkLst>
          <pc:docMk/>
          <pc:sldMk cId="2802802298" sldId="293"/>
        </pc:sldMkLst>
      </pc:sldChg>
      <pc:sldChg chg="addSp modSp add mod">
        <pc:chgData name="Tea Boon Chian" userId="ab84e6a5-2079-4f96-af03-c8dde00dcc75" providerId="ADAL" clId="{AB8ABCBB-63AF-4174-9EBE-C9A3C11F9B96}" dt="2023-10-25T06:40:44.313" v="15144" actId="1076"/>
        <pc:sldMkLst>
          <pc:docMk/>
          <pc:sldMk cId="857570558" sldId="294"/>
        </pc:sldMkLst>
        <pc:spChg chg="mod">
          <ac:chgData name="Tea Boon Chian" userId="ab84e6a5-2079-4f96-af03-c8dde00dcc75" providerId="ADAL" clId="{AB8ABCBB-63AF-4174-9EBE-C9A3C11F9B96}" dt="2023-10-25T06:35:11.983" v="14946"/>
          <ac:spMkLst>
            <pc:docMk/>
            <pc:sldMk cId="857570558" sldId="294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5T06:40:35.688" v="15143" actId="20577"/>
          <ac:spMkLst>
            <pc:docMk/>
            <pc:sldMk cId="857570558" sldId="294"/>
            <ac:spMk id="3" creationId="{69A81713-13A6-9F9C-B51F-5E9091D510CA}"/>
          </ac:spMkLst>
        </pc:spChg>
        <pc:cxnChg chg="add mod">
          <ac:chgData name="Tea Boon Chian" userId="ab84e6a5-2079-4f96-af03-c8dde00dcc75" providerId="ADAL" clId="{AB8ABCBB-63AF-4174-9EBE-C9A3C11F9B96}" dt="2023-10-25T06:40:44.313" v="15144" actId="1076"/>
          <ac:cxnSpMkLst>
            <pc:docMk/>
            <pc:sldMk cId="857570558" sldId="294"/>
            <ac:cxnSpMk id="5" creationId="{7D59D102-F2C3-926B-9732-5D8C9AC70F02}"/>
          </ac:cxnSpMkLst>
        </pc:cxnChg>
        <pc:cxnChg chg="add mod">
          <ac:chgData name="Tea Boon Chian" userId="ab84e6a5-2079-4f96-af03-c8dde00dcc75" providerId="ADAL" clId="{AB8ABCBB-63AF-4174-9EBE-C9A3C11F9B96}" dt="2023-10-25T06:40:29.784" v="15138" actId="1076"/>
          <ac:cxnSpMkLst>
            <pc:docMk/>
            <pc:sldMk cId="857570558" sldId="294"/>
            <ac:cxnSpMk id="7" creationId="{2680AF7B-DC71-63DE-D006-13D426A4DF8C}"/>
          </ac:cxnSpMkLst>
        </pc:cxnChg>
      </pc:sldChg>
      <pc:sldChg chg="del">
        <pc:chgData name="Tea Boon Chian" userId="ab84e6a5-2079-4f96-af03-c8dde00dcc75" providerId="ADAL" clId="{AB8ABCBB-63AF-4174-9EBE-C9A3C11F9B96}" dt="2023-10-18T10:17:18.968" v="1316" actId="47"/>
        <pc:sldMkLst>
          <pc:docMk/>
          <pc:sldMk cId="3787852830" sldId="294"/>
        </pc:sldMkLst>
      </pc:sldChg>
      <pc:sldChg chg="del">
        <pc:chgData name="Tea Boon Chian" userId="ab84e6a5-2079-4f96-af03-c8dde00dcc75" providerId="ADAL" clId="{AB8ABCBB-63AF-4174-9EBE-C9A3C11F9B96}" dt="2023-10-18T10:17:18.936" v="1315" actId="47"/>
        <pc:sldMkLst>
          <pc:docMk/>
          <pc:sldMk cId="476240747" sldId="295"/>
        </pc:sldMkLst>
      </pc:sldChg>
      <pc:sldChg chg="modSp add mod">
        <pc:chgData name="Tea Boon Chian" userId="ab84e6a5-2079-4f96-af03-c8dde00dcc75" providerId="ADAL" clId="{AB8ABCBB-63AF-4174-9EBE-C9A3C11F9B96}" dt="2023-10-25T06:51:57.896" v="15814" actId="20577"/>
        <pc:sldMkLst>
          <pc:docMk/>
          <pc:sldMk cId="2647089741" sldId="295"/>
        </pc:sldMkLst>
        <pc:spChg chg="mod">
          <ac:chgData name="Tea Boon Chian" userId="ab84e6a5-2079-4f96-af03-c8dde00dcc75" providerId="ADAL" clId="{AB8ABCBB-63AF-4174-9EBE-C9A3C11F9B96}" dt="2023-10-25T06:45:41.702" v="15177" actId="207"/>
          <ac:spMkLst>
            <pc:docMk/>
            <pc:sldMk cId="2647089741" sldId="295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5T06:51:57.896" v="15814" actId="20577"/>
          <ac:spMkLst>
            <pc:docMk/>
            <pc:sldMk cId="2647089741" sldId="295"/>
            <ac:spMk id="3" creationId="{69A81713-13A6-9F9C-B51F-5E9091D510CA}"/>
          </ac:spMkLst>
        </pc:spChg>
      </pc:sldChg>
      <pc:sldChg chg="del">
        <pc:chgData name="Tea Boon Chian" userId="ab84e6a5-2079-4f96-af03-c8dde00dcc75" providerId="ADAL" clId="{AB8ABCBB-63AF-4174-9EBE-C9A3C11F9B96}" dt="2023-10-18T10:17:18.905" v="1314" actId="47"/>
        <pc:sldMkLst>
          <pc:docMk/>
          <pc:sldMk cId="473449067" sldId="296"/>
        </pc:sldMkLst>
      </pc:sldChg>
      <pc:sldChg chg="modSp add mod">
        <pc:chgData name="Tea Boon Chian" userId="ab84e6a5-2079-4f96-af03-c8dde00dcc75" providerId="ADAL" clId="{AB8ABCBB-63AF-4174-9EBE-C9A3C11F9B96}" dt="2024-02-15T23:51:17.942" v="16304" actId="20577"/>
        <pc:sldMkLst>
          <pc:docMk/>
          <pc:sldMk cId="1373828832" sldId="296"/>
        </pc:sldMkLst>
        <pc:spChg chg="mod">
          <ac:chgData name="Tea Boon Chian" userId="ab84e6a5-2079-4f96-af03-c8dde00dcc75" providerId="ADAL" clId="{AB8ABCBB-63AF-4174-9EBE-C9A3C11F9B96}" dt="2024-02-15T23:51:17.942" v="16304" actId="20577"/>
          <ac:spMkLst>
            <pc:docMk/>
            <pc:sldMk cId="1373828832" sldId="296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5T06:53:41.494" v="15855" actId="5793"/>
          <ac:spMkLst>
            <pc:docMk/>
            <pc:sldMk cId="1373828832" sldId="296"/>
            <ac:spMk id="3" creationId="{69A81713-13A6-9F9C-B51F-5E9091D510CA}"/>
          </ac:spMkLst>
        </pc:spChg>
      </pc:sldChg>
      <pc:sldChg chg="del">
        <pc:chgData name="Tea Boon Chian" userId="ab84e6a5-2079-4f96-af03-c8dde00dcc75" providerId="ADAL" clId="{AB8ABCBB-63AF-4174-9EBE-C9A3C11F9B96}" dt="2023-10-18T10:17:18.858" v="1313" actId="47"/>
        <pc:sldMkLst>
          <pc:docMk/>
          <pc:sldMk cId="234295686" sldId="297"/>
        </pc:sldMkLst>
      </pc:sldChg>
      <pc:sldChg chg="delSp modSp add mod">
        <pc:chgData name="Tea Boon Chian" userId="ab84e6a5-2079-4f96-af03-c8dde00dcc75" providerId="ADAL" clId="{AB8ABCBB-63AF-4174-9EBE-C9A3C11F9B96}" dt="2023-10-25T06:53:11.186" v="15827" actId="20577"/>
        <pc:sldMkLst>
          <pc:docMk/>
          <pc:sldMk cId="849293029" sldId="297"/>
        </pc:sldMkLst>
        <pc:spChg chg="mod">
          <ac:chgData name="Tea Boon Chian" userId="ab84e6a5-2079-4f96-af03-c8dde00dcc75" providerId="ADAL" clId="{AB8ABCBB-63AF-4174-9EBE-C9A3C11F9B96}" dt="2023-10-25T06:53:11.186" v="15827" actId="20577"/>
          <ac:spMkLst>
            <pc:docMk/>
            <pc:sldMk cId="849293029" sldId="297"/>
            <ac:spMk id="2" creationId="{8E1E934C-68E0-F991-9B64-414D1B36AD9C}"/>
          </ac:spMkLst>
        </pc:spChg>
        <pc:spChg chg="del">
          <ac:chgData name="Tea Boon Chian" userId="ab84e6a5-2079-4f96-af03-c8dde00dcc75" providerId="ADAL" clId="{AB8ABCBB-63AF-4174-9EBE-C9A3C11F9B96}" dt="2023-10-25T06:53:01.803" v="15822" actId="478"/>
          <ac:spMkLst>
            <pc:docMk/>
            <pc:sldMk cId="849293029" sldId="297"/>
            <ac:spMk id="3" creationId="{69A81713-13A6-9F9C-B51F-5E9091D510CA}"/>
          </ac:spMkLst>
        </pc:spChg>
      </pc:sldChg>
      <pc:sldChg chg="del">
        <pc:chgData name="Tea Boon Chian" userId="ab84e6a5-2079-4f96-af03-c8dde00dcc75" providerId="ADAL" clId="{AB8ABCBB-63AF-4174-9EBE-C9A3C11F9B96}" dt="2023-10-18T10:17:18.827" v="1312" actId="47"/>
        <pc:sldMkLst>
          <pc:docMk/>
          <pc:sldMk cId="538818646" sldId="298"/>
        </pc:sldMkLst>
      </pc:sldChg>
      <pc:sldChg chg="add del">
        <pc:chgData name="Tea Boon Chian" userId="ab84e6a5-2079-4f96-af03-c8dde00dcc75" providerId="ADAL" clId="{AB8ABCBB-63AF-4174-9EBE-C9A3C11F9B96}" dt="2023-10-25T06:53:20.975" v="15853" actId="47"/>
        <pc:sldMkLst>
          <pc:docMk/>
          <pc:sldMk cId="1655623880" sldId="298"/>
        </pc:sldMkLst>
      </pc:sldChg>
      <pc:sldChg chg="del">
        <pc:chgData name="Tea Boon Chian" userId="ab84e6a5-2079-4f96-af03-c8dde00dcc75" providerId="ADAL" clId="{AB8ABCBB-63AF-4174-9EBE-C9A3C11F9B96}" dt="2023-10-18T10:17:18.796" v="1311" actId="47"/>
        <pc:sldMkLst>
          <pc:docMk/>
          <pc:sldMk cId="516859439" sldId="299"/>
        </pc:sldMkLst>
      </pc:sldChg>
      <pc:sldChg chg="add del">
        <pc:chgData name="Tea Boon Chian" userId="ab84e6a5-2079-4f96-af03-c8dde00dcc75" providerId="ADAL" clId="{AB8ABCBB-63AF-4174-9EBE-C9A3C11F9B96}" dt="2023-10-25T06:53:20.522" v="15852" actId="47"/>
        <pc:sldMkLst>
          <pc:docMk/>
          <pc:sldMk cId="3498619881" sldId="299"/>
        </pc:sldMkLst>
      </pc:sldChg>
      <pc:sldChg chg="del">
        <pc:chgData name="Tea Boon Chian" userId="ab84e6a5-2079-4f96-af03-c8dde00dcc75" providerId="ADAL" clId="{AB8ABCBB-63AF-4174-9EBE-C9A3C11F9B96}" dt="2023-10-18T10:17:18.765" v="1310" actId="47"/>
        <pc:sldMkLst>
          <pc:docMk/>
          <pc:sldMk cId="2531981271" sldId="300"/>
        </pc:sldMkLst>
      </pc:sldChg>
      <pc:sldChg chg="add del">
        <pc:chgData name="Tea Boon Chian" userId="ab84e6a5-2079-4f96-af03-c8dde00dcc75" providerId="ADAL" clId="{AB8ABCBB-63AF-4174-9EBE-C9A3C11F9B96}" dt="2023-10-25T06:53:20.179" v="15851" actId="47"/>
        <pc:sldMkLst>
          <pc:docMk/>
          <pc:sldMk cId="3205626291" sldId="300"/>
        </pc:sldMkLst>
      </pc:sldChg>
      <pc:sldChg chg="add del">
        <pc:chgData name="Tea Boon Chian" userId="ab84e6a5-2079-4f96-af03-c8dde00dcc75" providerId="ADAL" clId="{AB8ABCBB-63AF-4174-9EBE-C9A3C11F9B96}" dt="2023-10-25T06:53:19.960" v="15850" actId="47"/>
        <pc:sldMkLst>
          <pc:docMk/>
          <pc:sldMk cId="151618219" sldId="301"/>
        </pc:sldMkLst>
      </pc:sldChg>
      <pc:sldChg chg="del">
        <pc:chgData name="Tea Boon Chian" userId="ab84e6a5-2079-4f96-af03-c8dde00dcc75" providerId="ADAL" clId="{AB8ABCBB-63AF-4174-9EBE-C9A3C11F9B96}" dt="2023-10-18T10:17:18.733" v="1309" actId="47"/>
        <pc:sldMkLst>
          <pc:docMk/>
          <pc:sldMk cId="868478042" sldId="301"/>
        </pc:sldMkLst>
      </pc:sldChg>
      <pc:sldChg chg="del">
        <pc:chgData name="Tea Boon Chian" userId="ab84e6a5-2079-4f96-af03-c8dde00dcc75" providerId="ADAL" clId="{AB8ABCBB-63AF-4174-9EBE-C9A3C11F9B96}" dt="2023-10-18T10:17:18.702" v="1308" actId="47"/>
        <pc:sldMkLst>
          <pc:docMk/>
          <pc:sldMk cId="2206472361" sldId="302"/>
        </pc:sldMkLst>
      </pc:sldChg>
      <pc:sldChg chg="add del">
        <pc:chgData name="Tea Boon Chian" userId="ab84e6a5-2079-4f96-af03-c8dde00dcc75" providerId="ADAL" clId="{AB8ABCBB-63AF-4174-9EBE-C9A3C11F9B96}" dt="2023-10-25T06:53:19.819" v="15849" actId="47"/>
        <pc:sldMkLst>
          <pc:docMk/>
          <pc:sldMk cId="3224313604" sldId="302"/>
        </pc:sldMkLst>
      </pc:sldChg>
      <pc:sldChg chg="add del">
        <pc:chgData name="Tea Boon Chian" userId="ab84e6a5-2079-4f96-af03-c8dde00dcc75" providerId="ADAL" clId="{AB8ABCBB-63AF-4174-9EBE-C9A3C11F9B96}" dt="2023-10-25T06:53:19.663" v="15848" actId="47"/>
        <pc:sldMkLst>
          <pc:docMk/>
          <pc:sldMk cId="1303389053" sldId="303"/>
        </pc:sldMkLst>
      </pc:sldChg>
      <pc:sldChg chg="del">
        <pc:chgData name="Tea Boon Chian" userId="ab84e6a5-2079-4f96-af03-c8dde00dcc75" providerId="ADAL" clId="{AB8ABCBB-63AF-4174-9EBE-C9A3C11F9B96}" dt="2023-10-18T10:17:18.671" v="1307" actId="47"/>
        <pc:sldMkLst>
          <pc:docMk/>
          <pc:sldMk cId="4142189372" sldId="303"/>
        </pc:sldMkLst>
      </pc:sldChg>
      <pc:sldChg chg="del">
        <pc:chgData name="Tea Boon Chian" userId="ab84e6a5-2079-4f96-af03-c8dde00dcc75" providerId="ADAL" clId="{AB8ABCBB-63AF-4174-9EBE-C9A3C11F9B96}" dt="2023-10-18T10:17:18.640" v="1306" actId="47"/>
        <pc:sldMkLst>
          <pc:docMk/>
          <pc:sldMk cId="2063688915" sldId="304"/>
        </pc:sldMkLst>
      </pc:sldChg>
      <pc:sldChg chg="add del">
        <pc:chgData name="Tea Boon Chian" userId="ab84e6a5-2079-4f96-af03-c8dde00dcc75" providerId="ADAL" clId="{AB8ABCBB-63AF-4174-9EBE-C9A3C11F9B96}" dt="2023-10-25T06:53:19.491" v="15847" actId="47"/>
        <pc:sldMkLst>
          <pc:docMk/>
          <pc:sldMk cId="3561958336" sldId="304"/>
        </pc:sldMkLst>
      </pc:sldChg>
      <pc:sldChg chg="del">
        <pc:chgData name="Tea Boon Chian" userId="ab84e6a5-2079-4f96-af03-c8dde00dcc75" providerId="ADAL" clId="{AB8ABCBB-63AF-4174-9EBE-C9A3C11F9B96}" dt="2023-10-18T10:17:18.608" v="1305" actId="47"/>
        <pc:sldMkLst>
          <pc:docMk/>
          <pc:sldMk cId="155414283" sldId="305"/>
        </pc:sldMkLst>
      </pc:sldChg>
      <pc:sldChg chg="add del">
        <pc:chgData name="Tea Boon Chian" userId="ab84e6a5-2079-4f96-af03-c8dde00dcc75" providerId="ADAL" clId="{AB8ABCBB-63AF-4174-9EBE-C9A3C11F9B96}" dt="2023-10-25T06:53:19.304" v="15846" actId="47"/>
        <pc:sldMkLst>
          <pc:docMk/>
          <pc:sldMk cId="3221666568" sldId="305"/>
        </pc:sldMkLst>
      </pc:sldChg>
      <pc:sldChg chg="add del">
        <pc:chgData name="Tea Boon Chian" userId="ab84e6a5-2079-4f96-af03-c8dde00dcc75" providerId="ADAL" clId="{AB8ABCBB-63AF-4174-9EBE-C9A3C11F9B96}" dt="2023-10-25T06:53:19.148" v="15845" actId="47"/>
        <pc:sldMkLst>
          <pc:docMk/>
          <pc:sldMk cId="14464696" sldId="306"/>
        </pc:sldMkLst>
      </pc:sldChg>
      <pc:sldChg chg="del">
        <pc:chgData name="Tea Boon Chian" userId="ab84e6a5-2079-4f96-af03-c8dde00dcc75" providerId="ADAL" clId="{AB8ABCBB-63AF-4174-9EBE-C9A3C11F9B96}" dt="2023-10-18T10:17:18.140" v="1304" actId="47"/>
        <pc:sldMkLst>
          <pc:docMk/>
          <pc:sldMk cId="298838225" sldId="306"/>
        </pc:sldMkLst>
      </pc:sldChg>
      <pc:sldChg chg="add del">
        <pc:chgData name="Tea Boon Chian" userId="ab84e6a5-2079-4f96-af03-c8dde00dcc75" providerId="ADAL" clId="{AB8ABCBB-63AF-4174-9EBE-C9A3C11F9B96}" dt="2023-10-25T06:53:18.976" v="15844" actId="47"/>
        <pc:sldMkLst>
          <pc:docMk/>
          <pc:sldMk cId="3337784256" sldId="307"/>
        </pc:sldMkLst>
      </pc:sldChg>
      <pc:sldChg chg="add del">
        <pc:chgData name="Tea Boon Chian" userId="ab84e6a5-2079-4f96-af03-c8dde00dcc75" providerId="ADAL" clId="{AB8ABCBB-63AF-4174-9EBE-C9A3C11F9B96}" dt="2023-10-25T06:53:18.819" v="15843" actId="47"/>
        <pc:sldMkLst>
          <pc:docMk/>
          <pc:sldMk cId="1638100401" sldId="308"/>
        </pc:sldMkLst>
      </pc:sldChg>
      <pc:sldChg chg="add del">
        <pc:chgData name="Tea Boon Chian" userId="ab84e6a5-2079-4f96-af03-c8dde00dcc75" providerId="ADAL" clId="{AB8ABCBB-63AF-4174-9EBE-C9A3C11F9B96}" dt="2023-10-25T06:53:18.695" v="15842" actId="47"/>
        <pc:sldMkLst>
          <pc:docMk/>
          <pc:sldMk cId="518554104" sldId="309"/>
        </pc:sldMkLst>
      </pc:sldChg>
      <pc:sldChg chg="add del">
        <pc:chgData name="Tea Boon Chian" userId="ab84e6a5-2079-4f96-af03-c8dde00dcc75" providerId="ADAL" clId="{AB8ABCBB-63AF-4174-9EBE-C9A3C11F9B96}" dt="2023-10-25T06:53:16.398" v="15828" actId="47"/>
        <pc:sldMkLst>
          <pc:docMk/>
          <pc:sldMk cId="2180663836" sldId="310"/>
        </pc:sldMkLst>
      </pc:sldChg>
      <pc:sldChg chg="add del">
        <pc:chgData name="Tea Boon Chian" userId="ab84e6a5-2079-4f96-af03-c8dde00dcc75" providerId="ADAL" clId="{AB8ABCBB-63AF-4174-9EBE-C9A3C11F9B96}" dt="2023-10-25T06:53:16.523" v="15829" actId="47"/>
        <pc:sldMkLst>
          <pc:docMk/>
          <pc:sldMk cId="2731856755" sldId="311"/>
        </pc:sldMkLst>
      </pc:sldChg>
      <pc:sldChg chg="add del">
        <pc:chgData name="Tea Boon Chian" userId="ab84e6a5-2079-4f96-af03-c8dde00dcc75" providerId="ADAL" clId="{AB8ABCBB-63AF-4174-9EBE-C9A3C11F9B96}" dt="2023-10-25T06:53:16.836" v="15830" actId="47"/>
        <pc:sldMkLst>
          <pc:docMk/>
          <pc:sldMk cId="533799273" sldId="312"/>
        </pc:sldMkLst>
      </pc:sldChg>
      <pc:sldChg chg="add del">
        <pc:chgData name="Tea Boon Chian" userId="ab84e6a5-2079-4f96-af03-c8dde00dcc75" providerId="ADAL" clId="{AB8ABCBB-63AF-4174-9EBE-C9A3C11F9B96}" dt="2023-10-25T06:53:17.007" v="15831" actId="47"/>
        <pc:sldMkLst>
          <pc:docMk/>
          <pc:sldMk cId="3466606383" sldId="313"/>
        </pc:sldMkLst>
      </pc:sldChg>
      <pc:sldChg chg="add del">
        <pc:chgData name="Tea Boon Chian" userId="ab84e6a5-2079-4f96-af03-c8dde00dcc75" providerId="ADAL" clId="{AB8ABCBB-63AF-4174-9EBE-C9A3C11F9B96}" dt="2023-10-25T06:53:17.164" v="15832" actId="47"/>
        <pc:sldMkLst>
          <pc:docMk/>
          <pc:sldMk cId="3587609625" sldId="314"/>
        </pc:sldMkLst>
      </pc:sldChg>
      <pc:sldChg chg="add del">
        <pc:chgData name="Tea Boon Chian" userId="ab84e6a5-2079-4f96-af03-c8dde00dcc75" providerId="ADAL" clId="{AB8ABCBB-63AF-4174-9EBE-C9A3C11F9B96}" dt="2023-10-25T06:53:17.351" v="15833" actId="47"/>
        <pc:sldMkLst>
          <pc:docMk/>
          <pc:sldMk cId="2327668506" sldId="315"/>
        </pc:sldMkLst>
      </pc:sldChg>
      <pc:sldChg chg="add del">
        <pc:chgData name="Tea Boon Chian" userId="ab84e6a5-2079-4f96-af03-c8dde00dcc75" providerId="ADAL" clId="{AB8ABCBB-63AF-4174-9EBE-C9A3C11F9B96}" dt="2023-10-25T06:53:17.476" v="15834" actId="47"/>
        <pc:sldMkLst>
          <pc:docMk/>
          <pc:sldMk cId="2501785970" sldId="316"/>
        </pc:sldMkLst>
      </pc:sldChg>
      <pc:sldChg chg="add del">
        <pc:chgData name="Tea Boon Chian" userId="ab84e6a5-2079-4f96-af03-c8dde00dcc75" providerId="ADAL" clId="{AB8ABCBB-63AF-4174-9EBE-C9A3C11F9B96}" dt="2023-10-25T06:53:17.632" v="15835" actId="47"/>
        <pc:sldMkLst>
          <pc:docMk/>
          <pc:sldMk cId="1574164293" sldId="317"/>
        </pc:sldMkLst>
      </pc:sldChg>
      <pc:sldChg chg="add del">
        <pc:chgData name="Tea Boon Chian" userId="ab84e6a5-2079-4f96-af03-c8dde00dcc75" providerId="ADAL" clId="{AB8ABCBB-63AF-4174-9EBE-C9A3C11F9B96}" dt="2023-10-25T06:53:17.788" v="15836" actId="47"/>
        <pc:sldMkLst>
          <pc:docMk/>
          <pc:sldMk cId="1221475348" sldId="318"/>
        </pc:sldMkLst>
      </pc:sldChg>
      <pc:sldChg chg="add del">
        <pc:chgData name="Tea Boon Chian" userId="ab84e6a5-2079-4f96-af03-c8dde00dcc75" providerId="ADAL" clId="{AB8ABCBB-63AF-4174-9EBE-C9A3C11F9B96}" dt="2023-10-25T06:53:17.945" v="15837" actId="47"/>
        <pc:sldMkLst>
          <pc:docMk/>
          <pc:sldMk cId="2460777353" sldId="319"/>
        </pc:sldMkLst>
      </pc:sldChg>
      <pc:sldChg chg="add del">
        <pc:chgData name="Tea Boon Chian" userId="ab84e6a5-2079-4f96-af03-c8dde00dcc75" providerId="ADAL" clId="{AB8ABCBB-63AF-4174-9EBE-C9A3C11F9B96}" dt="2023-10-25T06:53:18.148" v="15838" actId="47"/>
        <pc:sldMkLst>
          <pc:docMk/>
          <pc:sldMk cId="3972878176" sldId="320"/>
        </pc:sldMkLst>
      </pc:sldChg>
      <pc:sldChg chg="add del">
        <pc:chgData name="Tea Boon Chian" userId="ab84e6a5-2079-4f96-af03-c8dde00dcc75" providerId="ADAL" clId="{AB8ABCBB-63AF-4174-9EBE-C9A3C11F9B96}" dt="2023-10-25T06:53:18.304" v="15839" actId="47"/>
        <pc:sldMkLst>
          <pc:docMk/>
          <pc:sldMk cId="1640348142" sldId="321"/>
        </pc:sldMkLst>
      </pc:sldChg>
      <pc:sldChg chg="add del">
        <pc:chgData name="Tea Boon Chian" userId="ab84e6a5-2079-4f96-af03-c8dde00dcc75" providerId="ADAL" clId="{AB8ABCBB-63AF-4174-9EBE-C9A3C11F9B96}" dt="2023-10-25T06:53:18.491" v="15840" actId="47"/>
        <pc:sldMkLst>
          <pc:docMk/>
          <pc:sldMk cId="526068121" sldId="322"/>
        </pc:sldMkLst>
      </pc:sldChg>
      <pc:sldChg chg="add del">
        <pc:chgData name="Tea Boon Chian" userId="ab84e6a5-2079-4f96-af03-c8dde00dcc75" providerId="ADAL" clId="{AB8ABCBB-63AF-4174-9EBE-C9A3C11F9B96}" dt="2023-10-25T06:53:18.538" v="15841" actId="47"/>
        <pc:sldMkLst>
          <pc:docMk/>
          <pc:sldMk cId="889245222" sldId="323"/>
        </pc:sldMkLst>
      </pc:sldChg>
      <pc:sldChg chg="delSp modSp new mod">
        <pc:chgData name="Tea Boon Chian" userId="ab84e6a5-2079-4f96-af03-c8dde00dcc75" providerId="ADAL" clId="{AB8ABCBB-63AF-4174-9EBE-C9A3C11F9B96}" dt="2023-10-20T11:03:38.053" v="6915" actId="20577"/>
        <pc:sldMkLst>
          <pc:docMk/>
          <pc:sldMk cId="2319618075" sldId="324"/>
        </pc:sldMkLst>
        <pc:spChg chg="mod">
          <ac:chgData name="Tea Boon Chian" userId="ab84e6a5-2079-4f96-af03-c8dde00dcc75" providerId="ADAL" clId="{AB8ABCBB-63AF-4174-9EBE-C9A3C11F9B96}" dt="2023-10-20T11:03:38.053" v="6915" actId="20577"/>
          <ac:spMkLst>
            <pc:docMk/>
            <pc:sldMk cId="2319618075" sldId="324"/>
            <ac:spMk id="2" creationId="{CA261A3E-85BD-951A-2328-0AE9B3B56448}"/>
          </ac:spMkLst>
        </pc:spChg>
        <pc:spChg chg="del">
          <ac:chgData name="Tea Boon Chian" userId="ab84e6a5-2079-4f96-af03-c8dde00dcc75" providerId="ADAL" clId="{AB8ABCBB-63AF-4174-9EBE-C9A3C11F9B96}" dt="2023-10-20T07:31:44.247" v="6550" actId="478"/>
          <ac:spMkLst>
            <pc:docMk/>
            <pc:sldMk cId="2319618075" sldId="324"/>
            <ac:spMk id="3" creationId="{E9831237-2160-6541-FF51-7CCEAF8D4F26}"/>
          </ac:spMkLst>
        </pc:spChg>
      </pc:sldChg>
      <pc:sldChg chg="modSp add mod">
        <pc:chgData name="Tea Boon Chian" userId="ab84e6a5-2079-4f96-af03-c8dde00dcc75" providerId="ADAL" clId="{AB8ABCBB-63AF-4174-9EBE-C9A3C11F9B96}" dt="2023-10-20T07:32:18.969" v="6584" actId="20577"/>
        <pc:sldMkLst>
          <pc:docMk/>
          <pc:sldMk cId="1268169663" sldId="325"/>
        </pc:sldMkLst>
        <pc:spChg chg="mod">
          <ac:chgData name="Tea Boon Chian" userId="ab84e6a5-2079-4f96-af03-c8dde00dcc75" providerId="ADAL" clId="{AB8ABCBB-63AF-4174-9EBE-C9A3C11F9B96}" dt="2023-10-20T07:32:18.969" v="6584" actId="20577"/>
          <ac:spMkLst>
            <pc:docMk/>
            <pc:sldMk cId="1268169663" sldId="325"/>
            <ac:spMk id="2" creationId="{CA261A3E-85BD-951A-2328-0AE9B3B56448}"/>
          </ac:spMkLst>
        </pc:spChg>
      </pc:sldChg>
      <pc:sldChg chg="modSp add mod">
        <pc:chgData name="Tea Boon Chian" userId="ab84e6a5-2079-4f96-af03-c8dde00dcc75" providerId="ADAL" clId="{AB8ABCBB-63AF-4174-9EBE-C9A3C11F9B96}" dt="2023-12-12T01:23:08.808" v="16236" actId="207"/>
        <pc:sldMkLst>
          <pc:docMk/>
          <pc:sldMk cId="3121045237" sldId="326"/>
        </pc:sldMkLst>
        <pc:spChg chg="mod">
          <ac:chgData name="Tea Boon Chian" userId="ab84e6a5-2079-4f96-af03-c8dde00dcc75" providerId="ADAL" clId="{AB8ABCBB-63AF-4174-9EBE-C9A3C11F9B96}" dt="2023-12-12T01:23:08.808" v="16236" actId="207"/>
          <ac:spMkLst>
            <pc:docMk/>
            <pc:sldMk cId="3121045237" sldId="326"/>
            <ac:spMk id="2" creationId="{CA261A3E-85BD-951A-2328-0AE9B3B56448}"/>
          </ac:spMkLst>
        </pc:spChg>
      </pc:sldChg>
      <pc:sldChg chg="add">
        <pc:chgData name="Tea Boon Chian" userId="ab84e6a5-2079-4f96-af03-c8dde00dcc75" providerId="ADAL" clId="{AB8ABCBB-63AF-4174-9EBE-C9A3C11F9B96}" dt="2023-10-25T06:25:29.856" v="14556"/>
        <pc:sldMkLst>
          <pc:docMk/>
          <pc:sldMk cId="594768443" sldId="327"/>
        </pc:sldMkLst>
      </pc:sldChg>
      <pc:sldChg chg="modSp add mod">
        <pc:chgData name="Tea Boon Chian" userId="ab84e6a5-2079-4f96-af03-c8dde00dcc75" providerId="ADAL" clId="{AB8ABCBB-63AF-4174-9EBE-C9A3C11F9B96}" dt="2023-10-25T07:00:29.372" v="16136" actId="207"/>
        <pc:sldMkLst>
          <pc:docMk/>
          <pc:sldMk cId="1424874538" sldId="328"/>
        </pc:sldMkLst>
        <pc:spChg chg="mod">
          <ac:chgData name="Tea Boon Chian" userId="ab84e6a5-2079-4f96-af03-c8dde00dcc75" providerId="ADAL" clId="{AB8ABCBB-63AF-4174-9EBE-C9A3C11F9B96}" dt="2023-10-25T06:54:14.228" v="15860" actId="20577"/>
          <ac:spMkLst>
            <pc:docMk/>
            <pc:sldMk cId="1424874538" sldId="328"/>
            <ac:spMk id="2" creationId="{8E1E934C-68E0-F991-9B64-414D1B36AD9C}"/>
          </ac:spMkLst>
        </pc:spChg>
        <pc:spChg chg="mod">
          <ac:chgData name="Tea Boon Chian" userId="ab84e6a5-2079-4f96-af03-c8dde00dcc75" providerId="ADAL" clId="{AB8ABCBB-63AF-4174-9EBE-C9A3C11F9B96}" dt="2023-10-25T07:00:29.372" v="16136" actId="207"/>
          <ac:spMkLst>
            <pc:docMk/>
            <pc:sldMk cId="1424874538" sldId="328"/>
            <ac:spMk id="3" creationId="{69A81713-13A6-9F9C-B51F-5E9091D510CA}"/>
          </ac:spMkLst>
        </pc:spChg>
      </pc:sldChg>
      <pc:sldChg chg="add del">
        <pc:chgData name="Tea Boon Chian" userId="ab84e6a5-2079-4f96-af03-c8dde00dcc75" providerId="ADAL" clId="{AB8ABCBB-63AF-4174-9EBE-C9A3C11F9B96}" dt="2023-10-25T06:25:56.947" v="14617"/>
        <pc:sldMkLst>
          <pc:docMk/>
          <pc:sldMk cId="3114192946" sldId="328"/>
        </pc:sldMkLst>
      </pc:sldChg>
      <pc:sldChg chg="addSp delSp modSp add mod">
        <pc:chgData name="Tea Boon Chian" userId="ab84e6a5-2079-4f96-af03-c8dde00dcc75" providerId="ADAL" clId="{AB8ABCBB-63AF-4174-9EBE-C9A3C11F9B96}" dt="2023-11-15T05:45:53.077" v="16217"/>
        <pc:sldMkLst>
          <pc:docMk/>
          <pc:sldMk cId="898733574" sldId="329"/>
        </pc:sldMkLst>
        <pc:spChg chg="mod">
          <ac:chgData name="Tea Boon Chian" userId="ab84e6a5-2079-4f96-af03-c8dde00dcc75" providerId="ADAL" clId="{AB8ABCBB-63AF-4174-9EBE-C9A3C11F9B96}" dt="2023-11-15T05:37:37.774" v="16150" actId="6549"/>
          <ac:spMkLst>
            <pc:docMk/>
            <pc:sldMk cId="898733574" sldId="329"/>
            <ac:spMk id="3" creationId="{69A81713-13A6-9F9C-B51F-5E9091D510CA}"/>
          </ac:spMkLst>
        </pc:spChg>
        <pc:graphicFrameChg chg="del mod modGraphic">
          <ac:chgData name="Tea Boon Chian" userId="ab84e6a5-2079-4f96-af03-c8dde00dcc75" providerId="ADAL" clId="{AB8ABCBB-63AF-4174-9EBE-C9A3C11F9B96}" dt="2023-11-15T05:45:52.265" v="16216" actId="478"/>
          <ac:graphicFrameMkLst>
            <pc:docMk/>
            <pc:sldMk cId="898733574" sldId="329"/>
            <ac:graphicFrameMk id="4" creationId="{F6456576-1E9A-3C89-F4E1-39289FBF7197}"/>
          </ac:graphicFrameMkLst>
        </pc:graphicFrameChg>
        <pc:graphicFrameChg chg="add mod">
          <ac:chgData name="Tea Boon Chian" userId="ab84e6a5-2079-4f96-af03-c8dde00dcc75" providerId="ADAL" clId="{AB8ABCBB-63AF-4174-9EBE-C9A3C11F9B96}" dt="2023-11-15T05:45:53.077" v="16217"/>
          <ac:graphicFrameMkLst>
            <pc:docMk/>
            <pc:sldMk cId="898733574" sldId="329"/>
            <ac:graphicFrameMk id="5" creationId="{F416ED08-9C16-D8EB-2ED0-AA8CD1034ACE}"/>
          </ac:graphicFrameMkLst>
        </pc:graphicFrameChg>
      </pc:sldChg>
      <pc:sldChg chg="modSp add mod">
        <pc:chgData name="Tea Boon Chian" userId="ab84e6a5-2079-4f96-af03-c8dde00dcc75" providerId="ADAL" clId="{AB8ABCBB-63AF-4174-9EBE-C9A3C11F9B96}" dt="2023-11-15T05:39:04.174" v="16155" actId="20577"/>
        <pc:sldMkLst>
          <pc:docMk/>
          <pc:sldMk cId="4043732728" sldId="330"/>
        </pc:sldMkLst>
        <pc:spChg chg="mod">
          <ac:chgData name="Tea Boon Chian" userId="ab84e6a5-2079-4f96-af03-c8dde00dcc75" providerId="ADAL" clId="{AB8ABCBB-63AF-4174-9EBE-C9A3C11F9B96}" dt="2023-11-15T05:39:04.174" v="16155" actId="20577"/>
          <ac:spMkLst>
            <pc:docMk/>
            <pc:sldMk cId="4043732728" sldId="330"/>
            <ac:spMk id="3" creationId="{69A81713-13A6-9F9C-B51F-5E9091D510CA}"/>
          </ac:spMkLst>
        </pc:spChg>
        <pc:graphicFrameChg chg="modGraphic">
          <ac:chgData name="Tea Boon Chian" userId="ab84e6a5-2079-4f96-af03-c8dde00dcc75" providerId="ADAL" clId="{AB8ABCBB-63AF-4174-9EBE-C9A3C11F9B96}" dt="2023-11-15T05:38:57.087" v="16154" actId="6549"/>
          <ac:graphicFrameMkLst>
            <pc:docMk/>
            <pc:sldMk cId="4043732728" sldId="330"/>
            <ac:graphicFrameMk id="4" creationId="{47180B00-1108-6FEE-CD45-EB438A864982}"/>
          </ac:graphicFrameMkLst>
        </pc:graphicFrameChg>
      </pc:sldChg>
      <pc:sldChg chg="add del">
        <pc:chgData name="Tea Boon Chian" userId="ab84e6a5-2079-4f96-af03-c8dde00dcc75" providerId="ADAL" clId="{AB8ABCBB-63AF-4174-9EBE-C9A3C11F9B96}" dt="2023-11-15T05:39:24.268" v="16157"/>
        <pc:sldMkLst>
          <pc:docMk/>
          <pc:sldMk cId="490125504" sldId="331"/>
        </pc:sldMkLst>
      </pc:sldChg>
      <pc:sldChg chg="modSp add del mod">
        <pc:chgData name="Tea Boon Chian" userId="ab84e6a5-2079-4f96-af03-c8dde00dcc75" providerId="ADAL" clId="{AB8ABCBB-63AF-4174-9EBE-C9A3C11F9B96}" dt="2023-11-17T06:53:25.376" v="16218" actId="47"/>
        <pc:sldMkLst>
          <pc:docMk/>
          <pc:sldMk cId="2282774341" sldId="331"/>
        </pc:sldMkLst>
        <pc:spChg chg="mod">
          <ac:chgData name="Tea Boon Chian" userId="ab84e6a5-2079-4f96-af03-c8dde00dcc75" providerId="ADAL" clId="{AB8ABCBB-63AF-4174-9EBE-C9A3C11F9B96}" dt="2023-11-15T05:39:37.081" v="16160" actId="20577"/>
          <ac:spMkLst>
            <pc:docMk/>
            <pc:sldMk cId="2282774341" sldId="331"/>
            <ac:spMk id="3" creationId="{69A81713-13A6-9F9C-B51F-5E9091D510CA}"/>
          </ac:spMkLst>
        </pc:spChg>
        <pc:graphicFrameChg chg="modGraphic">
          <ac:chgData name="Tea Boon Chian" userId="ab84e6a5-2079-4f96-af03-c8dde00dcc75" providerId="ADAL" clId="{AB8ABCBB-63AF-4174-9EBE-C9A3C11F9B96}" dt="2023-11-15T05:39:30.120" v="16159" actId="6549"/>
          <ac:graphicFrameMkLst>
            <pc:docMk/>
            <pc:sldMk cId="2282774341" sldId="331"/>
            <ac:graphicFrameMk id="4" creationId="{58DC2A1A-2995-7862-5956-92DC5CCF3311}"/>
          </ac:graphicFrameMkLst>
        </pc:graphicFrameChg>
      </pc:sldChg>
      <pc:sldChg chg="add">
        <pc:chgData name="Tea Boon Chian" userId="ab84e6a5-2079-4f96-af03-c8dde00dcc75" providerId="ADAL" clId="{AB8ABCBB-63AF-4174-9EBE-C9A3C11F9B96}" dt="2023-11-15T05:40:04.192" v="16161"/>
        <pc:sldMkLst>
          <pc:docMk/>
          <pc:sldMk cId="2015153910" sldId="332"/>
        </pc:sldMkLst>
      </pc:sldChg>
      <pc:sldChg chg="addSp delSp modSp add mod">
        <pc:chgData name="Tea Boon Chian" userId="ab84e6a5-2079-4f96-af03-c8dde00dcc75" providerId="ADAL" clId="{AB8ABCBB-63AF-4174-9EBE-C9A3C11F9B96}" dt="2023-11-15T05:42:51.055" v="16193" actId="1076"/>
        <pc:sldMkLst>
          <pc:docMk/>
          <pc:sldMk cId="1939025918" sldId="333"/>
        </pc:sldMkLst>
        <pc:spChg chg="mod">
          <ac:chgData name="Tea Boon Chian" userId="ab84e6a5-2079-4f96-af03-c8dde00dcc75" providerId="ADAL" clId="{AB8ABCBB-63AF-4174-9EBE-C9A3C11F9B96}" dt="2023-11-15T05:40:59.206" v="16167" actId="20577"/>
          <ac:spMkLst>
            <pc:docMk/>
            <pc:sldMk cId="1939025918" sldId="333"/>
            <ac:spMk id="3" creationId="{69A81713-13A6-9F9C-B51F-5E9091D510CA}"/>
          </ac:spMkLst>
        </pc:spChg>
        <pc:graphicFrameChg chg="add mod modGraphic">
          <ac:chgData name="Tea Boon Chian" userId="ab84e6a5-2079-4f96-af03-c8dde00dcc75" providerId="ADAL" clId="{AB8ABCBB-63AF-4174-9EBE-C9A3C11F9B96}" dt="2023-11-15T05:42:51.055" v="16193" actId="1076"/>
          <ac:graphicFrameMkLst>
            <pc:docMk/>
            <pc:sldMk cId="1939025918" sldId="333"/>
            <ac:graphicFrameMk id="5" creationId="{620F294A-8AFB-1F1D-CD49-F72ADCF47695}"/>
          </ac:graphicFrameMkLst>
        </pc:graphicFrameChg>
        <pc:picChg chg="del">
          <ac:chgData name="Tea Boon Chian" userId="ab84e6a5-2079-4f96-af03-c8dde00dcc75" providerId="ADAL" clId="{AB8ABCBB-63AF-4174-9EBE-C9A3C11F9B96}" dt="2023-11-15T05:42:01.477" v="16174" actId="478"/>
          <ac:picMkLst>
            <pc:docMk/>
            <pc:sldMk cId="1939025918" sldId="333"/>
            <ac:picMk id="4" creationId="{DE4C02BD-3DCA-85E5-567D-095189AE78C9}"/>
          </ac:picMkLst>
        </pc:picChg>
      </pc:sldChg>
      <pc:sldChg chg="addSp delSp modSp add mod">
        <pc:chgData name="Tea Boon Chian" userId="ab84e6a5-2079-4f96-af03-c8dde00dcc75" providerId="ADAL" clId="{AB8ABCBB-63AF-4174-9EBE-C9A3C11F9B96}" dt="2023-11-15T05:44:39.162" v="16204"/>
        <pc:sldMkLst>
          <pc:docMk/>
          <pc:sldMk cId="2040666033" sldId="334"/>
        </pc:sldMkLst>
        <pc:spChg chg="mod">
          <ac:chgData name="Tea Boon Chian" userId="ab84e6a5-2079-4f96-af03-c8dde00dcc75" providerId="ADAL" clId="{AB8ABCBB-63AF-4174-9EBE-C9A3C11F9B96}" dt="2023-11-15T05:43:01.493" v="16197" actId="5793"/>
          <ac:spMkLst>
            <pc:docMk/>
            <pc:sldMk cId="2040666033" sldId="334"/>
            <ac:spMk id="3" creationId="{69A81713-13A6-9F9C-B51F-5E9091D510CA}"/>
          </ac:spMkLst>
        </pc:spChg>
        <pc:graphicFrameChg chg="add del mod">
          <ac:chgData name="Tea Boon Chian" userId="ab84e6a5-2079-4f96-af03-c8dde00dcc75" providerId="ADAL" clId="{AB8ABCBB-63AF-4174-9EBE-C9A3C11F9B96}" dt="2023-11-15T05:44:39.162" v="16204"/>
          <ac:graphicFrameMkLst>
            <pc:docMk/>
            <pc:sldMk cId="2040666033" sldId="334"/>
            <ac:graphicFrameMk id="5" creationId="{076FA6CE-D05A-6237-9EB9-AD8E788E4550}"/>
          </ac:graphicFrameMkLst>
        </pc:graphicFrameChg>
        <pc:picChg chg="del">
          <ac:chgData name="Tea Boon Chian" userId="ab84e6a5-2079-4f96-af03-c8dde00dcc75" providerId="ADAL" clId="{AB8ABCBB-63AF-4174-9EBE-C9A3C11F9B96}" dt="2023-11-15T05:42:59.416" v="16195" actId="478"/>
          <ac:picMkLst>
            <pc:docMk/>
            <pc:sldMk cId="2040666033" sldId="334"/>
            <ac:picMk id="4" creationId="{92C3D5C6-FEAA-F069-E3F9-F55F46CD8A65}"/>
          </ac:picMkLst>
        </pc:picChg>
      </pc:sldChg>
      <pc:sldChg chg="add del">
        <pc:chgData name="Tea Boon Chian" userId="ab84e6a5-2079-4f96-af03-c8dde00dcc75" providerId="ADAL" clId="{AB8ABCBB-63AF-4174-9EBE-C9A3C11F9B96}" dt="2023-11-15T05:41:52.963" v="16173"/>
        <pc:sldMkLst>
          <pc:docMk/>
          <pc:sldMk cId="3075717189" sldId="334"/>
        </pc:sldMkLst>
      </pc:sldChg>
      <pc:sldChg chg="add">
        <pc:chgData name="Tea Boon Chian" userId="ab84e6a5-2079-4f96-af03-c8dde00dcc75" providerId="ADAL" clId="{AB8ABCBB-63AF-4174-9EBE-C9A3C11F9B96}" dt="2023-11-17T06:53:31.457" v="16219"/>
        <pc:sldMkLst>
          <pc:docMk/>
          <pc:sldMk cId="317545165" sldId="33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5C89-2E28-4777-95B0-BA7EECAE3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928" y="987552"/>
            <a:ext cx="8385048" cy="3081528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52321-4D71-4DA8-BD2C-DC22FC152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5506" y="4480561"/>
            <a:ext cx="5993892" cy="1166495"/>
          </a:xfrm>
        </p:spPr>
        <p:txBody>
          <a:bodyPr>
            <a:normAutofit/>
          </a:bodyPr>
          <a:lstStyle>
            <a:lvl1pPr marL="0" indent="0" algn="ctr">
              <a:buNone/>
              <a:defRPr sz="1400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7183-71EA-4A92-8609-41ECB53F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F2E6-1ECC-4081-8EBF-C80C6C94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3FA67-CD72-4503-BA25-FEC88010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43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A523-EF01-4656-9D54-347E984F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2871-79D5-420E-8207-BEF7BE44A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32D3-8223-4851-BB8E-CB489B97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4444B-9FC3-414D-8EA0-15AB806D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448B-FCF6-40C5-8BB6-15B70E88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822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79BA-620F-4443-807B-BE44F36F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709738"/>
            <a:ext cx="9430811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9A625-6442-4047-B545-433C44512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4589463"/>
            <a:ext cx="943081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EAA30-3B1A-4BEA-9835-33D207245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56440-3149-446F-8105-485333B18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FEDB1-D604-4E10-B334-5DB30349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158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E563-D552-439E-8DF5-45062D87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6873-2DD5-456E-A3A9-FE408419E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848" y="1825625"/>
            <a:ext cx="468405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6B04C-FB9E-4A9E-8892-4B5B7028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2" y="1825625"/>
            <a:ext cx="4684058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2F0B4-0E86-473E-BC42-78D856A0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B9537-F43C-4042-B165-A00358F9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9F52F-61F2-4FEE-8989-2FB4001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10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2E5C-0B2D-4DB5-95F6-3C2C825D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8999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F1C53-3F27-42E6-BE80-1DF579857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4872132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CC6CB-F028-4322-B54F-571203106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10632"/>
            <a:ext cx="4872133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D2CD7-554E-4EAA-BAF6-86ABB7E81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89809" y="1681163"/>
            <a:ext cx="4849909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2A2D6-379C-4D26-90AC-9F2F46DCE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89810" y="2505075"/>
            <a:ext cx="4872134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0E4F3-8A65-4788-AE96-1FB2060F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22DA4-5EE1-440C-ADDE-D7B4F77B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C291E-B8EF-4ED7-A04A-23426C22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191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B818-E8D0-497B-9A7E-4F281D0D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E82B9D-CD58-4C05-8A78-CB6E0E9D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E60CD-D6F3-40A7-BB8B-FEC8E315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2B832-C4FE-4F88-85EA-DDC16A82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4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5B2FC-801A-44A4-96BF-26A9E8B2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27F04-7E7E-485C-8B30-6B89E5A6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33C81-AA74-4BCE-AA9E-56E5791D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57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FD3CB-0541-46AD-B35E-0E0A1375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8EFDE-1D7D-46B8-AB55-A3C02EDD1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5652153" cy="5403850"/>
          </a:xfrm>
        </p:spPr>
        <p:txBody>
          <a:bodyPr/>
          <a:lstStyle>
            <a:lvl1pPr>
              <a:defRPr sz="3200"/>
            </a:lvl1pPr>
            <a:lvl2pPr>
              <a:defRPr sz="2800" b="1"/>
            </a:lvl2pPr>
            <a:lvl3pPr>
              <a:defRPr sz="2400" b="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1D2F5-DB36-4943-8A14-96AFC4883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C07D4-6597-444C-9EFD-62021AE7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D0D2C-70E8-4A24-9727-BEAF10B17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9E0F6-7216-48A1-8BCA-770C6DE3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56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BEBD-5F1A-4111-A7F2-1CE82C9A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0517FB-4008-4F68-B193-482971BA7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06C5F-0885-458F-9B21-47E60171B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86F2E-B752-4D78-8DC4-C96A1A00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37751-8BB8-4224-870A-A2953E76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2CE94-BD7E-44B3-9B5E-67D4BD31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2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83CBE-1EA9-4E8B-A281-C50B792E5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EB1A0-A59D-4CB9-BABB-C6BF1D2E9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265B-940D-433C-AD76-2D6A4244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AB98E-314F-45C4-9A64-AD3FAE051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9F32-B214-4A0C-8669-7FE4BA44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783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DE4A6D-DAA1-4551-A093-3C36C1C8C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5FDA9-71CD-4B86-B291-BEBA43D8E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9F5B1-B635-4479-A426-B1D40665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33098-8769-47C3-80B2-C2942F98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9297-65D4-45BE-BE6C-5531FC6A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15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1AFD227-869A-489C-A9B5-3F0498DF3C0C}"/>
              </a:ext>
            </a:extLst>
          </p:cNvPr>
          <p:cNvGrpSpPr/>
          <p:nvPr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2704B34-199B-4964-9C78-3AB9735915A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8B1E8DB8-017D-454E-849F-EE5742849F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16D80E5D-5099-41C4-A80A-1B1538C382F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947751E1-E2F4-467E-B547-3BD4BAB7F56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55D8869B-B701-4268-9856-876345C8AE3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A25CA59C-849F-4CE4-A9B0-293F98DE2C7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E000DB1-AAA1-4BFF-8F14-53624C2F9E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5EEFBC14-7E5B-47B2-B5E3-E90991F8919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00AFF6E4-A34A-4FD3-8C57-BB96114822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C63A8474-C075-4441-A0B3-52286EA5009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35DA4698-A2ED-4512-8887-F12D3F1437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358E118-D590-4E50-B21C-6CDAA1CCAF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F1EE889E-60FF-423F-ADCB-6CBEE853A04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A4AA0634-0A7C-4A35-8EB7-775200F129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EBA21558-CAC3-445C-8882-5D4A0C6D2A0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2E9415F1-5D31-4C25-9E26-203EEF50087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622FC1F6-879A-45BA-8752-08020C39CE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BA09826C-58E2-48C5-9666-333326C2CA4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A6D3555F-4EA1-4EA7-9D08-2D75CE5192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60FA20E8-EDAA-4310-B870-97807901AC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F5552AA2-C2AB-4D59-B6EF-E8E5EE110E5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0BA267D0-8F6B-4803-B948-70E29B4587E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86E372A3-B9F4-4FEE-8B96-D9AD879E21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FF0C4564-5DA6-4224-A8B7-85CE1323DE8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19F31D0D-C43D-4BB0-A13C-9524B84117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6B32FB03-B0FE-4731-BE41-C59AFB49FB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DD5B6F0-1E17-4DCD-AE5F-ED8C48892FE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0290BE17-E89B-4AF9-B3F6-AF4884D5246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5F63089-F77F-4F02-8417-AAC1847FBCA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7B01CD5E-570F-4CBF-9904-94F30D928C5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7EE6A672-2915-4B03-99A9-9364D5F152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2136B643-14E1-443A-BC1C-06ADAE65C30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867FA393-4F37-4E1A-870B-F96775FAB7E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E225A1BE-FAD2-4764-A7E4-A6DA07D057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25D65388-C7E0-4C07-822A-03C5009C6D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E1D79822-C494-449C-B439-F437DAD4F2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CDB324E5-E8D9-40E3-BAB4-1F87E67E4F4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15404AB3-12EB-462E-85A2-AF4A7E91D7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228021CB-53B3-4BCC-A14C-0B6951FC971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B353D0BC-00A6-4EA4-9311-9FCB88CC202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0E001FD3-6EDD-47A3-9916-826E1595DAB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FE214D5B-D151-4E09-A01E-BEAAF9C679E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3024EF13-0A45-49DD-B0F4-FA3A5169EF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95E0BDAE-48A7-4752-A150-74DA4BAE5E4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DE128EDB-3179-4F47-8B37-BEDE3B82FFC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E09CDD49-7B7B-42C0-A09E-6CFB3CDFF6A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93C5D839-4CD5-4165-9091-7D9B92CDC1D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3C7F638A-BB6D-4B24-A7F9-03BF8087459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5B59DB64-329B-45EA-8A67-4213A886B5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D8DAB003-6484-4D1D-85AE-93FA09BC5E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D49280A1-ACA8-4CD6-9012-AF12660F07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C03EAE8C-6089-40E5-9361-2E266A1EEBA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02E3A077-F087-4E14-A13E-4E9D4369B1F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7CE4FAAA-45E7-4C86-B59A-F284B79EFD2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E2689B62-CCA1-4EE5-B622-FBA51686891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113638EE-3BCF-4315-A329-3C6766A389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4FB36B8F-335B-40F2-83BB-C2B2689DC2E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5E913-A9D9-4639-B104-1F07A4AF6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40CEB-B6D7-46E6-9843-515342140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1874520"/>
            <a:ext cx="9634011" cy="435133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AC8B5-8DFB-4920-8580-54824C831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B5898F52-2787-4BA2-BBBC-9395E9F86D50}" type="datetimeFigureOut">
              <a:rPr lang="en-US" smtClean="0"/>
              <a:pPr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E2D5D-B616-4048-9CB8-4D316BBDB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322F0-8F3D-4AC5-9873-24666D0E0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4C8B8A27-DF03-4546-BA93-21C967D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4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01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 spc="15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5000"/>
        </a:lnSpc>
        <a:spcBef>
          <a:spcPts val="10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2000" kern="1200" spc="5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35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800" kern="1200" spc="5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85750" algn="l" defTabSz="914400" rtl="0" eaLnBrk="1" latinLnBrk="0" hangingPunct="1">
        <a:lnSpc>
          <a:spcPct val="135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600" b="1" kern="1200" spc="5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35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400" kern="1200" spc="50">
          <a:solidFill>
            <a:schemeClr val="tx2"/>
          </a:solidFill>
          <a:latin typeface="+mn-lt"/>
          <a:ea typeface="+mn-ea"/>
          <a:cs typeface="+mn-cs"/>
        </a:defRPr>
      </a:lvl4pPr>
      <a:lvl5pPr marL="834390" indent="-285750" algn="l" defTabSz="914400" rtl="0" eaLnBrk="1" latinLnBrk="0" hangingPunct="1">
        <a:lnSpc>
          <a:spcPct val="135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400" kern="1200" spc="5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8789E63-C78D-4210-8A38-DD6FB3B6B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8494C5-ED44-4EAD-9213-4FBAA4BB7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82" cy="4213412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4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20+ Math HD Wallpapers and Backgrounds">
            <a:extLst>
              <a:ext uri="{FF2B5EF4-FFF2-40B4-BE49-F238E27FC236}">
                <a16:creationId xmlns:a16="http://schemas.microsoft.com/office/drawing/2014/main" id="{02CD341E-956F-8DEF-E713-4651F9FE0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EA0525-4E60-79A9-1F3F-1578AA6EA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9750" y="573741"/>
            <a:ext cx="8572500" cy="1733178"/>
          </a:xfrm>
        </p:spPr>
        <p:txBody>
          <a:bodyPr anchor="b">
            <a:normAutofit/>
          </a:bodyPr>
          <a:lstStyle/>
          <a:p>
            <a:r>
              <a:rPr lang="en-MY">
                <a:solidFill>
                  <a:srgbClr val="FFFFFF"/>
                </a:solidFill>
              </a:rPr>
              <a:t>Chapter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4FF3A-070D-1B27-3DAD-A8FCBFB06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675" y="2306919"/>
            <a:ext cx="10768613" cy="764989"/>
          </a:xfrm>
        </p:spPr>
        <p:txBody>
          <a:bodyPr anchor="t">
            <a:normAutofit lnSpcReduction="10000"/>
          </a:bodyPr>
          <a:lstStyle/>
          <a:p>
            <a:r>
              <a:rPr lang="en-MY" sz="3200" b="1">
                <a:solidFill>
                  <a:srgbClr val="FFFFFF"/>
                </a:solidFill>
              </a:rPr>
              <a:t>Mathematical background – part 1</a:t>
            </a:r>
          </a:p>
        </p:txBody>
      </p:sp>
    </p:spTree>
    <p:extLst>
      <p:ext uri="{BB962C8B-B14F-4D97-AF65-F5344CB8AC3E}">
        <p14:creationId xmlns:p14="http://schemas.microsoft.com/office/powerpoint/2010/main" val="3886032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81713-13A6-9F9C-B51F-5E9091D51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458" y="1874520"/>
            <a:ext cx="10011401" cy="435133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MY"/>
              <a:t>Integer Arithmetic.</a:t>
            </a:r>
          </a:p>
          <a:p>
            <a:pPr marL="457200" indent="-457200">
              <a:buFont typeface="+mj-lt"/>
              <a:buAutoNum type="arabicPeriod"/>
            </a:pPr>
            <a:r>
              <a:rPr lang="en-MY"/>
              <a:t>Modular Arithmetic.</a:t>
            </a:r>
          </a:p>
          <a:p>
            <a:pPr marL="457200" indent="-457200">
              <a:buFont typeface="+mj-lt"/>
              <a:buAutoNum type="arabicPeriod"/>
            </a:pPr>
            <a:r>
              <a:rPr lang="en-MY"/>
              <a:t>Matrices (</a:t>
            </a:r>
            <a:r>
              <a:rPr lang="en-MY">
                <a:solidFill>
                  <a:srgbClr val="FF0000"/>
                </a:solidFill>
              </a:rPr>
              <a:t>Optional</a:t>
            </a:r>
            <a:r>
              <a:rPr lang="en-MY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380859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81713-13A6-9F9C-B51F-5E9091D51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458" y="1874520"/>
            <a:ext cx="10011401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MY"/>
              <a:t> </a:t>
            </a:r>
            <a:r>
              <a:rPr lang="en-MY" b="1"/>
              <a:t>In the end of this Chapter 2, students should be able: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/>
              <a:t> To perform </a:t>
            </a:r>
            <a:r>
              <a:rPr lang="en-MY" b="1">
                <a:solidFill>
                  <a:srgbClr val="FF0000"/>
                </a:solidFill>
              </a:rPr>
              <a:t>integer arithmetic</a:t>
            </a:r>
            <a:r>
              <a:rPr lang="en-MY"/>
              <a:t>, including </a:t>
            </a:r>
            <a:r>
              <a:rPr lang="en-MY" b="1">
                <a:solidFill>
                  <a:srgbClr val="FF0000"/>
                </a:solidFill>
              </a:rPr>
              <a:t>binary operations</a:t>
            </a:r>
            <a:r>
              <a:rPr lang="en-MY"/>
              <a:t>, </a:t>
            </a:r>
            <a:r>
              <a:rPr lang="en-MY" b="1">
                <a:solidFill>
                  <a:srgbClr val="FF0000"/>
                </a:solidFill>
              </a:rPr>
              <a:t>integer division</a:t>
            </a:r>
            <a:r>
              <a:rPr lang="en-MY"/>
              <a:t>, </a:t>
            </a:r>
            <a:r>
              <a:rPr lang="en-MY" b="1">
                <a:solidFill>
                  <a:srgbClr val="FF0000"/>
                </a:solidFill>
              </a:rPr>
              <a:t>greatest common divisor</a:t>
            </a:r>
            <a:r>
              <a:rPr lang="en-MY"/>
              <a:t>, and </a:t>
            </a:r>
            <a:r>
              <a:rPr lang="en-MY" b="1">
                <a:solidFill>
                  <a:srgbClr val="FF0000"/>
                </a:solidFill>
              </a:rPr>
              <a:t>divisibility</a:t>
            </a:r>
            <a:r>
              <a:rPr lang="en-MY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/>
              <a:t> To perform </a:t>
            </a:r>
            <a:r>
              <a:rPr lang="en-MY" b="1">
                <a:solidFill>
                  <a:srgbClr val="FF0000"/>
                </a:solidFill>
              </a:rPr>
              <a:t>modular arithmetic</a:t>
            </a:r>
            <a:r>
              <a:rPr lang="en-MY"/>
              <a:t>, including </a:t>
            </a:r>
            <a:r>
              <a:rPr lang="en-MY" b="1">
                <a:solidFill>
                  <a:srgbClr val="FF0000"/>
                </a:solidFill>
              </a:rPr>
              <a:t>congruences</a:t>
            </a:r>
            <a:r>
              <a:rPr lang="en-MY"/>
              <a:t>, </a:t>
            </a:r>
            <a:r>
              <a:rPr lang="en-MY" b="1">
                <a:solidFill>
                  <a:srgbClr val="FF0000"/>
                </a:solidFill>
              </a:rPr>
              <a:t>additive</a:t>
            </a:r>
            <a:r>
              <a:rPr lang="en-MY"/>
              <a:t> and </a:t>
            </a:r>
            <a:r>
              <a:rPr lang="en-MY" b="1">
                <a:solidFill>
                  <a:srgbClr val="FF0000"/>
                </a:solidFill>
              </a:rPr>
              <a:t>multiplicative inverses</a:t>
            </a:r>
            <a:r>
              <a:rPr lang="en-MY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/>
              <a:t> To review and perform operations on </a:t>
            </a:r>
            <a:r>
              <a:rPr lang="en-MY" b="1">
                <a:solidFill>
                  <a:srgbClr val="FF0000"/>
                </a:solidFill>
              </a:rPr>
              <a:t>matrices</a:t>
            </a:r>
            <a:r>
              <a:rPr lang="en-MY"/>
              <a:t>, both in integer and modular arithmetic environments. </a:t>
            </a:r>
          </a:p>
        </p:txBody>
      </p:sp>
    </p:spTree>
    <p:extLst>
      <p:ext uri="{BB962C8B-B14F-4D97-AF65-F5344CB8AC3E}">
        <p14:creationId xmlns:p14="http://schemas.microsoft.com/office/powerpoint/2010/main" val="1839714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61A3E-85BD-951A-2328-0AE9B3B56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5897880"/>
          </a:xfrm>
        </p:spPr>
        <p:txBody>
          <a:bodyPr/>
          <a:lstStyle/>
          <a:p>
            <a:pPr algn="ctr"/>
            <a:r>
              <a:rPr lang="en-MY" sz="5400">
                <a:solidFill>
                  <a:srgbClr val="0000FF"/>
                </a:solidFill>
              </a:rPr>
              <a:t>INTEGER</a:t>
            </a:r>
            <a:br>
              <a:rPr lang="en-MY" sz="5400">
                <a:solidFill>
                  <a:srgbClr val="0000FF"/>
                </a:solidFill>
              </a:rPr>
            </a:br>
            <a:r>
              <a:rPr lang="en-MY" sz="5400">
                <a:solidFill>
                  <a:srgbClr val="0000FF"/>
                </a:solidFill>
              </a:rPr>
              <a:t>ARITHMETIC</a:t>
            </a:r>
          </a:p>
        </p:txBody>
      </p:sp>
    </p:spTree>
    <p:extLst>
      <p:ext uri="{BB962C8B-B14F-4D97-AF65-F5344CB8AC3E}">
        <p14:creationId xmlns:p14="http://schemas.microsoft.com/office/powerpoint/2010/main" val="2319618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/>
              <a:t>Integers and Binary Operations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0000FF"/>
                    </a:solidFill>
                  </a:rPr>
                  <a:t>Set of Integers:</a:t>
                </a:r>
                <a:endParaRPr lang="en-MY">
                  <a:solidFill>
                    <a:srgbClr val="0000FF"/>
                  </a:solidFill>
                </a:endParaRPr>
              </a:p>
              <a:p>
                <a:pPr marL="514350" lvl="1" indent="-285750"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Denoted by </a:t>
                </a:r>
                <a14:m>
                  <m:oMath xmlns:m="http://schemas.openxmlformats.org/officeDocument/2006/math">
                    <m:r>
                      <a:rPr lang="en-MY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MY" sz="2000"/>
                  <a:t>, it contains all the </a:t>
                </a:r>
                <a:r>
                  <a:rPr lang="en-MY" sz="2000" b="1">
                    <a:solidFill>
                      <a:srgbClr val="FF0000"/>
                    </a:solidFill>
                  </a:rPr>
                  <a:t>integral numbers </a:t>
                </a:r>
                <a:r>
                  <a:rPr lang="en-MY" sz="2000"/>
                  <a:t>(with </a:t>
                </a:r>
                <a:r>
                  <a:rPr lang="en-MY" sz="2000" b="1">
                    <a:solidFill>
                      <a:srgbClr val="FF0000"/>
                    </a:solidFill>
                  </a:rPr>
                  <a:t>no fraction</a:t>
                </a:r>
                <a:r>
                  <a:rPr lang="en-MY" sz="2000"/>
                  <a:t>), ranging from negative to positive infinities.</a:t>
                </a:r>
              </a:p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en-MY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MY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2000" b="0" i="1" smtClean="0">
                              <a:latin typeface="Cambria Math" panose="02040503050406030204" pitchFamily="18" charset="0"/>
                            </a:rPr>
                            <m:t>…, −3, −2,−1,0,1,2,3,…</m:t>
                          </m:r>
                        </m:e>
                      </m:d>
                    </m:oMath>
                  </m:oMathPara>
                </a14:m>
                <a:endParaRPr lang="en-MY" sz="2000">
                  <a:solidFill>
                    <a:srgbClr val="0000FF"/>
                  </a:solidFill>
                </a:endParaRP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>
                    <a:solidFill>
                      <a:schemeClr val="tx1"/>
                    </a:solidFill>
                  </a:rPr>
                  <a:t>In cryptography, the interest is in the </a:t>
                </a:r>
                <a:r>
                  <a:rPr lang="en-MY" b="1">
                    <a:solidFill>
                      <a:srgbClr val="0000FF"/>
                    </a:solidFill>
                  </a:rPr>
                  <a:t>three</a:t>
                </a:r>
                <a:r>
                  <a:rPr lang="en-MY">
                    <a:solidFill>
                      <a:schemeClr val="tx1"/>
                    </a:solidFill>
                  </a:rPr>
                  <a:t> </a:t>
                </a:r>
                <a:r>
                  <a:rPr lang="en-MY" b="1">
                    <a:solidFill>
                      <a:srgbClr val="0000FF"/>
                    </a:solidFill>
                  </a:rPr>
                  <a:t>binary operations</a:t>
                </a:r>
                <a:r>
                  <a:rPr lang="en-MY">
                    <a:solidFill>
                      <a:schemeClr val="tx1"/>
                    </a:solidFill>
                  </a:rPr>
                  <a:t> (operations that take in two inputs and produce one output) that applied to the set of integers:</a:t>
                </a:r>
              </a:p>
              <a:p>
                <a:pPr marL="571500" lvl="1" indent="-342900" algn="just">
                  <a:buFont typeface="+mj-lt"/>
                  <a:buAutoNum type="arabicPeriod"/>
                </a:pPr>
                <a:r>
                  <a:rPr lang="en-MY" sz="2000" b="1">
                    <a:solidFill>
                      <a:srgbClr val="FF0000"/>
                    </a:solidFill>
                  </a:rPr>
                  <a:t>Addition</a:t>
                </a:r>
              </a:p>
              <a:p>
                <a:pPr marL="571500" lvl="1" indent="-342900" algn="just">
                  <a:buFont typeface="+mj-lt"/>
                  <a:buAutoNum type="arabicPeriod"/>
                </a:pPr>
                <a:r>
                  <a:rPr lang="en-MY" sz="2000" b="1">
                    <a:solidFill>
                      <a:srgbClr val="FF0000"/>
                    </a:solidFill>
                  </a:rPr>
                  <a:t>Subtraction</a:t>
                </a:r>
              </a:p>
              <a:p>
                <a:pPr marL="571500" lvl="1" indent="-342900" algn="just">
                  <a:buFont typeface="+mj-lt"/>
                  <a:buAutoNum type="arabicPeriod"/>
                </a:pPr>
                <a:r>
                  <a:rPr lang="en-MY" sz="2000" b="1">
                    <a:solidFill>
                      <a:srgbClr val="FF0000"/>
                    </a:solidFill>
                  </a:rPr>
                  <a:t>Multiplication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9681BEE-0CCC-89BD-B63F-73210A3B21DE}"/>
              </a:ext>
            </a:extLst>
          </p:cNvPr>
          <p:cNvSpPr txBox="1"/>
          <p:nvPr/>
        </p:nvSpPr>
        <p:spPr>
          <a:xfrm>
            <a:off x="6291656" y="4971495"/>
            <a:ext cx="2186519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MY" b="1"/>
              <a:t>Why Division is </a:t>
            </a:r>
            <a:r>
              <a:rPr lang="en-MY" b="1">
                <a:solidFill>
                  <a:srgbClr val="FF0000"/>
                </a:solidFill>
              </a:rPr>
              <a:t>NOT</a:t>
            </a:r>
            <a:r>
              <a:rPr lang="en-MY" b="1"/>
              <a:t> part of the binary operations? </a:t>
            </a: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1541372D-70E6-97FB-ED6C-23DE137D7689}"/>
              </a:ext>
            </a:extLst>
          </p:cNvPr>
          <p:cNvSpPr/>
          <p:nvPr/>
        </p:nvSpPr>
        <p:spPr>
          <a:xfrm>
            <a:off x="4287262" y="5224535"/>
            <a:ext cx="1109709" cy="417250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2304F7-6333-9984-FEAF-A91E2E293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126" y="5090260"/>
            <a:ext cx="71437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61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/>
              <a:t>Integer Division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FF0000"/>
                    </a:solidFill>
                  </a:rPr>
                  <a:t>Division operation </a:t>
                </a:r>
                <a:r>
                  <a:rPr lang="en-MY"/>
                  <a:t>in general produces </a:t>
                </a:r>
                <a:r>
                  <a:rPr lang="en-MY" b="1">
                    <a:solidFill>
                      <a:srgbClr val="0000FF"/>
                    </a:solidFill>
                  </a:rPr>
                  <a:t>two outputs</a:t>
                </a:r>
                <a:r>
                  <a:rPr lang="en-MY"/>
                  <a:t>, that are quotient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MY"/>
                  <a:t>, and remainder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MY"/>
                  <a:t>. We define the </a:t>
                </a:r>
                <a:r>
                  <a:rPr lang="en-MY" b="1">
                    <a:solidFill>
                      <a:srgbClr val="FF0000"/>
                    </a:solidFill>
                  </a:rPr>
                  <a:t>division relation</a:t>
                </a:r>
                <a:r>
                  <a:rPr lang="en-MY"/>
                  <a:t> as follows. Given two integers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MY"/>
                  <a:t> and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/>
                  <a:t>, with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/>
                  <a:t>, then we can express them as: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MY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MY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MY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⋅</m:t>
                      </m:r>
                      <m:r>
                        <a:rPr lang="en-MY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MY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MY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MY" b="1">
                  <a:solidFill>
                    <a:srgbClr val="FF0000"/>
                  </a:solidFill>
                </a:endParaRP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In the case of cryptography application, we impose two restrictions:</a:t>
                </a:r>
              </a:p>
              <a:p>
                <a:pPr marL="571500" lvl="1" indent="-342900" algn="just">
                  <a:buFont typeface="+mj-lt"/>
                  <a:buAutoNum type="arabicPeriod"/>
                </a:pPr>
                <a:r>
                  <a:rPr lang="en-MY"/>
                  <a:t>The integer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MY"/>
                  <a:t>, that is, it must be </a:t>
                </a:r>
                <a:r>
                  <a:rPr lang="en-MY" b="1">
                    <a:solidFill>
                      <a:srgbClr val="0000FF"/>
                    </a:solidFill>
                  </a:rPr>
                  <a:t>positive</a:t>
                </a:r>
                <a:r>
                  <a:rPr lang="en-MY"/>
                  <a:t>.</a:t>
                </a:r>
              </a:p>
              <a:p>
                <a:pPr marL="571500" lvl="1" indent="-342900" algn="just">
                  <a:buFont typeface="+mj-lt"/>
                  <a:buAutoNum type="arabicPeriod"/>
                </a:pPr>
                <a:r>
                  <a:rPr lang="en-MY"/>
                  <a:t>The remainder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/>
                  <a:t>, that is, it must be </a:t>
                </a:r>
                <a:r>
                  <a:rPr lang="en-MY" b="1">
                    <a:solidFill>
                      <a:srgbClr val="0000FF"/>
                    </a:solidFill>
                  </a:rPr>
                  <a:t>non-negative</a:t>
                </a:r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If the result contains negative outputs, we simply ‘</a:t>
                </a:r>
                <a:r>
                  <a:rPr lang="en-MY" b="1">
                    <a:solidFill>
                      <a:srgbClr val="FF0000"/>
                    </a:solidFill>
                  </a:rPr>
                  <a:t>trade in</a:t>
                </a:r>
                <a:r>
                  <a:rPr lang="en-MY">
                    <a:solidFill>
                      <a:schemeClr val="tx1"/>
                    </a:solidFill>
                  </a:rPr>
                  <a:t>’</a:t>
                </a:r>
                <a:r>
                  <a:rPr lang="en-MY" b="1">
                    <a:solidFill>
                      <a:srgbClr val="FF0000"/>
                    </a:solidFill>
                  </a:rPr>
                  <a:t> </a:t>
                </a:r>
                <a:r>
                  <a:rPr lang="en-MY"/>
                  <a:t>some rounds of </a:t>
                </a:r>
                <a:r>
                  <a:rPr lang="en-MY" b="1">
                    <a:solidFill>
                      <a:srgbClr val="FF0000"/>
                    </a:solidFill>
                  </a:rPr>
                  <a:t>quotient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MY" b="1">
                    <a:solidFill>
                      <a:srgbClr val="FF0000"/>
                    </a:solidFill>
                  </a:rPr>
                  <a:t> </a:t>
                </a:r>
                <a:r>
                  <a:rPr lang="en-MY">
                    <a:solidFill>
                      <a:schemeClr val="tx1"/>
                    </a:solidFill>
                  </a:rPr>
                  <a:t>with</a:t>
                </a:r>
                <a:r>
                  <a:rPr lang="en-MY" b="1">
                    <a:solidFill>
                      <a:srgbClr val="FF0000"/>
                    </a:solidFill>
                  </a:rPr>
                  <a:t> remainder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MY"/>
                  <a:t> to return it into positive.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32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/>
              <a:t>Divisibility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From </a:t>
                </a:r>
                <a:r>
                  <a:rPr lang="en-MY" b="1">
                    <a:solidFill>
                      <a:srgbClr val="0000FF"/>
                    </a:solidFill>
                  </a:rPr>
                  <a:t>division relation</a:t>
                </a:r>
                <a:r>
                  <a:rPr lang="en-MY"/>
                  <a:t>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⋅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MY">
                    <a:solidFill>
                      <a:schemeClr val="tx1"/>
                    </a:solidFill>
                  </a:rPr>
                  <a:t>, if the remainder </a:t>
                </a:r>
                <a14:m>
                  <m:oMath xmlns:m="http://schemas.openxmlformats.org/officeDocument/2006/math">
                    <m:r>
                      <a:rPr lang="en-MY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MY">
                    <a:solidFill>
                      <a:schemeClr val="tx1"/>
                    </a:solidFill>
                  </a:rPr>
                  <a:t>, then we have: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MY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MY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MY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MY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MY">
                  <a:solidFill>
                    <a:schemeClr val="tx1"/>
                  </a:solidFill>
                </a:endParaRPr>
              </a:p>
              <a:p>
                <a:pPr marL="0" indent="0" algn="just">
                  <a:buNone/>
                </a:pPr>
                <a:r>
                  <a:rPr lang="en-MY"/>
                  <a:t>   and we say that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 b="1">
                    <a:solidFill>
                      <a:srgbClr val="0000FF"/>
                    </a:solidFill>
                  </a:rPr>
                  <a:t> divides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MY"/>
                  <a:t>, or mathematically </a:t>
                </a:r>
                <a14:m>
                  <m:oMath xmlns:m="http://schemas.openxmlformats.org/officeDocument/2006/math">
                    <m:r>
                      <a:rPr lang="en-MY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MY" b="1" i="1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MY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MY"/>
                  <a:t>. Otherwise, </a:t>
                </a:r>
                <a14:m>
                  <m:oMath xmlns:m="http://schemas.openxmlformats.org/officeDocument/2006/math">
                    <m:r>
                      <a:rPr lang="en-MY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MY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MY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/>
                  <a:t>Examples</a:t>
                </a:r>
                <a:r>
                  <a:rPr lang="en-MY"/>
                  <a:t>:</a:t>
                </a:r>
              </a:p>
              <a:p>
                <a:pPr marL="571500" lvl="1" indent="-3429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32=8×4</m:t>
                    </m:r>
                  </m:oMath>
                </a14:m>
                <a:r>
                  <a:rPr lang="en-MY" sz="2000"/>
                  <a:t>. Hence,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4 | 32</m:t>
                    </m:r>
                  </m:oMath>
                </a14:m>
                <a:r>
                  <a:rPr lang="en-MY" sz="2000"/>
                  <a:t>, or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8 | 32</m:t>
                    </m:r>
                  </m:oMath>
                </a14:m>
                <a:r>
                  <a:rPr lang="en-MY" sz="2000"/>
                  <a:t>.</a:t>
                </a:r>
              </a:p>
              <a:p>
                <a:pPr marL="571500" lvl="1" indent="-3429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sz="20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8=9×4</m:t>
                    </m:r>
                    <m:r>
                      <a:rPr lang="en-MY" sz="2000" b="0" i="0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MY" sz="2000"/>
                  <a:t>. Hence,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∤38</m:t>
                    </m:r>
                  </m:oMath>
                </a14:m>
                <a:r>
                  <a:rPr lang="en-MY" sz="2000"/>
                  <a:t>, or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∤38</m:t>
                    </m:r>
                  </m:oMath>
                </a14:m>
                <a:r>
                  <a:rPr lang="en-MY" sz="200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7008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/>
              <a:t>Divisibility – </a:t>
            </a:r>
            <a:r>
              <a:rPr lang="en-MY">
                <a:solidFill>
                  <a:srgbClr val="0000FF"/>
                </a:solidFill>
              </a:rPr>
              <a:t>Properties</a:t>
            </a:r>
            <a:r>
              <a:rPr lang="en-MY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The following outline several </a:t>
                </a:r>
                <a:r>
                  <a:rPr lang="en-MY" b="1">
                    <a:solidFill>
                      <a:srgbClr val="0000FF"/>
                    </a:solidFill>
                  </a:rPr>
                  <a:t>properties of divisibility</a:t>
                </a:r>
                <a:r>
                  <a:rPr lang="en-MY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/>
                  <a:t>If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 | 1</m:t>
                    </m:r>
                  </m:oMath>
                </a14:m>
                <a:r>
                  <a:rPr lang="en-MY"/>
                  <a:t>, then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=±1</m:t>
                    </m:r>
                  </m:oMath>
                </a14:m>
                <a:r>
                  <a:rPr lang="en-MY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/>
                  <a:t>If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MY"/>
                  <a:t>, and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MY"/>
                  <a:t>, then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=±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MY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/>
                  <a:t>If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MY"/>
                  <a:t>, and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MY"/>
                  <a:t>, then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MY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/>
                  <a:t>If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MY"/>
                  <a:t>, and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MY"/>
                  <a:t>, then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 |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MY"/>
                  <a:t>, where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/>
                  <a:t> are arbitrary integers.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/>
                  <a:t>You are </a:t>
                </a:r>
                <a:r>
                  <a:rPr lang="en-MY" b="1">
                    <a:solidFill>
                      <a:srgbClr val="FF0000"/>
                    </a:solidFill>
                  </a:rPr>
                  <a:t>not required </a:t>
                </a:r>
                <a:r>
                  <a:rPr lang="en-MY"/>
                  <a:t>to understand the proof behind these properties, but you may look into it if you are interested to know ‘</a:t>
                </a:r>
                <a:r>
                  <a:rPr lang="en-MY" b="1">
                    <a:solidFill>
                      <a:srgbClr val="FF0000"/>
                    </a:solidFill>
                  </a:rPr>
                  <a:t>WHY?</a:t>
                </a:r>
                <a:r>
                  <a:rPr lang="en-MY"/>
                  <a:t>’.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487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4780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/>
              <a:t>Divisibility – </a:t>
            </a:r>
            <a:r>
              <a:rPr lang="en-MY">
                <a:solidFill>
                  <a:srgbClr val="0000FF"/>
                </a:solidFill>
              </a:rPr>
              <a:t>Divisors</a:t>
            </a:r>
            <a:endParaRPr lang="en-MY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A </a:t>
                </a:r>
                <a:r>
                  <a:rPr lang="en-MY" b="1">
                    <a:solidFill>
                      <a:srgbClr val="FF0000"/>
                    </a:solidFill>
                  </a:rPr>
                  <a:t>divisor</a:t>
                </a:r>
                <a:r>
                  <a:rPr lang="en-MY"/>
                  <a:t> is an integer that can divides another integer, either </a:t>
                </a:r>
                <a:r>
                  <a:rPr lang="en-MY" b="1">
                    <a:solidFill>
                      <a:srgbClr val="0000FF"/>
                    </a:solidFill>
                  </a:rPr>
                  <a:t>completely</a:t>
                </a:r>
                <a:r>
                  <a:rPr lang="en-MY"/>
                  <a:t> or with </a:t>
                </a:r>
                <a:r>
                  <a:rPr lang="en-MY" b="1"/>
                  <a:t>a </a:t>
                </a:r>
                <a:r>
                  <a:rPr lang="en-MY" b="1">
                    <a:solidFill>
                      <a:srgbClr val="0000FF"/>
                    </a:solidFill>
                  </a:rPr>
                  <a:t>remainder</a:t>
                </a:r>
                <a:r>
                  <a:rPr lang="en-MY"/>
                  <a:t>. In this course, we consider only the case of ‘</a:t>
                </a:r>
                <a:r>
                  <a:rPr lang="en-MY" b="1">
                    <a:solidFill>
                      <a:srgbClr val="0000FF"/>
                    </a:solidFill>
                  </a:rPr>
                  <a:t>completely</a:t>
                </a:r>
                <a:r>
                  <a:rPr lang="en-MY"/>
                  <a:t>’.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In this case, we observe the two interesting facts:</a:t>
                </a:r>
              </a:p>
              <a:p>
                <a:pPr marL="571500" lvl="1" indent="-342900" algn="just">
                  <a:buFont typeface="+mj-lt"/>
                  <a:buAutoNum type="arabicPeriod"/>
                </a:pPr>
                <a:r>
                  <a:rPr lang="en-MY"/>
                  <a:t>The integer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MY"/>
                  <a:t> has only one divisor, which is itself.</a:t>
                </a:r>
              </a:p>
              <a:p>
                <a:pPr marL="571500" lvl="1" indent="-342900" algn="just">
                  <a:buFont typeface="+mj-lt"/>
                  <a:buAutoNum type="arabicPeriod"/>
                </a:pPr>
                <a:r>
                  <a:rPr lang="en-MY" b="1"/>
                  <a:t>ANY</a:t>
                </a:r>
                <a:r>
                  <a:rPr lang="en-MY"/>
                  <a:t> positive integer has </a:t>
                </a:r>
                <a:r>
                  <a:rPr lang="en-MY" b="1">
                    <a:solidFill>
                      <a:srgbClr val="FF0000"/>
                    </a:solidFill>
                  </a:rPr>
                  <a:t>at least two divisors</a:t>
                </a:r>
                <a:r>
                  <a:rPr lang="en-MY"/>
                  <a:t>, which are 1 and itself.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Examples:</a:t>
                </a:r>
              </a:p>
              <a:p>
                <a:pPr marL="571500" lvl="1" indent="-3429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MY"/>
                  <a:t> has only two divisors, which are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,7</m:t>
                    </m:r>
                  </m:oMath>
                </a14:m>
                <a:r>
                  <a:rPr lang="en-MY"/>
                  <a:t>. (You will soon learn about the Prime Numbers)</a:t>
                </a:r>
              </a:p>
              <a:p>
                <a:pPr marL="571500" lvl="1" indent="-3429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lang="en-MY"/>
                  <a:t> has six divisors, which are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, 2, 4, 8, 16, 32</m:t>
                    </m:r>
                  </m:oMath>
                </a14:m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8931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3600"/>
              <a:t>Divisibility – </a:t>
            </a:r>
            <a:r>
              <a:rPr lang="en-MY" sz="3600">
                <a:solidFill>
                  <a:srgbClr val="0000FF"/>
                </a:solidFill>
              </a:rPr>
              <a:t>Greatest Common Divisor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In cryptography, the one that we are needed is the </a:t>
                </a:r>
                <a:r>
                  <a:rPr lang="en-MY" b="1">
                    <a:solidFill>
                      <a:srgbClr val="0000FF"/>
                    </a:solidFill>
                  </a:rPr>
                  <a:t>greatest common divisor</a:t>
                </a:r>
                <a:r>
                  <a:rPr lang="en-MY"/>
                  <a:t>, or simply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en-MY"/>
                  <a:t>of </a:t>
                </a:r>
                <a:r>
                  <a:rPr lang="en-MY" b="1">
                    <a:solidFill>
                      <a:srgbClr val="FF0000"/>
                    </a:solidFill>
                  </a:rPr>
                  <a:t>two (or more) positive integers</a:t>
                </a:r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Any two integers may have many common divisors, but only one </a:t>
                </a:r>
                <a:r>
                  <a:rPr lang="en-MY" b="1">
                    <a:solidFill>
                      <a:srgbClr val="FF0000"/>
                    </a:solidFill>
                  </a:rPr>
                  <a:t>GREATEST (largest)</a:t>
                </a:r>
                <a:r>
                  <a:rPr lang="en-MY"/>
                  <a:t> common divisor.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930D31F-C31C-E4EC-AE73-18AB75B1E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57" y="3869893"/>
            <a:ext cx="7634797" cy="28089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FA2252-8A15-3DEF-8210-DD24463300EC}"/>
                  </a:ext>
                </a:extLst>
              </p:cNvPr>
              <p:cNvSpPr txBox="1"/>
              <p:nvPr/>
            </p:nvSpPr>
            <p:spPr>
              <a:xfrm>
                <a:off x="8327254" y="4535720"/>
                <a:ext cx="2755037" cy="1477328"/>
              </a:xfrm>
              <a:prstGeom prst="rect">
                <a:avLst/>
              </a:prstGeom>
              <a:solidFill>
                <a:srgbClr val="FFE697"/>
              </a:solid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just"/>
                <a:r>
                  <a:rPr lang="en-MY"/>
                  <a:t>The common divisors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MY"/>
                  <a:t> and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lang="en-MY"/>
                  <a:t> are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, 2, 4</m:t>
                    </m:r>
                  </m:oMath>
                </a14:m>
                <a:r>
                  <a:rPr lang="en-MY"/>
                  <a:t>.</a:t>
                </a:r>
              </a:p>
              <a:p>
                <a:pPr algn="just"/>
                <a:r>
                  <a:rPr lang="en-MY"/>
                  <a:t> </a:t>
                </a:r>
              </a:p>
              <a:p>
                <a:pPr algn="just"/>
                <a:r>
                  <a:rPr lang="en-MY"/>
                  <a:t>The </a:t>
                </a:r>
                <a:r>
                  <a:rPr lang="en-MY" b="1">
                    <a:solidFill>
                      <a:srgbClr val="FF0000"/>
                    </a:solidFill>
                  </a:rPr>
                  <a:t>Greatest</a:t>
                </a:r>
                <a:r>
                  <a:rPr lang="en-MY"/>
                  <a:t> Common Divisor of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MY"/>
                  <a:t> and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lang="en-MY"/>
                  <a:t> is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MY"/>
                  <a:t>.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FA2252-8A15-3DEF-8210-DD2446330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254" y="4535720"/>
                <a:ext cx="2755037" cy="1477328"/>
              </a:xfrm>
              <a:prstGeom prst="rect">
                <a:avLst/>
              </a:prstGeom>
              <a:blipFill>
                <a:blip r:embed="rId4"/>
                <a:stretch>
                  <a:fillRect l="-1766" t="-2058" r="-1766" b="-535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Left 6">
            <a:extLst>
              <a:ext uri="{FF2B5EF4-FFF2-40B4-BE49-F238E27FC236}">
                <a16:creationId xmlns:a16="http://schemas.microsoft.com/office/drawing/2014/main" id="{81315AA2-199B-44AF-E677-B6A4FB209AB8}"/>
              </a:ext>
            </a:extLst>
          </p:cNvPr>
          <p:cNvSpPr/>
          <p:nvPr/>
        </p:nvSpPr>
        <p:spPr>
          <a:xfrm>
            <a:off x="6921622" y="5087953"/>
            <a:ext cx="1405631" cy="372862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9424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1E8551-F882-197A-F058-9E89BD4C9CFB}"/>
              </a:ext>
            </a:extLst>
          </p:cNvPr>
          <p:cNvSpPr/>
          <p:nvPr/>
        </p:nvSpPr>
        <p:spPr>
          <a:xfrm>
            <a:off x="984115" y="2467992"/>
            <a:ext cx="9428086" cy="1145220"/>
          </a:xfrm>
          <a:prstGeom prst="rect">
            <a:avLst/>
          </a:prstGeom>
          <a:solidFill>
            <a:srgbClr val="FFFFB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3600"/>
              <a:t>Divisibility – </a:t>
            </a:r>
            <a:r>
              <a:rPr lang="en-MY" sz="3600">
                <a:solidFill>
                  <a:srgbClr val="0000FF"/>
                </a:solidFill>
              </a:rPr>
              <a:t>Greatest Common Divisor</a:t>
            </a:r>
            <a:endParaRPr lang="en-MY" sz="3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/>
                  <a:t>Definition 1:</a:t>
                </a:r>
              </a:p>
              <a:p>
                <a:pPr marL="0" indent="0" algn="ctr">
                  <a:buNone/>
                </a:pPr>
                <a:r>
                  <a:rPr lang="en-MY" sz="2400" b="1" i="1">
                    <a:solidFill>
                      <a:srgbClr val="FF0000"/>
                    </a:solidFill>
                  </a:rPr>
                  <a:t>The </a:t>
                </a:r>
                <a:r>
                  <a:rPr lang="en-MY" sz="2400" b="1" i="1">
                    <a:solidFill>
                      <a:srgbClr val="0000FF"/>
                    </a:solidFill>
                  </a:rPr>
                  <a:t>greatest common divisor </a:t>
                </a:r>
                <a:r>
                  <a:rPr lang="en-MY" sz="2400" b="1" i="1">
                    <a:solidFill>
                      <a:srgbClr val="FF0000"/>
                    </a:solidFill>
                  </a:rPr>
                  <a:t>of two integer is the largest integer that can divide both integers.</a:t>
                </a:r>
              </a:p>
              <a:p>
                <a:pPr marL="0" indent="0" algn="ctr">
                  <a:buNone/>
                </a:pPr>
                <a:endParaRPr lang="en-MY" sz="1600" b="1" i="1">
                  <a:solidFill>
                    <a:srgbClr val="FF0000"/>
                  </a:solidFill>
                </a:endParaRP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>
                    <a:solidFill>
                      <a:schemeClr val="tx1"/>
                    </a:solidFill>
                  </a:rPr>
                  <a:t>As in the previous slide, using mathematical notation, we write: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MY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MY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𝐠𝐜𝐝</m:t>
                          </m:r>
                        </m:fName>
                        <m:e>
                          <m:d>
                            <m:dPr>
                              <m:ctrlPr>
                                <a:rPr lang="en-MY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MY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MY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𝟏𝟒𝟎</m:t>
                              </m:r>
                            </m:e>
                          </m:d>
                          <m:r>
                            <a:rPr lang="en-MY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MY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func>
                      <m:r>
                        <a:rPr lang="en-MY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MY" b="1">
                  <a:solidFill>
                    <a:srgbClr val="FF0000"/>
                  </a:solidFill>
                </a:endParaRP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FF0000"/>
                    </a:solidFill>
                  </a:rPr>
                  <a:t>Important case in Cryptography</a:t>
                </a:r>
                <a:r>
                  <a:rPr lang="en-MY">
                    <a:solidFill>
                      <a:schemeClr val="tx1"/>
                    </a:solidFill>
                  </a:rPr>
                  <a:t>: If the </a:t>
                </a:r>
                <a14:m>
                  <m:oMath xmlns:m="http://schemas.openxmlformats.org/officeDocument/2006/math">
                    <m:r>
                      <a:rPr lang="en-MY" b="1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𝐠𝐜𝐝</m:t>
                    </m:r>
                    <m:d>
                      <m:dPr>
                        <m:ctrlPr>
                          <a:rPr lang="en-MY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1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MY" b="1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b="1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d>
                    <m:r>
                      <a:rPr lang="en-MY" b="1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1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MY">
                    <a:solidFill>
                      <a:schemeClr val="tx1"/>
                    </a:solidFill>
                  </a:rPr>
                  <a:t>, then we say that the integers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MY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MY">
                    <a:solidFill>
                      <a:schemeClr val="tx1"/>
                    </a:solidFill>
                  </a:rPr>
                  <a:t> are </a:t>
                </a:r>
                <a:r>
                  <a:rPr lang="en-MY" b="1">
                    <a:solidFill>
                      <a:srgbClr val="0000FF"/>
                    </a:solidFill>
                  </a:rPr>
                  <a:t>relatively prime (coprime)</a:t>
                </a:r>
                <a:r>
                  <a:rPr lang="en-MY">
                    <a:solidFill>
                      <a:schemeClr val="tx1"/>
                    </a:solidFill>
                  </a:rPr>
                  <a:t>.</a:t>
                </a:r>
                <a:endParaRPr lang="en-MY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9775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4000"/>
              <a:t>Divisibility – </a:t>
            </a:r>
            <a:r>
              <a:rPr lang="en-MY">
                <a:solidFill>
                  <a:srgbClr val="0000FF"/>
                </a:solidFill>
              </a:rPr>
              <a:t>The Euclidean Algorithm</a:t>
            </a:r>
            <a:endParaRPr lang="en-MY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0000FF"/>
                    </a:solidFill>
                  </a:rPr>
                  <a:t>The Euclidean algorithm</a:t>
                </a:r>
                <a:r>
                  <a:rPr lang="en-MY"/>
                  <a:t>: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 An efficient algorithm used to find the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𝐠𝐜𝐝</m:t>
                    </m:r>
                  </m:oMath>
                </a14:m>
                <a:r>
                  <a:rPr lang="en-MY" sz="2000"/>
                  <a:t> of two integers (since listing out all the divisors in </a:t>
                </a:r>
                <a:r>
                  <a:rPr lang="en-MY" sz="2000" b="1">
                    <a:solidFill>
                      <a:srgbClr val="FF0000"/>
                    </a:solidFill>
                  </a:rPr>
                  <a:t>impractical</a:t>
                </a:r>
                <a:r>
                  <a:rPr lang="en-MY" sz="2000"/>
                  <a:t> for a very large integer. Example: 65525).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 This algorithm is based on these </a:t>
                </a:r>
                <a:r>
                  <a:rPr lang="en-MY" sz="2000" b="1">
                    <a:solidFill>
                      <a:srgbClr val="FF0000"/>
                    </a:solidFill>
                  </a:rPr>
                  <a:t>two facts</a:t>
                </a:r>
                <a:r>
                  <a:rPr lang="en-MY" sz="2000"/>
                  <a:t>:</a:t>
                </a:r>
              </a:p>
              <a:p>
                <a:pPr marL="571500" lvl="1" indent="-3429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r>
                  <a:rPr lang="en-MY" sz="2000"/>
                  <a:t>.</a:t>
                </a:r>
              </a:p>
              <a:p>
                <a:pPr marL="571500" lvl="1" indent="-3429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func>
                  </m:oMath>
                </a14:m>
                <a:r>
                  <a:rPr lang="en-MY" sz="2000"/>
                  <a:t>, where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MY" sz="2000"/>
                  <a:t> is the remainder of dividing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MY" sz="2000"/>
                  <a:t> by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MY" sz="200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7051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4000"/>
              <a:t>Divisibility – </a:t>
            </a:r>
            <a:r>
              <a:rPr lang="en-MY">
                <a:solidFill>
                  <a:srgbClr val="0000FF"/>
                </a:solidFill>
              </a:rPr>
              <a:t>The Euclidean Algorithm</a:t>
            </a:r>
            <a:endParaRPr lang="en-MY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CE1733-E33F-608A-BCCF-48AAE44E2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84" y="1828483"/>
            <a:ext cx="9800948" cy="485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513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4000"/>
              <a:t>Divisibility – </a:t>
            </a:r>
            <a:r>
              <a:rPr lang="en-MY">
                <a:solidFill>
                  <a:srgbClr val="0000FF"/>
                </a:solidFill>
              </a:rPr>
              <a:t>The Euclidean Algorithm</a:t>
            </a:r>
            <a:endParaRPr lang="en-MY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FF0000"/>
                    </a:solidFill>
                  </a:rPr>
                  <a:t>Example 1</a:t>
                </a:r>
                <a:r>
                  <a:rPr lang="en-MY" b="1"/>
                  <a:t>: </a:t>
                </a:r>
                <a:r>
                  <a:rPr lang="en-MY"/>
                  <a:t>Find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gcd</m:t>
                    </m:r>
                  </m:oMath>
                </a14:m>
                <a:r>
                  <a:rPr lang="en-MY"/>
                  <a:t>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2740</m:t>
                    </m:r>
                  </m:oMath>
                </a14:m>
                <a:r>
                  <a:rPr lang="en-MY"/>
                  <a:t> and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1760</m:t>
                    </m:r>
                  </m:oMath>
                </a14:m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20F294A-8AFB-1F1D-CD49-F72ADCF47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4421689"/>
                  </p:ext>
                </p:extLst>
              </p:nvPr>
            </p:nvGraphicFramePr>
            <p:xfrm>
              <a:off x="1798220" y="2646680"/>
              <a:ext cx="4806764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1691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1201691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1201691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1201691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1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12104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20947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852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1747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26219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20F294A-8AFB-1F1D-CD49-F72ADCF47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4421689"/>
                  </p:ext>
                </p:extLst>
              </p:nvPr>
            </p:nvGraphicFramePr>
            <p:xfrm>
              <a:off x="1798220" y="2646680"/>
              <a:ext cx="4806764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1691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1201691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1201691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1201691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5" t="-1639" r="-300000" b="-9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15" t="-1639" r="-201523" b="-9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639" r="-100505" b="-9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523" t="-1639" r="-1015" b="-9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1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12104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20947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852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1747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262192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39025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4000"/>
              <a:t>Divisibility – </a:t>
            </a:r>
            <a:r>
              <a:rPr lang="en-MY">
                <a:solidFill>
                  <a:srgbClr val="0000FF"/>
                </a:solidFill>
              </a:rPr>
              <a:t>The Euclidean Algorithm</a:t>
            </a:r>
            <a:endParaRPr lang="en-MY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FF0000"/>
                    </a:solidFill>
                  </a:rPr>
                  <a:t>Example 1</a:t>
                </a:r>
                <a:r>
                  <a:rPr lang="en-MY" b="1"/>
                  <a:t>: </a:t>
                </a:r>
                <a:r>
                  <a:rPr lang="en-MY"/>
                  <a:t>Find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gcd</m:t>
                    </m:r>
                  </m:oMath>
                </a14:m>
                <a:r>
                  <a:rPr lang="en-MY"/>
                  <a:t>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2740</m:t>
                    </m:r>
                  </m:oMath>
                </a14:m>
                <a:r>
                  <a:rPr lang="en-MY"/>
                  <a:t> and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1760</m:t>
                    </m:r>
                  </m:oMath>
                </a14:m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Hence,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2740,1760</m:t>
                            </m:r>
                          </m:e>
                        </m:d>
                      </m:e>
                    </m:func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en-MY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 b="-126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E4C02BD-3DCA-85E5-567D-095189AE7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655" y="2457954"/>
            <a:ext cx="4397006" cy="318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26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4000"/>
              <a:t>Divisibility – </a:t>
            </a:r>
            <a:r>
              <a:rPr lang="en-MY">
                <a:solidFill>
                  <a:srgbClr val="0000FF"/>
                </a:solidFill>
              </a:rPr>
              <a:t>The Euclidean Algorithm</a:t>
            </a:r>
            <a:endParaRPr lang="en-MY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FF0000"/>
                    </a:solidFill>
                  </a:rPr>
                  <a:t>Example 2</a:t>
                </a:r>
                <a:r>
                  <a:rPr lang="en-MY" b="1"/>
                  <a:t>: </a:t>
                </a:r>
                <a:r>
                  <a:rPr lang="en-MY"/>
                  <a:t>Find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gcd</m:t>
                    </m:r>
                  </m:oMath>
                </a14:m>
                <a:r>
                  <a:rPr lang="en-MY"/>
                  <a:t>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MY"/>
                  <a:t> and </a:t>
                </a:r>
                <a14:m>
                  <m:oMath xmlns:m="http://schemas.openxmlformats.org/officeDocument/2006/math">
                    <m:r>
                      <a:rPr lang="en-MY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MY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marL="0" indent="0" algn="just">
                  <a:buNone/>
                </a:pPr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76FA6CE-D05A-6237-9EB9-AD8E788E4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394243"/>
                  </p:ext>
                </p:extLst>
              </p:nvPr>
            </p:nvGraphicFramePr>
            <p:xfrm>
              <a:off x="1798220" y="2646680"/>
              <a:ext cx="4806764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1691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1201691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1201691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1201691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1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12104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20947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852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1747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26219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76FA6CE-D05A-6237-9EB9-AD8E788E4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394243"/>
                  </p:ext>
                </p:extLst>
              </p:nvPr>
            </p:nvGraphicFramePr>
            <p:xfrm>
              <a:off x="1798220" y="2646680"/>
              <a:ext cx="4806764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1691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1201691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1201691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1201691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5" t="-1639" r="-300000" b="-9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15" t="-1639" r="-201523" b="-9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639" r="-100505" b="-9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523" t="-1639" r="-1015" b="-9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1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12104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20947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852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1747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262192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40666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4000"/>
              <a:t>Divisibility – </a:t>
            </a:r>
            <a:r>
              <a:rPr lang="en-MY">
                <a:solidFill>
                  <a:srgbClr val="0000FF"/>
                </a:solidFill>
              </a:rPr>
              <a:t>The Euclidean Algorithm</a:t>
            </a:r>
            <a:endParaRPr lang="en-MY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FF0000"/>
                    </a:solidFill>
                  </a:rPr>
                  <a:t>Example 2</a:t>
                </a:r>
                <a:r>
                  <a:rPr lang="en-MY" b="1"/>
                  <a:t>: </a:t>
                </a:r>
                <a:r>
                  <a:rPr lang="en-MY"/>
                  <a:t>Find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gcd</m:t>
                    </m:r>
                  </m:oMath>
                </a14:m>
                <a:r>
                  <a:rPr lang="en-MY"/>
                  <a:t>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MY"/>
                  <a:t> and </a:t>
                </a:r>
                <a14:m>
                  <m:oMath xmlns:m="http://schemas.openxmlformats.org/officeDocument/2006/math">
                    <m:r>
                      <a:rPr lang="en-MY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MY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Hence,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</m:d>
                      </m:e>
                    </m:func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MY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 b="-126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2C3D5C6-FEAA-F069-E3F9-F55F46CD8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957" y="2568463"/>
            <a:ext cx="5498085" cy="299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005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62891C-F356-7F21-C548-45A6B6491CDC}"/>
              </a:ext>
            </a:extLst>
          </p:cNvPr>
          <p:cNvSpPr/>
          <p:nvPr/>
        </p:nvSpPr>
        <p:spPr>
          <a:xfrm>
            <a:off x="957482" y="2512381"/>
            <a:ext cx="9481352" cy="916619"/>
          </a:xfrm>
          <a:prstGeom prst="rect">
            <a:avLst/>
          </a:prstGeom>
          <a:solidFill>
            <a:srgbClr val="FFFFB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3000"/>
              <a:t>Divisibility – </a:t>
            </a:r>
            <a:r>
              <a:rPr lang="en-MY" sz="3000">
                <a:solidFill>
                  <a:srgbClr val="0000FF"/>
                </a:solidFill>
              </a:rPr>
              <a:t>The </a:t>
            </a:r>
            <a:r>
              <a:rPr lang="en-MY" sz="3000">
                <a:solidFill>
                  <a:srgbClr val="FF0000"/>
                </a:solidFill>
              </a:rPr>
              <a:t>Extended</a:t>
            </a:r>
            <a:r>
              <a:rPr lang="en-MY" sz="3000">
                <a:solidFill>
                  <a:srgbClr val="0000FF"/>
                </a:solidFill>
              </a:rPr>
              <a:t> Euclidean Algorithm</a:t>
            </a:r>
            <a:endParaRPr lang="en-MY" sz="3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/>
                  <a:t>Definition 2:</a:t>
                </a:r>
              </a:p>
              <a:p>
                <a:pPr marL="0" indent="0" algn="ctr">
                  <a:buNone/>
                </a:pPr>
                <a:r>
                  <a:rPr lang="en-MY" b="1" i="1"/>
                  <a:t>Given two integers </a:t>
                </a:r>
                <a14:m>
                  <m:oMath xmlns:m="http://schemas.openxmlformats.org/officeDocument/2006/math">
                    <m:r>
                      <a:rPr lang="en-MY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MY" b="1" i="1"/>
                  <a:t> and </a:t>
                </a:r>
                <a14:m>
                  <m:oMath xmlns:m="http://schemas.openxmlformats.org/officeDocument/2006/math">
                    <m:r>
                      <a:rPr lang="en-MY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MY" b="1" i="1"/>
                  <a:t>, there exist another two integers </a:t>
                </a:r>
                <a14:m>
                  <m:oMath xmlns:m="http://schemas.openxmlformats.org/officeDocument/2006/math">
                    <m:r>
                      <a:rPr lang="en-MY" b="1" i="1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MY" b="1" i="1"/>
                  <a:t> and </a:t>
                </a:r>
                <a14:m>
                  <m:oMath xmlns:m="http://schemas.openxmlformats.org/officeDocument/2006/math">
                    <m:r>
                      <a:rPr lang="en-MY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MY" b="1" i="1"/>
                  <a:t> such that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MY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MY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MY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MY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MY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MY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MY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MY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MY" b="1" i="0" smtClean="0">
                              <a:latin typeface="Cambria Math" panose="02040503050406030204" pitchFamily="18" charset="0"/>
                            </a:rPr>
                            <m:t>𝐠𝐜𝐝</m:t>
                          </m:r>
                        </m:fName>
                        <m:e>
                          <m:d>
                            <m:dPr>
                              <m:ctrlP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MY" b="1" i="1"/>
              </a:p>
              <a:p>
                <a:pPr marL="0" indent="0" algn="just">
                  <a:buNone/>
                </a:pPr>
                <a:endParaRPr lang="en-MY" b="1" i="1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/>
                  <a:t> These integers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MY"/>
                  <a:t> and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MY"/>
                  <a:t> can be found via the </a:t>
                </a:r>
                <a:r>
                  <a:rPr lang="en-MY" b="1">
                    <a:solidFill>
                      <a:srgbClr val="FF0000"/>
                    </a:solidFill>
                  </a:rPr>
                  <a:t>Extended</a:t>
                </a:r>
                <a:r>
                  <a:rPr lang="en-MY" b="1">
                    <a:solidFill>
                      <a:srgbClr val="0000FF"/>
                    </a:solidFill>
                  </a:rPr>
                  <a:t> Euclidean Algorithm</a:t>
                </a:r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/>
                  <a:t> It is so-called ‘</a:t>
                </a:r>
                <a:r>
                  <a:rPr lang="en-MY" b="1">
                    <a:solidFill>
                      <a:srgbClr val="FF0000"/>
                    </a:solidFill>
                  </a:rPr>
                  <a:t>extended</a:t>
                </a:r>
                <a:r>
                  <a:rPr lang="en-MY"/>
                  <a:t>’ as we used the Euclidean algorithm to further finding these two integers, with some extended computations.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5308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3000"/>
              <a:t>Divisibility – </a:t>
            </a:r>
            <a:r>
              <a:rPr lang="en-MY" sz="3000">
                <a:solidFill>
                  <a:srgbClr val="0000FF"/>
                </a:solidFill>
              </a:rPr>
              <a:t>The </a:t>
            </a:r>
            <a:r>
              <a:rPr lang="en-MY" sz="3000">
                <a:solidFill>
                  <a:srgbClr val="FF0000"/>
                </a:solidFill>
              </a:rPr>
              <a:t>Extended</a:t>
            </a:r>
            <a:r>
              <a:rPr lang="en-MY" sz="3000">
                <a:solidFill>
                  <a:srgbClr val="0000FF"/>
                </a:solidFill>
              </a:rPr>
              <a:t> Euclidean Algorithm</a:t>
            </a:r>
            <a:endParaRPr lang="en-MY" sz="3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A03C32-97D0-20CA-A234-299C665E2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58" y="2290298"/>
            <a:ext cx="10011401" cy="392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61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20F2E5-3E41-75E4-B568-6F8BE829C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88" y="366157"/>
            <a:ext cx="9497163" cy="612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562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3000"/>
              <a:t>Divisibility – </a:t>
            </a:r>
            <a:r>
              <a:rPr lang="en-MY" sz="3000">
                <a:solidFill>
                  <a:srgbClr val="0000FF"/>
                </a:solidFill>
              </a:rPr>
              <a:t>The </a:t>
            </a:r>
            <a:r>
              <a:rPr lang="en-MY" sz="3000">
                <a:solidFill>
                  <a:srgbClr val="FF0000"/>
                </a:solidFill>
              </a:rPr>
              <a:t>Extended</a:t>
            </a:r>
            <a:r>
              <a:rPr lang="en-MY" sz="3000">
                <a:solidFill>
                  <a:srgbClr val="0000FF"/>
                </a:solidFill>
              </a:rPr>
              <a:t> Euclidean Algorithm</a:t>
            </a:r>
            <a:endParaRPr lang="en-MY" sz="3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/>
                  <a:t>Example 1: </a:t>
                </a:r>
                <a:r>
                  <a:rPr lang="en-MY"/>
                  <a:t>Find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161,28</m:t>
                            </m:r>
                          </m:e>
                        </m:d>
                      </m:e>
                    </m:func>
                  </m:oMath>
                </a14:m>
                <a:r>
                  <a:rPr lang="en-MY"/>
                  <a:t>. Next, find the values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MY"/>
                  <a:t> and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MY"/>
                  <a:t> such that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161⋅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+28⋅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161,28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MY"/>
              </a:p>
              <a:p>
                <a:pPr marL="0" indent="0" algn="ctr">
                  <a:buNone/>
                </a:pPr>
                <a:endParaRPr lang="en-MY"/>
              </a:p>
              <a:p>
                <a:pPr marL="0" indent="0" algn="ctr">
                  <a:buNone/>
                </a:pPr>
                <a:endParaRPr lang="en-MY"/>
              </a:p>
              <a:p>
                <a:pPr marL="0" indent="0" algn="ctr">
                  <a:buNone/>
                </a:pPr>
                <a:endParaRPr lang="en-MY"/>
              </a:p>
              <a:p>
                <a:pPr marL="0" indent="0" algn="ctr">
                  <a:buNone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marL="0" indent="0" algn="just">
                  <a:buNone/>
                </a:pPr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DBE06BC-D25B-42C9-7240-C4161817A8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0081432"/>
                  </p:ext>
                </p:extLst>
              </p:nvPr>
            </p:nvGraphicFramePr>
            <p:xfrm>
              <a:off x="2032000" y="3258679"/>
              <a:ext cx="81280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35140757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15686865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6121302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84869595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27188028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04775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1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326783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DBE06BC-D25B-42C9-7240-C4161817A8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0081432"/>
                  </p:ext>
                </p:extLst>
              </p:nvPr>
            </p:nvGraphicFramePr>
            <p:xfrm>
              <a:off x="2032000" y="3258679"/>
              <a:ext cx="81280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35140757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15686865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6121302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84869595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27188028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04775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1639" r="-904511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639" r="-797761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1639" r="-703759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1639" r="-598507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1639" r="-503008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1639" r="-403008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1639" r="-300000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1639" r="-202256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1639" r="-100746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1639" r="-1504" b="-5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1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32678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2387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3000"/>
              <a:t>Divisibility – </a:t>
            </a:r>
            <a:r>
              <a:rPr lang="en-MY" sz="3000">
                <a:solidFill>
                  <a:srgbClr val="0000FF"/>
                </a:solidFill>
              </a:rPr>
              <a:t>The </a:t>
            </a:r>
            <a:r>
              <a:rPr lang="en-MY" sz="3000">
                <a:solidFill>
                  <a:srgbClr val="FF0000"/>
                </a:solidFill>
              </a:rPr>
              <a:t>Extended</a:t>
            </a:r>
            <a:r>
              <a:rPr lang="en-MY" sz="3000">
                <a:solidFill>
                  <a:srgbClr val="0000FF"/>
                </a:solidFill>
              </a:rPr>
              <a:t> Euclidean Algorithm</a:t>
            </a:r>
            <a:endParaRPr lang="en-MY" sz="3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/>
                  <a:t>Example 1: </a:t>
                </a:r>
                <a:r>
                  <a:rPr lang="en-MY"/>
                  <a:t>Find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161,28</m:t>
                            </m:r>
                          </m:e>
                        </m:d>
                      </m:e>
                    </m:func>
                  </m:oMath>
                </a14:m>
                <a:r>
                  <a:rPr lang="en-MY"/>
                  <a:t>. Next, find the values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MY"/>
                  <a:t> and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MY"/>
                  <a:t> such that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161⋅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+28⋅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161,28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MY"/>
              </a:p>
              <a:p>
                <a:pPr marL="0" indent="0" algn="ctr">
                  <a:buNone/>
                </a:pPr>
                <a:endParaRPr lang="en-MY"/>
              </a:p>
              <a:p>
                <a:pPr marL="0" indent="0" algn="ctr">
                  <a:buNone/>
                </a:pPr>
                <a:endParaRPr lang="en-MY"/>
              </a:p>
              <a:p>
                <a:pPr marL="0" indent="0" algn="ctr">
                  <a:buNone/>
                </a:pPr>
                <a:endParaRPr lang="en-MY"/>
              </a:p>
              <a:p>
                <a:pPr marL="0" indent="0" algn="ctr">
                  <a:buNone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Hence, we have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161,28</m:t>
                            </m:r>
                          </m:e>
                        </m:d>
                      </m:e>
                    </m:func>
                    <m:r>
                      <a:rPr lang="en-MY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MY"/>
                  <a:t>,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MY"/>
                  <a:t> and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MY"/>
                  <a:t> such that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161</m:t>
                      </m:r>
                      <m:d>
                        <m:dPr>
                          <m:ctrlPr>
                            <a:rPr lang="en-MY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MY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+28</m:t>
                      </m:r>
                      <m:d>
                        <m:dPr>
                          <m:ctrlPr>
                            <a:rPr lang="en-MY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MY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MY" b="1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  <a:p>
                <a:pPr marL="0" indent="0" algn="just">
                  <a:buNone/>
                </a:pPr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BCC9841-B552-7C9A-5423-1F7209440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282" y="2911388"/>
            <a:ext cx="7263435" cy="206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153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3000"/>
              <a:t>Divisibility – </a:t>
            </a:r>
            <a:r>
              <a:rPr lang="en-MY" sz="3000">
                <a:solidFill>
                  <a:srgbClr val="0000FF"/>
                </a:solidFill>
              </a:rPr>
              <a:t>The </a:t>
            </a:r>
            <a:r>
              <a:rPr lang="en-MY" sz="3000">
                <a:solidFill>
                  <a:srgbClr val="FF0000"/>
                </a:solidFill>
              </a:rPr>
              <a:t>Extended</a:t>
            </a:r>
            <a:r>
              <a:rPr lang="en-MY" sz="3000">
                <a:solidFill>
                  <a:srgbClr val="0000FF"/>
                </a:solidFill>
              </a:rPr>
              <a:t> Euclidean Algorithm</a:t>
            </a:r>
            <a:endParaRPr lang="en-MY" sz="3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/>
                  <a:t>Example 2: </a:t>
                </a:r>
                <a:r>
                  <a:rPr lang="en-MY"/>
                  <a:t>Find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97,25</m:t>
                            </m:r>
                          </m:e>
                        </m:d>
                      </m:e>
                    </m:func>
                  </m:oMath>
                </a14:m>
                <a:r>
                  <a:rPr lang="en-MY"/>
                  <a:t>. Next, find the values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MY"/>
                  <a:t> and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MY"/>
                  <a:t> such that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7⋅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+25⋅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97,25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MY"/>
              </a:p>
              <a:p>
                <a:pPr marL="0" indent="0" algn="ctr">
                  <a:buNone/>
                </a:pPr>
                <a:endParaRPr lang="en-MY"/>
              </a:p>
              <a:p>
                <a:pPr marL="0" indent="0" algn="ctr">
                  <a:buNone/>
                </a:pPr>
                <a:endParaRPr lang="en-MY"/>
              </a:p>
              <a:p>
                <a:pPr marL="0" indent="0" algn="ctr">
                  <a:buNone/>
                </a:pPr>
                <a:endParaRPr lang="en-MY"/>
              </a:p>
              <a:p>
                <a:pPr marL="0" indent="0" algn="ctr">
                  <a:buNone/>
                </a:pPr>
                <a:endParaRPr lang="en-MY"/>
              </a:p>
              <a:p>
                <a:pPr marL="0" indent="0" algn="ctr">
                  <a:buNone/>
                </a:pPr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416ED08-9C16-D8EB-2ED0-AA8CD1034A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4703164"/>
                  </p:ext>
                </p:extLst>
              </p:nvPr>
            </p:nvGraphicFramePr>
            <p:xfrm>
              <a:off x="2032000" y="3258679"/>
              <a:ext cx="81280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35140757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15686865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6121302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84869595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27188028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04775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1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326783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416ED08-9C16-D8EB-2ED0-AA8CD1034A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4703164"/>
                  </p:ext>
                </p:extLst>
              </p:nvPr>
            </p:nvGraphicFramePr>
            <p:xfrm>
              <a:off x="2032000" y="3258679"/>
              <a:ext cx="81280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35140757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15686865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6121302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84869595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27188028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04775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1639" r="-904511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639" r="-797761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1639" r="-703759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1639" r="-598507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1639" r="-503008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1639" r="-403008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1639" r="-300000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1639" r="-202256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1639" r="-100746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1639" r="-1504" b="-5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1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32678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98733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3000"/>
              <a:t>Divisibility – </a:t>
            </a:r>
            <a:r>
              <a:rPr lang="en-MY" sz="3000">
                <a:solidFill>
                  <a:srgbClr val="0000FF"/>
                </a:solidFill>
              </a:rPr>
              <a:t>The </a:t>
            </a:r>
            <a:r>
              <a:rPr lang="en-MY" sz="3000">
                <a:solidFill>
                  <a:srgbClr val="FF0000"/>
                </a:solidFill>
              </a:rPr>
              <a:t>Extended</a:t>
            </a:r>
            <a:r>
              <a:rPr lang="en-MY" sz="3000">
                <a:solidFill>
                  <a:srgbClr val="0000FF"/>
                </a:solidFill>
              </a:rPr>
              <a:t> Euclidean Algorithm</a:t>
            </a:r>
            <a:endParaRPr lang="en-MY" sz="3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/>
                  <a:t>Example 2: </a:t>
                </a:r>
                <a:r>
                  <a:rPr lang="en-MY"/>
                  <a:t>Find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97,25</m:t>
                            </m:r>
                          </m:e>
                        </m:d>
                      </m:e>
                    </m:func>
                  </m:oMath>
                </a14:m>
                <a:r>
                  <a:rPr lang="en-MY"/>
                  <a:t>. Next, find the values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MY"/>
                  <a:t> and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MY"/>
                  <a:t> such that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7⋅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+25⋅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97,25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MY"/>
              </a:p>
              <a:p>
                <a:pPr marL="0" indent="0" algn="ctr">
                  <a:buNone/>
                </a:pPr>
                <a:endParaRPr lang="en-MY"/>
              </a:p>
              <a:p>
                <a:pPr marL="0" indent="0" algn="ctr">
                  <a:buNone/>
                </a:pPr>
                <a:endParaRPr lang="en-MY"/>
              </a:p>
              <a:p>
                <a:pPr marL="0" indent="0" algn="ctr">
                  <a:buNone/>
                </a:pPr>
                <a:endParaRPr lang="en-MY"/>
              </a:p>
              <a:p>
                <a:pPr marL="0" indent="0" algn="ctr">
                  <a:buNone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Hence, we have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97,25</m:t>
                            </m:r>
                          </m:e>
                        </m:d>
                      </m:e>
                    </m:func>
                    <m:r>
                      <a:rPr lang="en-MY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MY"/>
                  <a:t>,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MY"/>
                  <a:t> and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=−31</m:t>
                    </m:r>
                  </m:oMath>
                </a14:m>
                <a:r>
                  <a:rPr lang="en-MY"/>
                  <a:t> such that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7</m:t>
                      </m:r>
                      <m:d>
                        <m:dPr>
                          <m:ctrlPr>
                            <a:rPr lang="en-MY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+25</m:t>
                      </m:r>
                      <m:d>
                        <m:dPr>
                          <m:ctrlPr>
                            <a:rPr lang="en-MY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MY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𝟑𝟏</m:t>
                          </m:r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MY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MY"/>
              </a:p>
              <a:p>
                <a:pPr marL="0" indent="0" algn="ctr">
                  <a:buNone/>
                </a:pPr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F6456576-1E9A-3C89-F4E1-39289FBF71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3945729"/>
                  </p:ext>
                </p:extLst>
              </p:nvPr>
            </p:nvGraphicFramePr>
            <p:xfrm>
              <a:off x="2032000" y="3045615"/>
              <a:ext cx="81280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35140757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15686865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6121302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84869595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27188028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04775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97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1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−31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F6456576-1E9A-3C89-F4E1-39289FBF71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3945729"/>
                  </p:ext>
                </p:extLst>
              </p:nvPr>
            </p:nvGraphicFramePr>
            <p:xfrm>
              <a:off x="2032000" y="3045615"/>
              <a:ext cx="81280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35140757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15686865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6121302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84869595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27188028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04775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1639" r="-904511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639" r="-797761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1639" r="-703759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1639" r="-598507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1639" r="-503008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1639" r="-403008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1639" r="-300000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1639" r="-20225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1639" r="-10074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1639" r="-1504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101639" r="-904511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01639" r="-797761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101639" r="-70375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101639" r="-598507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101639" r="-50300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101639" r="-40300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101639" r="-300000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101639" r="-20225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101639" r="-10074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101639" r="-1504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201639" r="-904511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01639" r="-797761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201639" r="-70375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201639" r="-598507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201639" r="-50300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201639" r="-40300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201639" r="-300000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201639" r="-20225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201639" r="-10074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201639" r="-1504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1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301639" r="-904511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301639" r="-797761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301639" r="-70375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301639" r="-59850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301639" r="-50300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301639" r="-40300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301639" r="-300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301639" r="-20225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301639" r="-10074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301639" r="-1504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401639" r="-90451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401639" r="-79776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401639" r="-70375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401639" r="-59850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093894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61A3E-85BD-951A-2328-0AE9B3B56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5897880"/>
          </a:xfrm>
        </p:spPr>
        <p:txBody>
          <a:bodyPr/>
          <a:lstStyle/>
          <a:p>
            <a:pPr algn="ctr"/>
            <a:r>
              <a:rPr lang="en-MY" sz="5400">
                <a:solidFill>
                  <a:srgbClr val="0000FF"/>
                </a:solidFill>
              </a:rPr>
              <a:t>MODULAR</a:t>
            </a:r>
            <a:br>
              <a:rPr lang="en-MY" sz="5400">
                <a:solidFill>
                  <a:srgbClr val="0000FF"/>
                </a:solidFill>
              </a:rPr>
            </a:br>
            <a:r>
              <a:rPr lang="en-MY" sz="5400">
                <a:solidFill>
                  <a:srgbClr val="0000FF"/>
                </a:solidFill>
              </a:rPr>
              <a:t>ARITHMETIC</a:t>
            </a:r>
          </a:p>
        </p:txBody>
      </p:sp>
    </p:spTree>
    <p:extLst>
      <p:ext uri="{BB962C8B-B14F-4D97-AF65-F5344CB8AC3E}">
        <p14:creationId xmlns:p14="http://schemas.microsoft.com/office/powerpoint/2010/main" val="12681696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/>
              <a:t>Modular Operator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From </a:t>
                </a:r>
                <a:r>
                  <a:rPr lang="en-MY" b="1">
                    <a:solidFill>
                      <a:srgbClr val="0000FF"/>
                    </a:solidFill>
                  </a:rPr>
                  <a:t>division relation</a:t>
                </a:r>
                <a:r>
                  <a:rPr lang="en-MY"/>
                  <a:t>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⋅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MY">
                    <a:solidFill>
                      <a:schemeClr val="tx1"/>
                    </a:solidFill>
                  </a:rPr>
                  <a:t>, we are now interested only on the </a:t>
                </a:r>
                <a:r>
                  <a:rPr lang="en-MY" b="1">
                    <a:solidFill>
                      <a:srgbClr val="FF0000"/>
                    </a:solidFill>
                  </a:rPr>
                  <a:t>remainder</a:t>
                </a:r>
                <a:r>
                  <a:rPr lang="en-MY" b="1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MY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MY"/>
                  <a:t> </a:t>
                </a:r>
                <a:r>
                  <a:rPr lang="en-MY" b="1"/>
                  <a:t>when </a:t>
                </a:r>
                <a14:m>
                  <m:oMath xmlns:m="http://schemas.openxmlformats.org/officeDocument/2006/math">
                    <m:r>
                      <a:rPr lang="en-MY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MY" b="1"/>
                  <a:t> is divided by </a:t>
                </a:r>
                <a14:m>
                  <m:oMath xmlns:m="http://schemas.openxmlformats.org/officeDocument/2006/math">
                    <m:r>
                      <a:rPr lang="en-MY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/>
                  <a:t>, This resembles the idea of modular arithmetic.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The modular operator, or simply </a:t>
                </a:r>
                <a14:m>
                  <m:oMath xmlns:m="http://schemas.openxmlformats.org/officeDocument/2006/math">
                    <m:r>
                      <a:rPr lang="en-MY" b="1" i="0" smtClean="0"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/>
                  <a:t>when expressing such an arithmetic, and the remainder is often called a </a:t>
                </a:r>
                <a:r>
                  <a:rPr lang="en-MY" b="1">
                    <a:solidFill>
                      <a:srgbClr val="FF0000"/>
                    </a:solidFill>
                  </a:rPr>
                  <a:t>residue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MY">
                    <a:solidFill>
                      <a:schemeClr val="tx1"/>
                    </a:solidFill>
                  </a:rPr>
                  <a:t>.</a:t>
                </a:r>
                <a:endParaRPr lang="en-MY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E0463BF-C7EA-DB1A-9842-A870B349B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450" y="3881919"/>
            <a:ext cx="7531099" cy="276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4882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/>
              <a:t>Modular Operator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FF0000"/>
                    </a:solidFill>
                  </a:rPr>
                  <a:t>Examples</a:t>
                </a:r>
                <a:r>
                  <a:rPr lang="en-MY"/>
                  <a:t>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27 </m:t>
                    </m:r>
                    <m:r>
                      <m:rPr>
                        <m:sty m:val="p"/>
                      </m:rPr>
                      <a:rPr lang="en-MY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MY" b="0" i="0" smtClean="0">
                        <a:latin typeface="Cambria Math" panose="02040503050406030204" pitchFamily="18" charset="0"/>
                      </a:rPr>
                      <m:t> 5=2</m:t>
                    </m:r>
                  </m:oMath>
                </a14:m>
                <a:r>
                  <a:rPr lang="en-MY"/>
                  <a:t> since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27=5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MY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36 </m:t>
                    </m:r>
                    <m:r>
                      <m:rPr>
                        <m:sty m:val="p"/>
                      </m:rPr>
                      <a:rPr lang="en-MY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MY" b="0" i="0" smtClean="0">
                        <a:latin typeface="Cambria Math" panose="02040503050406030204" pitchFamily="18" charset="0"/>
                      </a:rPr>
                      <m:t> 12=0</m:t>
                    </m:r>
                  </m:oMath>
                </a14:m>
                <a:r>
                  <a:rPr lang="en-MY"/>
                  <a:t> since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36=12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+0</m:t>
                    </m:r>
                  </m:oMath>
                </a14:m>
                <a:r>
                  <a:rPr lang="en-MY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−18 </m:t>
                    </m:r>
                    <m:r>
                      <m:rPr>
                        <m:sty m:val="p"/>
                      </m:rPr>
                      <a:rPr lang="en-MY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MY" b="0" i="0" smtClean="0">
                        <a:latin typeface="Cambria Math" panose="02040503050406030204" pitchFamily="18" charset="0"/>
                      </a:rPr>
                      <m:t> 14=10</m:t>
                    </m:r>
                  </m:oMath>
                </a14:m>
                <a:r>
                  <a:rPr lang="en-MY"/>
                  <a:t> since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−18=14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+10</m:t>
                    </m:r>
                  </m:oMath>
                </a14:m>
                <a:r>
                  <a:rPr lang="en-MY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−7 </m:t>
                    </m:r>
                    <m:r>
                      <m:rPr>
                        <m:sty m:val="p"/>
                      </m:rPr>
                      <a:rPr lang="en-MY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MY" b="0" i="0" smtClean="0">
                        <a:latin typeface="Cambria Math" panose="02040503050406030204" pitchFamily="18" charset="0"/>
                      </a:rPr>
                      <m:t> 10=3</m:t>
                    </m:r>
                  </m:oMath>
                </a14:m>
                <a:r>
                  <a:rPr lang="en-MY"/>
                  <a:t> since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−7=10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MY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Remember, when handling </a:t>
                </a:r>
                <a:r>
                  <a:rPr lang="en-MY" b="1"/>
                  <a:t>negative numbers</a:t>
                </a:r>
                <a:r>
                  <a:rPr lang="en-MY"/>
                  <a:t>, use the ‘</a:t>
                </a:r>
                <a:r>
                  <a:rPr lang="en-MY" b="1">
                    <a:solidFill>
                      <a:srgbClr val="FF0000"/>
                    </a:solidFill>
                  </a:rPr>
                  <a:t>trade in</a:t>
                </a:r>
                <a:r>
                  <a:rPr lang="en-MY"/>
                  <a:t>’ concept to return </a:t>
                </a:r>
                <a:r>
                  <a:rPr lang="en-MY" b="1">
                    <a:solidFill>
                      <a:srgbClr val="0000FF"/>
                    </a:solidFill>
                  </a:rPr>
                  <a:t>remainder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MY"/>
                  <a:t> into a </a:t>
                </a:r>
                <a:r>
                  <a:rPr lang="en-MY" b="1">
                    <a:solidFill>
                      <a:srgbClr val="0000FF"/>
                    </a:solidFill>
                  </a:rPr>
                  <a:t>positive integer</a:t>
                </a:r>
                <a:r>
                  <a:rPr lang="en-MY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426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3544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8F04FC-4F63-2A13-5F11-FD97132C0973}"/>
              </a:ext>
            </a:extLst>
          </p:cNvPr>
          <p:cNvSpPr/>
          <p:nvPr/>
        </p:nvSpPr>
        <p:spPr>
          <a:xfrm>
            <a:off x="754602" y="2494625"/>
            <a:ext cx="9949257" cy="1047565"/>
          </a:xfrm>
          <a:prstGeom prst="rect">
            <a:avLst/>
          </a:prstGeom>
          <a:solidFill>
            <a:srgbClr val="FFFFB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/>
              <a:t>Modular Arithmetic – </a:t>
            </a:r>
            <a:r>
              <a:rPr lang="en-MY">
                <a:solidFill>
                  <a:srgbClr val="0000FF"/>
                </a:solidFill>
              </a:rPr>
              <a:t>Set of Residues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/>
                  <a:t>Definition 3</a:t>
                </a:r>
                <a:r>
                  <a:rPr lang="en-MY"/>
                  <a:t>:</a:t>
                </a:r>
              </a:p>
              <a:p>
                <a:pPr marL="0" indent="0" algn="ctr">
                  <a:buNone/>
                </a:pPr>
                <a:r>
                  <a:rPr lang="en-MY" sz="2400" b="1" i="1">
                    <a:solidFill>
                      <a:srgbClr val="FF0000"/>
                    </a:solidFill>
                  </a:rPr>
                  <a:t>A set of </a:t>
                </a:r>
                <a:r>
                  <a:rPr lang="en-MY" sz="2400" b="1" i="1">
                    <a:solidFill>
                      <a:srgbClr val="0000FF"/>
                    </a:solidFill>
                  </a:rPr>
                  <a:t>least residues </a:t>
                </a:r>
                <a:r>
                  <a:rPr lang="en-MY" sz="2400" b="1" i="1">
                    <a:solidFill>
                      <a:srgbClr val="FF0000"/>
                    </a:solidFill>
                  </a:rPr>
                  <a:t>modulo </a:t>
                </a:r>
                <a14:m>
                  <m:oMath xmlns:m="http://schemas.openxmlformats.org/officeDocument/2006/math"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 sz="2400" b="1" i="1">
                    <a:solidFill>
                      <a:srgbClr val="FF0000"/>
                    </a:solidFill>
                  </a:rPr>
                  <a:t>,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MY" sz="2400" b="1" i="1">
                    <a:solidFill>
                      <a:srgbClr val="FF0000"/>
                    </a:solidFill>
                  </a:rPr>
                  <a:t> is the set of Integers between 0 and </a:t>
                </a:r>
                <a14:m>
                  <m:oMath xmlns:m="http://schemas.openxmlformats.org/officeDocument/2006/math"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MY" sz="2400" b="1" i="1">
                    <a:solidFill>
                      <a:srgbClr val="FF0000"/>
                    </a:solidFill>
                  </a:rPr>
                  <a:t>.</a:t>
                </a:r>
              </a:p>
              <a:p>
                <a:pPr marL="0" indent="0" algn="just">
                  <a:buNone/>
                </a:pPr>
                <a:endParaRPr lang="en-MY" sz="1100" b="1" i="1">
                  <a:solidFill>
                    <a:srgbClr val="FF0000"/>
                  </a:solidFill>
                </a:endParaRP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chemeClr val="tx1"/>
                    </a:solidFill>
                  </a:rPr>
                  <a:t>Examples</a:t>
                </a:r>
                <a:r>
                  <a:rPr lang="en-MY">
                    <a:solidFill>
                      <a:schemeClr val="tx1"/>
                    </a:solidFill>
                  </a:rPr>
                  <a:t>:</a:t>
                </a:r>
              </a:p>
              <a:p>
                <a:pPr marL="571500" lvl="1" indent="-3429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MY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MY" sz="2000" b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571500" lvl="1" indent="-3429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MY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0,1,2,3,4,5,6</m:t>
                        </m:r>
                      </m:e>
                    </m:d>
                  </m:oMath>
                </a14:m>
                <a:endParaRPr lang="en-MY" sz="2000" b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571500" lvl="1" indent="-3429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MY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0,1,2,3,4,5,6,7,8,9,10,11</m:t>
                        </m:r>
                      </m:e>
                    </m:d>
                  </m:oMath>
                </a14:m>
                <a:endParaRPr lang="en-MY" sz="2000" b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571500" lvl="1" indent="-342900" algn="just">
                  <a:buFont typeface="+mj-lt"/>
                  <a:buAutoNum type="arabicPeriod"/>
                </a:pPr>
                <a:endParaRPr lang="en-MY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 r="-853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30966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/>
              <a:t>Modular Arithmetic – </a:t>
            </a:r>
            <a:r>
              <a:rPr lang="en-MY">
                <a:solidFill>
                  <a:srgbClr val="0000FF"/>
                </a:solidFill>
              </a:rPr>
              <a:t>Congruence</a:t>
            </a:r>
            <a:endParaRPr lang="en-MY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In cryptography, often the modular arithmetic is expressed in the concept of </a:t>
                </a:r>
                <a:r>
                  <a:rPr lang="en-MY" b="1">
                    <a:solidFill>
                      <a:srgbClr val="0000FF"/>
                    </a:solidFill>
                  </a:rPr>
                  <a:t>congruence</a:t>
                </a:r>
                <a:r>
                  <a:rPr lang="en-MY"/>
                  <a:t> (the </a:t>
                </a:r>
                <a:r>
                  <a:rPr lang="en-MY" b="1"/>
                  <a:t>congruence operator ‘</a:t>
                </a:r>
                <a14:m>
                  <m:oMath xmlns:m="http://schemas.openxmlformats.org/officeDocument/2006/math">
                    <m:r>
                      <a:rPr lang="en-MY" b="1" i="1" smtClean="0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MY" b="1"/>
                  <a:t>’</a:t>
                </a:r>
                <a:r>
                  <a:rPr lang="en-MY"/>
                  <a:t>)</a:t>
                </a:r>
                <a:r>
                  <a:rPr lang="en-MY" b="1"/>
                  <a:t> </a:t>
                </a:r>
                <a:r>
                  <a:rPr lang="en-MY"/>
                  <a:t>instead of equality. Such a relation can be defined easily using a </a:t>
                </a:r>
                <a:r>
                  <a:rPr lang="en-MY" b="1">
                    <a:solidFill>
                      <a:srgbClr val="FF0000"/>
                    </a:solidFill>
                  </a:rPr>
                  <a:t>notation (</a:t>
                </a:r>
                <a14:m>
                  <m:oMath xmlns:m="http://schemas.openxmlformats.org/officeDocument/2006/math">
                    <m:r>
                      <a:rPr lang="en-MY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MY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 b="1">
                    <a:solidFill>
                      <a:srgbClr val="FF0000"/>
                    </a:solidFill>
                  </a:rPr>
                  <a:t>) at the end of the expression</a:t>
                </a:r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/>
                  <a:t>Examples</a:t>
                </a:r>
                <a:r>
                  <a:rPr lang="en-MY"/>
                  <a:t>: </a:t>
                </a:r>
              </a:p>
              <a:p>
                <a:pPr marL="777240" lvl="2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5≡17 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 i="0" smtClean="0">
                            <a:latin typeface="Cambria Math" panose="02040503050406030204" pitchFamily="18" charset="0"/>
                          </a:rPr>
                          <m:t> 12</m:t>
                        </m:r>
                      </m:e>
                    </m:d>
                  </m:oMath>
                </a14:m>
                <a:r>
                  <a:rPr lang="en-MY" sz="2000" b="0"/>
                  <a:t> </a:t>
                </a:r>
                <a14:m>
                  <m:oMath xmlns:m="http://schemas.openxmlformats.org/officeDocument/2006/math">
                    <m:r>
                      <a:rPr lang="en-MY" sz="2000" b="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29</m:t>
                    </m:r>
                    <m:r>
                      <a:rPr lang="en-MY" sz="2000" b="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>
                            <a:latin typeface="Cambria Math" panose="02040503050406030204" pitchFamily="18" charset="0"/>
                          </a:rPr>
                          <m:t> 12</m:t>
                        </m:r>
                      </m:e>
                    </m:d>
                    <m:r>
                      <a:rPr lang="en-MY" sz="2000" b="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41</m:t>
                    </m:r>
                    <m:r>
                      <a:rPr lang="en-MY" sz="2000" b="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>
                            <a:latin typeface="Cambria Math" panose="02040503050406030204" pitchFamily="18" charset="0"/>
                          </a:rPr>
                          <m:t> 12</m:t>
                        </m:r>
                      </m:e>
                    </m:d>
                  </m:oMath>
                </a14:m>
                <a:endParaRPr lang="en-MY" sz="2000"/>
              </a:p>
              <a:p>
                <a:pPr marL="777240" lvl="2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23≡33 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 i="0" smtClean="0">
                            <a:latin typeface="Cambria Math" panose="02040503050406030204" pitchFamily="18" charset="0"/>
                          </a:rPr>
                          <m:t> 5</m:t>
                        </m:r>
                      </m:e>
                    </m:d>
                    <m:r>
                      <a:rPr lang="en-MY" sz="2000" b="0" i="1">
                        <a:latin typeface="Cambria Math" panose="02040503050406030204" pitchFamily="18" charset="0"/>
                      </a:rPr>
                      <m:t>≡3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MY" sz="2000" b="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>
                            <a:latin typeface="Cambria Math" panose="02040503050406030204" pitchFamily="18" charset="0"/>
                          </a:rPr>
                          <m:t> 5</m:t>
                        </m:r>
                      </m:e>
                    </m:d>
                  </m:oMath>
                </a14:m>
                <a:r>
                  <a:rPr lang="en-MY" sz="2000" b="0"/>
                  <a:t> </a:t>
                </a:r>
                <a14:m>
                  <m:oMath xmlns:m="http://schemas.openxmlformats.org/officeDocument/2006/math">
                    <m:r>
                      <a:rPr lang="en-MY" sz="2000" b="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48</m:t>
                    </m:r>
                    <m:r>
                      <a:rPr lang="en-MY" sz="2000" b="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>
                            <a:latin typeface="Cambria Math" panose="02040503050406030204" pitchFamily="18" charset="0"/>
                          </a:rPr>
                          <m:t> 5</m:t>
                        </m:r>
                      </m:e>
                    </m:d>
                  </m:oMath>
                </a14:m>
                <a:r>
                  <a:rPr lang="en-MY" sz="2000" b="0"/>
                  <a:t> </a:t>
                </a:r>
                <a:endParaRPr lang="en-MY" sz="2000"/>
              </a:p>
              <a:p>
                <a:pPr marL="777240" lvl="2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sz="2000" b="0" i="1">
                        <a:latin typeface="Cambria Math" panose="02040503050406030204" pitchFamily="18" charset="0"/>
                      </a:rPr>
                      <m:t>−18 ≡−8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>
                            <a:latin typeface="Cambria Math" panose="02040503050406030204" pitchFamily="18" charset="0"/>
                          </a:rPr>
                          <m:t> 10</m:t>
                        </m:r>
                      </m:e>
                    </m:d>
                    <m:r>
                      <a:rPr lang="en-MY" sz="2000" b="0" i="1">
                        <a:latin typeface="Cambria Math" panose="02040503050406030204" pitchFamily="18" charset="0"/>
                      </a:rPr>
                      <m:t>≡2 </m:t>
                    </m:r>
                    <m:d>
                      <m:dPr>
                        <m:ctrlPr>
                          <a:rPr lang="en-MY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>
                            <a:latin typeface="Cambria Math" panose="02040503050406030204" pitchFamily="18" charset="0"/>
                          </a:rPr>
                          <m:t> 10</m:t>
                        </m:r>
                      </m:e>
                    </m:d>
                  </m:oMath>
                </a14:m>
                <a:r>
                  <a:rPr lang="en-MY" sz="2000" b="0"/>
                  <a:t> </a:t>
                </a:r>
                <a14:m>
                  <m:oMath xmlns:m="http://schemas.openxmlformats.org/officeDocument/2006/math">
                    <m:r>
                      <a:rPr lang="en-MY" sz="2000" b="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MY" sz="2000" b="0" i="1">
                        <a:latin typeface="Cambria Math" panose="02040503050406030204" pitchFamily="18" charset="0"/>
                      </a:rPr>
                      <m:t>2 </m:t>
                    </m:r>
                    <m:d>
                      <m:dPr>
                        <m:ctrlPr>
                          <a:rPr lang="en-MY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>
                            <a:latin typeface="Cambria Math" panose="02040503050406030204" pitchFamily="18" charset="0"/>
                          </a:rPr>
                          <m:t> 10</m:t>
                        </m:r>
                      </m:e>
                    </m:d>
                  </m:oMath>
                </a14:m>
                <a:endParaRPr lang="en-MY" sz="2000" b="0"/>
              </a:p>
              <a:p>
                <a:pPr marL="777240" lvl="2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sz="2000" b="0" i="1">
                        <a:latin typeface="Cambria Math" panose="02040503050406030204" pitchFamily="18" charset="0"/>
                      </a:rPr>
                      <m:t>0≡7</m:t>
                    </m:r>
                    <m:d>
                      <m:dPr>
                        <m:ctrlPr>
                          <a:rPr lang="en-MY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000" b="0" i="1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r>
                  <a:rPr lang="en-MY" sz="2000" b="0"/>
                  <a:t> </a:t>
                </a:r>
                <a14:m>
                  <m:oMath xmlns:m="http://schemas.openxmlformats.org/officeDocument/2006/math">
                    <m:r>
                      <a:rPr lang="en-MY" sz="2000" b="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21</m:t>
                    </m:r>
                    <m:d>
                      <m:dPr>
                        <m:ctrlPr>
                          <a:rPr lang="en-MY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000" b="0" i="1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r>
                  <a:rPr lang="en-MY" sz="2000" b="0"/>
                  <a:t> </a:t>
                </a:r>
                <a14:m>
                  <m:oMath xmlns:m="http://schemas.openxmlformats.org/officeDocument/2006/math">
                    <m:r>
                      <a:rPr lang="en-MY" sz="2000" b="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49</m:t>
                    </m:r>
                    <m:d>
                      <m:dPr>
                        <m:ctrlPr>
                          <a:rPr lang="en-MY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000" b="0" i="1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r>
                  <a:rPr lang="en-MY" sz="2000" b="0"/>
                  <a:t> </a:t>
                </a:r>
                <a14:m>
                  <m:oMath xmlns:m="http://schemas.openxmlformats.org/officeDocument/2006/math">
                    <m:r>
                      <a:rPr lang="en-MY" sz="2000" b="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343</m:t>
                    </m:r>
                    <m:d>
                      <m:dPr>
                        <m:ctrlPr>
                          <a:rPr lang="en-MY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000" b="0" i="1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en-MY" sz="2000" b="0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68075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3200"/>
              <a:t>Modular Arithmetic – </a:t>
            </a:r>
            <a:r>
              <a:rPr lang="en-MY" sz="3200">
                <a:solidFill>
                  <a:srgbClr val="0000FF"/>
                </a:solidFill>
              </a:rPr>
              <a:t>Congruence and Residue</a:t>
            </a:r>
            <a:endParaRPr lang="en-MY" sz="3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Although one can cycle the modular operator endlessly, we are interested only in  the relationship between the congruent modulo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/>
                  <a:t> with the set of residue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In other words, we are interested in finding the </a:t>
                </a:r>
                <a:r>
                  <a:rPr lang="en-MY" b="1">
                    <a:solidFill>
                      <a:srgbClr val="0000FF"/>
                    </a:solidFill>
                  </a:rPr>
                  <a:t>least positive integer modulo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 b="1">
                    <a:solidFill>
                      <a:srgbClr val="0000FF"/>
                    </a:solidFill>
                  </a:rPr>
                  <a:t> </a:t>
                </a:r>
                <a:r>
                  <a:rPr lang="en-MY"/>
                  <a:t>that is in the set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MY"/>
              </a:p>
              <a:p>
                <a:pPr marL="0" indent="0" algn="just">
                  <a:buNone/>
                </a:pPr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09364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4000"/>
              <a:t>Modular Arithmetic</a:t>
            </a:r>
            <a:endParaRPr lang="en-MY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FF0000"/>
                    </a:solidFill>
                  </a:rPr>
                  <a:t>Examples</a:t>
                </a:r>
                <a:r>
                  <a:rPr lang="en-MY"/>
                  <a:t>: Perform the following modular arithmetic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14+7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15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≡21 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15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≡6</m:t>
                    </m:r>
                  </m:oMath>
                </a14:m>
                <a:endParaRPr lang="en-MY"/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3−14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≡−11 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≡5</m:t>
                    </m:r>
                  </m:oMath>
                </a14:m>
                <a:endParaRPr lang="en-MY" b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7×5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≡35 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1</m:t>
                        </m:r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≡9</m:t>
                    </m:r>
                  </m:oMath>
                </a14:m>
                <a:endParaRPr lang="en-MY"/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3+4×7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≡31 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≡11</m:t>
                    </m:r>
                  </m:oMath>
                </a14:m>
                <a:endParaRPr lang="en-MY"/>
              </a:p>
              <a:p>
                <a:pPr marL="457200" indent="-457200" algn="just">
                  <a:buFont typeface="+mj-lt"/>
                  <a:buAutoNum type="arabicPeriod"/>
                </a:pPr>
                <a:endParaRPr lang="en-MY"/>
              </a:p>
              <a:p>
                <a:pPr marL="457200" indent="-457200" algn="just">
                  <a:buFont typeface="+mj-lt"/>
                  <a:buAutoNum type="arabicPeriod"/>
                </a:pPr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1218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4000"/>
              <a:t>Modular Arithmetic – </a:t>
            </a:r>
            <a:r>
              <a:rPr lang="en-MY" sz="4000">
                <a:solidFill>
                  <a:srgbClr val="0000FF"/>
                </a:solidFill>
              </a:rPr>
              <a:t>Properties </a:t>
            </a:r>
            <a:endParaRPr lang="en-MY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Given any integers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MY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MY"/>
                  <a:t> and a modular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/>
                  <a:t>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begChr m:val="["/>
                        <m:endChr m:val="]"/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MY" b="0" i="0" smtClean="0"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MY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MY" b="0" i="0" smtClean="0"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MY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/>
                  <a:t>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begChr m:val="["/>
                        <m:endChr m:val="]"/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MY" b="0" i="0" smtClean="0"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MY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MY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MY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MY" b="0" i="0" smtClean="0"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MY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MY"/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begChr m:val="["/>
                        <m:endChr m:val="]"/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MY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MY" b="0" i="0" smtClean="0"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MY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MY" b="0" i="0" smtClean="0"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MY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MY"/>
              </a:p>
              <a:p>
                <a:pPr marL="457200" indent="-457200" algn="just">
                  <a:buFont typeface="+mj-lt"/>
                  <a:buAutoNum type="arabicPeriod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/>
                  <a:t> In other words, we can perform </a:t>
                </a:r>
                <a:r>
                  <a:rPr lang="en-MY" b="1">
                    <a:solidFill>
                      <a:srgbClr val="0000FF"/>
                    </a:solidFill>
                  </a:rPr>
                  <a:t>modular operator first</a:t>
                </a:r>
                <a:r>
                  <a:rPr lang="en-MY"/>
                  <a:t>, </a:t>
                </a:r>
                <a:r>
                  <a:rPr lang="en-MY" b="1">
                    <a:solidFill>
                      <a:srgbClr val="0000FF"/>
                    </a:solidFill>
                  </a:rPr>
                  <a:t>followed by binary operation</a:t>
                </a:r>
                <a:r>
                  <a:rPr lang="en-MY"/>
                  <a:t>, </a:t>
                </a:r>
                <a:r>
                  <a:rPr lang="en-MY" b="1">
                    <a:solidFill>
                      <a:schemeClr val="tx1"/>
                    </a:solidFill>
                  </a:rPr>
                  <a:t>OR</a:t>
                </a:r>
                <a:r>
                  <a:rPr lang="en-MY"/>
                  <a:t> we can perform </a:t>
                </a:r>
                <a:r>
                  <a:rPr lang="en-MY" b="1">
                    <a:solidFill>
                      <a:srgbClr val="FF0000"/>
                    </a:solidFill>
                  </a:rPr>
                  <a:t>binary operation first</a:t>
                </a:r>
                <a:r>
                  <a:rPr lang="en-MY"/>
                  <a:t>, </a:t>
                </a:r>
                <a:r>
                  <a:rPr lang="en-MY" b="1">
                    <a:solidFill>
                      <a:srgbClr val="FF0000"/>
                    </a:solidFill>
                  </a:rPr>
                  <a:t>followed by modular operation</a:t>
                </a:r>
                <a:r>
                  <a:rPr lang="en-MY"/>
                  <a:t>. The order is </a:t>
                </a:r>
                <a:r>
                  <a:rPr lang="en-MY" b="1"/>
                  <a:t>NOT important</a:t>
                </a:r>
                <a:r>
                  <a:rPr lang="en-MY"/>
                  <a:t>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426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6481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4000"/>
              <a:t>Modular Arithmetic – </a:t>
            </a:r>
            <a:r>
              <a:rPr lang="en-MY" sz="4000">
                <a:solidFill>
                  <a:srgbClr val="0000FF"/>
                </a:solidFill>
              </a:rPr>
              <a:t>Properties </a:t>
            </a:r>
            <a:endParaRPr lang="en-MY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FF0000"/>
                    </a:solidFill>
                  </a:rPr>
                  <a:t>Examples: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35+74</m:t>
                        </m:r>
                      </m:e>
                    </m:d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11+2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12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≡13 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>
                            <a:latin typeface="Cambria Math" panose="02040503050406030204" pitchFamily="18" charset="0"/>
                          </a:rPr>
                          <m:t> 12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≡1</m:t>
                    </m:r>
                  </m:oMath>
                </a14:m>
                <a:endParaRPr lang="en-MY"/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35+74</m:t>
                        </m:r>
                      </m:e>
                    </m:d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≡109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12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≡1</m:t>
                    </m:r>
                  </m:oMath>
                </a14:m>
                <a:endParaRPr lang="en-MY" b="0"/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24−33</m:t>
                        </m:r>
                      </m:e>
                    </m:d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0+7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≡7</m:t>
                    </m:r>
                  </m:oMath>
                </a14:m>
                <a:endParaRPr lang="en-MY"/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24−33</m:t>
                        </m:r>
                      </m:e>
                    </m:d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≡−9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≡7</m:t>
                    </m:r>
                  </m:oMath>
                </a14:m>
                <a:endParaRPr lang="en-MY"/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13×71</m:t>
                        </m:r>
                      </m:e>
                    </m:d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13×2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≡26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23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≡3</m:t>
                    </m:r>
                  </m:oMath>
                </a14:m>
                <a:endParaRPr lang="en-MY"/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13×71</m:t>
                        </m:r>
                      </m:e>
                    </m:d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≡923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</a:rPr>
                      <m:t>≡3</m:t>
                    </m:r>
                  </m:oMath>
                </a14:m>
                <a:endParaRPr lang="en-MY"/>
              </a:p>
              <a:p>
                <a:pPr marL="457200" indent="-457200" algn="just">
                  <a:buFont typeface="+mj-lt"/>
                  <a:buAutoNum type="arabicPeriod"/>
                </a:pPr>
                <a:endParaRPr lang="en-MY"/>
              </a:p>
              <a:p>
                <a:pPr marL="457200" indent="-457200" algn="just">
                  <a:buFont typeface="+mj-lt"/>
                  <a:buAutoNum type="arabicPeriod"/>
                </a:pPr>
                <a:endParaRPr lang="en-MY"/>
              </a:p>
              <a:p>
                <a:pPr marL="457200" indent="-457200" algn="just">
                  <a:buFont typeface="+mj-lt"/>
                  <a:buAutoNum type="arabicPeriod"/>
                </a:pPr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20214C3-6B4F-C743-4ABD-4FDE254DCFBF}"/>
              </a:ext>
            </a:extLst>
          </p:cNvPr>
          <p:cNvSpPr txBox="1"/>
          <p:nvPr/>
        </p:nvSpPr>
        <p:spPr>
          <a:xfrm>
            <a:off x="8691239" y="3542357"/>
            <a:ext cx="2343705" cy="1015663"/>
          </a:xfrm>
          <a:prstGeom prst="rect">
            <a:avLst/>
          </a:prstGeom>
          <a:solidFill>
            <a:srgbClr val="FFE697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MY" sz="2000" b="1"/>
              <a:t>Did you notice the </a:t>
            </a:r>
            <a:r>
              <a:rPr lang="en-MY" sz="2000" b="1">
                <a:solidFill>
                  <a:srgbClr val="FF0000"/>
                </a:solidFill>
              </a:rPr>
              <a:t>difference</a:t>
            </a:r>
            <a:r>
              <a:rPr lang="en-MY" sz="2000" b="1"/>
              <a:t> in each pair of examples?</a:t>
            </a:r>
          </a:p>
        </p:txBody>
      </p:sp>
    </p:spTree>
    <p:extLst>
      <p:ext uri="{BB962C8B-B14F-4D97-AF65-F5344CB8AC3E}">
        <p14:creationId xmlns:p14="http://schemas.microsoft.com/office/powerpoint/2010/main" val="9405083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4000"/>
              <a:t>Modular Arithmetic – </a:t>
            </a:r>
            <a:r>
              <a:rPr lang="en-MY" sz="4000">
                <a:solidFill>
                  <a:srgbClr val="0000FF"/>
                </a:solidFill>
              </a:rPr>
              <a:t>Inverses </a:t>
            </a:r>
            <a:endParaRPr lang="en-MY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In modular arithmetic, all the integers in a group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MY"/>
                  <a:t> are the set of least residue modulo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/>
                  <a:t>. These residue will cycle over and over again in binary operations.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Hence, the following </a:t>
                </a:r>
                <a:r>
                  <a:rPr lang="en-MY" b="1">
                    <a:solidFill>
                      <a:srgbClr val="FF0000"/>
                    </a:solidFill>
                  </a:rPr>
                  <a:t>two inverses </a:t>
                </a:r>
                <a:r>
                  <a:rPr lang="en-MY"/>
                  <a:t>are defined in the modular arithmetic: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b="1">
                    <a:solidFill>
                      <a:srgbClr val="0000FF"/>
                    </a:solidFill>
                  </a:rPr>
                  <a:t>Additive inverse</a:t>
                </a:r>
                <a:r>
                  <a:rPr lang="en-MY"/>
                  <a:t>.</a:t>
                </a:r>
                <a:endParaRPr lang="en-MY" b="1"/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b="1">
                    <a:solidFill>
                      <a:srgbClr val="0000FF"/>
                    </a:solidFill>
                  </a:rPr>
                  <a:t>Multiplicative inverse</a:t>
                </a:r>
                <a:r>
                  <a:rPr lang="en-MY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487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14855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60E85A-9CC1-9D5C-92C3-9FA7655BE7AF}"/>
              </a:ext>
            </a:extLst>
          </p:cNvPr>
          <p:cNvSpPr/>
          <p:nvPr/>
        </p:nvSpPr>
        <p:spPr>
          <a:xfrm>
            <a:off x="966360" y="2556769"/>
            <a:ext cx="9463596" cy="1118586"/>
          </a:xfrm>
          <a:prstGeom prst="rect">
            <a:avLst/>
          </a:prstGeom>
          <a:solidFill>
            <a:srgbClr val="FFFFB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/>
                  <a:t>Definition 4</a:t>
                </a:r>
                <a:r>
                  <a:rPr lang="en-MY"/>
                  <a:t>:</a:t>
                </a:r>
              </a:p>
              <a:p>
                <a:pPr marL="0" indent="0" algn="ctr">
                  <a:buNone/>
                </a:pPr>
                <a:r>
                  <a:rPr lang="en-MY" sz="2400" b="1" i="1">
                    <a:solidFill>
                      <a:srgbClr val="FF0000"/>
                    </a:solidFill>
                  </a:rPr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MY" sz="2400" b="1" i="1">
                    <a:solidFill>
                      <a:srgbClr val="FF0000"/>
                    </a:solidFill>
                  </a:rPr>
                  <a:t>, two numbers </a:t>
                </a:r>
                <a14:m>
                  <m:oMath xmlns:m="http://schemas.openxmlformats.org/officeDocument/2006/math"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MY" sz="2400" b="1" i="1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MY" sz="2400" b="1" i="1">
                    <a:solidFill>
                      <a:srgbClr val="FF0000"/>
                    </a:solidFill>
                  </a:rPr>
                  <a:t> are </a:t>
                </a:r>
                <a:r>
                  <a:rPr lang="en-MY" sz="2400" b="1" i="1">
                    <a:solidFill>
                      <a:srgbClr val="0000FF"/>
                    </a:solidFill>
                  </a:rPr>
                  <a:t>additive inverses </a:t>
                </a:r>
                <a:r>
                  <a:rPr lang="en-MY" sz="2400" b="1" i="1">
                    <a:solidFill>
                      <a:srgbClr val="FF0000"/>
                    </a:solidFill>
                  </a:rPr>
                  <a:t>of each other if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𝒎𝒐𝒅</m:t>
                        </m:r>
                        <m:r>
                          <a:rPr lang="en-MY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MY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MY" sz="2400" b="1" i="1">
                    <a:solidFill>
                      <a:srgbClr val="FF0000"/>
                    </a:solidFill>
                  </a:rPr>
                  <a:t>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>
                  <a:solidFill>
                    <a:schemeClr val="tx1"/>
                  </a:solidFill>
                </a:endParaRP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>
                    <a:solidFill>
                      <a:schemeClr val="tx1"/>
                    </a:solidFill>
                  </a:rPr>
                  <a:t>Each integer in modular arithmetic has an additive inverse, it can found simply by performing </a:t>
                </a:r>
                <a:r>
                  <a:rPr lang="en-MY" b="1">
                    <a:solidFill>
                      <a:srgbClr val="0000FF"/>
                    </a:solidFill>
                  </a:rPr>
                  <a:t>subtraction</a:t>
                </a:r>
                <a:r>
                  <a:rPr lang="en-MY">
                    <a:solidFill>
                      <a:schemeClr val="tx1"/>
                    </a:solidFill>
                  </a:rPr>
                  <a:t> in the normal fashion.</a:t>
                </a:r>
                <a:endParaRPr lang="en-MY" sz="18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3600"/>
              <a:t>Modular Arithmetic – </a:t>
            </a:r>
            <a:r>
              <a:rPr lang="en-MY" sz="3600">
                <a:solidFill>
                  <a:srgbClr val="0000FF"/>
                </a:solidFill>
              </a:rPr>
              <a:t>Additive Inverses </a:t>
            </a:r>
          </a:p>
        </p:txBody>
      </p:sp>
    </p:spTree>
    <p:extLst>
      <p:ext uri="{BB962C8B-B14F-4D97-AF65-F5344CB8AC3E}">
        <p14:creationId xmlns:p14="http://schemas.microsoft.com/office/powerpoint/2010/main" val="37678035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3600"/>
              <a:t>Modular Arithmetic – </a:t>
            </a:r>
            <a:r>
              <a:rPr lang="en-MY" sz="3600">
                <a:solidFill>
                  <a:srgbClr val="0000FF"/>
                </a:solidFill>
              </a:rPr>
              <a:t>Additive Inverses </a:t>
            </a:r>
            <a:endParaRPr lang="en-MY" sz="3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0000FF"/>
                    </a:solidFill>
                  </a:rPr>
                  <a:t>Examples</a:t>
                </a:r>
                <a:r>
                  <a:rPr lang="en-MY"/>
                  <a:t>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MY"/>
                  <a:t>,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MY"/>
                  <a:t> and 6 are additive inverses of each other since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1+6≡7≡0 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r>
                  <a:rPr lang="en-MY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MY"/>
                  <a:t>, the additive inverse of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MY"/>
                  <a:t> is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21−9≡12 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21</m:t>
                        </m:r>
                      </m:e>
                    </m:d>
                  </m:oMath>
                </a14:m>
                <a:r>
                  <a:rPr lang="en-MY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MY"/>
                  <a:t>, the integer pairs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0,0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1,10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2,9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3,8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4,7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5,6</m:t>
                        </m:r>
                      </m:e>
                    </m:d>
                  </m:oMath>
                </a14:m>
                <a:r>
                  <a:rPr lang="en-MY"/>
                  <a:t> are additive inverses to each other.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/>
                  <a:t> Can you build your own group of integer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MY"/>
                  <a:t> and find their corresponding additive inverses?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487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86743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E7AFF4-4DDE-1E4B-B097-70ECCA644096}"/>
              </a:ext>
            </a:extLst>
          </p:cNvPr>
          <p:cNvSpPr/>
          <p:nvPr/>
        </p:nvSpPr>
        <p:spPr>
          <a:xfrm>
            <a:off x="692458" y="2476870"/>
            <a:ext cx="10011401" cy="1325563"/>
          </a:xfrm>
          <a:prstGeom prst="rect">
            <a:avLst/>
          </a:prstGeom>
          <a:solidFill>
            <a:srgbClr val="FFFFB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3200"/>
              <a:t>Modular Arithmetic – </a:t>
            </a:r>
            <a:r>
              <a:rPr lang="en-MY" sz="3200">
                <a:solidFill>
                  <a:srgbClr val="0000FF"/>
                </a:solidFill>
              </a:rPr>
              <a:t>Multiplicative Inverses </a:t>
            </a:r>
            <a:endParaRPr lang="en-MY" sz="3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/>
                  <a:t>Definition 5</a:t>
                </a:r>
                <a:r>
                  <a:rPr lang="en-MY"/>
                  <a:t>:</a:t>
                </a:r>
              </a:p>
              <a:p>
                <a:pPr marL="0" indent="0" algn="ctr">
                  <a:buNone/>
                </a:pPr>
                <a:r>
                  <a:rPr lang="en-MY" sz="2400" b="1" i="1">
                    <a:solidFill>
                      <a:srgbClr val="FF0000"/>
                    </a:solidFill>
                  </a:rPr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MY" sz="2400" b="1" i="1">
                    <a:solidFill>
                      <a:srgbClr val="FF0000"/>
                    </a:solidFill>
                  </a:rPr>
                  <a:t>, two numbers </a:t>
                </a:r>
                <a14:m>
                  <m:oMath xmlns:m="http://schemas.openxmlformats.org/officeDocument/2006/math"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MY" sz="2400" b="1" i="1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MY" sz="2400" b="1" i="1">
                    <a:solidFill>
                      <a:srgbClr val="FF0000"/>
                    </a:solidFill>
                  </a:rPr>
                  <a:t> are </a:t>
                </a:r>
                <a:r>
                  <a:rPr lang="en-MY" sz="2400" b="1" i="1">
                    <a:solidFill>
                      <a:srgbClr val="0000FF"/>
                    </a:solidFill>
                  </a:rPr>
                  <a:t>multiplicative inverses </a:t>
                </a:r>
                <a:r>
                  <a:rPr lang="en-MY" sz="2400" b="1" i="1">
                    <a:solidFill>
                      <a:srgbClr val="FF0000"/>
                    </a:solidFill>
                  </a:rPr>
                  <a:t>of each other if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𝒎𝒐𝒅</m:t>
                        </m:r>
                        <m:r>
                          <a:rPr lang="en-MY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MY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MY" sz="2400" b="1" i="1">
                    <a:solidFill>
                      <a:srgbClr val="FF0000"/>
                    </a:solidFill>
                  </a:rPr>
                  <a:t>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>
                  <a:solidFill>
                    <a:schemeClr val="tx1"/>
                  </a:solidFill>
                </a:endParaRP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>
                    <a:solidFill>
                      <a:schemeClr val="tx1"/>
                    </a:solidFill>
                  </a:rPr>
                  <a:t>In modular arithmetic, </a:t>
                </a:r>
                <a:r>
                  <a:rPr lang="en-MY" b="1">
                    <a:solidFill>
                      <a:srgbClr val="FF0000"/>
                    </a:solidFill>
                  </a:rPr>
                  <a:t>NOT</a:t>
                </a:r>
                <a:r>
                  <a:rPr lang="en-MY">
                    <a:solidFill>
                      <a:schemeClr val="tx1"/>
                    </a:solidFill>
                  </a:rPr>
                  <a:t> every integer has a multiplicative inverse. The multiplicative inverse of an integer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MY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MY"/>
                  <a:t> exists </a:t>
                </a:r>
                <a:r>
                  <a:rPr lang="en-MY" b="1">
                    <a:solidFill>
                      <a:srgbClr val="0000FF"/>
                    </a:solidFill>
                  </a:rPr>
                  <a:t>IF AND ONLY IF</a:t>
                </a:r>
                <a:r>
                  <a:rPr lang="en-MY" b="1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MY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MY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MY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MY"/>
                  <a:t>, that is the integers are </a:t>
                </a:r>
                <a:r>
                  <a:rPr lang="en-MY" b="1">
                    <a:solidFill>
                      <a:srgbClr val="0000FF"/>
                    </a:solidFill>
                  </a:rPr>
                  <a:t>RELATIVELY PRIME</a:t>
                </a:r>
                <a:r>
                  <a:rPr lang="en-MY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67447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3200"/>
              <a:t>Modular Arithmetic – </a:t>
            </a:r>
            <a:r>
              <a:rPr lang="en-MY" sz="3200">
                <a:solidFill>
                  <a:srgbClr val="0000FF"/>
                </a:solidFill>
              </a:rPr>
              <a:t>Multiplicative Inverses </a:t>
            </a:r>
            <a:endParaRPr lang="en-MY" sz="3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0000FF"/>
                    </a:solidFill>
                  </a:rPr>
                  <a:t>Examples</a:t>
                </a:r>
                <a:r>
                  <a:rPr lang="en-MY"/>
                  <a:t>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MY"/>
                  <a:t>, the multiplicative inverse of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MY"/>
                  <a:t> is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MY"/>
                  <a:t> since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5×3≡15≡1 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7</m:t>
                        </m:r>
                      </m:e>
                    </m:d>
                  </m:oMath>
                </a14:m>
                <a:r>
                  <a:rPr lang="en-MY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sub>
                    </m:sSub>
                  </m:oMath>
                </a14:m>
                <a:r>
                  <a:rPr lang="en-MY"/>
                  <a:t>, the multiplicative inverse of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MY"/>
                  <a:t> is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MY"/>
                  <a:t> since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11×11≡121≡1 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15</m:t>
                        </m:r>
                      </m:e>
                    </m:d>
                  </m:oMath>
                </a14:m>
                <a:r>
                  <a:rPr lang="en-MY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en-MY"/>
                  <a:t>, the multiplicative inverse of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6 </m:t>
                    </m:r>
                  </m:oMath>
                </a14:m>
                <a:r>
                  <a:rPr lang="en-MY" b="1">
                    <a:solidFill>
                      <a:srgbClr val="FF0000"/>
                    </a:solidFill>
                  </a:rPr>
                  <a:t>DOES NOT</a:t>
                </a:r>
                <a:r>
                  <a:rPr lang="en-MY"/>
                  <a:t> exists since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MY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6,9</m:t>
                            </m:r>
                          </m:e>
                        </m:d>
                      </m:e>
                    </m:func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=3≠1</m:t>
                    </m:r>
                  </m:oMath>
                </a14:m>
                <a:r>
                  <a:rPr lang="en-MY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MY"/>
                  <a:t>, the integer pairs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2,6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3,4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5,9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7,8</m:t>
                        </m:r>
                      </m:e>
                    </m:d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10,10</m:t>
                        </m:r>
                      </m:e>
                    </m:d>
                  </m:oMath>
                </a14:m>
                <a:r>
                  <a:rPr lang="en-MY"/>
                  <a:t> are multiplicative inverses of each other. 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/>
                  <a:t>Can you build your own group of integer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MY"/>
                  <a:t> and find their corresponding multiplicative inverses?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487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702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AE89FA-F8EE-45D2-D447-D8AD8889DC0C}"/>
              </a:ext>
            </a:extLst>
          </p:cNvPr>
          <p:cNvSpPr/>
          <p:nvPr/>
        </p:nvSpPr>
        <p:spPr>
          <a:xfrm>
            <a:off x="966360" y="3009530"/>
            <a:ext cx="9463596" cy="816746"/>
          </a:xfrm>
          <a:prstGeom prst="rect">
            <a:avLst/>
          </a:prstGeom>
          <a:solidFill>
            <a:srgbClr val="FFFFB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3200"/>
              <a:t>Modular Arithmetic – </a:t>
            </a:r>
            <a:r>
              <a:rPr lang="en-MY" sz="3200">
                <a:solidFill>
                  <a:srgbClr val="0000FF"/>
                </a:solidFill>
              </a:rPr>
              <a:t>Multiplicative Inverses </a:t>
            </a:r>
            <a:endParaRPr lang="en-MY" sz="3200" b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Finding multiplicative inverse: </a:t>
                </a:r>
                <a:r>
                  <a:rPr lang="en-MY" b="1">
                    <a:solidFill>
                      <a:srgbClr val="FF0000"/>
                    </a:solidFill>
                  </a:rPr>
                  <a:t>The Extended Euclidean Algorithm</a:t>
                </a:r>
                <a:r>
                  <a:rPr lang="en-MY"/>
                  <a:t>.</a:t>
                </a:r>
              </a:p>
              <a:p>
                <a:pPr marL="514350" lvl="1" indent="-285750"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We learned in </a:t>
                </a:r>
                <a:r>
                  <a:rPr lang="en-MY" sz="2000" b="1">
                    <a:solidFill>
                      <a:srgbClr val="0000FF"/>
                    </a:solidFill>
                  </a:rPr>
                  <a:t>Definition 2</a:t>
                </a:r>
                <a:r>
                  <a:rPr lang="en-MY" sz="2000"/>
                  <a:t> that:</a:t>
                </a:r>
              </a:p>
              <a:p>
                <a:pPr marL="0" indent="0" algn="ctr">
                  <a:buNone/>
                </a:pPr>
                <a:r>
                  <a:rPr lang="en-MY" b="1" i="1"/>
                  <a:t>Given two integers </a:t>
                </a:r>
                <a14:m>
                  <m:oMath xmlns:m="http://schemas.openxmlformats.org/officeDocument/2006/math">
                    <m:r>
                      <a:rPr lang="en-MY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MY" b="1" i="1"/>
                  <a:t> and </a:t>
                </a:r>
                <a14:m>
                  <m:oMath xmlns:m="http://schemas.openxmlformats.org/officeDocument/2006/math">
                    <m:r>
                      <a:rPr lang="en-MY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 b="1" i="1"/>
                  <a:t>, there exist another two integers </a:t>
                </a:r>
                <a14:m>
                  <m:oMath xmlns:m="http://schemas.openxmlformats.org/officeDocument/2006/math">
                    <m:r>
                      <a:rPr lang="en-MY" b="1" i="1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MY" b="1" i="1"/>
                  <a:t> and </a:t>
                </a:r>
                <a14:m>
                  <m:oMath xmlns:m="http://schemas.openxmlformats.org/officeDocument/2006/math">
                    <m:r>
                      <a:rPr lang="en-MY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MY" b="1" i="1"/>
                  <a:t> such that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MY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MY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MY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MY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MY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MY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MY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MY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MY" b="1" i="0" smtClean="0">
                              <a:latin typeface="Cambria Math" panose="02040503050406030204" pitchFamily="18" charset="0"/>
                            </a:rPr>
                            <m:t>𝐠𝐜𝐝</m:t>
                          </m:r>
                        </m:fName>
                        <m:e>
                          <m:d>
                            <m:dPr>
                              <m:ctrlP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MY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MY"/>
              </a:p>
              <a:p>
                <a:pPr marL="514350" lvl="1" indent="-285750"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If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sz="20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MY" sz="2000" b="1" i="0" smtClean="0">
                            <a:latin typeface="Cambria Math" panose="02040503050406030204" pitchFamily="18" charset="0"/>
                          </a:rPr>
                          <m:t>𝐠𝐜𝐝</m:t>
                        </m:r>
                      </m:fName>
                      <m:e>
                        <m:d>
                          <m:dPr>
                            <m:ctrlPr>
                              <a:rPr lang="en-MY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20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MY" sz="20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MY" sz="20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func>
                    <m:r>
                      <a:rPr lang="en-MY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0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MY" sz="2000"/>
                  <a:t>, then the integer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MY" sz="2000"/>
                  <a:t> is the multiplicative inverse of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MY" sz="200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23704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3200"/>
              <a:t>Modular Arithmetic – </a:t>
            </a:r>
            <a:r>
              <a:rPr lang="en-MY" sz="3200">
                <a:solidFill>
                  <a:srgbClr val="0000FF"/>
                </a:solidFill>
              </a:rPr>
              <a:t>Multiplicative Inverses </a:t>
            </a:r>
            <a:endParaRPr lang="en-MY" sz="3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0000FF"/>
                    </a:solidFill>
                  </a:rPr>
                  <a:t>Example</a:t>
                </a:r>
                <a:r>
                  <a:rPr lang="en-MY"/>
                  <a:t>: Find the multiplicative inverse (if exists) of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MY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97</m:t>
                        </m:r>
                      </m:sub>
                    </m:sSub>
                  </m:oMath>
                </a14:m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b="1">
                    <a:solidFill>
                      <a:srgbClr val="FF0000"/>
                    </a:solidFill>
                  </a:rPr>
                  <a:t>Solution</a:t>
                </a:r>
                <a:r>
                  <a:rPr lang="en-MY"/>
                  <a:t>: By the Extended Euclidean Algorithm.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8DC2A1A-2995-7862-5956-92DC5CCF33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938156"/>
                  </p:ext>
                </p:extLst>
              </p:nvPr>
            </p:nvGraphicFramePr>
            <p:xfrm>
              <a:off x="2032000" y="3123089"/>
              <a:ext cx="81280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35140757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15686865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6121302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84869595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27188028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04775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97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1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−31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8DC2A1A-2995-7862-5956-92DC5CCF33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938156"/>
                  </p:ext>
                </p:extLst>
              </p:nvPr>
            </p:nvGraphicFramePr>
            <p:xfrm>
              <a:off x="2032000" y="3123089"/>
              <a:ext cx="81280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35140757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15686865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6121302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84869595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27188028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04775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1639" r="-904511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639" r="-797761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1639" r="-703759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1639" r="-598507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1639" r="-503008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1639" r="-403008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1639" r="-300000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1639" r="-20225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1639" r="-10074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1639" r="-1504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101639" r="-904511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01639" r="-797761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101639" r="-70375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101639" r="-598507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101639" r="-50300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101639" r="-40300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101639" r="-300000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101639" r="-20225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101639" r="-10074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101639" r="-1504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201639" r="-904511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01639" r="-797761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201639" r="-70375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201639" r="-598507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201639" r="-50300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201639" r="-40300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201639" r="-300000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201639" r="-20225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201639" r="-10074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201639" r="-1504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1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301639" r="-904511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301639" r="-797761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301639" r="-70375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301639" r="-59850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301639" r="-50300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301639" r="-40300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301639" r="-300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301639" r="-20225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301639" r="-10074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301639" r="-1504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401639" r="-90451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401639" r="-79776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401639" r="-70375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401639" r="-59850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600358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3200"/>
              <a:t>Modular Arithmetic – </a:t>
            </a:r>
            <a:r>
              <a:rPr lang="en-MY" sz="3200">
                <a:solidFill>
                  <a:srgbClr val="0000FF"/>
                </a:solidFill>
              </a:rPr>
              <a:t>Multiplicative Inverses </a:t>
            </a:r>
            <a:endParaRPr lang="en-MY" sz="3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0000FF"/>
                    </a:solidFill>
                  </a:rPr>
                  <a:t>Example</a:t>
                </a:r>
                <a:r>
                  <a:rPr lang="en-MY"/>
                  <a:t>: Find the multiplicative inverse (if exists) of </a:t>
                </a:r>
                <a14:m>
                  <m:oMath xmlns:m="http://schemas.openxmlformats.org/officeDocument/2006/math">
                    <m:r>
                      <a:rPr lang="en-MY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MY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97</m:t>
                        </m:r>
                      </m:sub>
                    </m:sSub>
                  </m:oMath>
                </a14:m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b="1">
                    <a:solidFill>
                      <a:srgbClr val="FF0000"/>
                    </a:solidFill>
                  </a:rPr>
                  <a:t>Solution</a:t>
                </a:r>
                <a:r>
                  <a:rPr lang="en-MY"/>
                  <a:t>: By the Extended Euclidean Algorithm.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/>
                  <a:t>Since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25,97</m:t>
                            </m:r>
                          </m:e>
                        </m:d>
                      </m:e>
                    </m:func>
                    <m:r>
                      <a:rPr lang="en-MY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MY"/>
                  <a:t>. Hence the </a:t>
                </a:r>
                <a:r>
                  <a:rPr lang="en-MY" b="1">
                    <a:solidFill>
                      <a:srgbClr val="0000FF"/>
                    </a:solidFill>
                  </a:rPr>
                  <a:t>multiplicative inverse of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r>
                  <a:rPr lang="en-MY" b="1">
                    <a:solidFill>
                      <a:srgbClr val="0000FF"/>
                    </a:solidFill>
                  </a:rPr>
                  <a:t> exists</a:t>
                </a:r>
                <a:r>
                  <a:rPr lang="en-MY"/>
                  <a:t> and is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−31≡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𝟔𝟔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97</m:t>
                        </m:r>
                      </m:e>
                    </m:d>
                  </m:oMath>
                </a14:m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8DC2A1A-2995-7862-5956-92DC5CCF331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2000" y="3123089"/>
              <a:ext cx="81280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35140757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15686865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6121302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84869595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27188028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04775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97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1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−31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8DC2A1A-2995-7862-5956-92DC5CCF331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2000" y="3123089"/>
              <a:ext cx="81280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35140757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15686865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6121302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84869595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27188028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04775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1639" r="-904511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639" r="-797761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1639" r="-703759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1639" r="-598507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1639" r="-503008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1639" r="-403008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1639" r="-300000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1639" r="-20225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1639" r="-10074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1639" r="-1504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101639" r="-904511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01639" r="-797761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101639" r="-70375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101639" r="-598507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101639" r="-50300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101639" r="-40300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101639" r="-300000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101639" r="-20225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101639" r="-10074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101639" r="-1504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201639" r="-904511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01639" r="-797761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201639" r="-70375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201639" r="-598507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201639" r="-50300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201639" r="-40300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201639" r="-300000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201639" r="-20225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201639" r="-10074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201639" r="-1504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1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301639" r="-904511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301639" r="-797761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301639" r="-70375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301639" r="-59850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301639" r="-50300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301639" r="-40300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301639" r="-300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301639" r="-20225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301639" r="-10074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301639" r="-1504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401639" r="-90451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401639" r="-79776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401639" r="-70375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401639" r="-59850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75451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3200"/>
              <a:t>Modular Arithmetic – </a:t>
            </a:r>
            <a:r>
              <a:rPr lang="en-MY" sz="3200">
                <a:solidFill>
                  <a:srgbClr val="0000FF"/>
                </a:solidFill>
              </a:rPr>
              <a:t>Multiplicative Inverses </a:t>
            </a:r>
            <a:endParaRPr lang="en-MY" sz="3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0000FF"/>
                    </a:solidFill>
                  </a:rPr>
                  <a:t>Exercise</a:t>
                </a:r>
                <a:r>
                  <a:rPr lang="en-MY"/>
                  <a:t>: Find the multiplicative inverse (if exists)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MY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b="1">
                    <a:solidFill>
                      <a:srgbClr val="FF0000"/>
                    </a:solidFill>
                  </a:rPr>
                  <a:t>Solution</a:t>
                </a:r>
                <a:r>
                  <a:rPr lang="en-MY"/>
                  <a:t>: By the Extended Euclidean Algorithm. 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47180B00-1108-6FEE-CD45-EB438A8649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5734659"/>
                  </p:ext>
                </p:extLst>
              </p:nvPr>
            </p:nvGraphicFramePr>
            <p:xfrm>
              <a:off x="2032000" y="3123089"/>
              <a:ext cx="81280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35140757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15686865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6121302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84869595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27188028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04775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1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47180B00-1108-6FEE-CD45-EB438A8649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5734659"/>
                  </p:ext>
                </p:extLst>
              </p:nvPr>
            </p:nvGraphicFramePr>
            <p:xfrm>
              <a:off x="2032000" y="3123089"/>
              <a:ext cx="81280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35140757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15686865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6121302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84869595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27188028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04775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1639" r="-904511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639" r="-797761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1639" r="-703759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1639" r="-598507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1639" r="-503008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1639" r="-403008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1639" r="-300000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1639" r="-20225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1639" r="-10074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1639" r="-1504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1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437327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3200"/>
              <a:t>Modular Arithmetic – </a:t>
            </a:r>
            <a:r>
              <a:rPr lang="en-MY" sz="3200">
                <a:solidFill>
                  <a:srgbClr val="0000FF"/>
                </a:solidFill>
              </a:rPr>
              <a:t>Multiplicative Inverses </a:t>
            </a:r>
            <a:endParaRPr lang="en-MY" sz="3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0000FF"/>
                    </a:solidFill>
                  </a:rPr>
                  <a:t>Exercise</a:t>
                </a:r>
                <a:r>
                  <a:rPr lang="en-MY"/>
                  <a:t>: Find the multiplicative inverse (if exists)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MY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b="1">
                    <a:solidFill>
                      <a:srgbClr val="FF0000"/>
                    </a:solidFill>
                  </a:rPr>
                  <a:t>Solution</a:t>
                </a:r>
                <a:r>
                  <a:rPr lang="en-MY"/>
                  <a:t>: By the Extended Euclidean Algorithm. 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/>
                  <a:t>Since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13,23</m:t>
                            </m:r>
                          </m:e>
                        </m:d>
                      </m:e>
                    </m:func>
                    <m:r>
                      <a:rPr lang="en-MY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MY"/>
                  <a:t>. Hence the </a:t>
                </a:r>
                <a:r>
                  <a:rPr lang="en-MY" b="1">
                    <a:solidFill>
                      <a:srgbClr val="0000FF"/>
                    </a:solidFill>
                  </a:rPr>
                  <a:t>multiplicative inverse of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𝟏𝟑</m:t>
                    </m:r>
                  </m:oMath>
                </a14:m>
                <a:r>
                  <a:rPr lang="en-MY" b="1">
                    <a:solidFill>
                      <a:srgbClr val="0000FF"/>
                    </a:solidFill>
                  </a:rPr>
                  <a:t> exists</a:t>
                </a:r>
                <a:r>
                  <a:rPr lang="en-MY"/>
                  <a:t> and is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−7≡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e>
                    </m:d>
                  </m:oMath>
                </a14:m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EBB170B-E6D1-4351-5690-C2A4BD117B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6096441"/>
                  </p:ext>
                </p:extLst>
              </p:nvPr>
            </p:nvGraphicFramePr>
            <p:xfrm>
              <a:off x="2032000" y="3123089"/>
              <a:ext cx="81280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35140757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15686865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6121302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84869595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27188028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04775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1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EBB170B-E6D1-4351-5690-C2A4BD117B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6096441"/>
                  </p:ext>
                </p:extLst>
              </p:nvPr>
            </p:nvGraphicFramePr>
            <p:xfrm>
              <a:off x="2032000" y="3123089"/>
              <a:ext cx="81280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35140757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15686865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6121302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84869595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27188028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04775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1639" r="-904511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639" r="-797761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1639" r="-703759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1639" r="-598507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1639" r="-503008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1639" r="-403008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1639" r="-300000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1639" r="-20225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1639" r="-10074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1639" r="-1504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1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394965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61A3E-85BD-951A-2328-0AE9B3B56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5897880"/>
          </a:xfrm>
        </p:spPr>
        <p:txBody>
          <a:bodyPr/>
          <a:lstStyle/>
          <a:p>
            <a:pPr algn="ctr"/>
            <a:r>
              <a:rPr lang="en-MY" sz="5400">
                <a:solidFill>
                  <a:srgbClr val="0000FF"/>
                </a:solidFill>
              </a:rPr>
              <a:t>MATRICES</a:t>
            </a:r>
            <a:br>
              <a:rPr lang="en-MY" sz="5400">
                <a:solidFill>
                  <a:srgbClr val="0000FF"/>
                </a:solidFill>
              </a:rPr>
            </a:br>
            <a:r>
              <a:rPr lang="en-MY" sz="4400">
                <a:solidFill>
                  <a:srgbClr val="FF0000"/>
                </a:solidFill>
              </a:rPr>
              <a:t>(Optional)</a:t>
            </a:r>
            <a:br>
              <a:rPr lang="en-MY" sz="2400">
                <a:solidFill>
                  <a:srgbClr val="FF0000"/>
                </a:solidFill>
              </a:rPr>
            </a:br>
            <a:endParaRPr lang="en-MY" sz="5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0452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455225-E1A9-0818-7E76-12C184A93883}"/>
              </a:ext>
            </a:extLst>
          </p:cNvPr>
          <p:cNvSpPr/>
          <p:nvPr/>
        </p:nvSpPr>
        <p:spPr>
          <a:xfrm>
            <a:off x="994299" y="2503503"/>
            <a:ext cx="9516862" cy="925497"/>
          </a:xfrm>
          <a:prstGeom prst="rect">
            <a:avLst/>
          </a:prstGeom>
          <a:solidFill>
            <a:srgbClr val="FFFFB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4000"/>
              <a:t>Matrices</a:t>
            </a:r>
            <a:endParaRPr lang="en-MY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/>
                  <a:t>Definition 6</a:t>
                </a:r>
                <a:r>
                  <a:rPr lang="en-MY"/>
                  <a:t>:</a:t>
                </a:r>
              </a:p>
              <a:p>
                <a:pPr marL="0" indent="0" algn="ctr">
                  <a:buNone/>
                </a:pPr>
                <a:r>
                  <a:rPr lang="en-MY" b="1" i="1">
                    <a:solidFill>
                      <a:srgbClr val="FF0000"/>
                    </a:solidFill>
                  </a:rPr>
                  <a:t>A matrix is a rectangular array with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MY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MY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r>
                  <a:rPr lang="en-MY" b="1" i="1">
                    <a:solidFill>
                      <a:srgbClr val="FF0000"/>
                    </a:solidFill>
                  </a:rPr>
                  <a:t> elements, in which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en-MY" b="1" i="1">
                    <a:solidFill>
                      <a:srgbClr val="FF0000"/>
                    </a:solidFill>
                  </a:rPr>
                  <a:t> indicates the number of </a:t>
                </a:r>
                <a:r>
                  <a:rPr lang="en-MY" b="1" i="1">
                    <a:solidFill>
                      <a:srgbClr val="0000FF"/>
                    </a:solidFill>
                  </a:rPr>
                  <a:t>ROW</a:t>
                </a:r>
                <a:r>
                  <a:rPr lang="en-MY" b="1" i="1">
                    <a:solidFill>
                      <a:srgbClr val="FF0000"/>
                    </a:solidFill>
                  </a:rPr>
                  <a:t>s and </a:t>
                </a:r>
                <a14:m>
                  <m:oMath xmlns:m="http://schemas.openxmlformats.org/officeDocument/2006/math">
                    <m:r>
                      <a:rPr lang="en-MY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MY" b="1" i="1">
                    <a:solidFill>
                      <a:srgbClr val="FF0000"/>
                    </a:solidFill>
                  </a:rPr>
                  <a:t> indicates the number of </a:t>
                </a:r>
                <a:r>
                  <a:rPr lang="en-MY" b="1" i="1">
                    <a:solidFill>
                      <a:srgbClr val="0000FF"/>
                    </a:solidFill>
                  </a:rPr>
                  <a:t>COLUMN</a:t>
                </a:r>
                <a:r>
                  <a:rPr lang="en-MY" b="1" i="1">
                    <a:solidFill>
                      <a:srgbClr val="FF0000"/>
                    </a:solidFill>
                  </a:rPr>
                  <a:t>s.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0B7CC21-5ACC-81CE-9A5E-59E964FEB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201" y="3678499"/>
            <a:ext cx="3329597" cy="26765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4E3F56-D79A-D6B6-6282-95AF76C4F8BB}"/>
                  </a:ext>
                </a:extLst>
              </p:cNvPr>
              <p:cNvSpPr txBox="1"/>
              <p:nvPr/>
            </p:nvSpPr>
            <p:spPr>
              <a:xfrm>
                <a:off x="8351276" y="4355069"/>
                <a:ext cx="2230906" cy="1323439"/>
              </a:xfrm>
              <a:prstGeom prst="rect">
                <a:avLst/>
              </a:prstGeom>
              <a:solidFill>
                <a:srgbClr val="CCECDF"/>
              </a:solid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just"/>
                <a:r>
                  <a:rPr lang="en-MY" sz="2000" b="1"/>
                  <a:t>In general,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r>
                  <a:rPr lang="en-MY" sz="2000" b="1"/>
                  <a:t>  is called the </a:t>
                </a:r>
                <a:r>
                  <a:rPr lang="en-MY" sz="2000" b="1">
                    <a:solidFill>
                      <a:srgbClr val="0000FF"/>
                    </a:solidFill>
                  </a:rPr>
                  <a:t>dimension</a:t>
                </a:r>
                <a:r>
                  <a:rPr lang="en-MY" sz="2000" b="1"/>
                  <a:t> of the matrix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4E3F56-D79A-D6B6-6282-95AF76C4F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276" y="4355069"/>
                <a:ext cx="2230906" cy="1323439"/>
              </a:xfrm>
              <a:prstGeom prst="rect">
                <a:avLst/>
              </a:prstGeom>
              <a:blipFill>
                <a:blip r:embed="rId4"/>
                <a:stretch>
                  <a:fillRect l="-2997" t="-2283" r="-2452" b="-6393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39637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4000"/>
              <a:t>Matrices – </a:t>
            </a:r>
            <a:r>
              <a:rPr lang="en-MY" sz="4000">
                <a:solidFill>
                  <a:srgbClr val="0000FF"/>
                </a:solidFill>
              </a:rPr>
              <a:t>Types of Matrices</a:t>
            </a:r>
            <a:endParaRPr lang="en-MY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0000FF"/>
                    </a:solidFill>
                  </a:rPr>
                  <a:t>Identity Matrix</a:t>
                </a:r>
                <a:r>
                  <a:rPr lang="en-MY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i="1" dirty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MY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MY" i="1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MY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MY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MY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i="1" dirty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MY" b="0" i="1" dirty="0" smtClean="0">
                            <a:latin typeface="Cambria Math" panose="02040503050406030204" pitchFamily="18" charset="0"/>
                          </a:rPr>
                          <m:t>3×3</m:t>
                        </m:r>
                      </m:sub>
                    </m:sSub>
                    <m:r>
                      <a:rPr lang="en-MY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MY"/>
                  <a:t>. The identity matrix defined </a:t>
                </a:r>
                <a:r>
                  <a:rPr lang="en-MY" b="1"/>
                  <a:t>only</a:t>
                </a:r>
                <a:r>
                  <a:rPr lang="en-MY"/>
                  <a:t> over square matrix.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FF0000"/>
                    </a:solidFill>
                  </a:rPr>
                  <a:t>Square Matrix</a:t>
                </a:r>
                <a:r>
                  <a:rPr lang="en-MY"/>
                  <a:t>: Matrix with equal numbers of row and column.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0000FF"/>
                    </a:solidFill>
                  </a:rPr>
                  <a:t>Row Matrix</a:t>
                </a:r>
                <a:r>
                  <a:rPr lang="en-MY"/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MY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MY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FF0000"/>
                    </a:solidFill>
                  </a:rPr>
                  <a:t>Column Matrix</a:t>
                </a:r>
                <a:r>
                  <a:rPr lang="en-MY"/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MY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MY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22310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4000"/>
              <a:t>Matrices – </a:t>
            </a:r>
            <a:r>
              <a:rPr lang="en-MY" sz="4000">
                <a:solidFill>
                  <a:srgbClr val="0000FF"/>
                </a:solidFill>
              </a:rPr>
              <a:t>Operations and Relations</a:t>
            </a:r>
            <a:endParaRPr lang="en-MY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In linear algebra, several operations and relations are defined over matrices.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b="1">
                    <a:solidFill>
                      <a:srgbClr val="FF0000"/>
                    </a:solidFill>
                  </a:rPr>
                  <a:t>Equality</a:t>
                </a:r>
                <a:r>
                  <a:rPr lang="en-MY"/>
                  <a:t>: Two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A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/>
                  <a:t>are </a:t>
                </a:r>
                <a:r>
                  <a:rPr lang="en-MY" b="1"/>
                  <a:t>equal</a:t>
                </a:r>
                <a:r>
                  <a:rPr lang="en-MY"/>
                  <a:t> if they have the </a:t>
                </a:r>
                <a:r>
                  <a:rPr lang="en-MY" b="1">
                    <a:solidFill>
                      <a:srgbClr val="0000FF"/>
                    </a:solidFill>
                  </a:rPr>
                  <a:t>same dimension </a:t>
                </a:r>
                <a:r>
                  <a:rPr lang="en-MY"/>
                  <a:t>and all the </a:t>
                </a:r>
                <a:r>
                  <a:rPr lang="en-MY" b="1">
                    <a:solidFill>
                      <a:srgbClr val="0000FF"/>
                    </a:solidFill>
                  </a:rPr>
                  <a:t>elements are the same</a:t>
                </a:r>
                <a:r>
                  <a:rPr lang="en-MY"/>
                  <a:t>. In other words,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MY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 b="0" i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MY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MY"/>
                  <a:t> for all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MY"/>
                  <a:t> and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MY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b="1">
                    <a:solidFill>
                      <a:srgbClr val="FF0000"/>
                    </a:solidFill>
                  </a:rPr>
                  <a:t>Addition and Subtraction</a:t>
                </a:r>
                <a:r>
                  <a:rPr lang="en-MY"/>
                  <a:t>: Two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A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dirty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MY"/>
                  <a:t> can be added and subtracted in the </a:t>
                </a:r>
                <a:r>
                  <a:rPr lang="en-MY" b="1">
                    <a:solidFill>
                      <a:srgbClr val="0000FF"/>
                    </a:solidFill>
                  </a:rPr>
                  <a:t>same dimension</a:t>
                </a:r>
                <a:r>
                  <a:rPr lang="en-MY"/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MY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MY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MY" b="0" i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MY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MY"/>
                  <a:t>. Similarly,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C</m:t>
                    </m:r>
                    <m:r>
                      <a:rPr lang="en-MY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A</m:t>
                    </m:r>
                    <m:r>
                      <a:rPr lang="en-MY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MY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MY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MY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MY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MY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MY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487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7684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4000"/>
              <a:t>Matrices – </a:t>
            </a:r>
            <a:r>
              <a:rPr lang="en-MY" sz="4000">
                <a:solidFill>
                  <a:srgbClr val="0000FF"/>
                </a:solidFill>
              </a:rPr>
              <a:t>Operations and Relations</a:t>
            </a:r>
            <a:endParaRPr lang="en-MY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marL="457200" indent="-457200" algn="just">
                  <a:buFont typeface="+mj-lt"/>
                  <a:buAutoNum type="arabicPeriod" startAt="3"/>
                </a:pPr>
                <a:r>
                  <a:rPr lang="en-MY" b="1">
                    <a:solidFill>
                      <a:srgbClr val="FF0000"/>
                    </a:solidFill>
                  </a:rPr>
                  <a:t>Multiplication</a:t>
                </a:r>
                <a:r>
                  <a:rPr lang="en-MY"/>
                  <a:t>: Two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A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dirty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MY"/>
                  <a:t> can be multiplied only if the </a:t>
                </a:r>
                <a:r>
                  <a:rPr lang="en-MY" b="1">
                    <a:solidFill>
                      <a:srgbClr val="0000FF"/>
                    </a:solidFill>
                  </a:rPr>
                  <a:t>column of the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MY" b="1">
                    <a:solidFill>
                      <a:srgbClr val="0000FF"/>
                    </a:solidFill>
                  </a:rPr>
                  <a:t> </a:t>
                </a:r>
                <a:r>
                  <a:rPr lang="en-MY"/>
                  <a:t>is the same as the </a:t>
                </a:r>
                <a:r>
                  <a:rPr lang="en-MY" b="1">
                    <a:solidFill>
                      <a:srgbClr val="0000FF"/>
                    </a:solidFill>
                  </a:rPr>
                  <a:t>row of the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MY"/>
                  <a:t>. That 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MY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𝒍</m:t>
                            </m:r>
                            <m:r>
                              <a:rPr lang="en-MY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MY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</m:d>
                      </m:e>
                      <m:sub>
                        <m:r>
                          <a:rPr lang="en-MY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sub>
                    </m:sSub>
                  </m:oMath>
                </a14:m>
                <a:r>
                  <a:rPr lang="en-MY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MY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MY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MY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  <m:sub>
                        <m:r>
                          <a:rPr lang="en-MY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sub>
                    </m:sSub>
                  </m:oMath>
                </a14:m>
                <a:r>
                  <a:rPr lang="en-MY"/>
                  <a:t>. Mathematically,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C</m:t>
                    </m:r>
                    <m:r>
                      <a:rPr lang="en-MY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A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MY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MY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MY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MY" b="0" i="1" smtClean="0">
                                <a:latin typeface="Cambria Math" panose="02040503050406030204" pitchFamily="18" charset="0"/>
                              </a:rPr>
                              <m:t>𝑗𝑘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MY"/>
                  <a:t>.</a:t>
                </a:r>
              </a:p>
              <a:p>
                <a:pPr marL="457200" indent="-457200" algn="just">
                  <a:buFont typeface="+mj-lt"/>
                  <a:buAutoNum type="arabicPeriod" startAt="3"/>
                </a:pPr>
                <a:r>
                  <a:rPr lang="en-MY" b="1">
                    <a:solidFill>
                      <a:srgbClr val="FF0000"/>
                    </a:solidFill>
                  </a:rPr>
                  <a:t>Scalar Multiplication</a:t>
                </a:r>
                <a:r>
                  <a:rPr lang="en-MY"/>
                  <a:t>: Any matrix can be multiplied to a constant number (scalar).  Mathematically,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C</m:t>
                    </m:r>
                    <m:r>
                      <a:rPr lang="en-MY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MY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MY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MY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487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22327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4000"/>
              <a:t>Matrices – </a:t>
            </a:r>
            <a:r>
              <a:rPr lang="en-MY" sz="4000">
                <a:solidFill>
                  <a:srgbClr val="0000FF"/>
                </a:solidFill>
              </a:rPr>
              <a:t>Operations and Relations</a:t>
            </a:r>
            <a:endParaRPr lang="en-MY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b="1">
                    <a:solidFill>
                      <a:srgbClr val="0000FF"/>
                    </a:solidFill>
                  </a:rPr>
                  <a:t>Examples</a:t>
                </a:r>
                <a:r>
                  <a:rPr lang="en-MY"/>
                  <a:t>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MY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MY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a:rPr lang="en-MY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MY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MY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  <m:r>
                      <a:rPr lang="en-MY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MY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MY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MY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MY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en-MY" b="0" i="1" dirty="0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MY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MY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MY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MY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MY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MY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MY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MY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MY" b="0" i="1" dirty="0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MY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MY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MY" b="0" i="1" dirty="0" smtClean="0">
                        <a:latin typeface="Cambria Math" panose="02040503050406030204" pitchFamily="18" charset="0"/>
                      </a:rPr>
                      <m:t>   =</m:t>
                    </m:r>
                    <m:d>
                      <m:dPr>
                        <m:begChr m:val="["/>
                        <m:endChr m:val="]"/>
                        <m:ctrlPr>
                          <a:rPr lang="en-MY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MY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+21+10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4+18+2</m:t>
                              </m:r>
                            </m:e>
                          </m:mr>
                          <m:mr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14+27+5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28+24+1</m:t>
                              </m:r>
                            </m:e>
                          </m:mr>
                        </m:m>
                      </m:e>
                    </m:d>
                    <m:r>
                      <a:rPr lang="en-MY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MY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e>
                          </m:mr>
                          <m:mr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46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53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MY" b="0"/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b="0" i="1" dirty="0" smtClean="0"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["/>
                        <m:endChr m:val="]"/>
                        <m:ctrlPr>
                          <a:rPr lang="en-MY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MY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  <m:r>
                      <a:rPr lang="en-MY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MY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</m:e>
                            <m:e>
                              <m:r>
                                <a:rPr lang="en-MY" b="0" i="1" dirty="0" smtClean="0"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MY" b="0"/>
              </a:p>
              <a:p>
                <a:pPr marL="457200" indent="-457200" algn="just">
                  <a:buFont typeface="+mj-lt"/>
                  <a:buAutoNum type="arabicPeriod"/>
                </a:pPr>
                <a:endParaRPr lang="en-MY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D59D102-F2C3-926B-9732-5D8C9AC70F02}"/>
              </a:ext>
            </a:extLst>
          </p:cNvPr>
          <p:cNvCxnSpPr/>
          <p:nvPr/>
        </p:nvCxnSpPr>
        <p:spPr>
          <a:xfrm>
            <a:off x="1313894" y="5291092"/>
            <a:ext cx="108307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680AF7B-DC71-63DE-D006-13D426A4DF8C}"/>
              </a:ext>
            </a:extLst>
          </p:cNvPr>
          <p:cNvCxnSpPr/>
          <p:nvPr/>
        </p:nvCxnSpPr>
        <p:spPr>
          <a:xfrm>
            <a:off x="3551067" y="4527612"/>
            <a:ext cx="0" cy="8522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5705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4000"/>
              <a:t>Matrices – </a:t>
            </a:r>
            <a:r>
              <a:rPr lang="en-MY" sz="4000">
                <a:solidFill>
                  <a:srgbClr val="0000FF"/>
                </a:solidFill>
              </a:rPr>
              <a:t>Determinant and Inverses</a:t>
            </a:r>
            <a:endParaRPr lang="en-MY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/>
                  <a:t>Like integers, matrices have both </a:t>
                </a:r>
                <a:r>
                  <a:rPr lang="en-MY" b="1">
                    <a:solidFill>
                      <a:srgbClr val="0000FF"/>
                    </a:solidFill>
                  </a:rPr>
                  <a:t>additive</a:t>
                </a:r>
                <a:r>
                  <a:rPr lang="en-MY"/>
                  <a:t> and </a:t>
                </a:r>
                <a:r>
                  <a:rPr lang="en-MY" b="1">
                    <a:solidFill>
                      <a:srgbClr val="0000FF"/>
                    </a:solidFill>
                  </a:rPr>
                  <a:t>multiplicative inverses</a:t>
                </a:r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b="1">
                    <a:solidFill>
                      <a:srgbClr val="FF0000"/>
                    </a:solidFill>
                  </a:rPr>
                  <a:t>Additive Inverse</a:t>
                </a:r>
                <a:r>
                  <a:rPr lang="en-MY"/>
                  <a:t>: Two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A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dirty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MY"/>
                  <a:t> are additive inverses to each other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A</m:t>
                    </m:r>
                    <m:r>
                      <a:rPr lang="en-MY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MY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MY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MY"/>
                  <a:t>. In other words,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A</m:t>
                    </m:r>
                    <m:r>
                      <a:rPr lang="en-MY" b="0" i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MY" b="0" i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b="1">
                    <a:solidFill>
                      <a:srgbClr val="FF0000"/>
                    </a:solidFill>
                  </a:rPr>
                  <a:t>Multiplicative Inverse</a:t>
                </a:r>
                <a:r>
                  <a:rPr lang="en-MY"/>
                  <a:t>. Two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A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dirty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MY"/>
                  <a:t> are multiplicative inverses to each other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A</m:t>
                    </m:r>
                    <m:r>
                      <a:rPr lang="en-MY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MY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MY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 b="0" i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MY"/>
                  <a:t>. In other words,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>
                        <a:latin typeface="Cambria Math" panose="02040503050406030204" pitchFamily="18" charset="0"/>
                      </a:rPr>
                      <m:t>A</m:t>
                    </m:r>
                    <m:r>
                      <a:rPr lang="en-MY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MY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MY" b="0" i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MY"/>
                  <a:t>. </a:t>
                </a:r>
                <a:r>
                  <a:rPr lang="en-MY" b="1">
                    <a:solidFill>
                      <a:srgbClr val="0000FF"/>
                    </a:solidFill>
                  </a:rPr>
                  <a:t>Multiplicative inverse defined only for square matrix</a:t>
                </a:r>
                <a:r>
                  <a:rPr lang="en-MY"/>
                  <a:t>, with the condition that its </a:t>
                </a:r>
                <a:r>
                  <a:rPr lang="en-MY" b="1">
                    <a:solidFill>
                      <a:srgbClr val="0000FF"/>
                    </a:solidFill>
                  </a:rPr>
                  <a:t>determinant, </a:t>
                </a:r>
                <a14:m>
                  <m:oMath xmlns:m="http://schemas.openxmlformats.org/officeDocument/2006/math">
                    <m:r>
                      <a:rPr lang="en-MY" b="1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𝐝𝐞𝐭</m:t>
                    </m:r>
                    <m:d>
                      <m:dPr>
                        <m:ctrlPr>
                          <a:rPr lang="en-MY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b="1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d>
                    <m:r>
                      <a:rPr lang="en-MY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MY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MY"/>
                  <a:t>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/>
                  <a:t>Please refer to any </a:t>
                </a:r>
                <a:r>
                  <a:rPr lang="en-MY" b="1" u="sng"/>
                  <a:t>linear algebra reference</a:t>
                </a:r>
                <a:r>
                  <a:rPr lang="en-MY" b="1"/>
                  <a:t> </a:t>
                </a:r>
                <a:r>
                  <a:rPr lang="en-MY"/>
                  <a:t>for a complete demonstrations on matrices’ operations.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81713-13A6-9F9C-B51F-5E9091D5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874520"/>
                <a:ext cx="10011401" cy="4351338"/>
              </a:xfrm>
              <a:blipFill>
                <a:blip r:embed="rId2"/>
                <a:stretch>
                  <a:fillRect l="-365" r="-42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70897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4000"/>
              <a:t>Matrices</a:t>
            </a:r>
            <a:endParaRPr lang="en-MY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81713-13A6-9F9C-B51F-5E9091D51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458" y="1874520"/>
            <a:ext cx="10011401" cy="435133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MY" sz="2000"/>
              <a:t>In this course, we </a:t>
            </a:r>
            <a:r>
              <a:rPr lang="en-MY" sz="2000" b="1">
                <a:solidFill>
                  <a:srgbClr val="FF0000"/>
                </a:solidFill>
              </a:rPr>
              <a:t>do not </a:t>
            </a:r>
            <a:r>
              <a:rPr lang="en-MY" sz="2000"/>
              <a:t>cover much about Matrices, since the only function of this concept is to learn how to operate the classical cipher in the next chapter.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248745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1325563"/>
          </a:xfrm>
        </p:spPr>
        <p:txBody>
          <a:bodyPr/>
          <a:lstStyle/>
          <a:p>
            <a:r>
              <a:rPr lang="en-MY" sz="4000">
                <a:solidFill>
                  <a:schemeClr val="tx1"/>
                </a:solidFill>
              </a:rPr>
              <a:t>Main References for Chapter 2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81713-13A6-9F9C-B51F-5E9091D51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458" y="1874520"/>
            <a:ext cx="10011401" cy="4351338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ko-KR" sz="2000" err="1">
                <a:ea typeface="Gulim" pitchFamily="34" charset="-127"/>
              </a:rPr>
              <a:t>Forouzan</a:t>
            </a:r>
            <a:r>
              <a:rPr lang="en-US" altLang="ko-KR" sz="2000">
                <a:ea typeface="Gulim" pitchFamily="34" charset="-127"/>
              </a:rPr>
              <a:t>, B.A. </a:t>
            </a:r>
            <a:r>
              <a:rPr lang="en-US" sz="2000"/>
              <a:t>“</a:t>
            </a:r>
            <a:r>
              <a:rPr lang="en-US" sz="2000" b="1" i="1"/>
              <a:t>Introduction to Cryptography and Network Security</a:t>
            </a:r>
            <a:r>
              <a:rPr lang="en-US" sz="2000"/>
              <a:t>”, Third Edition, McGraw-Hill, 2008.</a:t>
            </a:r>
          </a:p>
          <a:p>
            <a:pPr marL="0" indent="0" algn="just">
              <a:buNone/>
            </a:pP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738288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34C-68E0-F991-9B64-414D1B36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8" y="502920"/>
            <a:ext cx="10011401" cy="5844614"/>
          </a:xfrm>
        </p:spPr>
        <p:txBody>
          <a:bodyPr/>
          <a:lstStyle/>
          <a:p>
            <a:pPr algn="ctr"/>
            <a:br>
              <a:rPr lang="en-MY" sz="2000" b="1">
                <a:solidFill>
                  <a:srgbClr val="0000FF"/>
                </a:solidFill>
              </a:rPr>
            </a:br>
            <a:br>
              <a:rPr lang="en-MY" sz="2000" b="1">
                <a:solidFill>
                  <a:srgbClr val="0000FF"/>
                </a:solidFill>
              </a:rPr>
            </a:br>
            <a:br>
              <a:rPr lang="en-MY" sz="1800" b="1">
                <a:solidFill>
                  <a:srgbClr val="0000FF"/>
                </a:solidFill>
              </a:rPr>
            </a:br>
            <a:r>
              <a:rPr lang="en-MY" sz="4000" b="1">
                <a:solidFill>
                  <a:srgbClr val="0000FF"/>
                </a:solidFill>
              </a:rPr>
              <a:t>~ THE END </a:t>
            </a:r>
            <a:r>
              <a:rPr lang="en-MY" sz="4000" b="1">
                <a:solidFill>
                  <a:srgbClr val="0000FF"/>
                </a:solidFill>
                <a:sym typeface="Wingdings" panose="05000000000000000000" pitchFamily="2" charset="2"/>
              </a:rPr>
              <a:t> ~</a:t>
            </a:r>
            <a:br>
              <a:rPr lang="en-MY" sz="4000" b="1">
                <a:solidFill>
                  <a:srgbClr val="0000FF"/>
                </a:solidFill>
              </a:rPr>
            </a:br>
            <a:br>
              <a:rPr lang="en-MY" sz="4000" b="1">
                <a:solidFill>
                  <a:srgbClr val="0000FF"/>
                </a:solidFill>
              </a:rPr>
            </a:b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49293029"/>
      </p:ext>
    </p:extLst>
  </p:cSld>
  <p:clrMapOvr>
    <a:masterClrMapping/>
  </p:clrMapOvr>
</p:sld>
</file>

<file path=ppt/theme/theme1.xml><?xml version="1.0" encoding="utf-8"?>
<a:theme xmlns:a="http://schemas.openxmlformats.org/drawingml/2006/main" name="BohemianVTI">
  <a:themeElements>
    <a:clrScheme name="AnalogousFromLightSeedLeftStep">
      <a:dk1>
        <a:srgbClr val="000000"/>
      </a:dk1>
      <a:lt1>
        <a:srgbClr val="FFFFFF"/>
      </a:lt1>
      <a:dk2>
        <a:srgbClr val="213B33"/>
      </a:dk2>
      <a:lt2>
        <a:srgbClr val="E8E3E2"/>
      </a:lt2>
      <a:accent1>
        <a:srgbClr val="4EAFBA"/>
      </a:accent1>
      <a:accent2>
        <a:srgbClr val="4DB392"/>
      </a:accent2>
      <a:accent3>
        <a:srgbClr val="4FB369"/>
      </a:accent3>
      <a:accent4>
        <a:srgbClr val="5DB54E"/>
      </a:accent4>
      <a:accent5>
        <a:srgbClr val="89AA5D"/>
      </a:accent5>
      <a:accent6>
        <a:srgbClr val="A3A546"/>
      </a:accent6>
      <a:hlink>
        <a:srgbClr val="AE7069"/>
      </a:hlink>
      <a:folHlink>
        <a:srgbClr val="7F7F7F"/>
      </a:folHlink>
    </a:clrScheme>
    <a:fontScheme name="modern love avenir">
      <a:majorFont>
        <a:latin typeface="Microsoft GothicNeo"/>
        <a:ea typeface=""/>
        <a:cs typeface=""/>
      </a:majorFont>
      <a:minorFont>
        <a:latin typeface="Microsoft GothicNe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hemianVTI" id="{B5E50611-F7C7-47BC-81A6-BE9493DF8677}" vid="{7A26D0DD-A1A5-444B-B0FB-E7DB9E2D047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A374375A648B43BE2F504427ACA368" ma:contentTypeVersion="15" ma:contentTypeDescription="Create a new document." ma:contentTypeScope="" ma:versionID="013dc5019cb378d6f3b4beb94fb7cf4e">
  <xsd:schema xmlns:xsd="http://www.w3.org/2001/XMLSchema" xmlns:xs="http://www.w3.org/2001/XMLSchema" xmlns:p="http://schemas.microsoft.com/office/2006/metadata/properties" xmlns:ns2="6da64911-38d9-4b77-b6d0-85c58d59eee7" xmlns:ns3="c14bfc95-5fc1-4e5f-aee2-c8976470c7fa" targetNamespace="http://schemas.microsoft.com/office/2006/metadata/properties" ma:root="true" ma:fieldsID="ea8c4da17c1bbcf1ebea871cf52d131d" ns2:_="" ns3:_="">
    <xsd:import namespace="6da64911-38d9-4b77-b6d0-85c58d59eee7"/>
    <xsd:import namespace="c14bfc95-5fc1-4e5f-aee2-c8976470c7f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64911-38d9-4b77-b6d0-85c58d59eee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f6769d7-3c27-4ceb-9c12-0647dbcb441e}" ma:internalName="TaxCatchAll" ma:showField="CatchAllData" ma:web="6da64911-38d9-4b77-b6d0-85c58d59ee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4bfc95-5fc1-4e5f-aee2-c8976470c7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47f1639-9130-493c-b0f7-7f4b51b1a9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4bfc95-5fc1-4e5f-aee2-c8976470c7fa">
      <Terms xmlns="http://schemas.microsoft.com/office/infopath/2007/PartnerControls"/>
    </lcf76f155ced4ddcb4097134ff3c332f>
    <TaxCatchAll xmlns="6da64911-38d9-4b77-b6d0-85c58d59eee7" xsi:nil="true"/>
  </documentManagement>
</p:properties>
</file>

<file path=customXml/itemProps1.xml><?xml version="1.0" encoding="utf-8"?>
<ds:datastoreItem xmlns:ds="http://schemas.openxmlformats.org/officeDocument/2006/customXml" ds:itemID="{E3E780AD-1454-42F3-A797-0890C3991F6B}"/>
</file>

<file path=customXml/itemProps2.xml><?xml version="1.0" encoding="utf-8"?>
<ds:datastoreItem xmlns:ds="http://schemas.openxmlformats.org/officeDocument/2006/customXml" ds:itemID="{FAC74464-C1C2-4B86-8DD8-8E503673DF79}"/>
</file>

<file path=customXml/itemProps3.xml><?xml version="1.0" encoding="utf-8"?>
<ds:datastoreItem xmlns:ds="http://schemas.openxmlformats.org/officeDocument/2006/customXml" ds:itemID="{CFE52EED-2EF0-44A2-A090-1F81EA8C2B8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2894</Words>
  <Application>Microsoft Office PowerPoint</Application>
  <PresentationFormat>Widescreen</PresentationFormat>
  <Paragraphs>478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Gulim</vt:lpstr>
      <vt:lpstr>Microsoft GothicNeo</vt:lpstr>
      <vt:lpstr>Microsoft GothicNeo Light</vt:lpstr>
      <vt:lpstr>Arial</vt:lpstr>
      <vt:lpstr>Cambria Math</vt:lpstr>
      <vt:lpstr>Wingdings</vt:lpstr>
      <vt:lpstr>BohemianVTI</vt:lpstr>
      <vt:lpstr>Chapter 2</vt:lpstr>
      <vt:lpstr>Outlines</vt:lpstr>
      <vt:lpstr>Learning Objectives</vt:lpstr>
      <vt:lpstr>INTEGER ARITHMETIC</vt:lpstr>
      <vt:lpstr>Integers and Binary Operations</vt:lpstr>
      <vt:lpstr>Integer Division</vt:lpstr>
      <vt:lpstr>Divisibility</vt:lpstr>
      <vt:lpstr>Divisibility – Properties </vt:lpstr>
      <vt:lpstr>Divisibility – Divisors</vt:lpstr>
      <vt:lpstr>Divisibility – Greatest Common Divisor</vt:lpstr>
      <vt:lpstr>Divisibility – Greatest Common Divisor</vt:lpstr>
      <vt:lpstr>Divisibility – The Euclidean Algorithm</vt:lpstr>
      <vt:lpstr>Divisibility – The Euclidean Algorithm</vt:lpstr>
      <vt:lpstr>Divisibility – The Euclidean Algorithm</vt:lpstr>
      <vt:lpstr>Divisibility – The Euclidean Algorithm</vt:lpstr>
      <vt:lpstr>Divisibility – The Euclidean Algorithm</vt:lpstr>
      <vt:lpstr>Divisibility – The Euclidean Algorithm</vt:lpstr>
      <vt:lpstr>Divisibility – The Extended Euclidean Algorithm</vt:lpstr>
      <vt:lpstr>Divisibility – The Extended Euclidean Algorithm</vt:lpstr>
      <vt:lpstr>PowerPoint Presentation</vt:lpstr>
      <vt:lpstr>Divisibility – The Extended Euclidean Algorithm</vt:lpstr>
      <vt:lpstr>Divisibility – The Extended Euclidean Algorithm</vt:lpstr>
      <vt:lpstr>Divisibility – The Extended Euclidean Algorithm</vt:lpstr>
      <vt:lpstr>Divisibility – The Extended Euclidean Algorithm</vt:lpstr>
      <vt:lpstr>MODULAR ARITHMETIC</vt:lpstr>
      <vt:lpstr>Modular Operator</vt:lpstr>
      <vt:lpstr>Modular Operator</vt:lpstr>
      <vt:lpstr>Modular Arithmetic – Set of Residues</vt:lpstr>
      <vt:lpstr>Modular Arithmetic – Congruence</vt:lpstr>
      <vt:lpstr>Modular Arithmetic – Congruence and Residue</vt:lpstr>
      <vt:lpstr>Modular Arithmetic</vt:lpstr>
      <vt:lpstr>Modular Arithmetic – Properties </vt:lpstr>
      <vt:lpstr>Modular Arithmetic – Properties </vt:lpstr>
      <vt:lpstr>Modular Arithmetic – Inverses </vt:lpstr>
      <vt:lpstr>Modular Arithmetic – Additive Inverses </vt:lpstr>
      <vt:lpstr>Modular Arithmetic – Additive Inverses </vt:lpstr>
      <vt:lpstr>Modular Arithmetic – Multiplicative Inverses </vt:lpstr>
      <vt:lpstr>Modular Arithmetic – Multiplicative Inverses </vt:lpstr>
      <vt:lpstr>Modular Arithmetic – Multiplicative Inverses </vt:lpstr>
      <vt:lpstr>Modular Arithmetic – Multiplicative Inverses </vt:lpstr>
      <vt:lpstr>Modular Arithmetic – Multiplicative Inverses </vt:lpstr>
      <vt:lpstr>Modular Arithmetic – Multiplicative Inverses </vt:lpstr>
      <vt:lpstr>Modular Arithmetic – Multiplicative Inverses </vt:lpstr>
      <vt:lpstr>MATRICES (Optional) </vt:lpstr>
      <vt:lpstr>Matrices</vt:lpstr>
      <vt:lpstr>Matrices – Types of Matrices</vt:lpstr>
      <vt:lpstr>Matrices – Operations and Relations</vt:lpstr>
      <vt:lpstr>Matrices – Operations and Relations</vt:lpstr>
      <vt:lpstr>Matrices – Operations and Relations</vt:lpstr>
      <vt:lpstr>Matrices – Determinant and Inverses</vt:lpstr>
      <vt:lpstr>Matrices</vt:lpstr>
      <vt:lpstr>Main References for Chapter 2</vt:lpstr>
      <vt:lpstr>   ~ THE END  ~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Tea Boon Chian</dc:creator>
  <cp:lastModifiedBy>Tea Boon Chian</cp:lastModifiedBy>
  <cp:revision>1</cp:revision>
  <dcterms:created xsi:type="dcterms:W3CDTF">2023-10-18T08:28:17Z</dcterms:created>
  <dcterms:modified xsi:type="dcterms:W3CDTF">2024-04-01T02:57:13Z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0x0101009FA374375A648B43BE2F504427ACA368</vt:lpwstr>
  </property>
</Properties>
</file>