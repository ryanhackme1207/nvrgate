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33" r:id="rId8"/>
    <p:sldId id="262" r:id="rId9"/>
    <p:sldId id="263" r:id="rId10"/>
    <p:sldId id="264" r:id="rId11"/>
    <p:sldId id="265" r:id="rId12"/>
    <p:sldId id="31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34" r:id="rId37"/>
    <p:sldId id="289" r:id="rId38"/>
    <p:sldId id="290" r:id="rId39"/>
    <p:sldId id="313" r:id="rId40"/>
    <p:sldId id="314" r:id="rId41"/>
    <p:sldId id="315" r:id="rId42"/>
    <p:sldId id="316" r:id="rId43"/>
    <p:sldId id="317" r:id="rId44"/>
    <p:sldId id="318" r:id="rId45"/>
    <p:sldId id="291" r:id="rId46"/>
    <p:sldId id="292" r:id="rId47"/>
    <p:sldId id="322" r:id="rId48"/>
    <p:sldId id="323" r:id="rId49"/>
    <p:sldId id="367" r:id="rId50"/>
    <p:sldId id="293" r:id="rId51"/>
    <p:sldId id="294" r:id="rId52"/>
    <p:sldId id="295" r:id="rId53"/>
    <p:sldId id="324" r:id="rId54"/>
    <p:sldId id="325" r:id="rId55"/>
    <p:sldId id="296" r:id="rId56"/>
    <p:sldId id="338" r:id="rId57"/>
    <p:sldId id="366" r:id="rId58"/>
    <p:sldId id="326" r:id="rId59"/>
    <p:sldId id="327" r:id="rId60"/>
    <p:sldId id="298" r:id="rId61"/>
    <p:sldId id="335" r:id="rId62"/>
    <p:sldId id="336" r:id="rId63"/>
    <p:sldId id="339" r:id="rId64"/>
    <p:sldId id="340" r:id="rId65"/>
    <p:sldId id="332" r:id="rId66"/>
    <p:sldId id="341" r:id="rId67"/>
    <p:sldId id="342" r:id="rId68"/>
    <p:sldId id="297" r:id="rId69"/>
    <p:sldId id="328" r:id="rId70"/>
    <p:sldId id="329" r:id="rId71"/>
    <p:sldId id="330" r:id="rId72"/>
    <p:sldId id="331" r:id="rId73"/>
    <p:sldId id="343" r:id="rId74"/>
    <p:sldId id="319" r:id="rId75"/>
    <p:sldId id="301" r:id="rId76"/>
    <p:sldId id="344" r:id="rId77"/>
    <p:sldId id="303" r:id="rId78"/>
    <p:sldId id="302" r:id="rId79"/>
    <p:sldId id="354" r:id="rId80"/>
    <p:sldId id="356" r:id="rId81"/>
    <p:sldId id="357" r:id="rId82"/>
    <p:sldId id="304" r:id="rId83"/>
    <p:sldId id="358" r:id="rId84"/>
    <p:sldId id="359" r:id="rId85"/>
    <p:sldId id="360" r:id="rId86"/>
    <p:sldId id="305" r:id="rId87"/>
    <p:sldId id="345" r:id="rId88"/>
    <p:sldId id="306" r:id="rId89"/>
    <p:sldId id="307" r:id="rId90"/>
    <p:sldId id="346" r:id="rId91"/>
    <p:sldId id="361" r:id="rId92"/>
    <p:sldId id="362" r:id="rId93"/>
    <p:sldId id="363" r:id="rId94"/>
    <p:sldId id="349" r:id="rId95"/>
    <p:sldId id="347" r:id="rId96"/>
    <p:sldId id="348" r:id="rId97"/>
    <p:sldId id="350" r:id="rId98"/>
    <p:sldId id="351" r:id="rId99"/>
    <p:sldId id="355" r:id="rId100"/>
    <p:sldId id="364" r:id="rId101"/>
    <p:sldId id="365" r:id="rId102"/>
    <p:sldId id="320" r:id="rId103"/>
    <p:sldId id="309" r:id="rId104"/>
    <p:sldId id="311" r:id="rId105"/>
    <p:sldId id="321" r:id="rId106"/>
    <p:sldId id="368" r:id="rId107"/>
    <p:sldId id="369" r:id="rId108"/>
    <p:sldId id="370" r:id="rId109"/>
    <p:sldId id="371" r:id="rId110"/>
    <p:sldId id="372" r:id="rId11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00"/>
    <a:srgbClr val="0000FF"/>
    <a:srgbClr val="242A41"/>
    <a:srgbClr val="FFFF93"/>
    <a:srgbClr val="FFE48F"/>
    <a:srgbClr val="00FF00"/>
    <a:srgbClr val="F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656A4-0EBE-4E6C-ABE1-2ED064424E36}" v="12" dt="2024-04-23T06:56:44.133"/>
    <p1510:client id="{7A4E3621-5F73-450F-A907-FFB90B5CE107}" v="11" dt="2024-04-23T08:39:53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118" Type="http://schemas.openxmlformats.org/officeDocument/2006/relationships/customXml" Target="../customXml/item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theme" Target="theme/theme1.xml"/><Relationship Id="rId119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7A4E3621-5F73-450F-A907-FFB90B5CE107}"/>
    <pc:docChg chg="undo custSel addSld delSld modSld">
      <pc:chgData name="Tea Boon Chian" userId="ab84e6a5-2079-4f96-af03-c8dde00dcc75" providerId="ADAL" clId="{7A4E3621-5F73-450F-A907-FFB90B5CE107}" dt="2024-04-23T08:39:53.684" v="83"/>
      <pc:docMkLst>
        <pc:docMk/>
      </pc:docMkLst>
      <pc:sldChg chg="addSp delSp mod">
        <pc:chgData name="Tea Boon Chian" userId="ab84e6a5-2079-4f96-af03-c8dde00dcc75" providerId="ADAL" clId="{7A4E3621-5F73-450F-A907-FFB90B5CE107}" dt="2024-04-03T13:50:55.512" v="16" actId="478"/>
        <pc:sldMkLst>
          <pc:docMk/>
          <pc:sldMk cId="1843978023" sldId="257"/>
        </pc:sldMkLst>
        <pc:inkChg chg="add del">
          <ac:chgData name="Tea Boon Chian" userId="ab84e6a5-2079-4f96-af03-c8dde00dcc75" providerId="ADAL" clId="{7A4E3621-5F73-450F-A907-FFB90B5CE107}" dt="2024-04-03T13:50:55.512" v="16" actId="478"/>
          <ac:inkMkLst>
            <pc:docMk/>
            <pc:sldMk cId="1843978023" sldId="257"/>
            <ac:inkMk id="4" creationId="{42D4B9DB-B3EC-5BB6-ED88-DEDB00361362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1:01.010" v="18" actId="478"/>
        <pc:sldMkLst>
          <pc:docMk/>
          <pc:sldMk cId="2085474456" sldId="258"/>
        </pc:sldMkLst>
        <pc:inkChg chg="add del">
          <ac:chgData name="Tea Boon Chian" userId="ab84e6a5-2079-4f96-af03-c8dde00dcc75" providerId="ADAL" clId="{7A4E3621-5F73-450F-A907-FFB90B5CE107}" dt="2024-04-03T13:51:01.010" v="18" actId="478"/>
          <ac:inkMkLst>
            <pc:docMk/>
            <pc:sldMk cId="2085474456" sldId="258"/>
            <ac:inkMk id="4" creationId="{8CFD5B55-4D29-EFA0-EF41-046D88BFDFFD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1:02.980" v="19" actId="478"/>
        <pc:sldMkLst>
          <pc:docMk/>
          <pc:sldMk cId="3561978747" sldId="259"/>
        </pc:sldMkLst>
        <pc:inkChg chg="add del">
          <ac:chgData name="Tea Boon Chian" userId="ab84e6a5-2079-4f96-af03-c8dde00dcc75" providerId="ADAL" clId="{7A4E3621-5F73-450F-A907-FFB90B5CE107}" dt="2024-04-03T13:51:02.980" v="19" actId="478"/>
          <ac:inkMkLst>
            <pc:docMk/>
            <pc:sldMk cId="3561978747" sldId="259"/>
            <ac:inkMk id="4" creationId="{7608151D-DC06-D463-9D1A-D17AF3E8C277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57.903" v="17" actId="478"/>
        <pc:sldMkLst>
          <pc:docMk/>
          <pc:sldMk cId="1163741535" sldId="261"/>
        </pc:sldMkLst>
        <pc:inkChg chg="add del">
          <ac:chgData name="Tea Boon Chian" userId="ab84e6a5-2079-4f96-af03-c8dde00dcc75" providerId="ADAL" clId="{7A4E3621-5F73-450F-A907-FFB90B5CE107}" dt="2024-04-03T13:50:57.903" v="17" actId="478"/>
          <ac:inkMkLst>
            <pc:docMk/>
            <pc:sldMk cId="1163741535" sldId="261"/>
            <ac:inkMk id="4" creationId="{C816786D-FADF-49DF-B04F-B54B7EBFB61C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52.860" v="15" actId="478"/>
        <pc:sldMkLst>
          <pc:docMk/>
          <pc:sldMk cId="3830263921" sldId="262"/>
        </pc:sldMkLst>
        <pc:inkChg chg="add">
          <ac:chgData name="Tea Boon Chian" userId="ab84e6a5-2079-4f96-af03-c8dde00dcc75" providerId="ADAL" clId="{7A4E3621-5F73-450F-A907-FFB90B5CE107}" dt="2024-04-03T13:50:17.260" v="0"/>
          <ac:inkMkLst>
            <pc:docMk/>
            <pc:sldMk cId="3830263921" sldId="262"/>
            <ac:inkMk id="4" creationId="{B532CA79-7463-9398-8D2E-A0E24F2269B8}"/>
          </ac:inkMkLst>
        </pc:inkChg>
        <pc:inkChg chg="add">
          <ac:chgData name="Tea Boon Chian" userId="ab84e6a5-2079-4f96-af03-c8dde00dcc75" providerId="ADAL" clId="{7A4E3621-5F73-450F-A907-FFB90B5CE107}" dt="2024-04-03T13:50:17.260" v="0"/>
          <ac:inkMkLst>
            <pc:docMk/>
            <pc:sldMk cId="3830263921" sldId="262"/>
            <ac:inkMk id="5" creationId="{4EE93F35-C7B9-7442-246F-ED3B70050F8E}"/>
          </ac:inkMkLst>
        </pc:inkChg>
        <pc:inkChg chg="add del">
          <ac:chgData name="Tea Boon Chian" userId="ab84e6a5-2079-4f96-af03-c8dde00dcc75" providerId="ADAL" clId="{7A4E3621-5F73-450F-A907-FFB90B5CE107}" dt="2024-04-03T13:50:52.860" v="15" actId="478"/>
          <ac:inkMkLst>
            <pc:docMk/>
            <pc:sldMk cId="3830263921" sldId="262"/>
            <ac:inkMk id="6" creationId="{68DA3760-DA33-38BC-85D7-E246AD079E1A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50.372" v="14" actId="478"/>
        <pc:sldMkLst>
          <pc:docMk/>
          <pc:sldMk cId="1420874847" sldId="263"/>
        </pc:sldMkLst>
        <pc:inkChg chg="add del">
          <ac:chgData name="Tea Boon Chian" userId="ab84e6a5-2079-4f96-af03-c8dde00dcc75" providerId="ADAL" clId="{7A4E3621-5F73-450F-A907-FFB90B5CE107}" dt="2024-04-03T13:50:50.372" v="14" actId="478"/>
          <ac:inkMkLst>
            <pc:docMk/>
            <pc:sldMk cId="1420874847" sldId="263"/>
            <ac:inkMk id="5" creationId="{E2A32D70-CE01-E980-5B85-563B32E5C38E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48.120" v="13" actId="478"/>
        <pc:sldMkLst>
          <pc:docMk/>
          <pc:sldMk cId="3228392607" sldId="264"/>
        </pc:sldMkLst>
        <pc:inkChg chg="add del">
          <ac:chgData name="Tea Boon Chian" userId="ab84e6a5-2079-4f96-af03-c8dde00dcc75" providerId="ADAL" clId="{7A4E3621-5F73-450F-A907-FFB90B5CE107}" dt="2024-04-03T13:50:48.120" v="13" actId="478"/>
          <ac:inkMkLst>
            <pc:docMk/>
            <pc:sldMk cId="3228392607" sldId="264"/>
            <ac:inkMk id="5" creationId="{2DDBADDF-8DCA-6A9E-F89C-FC63D7B7E46D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44.427" v="11" actId="478"/>
        <pc:sldMkLst>
          <pc:docMk/>
          <pc:sldMk cId="2369729029" sldId="265"/>
        </pc:sldMkLst>
        <pc:inkChg chg="add del">
          <ac:chgData name="Tea Boon Chian" userId="ab84e6a5-2079-4f96-af03-c8dde00dcc75" providerId="ADAL" clId="{7A4E3621-5F73-450F-A907-FFB90B5CE107}" dt="2024-04-03T13:50:44.427" v="11" actId="478"/>
          <ac:inkMkLst>
            <pc:docMk/>
            <pc:sldMk cId="2369729029" sldId="265"/>
            <ac:inkMk id="4" creationId="{7B55E07E-CEA2-C8D8-80E5-3310F776C6AD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41.433" v="10" actId="478"/>
        <pc:sldMkLst>
          <pc:docMk/>
          <pc:sldMk cId="3647012886" sldId="266"/>
        </pc:sldMkLst>
        <pc:inkChg chg="add del">
          <ac:chgData name="Tea Boon Chian" userId="ab84e6a5-2079-4f96-af03-c8dde00dcc75" providerId="ADAL" clId="{7A4E3621-5F73-450F-A907-FFB90B5CE107}" dt="2024-04-03T13:50:41.433" v="10" actId="478"/>
          <ac:inkMkLst>
            <pc:docMk/>
            <pc:sldMk cId="3647012886" sldId="266"/>
            <ac:inkMk id="5" creationId="{23CFC326-CD14-53A3-4FB3-0AC98AA64EE5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36.758" v="8" actId="478"/>
        <pc:sldMkLst>
          <pc:docMk/>
          <pc:sldMk cId="2204417657" sldId="267"/>
        </pc:sldMkLst>
        <pc:inkChg chg="add del">
          <ac:chgData name="Tea Boon Chian" userId="ab84e6a5-2079-4f96-af03-c8dde00dcc75" providerId="ADAL" clId="{7A4E3621-5F73-450F-A907-FFB90B5CE107}" dt="2024-04-03T13:50:36.758" v="8" actId="478"/>
          <ac:inkMkLst>
            <pc:docMk/>
            <pc:sldMk cId="2204417657" sldId="267"/>
            <ac:inkMk id="4" creationId="{3B542831-BF63-EF8D-A51B-40563A68865F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39.062" v="9" actId="478"/>
        <pc:sldMkLst>
          <pc:docMk/>
          <pc:sldMk cId="3772053688" sldId="268"/>
        </pc:sldMkLst>
        <pc:inkChg chg="add del">
          <ac:chgData name="Tea Boon Chian" userId="ab84e6a5-2079-4f96-af03-c8dde00dcc75" providerId="ADAL" clId="{7A4E3621-5F73-450F-A907-FFB90B5CE107}" dt="2024-04-03T13:50:39.062" v="9" actId="478"/>
          <ac:inkMkLst>
            <pc:docMk/>
            <pc:sldMk cId="3772053688" sldId="268"/>
            <ac:inkMk id="7" creationId="{6C701184-DA82-6ECD-9B20-A5CD74D4051D}"/>
          </ac:inkMkLst>
        </pc:inkChg>
      </pc:sldChg>
      <pc:sldChg chg="addSp">
        <pc:chgData name="Tea Boon Chian" userId="ab84e6a5-2079-4f96-af03-c8dde00dcc75" providerId="ADAL" clId="{7A4E3621-5F73-450F-A907-FFB90B5CE107}" dt="2024-04-03T13:50:17.260" v="0"/>
        <pc:sldMkLst>
          <pc:docMk/>
          <pc:sldMk cId="807077970" sldId="269"/>
        </pc:sldMkLst>
        <pc:inkChg chg="add">
          <ac:chgData name="Tea Boon Chian" userId="ab84e6a5-2079-4f96-af03-c8dde00dcc75" providerId="ADAL" clId="{7A4E3621-5F73-450F-A907-FFB90B5CE107}" dt="2024-04-03T13:50:17.260" v="0"/>
          <ac:inkMkLst>
            <pc:docMk/>
            <pc:sldMk cId="807077970" sldId="269"/>
            <ac:inkMk id="4" creationId="{6E0CF3D3-CAD4-AAF7-BA81-778E1DCD60BF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34.270" v="7" actId="478"/>
        <pc:sldMkLst>
          <pc:docMk/>
          <pc:sldMk cId="3610541772" sldId="270"/>
        </pc:sldMkLst>
        <pc:inkChg chg="add del">
          <ac:chgData name="Tea Boon Chian" userId="ab84e6a5-2079-4f96-af03-c8dde00dcc75" providerId="ADAL" clId="{7A4E3621-5F73-450F-A907-FFB90B5CE107}" dt="2024-04-03T13:50:34.270" v="7" actId="478"/>
          <ac:inkMkLst>
            <pc:docMk/>
            <pc:sldMk cId="3610541772" sldId="270"/>
            <ac:inkMk id="4" creationId="{BAAB2CE4-1939-819F-27C5-BF8519897D30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29.571" v="5" actId="478"/>
        <pc:sldMkLst>
          <pc:docMk/>
          <pc:sldMk cId="966460432" sldId="271"/>
        </pc:sldMkLst>
        <pc:picChg chg="add del">
          <ac:chgData name="Tea Boon Chian" userId="ab84e6a5-2079-4f96-af03-c8dde00dcc75" providerId="ADAL" clId="{7A4E3621-5F73-450F-A907-FFB90B5CE107}" dt="2024-04-03T13:50:27.830" v="4" actId="478"/>
          <ac:picMkLst>
            <pc:docMk/>
            <pc:sldMk cId="966460432" sldId="271"/>
            <ac:picMk id="4" creationId="{F04FDF48-E59A-3203-F91B-058924A3A0B9}"/>
          </ac:picMkLst>
        </pc:picChg>
        <pc:inkChg chg="add del">
          <ac:chgData name="Tea Boon Chian" userId="ab84e6a5-2079-4f96-af03-c8dde00dcc75" providerId="ADAL" clId="{7A4E3621-5F73-450F-A907-FFB90B5CE107}" dt="2024-04-03T13:50:29.571" v="5" actId="478"/>
          <ac:inkMkLst>
            <pc:docMk/>
            <pc:sldMk cId="966460432" sldId="271"/>
            <ac:inkMk id="5" creationId="{5771EF46-AA90-5814-D0C9-30DE5AAF4A9B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31.261" v="6" actId="478"/>
        <pc:sldMkLst>
          <pc:docMk/>
          <pc:sldMk cId="4259334041" sldId="272"/>
        </pc:sldMkLst>
        <pc:inkChg chg="add del">
          <ac:chgData name="Tea Boon Chian" userId="ab84e6a5-2079-4f96-af03-c8dde00dcc75" providerId="ADAL" clId="{7A4E3621-5F73-450F-A907-FFB90B5CE107}" dt="2024-04-03T13:50:31.261" v="6" actId="478"/>
          <ac:inkMkLst>
            <pc:docMk/>
            <pc:sldMk cId="4259334041" sldId="272"/>
            <ac:inkMk id="4" creationId="{CD3906EC-2F75-1643-472A-C21599AA451D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24.577" v="2" actId="478"/>
        <pc:sldMkLst>
          <pc:docMk/>
          <pc:sldMk cId="2215589490" sldId="273"/>
        </pc:sldMkLst>
        <pc:inkChg chg="add del">
          <ac:chgData name="Tea Boon Chian" userId="ab84e6a5-2079-4f96-af03-c8dde00dcc75" providerId="ADAL" clId="{7A4E3621-5F73-450F-A907-FFB90B5CE107}" dt="2024-04-03T13:50:24.577" v="2" actId="478"/>
          <ac:inkMkLst>
            <pc:docMk/>
            <pc:sldMk cId="2215589490" sldId="273"/>
            <ac:inkMk id="5" creationId="{A352E6E1-EB4A-AC8F-8B3E-4514CC6315D8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22.118" v="1" actId="478"/>
        <pc:sldMkLst>
          <pc:docMk/>
          <pc:sldMk cId="3492522429" sldId="274"/>
        </pc:sldMkLst>
        <pc:inkChg chg="add">
          <ac:chgData name="Tea Boon Chian" userId="ab84e6a5-2079-4f96-af03-c8dde00dcc75" providerId="ADAL" clId="{7A4E3621-5F73-450F-A907-FFB90B5CE107}" dt="2024-04-03T13:50:17.260" v="0"/>
          <ac:inkMkLst>
            <pc:docMk/>
            <pc:sldMk cId="3492522429" sldId="274"/>
            <ac:inkMk id="5" creationId="{0AFD359A-DB31-43AE-6C4E-F889475E7915}"/>
          </ac:inkMkLst>
        </pc:inkChg>
        <pc:inkChg chg="add del">
          <ac:chgData name="Tea Boon Chian" userId="ab84e6a5-2079-4f96-af03-c8dde00dcc75" providerId="ADAL" clId="{7A4E3621-5F73-450F-A907-FFB90B5CE107}" dt="2024-04-03T13:50:22.118" v="1" actId="478"/>
          <ac:inkMkLst>
            <pc:docMk/>
            <pc:sldMk cId="3492522429" sldId="274"/>
            <ac:inkMk id="6" creationId="{1CA05EE1-7518-2C9A-479B-ACF1FB41D4B5}"/>
          </ac:inkMkLst>
        </pc:inkChg>
      </pc:sldChg>
      <pc:sldChg chg="addSp">
        <pc:chgData name="Tea Boon Chian" userId="ab84e6a5-2079-4f96-af03-c8dde00dcc75" providerId="ADAL" clId="{7A4E3621-5F73-450F-A907-FFB90B5CE107}" dt="2024-04-03T13:50:17.260" v="0"/>
        <pc:sldMkLst>
          <pc:docMk/>
          <pc:sldMk cId="2709973862" sldId="275"/>
        </pc:sldMkLst>
        <pc:inkChg chg="add">
          <ac:chgData name="Tea Boon Chian" userId="ab84e6a5-2079-4f96-af03-c8dde00dcc75" providerId="ADAL" clId="{7A4E3621-5F73-450F-A907-FFB90B5CE107}" dt="2024-04-03T13:50:17.260" v="0"/>
          <ac:inkMkLst>
            <pc:docMk/>
            <pc:sldMk cId="2709973862" sldId="275"/>
            <ac:inkMk id="5" creationId="{132F1CCA-E5DE-6FD2-B27E-6DB25B6133A1}"/>
          </ac:inkMkLst>
        </pc:inkChg>
      </pc:sldChg>
      <pc:sldChg chg="addSp delSp mod">
        <pc:chgData name="Tea Boon Chian" userId="ab84e6a5-2079-4f96-af03-c8dde00dcc75" providerId="ADAL" clId="{7A4E3621-5F73-450F-A907-FFB90B5CE107}" dt="2024-04-16T08:06:41.251" v="23" actId="478"/>
        <pc:sldMkLst>
          <pc:docMk/>
          <pc:sldMk cId="432330763" sldId="296"/>
        </pc:sldMkLst>
        <pc:inkChg chg="add del">
          <ac:chgData name="Tea Boon Chian" userId="ab84e6a5-2079-4f96-af03-c8dde00dcc75" providerId="ADAL" clId="{7A4E3621-5F73-450F-A907-FFB90B5CE107}" dt="2024-04-16T08:06:41.251" v="23" actId="478"/>
          <ac:inkMkLst>
            <pc:docMk/>
            <pc:sldMk cId="432330763" sldId="296"/>
            <ac:inkMk id="2" creationId="{5E66490C-EF7F-0244-DB4F-2155669753EF}"/>
          </ac:inkMkLst>
        </pc:inkChg>
      </pc:sldChg>
      <pc:sldChg chg="addSp delSp mod">
        <pc:chgData name="Tea Boon Chian" userId="ab84e6a5-2079-4f96-af03-c8dde00dcc75" providerId="ADAL" clId="{7A4E3621-5F73-450F-A907-FFB90B5CE107}" dt="2024-04-03T13:50:46.015" v="12" actId="478"/>
        <pc:sldMkLst>
          <pc:docMk/>
          <pc:sldMk cId="1144946003" sldId="312"/>
        </pc:sldMkLst>
        <pc:inkChg chg="add del">
          <ac:chgData name="Tea Boon Chian" userId="ab84e6a5-2079-4f96-af03-c8dde00dcc75" providerId="ADAL" clId="{7A4E3621-5F73-450F-A907-FFB90B5CE107}" dt="2024-04-03T13:50:46.015" v="12" actId="478"/>
          <ac:inkMkLst>
            <pc:docMk/>
            <pc:sldMk cId="1144946003" sldId="312"/>
            <ac:inkMk id="4" creationId="{4190DA8F-F028-3E02-7EEC-B4F1F9B5B497}"/>
          </ac:inkMkLst>
        </pc:inkChg>
      </pc:sldChg>
      <pc:sldChg chg="addSp delSp mod">
        <pc:chgData name="Tea Boon Chian" userId="ab84e6a5-2079-4f96-af03-c8dde00dcc75" providerId="ADAL" clId="{7A4E3621-5F73-450F-A907-FFB90B5CE107}" dt="2024-04-16T08:06:54.910" v="34" actId="478"/>
        <pc:sldMkLst>
          <pc:docMk/>
          <pc:sldMk cId="3437900490" sldId="335"/>
        </pc:sldMkLst>
        <pc:inkChg chg="add del">
          <ac:chgData name="Tea Boon Chian" userId="ab84e6a5-2079-4f96-af03-c8dde00dcc75" providerId="ADAL" clId="{7A4E3621-5F73-450F-A907-FFB90B5CE107}" dt="2024-04-16T08:06:54.910" v="34" actId="478"/>
          <ac:inkMkLst>
            <pc:docMk/>
            <pc:sldMk cId="3437900490" sldId="335"/>
            <ac:inkMk id="5" creationId="{754BB7A2-53C9-CF7E-D11D-46C4B0C71CB0}"/>
          </ac:inkMkLst>
        </pc:inkChg>
      </pc:sldChg>
      <pc:sldChg chg="addSp delSp mod">
        <pc:chgData name="Tea Boon Chian" userId="ab84e6a5-2079-4f96-af03-c8dde00dcc75" providerId="ADAL" clId="{7A4E3621-5F73-450F-A907-FFB90B5CE107}" dt="2024-04-16T08:06:44.189" v="24" actId="478"/>
        <pc:sldMkLst>
          <pc:docMk/>
          <pc:sldMk cId="1259077001" sldId="338"/>
        </pc:sldMkLst>
        <pc:inkChg chg="add del">
          <ac:chgData name="Tea Boon Chian" userId="ab84e6a5-2079-4f96-af03-c8dde00dcc75" providerId="ADAL" clId="{7A4E3621-5F73-450F-A907-FFB90B5CE107}" dt="2024-04-16T08:06:44.189" v="24" actId="478"/>
          <ac:inkMkLst>
            <pc:docMk/>
            <pc:sldMk cId="1259077001" sldId="338"/>
            <ac:inkMk id="4" creationId="{A1FF55D7-F77E-CE62-BA28-7BF99512419A}"/>
          </ac:inkMkLst>
        </pc:inkChg>
      </pc:sldChg>
      <pc:sldChg chg="addSp delSp mod">
        <pc:chgData name="Tea Boon Chian" userId="ab84e6a5-2079-4f96-af03-c8dde00dcc75" providerId="ADAL" clId="{7A4E3621-5F73-450F-A907-FFB90B5CE107}" dt="2024-04-16T08:06:51.844" v="33" actId="478"/>
        <pc:sldMkLst>
          <pc:docMk/>
          <pc:sldMk cId="1693199394" sldId="366"/>
        </pc:sldMkLst>
        <pc:inkChg chg="add del">
          <ac:chgData name="Tea Boon Chian" userId="ab84e6a5-2079-4f96-af03-c8dde00dcc75" providerId="ADAL" clId="{7A4E3621-5F73-450F-A907-FFB90B5CE107}" dt="2024-04-16T08:06:47.265" v="26" actId="478"/>
          <ac:inkMkLst>
            <pc:docMk/>
            <pc:sldMk cId="1693199394" sldId="366"/>
            <ac:inkMk id="2" creationId="{5D4A8019-D9FB-DE6B-D431-BF9E34D14F95}"/>
          </ac:inkMkLst>
        </pc:inkChg>
        <pc:inkChg chg="add del">
          <ac:chgData name="Tea Boon Chian" userId="ab84e6a5-2079-4f96-af03-c8dde00dcc75" providerId="ADAL" clId="{7A4E3621-5F73-450F-A907-FFB90B5CE107}" dt="2024-04-16T08:06:50.773" v="31" actId="478"/>
          <ac:inkMkLst>
            <pc:docMk/>
            <pc:sldMk cId="1693199394" sldId="366"/>
            <ac:inkMk id="4" creationId="{5531B7EB-567A-EDFC-5B0A-C1C89B355CF2}"/>
          </ac:inkMkLst>
        </pc:inkChg>
        <pc:inkChg chg="add del">
          <ac:chgData name="Tea Boon Chian" userId="ab84e6a5-2079-4f96-af03-c8dde00dcc75" providerId="ADAL" clId="{7A4E3621-5F73-450F-A907-FFB90B5CE107}" dt="2024-04-16T08:06:51.844" v="33" actId="478"/>
          <ac:inkMkLst>
            <pc:docMk/>
            <pc:sldMk cId="1693199394" sldId="366"/>
            <ac:inkMk id="5" creationId="{0D2F2229-9E37-B576-F478-53148B0E7DDC}"/>
          </ac:inkMkLst>
        </pc:inkChg>
        <pc:inkChg chg="add del">
          <ac:chgData name="Tea Boon Chian" userId="ab84e6a5-2079-4f96-af03-c8dde00dcc75" providerId="ADAL" clId="{7A4E3621-5F73-450F-A907-FFB90B5CE107}" dt="2024-04-16T08:06:50.107" v="30" actId="478"/>
          <ac:inkMkLst>
            <pc:docMk/>
            <pc:sldMk cId="1693199394" sldId="366"/>
            <ac:inkMk id="6" creationId="{5A789933-31E9-5E34-76ED-2DA9C088132F}"/>
          </ac:inkMkLst>
        </pc:inkChg>
        <pc:inkChg chg="add del">
          <ac:chgData name="Tea Boon Chian" userId="ab84e6a5-2079-4f96-af03-c8dde00dcc75" providerId="ADAL" clId="{7A4E3621-5F73-450F-A907-FFB90B5CE107}" dt="2024-04-16T08:06:51.243" v="32" actId="478"/>
          <ac:inkMkLst>
            <pc:docMk/>
            <pc:sldMk cId="1693199394" sldId="366"/>
            <ac:inkMk id="7" creationId="{04AE99F7-3928-D010-D454-FC5D21FC72BA}"/>
          </ac:inkMkLst>
        </pc:inkChg>
        <pc:inkChg chg="add del">
          <ac:chgData name="Tea Boon Chian" userId="ab84e6a5-2079-4f96-af03-c8dde00dcc75" providerId="ADAL" clId="{7A4E3621-5F73-450F-A907-FFB90B5CE107}" dt="2024-04-16T08:06:49.687" v="29" actId="478"/>
          <ac:inkMkLst>
            <pc:docMk/>
            <pc:sldMk cId="1693199394" sldId="366"/>
            <ac:inkMk id="8" creationId="{ADD39B83-E749-A6D3-9517-B18B531D5BE4}"/>
          </ac:inkMkLst>
        </pc:inkChg>
        <pc:inkChg chg="add del">
          <ac:chgData name="Tea Boon Chian" userId="ab84e6a5-2079-4f96-af03-c8dde00dcc75" providerId="ADAL" clId="{7A4E3621-5F73-450F-A907-FFB90B5CE107}" dt="2024-04-16T08:06:48.552" v="28" actId="478"/>
          <ac:inkMkLst>
            <pc:docMk/>
            <pc:sldMk cId="1693199394" sldId="366"/>
            <ac:inkMk id="9" creationId="{EBAFE7FF-DF81-1449-45BE-C8E79D6A8D6F}"/>
          </ac:inkMkLst>
        </pc:inkChg>
        <pc:inkChg chg="add del">
          <ac:chgData name="Tea Boon Chian" userId="ab84e6a5-2079-4f96-af03-c8dde00dcc75" providerId="ADAL" clId="{7A4E3621-5F73-450F-A907-FFB90B5CE107}" dt="2024-04-16T08:06:48.136" v="27" actId="478"/>
          <ac:inkMkLst>
            <pc:docMk/>
            <pc:sldMk cId="1693199394" sldId="366"/>
            <ac:inkMk id="10" creationId="{9D637323-D56E-01CC-3275-C5089CD51555}"/>
          </ac:inkMkLst>
        </pc:inkChg>
        <pc:inkChg chg="add del">
          <ac:chgData name="Tea Boon Chian" userId="ab84e6a5-2079-4f96-af03-c8dde00dcc75" providerId="ADAL" clId="{7A4E3621-5F73-450F-A907-FFB90B5CE107}" dt="2024-04-16T08:06:46.114" v="25" actId="478"/>
          <ac:inkMkLst>
            <pc:docMk/>
            <pc:sldMk cId="1693199394" sldId="366"/>
            <ac:inkMk id="11" creationId="{31A5C7C3-CC76-4BF3-1ADD-F85DCCED87AC}"/>
          </ac:inkMkLst>
        </pc:inkChg>
      </pc:sldChg>
      <pc:sldChg chg="addSp modSp add del mod">
        <pc:chgData name="Tea Boon Chian" userId="ab84e6a5-2079-4f96-af03-c8dde00dcc75" providerId="ADAL" clId="{7A4E3621-5F73-450F-A907-FFB90B5CE107}" dt="2024-04-23T08:12:51.248" v="48" actId="2696"/>
        <pc:sldMkLst>
          <pc:docMk/>
          <pc:sldMk cId="1906511026" sldId="368"/>
        </pc:sldMkLst>
        <pc:spChg chg="add mod">
          <ac:chgData name="Tea Boon Chian" userId="ab84e6a5-2079-4f96-af03-c8dde00dcc75" providerId="ADAL" clId="{7A4E3621-5F73-450F-A907-FFB90B5CE107}" dt="2024-04-23T08:06:32.567" v="43" actId="403"/>
          <ac:spMkLst>
            <pc:docMk/>
            <pc:sldMk cId="1906511026" sldId="368"/>
            <ac:spMk id="5" creationId="{6FF71B24-36C8-A24B-E869-69DD8E3DA876}"/>
          </ac:spMkLst>
        </pc:spChg>
        <pc:graphicFrameChg chg="mod modGraphic">
          <ac:chgData name="Tea Boon Chian" userId="ab84e6a5-2079-4f96-af03-c8dde00dcc75" providerId="ADAL" clId="{7A4E3621-5F73-450F-A907-FFB90B5CE107}" dt="2024-04-23T08:10:38.787" v="45" actId="2164"/>
          <ac:graphicFrameMkLst>
            <pc:docMk/>
            <pc:sldMk cId="1906511026" sldId="368"/>
            <ac:graphicFrameMk id="4" creationId="{30C4C8C6-FD6B-1BEF-2908-0E1095E5D361}"/>
          </ac:graphicFrameMkLst>
        </pc:graphicFrame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6" creationId="{D52DCD30-1C42-568A-6429-5BECE6D18490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7" creationId="{030090B1-422F-C360-D206-39BFC92C462F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8" creationId="{98377D2D-6001-FC05-F707-247A3A2151FD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9" creationId="{2B943CF3-4438-FC43-7CB1-7A091DEC6D5F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0" creationId="{A9C11156-4ABD-DEBC-1D71-5E740B4F43AE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1" creationId="{E3FDD2FD-410B-25F9-AEBF-C4F210E75416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2" creationId="{5EC7EC5E-69C0-92B5-3AEC-6269CEDE6776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3" creationId="{2A6C5BDD-652B-68E1-BCF3-AD714FCABE15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4" creationId="{43B51460-DC67-97AD-86EB-1D5369B85296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5" creationId="{39E2C7CE-2FBA-11D8-2472-39C537380A40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6" creationId="{778EEEC8-175A-85AE-9061-CD6C3E3C7D51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7" creationId="{5096BE6E-6CD6-E10A-6759-AE0D7C47E442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8" creationId="{3C7D90AF-D287-87BE-B984-6969EC702635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19" creationId="{634D71AE-D9C7-04A8-3817-F414D1AF1FA7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0" creationId="{1EFAEF35-3F88-8CB0-7C61-4295DF018594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1" creationId="{0B324248-F1B7-72C6-206E-4A413CFCDCBA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2" creationId="{C7C7F9BE-BB3B-7C22-4015-A1CD181F2C80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3" creationId="{A7CCCBFC-E2C3-46A7-8151-70E1564AB798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4" creationId="{07959D58-F8E7-3B79-4DE2-00EBAF77FA13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5" creationId="{274533AC-C51C-9781-03CC-DD2A5A46E9BE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6" creationId="{18FC30D6-413A-48B2-A119-A1AADB4A00F6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7" creationId="{008AED7C-22BC-D00B-583D-CBF0853CE1DC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8" creationId="{0B0318CE-253A-2B93-F9FD-77F499EF456B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29" creationId="{E2B77BFD-7F6E-9146-DE5C-62CF5CF4D204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30" creationId="{115BABB4-EF6C-8703-F8BC-8D7A42BC7617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31" creationId="{CC968ABB-1C00-BA11-C2CE-9D6F9F75F903}"/>
          </ac:inkMkLst>
        </pc:inkChg>
        <pc:inkChg chg="add">
          <ac:chgData name="Tea Boon Chian" userId="ab84e6a5-2079-4f96-af03-c8dde00dcc75" providerId="ADAL" clId="{7A4E3621-5F73-450F-A907-FFB90B5CE107}" dt="2024-04-23T08:10:34.556" v="44"/>
          <ac:inkMkLst>
            <pc:docMk/>
            <pc:sldMk cId="1906511026" sldId="368"/>
            <ac:inkMk id="32" creationId="{C395EB62-9F86-4A52-DFB4-15130A5D6B0F}"/>
          </ac:inkMkLst>
        </pc:inkChg>
        <pc:inkChg chg="add">
          <ac:chgData name="Tea Boon Chian" userId="ab84e6a5-2079-4f96-af03-c8dde00dcc75" providerId="ADAL" clId="{7A4E3621-5F73-450F-A907-FFB90B5CE107}" dt="2024-04-23T08:12:48.075" v="46"/>
          <ac:inkMkLst>
            <pc:docMk/>
            <pc:sldMk cId="1906511026" sldId="368"/>
            <ac:inkMk id="33" creationId="{4EA3669B-89FA-22F6-F9B5-847ABDCFCAE1}"/>
          </ac:inkMkLst>
        </pc:inkChg>
      </pc:sldChg>
      <pc:sldChg chg="addSp delSp add mod">
        <pc:chgData name="Tea Boon Chian" userId="ab84e6a5-2079-4f96-af03-c8dde00dcc75" providerId="ADAL" clId="{7A4E3621-5F73-450F-A907-FFB90B5CE107}" dt="2024-04-23T08:16:13.833" v="53"/>
        <pc:sldMkLst>
          <pc:docMk/>
          <pc:sldMk cId="168438849" sldId="369"/>
        </pc:sldMkLst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" creationId="{15C7F081-631F-DEC2-5AEC-72371946B80C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6" creationId="{D52DCD30-1C42-568A-6429-5BECE6D18490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7" creationId="{030090B1-422F-C360-D206-39BFC92C462F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8" creationId="{98377D2D-6001-FC05-F707-247A3A2151FD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9" creationId="{2B943CF3-4438-FC43-7CB1-7A091DEC6D5F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0" creationId="{A9C11156-4ABD-DEBC-1D71-5E740B4F43AE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1" creationId="{E3FDD2FD-410B-25F9-AEBF-C4F210E75416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2" creationId="{5EC7EC5E-69C0-92B5-3AEC-6269CEDE6776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3" creationId="{2A6C5BDD-652B-68E1-BCF3-AD714FCABE15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4" creationId="{43B51460-DC67-97AD-86EB-1D5369B85296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5" creationId="{39E2C7CE-2FBA-11D8-2472-39C537380A40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6" creationId="{778EEEC8-175A-85AE-9061-CD6C3E3C7D51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7" creationId="{5096BE6E-6CD6-E10A-6759-AE0D7C47E442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8" creationId="{3C7D90AF-D287-87BE-B984-6969EC702635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19" creationId="{634D71AE-D9C7-04A8-3817-F414D1AF1FA7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0" creationId="{1EFAEF35-3F88-8CB0-7C61-4295DF018594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1" creationId="{0B324248-F1B7-72C6-206E-4A413CFCDCBA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2" creationId="{C7C7F9BE-BB3B-7C22-4015-A1CD181F2C80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3" creationId="{A7CCCBFC-E2C3-46A7-8151-70E1564AB798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4" creationId="{07959D58-F8E7-3B79-4DE2-00EBAF77FA13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5" creationId="{274533AC-C51C-9781-03CC-DD2A5A46E9BE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6" creationId="{18FC30D6-413A-48B2-A119-A1AADB4A00F6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7" creationId="{008AED7C-22BC-D00B-583D-CBF0853CE1DC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8" creationId="{0B0318CE-253A-2B93-F9FD-77F499EF456B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29" creationId="{E2B77BFD-7F6E-9146-DE5C-62CF5CF4D204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30" creationId="{115BABB4-EF6C-8703-F8BC-8D7A42BC7617}"/>
          </ac:inkMkLst>
        </pc:inkChg>
        <pc:inkChg chg="del">
          <ac:chgData name="Tea Boon Chian" userId="ab84e6a5-2079-4f96-af03-c8dde00dcc75" providerId="ADAL" clId="{7A4E3621-5F73-450F-A907-FFB90B5CE107}" dt="2024-04-23T08:13:10.906" v="52" actId="478"/>
          <ac:inkMkLst>
            <pc:docMk/>
            <pc:sldMk cId="168438849" sldId="369"/>
            <ac:inkMk id="31" creationId="{CC968ABB-1C00-BA11-C2CE-9D6F9F75F903}"/>
          </ac:inkMkLst>
        </pc:inkChg>
        <pc:inkChg chg="del">
          <ac:chgData name="Tea Boon Chian" userId="ab84e6a5-2079-4f96-af03-c8dde00dcc75" providerId="ADAL" clId="{7A4E3621-5F73-450F-A907-FFB90B5CE107}" dt="2024-04-23T08:13:05.260" v="51" actId="478"/>
          <ac:inkMkLst>
            <pc:docMk/>
            <pc:sldMk cId="168438849" sldId="369"/>
            <ac:inkMk id="32" creationId="{C395EB62-9F86-4A52-DFB4-15130A5D6B0F}"/>
          </ac:inkMkLst>
        </pc:inkChg>
        <pc:inkChg chg="del">
          <ac:chgData name="Tea Boon Chian" userId="ab84e6a5-2079-4f96-af03-c8dde00dcc75" providerId="ADAL" clId="{7A4E3621-5F73-450F-A907-FFB90B5CE107}" dt="2024-04-23T08:12:57.292" v="50" actId="478"/>
          <ac:inkMkLst>
            <pc:docMk/>
            <pc:sldMk cId="168438849" sldId="369"/>
            <ac:inkMk id="33" creationId="{4EA3669B-89FA-22F6-F9B5-847ABDCFCAE1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4" creationId="{C61D66F2-0B55-B511-ED63-FC2238E3ED71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5" creationId="{4E4E1588-ED77-FEC8-51FC-DF47154BBE62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6" creationId="{6511960F-53FC-44DB-5E26-2DAB498BF413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7" creationId="{181E86A7-9528-82D5-D62A-30295F6A3315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8" creationId="{5DE5994B-45CF-5DF5-5E91-8AF0B0119CC2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39" creationId="{C68D037A-39C8-1B83-58FD-0BDEA23E056C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0" creationId="{DA9B35EE-3DE9-8408-8831-A41E9E391D7E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1" creationId="{57D7C9DB-E874-CF6C-E58A-D65AF9FE5A8B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2" creationId="{6BEDFD2F-C72A-739E-951F-D4340D26C1C9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3" creationId="{1C858CFF-B6E8-D501-1270-DBC6B7A4C0B8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4" creationId="{D265274A-A9AF-AF8C-2B26-6021186D9926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5" creationId="{05A2696F-AEEC-499A-FC92-841411FCADC3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6" creationId="{F3734715-6BB2-3643-4565-A24D45CC427B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7" creationId="{096017BC-F22A-69E9-214C-6035985B6F93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8" creationId="{3177CCB7-1AD2-D709-4D2F-AC949F4C70C9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49" creationId="{9B5D7E75-5AAE-E37E-EF7B-3B7447E204E6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0" creationId="{79B24BDE-D4D7-793E-ACE3-C42327F601D9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1" creationId="{696B0EDB-421B-984A-4F9F-D7853CCF57EC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2" creationId="{1BA927A4-B690-EE8F-AA1A-9CF48D9B51EC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3" creationId="{6E706E4A-3B8E-4A5D-525C-DC5BA0DB703D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4" creationId="{98BDFA0B-D783-77D3-F79A-8582083CEA62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5" creationId="{CCCE42A5-7F37-F9BD-8351-DDE38CE55789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6" creationId="{7A872FB9-30EC-04CB-5BDA-3FE372BA9CB7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7" creationId="{14BDDAB1-6398-B3AA-3727-DB15FEA22362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8" creationId="{37C6AEBC-48B9-8B2D-F18C-FF6E281505D1}"/>
          </ac:inkMkLst>
        </pc:inkChg>
        <pc:inkChg chg="add">
          <ac:chgData name="Tea Boon Chian" userId="ab84e6a5-2079-4f96-af03-c8dde00dcc75" providerId="ADAL" clId="{7A4E3621-5F73-450F-A907-FFB90B5CE107}" dt="2024-04-23T08:16:13.833" v="53"/>
          <ac:inkMkLst>
            <pc:docMk/>
            <pc:sldMk cId="168438849" sldId="369"/>
            <ac:inkMk id="59" creationId="{2599C894-E4A5-7B9E-98D4-958B2AC4A8AC}"/>
          </ac:inkMkLst>
        </pc:inkChg>
      </pc:sldChg>
      <pc:sldChg chg="addSp delSp add mod">
        <pc:chgData name="Tea Boon Chian" userId="ab84e6a5-2079-4f96-af03-c8dde00dcc75" providerId="ADAL" clId="{7A4E3621-5F73-450F-A907-FFB90B5CE107}" dt="2024-04-23T08:18:57.326" v="57"/>
        <pc:sldMkLst>
          <pc:docMk/>
          <pc:sldMk cId="2604794387" sldId="370"/>
        </pc:sldMkLst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" creationId="{15C7F081-631F-DEC2-5AEC-72371946B80C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6" creationId="{460E55E7-C8AB-AF40-2477-5B6B491E5170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7" creationId="{3D745E80-E568-E9CE-78F8-4EE36D0A8B85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8" creationId="{4F222A7C-14F7-6F1A-5D23-B9401FFA8209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9" creationId="{97113D7F-67FE-02D1-D295-C98604D6C2D7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0" creationId="{C3BFD518-117A-EAE0-6015-620A17597670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1" creationId="{6A517096-CD28-F2C0-0EC2-593BD24207EE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2" creationId="{E14D8816-1178-4005-B62D-B4721D69805D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3" creationId="{4B30AF54-F70F-785D-7C37-C357A62B1986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4" creationId="{EB842E22-0A0A-41F4-8E2C-EBBE72C9E859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5" creationId="{75F07426-0EDA-4F2A-D376-F0CD83B9CC84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6" creationId="{57BE2923-ACCC-646F-766F-E0AD51BD66D1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7" creationId="{2F06EAFA-FB39-15DB-3A21-3E9ED50D67F8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8" creationId="{38BC9A77-6E41-DA0B-FB32-F141A57280C3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19" creationId="{3D86DC74-0AF7-3576-A773-039D7E3D4B59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0" creationId="{EBA7D38E-A171-5F71-9F25-E609B069E1A3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1" creationId="{BD9AC4AA-1FBA-36CA-F17A-FD7B2B605669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2" creationId="{A656309E-6C92-1FD6-F6BC-D89AA689E7BA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3" creationId="{4BBAB828-D6E4-5163-3AD9-AFC51C92D778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4" creationId="{E3F0A5CA-2AA9-B36B-1A56-540955F76B7C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5" creationId="{AE9FF85C-AA30-2F2E-8EAC-4DAAC78A25B5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6" creationId="{3BA9067C-F972-22A0-E212-E4D8CFF01725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7" creationId="{E829AFEA-2B22-4BBA-76E1-FCABCF41A7B6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8" creationId="{4930118E-BCA0-1D7B-BB5F-699702B95760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29" creationId="{452D557E-0F56-839F-4045-D3B72F882728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30" creationId="{4772AB01-CACC-72E8-AF4E-BA2C93D37003}"/>
          </ac:inkMkLst>
        </pc:inkChg>
        <pc:inkChg chg="add">
          <ac:chgData name="Tea Boon Chian" userId="ab84e6a5-2079-4f96-af03-c8dde00dcc75" providerId="ADAL" clId="{7A4E3621-5F73-450F-A907-FFB90B5CE107}" dt="2024-04-23T08:18:57.326" v="57"/>
          <ac:inkMkLst>
            <pc:docMk/>
            <pc:sldMk cId="2604794387" sldId="370"/>
            <ac:inkMk id="31" creationId="{5D8B73FA-5059-223D-3E5E-F31CB9320705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4" creationId="{C61D66F2-0B55-B511-ED63-FC2238E3ED71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5" creationId="{4E4E1588-ED77-FEC8-51FC-DF47154BBE62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6" creationId="{6511960F-53FC-44DB-5E26-2DAB498BF413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7" creationId="{181E86A7-9528-82D5-D62A-30295F6A3315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8" creationId="{5DE5994B-45CF-5DF5-5E91-8AF0B0119CC2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39" creationId="{C68D037A-39C8-1B83-58FD-0BDEA23E056C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0" creationId="{DA9B35EE-3DE9-8408-8831-A41E9E391D7E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1" creationId="{57D7C9DB-E874-CF6C-E58A-D65AF9FE5A8B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2" creationId="{6BEDFD2F-C72A-739E-951F-D4340D26C1C9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3" creationId="{1C858CFF-B6E8-D501-1270-DBC6B7A4C0B8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4" creationId="{D265274A-A9AF-AF8C-2B26-6021186D9926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5" creationId="{05A2696F-AEEC-499A-FC92-841411FCADC3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6" creationId="{F3734715-6BB2-3643-4565-A24D45CC427B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7" creationId="{096017BC-F22A-69E9-214C-6035985B6F93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8" creationId="{3177CCB7-1AD2-D709-4D2F-AC949F4C70C9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49" creationId="{9B5D7E75-5AAE-E37E-EF7B-3B7447E204E6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0" creationId="{79B24BDE-D4D7-793E-ACE3-C42327F601D9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1" creationId="{696B0EDB-421B-984A-4F9F-D7853CCF57EC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2" creationId="{1BA927A4-B690-EE8F-AA1A-9CF48D9B51EC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3" creationId="{6E706E4A-3B8E-4A5D-525C-DC5BA0DB703D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4" creationId="{98BDFA0B-D783-77D3-F79A-8582083CEA62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5" creationId="{CCCE42A5-7F37-F9BD-8351-DDE38CE55789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6" creationId="{7A872FB9-30EC-04CB-5BDA-3FE372BA9CB7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7" creationId="{14BDDAB1-6398-B3AA-3727-DB15FEA22362}"/>
          </ac:inkMkLst>
        </pc:inkChg>
        <pc:inkChg chg="del">
          <ac:chgData name="Tea Boon Chian" userId="ab84e6a5-2079-4f96-af03-c8dde00dcc75" providerId="ADAL" clId="{7A4E3621-5F73-450F-A907-FFB90B5CE107}" dt="2024-04-23T08:16:22.733" v="56" actId="478"/>
          <ac:inkMkLst>
            <pc:docMk/>
            <pc:sldMk cId="2604794387" sldId="370"/>
            <ac:inkMk id="58" creationId="{37C6AEBC-48B9-8B2D-F18C-FF6E281505D1}"/>
          </ac:inkMkLst>
        </pc:inkChg>
        <pc:inkChg chg="del">
          <ac:chgData name="Tea Boon Chian" userId="ab84e6a5-2079-4f96-af03-c8dde00dcc75" providerId="ADAL" clId="{7A4E3621-5F73-450F-A907-FFB90B5CE107}" dt="2024-04-23T08:16:19.218" v="55" actId="478"/>
          <ac:inkMkLst>
            <pc:docMk/>
            <pc:sldMk cId="2604794387" sldId="370"/>
            <ac:inkMk id="59" creationId="{2599C894-E4A5-7B9E-98D4-958B2AC4A8AC}"/>
          </ac:inkMkLst>
        </pc:inkChg>
      </pc:sldChg>
      <pc:sldChg chg="addSp delSp modSp add mod">
        <pc:chgData name="Tea Boon Chian" userId="ab84e6a5-2079-4f96-af03-c8dde00dcc75" providerId="ADAL" clId="{7A4E3621-5F73-450F-A907-FFB90B5CE107}" dt="2024-04-23T08:32:54.088" v="79"/>
        <pc:sldMkLst>
          <pc:docMk/>
          <pc:sldMk cId="485568648" sldId="371"/>
        </pc:sldMkLst>
        <pc:spChg chg="del">
          <ac:chgData name="Tea Boon Chian" userId="ab84e6a5-2079-4f96-af03-c8dde00dcc75" providerId="ADAL" clId="{7A4E3621-5F73-450F-A907-FFB90B5CE107}" dt="2024-04-23T08:24:37.590" v="62" actId="478"/>
          <ac:spMkLst>
            <pc:docMk/>
            <pc:sldMk cId="485568648" sldId="371"/>
            <ac:spMk id="2" creationId="{D249CDDD-7585-DA2B-44FB-D284CA4CC495}"/>
          </ac:spMkLst>
        </pc:spChg>
        <pc:spChg chg="del">
          <ac:chgData name="Tea Boon Chian" userId="ab84e6a5-2079-4f96-af03-c8dde00dcc75" providerId="ADAL" clId="{7A4E3621-5F73-450F-A907-FFB90B5CE107}" dt="2024-04-23T08:24:33.087" v="61" actId="478"/>
          <ac:spMkLst>
            <pc:docMk/>
            <pc:sldMk cId="485568648" sldId="371"/>
            <ac:spMk id="5" creationId="{6FF71B24-36C8-A24B-E869-69DD8E3DA876}"/>
          </ac:spMkLst>
        </pc:spChg>
        <pc:spChg chg="add del mod">
          <ac:chgData name="Tea Boon Chian" userId="ab84e6a5-2079-4f96-af03-c8dde00dcc75" providerId="ADAL" clId="{7A4E3621-5F73-450F-A907-FFB90B5CE107}" dt="2024-04-23T08:24:41.677" v="63" actId="478"/>
          <ac:spMkLst>
            <pc:docMk/>
            <pc:sldMk cId="485568648" sldId="371"/>
            <ac:spMk id="32" creationId="{019FC22F-E595-E197-2377-6F4F6A22063C}"/>
          </ac:spMkLst>
        </pc:spChg>
        <pc:spChg chg="add mod">
          <ac:chgData name="Tea Boon Chian" userId="ab84e6a5-2079-4f96-af03-c8dde00dcc75" providerId="ADAL" clId="{7A4E3621-5F73-450F-A907-FFB90B5CE107}" dt="2024-04-23T08:26:28.500" v="78" actId="1076"/>
          <ac:spMkLst>
            <pc:docMk/>
            <pc:sldMk cId="485568648" sldId="371"/>
            <ac:spMk id="36" creationId="{AEF54366-606A-133A-A969-F90D5B3958CF}"/>
          </ac:spMkLst>
        </pc:spChg>
        <pc:graphicFrameChg chg="del modGraphic">
          <ac:chgData name="Tea Boon Chian" userId="ab84e6a5-2079-4f96-af03-c8dde00dcc75" providerId="ADAL" clId="{7A4E3621-5F73-450F-A907-FFB90B5CE107}" dt="2024-04-23T08:24:31.001" v="60" actId="478"/>
          <ac:graphicFrameMkLst>
            <pc:docMk/>
            <pc:sldMk cId="485568648" sldId="371"/>
            <ac:graphicFrameMk id="4" creationId="{30C4C8C6-FD6B-1BEF-2908-0E1095E5D361}"/>
          </ac:graphicFrameMkLst>
        </pc:graphicFrameChg>
        <pc:graphicFrameChg chg="add mod modGraphic">
          <ac:chgData name="Tea Boon Chian" userId="ab84e6a5-2079-4f96-af03-c8dde00dcc75" providerId="ADAL" clId="{7A4E3621-5F73-450F-A907-FFB90B5CE107}" dt="2024-04-23T08:26:00.821" v="69" actId="14100"/>
          <ac:graphicFrameMkLst>
            <pc:docMk/>
            <pc:sldMk cId="485568648" sldId="371"/>
            <ac:graphicFrameMk id="33" creationId="{2E644EE1-84D9-3EBC-4855-FA84BDF23A23}"/>
          </ac:graphicFrameMkLst>
        </pc:graphicFrameChg>
        <pc:graphicFrameChg chg="add mod">
          <ac:chgData name="Tea Boon Chian" userId="ab84e6a5-2079-4f96-af03-c8dde00dcc75" providerId="ADAL" clId="{7A4E3621-5F73-450F-A907-FFB90B5CE107}" dt="2024-04-23T08:26:07.617" v="71" actId="1076"/>
          <ac:graphicFrameMkLst>
            <pc:docMk/>
            <pc:sldMk cId="485568648" sldId="371"/>
            <ac:graphicFrameMk id="34" creationId="{2F156048-25B6-18F9-D3A9-2888B7F88B12}"/>
          </ac:graphicFrameMkLst>
        </pc:graphicFrame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6" creationId="{460E55E7-C8AB-AF40-2477-5B6B491E5170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7" creationId="{3D745E80-E568-E9CE-78F8-4EE36D0A8B85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8" creationId="{4F222A7C-14F7-6F1A-5D23-B9401FFA8209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9" creationId="{97113D7F-67FE-02D1-D295-C98604D6C2D7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0" creationId="{C3BFD518-117A-EAE0-6015-620A17597670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1" creationId="{6A517096-CD28-F2C0-0EC2-593BD24207EE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2" creationId="{E14D8816-1178-4005-B62D-B4721D69805D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3" creationId="{4B30AF54-F70F-785D-7C37-C357A62B1986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4" creationId="{EB842E22-0A0A-41F4-8E2C-EBBE72C9E859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5" creationId="{75F07426-0EDA-4F2A-D376-F0CD83B9CC84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6" creationId="{57BE2923-ACCC-646F-766F-E0AD51BD66D1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7" creationId="{2F06EAFA-FB39-15DB-3A21-3E9ED50D67F8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8" creationId="{38BC9A77-6E41-DA0B-FB32-F141A57280C3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19" creationId="{3D86DC74-0AF7-3576-A773-039D7E3D4B59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0" creationId="{EBA7D38E-A171-5F71-9F25-E609B069E1A3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1" creationId="{BD9AC4AA-1FBA-36CA-F17A-FD7B2B605669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2" creationId="{A656309E-6C92-1FD6-F6BC-D89AA689E7BA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3" creationId="{4BBAB828-D6E4-5163-3AD9-AFC51C92D778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4" creationId="{E3F0A5CA-2AA9-B36B-1A56-540955F76B7C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5" creationId="{AE9FF85C-AA30-2F2E-8EAC-4DAAC78A25B5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6" creationId="{3BA9067C-F972-22A0-E212-E4D8CFF01725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7" creationId="{E829AFEA-2B22-4BBA-76E1-FCABCF41A7B6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8" creationId="{4930118E-BCA0-1D7B-BB5F-699702B95760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29" creationId="{452D557E-0F56-839F-4045-D3B72F882728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30" creationId="{4772AB01-CACC-72E8-AF4E-BA2C93D37003}"/>
          </ac:inkMkLst>
        </pc:inkChg>
        <pc:inkChg chg="del">
          <ac:chgData name="Tea Boon Chian" userId="ab84e6a5-2079-4f96-af03-c8dde00dcc75" providerId="ADAL" clId="{7A4E3621-5F73-450F-A907-FFB90B5CE107}" dt="2024-04-23T08:24:33.087" v="61" actId="478"/>
          <ac:inkMkLst>
            <pc:docMk/>
            <pc:sldMk cId="485568648" sldId="371"/>
            <ac:inkMk id="31" creationId="{5D8B73FA-5059-223D-3E5E-F31CB9320705}"/>
          </ac:inkMkLst>
        </pc:inkChg>
        <pc:inkChg chg="add">
          <ac:chgData name="Tea Boon Chian" userId="ab84e6a5-2079-4f96-af03-c8dde00dcc75" providerId="ADAL" clId="{7A4E3621-5F73-450F-A907-FFB90B5CE107}" dt="2024-04-23T08:32:54.088" v="79"/>
          <ac:inkMkLst>
            <pc:docMk/>
            <pc:sldMk cId="485568648" sldId="371"/>
            <ac:inkMk id="37" creationId="{1FEB92BC-976A-B7FC-35A7-759D4576010C}"/>
          </ac:inkMkLst>
        </pc:inkChg>
      </pc:sldChg>
      <pc:sldChg chg="addSp delSp add mod">
        <pc:chgData name="Tea Boon Chian" userId="ab84e6a5-2079-4f96-af03-c8dde00dcc75" providerId="ADAL" clId="{7A4E3621-5F73-450F-A907-FFB90B5CE107}" dt="2024-04-23T08:39:53.684" v="83"/>
        <pc:sldMkLst>
          <pc:docMk/>
          <pc:sldMk cId="3123534920" sldId="372"/>
        </pc:sldMkLst>
        <pc:spChg chg="del">
          <ac:chgData name="Tea Boon Chian" userId="ab84e6a5-2079-4f96-af03-c8dde00dcc75" providerId="ADAL" clId="{7A4E3621-5F73-450F-A907-FFB90B5CE107}" dt="2024-04-23T08:33:06.291" v="82" actId="478"/>
          <ac:spMkLst>
            <pc:docMk/>
            <pc:sldMk cId="3123534920" sldId="372"/>
            <ac:spMk id="36" creationId="{AEF54366-606A-133A-A969-F90D5B3958CF}"/>
          </ac:spMkLst>
        </pc:sp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2" creationId="{D3664AE6-8AE5-1D08-918A-EEA5A0B6CD58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3" creationId="{72E7BC22-7B22-5735-0F78-CE9395331128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4" creationId="{7ECAA38E-D6B9-30DE-F053-3616BC9ECF6B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5" creationId="{C775D53A-2C60-15AC-FA41-19F85F40767B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6" creationId="{D3BB1CBC-AE50-27BD-F009-C24C8C93DA6E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7" creationId="{F44731E9-2074-924B-47C3-5DCFFAD4E97A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8" creationId="{0488A9F6-CFC4-460C-70FC-8149A7862125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9" creationId="{34F35E45-02B1-B66A-1AE5-19EFE6A3BD39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0" creationId="{45E32B67-27DB-2998-F534-5AEA92326F21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1" creationId="{6B5DC996-2865-1395-EE93-0AF38045D5E1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2" creationId="{09EB226A-9DEF-E261-B631-02C7B6F03733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3" creationId="{3F92E1C2-B05A-302C-4880-60CD3CBB9BB7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4" creationId="{A378ABFA-B672-CD27-8AB2-E6CE12E294FB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5" creationId="{FEAB283D-00A9-3375-2BB9-01D02A07E622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6" creationId="{880574BB-0263-588D-8014-44534EBAE17B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7" creationId="{44055130-8989-395E-E378-5E3ED6B3C4F5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8" creationId="{DA20689E-9301-2BA2-9F14-1074C530E9FD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19" creationId="{FF744187-4F8D-B137-2222-07E780F9FA84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20" creationId="{A2C58D56-E383-8B80-A0C6-582DA0407238}"/>
          </ac:inkMkLst>
        </pc:inkChg>
        <pc:inkChg chg="add">
          <ac:chgData name="Tea Boon Chian" userId="ab84e6a5-2079-4f96-af03-c8dde00dcc75" providerId="ADAL" clId="{7A4E3621-5F73-450F-A907-FFB90B5CE107}" dt="2024-04-23T08:39:53.684" v="83"/>
          <ac:inkMkLst>
            <pc:docMk/>
            <pc:sldMk cId="3123534920" sldId="372"/>
            <ac:inkMk id="21" creationId="{73B19D18-6F44-4E4A-A530-41C13935285F}"/>
          </ac:inkMkLst>
        </pc:inkChg>
        <pc:inkChg chg="del">
          <ac:chgData name="Tea Boon Chian" userId="ab84e6a5-2079-4f96-af03-c8dde00dcc75" providerId="ADAL" clId="{7A4E3621-5F73-450F-A907-FFB90B5CE107}" dt="2024-04-23T08:33:01.815" v="81" actId="478"/>
          <ac:inkMkLst>
            <pc:docMk/>
            <pc:sldMk cId="3123534920" sldId="372"/>
            <ac:inkMk id="37" creationId="{1FEB92BC-976A-B7FC-35A7-759D4576010C}"/>
          </ac:inkMkLst>
        </pc:inkChg>
      </pc:sldChg>
    </pc:docChg>
  </pc:docChgLst>
  <pc:docChgLst>
    <pc:chgData name="Tea Boon Chian" userId="ab84e6a5-2079-4f96-af03-c8dde00dcc75" providerId="ADAL" clId="{F802575D-E059-4D34-AF9E-FBA9882DD96A}"/>
    <pc:docChg chg="undo redo custSel addSld delSld modSld sldOrd">
      <pc:chgData name="Tea Boon Chian" userId="ab84e6a5-2079-4f96-af03-c8dde00dcc75" providerId="ADAL" clId="{F802575D-E059-4D34-AF9E-FBA9882DD96A}" dt="2024-02-17T15:25:52.349" v="40200" actId="13926"/>
      <pc:docMkLst>
        <pc:docMk/>
      </pc:docMkLst>
      <pc:sldChg chg="modSp mod">
        <pc:chgData name="Tea Boon Chian" userId="ab84e6a5-2079-4f96-af03-c8dde00dcc75" providerId="ADAL" clId="{F802575D-E059-4D34-AF9E-FBA9882DD96A}" dt="2023-12-26T00:59:37.987" v="40170" actId="12"/>
        <pc:sldMkLst>
          <pc:docMk/>
          <pc:sldMk cId="2085474456" sldId="258"/>
        </pc:sldMkLst>
        <pc:spChg chg="mod">
          <ac:chgData name="Tea Boon Chian" userId="ab84e6a5-2079-4f96-af03-c8dde00dcc75" providerId="ADAL" clId="{F802575D-E059-4D34-AF9E-FBA9882DD96A}" dt="2023-12-26T00:59:37.987" v="40170" actId="12"/>
          <ac:spMkLst>
            <pc:docMk/>
            <pc:sldMk cId="2085474456" sldId="258"/>
            <ac:spMk id="3" creationId="{D90E760E-FD28-0F2B-87A3-DB38B2BD8387}"/>
          </ac:spMkLst>
        </pc:spChg>
      </pc:sldChg>
      <pc:sldChg chg="ord">
        <pc:chgData name="Tea Boon Chian" userId="ab84e6a5-2079-4f96-af03-c8dde00dcc75" providerId="ADAL" clId="{F802575D-E059-4D34-AF9E-FBA9882DD96A}" dt="2023-11-08T04:00:13.322" v="31705" actId="20578"/>
        <pc:sldMkLst>
          <pc:docMk/>
          <pc:sldMk cId="4052844049" sldId="260"/>
        </pc:sldMkLst>
      </pc:sldChg>
      <pc:sldChg chg="modSp mod">
        <pc:chgData name="Tea Boon Chian" userId="ab84e6a5-2079-4f96-af03-c8dde00dcc75" providerId="ADAL" clId="{F802575D-E059-4D34-AF9E-FBA9882DD96A}" dt="2023-10-26T01:59:28.237" v="1324" actId="5793"/>
        <pc:sldMkLst>
          <pc:docMk/>
          <pc:sldMk cId="1163741535" sldId="261"/>
        </pc:sldMkLst>
        <pc:spChg chg="mod">
          <ac:chgData name="Tea Boon Chian" userId="ab84e6a5-2079-4f96-af03-c8dde00dcc75" providerId="ADAL" clId="{F802575D-E059-4D34-AF9E-FBA9882DD96A}" dt="2023-10-26T01:59:28.237" v="1324" actId="5793"/>
          <ac:spMkLst>
            <pc:docMk/>
            <pc:sldMk cId="1163741535" sldId="26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1:52:29.339" v="797" actId="5793"/>
          <ac:spMkLst>
            <pc:docMk/>
            <pc:sldMk cId="1163741535" sldId="261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F802575D-E059-4D34-AF9E-FBA9882DD96A}" dt="2023-10-28T06:15:04.792" v="14941" actId="20577"/>
        <pc:sldMkLst>
          <pc:docMk/>
          <pc:sldMk cId="3830263921" sldId="262"/>
        </pc:sldMkLst>
        <pc:spChg chg="mod">
          <ac:chgData name="Tea Boon Chian" userId="ab84e6a5-2079-4f96-af03-c8dde00dcc75" providerId="ADAL" clId="{F802575D-E059-4D34-AF9E-FBA9882DD96A}" dt="2023-10-27T08:24:37.859" v="13281" actId="207"/>
          <ac:spMkLst>
            <pc:docMk/>
            <pc:sldMk cId="3830263921" sldId="26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8T06:15:04.792" v="14941" actId="20577"/>
          <ac:spMkLst>
            <pc:docMk/>
            <pc:sldMk cId="3830263921" sldId="262"/>
            <ac:spMk id="3" creationId="{D90E760E-FD28-0F2B-87A3-DB38B2BD8387}"/>
          </ac:spMkLst>
        </pc:spChg>
      </pc:sldChg>
      <pc:sldChg chg="addSp delSp modSp mod">
        <pc:chgData name="Tea Boon Chian" userId="ab84e6a5-2079-4f96-af03-c8dde00dcc75" providerId="ADAL" clId="{F802575D-E059-4D34-AF9E-FBA9882DD96A}" dt="2023-10-27T08:24:51.480" v="13293" actId="27636"/>
        <pc:sldMkLst>
          <pc:docMk/>
          <pc:sldMk cId="1420874847" sldId="263"/>
        </pc:sldMkLst>
        <pc:spChg chg="mod">
          <ac:chgData name="Tea Boon Chian" userId="ab84e6a5-2079-4f96-af03-c8dde00dcc75" providerId="ADAL" clId="{F802575D-E059-4D34-AF9E-FBA9882DD96A}" dt="2023-10-27T08:24:51.480" v="13293" actId="27636"/>
          <ac:spMkLst>
            <pc:docMk/>
            <pc:sldMk cId="1420874847" sldId="26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4:41:41.906" v="2521" actId="20577"/>
          <ac:spMkLst>
            <pc:docMk/>
            <pc:sldMk cId="1420874847" sldId="263"/>
            <ac:spMk id="3" creationId="{D90E760E-FD28-0F2B-87A3-DB38B2BD8387}"/>
          </ac:spMkLst>
        </pc:spChg>
        <pc:spChg chg="add mod">
          <ac:chgData name="Tea Boon Chian" userId="ab84e6a5-2079-4f96-af03-c8dde00dcc75" providerId="ADAL" clId="{F802575D-E059-4D34-AF9E-FBA9882DD96A}" dt="2023-10-26T04:32:19.703" v="2065"/>
          <ac:spMkLst>
            <pc:docMk/>
            <pc:sldMk cId="1420874847" sldId="263"/>
            <ac:spMk id="4" creationId="{F8A6B921-0DFF-CE05-EE5F-A719EAA942B0}"/>
          </ac:spMkLst>
        </pc:spChg>
        <pc:picChg chg="add del mod">
          <ac:chgData name="Tea Boon Chian" userId="ab84e6a5-2079-4f96-af03-c8dde00dcc75" providerId="ADAL" clId="{F802575D-E059-4D34-AF9E-FBA9882DD96A}" dt="2023-10-26T04:35:56.126" v="2248" actId="478"/>
          <ac:picMkLst>
            <pc:docMk/>
            <pc:sldMk cId="1420874847" sldId="263"/>
            <ac:picMk id="5" creationId="{FC9E1B66-A4EA-342A-92BB-8ED96C826789}"/>
          </ac:picMkLst>
        </pc:picChg>
        <pc:picChg chg="add mod">
          <ac:chgData name="Tea Boon Chian" userId="ab84e6a5-2079-4f96-af03-c8dde00dcc75" providerId="ADAL" clId="{F802575D-E059-4D34-AF9E-FBA9882DD96A}" dt="2023-10-26T04:38:31.497" v="2357" actId="1076"/>
          <ac:picMkLst>
            <pc:docMk/>
            <pc:sldMk cId="1420874847" sldId="263"/>
            <ac:picMk id="6" creationId="{5B6DE5E0-ABFC-1E37-6E5A-F89D1361ECE9}"/>
          </ac:picMkLst>
        </pc:picChg>
      </pc:sldChg>
      <pc:sldChg chg="addSp delSp modSp mod">
        <pc:chgData name="Tea Boon Chian" userId="ab84e6a5-2079-4f96-af03-c8dde00dcc75" providerId="ADAL" clId="{F802575D-E059-4D34-AF9E-FBA9882DD96A}" dt="2023-10-27T08:25:20.664" v="13304" actId="27636"/>
        <pc:sldMkLst>
          <pc:docMk/>
          <pc:sldMk cId="3228392607" sldId="264"/>
        </pc:sldMkLst>
        <pc:spChg chg="mod">
          <ac:chgData name="Tea Boon Chian" userId="ab84e6a5-2079-4f96-af03-c8dde00dcc75" providerId="ADAL" clId="{F802575D-E059-4D34-AF9E-FBA9882DD96A}" dt="2023-10-27T08:25:20.664" v="13304" actId="27636"/>
          <ac:spMkLst>
            <pc:docMk/>
            <pc:sldMk cId="3228392607" sldId="26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4:41:49.526" v="2525" actId="20577"/>
          <ac:spMkLst>
            <pc:docMk/>
            <pc:sldMk cId="3228392607" sldId="264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6T04:41:01.331" v="2482" actId="1076"/>
          <ac:picMkLst>
            <pc:docMk/>
            <pc:sldMk cId="3228392607" sldId="264"/>
            <ac:picMk id="4" creationId="{6F6EEBA9-0644-42E4-BBB3-646EB0BC1D1C}"/>
          </ac:picMkLst>
        </pc:picChg>
        <pc:picChg chg="add del">
          <ac:chgData name="Tea Boon Chian" userId="ab84e6a5-2079-4f96-af03-c8dde00dcc75" providerId="ADAL" clId="{F802575D-E059-4D34-AF9E-FBA9882DD96A}" dt="2023-10-26T04:41:22.498" v="2511"/>
          <ac:picMkLst>
            <pc:docMk/>
            <pc:sldMk cId="3228392607" sldId="264"/>
            <ac:picMk id="5" creationId="{825DD5E1-62A8-FF94-328E-CB7288AA7395}"/>
          </ac:picMkLst>
        </pc:picChg>
      </pc:sldChg>
      <pc:sldChg chg="modSp mod">
        <pc:chgData name="Tea Boon Chian" userId="ab84e6a5-2079-4f96-af03-c8dde00dcc75" providerId="ADAL" clId="{F802575D-E059-4D34-AF9E-FBA9882DD96A}" dt="2023-10-27T08:25:27.616" v="13309" actId="27636"/>
        <pc:sldMkLst>
          <pc:docMk/>
          <pc:sldMk cId="2369729029" sldId="265"/>
        </pc:sldMkLst>
        <pc:spChg chg="mod">
          <ac:chgData name="Tea Boon Chian" userId="ab84e6a5-2079-4f96-af03-c8dde00dcc75" providerId="ADAL" clId="{F802575D-E059-4D34-AF9E-FBA9882DD96A}" dt="2023-10-27T08:25:27.616" v="13309" actId="27636"/>
          <ac:spMkLst>
            <pc:docMk/>
            <pc:sldMk cId="2369729029" sldId="26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4:53:34.678" v="3149" actId="207"/>
          <ac:spMkLst>
            <pc:docMk/>
            <pc:sldMk cId="2369729029" sldId="265"/>
            <ac:spMk id="3" creationId="{D90E760E-FD28-0F2B-87A3-DB38B2BD8387}"/>
          </ac:spMkLst>
        </pc:spChg>
      </pc:sldChg>
      <pc:sldChg chg="addSp delSp modSp mod">
        <pc:chgData name="Tea Boon Chian" userId="ab84e6a5-2079-4f96-af03-c8dde00dcc75" providerId="ADAL" clId="{F802575D-E059-4D34-AF9E-FBA9882DD96A}" dt="2023-11-06T08:23:25.538" v="21754" actId="114"/>
        <pc:sldMkLst>
          <pc:docMk/>
          <pc:sldMk cId="3647012886" sldId="266"/>
        </pc:sldMkLst>
        <pc:spChg chg="mod">
          <ac:chgData name="Tea Boon Chian" userId="ab84e6a5-2079-4f96-af03-c8dde00dcc75" providerId="ADAL" clId="{F802575D-E059-4D34-AF9E-FBA9882DD96A}" dt="2023-10-27T08:26:41.047" v="13342" actId="1076"/>
          <ac:spMkLst>
            <pc:docMk/>
            <pc:sldMk cId="3647012886" sldId="26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08:35.180" v="9465" actId="20577"/>
          <ac:spMkLst>
            <pc:docMk/>
            <pc:sldMk cId="3647012886" sldId="266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6T08:23:25.538" v="21754" actId="114"/>
          <ac:graphicFrameMkLst>
            <pc:docMk/>
            <pc:sldMk cId="3647012886" sldId="266"/>
            <ac:graphicFrameMk id="4" creationId="{149D3457-22BD-52F0-4263-4EB5D361DFC0}"/>
          </ac:graphicFrameMkLst>
        </pc:graphicFrameChg>
        <pc:graphicFrameChg chg="add del mod">
          <ac:chgData name="Tea Boon Chian" userId="ab84e6a5-2079-4f96-af03-c8dde00dcc75" providerId="ADAL" clId="{F802575D-E059-4D34-AF9E-FBA9882DD96A}" dt="2023-10-26T04:58:04.282" v="3267" actId="3680"/>
          <ac:graphicFrameMkLst>
            <pc:docMk/>
            <pc:sldMk cId="3647012886" sldId="266"/>
            <ac:graphicFrameMk id="4" creationId="{EC098C7D-2663-B947-7C8B-EC7D3C6F699C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0-26T05:00:46.479" v="3469" actId="21"/>
          <ac:graphicFrameMkLst>
            <pc:docMk/>
            <pc:sldMk cId="3647012886" sldId="266"/>
            <ac:graphicFrameMk id="5" creationId="{EE2DEBC3-3AC9-7559-393E-8B33EA830900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0-26T08:29:30.143" v="7648" actId="478"/>
          <ac:graphicFrameMkLst>
            <pc:docMk/>
            <pc:sldMk cId="3647012886" sldId="266"/>
            <ac:graphicFrameMk id="6" creationId="{DE5E5944-9027-4D71-ED10-33EA5D7664B9}"/>
          </ac:graphicFrameMkLst>
        </pc:graphicFrameChg>
      </pc:sldChg>
      <pc:sldChg chg="modSp mod">
        <pc:chgData name="Tea Boon Chian" userId="ab84e6a5-2079-4f96-af03-c8dde00dcc75" providerId="ADAL" clId="{F802575D-E059-4D34-AF9E-FBA9882DD96A}" dt="2023-11-06T00:07:02.935" v="16897" actId="404"/>
        <pc:sldMkLst>
          <pc:docMk/>
          <pc:sldMk cId="2204417657" sldId="267"/>
        </pc:sldMkLst>
        <pc:spChg chg="mod">
          <ac:chgData name="Tea Boon Chian" userId="ab84e6a5-2079-4f96-af03-c8dde00dcc75" providerId="ADAL" clId="{F802575D-E059-4D34-AF9E-FBA9882DD96A}" dt="2023-11-06T00:07:02.935" v="16897" actId="404"/>
          <ac:spMkLst>
            <pc:docMk/>
            <pc:sldMk cId="2204417657" sldId="26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7:05:31.843" v="5620" actId="20577"/>
          <ac:spMkLst>
            <pc:docMk/>
            <pc:sldMk cId="2204417657" sldId="267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6T00:07:12.679" v="16900" actId="404"/>
        <pc:sldMkLst>
          <pc:docMk/>
          <pc:sldMk cId="3772053688" sldId="268"/>
        </pc:sldMkLst>
        <pc:spChg chg="mod">
          <ac:chgData name="Tea Boon Chian" userId="ab84e6a5-2079-4f96-af03-c8dde00dcc75" providerId="ADAL" clId="{F802575D-E059-4D34-AF9E-FBA9882DD96A}" dt="2023-11-06T00:07:12.679" v="16900" actId="404"/>
          <ac:spMkLst>
            <pc:docMk/>
            <pc:sldMk cId="3772053688" sldId="26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08:42.429" v="9467" actId="20577"/>
          <ac:spMkLst>
            <pc:docMk/>
            <pc:sldMk cId="3772053688" sldId="268"/>
            <ac:spMk id="3" creationId="{D90E760E-FD28-0F2B-87A3-DB38B2BD8387}"/>
          </ac:spMkLst>
        </pc:spChg>
        <pc:spChg chg="add mod">
          <ac:chgData name="Tea Boon Chian" userId="ab84e6a5-2079-4f96-af03-c8dde00dcc75" providerId="ADAL" clId="{F802575D-E059-4D34-AF9E-FBA9882DD96A}" dt="2023-10-26T07:02:40.212" v="5318" actId="1076"/>
          <ac:spMkLst>
            <pc:docMk/>
            <pc:sldMk cId="3772053688" sldId="268"/>
            <ac:spMk id="5" creationId="{8A2EAF7C-7C46-E900-BD28-BDFEE24454BC}"/>
          </ac:spMkLst>
        </pc:spChg>
        <pc:spChg chg="add mod">
          <ac:chgData name="Tea Boon Chian" userId="ab84e6a5-2079-4f96-af03-c8dde00dcc75" providerId="ADAL" clId="{F802575D-E059-4D34-AF9E-FBA9882DD96A}" dt="2023-10-26T07:02:43.395" v="5319" actId="207"/>
          <ac:spMkLst>
            <pc:docMk/>
            <pc:sldMk cId="3772053688" sldId="268"/>
            <ac:spMk id="6" creationId="{0006B767-F946-7F51-C3CC-79042BFED3A6}"/>
          </ac:spMkLst>
        </pc:spChg>
        <pc:graphicFrameChg chg="add mod modGraphic">
          <ac:chgData name="Tea Boon Chian" userId="ab84e6a5-2079-4f96-af03-c8dde00dcc75" providerId="ADAL" clId="{F802575D-E059-4D34-AF9E-FBA9882DD96A}" dt="2023-10-26T08:31:03.149" v="7684" actId="12385"/>
          <ac:graphicFrameMkLst>
            <pc:docMk/>
            <pc:sldMk cId="3772053688" sldId="268"/>
            <ac:graphicFrameMk id="4" creationId="{92404EC2-A12B-F82E-1C62-445F89713AB1}"/>
          </ac:graphicFrameMkLst>
        </pc:graphicFrameChg>
      </pc:sldChg>
      <pc:sldChg chg="addSp delSp modSp mod modAnim">
        <pc:chgData name="Tea Boon Chian" userId="ab84e6a5-2079-4f96-af03-c8dde00dcc75" providerId="ADAL" clId="{F802575D-E059-4D34-AF9E-FBA9882DD96A}" dt="2023-11-22T08:27:55.280" v="38554"/>
        <pc:sldMkLst>
          <pc:docMk/>
          <pc:sldMk cId="807077970" sldId="269"/>
        </pc:sldMkLst>
        <pc:spChg chg="mod">
          <ac:chgData name="Tea Boon Chian" userId="ab84e6a5-2079-4f96-af03-c8dde00dcc75" providerId="ADAL" clId="{F802575D-E059-4D34-AF9E-FBA9882DD96A}" dt="2023-11-06T00:07:20.957" v="16903" actId="404"/>
          <ac:spMkLst>
            <pc:docMk/>
            <pc:sldMk cId="807077970" sldId="26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08:44.881" v="9469" actId="20577"/>
          <ac:spMkLst>
            <pc:docMk/>
            <pc:sldMk cId="807077970" sldId="269"/>
            <ac:spMk id="3" creationId="{D90E760E-FD28-0F2B-87A3-DB38B2BD8387}"/>
          </ac:spMkLst>
        </pc:spChg>
        <pc:graphicFrameChg chg="add del mod">
          <ac:chgData name="Tea Boon Chian" userId="ab84e6a5-2079-4f96-af03-c8dde00dcc75" providerId="ADAL" clId="{F802575D-E059-4D34-AF9E-FBA9882DD96A}" dt="2023-10-26T07:11:55.784" v="5735" actId="478"/>
          <ac:graphicFrameMkLst>
            <pc:docMk/>
            <pc:sldMk cId="807077970" sldId="269"/>
            <ac:graphicFrameMk id="5" creationId="{E4F787F4-E849-8C01-1A3E-B27DF8108881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0-26T07:13:14.695" v="5774" actId="478"/>
          <ac:graphicFrameMkLst>
            <pc:docMk/>
            <pc:sldMk cId="807077970" sldId="269"/>
            <ac:graphicFrameMk id="6" creationId="{0565D2F4-2422-3E06-5F37-20F0EB68D917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0-26T08:31:42.300" v="7693" actId="12385"/>
          <ac:graphicFrameMkLst>
            <pc:docMk/>
            <pc:sldMk cId="807077970" sldId="269"/>
            <ac:graphicFrameMk id="7" creationId="{374A0606-36E2-25BB-180C-EAE91D71B868}"/>
          </ac:graphicFrameMkLst>
        </pc:graphicFrameChg>
        <pc:picChg chg="add del mod">
          <ac:chgData name="Tea Boon Chian" userId="ab84e6a5-2079-4f96-af03-c8dde00dcc75" providerId="ADAL" clId="{F802575D-E059-4D34-AF9E-FBA9882DD96A}" dt="2023-10-26T07:08:00.257" v="5657" actId="478"/>
          <ac:picMkLst>
            <pc:docMk/>
            <pc:sldMk cId="807077970" sldId="269"/>
            <ac:picMk id="4" creationId="{EDBA6D2C-AD34-ECB6-E3CB-82B2F9310823}"/>
          </ac:picMkLst>
        </pc:picChg>
      </pc:sldChg>
      <pc:sldChg chg="modSp mod">
        <pc:chgData name="Tea Boon Chian" userId="ab84e6a5-2079-4f96-af03-c8dde00dcc75" providerId="ADAL" clId="{F802575D-E059-4D34-AF9E-FBA9882DD96A}" dt="2023-11-06T00:07:25.263" v="16906" actId="404"/>
        <pc:sldMkLst>
          <pc:docMk/>
          <pc:sldMk cId="3610541772" sldId="270"/>
        </pc:sldMkLst>
        <pc:spChg chg="mod">
          <ac:chgData name="Tea Boon Chian" userId="ab84e6a5-2079-4f96-af03-c8dde00dcc75" providerId="ADAL" clId="{F802575D-E059-4D34-AF9E-FBA9882DD96A}" dt="2023-11-06T00:07:25.263" v="16906" actId="404"/>
          <ac:spMkLst>
            <pc:docMk/>
            <pc:sldMk cId="3610541772" sldId="270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7:23:06.055" v="6373" actId="113"/>
          <ac:spMkLst>
            <pc:docMk/>
            <pc:sldMk cId="3610541772" sldId="270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0-27T08:26:49.864" v="13346" actId="404"/>
        <pc:sldMkLst>
          <pc:docMk/>
          <pc:sldMk cId="966460432" sldId="271"/>
        </pc:sldMkLst>
        <pc:spChg chg="mod">
          <ac:chgData name="Tea Boon Chian" userId="ab84e6a5-2079-4f96-af03-c8dde00dcc75" providerId="ADAL" clId="{F802575D-E059-4D34-AF9E-FBA9882DD96A}" dt="2023-10-27T08:26:49.864" v="13346" actId="404"/>
          <ac:spMkLst>
            <pc:docMk/>
            <pc:sldMk cId="966460432" sldId="27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8:15:42.969" v="6659" actId="207"/>
          <ac:spMkLst>
            <pc:docMk/>
            <pc:sldMk cId="966460432" sldId="271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6T08:15:27.464" v="6655" actId="1076"/>
          <ac:picMkLst>
            <pc:docMk/>
            <pc:sldMk cId="966460432" sldId="271"/>
            <ac:picMk id="4" creationId="{F04FDF48-E59A-3203-F91B-058924A3A0B9}"/>
          </ac:picMkLst>
        </pc:picChg>
      </pc:sldChg>
      <pc:sldChg chg="modSp mod">
        <pc:chgData name="Tea Boon Chian" userId="ab84e6a5-2079-4f96-af03-c8dde00dcc75" providerId="ADAL" clId="{F802575D-E059-4D34-AF9E-FBA9882DD96A}" dt="2023-10-27T08:26:57.694" v="13350" actId="404"/>
        <pc:sldMkLst>
          <pc:docMk/>
          <pc:sldMk cId="4259334041" sldId="272"/>
        </pc:sldMkLst>
        <pc:spChg chg="mod">
          <ac:chgData name="Tea Boon Chian" userId="ab84e6a5-2079-4f96-af03-c8dde00dcc75" providerId="ADAL" clId="{F802575D-E059-4D34-AF9E-FBA9882DD96A}" dt="2023-10-27T08:26:57.694" v="13350" actId="404"/>
          <ac:spMkLst>
            <pc:docMk/>
            <pc:sldMk cId="4259334041" sldId="27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8:21:07.145" v="7163" actId="20577"/>
          <ac:spMkLst>
            <pc:docMk/>
            <pc:sldMk cId="4259334041" sldId="272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7T05:09:08.251" v="25693" actId="20577"/>
        <pc:sldMkLst>
          <pc:docMk/>
          <pc:sldMk cId="2215589490" sldId="273"/>
        </pc:sldMkLst>
        <pc:spChg chg="mod">
          <ac:chgData name="Tea Boon Chian" userId="ab84e6a5-2079-4f96-af03-c8dde00dcc75" providerId="ADAL" clId="{F802575D-E059-4D34-AF9E-FBA9882DD96A}" dt="2023-10-27T08:27:03.967" v="13356" actId="403"/>
          <ac:spMkLst>
            <pc:docMk/>
            <pc:sldMk cId="2215589490" sldId="27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5:09:08.251" v="25693" actId="20577"/>
          <ac:spMkLst>
            <pc:docMk/>
            <pc:sldMk cId="2215589490" sldId="273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0-26T08:31:52.676" v="7694" actId="12385"/>
          <ac:graphicFrameMkLst>
            <pc:docMk/>
            <pc:sldMk cId="2215589490" sldId="273"/>
            <ac:graphicFrameMk id="4" creationId="{3EAB31FF-6402-3E01-2206-DE288F77BDD5}"/>
          </ac:graphicFrameMkLst>
        </pc:graphicFrameChg>
      </pc:sldChg>
      <pc:sldChg chg="addSp modSp mod">
        <pc:chgData name="Tea Boon Chian" userId="ab84e6a5-2079-4f96-af03-c8dde00dcc75" providerId="ADAL" clId="{F802575D-E059-4D34-AF9E-FBA9882DD96A}" dt="2023-10-27T08:27:11.454" v="13360" actId="404"/>
        <pc:sldMkLst>
          <pc:docMk/>
          <pc:sldMk cId="3492522429" sldId="274"/>
        </pc:sldMkLst>
        <pc:spChg chg="mod">
          <ac:chgData name="Tea Boon Chian" userId="ab84e6a5-2079-4f96-af03-c8dde00dcc75" providerId="ADAL" clId="{F802575D-E059-4D34-AF9E-FBA9882DD96A}" dt="2023-10-27T08:27:11.454" v="13360" actId="404"/>
          <ac:spMkLst>
            <pc:docMk/>
            <pc:sldMk cId="3492522429" sldId="27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17:01.471" v="9986" actId="20577"/>
          <ac:spMkLst>
            <pc:docMk/>
            <pc:sldMk cId="3492522429" sldId="274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0-26T09:16:08.841" v="9944" actId="20577"/>
          <ac:graphicFrameMkLst>
            <pc:docMk/>
            <pc:sldMk cId="3492522429" sldId="274"/>
            <ac:graphicFrameMk id="4" creationId="{0F33A30A-94C3-25EC-A1B2-19C62910BDED}"/>
          </ac:graphicFrameMkLst>
        </pc:graphicFrameChg>
      </pc:sldChg>
      <pc:sldChg chg="addSp modSp mod">
        <pc:chgData name="Tea Boon Chian" userId="ab84e6a5-2079-4f96-af03-c8dde00dcc75" providerId="ADAL" clId="{F802575D-E059-4D34-AF9E-FBA9882DD96A}" dt="2023-11-06T08:23:02.960" v="21744" actId="20577"/>
        <pc:sldMkLst>
          <pc:docMk/>
          <pc:sldMk cId="2709973862" sldId="275"/>
        </pc:sldMkLst>
        <pc:spChg chg="mod">
          <ac:chgData name="Tea Boon Chian" userId="ab84e6a5-2079-4f96-af03-c8dde00dcc75" providerId="ADAL" clId="{F802575D-E059-4D34-AF9E-FBA9882DD96A}" dt="2023-10-27T08:27:17.511" v="13364" actId="404"/>
          <ac:spMkLst>
            <pc:docMk/>
            <pc:sldMk cId="2709973862" sldId="27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8:44:37.329" v="8346" actId="20577"/>
          <ac:spMkLst>
            <pc:docMk/>
            <pc:sldMk cId="2709973862" sldId="275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6T08:23:02.960" v="21744" actId="20577"/>
          <ac:graphicFrameMkLst>
            <pc:docMk/>
            <pc:sldMk cId="2709973862" sldId="275"/>
            <ac:graphicFrameMk id="4" creationId="{FE76A2E5-C2D0-0D51-D475-3F44C7C8D178}"/>
          </ac:graphicFrameMkLst>
        </pc:graphicFrameChg>
      </pc:sldChg>
      <pc:sldChg chg="addSp modSp mod">
        <pc:chgData name="Tea Boon Chian" userId="ab84e6a5-2079-4f96-af03-c8dde00dcc75" providerId="ADAL" clId="{F802575D-E059-4D34-AF9E-FBA9882DD96A}" dt="2023-10-27T08:27:35.563" v="13369" actId="27636"/>
        <pc:sldMkLst>
          <pc:docMk/>
          <pc:sldMk cId="2536637295" sldId="276"/>
        </pc:sldMkLst>
        <pc:spChg chg="mod">
          <ac:chgData name="Tea Boon Chian" userId="ab84e6a5-2079-4f96-af03-c8dde00dcc75" providerId="ADAL" clId="{F802575D-E059-4D34-AF9E-FBA9882DD96A}" dt="2023-10-27T08:27:35.563" v="13369" actId="27636"/>
          <ac:spMkLst>
            <pc:docMk/>
            <pc:sldMk cId="2536637295" sldId="27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8:56:16.687" v="8788"/>
          <ac:spMkLst>
            <pc:docMk/>
            <pc:sldMk cId="2536637295" sldId="276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6T08:49:36.806" v="8671" actId="1076"/>
          <ac:picMkLst>
            <pc:docMk/>
            <pc:sldMk cId="2536637295" sldId="276"/>
            <ac:picMk id="4" creationId="{6702EBDF-86EA-861A-6F5B-1CCBE6A94089}"/>
          </ac:picMkLst>
        </pc:picChg>
      </pc:sldChg>
      <pc:sldChg chg="modSp mod">
        <pc:chgData name="Tea Boon Chian" userId="ab84e6a5-2079-4f96-af03-c8dde00dcc75" providerId="ADAL" clId="{F802575D-E059-4D34-AF9E-FBA9882DD96A}" dt="2023-10-27T08:27:42.180" v="13374" actId="27636"/>
        <pc:sldMkLst>
          <pc:docMk/>
          <pc:sldMk cId="3071983284" sldId="277"/>
        </pc:sldMkLst>
        <pc:spChg chg="mod">
          <ac:chgData name="Tea Boon Chian" userId="ab84e6a5-2079-4f96-af03-c8dde00dcc75" providerId="ADAL" clId="{F802575D-E059-4D34-AF9E-FBA9882DD96A}" dt="2023-10-27T08:27:42.180" v="13374" actId="27636"/>
          <ac:spMkLst>
            <pc:docMk/>
            <pc:sldMk cId="3071983284" sldId="27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8:58:32.193" v="9047" actId="207"/>
          <ac:spMkLst>
            <pc:docMk/>
            <pc:sldMk cId="3071983284" sldId="277"/>
            <ac:spMk id="3" creationId="{D90E760E-FD28-0F2B-87A3-DB38B2BD8387}"/>
          </ac:spMkLst>
        </pc:spChg>
      </pc:sldChg>
      <pc:sldChg chg="addSp delSp modSp mod">
        <pc:chgData name="Tea Boon Chian" userId="ab84e6a5-2079-4f96-af03-c8dde00dcc75" providerId="ADAL" clId="{F802575D-E059-4D34-AF9E-FBA9882DD96A}" dt="2023-11-07T05:09:01.838" v="25691" actId="20577"/>
        <pc:sldMkLst>
          <pc:docMk/>
          <pc:sldMk cId="4181763575" sldId="278"/>
        </pc:sldMkLst>
        <pc:spChg chg="mod">
          <ac:chgData name="Tea Boon Chian" userId="ab84e6a5-2079-4f96-af03-c8dde00dcc75" providerId="ADAL" clId="{F802575D-E059-4D34-AF9E-FBA9882DD96A}" dt="2023-10-27T08:27:46.658" v="13379" actId="27636"/>
          <ac:spMkLst>
            <pc:docMk/>
            <pc:sldMk cId="4181763575" sldId="27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5:09:01.838" v="25691" actId="20577"/>
          <ac:spMkLst>
            <pc:docMk/>
            <pc:sldMk cId="4181763575" sldId="278"/>
            <ac:spMk id="3" creationId="{D90E760E-FD28-0F2B-87A3-DB38B2BD8387}"/>
          </ac:spMkLst>
        </pc:spChg>
        <pc:spChg chg="add del">
          <ac:chgData name="Tea Boon Chian" userId="ab84e6a5-2079-4f96-af03-c8dde00dcc75" providerId="ADAL" clId="{F802575D-E059-4D34-AF9E-FBA9882DD96A}" dt="2023-10-26T09:19:11.978" v="10051" actId="478"/>
          <ac:spMkLst>
            <pc:docMk/>
            <pc:sldMk cId="4181763575" sldId="278"/>
            <ac:spMk id="6" creationId="{66E6783A-4462-B898-F270-F78D007E7DD9}"/>
          </ac:spMkLst>
        </pc:spChg>
        <pc:graphicFrameChg chg="add mod modGraphic">
          <ac:chgData name="Tea Boon Chian" userId="ab84e6a5-2079-4f96-af03-c8dde00dcc75" providerId="ADAL" clId="{F802575D-E059-4D34-AF9E-FBA9882DD96A}" dt="2023-11-06T08:22:36.497" v="21717" actId="114"/>
          <ac:graphicFrameMkLst>
            <pc:docMk/>
            <pc:sldMk cId="4181763575" sldId="278"/>
            <ac:graphicFrameMk id="4" creationId="{5C88A742-6228-39BA-E980-286ED73BA60E}"/>
          </ac:graphicFrameMkLst>
        </pc:graphicFrameChg>
      </pc:sldChg>
      <pc:sldChg chg="addSp modSp mod modAnim">
        <pc:chgData name="Tea Boon Chian" userId="ab84e6a5-2079-4f96-af03-c8dde00dcc75" providerId="ADAL" clId="{F802575D-E059-4D34-AF9E-FBA9882DD96A}" dt="2023-11-22T08:28:39.413" v="38556"/>
        <pc:sldMkLst>
          <pc:docMk/>
          <pc:sldMk cId="2486784275" sldId="279"/>
        </pc:sldMkLst>
        <pc:spChg chg="mod">
          <ac:chgData name="Tea Boon Chian" userId="ab84e6a5-2079-4f96-af03-c8dde00dcc75" providerId="ADAL" clId="{F802575D-E059-4D34-AF9E-FBA9882DD96A}" dt="2023-10-27T08:27:52.266" v="13384" actId="27636"/>
          <ac:spMkLst>
            <pc:docMk/>
            <pc:sldMk cId="2486784275" sldId="27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19:18.992" v="10052" actId="113"/>
          <ac:spMkLst>
            <pc:docMk/>
            <pc:sldMk cId="2486784275" sldId="279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0-26T09:16:41.693" v="9973" actId="20577"/>
          <ac:graphicFrameMkLst>
            <pc:docMk/>
            <pc:sldMk cId="2486784275" sldId="279"/>
            <ac:graphicFrameMk id="4" creationId="{C3ACF85E-D9A4-EA6B-73FD-DB3269D548C6}"/>
          </ac:graphicFrameMkLst>
        </pc:graphicFrameChg>
      </pc:sldChg>
      <pc:sldChg chg="addSp delSp modSp mod">
        <pc:chgData name="Tea Boon Chian" userId="ab84e6a5-2079-4f96-af03-c8dde00dcc75" providerId="ADAL" clId="{F802575D-E059-4D34-AF9E-FBA9882DD96A}" dt="2023-11-06T08:22:19.803" v="21704" actId="20577"/>
        <pc:sldMkLst>
          <pc:docMk/>
          <pc:sldMk cId="1356007725" sldId="280"/>
        </pc:sldMkLst>
        <pc:spChg chg="mod">
          <ac:chgData name="Tea Boon Chian" userId="ab84e6a5-2079-4f96-af03-c8dde00dcc75" providerId="ADAL" clId="{F802575D-E059-4D34-AF9E-FBA9882DD96A}" dt="2023-10-27T08:27:57.629" v="13389" actId="27636"/>
          <ac:spMkLst>
            <pc:docMk/>
            <pc:sldMk cId="1356007725" sldId="280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9:25:49.034" v="10309" actId="255"/>
          <ac:spMkLst>
            <pc:docMk/>
            <pc:sldMk cId="1356007725" sldId="280"/>
            <ac:spMk id="3" creationId="{D90E760E-FD28-0F2B-87A3-DB38B2BD8387}"/>
          </ac:spMkLst>
        </pc:spChg>
        <pc:spChg chg="add del">
          <ac:chgData name="Tea Boon Chian" userId="ab84e6a5-2079-4f96-af03-c8dde00dcc75" providerId="ADAL" clId="{F802575D-E059-4D34-AF9E-FBA9882DD96A}" dt="2023-10-26T09:18:17.939" v="10022"/>
          <ac:spMkLst>
            <pc:docMk/>
            <pc:sldMk cId="1356007725" sldId="280"/>
            <ac:spMk id="5" creationId="{C5FC0401-B2AD-119B-86D9-7E08A246FD69}"/>
          </ac:spMkLst>
        </pc:spChg>
        <pc:graphicFrameChg chg="add del mod">
          <ac:chgData name="Tea Boon Chian" userId="ab84e6a5-2079-4f96-af03-c8dde00dcc75" providerId="ADAL" clId="{F802575D-E059-4D34-AF9E-FBA9882DD96A}" dt="2023-10-26T09:20:48.253" v="10077" actId="478"/>
          <ac:graphicFrameMkLst>
            <pc:docMk/>
            <pc:sldMk cId="1356007725" sldId="280"/>
            <ac:graphicFrameMk id="6" creationId="{4A0BD5A3-AC33-8DEB-B1A9-A5BF9B8DEE54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6T08:22:19.803" v="21704" actId="20577"/>
          <ac:graphicFrameMkLst>
            <pc:docMk/>
            <pc:sldMk cId="1356007725" sldId="280"/>
            <ac:graphicFrameMk id="7" creationId="{958DC657-9225-6183-1037-1103D0DBC101}"/>
          </ac:graphicFrameMkLst>
        </pc:graphicFrameChg>
      </pc:sldChg>
      <pc:sldChg chg="modSp mod">
        <pc:chgData name="Tea Boon Chian" userId="ab84e6a5-2079-4f96-af03-c8dde00dcc75" providerId="ADAL" clId="{F802575D-E059-4D34-AF9E-FBA9882DD96A}" dt="2023-10-27T08:28:10.742" v="13395" actId="20577"/>
        <pc:sldMkLst>
          <pc:docMk/>
          <pc:sldMk cId="4244813620" sldId="281"/>
        </pc:sldMkLst>
        <pc:spChg chg="mod">
          <ac:chgData name="Tea Boon Chian" userId="ab84e6a5-2079-4f96-af03-c8dde00dcc75" providerId="ADAL" clId="{F802575D-E059-4D34-AF9E-FBA9882DD96A}" dt="2023-10-27T08:28:10.742" v="13395" actId="20577"/>
          <ac:spMkLst>
            <pc:docMk/>
            <pc:sldMk cId="4244813620" sldId="28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6:34:34.963" v="11649" actId="113"/>
          <ac:spMkLst>
            <pc:docMk/>
            <pc:sldMk cId="4244813620" sldId="281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0-27T08:28:17.744" v="13400" actId="27636"/>
        <pc:sldMkLst>
          <pc:docMk/>
          <pc:sldMk cId="3070697819" sldId="282"/>
        </pc:sldMkLst>
        <pc:spChg chg="mod">
          <ac:chgData name="Tea Boon Chian" userId="ab84e6a5-2079-4f96-af03-c8dde00dcc75" providerId="ADAL" clId="{F802575D-E059-4D34-AF9E-FBA9882DD96A}" dt="2023-10-27T08:28:17.744" v="13400" actId="27636"/>
          <ac:spMkLst>
            <pc:docMk/>
            <pc:sldMk cId="3070697819" sldId="28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6:26:02.497" v="11639" actId="113"/>
          <ac:spMkLst>
            <pc:docMk/>
            <pc:sldMk cId="3070697819" sldId="282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7T06:23:57.688" v="11383" actId="1076"/>
          <ac:picMkLst>
            <pc:docMk/>
            <pc:sldMk cId="3070697819" sldId="282"/>
            <ac:picMk id="4" creationId="{A9B05B72-784D-3B92-0D2F-E47FE2CBB218}"/>
          </ac:picMkLst>
        </pc:picChg>
      </pc:sldChg>
      <pc:sldChg chg="modSp mod">
        <pc:chgData name="Tea Boon Chian" userId="ab84e6a5-2079-4f96-af03-c8dde00dcc75" providerId="ADAL" clId="{F802575D-E059-4D34-AF9E-FBA9882DD96A}" dt="2023-10-27T08:28:40.071" v="13405" actId="207"/>
        <pc:sldMkLst>
          <pc:docMk/>
          <pc:sldMk cId="251125178" sldId="283"/>
        </pc:sldMkLst>
        <pc:spChg chg="mod">
          <ac:chgData name="Tea Boon Chian" userId="ab84e6a5-2079-4f96-af03-c8dde00dcc75" providerId="ADAL" clId="{F802575D-E059-4D34-AF9E-FBA9882DD96A}" dt="2023-10-27T08:28:40.071" v="13405" actId="207"/>
          <ac:spMkLst>
            <pc:docMk/>
            <pc:sldMk cId="251125178" sldId="28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6:44:30.998" v="12217" actId="207"/>
          <ac:spMkLst>
            <pc:docMk/>
            <pc:sldMk cId="251125178" sldId="283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0-27T08:28:50.471" v="13408" actId="404"/>
        <pc:sldMkLst>
          <pc:docMk/>
          <pc:sldMk cId="1612070867" sldId="284"/>
        </pc:sldMkLst>
        <pc:spChg chg="mod">
          <ac:chgData name="Tea Boon Chian" userId="ab84e6a5-2079-4f96-af03-c8dde00dcc75" providerId="ADAL" clId="{F802575D-E059-4D34-AF9E-FBA9882DD96A}" dt="2023-10-27T08:28:50.471" v="13408" actId="404"/>
          <ac:spMkLst>
            <pc:docMk/>
            <pc:sldMk cId="1612070867" sldId="28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6:46:59.006" v="12348" actId="207"/>
          <ac:spMkLst>
            <pc:docMk/>
            <pc:sldMk cId="1612070867" sldId="284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7T06:47:05.086" v="12352" actId="1036"/>
          <ac:picMkLst>
            <pc:docMk/>
            <pc:sldMk cId="1612070867" sldId="284"/>
            <ac:picMk id="4" creationId="{89F59E35-A583-0058-5247-3A9ACF257B2B}"/>
          </ac:picMkLst>
        </pc:picChg>
      </pc:sldChg>
      <pc:sldChg chg="addSp modSp mod">
        <pc:chgData name="Tea Boon Chian" userId="ab84e6a5-2079-4f96-af03-c8dde00dcc75" providerId="ADAL" clId="{F802575D-E059-4D34-AF9E-FBA9882DD96A}" dt="2023-10-27T08:28:54.972" v="13411" actId="404"/>
        <pc:sldMkLst>
          <pc:docMk/>
          <pc:sldMk cId="2903552269" sldId="285"/>
        </pc:sldMkLst>
        <pc:spChg chg="mod">
          <ac:chgData name="Tea Boon Chian" userId="ab84e6a5-2079-4f96-af03-c8dde00dcc75" providerId="ADAL" clId="{F802575D-E059-4D34-AF9E-FBA9882DD96A}" dt="2023-10-27T08:28:54.972" v="13411" actId="404"/>
          <ac:spMkLst>
            <pc:docMk/>
            <pc:sldMk cId="2903552269" sldId="28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6:53:29.277" v="12883" actId="20577"/>
          <ac:spMkLst>
            <pc:docMk/>
            <pc:sldMk cId="2903552269" sldId="285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0-27T06:53:31.905" v="12884" actId="1076"/>
          <ac:picMkLst>
            <pc:docMk/>
            <pc:sldMk cId="2903552269" sldId="285"/>
            <ac:picMk id="4" creationId="{B38112CC-95CE-4A89-6E39-559E8373CFB9}"/>
          </ac:picMkLst>
        </pc:picChg>
      </pc:sldChg>
      <pc:sldChg chg="modSp mod">
        <pc:chgData name="Tea Boon Chian" userId="ab84e6a5-2079-4f96-af03-c8dde00dcc75" providerId="ADAL" clId="{F802575D-E059-4D34-AF9E-FBA9882DD96A}" dt="2023-10-27T08:28:58.636" v="13414" actId="404"/>
        <pc:sldMkLst>
          <pc:docMk/>
          <pc:sldMk cId="710932762" sldId="286"/>
        </pc:sldMkLst>
        <pc:spChg chg="mod">
          <ac:chgData name="Tea Boon Chian" userId="ab84e6a5-2079-4f96-af03-c8dde00dcc75" providerId="ADAL" clId="{F802575D-E059-4D34-AF9E-FBA9882DD96A}" dt="2023-10-27T08:28:58.636" v="13414" actId="404"/>
          <ac:spMkLst>
            <pc:docMk/>
            <pc:sldMk cId="710932762" sldId="28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8:22:06.126" v="13137" actId="207"/>
          <ac:spMkLst>
            <pc:docMk/>
            <pc:sldMk cId="710932762" sldId="286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F802575D-E059-4D34-AF9E-FBA9882DD96A}" dt="2023-10-27T09:19:22.904" v="14046" actId="20577"/>
        <pc:sldMkLst>
          <pc:docMk/>
          <pc:sldMk cId="1186663255" sldId="287"/>
        </pc:sldMkLst>
        <pc:spChg chg="mod">
          <ac:chgData name="Tea Boon Chian" userId="ab84e6a5-2079-4f96-af03-c8dde00dcc75" providerId="ADAL" clId="{F802575D-E059-4D34-AF9E-FBA9882DD96A}" dt="2023-10-27T08:29:04.827" v="13418" actId="404"/>
          <ac:spMkLst>
            <pc:docMk/>
            <pc:sldMk cId="1186663255" sldId="28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7T09:19:22.904" v="14046" actId="20577"/>
          <ac:spMkLst>
            <pc:docMk/>
            <pc:sldMk cId="1186663255" sldId="287"/>
            <ac:spMk id="3" creationId="{D90E760E-FD28-0F2B-87A3-DB38B2BD8387}"/>
          </ac:spMkLst>
        </pc:spChg>
      </pc:sldChg>
      <pc:sldChg chg="addSp delSp modSp mod">
        <pc:chgData name="Tea Boon Chian" userId="ab84e6a5-2079-4f96-af03-c8dde00dcc75" providerId="ADAL" clId="{F802575D-E059-4D34-AF9E-FBA9882DD96A}" dt="2024-02-17T15:25:52.349" v="40200" actId="13926"/>
        <pc:sldMkLst>
          <pc:docMk/>
          <pc:sldMk cId="2175022775" sldId="288"/>
        </pc:sldMkLst>
        <pc:spChg chg="mod">
          <ac:chgData name="Tea Boon Chian" userId="ab84e6a5-2079-4f96-af03-c8dde00dcc75" providerId="ADAL" clId="{F802575D-E059-4D34-AF9E-FBA9882DD96A}" dt="2023-10-27T09:33:26.098" v="14053" actId="404"/>
          <ac:spMkLst>
            <pc:docMk/>
            <pc:sldMk cId="2175022775" sldId="28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4-02-17T15:25:52.349" v="40200" actId="13926"/>
          <ac:spMkLst>
            <pc:docMk/>
            <pc:sldMk cId="2175022775" sldId="288"/>
            <ac:spMk id="3" creationId="{D90E760E-FD28-0F2B-87A3-DB38B2BD8387}"/>
          </ac:spMkLst>
        </pc:spChg>
        <pc:picChg chg="add del mod">
          <ac:chgData name="Tea Boon Chian" userId="ab84e6a5-2079-4f96-af03-c8dde00dcc75" providerId="ADAL" clId="{F802575D-E059-4D34-AF9E-FBA9882DD96A}" dt="2023-10-27T09:34:58.987" v="14195" actId="478"/>
          <ac:picMkLst>
            <pc:docMk/>
            <pc:sldMk cId="2175022775" sldId="288"/>
            <ac:picMk id="4" creationId="{993F75F8-1B71-DF10-3397-140E480A5FC1}"/>
          </ac:picMkLst>
        </pc:picChg>
        <pc:picChg chg="add mod">
          <ac:chgData name="Tea Boon Chian" userId="ab84e6a5-2079-4f96-af03-c8dde00dcc75" providerId="ADAL" clId="{F802575D-E059-4D34-AF9E-FBA9882DD96A}" dt="2023-10-27T09:35:07.786" v="14199" actId="1076"/>
          <ac:picMkLst>
            <pc:docMk/>
            <pc:sldMk cId="2175022775" sldId="288"/>
            <ac:picMk id="5" creationId="{0D8D9D17-4525-B157-BEA0-79FAF5564FCC}"/>
          </ac:picMkLst>
        </pc:picChg>
      </pc:sldChg>
      <pc:sldChg chg="modSp mod ord">
        <pc:chgData name="Tea Boon Chian" userId="ab84e6a5-2079-4f96-af03-c8dde00dcc75" providerId="ADAL" clId="{F802575D-E059-4D34-AF9E-FBA9882DD96A}" dt="2023-10-28T06:14:36.945" v="14935" actId="20577"/>
        <pc:sldMkLst>
          <pc:docMk/>
          <pc:sldMk cId="148548146" sldId="289"/>
        </pc:sldMkLst>
        <pc:spChg chg="mod">
          <ac:chgData name="Tea Boon Chian" userId="ab84e6a5-2079-4f96-af03-c8dde00dcc75" providerId="ADAL" clId="{F802575D-E059-4D34-AF9E-FBA9882DD96A}" dt="2023-10-27T09:40:46.403" v="14218" actId="27636"/>
          <ac:spMkLst>
            <pc:docMk/>
            <pc:sldMk cId="148548146" sldId="28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8T06:14:36.945" v="14935" actId="20577"/>
          <ac:spMkLst>
            <pc:docMk/>
            <pc:sldMk cId="148548146" sldId="289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F802575D-E059-4D34-AF9E-FBA9882DD96A}" dt="2024-02-17T15:25:24.596" v="40175" actId="113"/>
        <pc:sldMkLst>
          <pc:docMk/>
          <pc:sldMk cId="919693676" sldId="290"/>
        </pc:sldMkLst>
        <pc:spChg chg="mod">
          <ac:chgData name="Tea Boon Chian" userId="ab84e6a5-2079-4f96-af03-c8dde00dcc75" providerId="ADAL" clId="{F802575D-E059-4D34-AF9E-FBA9882DD96A}" dt="2023-10-27T09:47:18.131" v="14682" actId="27636"/>
          <ac:spMkLst>
            <pc:docMk/>
            <pc:sldMk cId="919693676" sldId="290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4-02-17T15:25:24.596" v="40175" actId="113"/>
          <ac:spMkLst>
            <pc:docMk/>
            <pc:sldMk cId="919693676" sldId="290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6T08:19:22.130" v="21628" actId="113"/>
        <pc:sldMkLst>
          <pc:docMk/>
          <pc:sldMk cId="2396518782" sldId="291"/>
        </pc:sldMkLst>
        <pc:spChg chg="mod">
          <ac:chgData name="Tea Boon Chian" userId="ab84e6a5-2079-4f96-af03-c8dde00dcc75" providerId="ADAL" clId="{F802575D-E059-4D34-AF9E-FBA9882DD96A}" dt="2023-11-06T03:42:18.375" v="19149" actId="404"/>
          <ac:spMkLst>
            <pc:docMk/>
            <pc:sldMk cId="2396518782" sldId="29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8:19:22.130" v="21628" actId="113"/>
          <ac:spMkLst>
            <pc:docMk/>
            <pc:sldMk cId="2396518782" sldId="291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6T06:42:33.272" v="20380" actId="2084"/>
          <ac:graphicFrameMkLst>
            <pc:docMk/>
            <pc:sldMk cId="2396518782" sldId="291"/>
            <ac:graphicFrameMk id="4" creationId="{C14F8BB2-EAEB-D2C3-BB78-6757453A77AC}"/>
          </ac:graphicFrameMkLst>
        </pc:graphicFrameChg>
      </pc:sldChg>
      <pc:sldChg chg="addSp delSp modSp mod">
        <pc:chgData name="Tea Boon Chian" userId="ab84e6a5-2079-4f96-af03-c8dde00dcc75" providerId="ADAL" clId="{F802575D-E059-4D34-AF9E-FBA9882DD96A}" dt="2023-11-07T05:08:38.528" v="25688" actId="20577"/>
        <pc:sldMkLst>
          <pc:docMk/>
          <pc:sldMk cId="3431384587" sldId="292"/>
        </pc:sldMkLst>
        <pc:spChg chg="mod">
          <ac:chgData name="Tea Boon Chian" userId="ab84e6a5-2079-4f96-af03-c8dde00dcc75" providerId="ADAL" clId="{F802575D-E059-4D34-AF9E-FBA9882DD96A}" dt="2023-11-06T03:46:49.960" v="19612" actId="404"/>
          <ac:spMkLst>
            <pc:docMk/>
            <pc:sldMk cId="3431384587" sldId="292"/>
            <ac:spMk id="2" creationId="{D249CDDD-7585-DA2B-44FB-D284CA4CC495}"/>
          </ac:spMkLst>
        </pc:spChg>
        <pc:spChg chg="add del mod">
          <ac:chgData name="Tea Boon Chian" userId="ab84e6a5-2079-4f96-af03-c8dde00dcc75" providerId="ADAL" clId="{F802575D-E059-4D34-AF9E-FBA9882DD96A}" dt="2023-11-07T05:08:38.528" v="25688" actId="20577"/>
          <ac:spMkLst>
            <pc:docMk/>
            <pc:sldMk cId="3431384587" sldId="292"/>
            <ac:spMk id="3" creationId="{D90E760E-FD28-0F2B-87A3-DB38B2BD8387}"/>
          </ac:spMkLst>
        </pc:spChg>
        <pc:graphicFrameChg chg="add del mod ord modGraphic">
          <ac:chgData name="Tea Boon Chian" userId="ab84e6a5-2079-4f96-af03-c8dde00dcc75" providerId="ADAL" clId="{F802575D-E059-4D34-AF9E-FBA9882DD96A}" dt="2023-11-06T03:47:05.315" v="19616" actId="3680"/>
          <ac:graphicFrameMkLst>
            <pc:docMk/>
            <pc:sldMk cId="3431384587" sldId="292"/>
            <ac:graphicFrameMk id="4" creationId="{00BEE253-B0AC-3079-E1DC-F2F16FBDD2BF}"/>
          </ac:graphicFrameMkLst>
        </pc:graphicFrameChg>
        <pc:graphicFrameChg chg="add del mod ord modGraphic">
          <ac:chgData name="Tea Boon Chian" userId="ab84e6a5-2079-4f96-af03-c8dde00dcc75" providerId="ADAL" clId="{F802575D-E059-4D34-AF9E-FBA9882DD96A}" dt="2023-11-06T03:47:20.015" v="19622" actId="3680"/>
          <ac:graphicFrameMkLst>
            <pc:docMk/>
            <pc:sldMk cId="3431384587" sldId="292"/>
            <ac:graphicFrameMk id="5" creationId="{5B30F60E-ABA5-48E1-F4C5-9F157230510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6T03:48:55.171" v="19695" actId="113"/>
          <ac:graphicFrameMkLst>
            <pc:docMk/>
            <pc:sldMk cId="3431384587" sldId="292"/>
            <ac:graphicFrameMk id="6" creationId="{4A821BF2-2AB9-9A17-4A6D-7968731909FF}"/>
          </ac:graphicFrameMkLst>
        </pc:graphicFrameChg>
      </pc:sldChg>
      <pc:sldChg chg="modSp mod">
        <pc:chgData name="Tea Boon Chian" userId="ab84e6a5-2079-4f96-af03-c8dde00dcc75" providerId="ADAL" clId="{F802575D-E059-4D34-AF9E-FBA9882DD96A}" dt="2023-11-06T08:11:00.745" v="21180" actId="113"/>
        <pc:sldMkLst>
          <pc:docMk/>
          <pc:sldMk cId="4193008313" sldId="293"/>
        </pc:sldMkLst>
        <pc:spChg chg="mod">
          <ac:chgData name="Tea Boon Chian" userId="ab84e6a5-2079-4f96-af03-c8dde00dcc75" providerId="ADAL" clId="{F802575D-E059-4D34-AF9E-FBA9882DD96A}" dt="2023-11-06T06:43:27.606" v="20418" actId="20577"/>
          <ac:spMkLst>
            <pc:docMk/>
            <pc:sldMk cId="4193008313" sldId="29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8:11:00.745" v="21180" actId="113"/>
          <ac:spMkLst>
            <pc:docMk/>
            <pc:sldMk cId="4193008313" sldId="293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6T08:17:30.623" v="21491" actId="207"/>
        <pc:sldMkLst>
          <pc:docMk/>
          <pc:sldMk cId="3723636244" sldId="294"/>
        </pc:sldMkLst>
        <pc:spChg chg="mod">
          <ac:chgData name="Tea Boon Chian" userId="ab84e6a5-2079-4f96-af03-c8dde00dcc75" providerId="ADAL" clId="{F802575D-E059-4D34-AF9E-FBA9882DD96A}" dt="2023-11-06T08:05:57.799" v="20888" actId="313"/>
          <ac:spMkLst>
            <pc:docMk/>
            <pc:sldMk cId="3723636244" sldId="29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8:17:30.623" v="21491" actId="207"/>
          <ac:spMkLst>
            <pc:docMk/>
            <pc:sldMk cId="3723636244" sldId="294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1-06T08:15:52.606" v="21489" actId="1076"/>
          <ac:picMkLst>
            <pc:docMk/>
            <pc:sldMk cId="3723636244" sldId="294"/>
            <ac:picMk id="4" creationId="{3E68F87B-011A-5666-8C89-B798A39FC5FB}"/>
          </ac:picMkLst>
        </pc:picChg>
      </pc:sldChg>
      <pc:sldChg chg="addSp modSp mod">
        <pc:chgData name="Tea Boon Chian" userId="ab84e6a5-2079-4f96-af03-c8dde00dcc75" providerId="ADAL" clId="{F802575D-E059-4D34-AF9E-FBA9882DD96A}" dt="2023-11-06T14:33:12.787" v="22261" actId="20577"/>
        <pc:sldMkLst>
          <pc:docMk/>
          <pc:sldMk cId="780176019" sldId="295"/>
        </pc:sldMkLst>
        <pc:spChg chg="mod">
          <ac:chgData name="Tea Boon Chian" userId="ab84e6a5-2079-4f96-af03-c8dde00dcc75" providerId="ADAL" clId="{F802575D-E059-4D34-AF9E-FBA9882DD96A}" dt="2023-11-06T08:17:43.277" v="21498" actId="404"/>
          <ac:spMkLst>
            <pc:docMk/>
            <pc:sldMk cId="780176019" sldId="29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14:33:12.787" v="22261" actId="20577"/>
          <ac:spMkLst>
            <pc:docMk/>
            <pc:sldMk cId="780176019" sldId="295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6T14:16:26.420" v="21959" actId="1076"/>
          <ac:graphicFrameMkLst>
            <pc:docMk/>
            <pc:sldMk cId="780176019" sldId="295"/>
            <ac:graphicFrameMk id="4" creationId="{A6DACB20-5CE4-9EBE-7C35-EDD5158634C7}"/>
          </ac:graphicFrameMkLst>
        </pc:graphicFrameChg>
      </pc:sldChg>
      <pc:sldChg chg="addSp delSp modSp mod ord">
        <pc:chgData name="Tea Boon Chian" userId="ab84e6a5-2079-4f96-af03-c8dde00dcc75" providerId="ADAL" clId="{F802575D-E059-4D34-AF9E-FBA9882DD96A}" dt="2023-11-06T15:30:31.715" v="23247" actId="1076"/>
        <pc:sldMkLst>
          <pc:docMk/>
          <pc:sldMk cId="432330763" sldId="296"/>
        </pc:sldMkLst>
        <pc:spChg chg="del">
          <ac:chgData name="Tea Boon Chian" userId="ab84e6a5-2079-4f96-af03-c8dde00dcc75" providerId="ADAL" clId="{F802575D-E059-4D34-AF9E-FBA9882DD96A}" dt="2023-11-06T14:44:38.684" v="22642" actId="478"/>
          <ac:spMkLst>
            <pc:docMk/>
            <pc:sldMk cId="432330763" sldId="296"/>
            <ac:spMk id="2" creationId="{D249CDDD-7585-DA2B-44FB-D284CA4CC495}"/>
          </ac:spMkLst>
        </pc:spChg>
        <pc:spChg chg="del">
          <ac:chgData name="Tea Boon Chian" userId="ab84e6a5-2079-4f96-af03-c8dde00dcc75" providerId="ADAL" clId="{F802575D-E059-4D34-AF9E-FBA9882DD96A}" dt="2023-11-06T14:44:41.293" v="22643" actId="478"/>
          <ac:spMkLst>
            <pc:docMk/>
            <pc:sldMk cId="432330763" sldId="296"/>
            <ac:spMk id="3" creationId="{D90E760E-FD28-0F2B-87A3-DB38B2BD8387}"/>
          </ac:spMkLst>
        </pc:spChg>
        <pc:graphicFrameChg chg="add del mod">
          <ac:chgData name="Tea Boon Chian" userId="ab84e6a5-2079-4f96-af03-c8dde00dcc75" providerId="ADAL" clId="{F802575D-E059-4D34-AF9E-FBA9882DD96A}" dt="2023-11-06T15:30:06.542" v="23231"/>
          <ac:graphicFrameMkLst>
            <pc:docMk/>
            <pc:sldMk cId="432330763" sldId="296"/>
            <ac:graphicFrameMk id="5" creationId="{4009AAB9-46E8-E042-4282-EF9D3BA536A9}"/>
          </ac:graphicFrameMkLst>
        </pc:graphicFrameChg>
        <pc:picChg chg="add del mod">
          <ac:chgData name="Tea Boon Chian" userId="ab84e6a5-2079-4f96-af03-c8dde00dcc75" providerId="ADAL" clId="{F802575D-E059-4D34-AF9E-FBA9882DD96A}" dt="2023-11-06T15:30:15.943" v="23236" actId="478"/>
          <ac:picMkLst>
            <pc:docMk/>
            <pc:sldMk cId="432330763" sldId="296"/>
            <ac:picMk id="4" creationId="{1B5F8C35-3DF8-8652-E2ED-D1D9224ABB15}"/>
          </ac:picMkLst>
        </pc:picChg>
        <pc:picChg chg="add del mod">
          <ac:chgData name="Tea Boon Chian" userId="ab84e6a5-2079-4f96-af03-c8dde00dcc75" providerId="ADAL" clId="{F802575D-E059-4D34-AF9E-FBA9882DD96A}" dt="2023-11-06T15:30:14.667" v="23235" actId="21"/>
          <ac:picMkLst>
            <pc:docMk/>
            <pc:sldMk cId="432330763" sldId="296"/>
            <ac:picMk id="6" creationId="{E067AFCB-F5F0-6DDD-D74B-54928D64A37B}"/>
          </ac:picMkLst>
        </pc:picChg>
        <pc:picChg chg="add mod">
          <ac:chgData name="Tea Boon Chian" userId="ab84e6a5-2079-4f96-af03-c8dde00dcc75" providerId="ADAL" clId="{F802575D-E059-4D34-AF9E-FBA9882DD96A}" dt="2023-11-06T15:30:31.715" v="23247" actId="1076"/>
          <ac:picMkLst>
            <pc:docMk/>
            <pc:sldMk cId="432330763" sldId="296"/>
            <ac:picMk id="7" creationId="{D4C1C014-E93C-1EA0-D54F-31345DEA223B}"/>
          </ac:picMkLst>
        </pc:picChg>
      </pc:sldChg>
      <pc:sldChg chg="modSp add mod">
        <pc:chgData name="Tea Boon Chian" userId="ab84e6a5-2079-4f96-af03-c8dde00dcc75" providerId="ADAL" clId="{F802575D-E059-4D34-AF9E-FBA9882DD96A}" dt="2023-12-12T01:24:26.281" v="40146" actId="404"/>
        <pc:sldMkLst>
          <pc:docMk/>
          <pc:sldMk cId="1108090271" sldId="297"/>
        </pc:sldMkLst>
        <pc:spChg chg="mod">
          <ac:chgData name="Tea Boon Chian" userId="ab84e6a5-2079-4f96-af03-c8dde00dcc75" providerId="ADAL" clId="{F802575D-E059-4D34-AF9E-FBA9882DD96A}" dt="2023-12-12T01:24:26.281" v="40146" actId="404"/>
          <ac:spMkLst>
            <pc:docMk/>
            <pc:sldMk cId="1108090271" sldId="29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16:18:55.555" v="24235" actId="207"/>
          <ac:spMkLst>
            <pc:docMk/>
            <pc:sldMk cId="1108090271" sldId="297"/>
            <ac:spMk id="3" creationId="{D90E760E-FD28-0F2B-87A3-DB38B2BD8387}"/>
          </ac:spMkLst>
        </pc:spChg>
      </pc:sldChg>
      <pc:sldChg chg="modSp add del mod">
        <pc:chgData name="Tea Boon Chian" userId="ab84e6a5-2079-4f96-af03-c8dde00dcc75" providerId="ADAL" clId="{F802575D-E059-4D34-AF9E-FBA9882DD96A}" dt="2023-11-06T16:15:18.301" v="24004" actId="2696"/>
        <pc:sldMkLst>
          <pc:docMk/>
          <pc:sldMk cId="1879202116" sldId="297"/>
        </pc:sldMkLst>
        <pc:spChg chg="mod">
          <ac:chgData name="Tea Boon Chian" userId="ab84e6a5-2079-4f96-af03-c8dde00dcc75" providerId="ADAL" clId="{F802575D-E059-4D34-AF9E-FBA9882DD96A}" dt="2023-11-06T16:11:05.954" v="23657" actId="404"/>
          <ac:spMkLst>
            <pc:docMk/>
            <pc:sldMk cId="1879202116" sldId="29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16:14:55.911" v="24003" actId="20577"/>
          <ac:spMkLst>
            <pc:docMk/>
            <pc:sldMk cId="1879202116" sldId="297"/>
            <ac:spMk id="3" creationId="{D90E760E-FD28-0F2B-87A3-DB38B2BD8387}"/>
          </ac:spMkLst>
        </pc:spChg>
      </pc:sldChg>
      <pc:sldChg chg="del">
        <pc:chgData name="Tea Boon Chian" userId="ab84e6a5-2079-4f96-af03-c8dde00dcc75" providerId="ADAL" clId="{F802575D-E059-4D34-AF9E-FBA9882DD96A}" dt="2023-11-06T16:10:44.451" v="23633" actId="2696"/>
        <pc:sldMkLst>
          <pc:docMk/>
          <pc:sldMk cId="2826393398" sldId="297"/>
        </pc:sldMkLst>
      </pc:sldChg>
      <pc:sldChg chg="del">
        <pc:chgData name="Tea Boon Chian" userId="ab84e6a5-2079-4f96-af03-c8dde00dcc75" providerId="ADAL" clId="{F802575D-E059-4D34-AF9E-FBA9882DD96A}" dt="2023-11-07T04:42:51.676" v="24388" actId="2696"/>
        <pc:sldMkLst>
          <pc:docMk/>
          <pc:sldMk cId="135623652" sldId="298"/>
        </pc:sldMkLst>
      </pc:sldChg>
      <pc:sldChg chg="modSp add mod">
        <pc:chgData name="Tea Boon Chian" userId="ab84e6a5-2079-4f96-af03-c8dde00dcc75" providerId="ADAL" clId="{F802575D-E059-4D34-AF9E-FBA9882DD96A}" dt="2023-11-07T04:53:09.161" v="25028" actId="255"/>
        <pc:sldMkLst>
          <pc:docMk/>
          <pc:sldMk cId="2666284308" sldId="298"/>
        </pc:sldMkLst>
        <pc:spChg chg="mod">
          <ac:chgData name="Tea Boon Chian" userId="ab84e6a5-2079-4f96-af03-c8dde00dcc75" providerId="ADAL" clId="{F802575D-E059-4D34-AF9E-FBA9882DD96A}" dt="2023-11-07T04:44:32.418" v="24415" actId="20577"/>
          <ac:spMkLst>
            <pc:docMk/>
            <pc:sldMk cId="2666284308" sldId="29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4:53:09.161" v="25028" actId="255"/>
          <ac:spMkLst>
            <pc:docMk/>
            <pc:sldMk cId="2666284308" sldId="298"/>
            <ac:spMk id="3" creationId="{D90E760E-FD28-0F2B-87A3-DB38B2BD8387}"/>
          </ac:spMkLst>
        </pc:spChg>
      </pc:sldChg>
      <pc:sldChg chg="del">
        <pc:chgData name="Tea Boon Chian" userId="ab84e6a5-2079-4f96-af03-c8dde00dcc75" providerId="ADAL" clId="{F802575D-E059-4D34-AF9E-FBA9882DD96A}" dt="2023-11-07T11:40:50.287" v="31178" actId="47"/>
        <pc:sldMkLst>
          <pc:docMk/>
          <pc:sldMk cId="1356981976" sldId="299"/>
        </pc:sldMkLst>
      </pc:sldChg>
      <pc:sldChg chg="add del">
        <pc:chgData name="Tea Boon Chian" userId="ab84e6a5-2079-4f96-af03-c8dde00dcc75" providerId="ADAL" clId="{F802575D-E059-4D34-AF9E-FBA9882DD96A}" dt="2023-11-07T11:45:18.923" v="31185" actId="47"/>
        <pc:sldMkLst>
          <pc:docMk/>
          <pc:sldMk cId="1859622387" sldId="300"/>
        </pc:sldMkLst>
      </pc:sldChg>
      <pc:sldChg chg="modSp mod">
        <pc:chgData name="Tea Boon Chian" userId="ab84e6a5-2079-4f96-af03-c8dde00dcc75" providerId="ADAL" clId="{F802575D-E059-4D34-AF9E-FBA9882DD96A}" dt="2023-11-08T04:05:13.935" v="32144" actId="207"/>
        <pc:sldMkLst>
          <pc:docMk/>
          <pc:sldMk cId="1230600690" sldId="301"/>
        </pc:sldMkLst>
        <pc:spChg chg="mod">
          <ac:chgData name="Tea Boon Chian" userId="ab84e6a5-2079-4f96-af03-c8dde00dcc75" providerId="ADAL" clId="{F802575D-E059-4D34-AF9E-FBA9882DD96A}" dt="2023-11-08T03:58:49.250" v="31517" actId="207"/>
          <ac:spMkLst>
            <pc:docMk/>
            <pc:sldMk cId="1230600690" sldId="30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05:13.935" v="32144" actId="207"/>
          <ac:spMkLst>
            <pc:docMk/>
            <pc:sldMk cId="1230600690" sldId="301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8T04:25:06.950" v="33279" actId="113"/>
        <pc:sldMkLst>
          <pc:docMk/>
          <pc:sldMk cId="3998769020" sldId="302"/>
        </pc:sldMkLst>
        <pc:spChg chg="mod">
          <ac:chgData name="Tea Boon Chian" userId="ab84e6a5-2079-4f96-af03-c8dde00dcc75" providerId="ADAL" clId="{F802575D-E059-4D34-AF9E-FBA9882DD96A}" dt="2023-11-08T04:13:24.120" v="32274" actId="113"/>
          <ac:spMkLst>
            <pc:docMk/>
            <pc:sldMk cId="3998769020" sldId="30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25:06.950" v="33279" actId="113"/>
          <ac:spMkLst>
            <pc:docMk/>
            <pc:sldMk cId="3998769020" sldId="302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8T04:23:46.560" v="33176" actId="1076"/>
          <ac:graphicFrameMkLst>
            <pc:docMk/>
            <pc:sldMk cId="3998769020" sldId="302"/>
            <ac:graphicFrameMk id="4" creationId="{307C5186-07FE-7CA5-F5D2-38AE88BB5EF9}"/>
          </ac:graphicFrameMkLst>
        </pc:graphicFrameChg>
      </pc:sldChg>
      <pc:sldChg chg="modSp mod ord">
        <pc:chgData name="Tea Boon Chian" userId="ab84e6a5-2079-4f96-af03-c8dde00dcc75" providerId="ADAL" clId="{F802575D-E059-4D34-AF9E-FBA9882DD96A}" dt="2023-11-08T04:19:54.622" v="32887" actId="113"/>
        <pc:sldMkLst>
          <pc:docMk/>
          <pc:sldMk cId="2823456727" sldId="303"/>
        </pc:sldMkLst>
        <pc:spChg chg="mod">
          <ac:chgData name="Tea Boon Chian" userId="ab84e6a5-2079-4f96-af03-c8dde00dcc75" providerId="ADAL" clId="{F802575D-E059-4D34-AF9E-FBA9882DD96A}" dt="2023-11-08T04:16:24.336" v="32523" actId="207"/>
          <ac:spMkLst>
            <pc:docMk/>
            <pc:sldMk cId="2823456727" sldId="30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19:54.622" v="32887" actId="113"/>
          <ac:spMkLst>
            <pc:docMk/>
            <pc:sldMk cId="2823456727" sldId="303"/>
            <ac:spMk id="3" creationId="{D90E760E-FD28-0F2B-87A3-DB38B2BD8387}"/>
          </ac:spMkLst>
        </pc:spChg>
      </pc:sldChg>
      <pc:sldChg chg="addSp modSp mod">
        <pc:chgData name="Tea Boon Chian" userId="ab84e6a5-2079-4f96-af03-c8dde00dcc75" providerId="ADAL" clId="{F802575D-E059-4D34-AF9E-FBA9882DD96A}" dt="2023-11-08T04:34:56.118" v="33872" actId="207"/>
        <pc:sldMkLst>
          <pc:docMk/>
          <pc:sldMk cId="1794279321" sldId="304"/>
        </pc:sldMkLst>
        <pc:spChg chg="mod">
          <ac:chgData name="Tea Boon Chian" userId="ab84e6a5-2079-4f96-af03-c8dde00dcc75" providerId="ADAL" clId="{F802575D-E059-4D34-AF9E-FBA9882DD96A}" dt="2023-11-08T04:25:38.297" v="33292" actId="5793"/>
          <ac:spMkLst>
            <pc:docMk/>
            <pc:sldMk cId="1794279321" sldId="30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34:56.118" v="33872" actId="207"/>
          <ac:spMkLst>
            <pc:docMk/>
            <pc:sldMk cId="1794279321" sldId="304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08T04:34:46.338" v="33870" actId="1076"/>
          <ac:graphicFrameMkLst>
            <pc:docMk/>
            <pc:sldMk cId="1794279321" sldId="304"/>
            <ac:graphicFrameMk id="4" creationId="{5B6A1CEC-24DA-3910-FBEC-D09321AC7655}"/>
          </ac:graphicFrameMkLst>
        </pc:graphicFrameChg>
      </pc:sldChg>
      <pc:sldChg chg="modSp mod">
        <pc:chgData name="Tea Boon Chian" userId="ab84e6a5-2079-4f96-af03-c8dde00dcc75" providerId="ADAL" clId="{F802575D-E059-4D34-AF9E-FBA9882DD96A}" dt="2023-11-08T04:40:24.153" v="34508" actId="207"/>
        <pc:sldMkLst>
          <pc:docMk/>
          <pc:sldMk cId="1410637694" sldId="305"/>
        </pc:sldMkLst>
        <pc:spChg chg="mod">
          <ac:chgData name="Tea Boon Chian" userId="ab84e6a5-2079-4f96-af03-c8dde00dcc75" providerId="ADAL" clId="{F802575D-E059-4D34-AF9E-FBA9882DD96A}" dt="2023-11-08T04:35:40.274" v="33911" actId="20577"/>
          <ac:spMkLst>
            <pc:docMk/>
            <pc:sldMk cId="1410637694" sldId="30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40:24.153" v="34508" actId="207"/>
          <ac:spMkLst>
            <pc:docMk/>
            <pc:sldMk cId="1410637694" sldId="305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F802575D-E059-4D34-AF9E-FBA9882DD96A}" dt="2023-11-08T04:51:39.141" v="35428" actId="20577"/>
        <pc:sldMkLst>
          <pc:docMk/>
          <pc:sldMk cId="1221788615" sldId="306"/>
        </pc:sldMkLst>
        <pc:spChg chg="mod">
          <ac:chgData name="Tea Boon Chian" userId="ab84e6a5-2079-4f96-af03-c8dde00dcc75" providerId="ADAL" clId="{F802575D-E059-4D34-AF9E-FBA9882DD96A}" dt="2023-11-08T04:40:44.385" v="34527" actId="20577"/>
          <ac:spMkLst>
            <pc:docMk/>
            <pc:sldMk cId="1221788615" sldId="30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51:39.141" v="35428" actId="20577"/>
          <ac:spMkLst>
            <pc:docMk/>
            <pc:sldMk cId="1221788615" sldId="306"/>
            <ac:spMk id="3" creationId="{D90E760E-FD28-0F2B-87A3-DB38B2BD8387}"/>
          </ac:spMkLst>
        </pc:spChg>
      </pc:sldChg>
      <pc:sldChg chg="addSp delSp modSp mod">
        <pc:chgData name="Tea Boon Chian" userId="ab84e6a5-2079-4f96-af03-c8dde00dcc75" providerId="ADAL" clId="{F802575D-E059-4D34-AF9E-FBA9882DD96A}" dt="2024-02-17T15:23:42.417" v="40174" actId="20577"/>
        <pc:sldMkLst>
          <pc:docMk/>
          <pc:sldMk cId="2870029073" sldId="307"/>
        </pc:sldMkLst>
        <pc:spChg chg="mod">
          <ac:chgData name="Tea Boon Chian" userId="ab84e6a5-2079-4f96-af03-c8dde00dcc75" providerId="ADAL" clId="{F802575D-E059-4D34-AF9E-FBA9882DD96A}" dt="2023-11-08T04:44:57.538" v="34991" actId="404"/>
          <ac:spMkLst>
            <pc:docMk/>
            <pc:sldMk cId="2870029073" sldId="30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54:02.930" v="35541" actId="5793"/>
          <ac:spMkLst>
            <pc:docMk/>
            <pc:sldMk cId="2870029073" sldId="307"/>
            <ac:spMk id="3" creationId="{D90E760E-FD28-0F2B-87A3-DB38B2BD8387}"/>
          </ac:spMkLst>
        </pc:spChg>
        <pc:graphicFrameChg chg="add del mod">
          <ac:chgData name="Tea Boon Chian" userId="ab84e6a5-2079-4f96-af03-c8dde00dcc75" providerId="ADAL" clId="{F802575D-E059-4D34-AF9E-FBA9882DD96A}" dt="2023-11-08T04:48:01.331" v="35296" actId="3680"/>
          <ac:graphicFrameMkLst>
            <pc:docMk/>
            <pc:sldMk cId="2870029073" sldId="307"/>
            <ac:graphicFrameMk id="4" creationId="{39ACA08E-939A-8B05-7408-F9FD8E97247E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4:03.995" v="35543" actId="1035"/>
          <ac:graphicFrameMkLst>
            <pc:docMk/>
            <pc:sldMk cId="2870029073" sldId="307"/>
            <ac:graphicFrameMk id="5" creationId="{A506F8BF-1889-9856-C76C-EDC86045BE2C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4:03.995" v="35543" actId="1035"/>
          <ac:graphicFrameMkLst>
            <pc:docMk/>
            <pc:sldMk cId="2870029073" sldId="307"/>
            <ac:graphicFrameMk id="6" creationId="{EF90B0E3-10A9-6F74-C41C-E6E64AFDC12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4:03.995" v="35543" actId="1035"/>
          <ac:graphicFrameMkLst>
            <pc:docMk/>
            <pc:sldMk cId="2870029073" sldId="307"/>
            <ac:graphicFrameMk id="7" creationId="{B40D5D28-4E68-71F2-241C-A116402E5F53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4-02-17T15:23:38.602" v="40172" actId="20577"/>
          <ac:graphicFrameMkLst>
            <pc:docMk/>
            <pc:sldMk cId="2870029073" sldId="307"/>
            <ac:graphicFrameMk id="8" creationId="{C25BC339-761B-A662-DD90-0DC93B5187B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4:03.995" v="35543" actId="1035"/>
          <ac:graphicFrameMkLst>
            <pc:docMk/>
            <pc:sldMk cId="2870029073" sldId="307"/>
            <ac:graphicFrameMk id="9" creationId="{E1BD8F46-EB33-FA44-74AA-627B1603329D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2:51.206" v="35499" actId="20577"/>
          <ac:graphicFrameMkLst>
            <pc:docMk/>
            <pc:sldMk cId="2870029073" sldId="307"/>
            <ac:graphicFrameMk id="10" creationId="{281D40A0-D4CD-02C5-420F-3F8D917C22A7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3:00.853" v="35504" actId="20577"/>
          <ac:graphicFrameMkLst>
            <pc:docMk/>
            <pc:sldMk cId="2870029073" sldId="307"/>
            <ac:graphicFrameMk id="11" creationId="{8FAA343A-E66B-B679-5C33-2AD2339DF853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3:08.286" v="35509" actId="20577"/>
          <ac:graphicFrameMkLst>
            <pc:docMk/>
            <pc:sldMk cId="2870029073" sldId="307"/>
            <ac:graphicFrameMk id="12" creationId="{B08B0271-0826-A4B9-08E5-1EE63ADFAC93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4-02-17T15:23:42.417" v="40174" actId="20577"/>
          <ac:graphicFrameMkLst>
            <pc:docMk/>
            <pc:sldMk cId="2870029073" sldId="307"/>
            <ac:graphicFrameMk id="13" creationId="{2E2418FF-4D2A-1F0A-1899-BEE13BDDCB4E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4:53:18.670" v="35519" actId="20577"/>
          <ac:graphicFrameMkLst>
            <pc:docMk/>
            <pc:sldMk cId="2870029073" sldId="307"/>
            <ac:graphicFrameMk id="14" creationId="{6B9FC089-2919-F1A8-6AC8-96D6F859D359}"/>
          </ac:graphicFrameMkLst>
        </pc:graphicFrameChg>
        <pc:graphicFrameChg chg="add del mod">
          <ac:chgData name="Tea Boon Chian" userId="ab84e6a5-2079-4f96-af03-c8dde00dcc75" providerId="ADAL" clId="{F802575D-E059-4D34-AF9E-FBA9882DD96A}" dt="2023-11-08T04:54:11.862" v="35551"/>
          <ac:graphicFrameMkLst>
            <pc:docMk/>
            <pc:sldMk cId="2870029073" sldId="307"/>
            <ac:graphicFrameMk id="15" creationId="{C3F860B1-ECF0-0C3F-B244-5CE2D3D2CC55}"/>
          </ac:graphicFrameMkLst>
        </pc:graphicFrameChg>
      </pc:sldChg>
      <pc:sldChg chg="modSp del mod">
        <pc:chgData name="Tea Boon Chian" userId="ab84e6a5-2079-4f96-af03-c8dde00dcc75" providerId="ADAL" clId="{F802575D-E059-4D34-AF9E-FBA9882DD96A}" dt="2023-11-08T04:57:11.023" v="35708" actId="47"/>
        <pc:sldMkLst>
          <pc:docMk/>
          <pc:sldMk cId="2001686888" sldId="308"/>
        </pc:sldMkLst>
        <pc:spChg chg="mod">
          <ac:chgData name="Tea Boon Chian" userId="ab84e6a5-2079-4f96-af03-c8dde00dcc75" providerId="ADAL" clId="{F802575D-E059-4D34-AF9E-FBA9882DD96A}" dt="2023-11-08T04:57:04.284" v="35704" actId="21"/>
          <ac:spMkLst>
            <pc:docMk/>
            <pc:sldMk cId="2001686888" sldId="30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4:56:55.024" v="35701" actId="20577"/>
          <ac:spMkLst>
            <pc:docMk/>
            <pc:sldMk cId="2001686888" sldId="308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F802575D-E059-4D34-AF9E-FBA9882DD96A}" dt="2023-11-07T11:48:19.248" v="31423" actId="20577"/>
        <pc:sldMkLst>
          <pc:docMk/>
          <pc:sldMk cId="2810721219" sldId="309"/>
        </pc:sldMkLst>
        <pc:spChg chg="mod">
          <ac:chgData name="Tea Boon Chian" userId="ab84e6a5-2079-4f96-af03-c8dde00dcc75" providerId="ADAL" clId="{F802575D-E059-4D34-AF9E-FBA9882DD96A}" dt="2023-11-07T11:46:01.200" v="31246" actId="207"/>
          <ac:spMkLst>
            <pc:docMk/>
            <pc:sldMk cId="2810721219" sldId="30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1:48:19.248" v="31423" actId="20577"/>
          <ac:spMkLst>
            <pc:docMk/>
            <pc:sldMk cId="2810721219" sldId="309"/>
            <ac:spMk id="3" creationId="{D90E760E-FD28-0F2B-87A3-DB38B2BD8387}"/>
          </ac:spMkLst>
        </pc:spChg>
      </pc:sldChg>
      <pc:sldChg chg="del">
        <pc:chgData name="Tea Boon Chian" userId="ab84e6a5-2079-4f96-af03-c8dde00dcc75" providerId="ADAL" clId="{F802575D-E059-4D34-AF9E-FBA9882DD96A}" dt="2023-11-07T11:48:21.950" v="31424" actId="47"/>
        <pc:sldMkLst>
          <pc:docMk/>
          <pc:sldMk cId="1156048718" sldId="310"/>
        </pc:sldMkLst>
      </pc:sldChg>
      <pc:sldChg chg="modSp mod">
        <pc:chgData name="Tea Boon Chian" userId="ab84e6a5-2079-4f96-af03-c8dde00dcc75" providerId="ADAL" clId="{F802575D-E059-4D34-AF9E-FBA9882DD96A}" dt="2023-11-14T12:23:17.255" v="38552" actId="20577"/>
        <pc:sldMkLst>
          <pc:docMk/>
          <pc:sldMk cId="3069368575" sldId="311"/>
        </pc:sldMkLst>
        <pc:spChg chg="mod">
          <ac:chgData name="Tea Boon Chian" userId="ab84e6a5-2079-4f96-af03-c8dde00dcc75" providerId="ADAL" clId="{F802575D-E059-4D34-AF9E-FBA9882DD96A}" dt="2023-10-28T06:21:28.356" v="15222" actId="20577"/>
          <ac:spMkLst>
            <pc:docMk/>
            <pc:sldMk cId="3069368575" sldId="31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14T12:23:17.255" v="38552" actId="20577"/>
          <ac:spMkLst>
            <pc:docMk/>
            <pc:sldMk cId="3069368575" sldId="311"/>
            <ac:spMk id="3" creationId="{D90E760E-FD28-0F2B-87A3-DB38B2BD8387}"/>
          </ac:spMkLst>
        </pc:spChg>
      </pc:sldChg>
      <pc:sldChg chg="addSp delSp modSp add mod">
        <pc:chgData name="Tea Boon Chian" userId="ab84e6a5-2079-4f96-af03-c8dde00dcc75" providerId="ADAL" clId="{F802575D-E059-4D34-AF9E-FBA9882DD96A}" dt="2023-10-27T08:25:34.032" v="13314" actId="27636"/>
        <pc:sldMkLst>
          <pc:docMk/>
          <pc:sldMk cId="1144946003" sldId="312"/>
        </pc:sldMkLst>
        <pc:spChg chg="mod">
          <ac:chgData name="Tea Boon Chian" userId="ab84e6a5-2079-4f96-af03-c8dde00dcc75" providerId="ADAL" clId="{F802575D-E059-4D34-AF9E-FBA9882DD96A}" dt="2023-10-27T08:25:34.032" v="13314" actId="27636"/>
          <ac:spMkLst>
            <pc:docMk/>
            <pc:sldMk cId="1144946003" sldId="31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0-26T05:27:36.535" v="4414" actId="207"/>
          <ac:spMkLst>
            <pc:docMk/>
            <pc:sldMk cId="1144946003" sldId="312"/>
            <ac:spMk id="3" creationId="{D90E760E-FD28-0F2B-87A3-DB38B2BD8387}"/>
          </ac:spMkLst>
        </pc:spChg>
        <pc:graphicFrameChg chg="add del mod">
          <ac:chgData name="Tea Boon Chian" userId="ab84e6a5-2079-4f96-af03-c8dde00dcc75" providerId="ADAL" clId="{F802575D-E059-4D34-AF9E-FBA9882DD96A}" dt="2023-10-26T04:59:35.090" v="3354"/>
          <ac:graphicFrameMkLst>
            <pc:docMk/>
            <pc:sldMk cId="1144946003" sldId="312"/>
            <ac:graphicFrameMk id="4" creationId="{23483C28-A6C4-ACDF-AFE3-0954501AAE2A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0-26T05:21:25.390" v="3882" actId="21"/>
          <ac:graphicFrameMkLst>
            <pc:docMk/>
            <pc:sldMk cId="1144946003" sldId="312"/>
            <ac:graphicFrameMk id="5" creationId="{1976CD4D-AC43-8D71-5276-7B1B339C2D5C}"/>
          </ac:graphicFrameMkLst>
        </pc:graphicFrameChg>
        <pc:graphicFrameChg chg="add del mod">
          <ac:chgData name="Tea Boon Chian" userId="ab84e6a5-2079-4f96-af03-c8dde00dcc75" providerId="ADAL" clId="{F802575D-E059-4D34-AF9E-FBA9882DD96A}" dt="2023-10-26T05:01:13.270" v="3489"/>
          <ac:graphicFrameMkLst>
            <pc:docMk/>
            <pc:sldMk cId="1144946003" sldId="312"/>
            <ac:graphicFrameMk id="6" creationId="{70649296-2716-226D-E1B5-6F9DD91B538E}"/>
          </ac:graphicFrameMkLst>
        </pc:graphicFrameChg>
      </pc:sldChg>
      <pc:sldChg chg="addSp modSp add mod">
        <pc:chgData name="Tea Boon Chian" userId="ab84e6a5-2079-4f96-af03-c8dde00dcc75" providerId="ADAL" clId="{F802575D-E059-4D34-AF9E-FBA9882DD96A}" dt="2023-11-05T23:46:11.889" v="15783" actId="1076"/>
        <pc:sldMkLst>
          <pc:docMk/>
          <pc:sldMk cId="2042528904" sldId="313"/>
        </pc:sldMkLst>
        <pc:spChg chg="mod">
          <ac:chgData name="Tea Boon Chian" userId="ab84e6a5-2079-4f96-af03-c8dde00dcc75" providerId="ADAL" clId="{F802575D-E059-4D34-AF9E-FBA9882DD96A}" dt="2023-11-05T23:36:20.666" v="15270" actId="113"/>
          <ac:spMkLst>
            <pc:docMk/>
            <pc:sldMk cId="2042528904" sldId="31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5T23:44:31.748" v="15766" actId="207"/>
          <ac:spMkLst>
            <pc:docMk/>
            <pc:sldMk cId="2042528904" sldId="313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1-05T23:46:11.889" v="15783" actId="1076"/>
          <ac:picMkLst>
            <pc:docMk/>
            <pc:sldMk cId="2042528904" sldId="313"/>
            <ac:picMk id="4" creationId="{41C792F8-4CFC-56A1-E6C2-F004A76FD4E8}"/>
          </ac:picMkLst>
        </pc:picChg>
      </pc:sldChg>
      <pc:sldChg chg="add del">
        <pc:chgData name="Tea Boon Chian" userId="ab84e6a5-2079-4f96-af03-c8dde00dcc75" providerId="ADAL" clId="{F802575D-E059-4D34-AF9E-FBA9882DD96A}" dt="2023-10-26T04:59:35.090" v="3354"/>
        <pc:sldMkLst>
          <pc:docMk/>
          <pc:sldMk cId="2302160989" sldId="313"/>
        </pc:sldMkLst>
      </pc:sldChg>
      <pc:sldChg chg="addSp delSp modSp add mod">
        <pc:chgData name="Tea Boon Chian" userId="ab84e6a5-2079-4f96-af03-c8dde00dcc75" providerId="ADAL" clId="{F802575D-E059-4D34-AF9E-FBA9882DD96A}" dt="2023-11-07T05:08:46.870" v="25690" actId="20577"/>
        <pc:sldMkLst>
          <pc:docMk/>
          <pc:sldMk cId="649668174" sldId="314"/>
        </pc:sldMkLst>
        <pc:spChg chg="mod">
          <ac:chgData name="Tea Boon Chian" userId="ab84e6a5-2079-4f96-af03-c8dde00dcc75" providerId="ADAL" clId="{F802575D-E059-4D34-AF9E-FBA9882DD96A}" dt="2023-11-06T00:05:24.220" v="16809" actId="27636"/>
          <ac:spMkLst>
            <pc:docMk/>
            <pc:sldMk cId="649668174" sldId="314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5:08:46.870" v="25690" actId="20577"/>
          <ac:spMkLst>
            <pc:docMk/>
            <pc:sldMk cId="649668174" sldId="314"/>
            <ac:spMk id="3" creationId="{D90E760E-FD28-0F2B-87A3-DB38B2BD8387}"/>
          </ac:spMkLst>
        </pc:spChg>
        <pc:graphicFrameChg chg="add del mod modGraphic">
          <ac:chgData name="Tea Boon Chian" userId="ab84e6a5-2079-4f96-af03-c8dde00dcc75" providerId="ADAL" clId="{F802575D-E059-4D34-AF9E-FBA9882DD96A}" dt="2023-11-05T23:49:20.597" v="15951" actId="478"/>
          <ac:graphicFrameMkLst>
            <pc:docMk/>
            <pc:sldMk cId="649668174" sldId="314"/>
            <ac:graphicFrameMk id="4" creationId="{FF9D3BDF-82E8-2FB5-CBB9-1A94976ED802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6T08:22:11.025" v="21698" actId="20577"/>
          <ac:graphicFrameMkLst>
            <pc:docMk/>
            <pc:sldMk cId="649668174" sldId="314"/>
            <ac:graphicFrameMk id="5" creationId="{0BBD4C6C-0227-B3F3-8BB4-ADC67CB7E25B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06T00:05:28.469" v="16814" actId="27636"/>
        <pc:sldMkLst>
          <pc:docMk/>
          <pc:sldMk cId="1994375627" sldId="315"/>
        </pc:sldMkLst>
        <pc:spChg chg="mod">
          <ac:chgData name="Tea Boon Chian" userId="ab84e6a5-2079-4f96-af03-c8dde00dcc75" providerId="ADAL" clId="{F802575D-E059-4D34-AF9E-FBA9882DD96A}" dt="2023-11-06T00:05:28.469" v="16814" actId="27636"/>
          <ac:spMkLst>
            <pc:docMk/>
            <pc:sldMk cId="1994375627" sldId="315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0:05:08.537" v="16804" actId="207"/>
          <ac:spMkLst>
            <pc:docMk/>
            <pc:sldMk cId="1994375627" sldId="315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1-06T07:59:22.564" v="20550" actId="207"/>
        <pc:sldMkLst>
          <pc:docMk/>
          <pc:sldMk cId="4263817846" sldId="316"/>
        </pc:sldMkLst>
        <pc:spChg chg="mod">
          <ac:chgData name="Tea Boon Chian" userId="ab84e6a5-2079-4f96-af03-c8dde00dcc75" providerId="ADAL" clId="{F802575D-E059-4D34-AF9E-FBA9882DD96A}" dt="2023-11-06T06:43:14.890" v="20399" actId="1076"/>
          <ac:spMkLst>
            <pc:docMk/>
            <pc:sldMk cId="4263817846" sldId="31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7:59:22.564" v="20550" actId="207"/>
          <ac:spMkLst>
            <pc:docMk/>
            <pc:sldMk cId="4263817846" sldId="316"/>
            <ac:spMk id="3" creationId="{D90E760E-FD28-0F2B-87A3-DB38B2BD8387}"/>
          </ac:spMkLst>
        </pc:spChg>
      </pc:sldChg>
      <pc:sldChg chg="addSp modSp add mod">
        <pc:chgData name="Tea Boon Chian" userId="ab84e6a5-2079-4f96-af03-c8dde00dcc75" providerId="ADAL" clId="{F802575D-E059-4D34-AF9E-FBA9882DD96A}" dt="2023-11-06T03:25:13.525" v="18504" actId="207"/>
        <pc:sldMkLst>
          <pc:docMk/>
          <pc:sldMk cId="513025647" sldId="317"/>
        </pc:sldMkLst>
        <pc:spChg chg="mod">
          <ac:chgData name="Tea Boon Chian" userId="ab84e6a5-2079-4f96-af03-c8dde00dcc75" providerId="ADAL" clId="{F802575D-E059-4D34-AF9E-FBA9882DD96A}" dt="2023-11-06T00:23:35.688" v="17600" actId="207"/>
          <ac:spMkLst>
            <pc:docMk/>
            <pc:sldMk cId="513025647" sldId="31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03:25:13.525" v="18504" actId="207"/>
          <ac:spMkLst>
            <pc:docMk/>
            <pc:sldMk cId="513025647" sldId="317"/>
            <ac:spMk id="3" creationId="{D90E760E-FD28-0F2B-87A3-DB38B2BD8387}"/>
          </ac:spMkLst>
        </pc:spChg>
        <pc:picChg chg="add">
          <ac:chgData name="Tea Boon Chian" userId="ab84e6a5-2079-4f96-af03-c8dde00dcc75" providerId="ADAL" clId="{F802575D-E059-4D34-AF9E-FBA9882DD96A}" dt="2023-11-06T02:48:36.856" v="18370" actId="22"/>
          <ac:picMkLst>
            <pc:docMk/>
            <pc:sldMk cId="513025647" sldId="317"/>
            <ac:picMk id="5" creationId="{34CB3E2D-F0CA-64FE-DFD7-F35B4650703E}"/>
          </ac:picMkLst>
        </pc:picChg>
      </pc:sldChg>
      <pc:sldChg chg="modSp add mod">
        <pc:chgData name="Tea Boon Chian" userId="ab84e6a5-2079-4f96-af03-c8dde00dcc75" providerId="ADAL" clId="{F802575D-E059-4D34-AF9E-FBA9882DD96A}" dt="2023-11-07T05:03:37.272" v="25551" actId="207"/>
        <pc:sldMkLst>
          <pc:docMk/>
          <pc:sldMk cId="845680818" sldId="318"/>
        </pc:sldMkLst>
        <pc:spChg chg="mod">
          <ac:chgData name="Tea Boon Chian" userId="ab84e6a5-2079-4f96-af03-c8dde00dcc75" providerId="ADAL" clId="{F802575D-E059-4D34-AF9E-FBA9882DD96A}" dt="2023-11-06T03:25:22.157" v="18509" actId="27636"/>
          <ac:spMkLst>
            <pc:docMk/>
            <pc:sldMk cId="845680818" sldId="31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5:03:37.272" v="25551" actId="207"/>
          <ac:spMkLst>
            <pc:docMk/>
            <pc:sldMk cId="845680818" sldId="318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0-28T06:18:12.799" v="15092" actId="20577"/>
        <pc:sldMkLst>
          <pc:docMk/>
          <pc:sldMk cId="3443879285" sldId="319"/>
        </pc:sldMkLst>
        <pc:spChg chg="mod">
          <ac:chgData name="Tea Boon Chian" userId="ab84e6a5-2079-4f96-af03-c8dde00dcc75" providerId="ADAL" clId="{F802575D-E059-4D34-AF9E-FBA9882DD96A}" dt="2023-10-28T06:18:12.799" v="15092" actId="20577"/>
          <ac:spMkLst>
            <pc:docMk/>
            <pc:sldMk cId="3443879285" sldId="319"/>
            <ac:spMk id="2" creationId="{D249CDDD-7585-DA2B-44FB-D284CA4CC495}"/>
          </ac:spMkLst>
        </pc:spChg>
      </pc:sldChg>
      <pc:sldChg chg="modSp add mod">
        <pc:chgData name="Tea Boon Chian" userId="ab84e6a5-2079-4f96-af03-c8dde00dcc75" providerId="ADAL" clId="{F802575D-E059-4D34-AF9E-FBA9882DD96A}" dt="2023-10-28T06:20:04.881" v="15156" actId="20577"/>
        <pc:sldMkLst>
          <pc:docMk/>
          <pc:sldMk cId="1572624445" sldId="320"/>
        </pc:sldMkLst>
        <pc:spChg chg="mod">
          <ac:chgData name="Tea Boon Chian" userId="ab84e6a5-2079-4f96-af03-c8dde00dcc75" providerId="ADAL" clId="{F802575D-E059-4D34-AF9E-FBA9882DD96A}" dt="2023-10-28T06:20:04.881" v="15156" actId="20577"/>
          <ac:spMkLst>
            <pc:docMk/>
            <pc:sldMk cId="1572624445" sldId="320"/>
            <ac:spMk id="2" creationId="{D249CDDD-7585-DA2B-44FB-D284CA4CC495}"/>
          </ac:spMkLst>
        </pc:spChg>
      </pc:sldChg>
      <pc:sldChg chg="modSp add mod">
        <pc:chgData name="Tea Boon Chian" userId="ab84e6a5-2079-4f96-af03-c8dde00dcc75" providerId="ADAL" clId="{F802575D-E059-4D34-AF9E-FBA9882DD96A}" dt="2023-10-28T06:20:23.387" v="15176" actId="20577"/>
        <pc:sldMkLst>
          <pc:docMk/>
          <pc:sldMk cId="4026279448" sldId="321"/>
        </pc:sldMkLst>
        <pc:spChg chg="mod">
          <ac:chgData name="Tea Boon Chian" userId="ab84e6a5-2079-4f96-af03-c8dde00dcc75" providerId="ADAL" clId="{F802575D-E059-4D34-AF9E-FBA9882DD96A}" dt="2023-10-28T06:20:23.387" v="15176" actId="20577"/>
          <ac:spMkLst>
            <pc:docMk/>
            <pc:sldMk cId="4026279448" sldId="321"/>
            <ac:spMk id="2" creationId="{D249CDDD-7585-DA2B-44FB-D284CA4CC495}"/>
          </ac:spMkLst>
        </pc:spChg>
      </pc:sldChg>
      <pc:sldChg chg="new del">
        <pc:chgData name="Tea Boon Chian" userId="ab84e6a5-2079-4f96-af03-c8dde00dcc75" providerId="ADAL" clId="{F802575D-E059-4D34-AF9E-FBA9882DD96A}" dt="2023-11-05T23:35:55.957" v="15238" actId="680"/>
        <pc:sldMkLst>
          <pc:docMk/>
          <pc:sldMk cId="55594950" sldId="322"/>
        </pc:sldMkLst>
      </pc:sldChg>
      <pc:sldChg chg="modSp add mod">
        <pc:chgData name="Tea Boon Chian" userId="ab84e6a5-2079-4f96-af03-c8dde00dcc75" providerId="ADAL" clId="{F802575D-E059-4D34-AF9E-FBA9882DD96A}" dt="2023-11-07T05:02:03.811" v="25470" actId="20577"/>
        <pc:sldMkLst>
          <pc:docMk/>
          <pc:sldMk cId="2822627331" sldId="322"/>
        </pc:sldMkLst>
        <pc:spChg chg="mod">
          <ac:chgData name="Tea Boon Chian" userId="ab84e6a5-2079-4f96-af03-c8dde00dcc75" providerId="ADAL" clId="{F802575D-E059-4D34-AF9E-FBA9882DD96A}" dt="2023-11-07T05:02:03.811" v="25470" actId="20577"/>
          <ac:spMkLst>
            <pc:docMk/>
            <pc:sldMk cId="2822627331" sldId="322"/>
            <ac:spMk id="3" creationId="{D90E760E-FD28-0F2B-87A3-DB38B2BD8387}"/>
          </ac:spMkLst>
        </pc:spChg>
        <pc:graphicFrameChg chg="modGraphic">
          <ac:chgData name="Tea Boon Chian" userId="ab84e6a5-2079-4f96-af03-c8dde00dcc75" providerId="ADAL" clId="{F802575D-E059-4D34-AF9E-FBA9882DD96A}" dt="2023-11-06T06:42:18.526" v="20376" actId="207"/>
          <ac:graphicFrameMkLst>
            <pc:docMk/>
            <pc:sldMk cId="2822627331" sldId="322"/>
            <ac:graphicFrameMk id="4" creationId="{C14F8BB2-EAEB-D2C3-BB78-6757453A77AC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07T05:08:33.248" v="25686" actId="20577"/>
        <pc:sldMkLst>
          <pc:docMk/>
          <pc:sldMk cId="4258397907" sldId="323"/>
        </pc:sldMkLst>
        <pc:spChg chg="mod">
          <ac:chgData name="Tea Boon Chian" userId="ab84e6a5-2079-4f96-af03-c8dde00dcc75" providerId="ADAL" clId="{F802575D-E059-4D34-AF9E-FBA9882DD96A}" dt="2023-11-07T05:08:33.248" v="25686" actId="20577"/>
          <ac:spMkLst>
            <pc:docMk/>
            <pc:sldMk cId="4258397907" sldId="323"/>
            <ac:spMk id="3" creationId="{D90E760E-FD28-0F2B-87A3-DB38B2BD8387}"/>
          </ac:spMkLst>
        </pc:spChg>
        <pc:graphicFrameChg chg="modGraphic">
          <ac:chgData name="Tea Boon Chian" userId="ab84e6a5-2079-4f96-af03-c8dde00dcc75" providerId="ADAL" clId="{F802575D-E059-4D34-AF9E-FBA9882DD96A}" dt="2023-11-06T06:40:51.757" v="20241" actId="20577"/>
          <ac:graphicFrameMkLst>
            <pc:docMk/>
            <pc:sldMk cId="4258397907" sldId="323"/>
            <ac:graphicFrameMk id="6" creationId="{4A821BF2-2AB9-9A17-4A6D-7968731909FF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1-08T11:59:29.393" v="38544" actId="20577"/>
        <pc:sldMkLst>
          <pc:docMk/>
          <pc:sldMk cId="352884446" sldId="324"/>
        </pc:sldMkLst>
        <pc:spChg chg="mod">
          <ac:chgData name="Tea Boon Chian" userId="ab84e6a5-2079-4f96-af03-c8dde00dcc75" providerId="ADAL" clId="{F802575D-E059-4D34-AF9E-FBA9882DD96A}" dt="2023-11-08T11:59:29.393" v="38544" actId="20577"/>
          <ac:spMkLst>
            <pc:docMk/>
            <pc:sldMk cId="352884446" sldId="324"/>
            <ac:spMk id="3" creationId="{D90E760E-FD28-0F2B-87A3-DB38B2BD8387}"/>
          </ac:spMkLst>
        </pc:spChg>
        <pc:picChg chg="add del mod">
          <ac:chgData name="Tea Boon Chian" userId="ab84e6a5-2079-4f96-af03-c8dde00dcc75" providerId="ADAL" clId="{F802575D-E059-4D34-AF9E-FBA9882DD96A}" dt="2023-11-06T14:34:43.122" v="22325" actId="478"/>
          <ac:picMkLst>
            <pc:docMk/>
            <pc:sldMk cId="352884446" sldId="324"/>
            <ac:picMk id="4" creationId="{60B67407-E91D-F863-579D-DF4B7953020E}"/>
          </ac:picMkLst>
        </pc:picChg>
        <pc:picChg chg="add del mod">
          <ac:chgData name="Tea Boon Chian" userId="ab84e6a5-2079-4f96-af03-c8dde00dcc75" providerId="ADAL" clId="{F802575D-E059-4D34-AF9E-FBA9882DD96A}" dt="2023-11-06T14:37:53.711" v="22367" actId="21"/>
          <ac:picMkLst>
            <pc:docMk/>
            <pc:sldMk cId="352884446" sldId="324"/>
            <ac:picMk id="5" creationId="{BDC3F6CA-8AC0-662A-DAAF-A711F4AFFF6E}"/>
          </ac:picMkLst>
        </pc:picChg>
        <pc:picChg chg="add mod">
          <ac:chgData name="Tea Boon Chian" userId="ab84e6a5-2079-4f96-af03-c8dde00dcc75" providerId="ADAL" clId="{F802575D-E059-4D34-AF9E-FBA9882DD96A}" dt="2023-11-06T14:43:09.299" v="22488" actId="1076"/>
          <ac:picMkLst>
            <pc:docMk/>
            <pc:sldMk cId="352884446" sldId="324"/>
            <ac:picMk id="6" creationId="{C86DCD82-6711-F9BE-2EC4-3997D6AB22F5}"/>
          </ac:picMkLst>
        </pc:picChg>
      </pc:sldChg>
      <pc:sldChg chg="addSp delSp modSp add mod">
        <pc:chgData name="Tea Boon Chian" userId="ab84e6a5-2079-4f96-af03-c8dde00dcc75" providerId="ADAL" clId="{F802575D-E059-4D34-AF9E-FBA9882DD96A}" dt="2023-11-06T16:16:54.145" v="24108" actId="478"/>
        <pc:sldMkLst>
          <pc:docMk/>
          <pc:sldMk cId="1085225632" sldId="325"/>
        </pc:sldMkLst>
        <pc:spChg chg="mod">
          <ac:chgData name="Tea Boon Chian" userId="ab84e6a5-2079-4f96-af03-c8dde00dcc75" providerId="ADAL" clId="{F802575D-E059-4D34-AF9E-FBA9882DD96A}" dt="2023-11-06T15:27:53.776" v="23228" actId="20577"/>
          <ac:spMkLst>
            <pc:docMk/>
            <pc:sldMk cId="1085225632" sldId="325"/>
            <ac:spMk id="3" creationId="{D90E760E-FD28-0F2B-87A3-DB38B2BD8387}"/>
          </ac:spMkLst>
        </pc:spChg>
        <pc:spChg chg="add del">
          <ac:chgData name="Tea Boon Chian" userId="ab84e6a5-2079-4f96-af03-c8dde00dcc75" providerId="ADAL" clId="{F802575D-E059-4D34-AF9E-FBA9882DD96A}" dt="2023-11-06T16:16:54.145" v="24108" actId="478"/>
          <ac:spMkLst>
            <pc:docMk/>
            <pc:sldMk cId="1085225632" sldId="325"/>
            <ac:spMk id="6" creationId="{B0D1E7CF-0DEE-F349-A16C-EAB503DAAD14}"/>
          </ac:spMkLst>
        </pc:spChg>
        <pc:graphicFrameChg chg="add mod modGraphic">
          <ac:chgData name="Tea Boon Chian" userId="ab84e6a5-2079-4f96-af03-c8dde00dcc75" providerId="ADAL" clId="{F802575D-E059-4D34-AF9E-FBA9882DD96A}" dt="2023-11-06T15:27:50.152" v="23226" actId="207"/>
          <ac:graphicFrameMkLst>
            <pc:docMk/>
            <pc:sldMk cId="1085225632" sldId="325"/>
            <ac:graphicFrameMk id="4" creationId="{23645182-86B4-8ACE-9F84-7840A9860344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1-06T16:09:01.286" v="23630" actId="207"/>
        <pc:sldMkLst>
          <pc:docMk/>
          <pc:sldMk cId="2676602620" sldId="326"/>
        </pc:sldMkLst>
        <pc:spChg chg="mod">
          <ac:chgData name="Tea Boon Chian" userId="ab84e6a5-2079-4f96-af03-c8dde00dcc75" providerId="ADAL" clId="{F802575D-E059-4D34-AF9E-FBA9882DD96A}" dt="2023-11-06T15:32:07.421" v="23264" actId="20577"/>
          <ac:spMkLst>
            <pc:docMk/>
            <pc:sldMk cId="2676602620" sldId="32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6T16:09:01.286" v="23630" actId="207"/>
          <ac:spMkLst>
            <pc:docMk/>
            <pc:sldMk cId="2676602620" sldId="326"/>
            <ac:spMk id="3" creationId="{D90E760E-FD28-0F2B-87A3-DB38B2BD8387}"/>
          </ac:spMkLst>
        </pc:spChg>
        <pc:spChg chg="add del">
          <ac:chgData name="Tea Boon Chian" userId="ab84e6a5-2079-4f96-af03-c8dde00dcc75" providerId="ADAL" clId="{F802575D-E059-4D34-AF9E-FBA9882DD96A}" dt="2023-11-06T15:39:47.395" v="23359"/>
          <ac:spMkLst>
            <pc:docMk/>
            <pc:sldMk cId="2676602620" sldId="326"/>
            <ac:spMk id="5" creationId="{89395152-BA63-3CAD-A3D4-1370EEEE6BC4}"/>
          </ac:spMkLst>
        </pc:spChg>
      </pc:sldChg>
      <pc:sldChg chg="modSp add mod">
        <pc:chgData name="Tea Boon Chian" userId="ab84e6a5-2079-4f96-af03-c8dde00dcc75" providerId="ADAL" clId="{F802575D-E059-4D34-AF9E-FBA9882DD96A}" dt="2023-11-07T04:42:37.195" v="24387" actId="20577"/>
        <pc:sldMkLst>
          <pc:docMk/>
          <pc:sldMk cId="1185537336" sldId="327"/>
        </pc:sldMkLst>
        <pc:spChg chg="mod">
          <ac:chgData name="Tea Boon Chian" userId="ab84e6a5-2079-4f96-af03-c8dde00dcc75" providerId="ADAL" clId="{F802575D-E059-4D34-AF9E-FBA9882DD96A}" dt="2023-11-07T04:42:37.195" v="24387" actId="20577"/>
          <ac:spMkLst>
            <pc:docMk/>
            <pc:sldMk cId="1185537336" sldId="327"/>
            <ac:spMk id="3" creationId="{D90E760E-FD28-0F2B-87A3-DB38B2BD8387}"/>
          </ac:spMkLst>
        </pc:spChg>
      </pc:sldChg>
      <pc:sldChg chg="add del">
        <pc:chgData name="Tea Boon Chian" userId="ab84e6a5-2079-4f96-af03-c8dde00dcc75" providerId="ADAL" clId="{F802575D-E059-4D34-AF9E-FBA9882DD96A}" dt="2023-11-06T16:15:18.301" v="24004" actId="2696"/>
        <pc:sldMkLst>
          <pc:docMk/>
          <pc:sldMk cId="743221379" sldId="328"/>
        </pc:sldMkLst>
      </pc:sldChg>
      <pc:sldChg chg="modSp add mod">
        <pc:chgData name="Tea Boon Chian" userId="ab84e6a5-2079-4f96-af03-c8dde00dcc75" providerId="ADAL" clId="{F802575D-E059-4D34-AF9E-FBA9882DD96A}" dt="2023-12-12T01:24:32.999" v="40150" actId="404"/>
        <pc:sldMkLst>
          <pc:docMk/>
          <pc:sldMk cId="2339224686" sldId="328"/>
        </pc:sldMkLst>
        <pc:spChg chg="mod">
          <ac:chgData name="Tea Boon Chian" userId="ab84e6a5-2079-4f96-af03-c8dde00dcc75" providerId="ADAL" clId="{F802575D-E059-4D34-AF9E-FBA9882DD96A}" dt="2023-12-12T01:24:32.999" v="40150" actId="404"/>
          <ac:spMkLst>
            <pc:docMk/>
            <pc:sldMk cId="2339224686" sldId="32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1:14:31.213" v="29755" actId="207"/>
          <ac:spMkLst>
            <pc:docMk/>
            <pc:sldMk cId="2339224686" sldId="328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2-12T01:24:37.107" v="40154" actId="404"/>
        <pc:sldMkLst>
          <pc:docMk/>
          <pc:sldMk cId="1945875960" sldId="329"/>
        </pc:sldMkLst>
        <pc:spChg chg="mod">
          <ac:chgData name="Tea Boon Chian" userId="ab84e6a5-2079-4f96-af03-c8dde00dcc75" providerId="ADAL" clId="{F802575D-E059-4D34-AF9E-FBA9882DD96A}" dt="2023-12-12T01:24:37.107" v="40154" actId="404"/>
          <ac:spMkLst>
            <pc:docMk/>
            <pc:sldMk cId="1945875960" sldId="32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12:00:42.806" v="38548" actId="20577"/>
          <ac:spMkLst>
            <pc:docMk/>
            <pc:sldMk cId="1945875960" sldId="329"/>
            <ac:spMk id="3" creationId="{D90E760E-FD28-0F2B-87A3-DB38B2BD8387}"/>
          </ac:spMkLst>
        </pc:spChg>
      </pc:sldChg>
      <pc:sldChg chg="add del">
        <pc:chgData name="Tea Boon Chian" userId="ab84e6a5-2079-4f96-af03-c8dde00dcc75" providerId="ADAL" clId="{F802575D-E059-4D34-AF9E-FBA9882DD96A}" dt="2023-11-06T16:15:18.301" v="24004" actId="2696"/>
        <pc:sldMkLst>
          <pc:docMk/>
          <pc:sldMk cId="3622739506" sldId="329"/>
        </pc:sldMkLst>
      </pc:sldChg>
      <pc:sldChg chg="modSp add mod">
        <pc:chgData name="Tea Boon Chian" userId="ab84e6a5-2079-4f96-af03-c8dde00dcc75" providerId="ADAL" clId="{F802575D-E059-4D34-AF9E-FBA9882DD96A}" dt="2023-12-12T01:24:42.434" v="40158" actId="404"/>
        <pc:sldMkLst>
          <pc:docMk/>
          <pc:sldMk cId="452655470" sldId="330"/>
        </pc:sldMkLst>
        <pc:spChg chg="mod">
          <ac:chgData name="Tea Boon Chian" userId="ab84e6a5-2079-4f96-af03-c8dde00dcc75" providerId="ADAL" clId="{F802575D-E059-4D34-AF9E-FBA9882DD96A}" dt="2023-12-12T01:24:42.434" v="40158" actId="404"/>
          <ac:spMkLst>
            <pc:docMk/>
            <pc:sldMk cId="452655470" sldId="330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1:31:30.926" v="30263" actId="20577"/>
          <ac:spMkLst>
            <pc:docMk/>
            <pc:sldMk cId="452655470" sldId="330"/>
            <ac:spMk id="3" creationId="{D90E760E-FD28-0F2B-87A3-DB38B2BD8387}"/>
          </ac:spMkLst>
        </pc:spChg>
      </pc:sldChg>
      <pc:sldChg chg="add del">
        <pc:chgData name="Tea Boon Chian" userId="ab84e6a5-2079-4f96-af03-c8dde00dcc75" providerId="ADAL" clId="{F802575D-E059-4D34-AF9E-FBA9882DD96A}" dt="2023-11-06T16:15:18.301" v="24004" actId="2696"/>
        <pc:sldMkLst>
          <pc:docMk/>
          <pc:sldMk cId="3549409617" sldId="330"/>
        </pc:sldMkLst>
      </pc:sldChg>
      <pc:sldChg chg="add del">
        <pc:chgData name="Tea Boon Chian" userId="ab84e6a5-2079-4f96-af03-c8dde00dcc75" providerId="ADAL" clId="{F802575D-E059-4D34-AF9E-FBA9882DD96A}" dt="2023-11-06T16:15:18.301" v="24004" actId="2696"/>
        <pc:sldMkLst>
          <pc:docMk/>
          <pc:sldMk cId="258437999" sldId="331"/>
        </pc:sldMkLst>
      </pc:sldChg>
      <pc:sldChg chg="modSp add mod">
        <pc:chgData name="Tea Boon Chian" userId="ab84e6a5-2079-4f96-af03-c8dde00dcc75" providerId="ADAL" clId="{F802575D-E059-4D34-AF9E-FBA9882DD96A}" dt="2023-12-12T01:24:45.902" v="40162" actId="404"/>
        <pc:sldMkLst>
          <pc:docMk/>
          <pc:sldMk cId="3951012491" sldId="331"/>
        </pc:sldMkLst>
        <pc:spChg chg="mod">
          <ac:chgData name="Tea Boon Chian" userId="ab84e6a5-2079-4f96-af03-c8dde00dcc75" providerId="ADAL" clId="{F802575D-E059-4D34-AF9E-FBA9882DD96A}" dt="2023-12-12T01:24:45.902" v="40162" actId="404"/>
          <ac:spMkLst>
            <pc:docMk/>
            <pc:sldMk cId="3951012491" sldId="33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3:58:09" v="31460" actId="20577"/>
          <ac:spMkLst>
            <pc:docMk/>
            <pc:sldMk cId="3951012491" sldId="331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1-07T07:46:10.369" v="28060" actId="20577"/>
        <pc:sldMkLst>
          <pc:docMk/>
          <pc:sldMk cId="695650516" sldId="332"/>
        </pc:sldMkLst>
        <pc:spChg chg="mod">
          <ac:chgData name="Tea Boon Chian" userId="ab84e6a5-2079-4f96-af03-c8dde00dcc75" providerId="ADAL" clId="{F802575D-E059-4D34-AF9E-FBA9882DD96A}" dt="2023-11-07T07:46:10.369" v="28060" actId="20577"/>
          <ac:spMkLst>
            <pc:docMk/>
            <pc:sldMk cId="695650516" sldId="332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1-07T04:45:23.353" v="24431" actId="20577"/>
        <pc:sldMkLst>
          <pc:docMk/>
          <pc:sldMk cId="368141321" sldId="333"/>
        </pc:sldMkLst>
        <pc:spChg chg="mod">
          <ac:chgData name="Tea Boon Chian" userId="ab84e6a5-2079-4f96-af03-c8dde00dcc75" providerId="ADAL" clId="{F802575D-E059-4D34-AF9E-FBA9882DD96A}" dt="2023-11-07T04:45:23.353" v="24431" actId="20577"/>
          <ac:spMkLst>
            <pc:docMk/>
            <pc:sldMk cId="368141321" sldId="333"/>
            <ac:spMk id="2" creationId="{D249CDDD-7585-DA2B-44FB-D284CA4CC495}"/>
          </ac:spMkLst>
        </pc:spChg>
      </pc:sldChg>
      <pc:sldChg chg="modSp add mod">
        <pc:chgData name="Tea Boon Chian" userId="ab84e6a5-2079-4f96-af03-c8dde00dcc75" providerId="ADAL" clId="{F802575D-E059-4D34-AF9E-FBA9882DD96A}" dt="2023-11-07T04:45:46.009" v="24438" actId="20577"/>
        <pc:sldMkLst>
          <pc:docMk/>
          <pc:sldMk cId="489423347" sldId="334"/>
        </pc:sldMkLst>
        <pc:spChg chg="mod">
          <ac:chgData name="Tea Boon Chian" userId="ab84e6a5-2079-4f96-af03-c8dde00dcc75" providerId="ADAL" clId="{F802575D-E059-4D34-AF9E-FBA9882DD96A}" dt="2023-11-07T04:45:46.009" v="24438" actId="20577"/>
          <ac:spMkLst>
            <pc:docMk/>
            <pc:sldMk cId="489423347" sldId="334"/>
            <ac:spMk id="2" creationId="{D249CDDD-7585-DA2B-44FB-D284CA4CC495}"/>
          </ac:spMkLst>
        </pc:spChg>
      </pc:sldChg>
      <pc:sldChg chg="addSp modSp add mod">
        <pc:chgData name="Tea Boon Chian" userId="ab84e6a5-2079-4f96-af03-c8dde00dcc75" providerId="ADAL" clId="{F802575D-E059-4D34-AF9E-FBA9882DD96A}" dt="2023-11-07T05:22:00.473" v="26062" actId="207"/>
        <pc:sldMkLst>
          <pc:docMk/>
          <pc:sldMk cId="3437900490" sldId="335"/>
        </pc:sldMkLst>
        <pc:spChg chg="mod">
          <ac:chgData name="Tea Boon Chian" userId="ab84e6a5-2079-4f96-af03-c8dde00dcc75" providerId="ADAL" clId="{F802575D-E059-4D34-AF9E-FBA9882DD96A}" dt="2023-11-07T05:22:00.473" v="26062" actId="207"/>
          <ac:spMkLst>
            <pc:docMk/>
            <pc:sldMk cId="3437900490" sldId="335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1-07T05:16:12.160" v="26057" actId="1076"/>
          <ac:picMkLst>
            <pc:docMk/>
            <pc:sldMk cId="3437900490" sldId="335"/>
            <ac:picMk id="4" creationId="{4D967D11-3AF9-DCCD-D299-1B8A3493FF5C}"/>
          </ac:picMkLst>
        </pc:picChg>
      </pc:sldChg>
      <pc:sldChg chg="modSp add mod">
        <pc:chgData name="Tea Boon Chian" userId="ab84e6a5-2079-4f96-af03-c8dde00dcc75" providerId="ADAL" clId="{F802575D-E059-4D34-AF9E-FBA9882DD96A}" dt="2023-11-07T07:44:42.571" v="27978" actId="207"/>
        <pc:sldMkLst>
          <pc:docMk/>
          <pc:sldMk cId="1640643500" sldId="336"/>
        </pc:sldMkLst>
        <pc:spChg chg="mod">
          <ac:chgData name="Tea Boon Chian" userId="ab84e6a5-2079-4f96-af03-c8dde00dcc75" providerId="ADAL" clId="{F802575D-E059-4D34-AF9E-FBA9882DD96A}" dt="2023-11-07T07:18:51.626" v="26563"/>
          <ac:spMkLst>
            <pc:docMk/>
            <pc:sldMk cId="1640643500" sldId="33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7:44:42.571" v="27978" actId="207"/>
          <ac:spMkLst>
            <pc:docMk/>
            <pc:sldMk cId="1640643500" sldId="336"/>
            <ac:spMk id="3" creationId="{D90E760E-FD28-0F2B-87A3-DB38B2BD8387}"/>
          </ac:spMkLst>
        </pc:spChg>
      </pc:sldChg>
      <pc:sldChg chg="modSp add mod modAnim">
        <pc:chgData name="Tea Boon Chian" userId="ab84e6a5-2079-4f96-af03-c8dde00dcc75" providerId="ADAL" clId="{F802575D-E059-4D34-AF9E-FBA9882DD96A}" dt="2023-11-22T08:46:04.328" v="38558"/>
        <pc:sldMkLst>
          <pc:docMk/>
          <pc:sldMk cId="15470973" sldId="337"/>
        </pc:sldMkLst>
        <pc:spChg chg="mod">
          <ac:chgData name="Tea Boon Chian" userId="ab84e6a5-2079-4f96-af03-c8dde00dcc75" providerId="ADAL" clId="{F802575D-E059-4D34-AF9E-FBA9882DD96A}" dt="2023-11-07T05:08:24.101" v="25685" actId="20577"/>
          <ac:spMkLst>
            <pc:docMk/>
            <pc:sldMk cId="15470973" sldId="337"/>
            <ac:spMk id="3" creationId="{D90E760E-FD28-0F2B-87A3-DB38B2BD8387}"/>
          </ac:spMkLst>
        </pc:spChg>
        <pc:graphicFrameChg chg="modGraphic">
          <ac:chgData name="Tea Boon Chian" userId="ab84e6a5-2079-4f96-af03-c8dde00dcc75" providerId="ADAL" clId="{F802575D-E059-4D34-AF9E-FBA9882DD96A}" dt="2023-11-07T05:05:35.582" v="25628" actId="207"/>
          <ac:graphicFrameMkLst>
            <pc:docMk/>
            <pc:sldMk cId="15470973" sldId="337"/>
            <ac:graphicFrameMk id="4" creationId="{C14F8BB2-EAEB-D2C3-BB78-6757453A77AC}"/>
          </ac:graphicFrameMkLst>
        </pc:graphicFrameChg>
      </pc:sldChg>
      <pc:sldChg chg="modSp add del mod">
        <pc:chgData name="Tea Boon Chian" userId="ab84e6a5-2079-4f96-af03-c8dde00dcc75" providerId="ADAL" clId="{F802575D-E059-4D34-AF9E-FBA9882DD96A}" dt="2023-11-07T04:59:53.296" v="25376" actId="2696"/>
        <pc:sldMkLst>
          <pc:docMk/>
          <pc:sldMk cId="1210413368" sldId="337"/>
        </pc:sldMkLst>
        <pc:spChg chg="mod">
          <ac:chgData name="Tea Boon Chian" userId="ab84e6a5-2079-4f96-af03-c8dde00dcc75" providerId="ADAL" clId="{F802575D-E059-4D34-AF9E-FBA9882DD96A}" dt="2023-11-07T04:59:41.876" v="25375" actId="207"/>
          <ac:spMkLst>
            <pc:docMk/>
            <pc:sldMk cId="1210413368" sldId="337"/>
            <ac:spMk id="3" creationId="{D90E760E-FD28-0F2B-87A3-DB38B2BD8387}"/>
          </ac:spMkLst>
        </pc:spChg>
      </pc:sldChg>
      <pc:sldChg chg="addSp delSp modSp add mod modAnim">
        <pc:chgData name="Tea Boon Chian" userId="ab84e6a5-2079-4f96-af03-c8dde00dcc75" providerId="ADAL" clId="{F802575D-E059-4D34-AF9E-FBA9882DD96A}" dt="2023-11-22T08:46:11.404" v="38560"/>
        <pc:sldMkLst>
          <pc:docMk/>
          <pc:sldMk cId="1259077001" sldId="338"/>
        </pc:sldMkLst>
        <pc:spChg chg="mod">
          <ac:chgData name="Tea Boon Chian" userId="ab84e6a5-2079-4f96-af03-c8dde00dcc75" providerId="ADAL" clId="{F802575D-E059-4D34-AF9E-FBA9882DD96A}" dt="2023-11-07T05:15:32.685" v="26049" actId="207"/>
          <ac:spMkLst>
            <pc:docMk/>
            <pc:sldMk cId="1259077001" sldId="338"/>
            <ac:spMk id="3" creationId="{D90E760E-FD28-0F2B-87A3-DB38B2BD8387}"/>
          </ac:spMkLst>
        </pc:spChg>
        <pc:graphicFrameChg chg="add del">
          <ac:chgData name="Tea Boon Chian" userId="ab84e6a5-2079-4f96-af03-c8dde00dcc75" providerId="ADAL" clId="{F802575D-E059-4D34-AF9E-FBA9882DD96A}" dt="2023-11-07T05:10:52.844" v="25704" actId="478"/>
          <ac:graphicFrameMkLst>
            <pc:docMk/>
            <pc:sldMk cId="1259077001" sldId="338"/>
            <ac:graphicFrameMk id="4" creationId="{23645182-86B4-8ACE-9F84-7840A9860344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7T05:14:53.770" v="25952" actId="1076"/>
          <ac:graphicFrameMkLst>
            <pc:docMk/>
            <pc:sldMk cId="1259077001" sldId="338"/>
            <ac:graphicFrameMk id="5" creationId="{7E152671-3063-DC2C-F6B5-6A8E75B775B1}"/>
          </ac:graphicFrameMkLst>
        </pc:graphicFrameChg>
      </pc:sldChg>
      <pc:sldChg chg="addSp modSp add mod">
        <pc:chgData name="Tea Boon Chian" userId="ab84e6a5-2079-4f96-af03-c8dde00dcc75" providerId="ADAL" clId="{F802575D-E059-4D34-AF9E-FBA9882DD96A}" dt="2023-11-07T07:31:20.783" v="27246" actId="313"/>
        <pc:sldMkLst>
          <pc:docMk/>
          <pc:sldMk cId="2272962862" sldId="339"/>
        </pc:sldMkLst>
        <pc:spChg chg="mod">
          <ac:chgData name="Tea Boon Chian" userId="ab84e6a5-2079-4f96-af03-c8dde00dcc75" providerId="ADAL" clId="{F802575D-E059-4D34-AF9E-FBA9882DD96A}" dt="2023-11-07T07:21:16.320" v="26628" actId="207"/>
          <ac:spMkLst>
            <pc:docMk/>
            <pc:sldMk cId="2272962862" sldId="33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07:31:20.783" v="27246" actId="313"/>
          <ac:spMkLst>
            <pc:docMk/>
            <pc:sldMk cId="2272962862" sldId="339"/>
            <ac:spMk id="3" creationId="{D90E760E-FD28-0F2B-87A3-DB38B2BD8387}"/>
          </ac:spMkLst>
        </pc:spChg>
        <pc:picChg chg="add mod">
          <ac:chgData name="Tea Boon Chian" userId="ab84e6a5-2079-4f96-af03-c8dde00dcc75" providerId="ADAL" clId="{F802575D-E059-4D34-AF9E-FBA9882DD96A}" dt="2023-11-07T07:23:49.134" v="26855" actId="1076"/>
          <ac:picMkLst>
            <pc:docMk/>
            <pc:sldMk cId="2272962862" sldId="339"/>
            <ac:picMk id="1026" creationId="{F945AC19-A88D-D66B-0D67-B646CD9257F9}"/>
          </ac:picMkLst>
        </pc:picChg>
      </pc:sldChg>
      <pc:sldChg chg="addSp delSp modSp add mod">
        <pc:chgData name="Tea Boon Chian" userId="ab84e6a5-2079-4f96-af03-c8dde00dcc75" providerId="ADAL" clId="{F802575D-E059-4D34-AF9E-FBA9882DD96A}" dt="2023-11-07T07:43:54.461" v="27951" actId="20577"/>
        <pc:sldMkLst>
          <pc:docMk/>
          <pc:sldMk cId="2827118432" sldId="340"/>
        </pc:sldMkLst>
        <pc:spChg chg="add del mod">
          <ac:chgData name="Tea Boon Chian" userId="ab84e6a5-2079-4f96-af03-c8dde00dcc75" providerId="ADAL" clId="{F802575D-E059-4D34-AF9E-FBA9882DD96A}" dt="2023-11-07T07:43:54.461" v="27951" actId="20577"/>
          <ac:spMkLst>
            <pc:docMk/>
            <pc:sldMk cId="2827118432" sldId="340"/>
            <ac:spMk id="3" creationId="{D90E760E-FD28-0F2B-87A3-DB38B2BD8387}"/>
          </ac:spMkLst>
        </pc:spChg>
        <pc:picChg chg="add del mod">
          <ac:chgData name="Tea Boon Chian" userId="ab84e6a5-2079-4f96-af03-c8dde00dcc75" providerId="ADAL" clId="{F802575D-E059-4D34-AF9E-FBA9882DD96A}" dt="2023-11-07T07:33:25.777" v="27261"/>
          <ac:picMkLst>
            <pc:docMk/>
            <pc:sldMk cId="2827118432" sldId="340"/>
            <ac:picMk id="4" creationId="{9DDFF865-6667-C5BD-3832-FB3B5A4FB394}"/>
          </ac:picMkLst>
        </pc:picChg>
        <pc:picChg chg="add mod">
          <ac:chgData name="Tea Boon Chian" userId="ab84e6a5-2079-4f96-af03-c8dde00dcc75" providerId="ADAL" clId="{F802575D-E059-4D34-AF9E-FBA9882DD96A}" dt="2023-11-07T07:34:17.719" v="27329" actId="1076"/>
          <ac:picMkLst>
            <pc:docMk/>
            <pc:sldMk cId="2827118432" sldId="340"/>
            <ac:picMk id="5" creationId="{30FC7848-0ED5-6A03-C93C-44B723A89959}"/>
          </ac:picMkLst>
        </pc:picChg>
        <pc:picChg chg="del">
          <ac:chgData name="Tea Boon Chian" userId="ab84e6a5-2079-4f96-af03-c8dde00dcc75" providerId="ADAL" clId="{F802575D-E059-4D34-AF9E-FBA9882DD96A}" dt="2023-11-07T07:31:40.063" v="27248" actId="478"/>
          <ac:picMkLst>
            <pc:docMk/>
            <pc:sldMk cId="2827118432" sldId="340"/>
            <ac:picMk id="1026" creationId="{F945AC19-A88D-D66B-0D67-B646CD9257F9}"/>
          </ac:picMkLst>
        </pc:picChg>
      </pc:sldChg>
      <pc:sldChg chg="addSp delSp modSp add mod">
        <pc:chgData name="Tea Boon Chian" userId="ab84e6a5-2079-4f96-af03-c8dde00dcc75" providerId="ADAL" clId="{F802575D-E059-4D34-AF9E-FBA9882DD96A}" dt="2023-11-07T10:40:44.132" v="28547" actId="207"/>
        <pc:sldMkLst>
          <pc:docMk/>
          <pc:sldMk cId="1509076673" sldId="341"/>
        </pc:sldMkLst>
        <pc:spChg chg="mod">
          <ac:chgData name="Tea Boon Chian" userId="ab84e6a5-2079-4f96-af03-c8dde00dcc75" providerId="ADAL" clId="{F802575D-E059-4D34-AF9E-FBA9882DD96A}" dt="2023-11-07T07:47:43.118" v="28109" actId="255"/>
          <ac:spMkLst>
            <pc:docMk/>
            <pc:sldMk cId="1509076673" sldId="34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0:26:57.581" v="28541" actId="207"/>
          <ac:spMkLst>
            <pc:docMk/>
            <pc:sldMk cId="1509076673" sldId="341"/>
            <ac:spMk id="3" creationId="{D90E760E-FD28-0F2B-87A3-DB38B2BD8387}"/>
          </ac:spMkLst>
        </pc:spChg>
        <pc:spChg chg="add mod ord">
          <ac:chgData name="Tea Boon Chian" userId="ab84e6a5-2079-4f96-af03-c8dde00dcc75" providerId="ADAL" clId="{F802575D-E059-4D34-AF9E-FBA9882DD96A}" dt="2023-11-07T10:40:44.132" v="28547" actId="207"/>
          <ac:spMkLst>
            <pc:docMk/>
            <pc:sldMk cId="1509076673" sldId="341"/>
            <ac:spMk id="6" creationId="{ADDF847E-1897-0A44-1C32-81F076D9538A}"/>
          </ac:spMkLst>
        </pc:spChg>
        <pc:graphicFrameChg chg="add del mod">
          <ac:chgData name="Tea Boon Chian" userId="ab84e6a5-2079-4f96-af03-c8dde00dcc75" providerId="ADAL" clId="{F802575D-E059-4D34-AF9E-FBA9882DD96A}" dt="2023-11-07T10:25:04.542" v="28434"/>
          <ac:graphicFrameMkLst>
            <pc:docMk/>
            <pc:sldMk cId="1509076673" sldId="341"/>
            <ac:graphicFrameMk id="4" creationId="{B6BC75F7-3515-8355-5581-5BED1325CDE4}"/>
          </ac:graphicFrameMkLst>
        </pc:graphicFrameChg>
        <pc:picChg chg="add mod">
          <ac:chgData name="Tea Boon Chian" userId="ab84e6a5-2079-4f96-af03-c8dde00dcc75" providerId="ADAL" clId="{F802575D-E059-4D34-AF9E-FBA9882DD96A}" dt="2023-11-07T10:25:55.033" v="28463" actId="1076"/>
          <ac:picMkLst>
            <pc:docMk/>
            <pc:sldMk cId="1509076673" sldId="341"/>
            <ac:picMk id="5" creationId="{421603D2-AB9E-89B9-2772-0F756024851A}"/>
          </ac:picMkLst>
        </pc:picChg>
      </pc:sldChg>
      <pc:sldChg chg="modSp add mod">
        <pc:chgData name="Tea Boon Chian" userId="ab84e6a5-2079-4f96-af03-c8dde00dcc75" providerId="ADAL" clId="{F802575D-E059-4D34-AF9E-FBA9882DD96A}" dt="2023-11-07T10:49:11.334" v="29113" actId="5793"/>
        <pc:sldMkLst>
          <pc:docMk/>
          <pc:sldMk cId="3536783329" sldId="342"/>
        </pc:sldMkLst>
        <pc:spChg chg="mod">
          <ac:chgData name="Tea Boon Chian" userId="ab84e6a5-2079-4f96-af03-c8dde00dcc75" providerId="ADAL" clId="{F802575D-E059-4D34-AF9E-FBA9882DD96A}" dt="2023-11-07T10:40:56.088" v="28552" actId="255"/>
          <ac:spMkLst>
            <pc:docMk/>
            <pc:sldMk cId="3536783329" sldId="342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0:49:11.334" v="29113" actId="5793"/>
          <ac:spMkLst>
            <pc:docMk/>
            <pc:sldMk cId="3536783329" sldId="342"/>
            <ac:spMk id="3" creationId="{D90E760E-FD28-0F2B-87A3-DB38B2BD8387}"/>
          </ac:spMkLst>
        </pc:spChg>
      </pc:sldChg>
      <pc:sldChg chg="modSp add mod">
        <pc:chgData name="Tea Boon Chian" userId="ab84e6a5-2079-4f96-af03-c8dde00dcc75" providerId="ADAL" clId="{F802575D-E059-4D34-AF9E-FBA9882DD96A}" dt="2023-12-12T01:24:56.212" v="40168"/>
        <pc:sldMkLst>
          <pc:docMk/>
          <pc:sldMk cId="1227804496" sldId="343"/>
        </pc:sldMkLst>
        <pc:spChg chg="mod">
          <ac:chgData name="Tea Boon Chian" userId="ab84e6a5-2079-4f96-af03-c8dde00dcc75" providerId="ADAL" clId="{F802575D-E059-4D34-AF9E-FBA9882DD96A}" dt="2023-12-12T01:24:56.212" v="40168"/>
          <ac:spMkLst>
            <pc:docMk/>
            <pc:sldMk cId="1227804496" sldId="343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7T11:40:47.778" v="31177" actId="20577"/>
          <ac:spMkLst>
            <pc:docMk/>
            <pc:sldMk cId="1227804496" sldId="343"/>
            <ac:spMk id="3" creationId="{D90E760E-FD28-0F2B-87A3-DB38B2BD8387}"/>
          </ac:spMkLst>
        </pc:spChg>
      </pc:sldChg>
      <pc:sldChg chg="add del">
        <pc:chgData name="Tea Boon Chian" userId="ab84e6a5-2079-4f96-af03-c8dde00dcc75" providerId="ADAL" clId="{F802575D-E059-4D34-AF9E-FBA9882DD96A}" dt="2023-11-07T10:52:07.789" v="29115" actId="47"/>
        <pc:sldMkLst>
          <pc:docMk/>
          <pc:sldMk cId="1524145909" sldId="343"/>
        </pc:sldMkLst>
      </pc:sldChg>
      <pc:sldChg chg="modSp add mod">
        <pc:chgData name="Tea Boon Chian" userId="ab84e6a5-2079-4f96-af03-c8dde00dcc75" providerId="ADAL" clId="{F802575D-E059-4D34-AF9E-FBA9882DD96A}" dt="2023-11-08T04:06:09.097" v="32181" actId="20577"/>
        <pc:sldMkLst>
          <pc:docMk/>
          <pc:sldMk cId="530773806" sldId="344"/>
        </pc:sldMkLst>
        <pc:spChg chg="mod">
          <ac:chgData name="Tea Boon Chian" userId="ab84e6a5-2079-4f96-af03-c8dde00dcc75" providerId="ADAL" clId="{F802575D-E059-4D34-AF9E-FBA9882DD96A}" dt="2023-11-08T04:06:09.097" v="32181" actId="20577"/>
          <ac:spMkLst>
            <pc:docMk/>
            <pc:sldMk cId="530773806" sldId="344"/>
            <ac:spMk id="2" creationId="{D249CDDD-7585-DA2B-44FB-D284CA4CC495}"/>
          </ac:spMkLst>
        </pc:spChg>
      </pc:sldChg>
      <pc:sldChg chg="add del">
        <pc:chgData name="Tea Boon Chian" userId="ab84e6a5-2079-4f96-af03-c8dde00dcc75" providerId="ADAL" clId="{F802575D-E059-4D34-AF9E-FBA9882DD96A}" dt="2023-11-07T10:52:06.909" v="29114" actId="47"/>
        <pc:sldMkLst>
          <pc:docMk/>
          <pc:sldMk cId="2298607164" sldId="344"/>
        </pc:sldMkLst>
      </pc:sldChg>
      <pc:sldChg chg="modSp add mod">
        <pc:chgData name="Tea Boon Chian" userId="ab84e6a5-2079-4f96-af03-c8dde00dcc75" providerId="ADAL" clId="{F802575D-E059-4D34-AF9E-FBA9882DD96A}" dt="2023-11-08T04:38:51.822" v="34314" actId="20577"/>
        <pc:sldMkLst>
          <pc:docMk/>
          <pc:sldMk cId="411068856" sldId="345"/>
        </pc:sldMkLst>
        <pc:spChg chg="mod">
          <ac:chgData name="Tea Boon Chian" userId="ab84e6a5-2079-4f96-af03-c8dde00dcc75" providerId="ADAL" clId="{F802575D-E059-4D34-AF9E-FBA9882DD96A}" dt="2023-11-08T04:38:51.822" v="34314" actId="20577"/>
          <ac:spMkLst>
            <pc:docMk/>
            <pc:sldMk cId="411068856" sldId="345"/>
            <ac:spMk id="2" creationId="{D249CDDD-7585-DA2B-44FB-D284CA4CC495}"/>
          </ac:spMkLst>
        </pc:spChg>
      </pc:sldChg>
      <pc:sldChg chg="addSp modSp add mod">
        <pc:chgData name="Tea Boon Chian" userId="ab84e6a5-2079-4f96-af03-c8dde00dcc75" providerId="ADAL" clId="{F802575D-E059-4D34-AF9E-FBA9882DD96A}" dt="2023-11-08T08:53:14.298" v="37318" actId="20577"/>
        <pc:sldMkLst>
          <pc:docMk/>
          <pc:sldMk cId="981714674" sldId="346"/>
        </pc:sldMkLst>
        <pc:spChg chg="mod">
          <ac:chgData name="Tea Boon Chian" userId="ab84e6a5-2079-4f96-af03-c8dde00dcc75" providerId="ADAL" clId="{F802575D-E059-4D34-AF9E-FBA9882DD96A}" dt="2023-11-08T04:57:07.067" v="35707" actId="404"/>
          <ac:spMkLst>
            <pc:docMk/>
            <pc:sldMk cId="981714674" sldId="346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8:53:14.298" v="37318" actId="20577"/>
          <ac:spMkLst>
            <pc:docMk/>
            <pc:sldMk cId="981714674" sldId="346"/>
            <ac:spMk id="3" creationId="{D90E760E-FD28-0F2B-87A3-DB38B2BD8387}"/>
          </ac:spMkLst>
        </pc:spChg>
        <pc:spChg chg="add mod">
          <ac:chgData name="Tea Boon Chian" userId="ab84e6a5-2079-4f96-af03-c8dde00dcc75" providerId="ADAL" clId="{F802575D-E059-4D34-AF9E-FBA9882DD96A}" dt="2023-11-08T05:01:19.835" v="35918" actId="1076"/>
          <ac:spMkLst>
            <pc:docMk/>
            <pc:sldMk cId="981714674" sldId="346"/>
            <ac:spMk id="5" creationId="{ACC1A5A3-C868-D6EA-989F-FE8FC30EA065}"/>
          </ac:spMkLst>
        </pc:spChg>
        <pc:spChg chg="add mod">
          <ac:chgData name="Tea Boon Chian" userId="ab84e6a5-2079-4f96-af03-c8dde00dcc75" providerId="ADAL" clId="{F802575D-E059-4D34-AF9E-FBA9882DD96A}" dt="2023-11-08T05:01:11.348" v="35917" actId="1076"/>
          <ac:spMkLst>
            <pc:docMk/>
            <pc:sldMk cId="981714674" sldId="346"/>
            <ac:spMk id="6" creationId="{834ACF27-A191-EC89-B2A2-48A4FD1A1AA5}"/>
          </ac:spMkLst>
        </pc:spChg>
        <pc:spChg chg="add mod">
          <ac:chgData name="Tea Boon Chian" userId="ab84e6a5-2079-4f96-af03-c8dde00dcc75" providerId="ADAL" clId="{F802575D-E059-4D34-AF9E-FBA9882DD96A}" dt="2023-11-08T05:00:52.872" v="35914" actId="113"/>
          <ac:spMkLst>
            <pc:docMk/>
            <pc:sldMk cId="981714674" sldId="346"/>
            <ac:spMk id="7" creationId="{48EE3A0E-53EA-657B-A901-69BA25C6A377}"/>
          </ac:spMkLst>
        </pc:spChg>
        <pc:spChg chg="add mod">
          <ac:chgData name="Tea Boon Chian" userId="ab84e6a5-2079-4f96-af03-c8dde00dcc75" providerId="ADAL" clId="{F802575D-E059-4D34-AF9E-FBA9882DD96A}" dt="2023-11-08T05:01:00.169" v="35916" actId="1076"/>
          <ac:spMkLst>
            <pc:docMk/>
            <pc:sldMk cId="981714674" sldId="346"/>
            <ac:spMk id="8" creationId="{DC2E9C2B-31DD-05C1-0D53-A8CCCE02488D}"/>
          </ac:spMkLst>
        </pc:spChg>
        <pc:graphicFrameChg chg="add mod modGraphic">
          <ac:chgData name="Tea Boon Chian" userId="ab84e6a5-2079-4f96-af03-c8dde00dcc75" providerId="ADAL" clId="{F802575D-E059-4D34-AF9E-FBA9882DD96A}" dt="2023-11-08T04:59:20.383" v="35873" actId="113"/>
          <ac:graphicFrameMkLst>
            <pc:docMk/>
            <pc:sldMk cId="981714674" sldId="346"/>
            <ac:graphicFrameMk id="4" creationId="{17906AD7-6415-3422-C61C-E75B5E75F305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08T09:04:30.278" v="38059" actId="20577"/>
        <pc:sldMkLst>
          <pc:docMk/>
          <pc:sldMk cId="1625610800" sldId="347"/>
        </pc:sldMkLst>
        <pc:spChg chg="mod">
          <ac:chgData name="Tea Boon Chian" userId="ab84e6a5-2079-4f96-af03-c8dde00dcc75" providerId="ADAL" clId="{F802575D-E059-4D34-AF9E-FBA9882DD96A}" dt="2023-11-08T05:05:21.039" v="36182" actId="207"/>
          <ac:spMkLst>
            <pc:docMk/>
            <pc:sldMk cId="1625610800" sldId="347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9:04:30.278" v="38059" actId="20577"/>
          <ac:spMkLst>
            <pc:docMk/>
            <pc:sldMk cId="1625610800" sldId="347"/>
            <ac:spMk id="3" creationId="{D90E760E-FD28-0F2B-87A3-DB38B2BD8387}"/>
          </ac:spMkLst>
        </pc:spChg>
      </pc:sldChg>
      <pc:sldChg chg="add del">
        <pc:chgData name="Tea Boon Chian" userId="ab84e6a5-2079-4f96-af03-c8dde00dcc75" providerId="ADAL" clId="{F802575D-E059-4D34-AF9E-FBA9882DD96A}" dt="2023-11-08T04:54:11.862" v="35551"/>
        <pc:sldMkLst>
          <pc:docMk/>
          <pc:sldMk cId="102644475" sldId="348"/>
        </pc:sldMkLst>
      </pc:sldChg>
      <pc:sldChg chg="addSp delSp modSp add mod">
        <pc:chgData name="Tea Boon Chian" userId="ab84e6a5-2079-4f96-af03-c8dde00dcc75" providerId="ADAL" clId="{F802575D-E059-4D34-AF9E-FBA9882DD96A}" dt="2023-11-30T11:38:19.510" v="39379" actId="20577"/>
        <pc:sldMkLst>
          <pc:docMk/>
          <pc:sldMk cId="768326481" sldId="348"/>
        </pc:sldMkLst>
        <pc:spChg chg="mod">
          <ac:chgData name="Tea Boon Chian" userId="ab84e6a5-2079-4f96-af03-c8dde00dcc75" providerId="ADAL" clId="{F802575D-E059-4D34-AF9E-FBA9882DD96A}" dt="2023-11-08T08:44:55.514" v="36655" actId="404"/>
          <ac:spMkLst>
            <pc:docMk/>
            <pc:sldMk cId="768326481" sldId="34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30T11:38:19.510" v="39379" actId="20577"/>
          <ac:spMkLst>
            <pc:docMk/>
            <pc:sldMk cId="768326481" sldId="348"/>
            <ac:spMk id="3" creationId="{D90E760E-FD28-0F2B-87A3-DB38B2BD8387}"/>
          </ac:spMkLst>
        </pc:spChg>
        <pc:spChg chg="add mod">
          <ac:chgData name="Tea Boon Chian" userId="ab84e6a5-2079-4f96-af03-c8dde00dcc75" providerId="ADAL" clId="{F802575D-E059-4D34-AF9E-FBA9882DD96A}" dt="2023-11-08T08:53:44.146" v="37324" actId="207"/>
          <ac:spMkLst>
            <pc:docMk/>
            <pc:sldMk cId="768326481" sldId="348"/>
            <ac:spMk id="7" creationId="{1E33E075-6894-2934-4C06-2EE1BB101424}"/>
          </ac:spMkLst>
        </pc:spChg>
        <pc:graphicFrameChg chg="add del mod modGraphic">
          <ac:chgData name="Tea Boon Chian" userId="ab84e6a5-2079-4f96-af03-c8dde00dcc75" providerId="ADAL" clId="{F802575D-E059-4D34-AF9E-FBA9882DD96A}" dt="2023-11-08T08:50:17.819" v="37122" actId="478"/>
          <ac:graphicFrameMkLst>
            <pc:docMk/>
            <pc:sldMk cId="768326481" sldId="348"/>
            <ac:graphicFrameMk id="4" creationId="{8A3FC495-489A-7A88-C982-F6A973431111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8:53:18.634" v="37319" actId="1076"/>
          <ac:graphicFrameMkLst>
            <pc:docMk/>
            <pc:sldMk cId="768326481" sldId="348"/>
            <ac:graphicFrameMk id="5" creationId="{B3C33CC0-2F0D-A969-0A12-9607223DA96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08T08:53:20.800" v="37320" actId="1076"/>
          <ac:graphicFrameMkLst>
            <pc:docMk/>
            <pc:sldMk cId="768326481" sldId="348"/>
            <ac:graphicFrameMk id="6" creationId="{7112772D-FE33-384E-79D0-B081051AD534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08T05:04:42.626" v="36136" actId="20577"/>
        <pc:sldMkLst>
          <pc:docMk/>
          <pc:sldMk cId="3204011885" sldId="349"/>
        </pc:sldMkLst>
        <pc:spChg chg="mod">
          <ac:chgData name="Tea Boon Chian" userId="ab84e6a5-2079-4f96-af03-c8dde00dcc75" providerId="ADAL" clId="{F802575D-E059-4D34-AF9E-FBA9882DD96A}" dt="2023-11-08T05:04:42.626" v="36136" actId="20577"/>
          <ac:spMkLst>
            <pc:docMk/>
            <pc:sldMk cId="3204011885" sldId="349"/>
            <ac:spMk id="2" creationId="{D249CDDD-7585-DA2B-44FB-D284CA4CC495}"/>
          </ac:spMkLst>
        </pc:spChg>
      </pc:sldChg>
      <pc:sldChg chg="modSp add mod">
        <pc:chgData name="Tea Boon Chian" userId="ab84e6a5-2079-4f96-af03-c8dde00dcc75" providerId="ADAL" clId="{F802575D-E059-4D34-AF9E-FBA9882DD96A}" dt="2023-11-08T08:57:43.642" v="37577" actId="207"/>
        <pc:sldMkLst>
          <pc:docMk/>
          <pc:sldMk cId="3877434455" sldId="350"/>
        </pc:sldMkLst>
        <pc:spChg chg="mod">
          <ac:chgData name="Tea Boon Chian" userId="ab84e6a5-2079-4f96-af03-c8dde00dcc75" providerId="ADAL" clId="{F802575D-E059-4D34-AF9E-FBA9882DD96A}" dt="2023-11-08T08:57:43.642" v="37577" actId="207"/>
          <ac:spMkLst>
            <pc:docMk/>
            <pc:sldMk cId="3877434455" sldId="350"/>
            <ac:spMk id="3" creationId="{D90E760E-FD28-0F2B-87A3-DB38B2BD8387}"/>
          </ac:spMkLst>
        </pc:spChg>
      </pc:sldChg>
      <pc:sldChg chg="addSp delSp modSp add mod">
        <pc:chgData name="Tea Boon Chian" userId="ab84e6a5-2079-4f96-af03-c8dde00dcc75" providerId="ADAL" clId="{F802575D-E059-4D34-AF9E-FBA9882DD96A}" dt="2023-11-08T09:08:27.636" v="38541" actId="20577"/>
        <pc:sldMkLst>
          <pc:docMk/>
          <pc:sldMk cId="2566712550" sldId="351"/>
        </pc:sldMkLst>
        <pc:spChg chg="mod">
          <ac:chgData name="Tea Boon Chian" userId="ab84e6a5-2079-4f96-af03-c8dde00dcc75" providerId="ADAL" clId="{F802575D-E059-4D34-AF9E-FBA9882DD96A}" dt="2023-11-08T09:00:37.416" v="37579" actId="20577"/>
          <ac:spMkLst>
            <pc:docMk/>
            <pc:sldMk cId="2566712550" sldId="351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08T09:08:27.636" v="38541" actId="20577"/>
          <ac:spMkLst>
            <pc:docMk/>
            <pc:sldMk cId="2566712550" sldId="351"/>
            <ac:spMk id="3" creationId="{D90E760E-FD28-0F2B-87A3-DB38B2BD8387}"/>
          </ac:spMkLst>
        </pc:spChg>
        <pc:graphicFrameChg chg="add del mod">
          <ac:chgData name="Tea Boon Chian" userId="ab84e6a5-2079-4f96-af03-c8dde00dcc75" providerId="ADAL" clId="{F802575D-E059-4D34-AF9E-FBA9882DD96A}" dt="2023-11-08T09:06:46.454" v="38357"/>
          <ac:graphicFrameMkLst>
            <pc:docMk/>
            <pc:sldMk cId="2566712550" sldId="351"/>
            <ac:graphicFrameMk id="4" creationId="{FC0A3454-E1F6-4833-104F-B1E226AE5363}"/>
          </ac:graphicFrameMkLst>
        </pc:graphicFrameChg>
      </pc:sldChg>
      <pc:sldChg chg="add del">
        <pc:chgData name="Tea Boon Chian" userId="ab84e6a5-2079-4f96-af03-c8dde00dcc75" providerId="ADAL" clId="{F802575D-E059-4D34-AF9E-FBA9882DD96A}" dt="2023-11-08T09:06:46.454" v="38357"/>
        <pc:sldMkLst>
          <pc:docMk/>
          <pc:sldMk cId="586455841" sldId="352"/>
        </pc:sldMkLst>
      </pc:sldChg>
      <pc:sldChg chg="modSp add del mod">
        <pc:chgData name="Tea Boon Chian" userId="ab84e6a5-2079-4f96-af03-c8dde00dcc75" providerId="ADAL" clId="{F802575D-E059-4D34-AF9E-FBA9882DD96A}" dt="2023-11-30T11:54:58.984" v="40110" actId="47"/>
        <pc:sldMkLst>
          <pc:docMk/>
          <pc:sldMk cId="2555471479" sldId="352"/>
        </pc:sldMkLst>
        <pc:spChg chg="mod">
          <ac:chgData name="Tea Boon Chian" userId="ab84e6a5-2079-4f96-af03-c8dde00dcc75" providerId="ADAL" clId="{F802575D-E059-4D34-AF9E-FBA9882DD96A}" dt="2023-11-28T12:05:57.820" v="38568" actId="20577"/>
          <ac:spMkLst>
            <pc:docMk/>
            <pc:sldMk cId="2555471479" sldId="352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1-28T12:05:45.066" v="38564" actId="12385"/>
          <ac:graphicFrameMkLst>
            <pc:docMk/>
            <pc:sldMk cId="2555471479" sldId="352"/>
            <ac:graphicFrameMk id="4" creationId="{C14F8BB2-EAEB-D2C3-BB78-6757453A77AC}"/>
          </ac:graphicFrameMkLst>
        </pc:graphicFrameChg>
      </pc:sldChg>
      <pc:sldChg chg="addSp delSp modSp add del mod">
        <pc:chgData name="Tea Boon Chian" userId="ab84e6a5-2079-4f96-af03-c8dde00dcc75" providerId="ADAL" clId="{F802575D-E059-4D34-AF9E-FBA9882DD96A}" dt="2023-11-30T11:54:48.074" v="40109" actId="47"/>
        <pc:sldMkLst>
          <pc:docMk/>
          <pc:sldMk cId="33032441" sldId="353"/>
        </pc:sldMkLst>
        <pc:spChg chg="mod">
          <ac:chgData name="Tea Boon Chian" userId="ab84e6a5-2079-4f96-af03-c8dde00dcc75" providerId="ADAL" clId="{F802575D-E059-4D34-AF9E-FBA9882DD96A}" dt="2023-11-28T12:08:54.157" v="38591" actId="1076"/>
          <ac:spMkLst>
            <pc:docMk/>
            <pc:sldMk cId="33032441" sldId="353"/>
            <ac:spMk id="2" creationId="{D249CDDD-7585-DA2B-44FB-D284CA4CC495}"/>
          </ac:spMkLst>
        </pc:spChg>
        <pc:spChg chg="del mod">
          <ac:chgData name="Tea Boon Chian" userId="ab84e6a5-2079-4f96-af03-c8dde00dcc75" providerId="ADAL" clId="{F802575D-E059-4D34-AF9E-FBA9882DD96A}" dt="2023-11-28T12:07:24.050" v="38572" actId="478"/>
          <ac:spMkLst>
            <pc:docMk/>
            <pc:sldMk cId="33032441" sldId="353"/>
            <ac:spMk id="3" creationId="{D90E760E-FD28-0F2B-87A3-DB38B2BD8387}"/>
          </ac:spMkLst>
        </pc:spChg>
        <pc:graphicFrameChg chg="del">
          <ac:chgData name="Tea Boon Chian" userId="ab84e6a5-2079-4f96-af03-c8dde00dcc75" providerId="ADAL" clId="{F802575D-E059-4D34-AF9E-FBA9882DD96A}" dt="2023-11-28T12:07:20.296" v="38570" actId="478"/>
          <ac:graphicFrameMkLst>
            <pc:docMk/>
            <pc:sldMk cId="33032441" sldId="353"/>
            <ac:graphicFrameMk id="5" creationId="{7E152671-3063-DC2C-F6B5-6A8E75B775B1}"/>
          </ac:graphicFrameMkLst>
        </pc:graphicFrameChg>
        <pc:picChg chg="add mod">
          <ac:chgData name="Tea Boon Chian" userId="ab84e6a5-2079-4f96-af03-c8dde00dcc75" providerId="ADAL" clId="{F802575D-E059-4D34-AF9E-FBA9882DD96A}" dt="2023-11-28T12:08:48.409" v="38589" actId="1038"/>
          <ac:picMkLst>
            <pc:docMk/>
            <pc:sldMk cId="33032441" sldId="353"/>
            <ac:picMk id="4" creationId="{8D383FF0-A9B2-FEF4-0A1F-3AD3921FDEC8}"/>
          </ac:picMkLst>
        </pc:picChg>
      </pc:sldChg>
      <pc:sldChg chg="addSp delSp modSp add mod">
        <pc:chgData name="Tea Boon Chian" userId="ab84e6a5-2079-4f96-af03-c8dde00dcc75" providerId="ADAL" clId="{F802575D-E059-4D34-AF9E-FBA9882DD96A}" dt="2023-11-30T11:43:31.782" v="39685" actId="207"/>
        <pc:sldMkLst>
          <pc:docMk/>
          <pc:sldMk cId="3247818973" sldId="354"/>
        </pc:sldMkLst>
        <pc:spChg chg="mod">
          <ac:chgData name="Tea Boon Chian" userId="ab84e6a5-2079-4f96-af03-c8dde00dcc75" providerId="ADAL" clId="{F802575D-E059-4D34-AF9E-FBA9882DD96A}" dt="2023-11-30T11:43:31.782" v="39685" actId="207"/>
          <ac:spMkLst>
            <pc:docMk/>
            <pc:sldMk cId="3247818973" sldId="354"/>
            <ac:spMk id="3" creationId="{D90E760E-FD28-0F2B-87A3-DB38B2BD8387}"/>
          </ac:spMkLst>
        </pc:spChg>
        <pc:graphicFrameChg chg="del">
          <ac:chgData name="Tea Boon Chian" userId="ab84e6a5-2079-4f96-af03-c8dde00dcc75" providerId="ADAL" clId="{F802575D-E059-4D34-AF9E-FBA9882DD96A}" dt="2023-11-28T12:09:34.037" v="38594" actId="478"/>
          <ac:graphicFrameMkLst>
            <pc:docMk/>
            <pc:sldMk cId="3247818973" sldId="354"/>
            <ac:graphicFrameMk id="4" creationId="{307C5186-07FE-7CA5-F5D2-38AE88BB5EF9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1:43:11.914" v="39649" actId="122"/>
          <ac:graphicFrameMkLst>
            <pc:docMk/>
            <pc:sldMk cId="3247818973" sldId="354"/>
            <ac:graphicFrameMk id="4" creationId="{30C4C8C6-FD6B-1BEF-2908-0E1095E5D361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1-30T11:39:01.826" v="39391" actId="1035"/>
        <pc:sldMkLst>
          <pc:docMk/>
          <pc:sldMk cId="2525966068" sldId="355"/>
        </pc:sldMkLst>
        <pc:spChg chg="mod">
          <ac:chgData name="Tea Boon Chian" userId="ab84e6a5-2079-4f96-af03-c8dde00dcc75" providerId="ADAL" clId="{F802575D-E059-4D34-AF9E-FBA9882DD96A}" dt="2023-11-30T11:38:08.994" v="39374" actId="20577"/>
          <ac:spMkLst>
            <pc:docMk/>
            <pc:sldMk cId="2525966068" sldId="355"/>
            <ac:spMk id="3" creationId="{D90E760E-FD28-0F2B-87A3-DB38B2BD8387}"/>
          </ac:spMkLst>
        </pc:spChg>
        <pc:spChg chg="add del mod">
          <ac:chgData name="Tea Boon Chian" userId="ab84e6a5-2079-4f96-af03-c8dde00dcc75" providerId="ADAL" clId="{F802575D-E059-4D34-AF9E-FBA9882DD96A}" dt="2023-11-30T11:37:00.442" v="39249" actId="478"/>
          <ac:spMkLst>
            <pc:docMk/>
            <pc:sldMk cId="2525966068" sldId="355"/>
            <ac:spMk id="4" creationId="{6B7E4725-013F-3040-27F6-26703FEA0425}"/>
          </ac:spMkLst>
        </pc:spChg>
        <pc:spChg chg="mod">
          <ac:chgData name="Tea Boon Chian" userId="ab84e6a5-2079-4f96-af03-c8dde00dcc75" providerId="ADAL" clId="{F802575D-E059-4D34-AF9E-FBA9882DD96A}" dt="2023-11-30T11:39:01.826" v="39391" actId="1035"/>
          <ac:spMkLst>
            <pc:docMk/>
            <pc:sldMk cId="2525966068" sldId="355"/>
            <ac:spMk id="7" creationId="{1E33E075-6894-2934-4C06-2EE1BB101424}"/>
          </ac:spMkLst>
        </pc:spChg>
        <pc:graphicFrameChg chg="mod">
          <ac:chgData name="Tea Boon Chian" userId="ab84e6a5-2079-4f96-af03-c8dde00dcc75" providerId="ADAL" clId="{F802575D-E059-4D34-AF9E-FBA9882DD96A}" dt="2023-11-30T11:39:01.826" v="39391" actId="1035"/>
          <ac:graphicFrameMkLst>
            <pc:docMk/>
            <pc:sldMk cId="2525966068" sldId="355"/>
            <ac:graphicFrameMk id="5" creationId="{B3C33CC0-2F0D-A969-0A12-9607223DA965}"/>
          </ac:graphicFrameMkLst>
        </pc:graphicFrameChg>
        <pc:graphicFrameChg chg="mod">
          <ac:chgData name="Tea Boon Chian" userId="ab84e6a5-2079-4f96-af03-c8dde00dcc75" providerId="ADAL" clId="{F802575D-E059-4D34-AF9E-FBA9882DD96A}" dt="2023-11-30T11:39:01.826" v="39391" actId="1035"/>
          <ac:graphicFrameMkLst>
            <pc:docMk/>
            <pc:sldMk cId="2525966068" sldId="355"/>
            <ac:graphicFrameMk id="6" creationId="{7112772D-FE33-384E-79D0-B081051AD534}"/>
          </ac:graphicFrameMkLst>
        </pc:graphicFrameChg>
        <pc:graphicFrameChg chg="add del mod modGraphic">
          <ac:chgData name="Tea Boon Chian" userId="ab84e6a5-2079-4f96-af03-c8dde00dcc75" providerId="ADAL" clId="{F802575D-E059-4D34-AF9E-FBA9882DD96A}" dt="2023-11-30T11:36:59.470" v="39248" actId="478"/>
          <ac:graphicFrameMkLst>
            <pc:docMk/>
            <pc:sldMk cId="2525966068" sldId="355"/>
            <ac:graphicFrameMk id="8" creationId="{53A68A8F-348A-900B-EF7B-4D4F6CA2C20E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30T11:45:11.630" v="39766" actId="207"/>
        <pc:sldMkLst>
          <pc:docMk/>
          <pc:sldMk cId="2121626228" sldId="356"/>
        </pc:sldMkLst>
        <pc:spChg chg="mod">
          <ac:chgData name="Tea Boon Chian" userId="ab84e6a5-2079-4f96-af03-c8dde00dcc75" providerId="ADAL" clId="{F802575D-E059-4D34-AF9E-FBA9882DD96A}" dt="2023-11-30T11:45:11.630" v="39766" actId="207"/>
          <ac:spMkLst>
            <pc:docMk/>
            <pc:sldMk cId="2121626228" sldId="356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1-30T11:44:50.572" v="39730" actId="14100"/>
          <ac:graphicFrameMkLst>
            <pc:docMk/>
            <pc:sldMk cId="2121626228" sldId="356"/>
            <ac:graphicFrameMk id="4" creationId="{30C4C8C6-FD6B-1BEF-2908-0E1095E5D361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2-04T03:03:42.642" v="40115" actId="6549"/>
        <pc:sldMkLst>
          <pc:docMk/>
          <pc:sldMk cId="1958689497" sldId="357"/>
        </pc:sldMkLst>
        <pc:spChg chg="mod">
          <ac:chgData name="Tea Boon Chian" userId="ab84e6a5-2079-4f96-af03-c8dde00dcc75" providerId="ADAL" clId="{F802575D-E059-4D34-AF9E-FBA9882DD96A}" dt="2023-11-30T11:46:46.665" v="39854" actId="207"/>
          <ac:spMkLst>
            <pc:docMk/>
            <pc:sldMk cId="1958689497" sldId="357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2-04T03:03:42.642" v="40115" actId="6549"/>
          <ac:graphicFrameMkLst>
            <pc:docMk/>
            <pc:sldMk cId="1958689497" sldId="357"/>
            <ac:graphicFrameMk id="4" creationId="{30C4C8C6-FD6B-1BEF-2908-0E1095E5D361}"/>
          </ac:graphicFrameMkLst>
        </pc:graphicFrameChg>
        <pc:graphicFrameChg chg="add del mod">
          <ac:chgData name="Tea Boon Chian" userId="ab84e6a5-2079-4f96-af03-c8dde00dcc75" providerId="ADAL" clId="{F802575D-E059-4D34-AF9E-FBA9882DD96A}" dt="2023-12-04T03:02:09.274" v="40114"/>
          <ac:graphicFrameMkLst>
            <pc:docMk/>
            <pc:sldMk cId="1958689497" sldId="357"/>
            <ac:graphicFrameMk id="5" creationId="{75EAFC79-1477-8DDD-B99D-A307CD1CB97B}"/>
          </ac:graphicFrameMkLst>
        </pc:graphicFrameChg>
      </pc:sldChg>
      <pc:sldChg chg="modSp add mod">
        <pc:chgData name="Tea Boon Chian" userId="ab84e6a5-2079-4f96-af03-c8dde00dcc75" providerId="ADAL" clId="{F802575D-E059-4D34-AF9E-FBA9882DD96A}" dt="2023-11-30T11:47:51.925" v="39942" actId="207"/>
        <pc:sldMkLst>
          <pc:docMk/>
          <pc:sldMk cId="77632850" sldId="358"/>
        </pc:sldMkLst>
        <pc:spChg chg="mod">
          <ac:chgData name="Tea Boon Chian" userId="ab84e6a5-2079-4f96-af03-c8dde00dcc75" providerId="ADAL" clId="{F802575D-E059-4D34-AF9E-FBA9882DD96A}" dt="2023-11-30T11:36:06.265" v="39233" actId="403"/>
          <ac:spMkLst>
            <pc:docMk/>
            <pc:sldMk cId="77632850" sldId="358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30T11:47:51.925" v="39942" actId="207"/>
          <ac:spMkLst>
            <pc:docMk/>
            <pc:sldMk cId="77632850" sldId="358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1-30T11:47:20.461" v="39899" actId="20577"/>
          <ac:graphicFrameMkLst>
            <pc:docMk/>
            <pc:sldMk cId="77632850" sldId="358"/>
            <ac:graphicFrameMk id="4" creationId="{30C4C8C6-FD6B-1BEF-2908-0E1095E5D361}"/>
          </ac:graphicFrameMkLst>
        </pc:graphicFrameChg>
      </pc:sldChg>
      <pc:sldChg chg="modSp add mod ord">
        <pc:chgData name="Tea Boon Chian" userId="ab84e6a5-2079-4f96-af03-c8dde00dcc75" providerId="ADAL" clId="{F802575D-E059-4D34-AF9E-FBA9882DD96A}" dt="2023-11-30T11:52:58.344" v="40026" actId="207"/>
        <pc:sldMkLst>
          <pc:docMk/>
          <pc:sldMk cId="1489691958" sldId="359"/>
        </pc:sldMkLst>
        <pc:spChg chg="mod">
          <ac:chgData name="Tea Boon Chian" userId="ab84e6a5-2079-4f96-af03-c8dde00dcc75" providerId="ADAL" clId="{F802575D-E059-4D34-AF9E-FBA9882DD96A}" dt="2023-11-30T11:36:27.472" v="39244" actId="404"/>
          <ac:spMkLst>
            <pc:docMk/>
            <pc:sldMk cId="1489691958" sldId="359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30T11:52:58.344" v="40026" actId="207"/>
          <ac:spMkLst>
            <pc:docMk/>
            <pc:sldMk cId="1489691958" sldId="359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1-30T11:52:30.165" v="39979" actId="20577"/>
          <ac:graphicFrameMkLst>
            <pc:docMk/>
            <pc:sldMk cId="1489691958" sldId="359"/>
            <ac:graphicFrameMk id="4" creationId="{30C4C8C6-FD6B-1BEF-2908-0E1095E5D361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1-30T11:54:22.488" v="40107" actId="207"/>
        <pc:sldMkLst>
          <pc:docMk/>
          <pc:sldMk cId="2805177895" sldId="360"/>
        </pc:sldMkLst>
        <pc:spChg chg="mod">
          <ac:chgData name="Tea Boon Chian" userId="ab84e6a5-2079-4f96-af03-c8dde00dcc75" providerId="ADAL" clId="{F802575D-E059-4D34-AF9E-FBA9882DD96A}" dt="2023-11-30T11:36:32.977" v="39247" actId="403"/>
          <ac:spMkLst>
            <pc:docMk/>
            <pc:sldMk cId="2805177895" sldId="360"/>
            <ac:spMk id="2" creationId="{D249CDDD-7585-DA2B-44FB-D284CA4CC495}"/>
          </ac:spMkLst>
        </pc:spChg>
        <pc:spChg chg="mod">
          <ac:chgData name="Tea Boon Chian" userId="ab84e6a5-2079-4f96-af03-c8dde00dcc75" providerId="ADAL" clId="{F802575D-E059-4D34-AF9E-FBA9882DD96A}" dt="2023-11-30T11:54:22.488" v="40107" actId="207"/>
          <ac:spMkLst>
            <pc:docMk/>
            <pc:sldMk cId="2805177895" sldId="360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F802575D-E059-4D34-AF9E-FBA9882DD96A}" dt="2023-11-30T11:53:37.818" v="40069" actId="20577"/>
          <ac:graphicFrameMkLst>
            <pc:docMk/>
            <pc:sldMk cId="2805177895" sldId="360"/>
            <ac:graphicFrameMk id="4" creationId="{30C4C8C6-FD6B-1BEF-2908-0E1095E5D361}"/>
          </ac:graphicFrameMkLst>
        </pc:graphicFrameChg>
        <pc:graphicFrameChg chg="add del mod">
          <ac:chgData name="Tea Boon Chian" userId="ab84e6a5-2079-4f96-af03-c8dde00dcc75" providerId="ADAL" clId="{F802575D-E059-4D34-AF9E-FBA9882DD96A}" dt="2023-11-30T10:31:39.753" v="38851"/>
          <ac:graphicFrameMkLst>
            <pc:docMk/>
            <pc:sldMk cId="2805177895" sldId="360"/>
            <ac:graphicFrameMk id="5" creationId="{B321798D-CF9A-4B85-7DD1-D7BB68D8A4D9}"/>
          </ac:graphicFrameMkLst>
        </pc:graphicFrameChg>
      </pc:sldChg>
      <pc:sldChg chg="add del">
        <pc:chgData name="Tea Boon Chian" userId="ab84e6a5-2079-4f96-af03-c8dde00dcc75" providerId="ADAL" clId="{F802575D-E059-4D34-AF9E-FBA9882DD96A}" dt="2023-11-30T10:31:39.753" v="38851"/>
        <pc:sldMkLst>
          <pc:docMk/>
          <pc:sldMk cId="2092006133" sldId="361"/>
        </pc:sldMkLst>
      </pc:sldChg>
      <pc:sldChg chg="addSp delSp modSp add mod">
        <pc:chgData name="Tea Boon Chian" userId="ab84e6a5-2079-4f96-af03-c8dde00dcc75" providerId="ADAL" clId="{F802575D-E059-4D34-AF9E-FBA9882DD96A}" dt="2023-11-30T10:38:43.266" v="39076" actId="20577"/>
        <pc:sldMkLst>
          <pc:docMk/>
          <pc:sldMk cId="2709175629" sldId="361"/>
        </pc:sldMkLst>
        <pc:spChg chg="mod">
          <ac:chgData name="Tea Boon Chian" userId="ab84e6a5-2079-4f96-af03-c8dde00dcc75" providerId="ADAL" clId="{F802575D-E059-4D34-AF9E-FBA9882DD96A}" dt="2023-11-30T10:37:26.221" v="39037" actId="20577"/>
          <ac:spMkLst>
            <pc:docMk/>
            <pc:sldMk cId="2709175629" sldId="361"/>
            <ac:spMk id="3" creationId="{D90E760E-FD28-0F2B-87A3-DB38B2BD8387}"/>
          </ac:spMkLst>
        </pc:spChg>
        <pc:graphicFrameChg chg="add mod modGraphic">
          <ac:chgData name="Tea Boon Chian" userId="ab84e6a5-2079-4f96-af03-c8dde00dcc75" providerId="ADAL" clId="{F802575D-E059-4D34-AF9E-FBA9882DD96A}" dt="2023-11-30T10:36:50.431" v="39010" actId="1076"/>
          <ac:graphicFrameMkLst>
            <pc:docMk/>
            <pc:sldMk cId="2709175629" sldId="361"/>
            <ac:graphicFrameMk id="4" creationId="{10AF8AFE-39AD-5360-D83D-7B5EB63D9F92}"/>
          </ac:graphicFrameMkLst>
        </pc:graphicFrameChg>
        <pc:graphicFrameChg chg="del modGraphic">
          <ac:chgData name="Tea Boon Chian" userId="ab84e6a5-2079-4f96-af03-c8dde00dcc75" providerId="ADAL" clId="{F802575D-E059-4D34-AF9E-FBA9882DD96A}" dt="2023-11-30T10:34:44.664" v="38937" actId="478"/>
          <ac:graphicFrameMkLst>
            <pc:docMk/>
            <pc:sldMk cId="2709175629" sldId="361"/>
            <ac:graphicFrameMk id="5" creationId="{A506F8BF-1889-9856-C76C-EDC86045BE2C}"/>
          </ac:graphicFrameMkLst>
        </pc:graphicFrameChg>
        <pc:graphicFrameChg chg="del mod modGraphic">
          <ac:chgData name="Tea Boon Chian" userId="ab84e6a5-2079-4f96-af03-c8dde00dcc75" providerId="ADAL" clId="{F802575D-E059-4D34-AF9E-FBA9882DD96A}" dt="2023-11-30T10:34:48.445" v="38941" actId="478"/>
          <ac:graphicFrameMkLst>
            <pc:docMk/>
            <pc:sldMk cId="2709175629" sldId="361"/>
            <ac:graphicFrameMk id="6" creationId="{EF90B0E3-10A9-6F74-C41C-E6E64AFDC125}"/>
          </ac:graphicFrameMkLst>
        </pc:graphicFrameChg>
        <pc:graphicFrameChg chg="del mod">
          <ac:chgData name="Tea Boon Chian" userId="ab84e6a5-2079-4f96-af03-c8dde00dcc75" providerId="ADAL" clId="{F802575D-E059-4D34-AF9E-FBA9882DD96A}" dt="2023-11-30T10:34:47.039" v="38939" actId="478"/>
          <ac:graphicFrameMkLst>
            <pc:docMk/>
            <pc:sldMk cId="2709175629" sldId="361"/>
            <ac:graphicFrameMk id="7" creationId="{B40D5D28-4E68-71F2-241C-A116402E5F53}"/>
          </ac:graphicFrameMkLst>
        </pc:graphicFrameChg>
        <pc:graphicFrameChg chg="del mod modGraphic">
          <ac:chgData name="Tea Boon Chian" userId="ab84e6a5-2079-4f96-af03-c8dde00dcc75" providerId="ADAL" clId="{F802575D-E059-4D34-AF9E-FBA9882DD96A}" dt="2023-11-30T10:34:49.897" v="38942" actId="478"/>
          <ac:graphicFrameMkLst>
            <pc:docMk/>
            <pc:sldMk cId="2709175629" sldId="361"/>
            <ac:graphicFrameMk id="8" creationId="{C25BC339-761B-A662-DD90-0DC93B5187B5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3:42.684" v="38880" actId="478"/>
          <ac:graphicFrameMkLst>
            <pc:docMk/>
            <pc:sldMk cId="2709175629" sldId="361"/>
            <ac:graphicFrameMk id="9" creationId="{E1BD8F46-EB33-FA44-74AA-627B1603329D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4:51.350" v="38943" actId="478"/>
          <ac:graphicFrameMkLst>
            <pc:docMk/>
            <pc:sldMk cId="2709175629" sldId="361"/>
            <ac:graphicFrameMk id="10" creationId="{281D40A0-D4CD-02C5-420F-3F8D917C22A7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4:52.537" v="38944" actId="478"/>
          <ac:graphicFrameMkLst>
            <pc:docMk/>
            <pc:sldMk cId="2709175629" sldId="361"/>
            <ac:graphicFrameMk id="11" creationId="{8FAA343A-E66B-B679-5C33-2AD2339DF853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4:53.475" v="38945" actId="478"/>
          <ac:graphicFrameMkLst>
            <pc:docMk/>
            <pc:sldMk cId="2709175629" sldId="361"/>
            <ac:graphicFrameMk id="12" creationId="{B08B0271-0826-A4B9-08E5-1EE63ADFAC93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4:54.959" v="38946" actId="478"/>
          <ac:graphicFrameMkLst>
            <pc:docMk/>
            <pc:sldMk cId="2709175629" sldId="361"/>
            <ac:graphicFrameMk id="13" creationId="{2E2418FF-4D2A-1F0A-1899-BEE13BDDCB4E}"/>
          </ac:graphicFrameMkLst>
        </pc:graphicFrameChg>
        <pc:graphicFrameChg chg="del">
          <ac:chgData name="Tea Boon Chian" userId="ab84e6a5-2079-4f96-af03-c8dde00dcc75" providerId="ADAL" clId="{F802575D-E059-4D34-AF9E-FBA9882DD96A}" dt="2023-11-30T10:34:56.724" v="38947" actId="478"/>
          <ac:graphicFrameMkLst>
            <pc:docMk/>
            <pc:sldMk cId="2709175629" sldId="361"/>
            <ac:graphicFrameMk id="14" creationId="{6B9FC089-2919-F1A8-6AC8-96D6F859D359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6:50.431" v="39010" actId="1076"/>
          <ac:graphicFrameMkLst>
            <pc:docMk/>
            <pc:sldMk cId="2709175629" sldId="361"/>
            <ac:graphicFrameMk id="15" creationId="{9509B0A0-F53D-45E8-53BC-939FD55BA85C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6:50.431" v="39010" actId="1076"/>
          <ac:graphicFrameMkLst>
            <pc:docMk/>
            <pc:sldMk cId="2709175629" sldId="361"/>
            <ac:graphicFrameMk id="16" creationId="{E89208E3-D085-6984-058E-C19C1140B6B3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6:50.431" v="39010" actId="1076"/>
          <ac:graphicFrameMkLst>
            <pc:docMk/>
            <pc:sldMk cId="2709175629" sldId="361"/>
            <ac:graphicFrameMk id="17" creationId="{E268FCB0-5679-77E3-4A52-0AEC4194BCA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7:08.365" v="39033" actId="20577"/>
          <ac:graphicFrameMkLst>
            <pc:docMk/>
            <pc:sldMk cId="2709175629" sldId="361"/>
            <ac:graphicFrameMk id="18" creationId="{4F74F696-5D4D-F49A-2539-4597BD4A81CF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8:00.557" v="39052" actId="20577"/>
          <ac:graphicFrameMkLst>
            <pc:docMk/>
            <pc:sldMk cId="2709175629" sldId="361"/>
            <ac:graphicFrameMk id="19" creationId="{663EAA28-004A-E11D-DEA4-E2640FE7C552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8:18.413" v="39058" actId="20577"/>
          <ac:graphicFrameMkLst>
            <pc:docMk/>
            <pc:sldMk cId="2709175629" sldId="361"/>
            <ac:graphicFrameMk id="20" creationId="{25FA0941-5F6B-8E70-D542-45BF4F25109F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8:27.770" v="39064" actId="20577"/>
          <ac:graphicFrameMkLst>
            <pc:docMk/>
            <pc:sldMk cId="2709175629" sldId="361"/>
            <ac:graphicFrameMk id="21" creationId="{48CDE2CA-9380-1A32-24FA-72376C9528CA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8:35.066" v="39070" actId="20577"/>
          <ac:graphicFrameMkLst>
            <pc:docMk/>
            <pc:sldMk cId="2709175629" sldId="361"/>
            <ac:graphicFrameMk id="22" creationId="{DAF77860-E82A-A964-196C-F3C3AF35520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38:43.266" v="39076" actId="20577"/>
          <ac:graphicFrameMkLst>
            <pc:docMk/>
            <pc:sldMk cId="2709175629" sldId="361"/>
            <ac:graphicFrameMk id="23" creationId="{2CC2F44D-D3F3-6746-8DC4-0F161100CC34}"/>
          </ac:graphicFrameMkLst>
        </pc:graphicFrameChg>
      </pc:sldChg>
      <pc:sldChg chg="addSp delSp modSp add mod">
        <pc:chgData name="Tea Boon Chian" userId="ab84e6a5-2079-4f96-af03-c8dde00dcc75" providerId="ADAL" clId="{F802575D-E059-4D34-AF9E-FBA9882DD96A}" dt="2023-11-30T10:42:19.716" v="39227" actId="20577"/>
        <pc:sldMkLst>
          <pc:docMk/>
          <pc:sldMk cId="2087704858" sldId="362"/>
        </pc:sldMkLst>
        <pc:spChg chg="mod">
          <ac:chgData name="Tea Boon Chian" userId="ab84e6a5-2079-4f96-af03-c8dde00dcc75" providerId="ADAL" clId="{F802575D-E059-4D34-AF9E-FBA9882DD96A}" dt="2023-11-30T10:42:19.716" v="39227" actId="20577"/>
          <ac:spMkLst>
            <pc:docMk/>
            <pc:sldMk cId="2087704858" sldId="362"/>
            <ac:spMk id="3" creationId="{D90E760E-FD28-0F2B-87A3-DB38B2BD8387}"/>
          </ac:spMkLst>
        </pc:spChg>
        <pc:spChg chg="mod">
          <ac:chgData name="Tea Boon Chian" userId="ab84e6a5-2079-4f96-af03-c8dde00dcc75" providerId="ADAL" clId="{F802575D-E059-4D34-AF9E-FBA9882DD96A}" dt="2023-11-30T10:41:10.529" v="39165" actId="1076"/>
          <ac:spMkLst>
            <pc:docMk/>
            <pc:sldMk cId="2087704858" sldId="362"/>
            <ac:spMk id="5" creationId="{ACC1A5A3-C868-D6EA-989F-FE8FC30EA065}"/>
          </ac:spMkLst>
        </pc:spChg>
        <pc:spChg chg="mod">
          <ac:chgData name="Tea Boon Chian" userId="ab84e6a5-2079-4f96-af03-c8dde00dcc75" providerId="ADAL" clId="{F802575D-E059-4D34-AF9E-FBA9882DD96A}" dt="2023-11-30T10:41:10.529" v="39165" actId="1076"/>
          <ac:spMkLst>
            <pc:docMk/>
            <pc:sldMk cId="2087704858" sldId="362"/>
            <ac:spMk id="6" creationId="{834ACF27-A191-EC89-B2A2-48A4FD1A1AA5}"/>
          </ac:spMkLst>
        </pc:spChg>
        <pc:spChg chg="mod">
          <ac:chgData name="Tea Boon Chian" userId="ab84e6a5-2079-4f96-af03-c8dde00dcc75" providerId="ADAL" clId="{F802575D-E059-4D34-AF9E-FBA9882DD96A}" dt="2023-11-30T10:41:10.529" v="39165" actId="1076"/>
          <ac:spMkLst>
            <pc:docMk/>
            <pc:sldMk cId="2087704858" sldId="362"/>
            <ac:spMk id="7" creationId="{48EE3A0E-53EA-657B-A901-69BA25C6A377}"/>
          </ac:spMkLst>
        </pc:spChg>
        <pc:spChg chg="mod">
          <ac:chgData name="Tea Boon Chian" userId="ab84e6a5-2079-4f96-af03-c8dde00dcc75" providerId="ADAL" clId="{F802575D-E059-4D34-AF9E-FBA9882DD96A}" dt="2023-11-30T10:41:10.529" v="39165" actId="1076"/>
          <ac:spMkLst>
            <pc:docMk/>
            <pc:sldMk cId="2087704858" sldId="362"/>
            <ac:spMk id="8" creationId="{DC2E9C2B-31DD-05C1-0D53-A8CCCE02488D}"/>
          </ac:spMkLst>
        </pc:spChg>
        <pc:graphicFrameChg chg="del mod modGraphic">
          <ac:chgData name="Tea Boon Chian" userId="ab84e6a5-2079-4f96-af03-c8dde00dcc75" providerId="ADAL" clId="{F802575D-E059-4D34-AF9E-FBA9882DD96A}" dt="2023-11-30T10:40:23.259" v="39155" actId="478"/>
          <ac:graphicFrameMkLst>
            <pc:docMk/>
            <pc:sldMk cId="2087704858" sldId="362"/>
            <ac:graphicFrameMk id="4" creationId="{17906AD7-6415-3422-C61C-E75B5E75F305}"/>
          </ac:graphicFrameMkLst>
        </pc:graphicFrameChg>
        <pc:graphicFrameChg chg="add mod modGraphic">
          <ac:chgData name="Tea Boon Chian" userId="ab84e6a5-2079-4f96-af03-c8dde00dcc75" providerId="ADAL" clId="{F802575D-E059-4D34-AF9E-FBA9882DD96A}" dt="2023-11-30T10:41:23.839" v="39179" actId="20577"/>
          <ac:graphicFrameMkLst>
            <pc:docMk/>
            <pc:sldMk cId="2087704858" sldId="362"/>
            <ac:graphicFrameMk id="9" creationId="{256602AB-A80A-17D5-702E-C69C8075FE9B}"/>
          </ac:graphicFrameMkLst>
        </pc:graphicFrameChg>
      </pc:sldChg>
      <pc:sldChg chg="add">
        <pc:chgData name="Tea Boon Chian" userId="ab84e6a5-2079-4f96-af03-c8dde00dcc75" providerId="ADAL" clId="{F802575D-E059-4D34-AF9E-FBA9882DD96A}" dt="2023-11-30T10:42:16.124" v="39223"/>
        <pc:sldMkLst>
          <pc:docMk/>
          <pc:sldMk cId="673454182" sldId="363"/>
        </pc:sldMkLst>
      </pc:sldChg>
      <pc:sldChg chg="modSp add del mod">
        <pc:chgData name="Tea Boon Chian" userId="ab84e6a5-2079-4f96-af03-c8dde00dcc75" providerId="ADAL" clId="{F802575D-E059-4D34-AF9E-FBA9882DD96A}" dt="2023-11-30T11:54:40.428" v="40108" actId="2696"/>
        <pc:sldMkLst>
          <pc:docMk/>
          <pc:sldMk cId="981647057" sldId="364"/>
        </pc:sldMkLst>
        <pc:spChg chg="mod">
          <ac:chgData name="Tea Boon Chian" userId="ab84e6a5-2079-4f96-af03-c8dde00dcc75" providerId="ADAL" clId="{F802575D-E059-4D34-AF9E-FBA9882DD96A}" dt="2023-11-30T11:41:30.547" v="39603" actId="6549"/>
          <ac:spMkLst>
            <pc:docMk/>
            <pc:sldMk cId="981647057" sldId="364"/>
            <ac:spMk id="3" creationId="{D90E760E-FD28-0F2B-87A3-DB38B2BD8387}"/>
          </ac:spMkLst>
        </pc:spChg>
        <pc:spChg chg="mod">
          <ac:chgData name="Tea Boon Chian" userId="ab84e6a5-2079-4f96-af03-c8dde00dcc75" providerId="ADAL" clId="{F802575D-E059-4D34-AF9E-FBA9882DD96A}" dt="2023-11-30T11:39:48.075" v="39522" actId="1036"/>
          <ac:spMkLst>
            <pc:docMk/>
            <pc:sldMk cId="981647057" sldId="364"/>
            <ac:spMk id="7" creationId="{1E33E075-6894-2934-4C06-2EE1BB101424}"/>
          </ac:spMkLst>
        </pc:spChg>
        <pc:graphicFrameChg chg="mod modGraphic">
          <ac:chgData name="Tea Boon Chian" userId="ab84e6a5-2079-4f96-af03-c8dde00dcc75" providerId="ADAL" clId="{F802575D-E059-4D34-AF9E-FBA9882DD96A}" dt="2023-11-30T11:41:24.367" v="39601" actId="6549"/>
          <ac:graphicFrameMkLst>
            <pc:docMk/>
            <pc:sldMk cId="981647057" sldId="364"/>
            <ac:graphicFrameMk id="5" creationId="{B3C33CC0-2F0D-A969-0A12-9607223DA965}"/>
          </ac:graphicFrameMkLst>
        </pc:graphicFrameChg>
        <pc:graphicFrameChg chg="mod modGraphic">
          <ac:chgData name="Tea Boon Chian" userId="ab84e6a5-2079-4f96-af03-c8dde00dcc75" providerId="ADAL" clId="{F802575D-E059-4D34-AF9E-FBA9882DD96A}" dt="2023-11-30T11:41:27.327" v="39602" actId="6549"/>
          <ac:graphicFrameMkLst>
            <pc:docMk/>
            <pc:sldMk cId="981647057" sldId="364"/>
            <ac:graphicFrameMk id="6" creationId="{7112772D-FE33-384E-79D0-B081051AD534}"/>
          </ac:graphicFrameMkLst>
        </pc:graphicFrameChg>
      </pc:sldChg>
      <pc:sldChg chg="add">
        <pc:chgData name="Tea Boon Chian" userId="ab84e6a5-2079-4f96-af03-c8dde00dcc75" providerId="ADAL" clId="{F802575D-E059-4D34-AF9E-FBA9882DD96A}" dt="2023-11-30T11:58:17.495" v="40111"/>
        <pc:sldMkLst>
          <pc:docMk/>
          <pc:sldMk cId="1824818268" sldId="364"/>
        </pc:sldMkLst>
      </pc:sldChg>
      <pc:sldChg chg="add">
        <pc:chgData name="Tea Boon Chian" userId="ab84e6a5-2079-4f96-af03-c8dde00dcc75" providerId="ADAL" clId="{F802575D-E059-4D34-AF9E-FBA9882DD96A}" dt="2023-11-30T11:41:18.558" v="39600"/>
        <pc:sldMkLst>
          <pc:docMk/>
          <pc:sldMk cId="749200604" sldId="365"/>
        </pc:sldMkLst>
      </pc:sldChg>
    </pc:docChg>
  </pc:docChgLst>
  <pc:docChgLst>
    <pc:chgData name="Tea Boon Chian" userId="ab84e6a5-2079-4f96-af03-c8dde00dcc75" providerId="ADAL" clId="{094656A4-0EBE-4E6C-ABE1-2ED064424E36}"/>
    <pc:docChg chg="undo custSel addSld delSld modSld">
      <pc:chgData name="Tea Boon Chian" userId="ab84e6a5-2079-4f96-af03-c8dde00dcc75" providerId="ADAL" clId="{094656A4-0EBE-4E6C-ABE1-2ED064424E36}" dt="2024-04-23T06:57:36.610" v="143" actId="1076"/>
      <pc:docMkLst>
        <pc:docMk/>
      </pc:docMkLst>
      <pc:sldChg chg="delSp mod">
        <pc:chgData name="Tea Boon Chian" userId="ab84e6a5-2079-4f96-af03-c8dde00dcc75" providerId="ADAL" clId="{094656A4-0EBE-4E6C-ABE1-2ED064424E36}" dt="2024-04-15T02:47:24.693" v="0" actId="478"/>
        <pc:sldMkLst>
          <pc:docMk/>
          <pc:sldMk cId="3492522429" sldId="274"/>
        </pc:sldMkLst>
        <pc:inkChg chg="del">
          <ac:chgData name="Tea Boon Chian" userId="ab84e6a5-2079-4f96-af03-c8dde00dcc75" providerId="ADAL" clId="{094656A4-0EBE-4E6C-ABE1-2ED064424E36}" dt="2024-04-15T02:47:24.693" v="0" actId="478"/>
          <ac:inkMkLst>
            <pc:docMk/>
            <pc:sldMk cId="3492522429" sldId="274"/>
            <ac:inkMk id="5" creationId="{0AFD359A-DB31-43AE-6C4E-F889475E7915}"/>
          </ac:inkMkLst>
        </pc:inkChg>
      </pc:sldChg>
      <pc:sldChg chg="delSp mod">
        <pc:chgData name="Tea Boon Chian" userId="ab84e6a5-2079-4f96-af03-c8dde00dcc75" providerId="ADAL" clId="{094656A4-0EBE-4E6C-ABE1-2ED064424E36}" dt="2024-04-15T02:50:05.971" v="1" actId="478"/>
        <pc:sldMkLst>
          <pc:docMk/>
          <pc:sldMk cId="2709973862" sldId="275"/>
        </pc:sldMkLst>
        <pc:inkChg chg="del">
          <ac:chgData name="Tea Boon Chian" userId="ab84e6a5-2079-4f96-af03-c8dde00dcc75" providerId="ADAL" clId="{094656A4-0EBE-4E6C-ABE1-2ED064424E36}" dt="2024-04-15T02:50:05.971" v="1" actId="478"/>
          <ac:inkMkLst>
            <pc:docMk/>
            <pc:sldMk cId="2709973862" sldId="275"/>
            <ac:inkMk id="5" creationId="{132F1CCA-E5DE-6FD2-B27E-6DB25B6133A1}"/>
          </ac:inkMkLst>
        </pc:inkChg>
      </pc:sldChg>
      <pc:sldChg chg="modSp mod">
        <pc:chgData name="Tea Boon Chian" userId="ab84e6a5-2079-4f96-af03-c8dde00dcc75" providerId="ADAL" clId="{094656A4-0EBE-4E6C-ABE1-2ED064424E36}" dt="2024-04-15T03:05:17.892" v="9" actId="20577"/>
        <pc:sldMkLst>
          <pc:docMk/>
          <pc:sldMk cId="2175022775" sldId="288"/>
        </pc:sldMkLst>
        <pc:spChg chg="mod">
          <ac:chgData name="Tea Boon Chian" userId="ab84e6a5-2079-4f96-af03-c8dde00dcc75" providerId="ADAL" clId="{094656A4-0EBE-4E6C-ABE1-2ED064424E36}" dt="2024-04-15T03:05:17.892" v="9" actId="20577"/>
          <ac:spMkLst>
            <pc:docMk/>
            <pc:sldMk cId="2175022775" sldId="288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094656A4-0EBE-4E6C-ABE1-2ED064424E36}" dt="2024-04-16T01:57:57.061" v="118" actId="20577"/>
        <pc:sldMkLst>
          <pc:docMk/>
          <pc:sldMk cId="3431384587" sldId="292"/>
        </pc:sldMkLst>
        <pc:spChg chg="mod">
          <ac:chgData name="Tea Boon Chian" userId="ab84e6a5-2079-4f96-af03-c8dde00dcc75" providerId="ADAL" clId="{094656A4-0EBE-4E6C-ABE1-2ED064424E36}" dt="2024-04-16T01:57:57.061" v="118" actId="20577"/>
          <ac:spMkLst>
            <pc:docMk/>
            <pc:sldMk cId="3431384587" sldId="292"/>
            <ac:spMk id="3" creationId="{D90E760E-FD28-0F2B-87A3-DB38B2BD8387}"/>
          </ac:spMkLst>
        </pc:spChg>
        <pc:graphicFrameChg chg="modGraphic">
          <ac:chgData name="Tea Boon Chian" userId="ab84e6a5-2079-4f96-af03-c8dde00dcc75" providerId="ADAL" clId="{094656A4-0EBE-4E6C-ABE1-2ED064424E36}" dt="2024-04-16T01:57:53.629" v="114" actId="20577"/>
          <ac:graphicFrameMkLst>
            <pc:docMk/>
            <pc:sldMk cId="3431384587" sldId="292"/>
            <ac:graphicFrameMk id="6" creationId="{4A821BF2-2AB9-9A17-4A6D-7968731909FF}"/>
          </ac:graphicFrameMkLst>
        </pc:graphicFrameChg>
      </pc:sldChg>
      <pc:sldChg chg="modSp mod">
        <pc:chgData name="Tea Boon Chian" userId="ab84e6a5-2079-4f96-af03-c8dde00dcc75" providerId="ADAL" clId="{094656A4-0EBE-4E6C-ABE1-2ED064424E36}" dt="2024-04-16T01:59:13.128" v="132" actId="20577"/>
        <pc:sldMkLst>
          <pc:docMk/>
          <pc:sldMk cId="780176019" sldId="295"/>
        </pc:sldMkLst>
        <pc:spChg chg="mod">
          <ac:chgData name="Tea Boon Chian" userId="ab84e6a5-2079-4f96-af03-c8dde00dcc75" providerId="ADAL" clId="{094656A4-0EBE-4E6C-ABE1-2ED064424E36}" dt="2024-04-16T01:59:13.128" v="132" actId="20577"/>
          <ac:spMkLst>
            <pc:docMk/>
            <pc:sldMk cId="780176019" sldId="295"/>
            <ac:spMk id="3" creationId="{D90E760E-FD28-0F2B-87A3-DB38B2BD8387}"/>
          </ac:spMkLst>
        </pc:spChg>
        <pc:graphicFrameChg chg="mod modGraphic">
          <ac:chgData name="Tea Boon Chian" userId="ab84e6a5-2079-4f96-af03-c8dde00dcc75" providerId="ADAL" clId="{094656A4-0EBE-4E6C-ABE1-2ED064424E36}" dt="2024-04-16T01:59:10.034" v="130" actId="20577"/>
          <ac:graphicFrameMkLst>
            <pc:docMk/>
            <pc:sldMk cId="780176019" sldId="295"/>
            <ac:graphicFrameMk id="4" creationId="{A6DACB20-5CE4-9EBE-7C35-EDD5158634C7}"/>
          </ac:graphicFrameMkLst>
        </pc:graphicFrameChg>
      </pc:sldChg>
      <pc:sldChg chg="modSp">
        <pc:chgData name="Tea Boon Chian" userId="ab84e6a5-2079-4f96-af03-c8dde00dcc75" providerId="ADAL" clId="{094656A4-0EBE-4E6C-ABE1-2ED064424E36}" dt="2024-04-15T03:05:57.521" v="10"/>
        <pc:sldMkLst>
          <pc:docMk/>
          <pc:sldMk cId="4263817846" sldId="316"/>
        </pc:sldMkLst>
        <pc:spChg chg="mod">
          <ac:chgData name="Tea Boon Chian" userId="ab84e6a5-2079-4f96-af03-c8dde00dcc75" providerId="ADAL" clId="{094656A4-0EBE-4E6C-ABE1-2ED064424E36}" dt="2024-04-15T03:05:57.521" v="10"/>
          <ac:spMkLst>
            <pc:docMk/>
            <pc:sldMk cId="4263817846" sldId="316"/>
            <ac:spMk id="3" creationId="{D90E760E-FD28-0F2B-87A3-DB38B2BD8387}"/>
          </ac:spMkLst>
        </pc:spChg>
      </pc:sldChg>
      <pc:sldChg chg="modSp del mod">
        <pc:chgData name="Tea Boon Chian" userId="ab84e6a5-2079-4f96-af03-c8dde00dcc75" providerId="ADAL" clId="{094656A4-0EBE-4E6C-ABE1-2ED064424E36}" dt="2024-04-16T01:57:27.005" v="108" actId="47"/>
        <pc:sldMkLst>
          <pc:docMk/>
          <pc:sldMk cId="15470973" sldId="337"/>
        </pc:sldMkLst>
        <pc:spChg chg="mod">
          <ac:chgData name="Tea Boon Chian" userId="ab84e6a5-2079-4f96-af03-c8dde00dcc75" providerId="ADAL" clId="{094656A4-0EBE-4E6C-ABE1-2ED064424E36}" dt="2024-04-15T03:48:32.015" v="107" actId="20577"/>
          <ac:spMkLst>
            <pc:docMk/>
            <pc:sldMk cId="15470973" sldId="337"/>
            <ac:spMk id="3" creationId="{D90E760E-FD28-0F2B-87A3-DB38B2BD8387}"/>
          </ac:spMkLst>
        </pc:spChg>
        <pc:graphicFrameChg chg="modGraphic">
          <ac:chgData name="Tea Boon Chian" userId="ab84e6a5-2079-4f96-af03-c8dde00dcc75" providerId="ADAL" clId="{094656A4-0EBE-4E6C-ABE1-2ED064424E36}" dt="2024-04-15T03:48:25.782" v="105" actId="6549"/>
          <ac:graphicFrameMkLst>
            <pc:docMk/>
            <pc:sldMk cId="15470973" sldId="337"/>
            <ac:graphicFrameMk id="4" creationId="{C14F8BB2-EAEB-D2C3-BB78-6757453A77AC}"/>
          </ac:graphicFrameMkLst>
        </pc:graphicFrameChg>
      </pc:sldChg>
      <pc:sldChg chg="modSp mod">
        <pc:chgData name="Tea Boon Chian" userId="ab84e6a5-2079-4f96-af03-c8dde00dcc75" providerId="ADAL" clId="{094656A4-0EBE-4E6C-ABE1-2ED064424E36}" dt="2024-04-15T03:21:15.014" v="59" actId="20577"/>
        <pc:sldMkLst>
          <pc:docMk/>
          <pc:sldMk cId="3204011885" sldId="349"/>
        </pc:sldMkLst>
        <pc:spChg chg="mod">
          <ac:chgData name="Tea Boon Chian" userId="ab84e6a5-2079-4f96-af03-c8dde00dcc75" providerId="ADAL" clId="{094656A4-0EBE-4E6C-ABE1-2ED064424E36}" dt="2024-04-15T03:21:15.014" v="59" actId="20577"/>
          <ac:spMkLst>
            <pc:docMk/>
            <pc:sldMk cId="3204011885" sldId="349"/>
            <ac:spMk id="2" creationId="{D249CDDD-7585-DA2B-44FB-D284CA4CC495}"/>
          </ac:spMkLst>
        </pc:spChg>
      </pc:sldChg>
      <pc:sldChg chg="modSp mod">
        <pc:chgData name="Tea Boon Chian" userId="ab84e6a5-2079-4f96-af03-c8dde00dcc75" providerId="ADAL" clId="{094656A4-0EBE-4E6C-ABE1-2ED064424E36}" dt="2024-04-15T03:20:17.346" v="25" actId="20577"/>
        <pc:sldMkLst>
          <pc:docMk/>
          <pc:sldMk cId="3877434455" sldId="350"/>
        </pc:sldMkLst>
        <pc:spChg chg="mod">
          <ac:chgData name="Tea Boon Chian" userId="ab84e6a5-2079-4f96-af03-c8dde00dcc75" providerId="ADAL" clId="{094656A4-0EBE-4E6C-ABE1-2ED064424E36}" dt="2024-04-15T03:20:17.346" v="25" actId="20577"/>
          <ac:spMkLst>
            <pc:docMk/>
            <pc:sldMk cId="3877434455" sldId="350"/>
            <ac:spMk id="3" creationId="{D90E760E-FD28-0F2B-87A3-DB38B2BD8387}"/>
          </ac:spMkLst>
        </pc:spChg>
      </pc:sldChg>
      <pc:sldChg chg="modSp mod">
        <pc:chgData name="Tea Boon Chian" userId="ab84e6a5-2079-4f96-af03-c8dde00dcc75" providerId="ADAL" clId="{094656A4-0EBE-4E6C-ABE1-2ED064424E36}" dt="2024-04-15T03:22:08.177" v="100" actId="1036"/>
        <pc:sldMkLst>
          <pc:docMk/>
          <pc:sldMk cId="1824818268" sldId="364"/>
        </pc:sldMkLst>
        <pc:spChg chg="mod">
          <ac:chgData name="Tea Boon Chian" userId="ab84e6a5-2079-4f96-af03-c8dde00dcc75" providerId="ADAL" clId="{094656A4-0EBE-4E6C-ABE1-2ED064424E36}" dt="2024-04-15T03:22:03.170" v="87"/>
          <ac:spMkLst>
            <pc:docMk/>
            <pc:sldMk cId="1824818268" sldId="364"/>
            <ac:spMk id="3" creationId="{D90E760E-FD28-0F2B-87A3-DB38B2BD8387}"/>
          </ac:spMkLst>
        </pc:spChg>
        <pc:spChg chg="mod">
          <ac:chgData name="Tea Boon Chian" userId="ab84e6a5-2079-4f96-af03-c8dde00dcc75" providerId="ADAL" clId="{094656A4-0EBE-4E6C-ABE1-2ED064424E36}" dt="2024-04-15T03:22:08.177" v="100" actId="1036"/>
          <ac:spMkLst>
            <pc:docMk/>
            <pc:sldMk cId="1824818268" sldId="364"/>
            <ac:spMk id="7" creationId="{1E33E075-6894-2934-4C06-2EE1BB101424}"/>
          </ac:spMkLst>
        </pc:spChg>
        <pc:graphicFrameChg chg="mod">
          <ac:chgData name="Tea Boon Chian" userId="ab84e6a5-2079-4f96-af03-c8dde00dcc75" providerId="ADAL" clId="{094656A4-0EBE-4E6C-ABE1-2ED064424E36}" dt="2024-04-15T03:22:08.177" v="100" actId="1036"/>
          <ac:graphicFrameMkLst>
            <pc:docMk/>
            <pc:sldMk cId="1824818268" sldId="364"/>
            <ac:graphicFrameMk id="5" creationId="{B3C33CC0-2F0D-A969-0A12-9607223DA965}"/>
          </ac:graphicFrameMkLst>
        </pc:graphicFrameChg>
        <pc:graphicFrameChg chg="mod">
          <ac:chgData name="Tea Boon Chian" userId="ab84e6a5-2079-4f96-af03-c8dde00dcc75" providerId="ADAL" clId="{094656A4-0EBE-4E6C-ABE1-2ED064424E36}" dt="2024-04-15T03:22:08.177" v="100" actId="1036"/>
          <ac:graphicFrameMkLst>
            <pc:docMk/>
            <pc:sldMk cId="1824818268" sldId="364"/>
            <ac:graphicFrameMk id="6" creationId="{7112772D-FE33-384E-79D0-B081051AD534}"/>
          </ac:graphicFrameMkLst>
        </pc:graphicFrameChg>
      </pc:sldChg>
      <pc:sldChg chg="addSp delSp modSp add mod">
        <pc:chgData name="Tea Boon Chian" userId="ab84e6a5-2079-4f96-af03-c8dde00dcc75" providerId="ADAL" clId="{094656A4-0EBE-4E6C-ABE1-2ED064424E36}" dt="2024-04-15T03:08:39.319" v="21" actId="1076"/>
        <pc:sldMkLst>
          <pc:docMk/>
          <pc:sldMk cId="1693199394" sldId="366"/>
        </pc:sldMkLst>
        <pc:picChg chg="add del mod">
          <ac:chgData name="Tea Boon Chian" userId="ab84e6a5-2079-4f96-af03-c8dde00dcc75" providerId="ADAL" clId="{094656A4-0EBE-4E6C-ABE1-2ED064424E36}" dt="2024-04-15T03:08:04.627" v="16" actId="478"/>
          <ac:picMkLst>
            <pc:docMk/>
            <pc:sldMk cId="1693199394" sldId="366"/>
            <ac:picMk id="2" creationId="{D4C1C014-E93C-1EA0-D54F-31345DEA223B}"/>
          </ac:picMkLst>
        </pc:picChg>
        <pc:picChg chg="add mod">
          <ac:chgData name="Tea Boon Chian" userId="ab84e6a5-2079-4f96-af03-c8dde00dcc75" providerId="ADAL" clId="{094656A4-0EBE-4E6C-ABE1-2ED064424E36}" dt="2024-04-15T03:08:39.319" v="21" actId="1076"/>
          <ac:picMkLst>
            <pc:docMk/>
            <pc:sldMk cId="1693199394" sldId="366"/>
            <ac:picMk id="3" creationId="{FECE2E5F-7B05-B076-C032-B559B39AA03B}"/>
          </ac:picMkLst>
        </pc:picChg>
        <pc:picChg chg="add del">
          <ac:chgData name="Tea Boon Chian" userId="ab84e6a5-2079-4f96-af03-c8dde00dcc75" providerId="ADAL" clId="{094656A4-0EBE-4E6C-ABE1-2ED064424E36}" dt="2024-04-15T03:06:55.761" v="14" actId="478"/>
          <ac:picMkLst>
            <pc:docMk/>
            <pc:sldMk cId="1693199394" sldId="366"/>
            <ac:picMk id="7" creationId="{D4C1C014-E93C-1EA0-D54F-31345DEA223B}"/>
          </ac:picMkLst>
        </pc:picChg>
      </pc:sldChg>
      <pc:sldChg chg="modSp add mod">
        <pc:chgData name="Tea Boon Chian" userId="ab84e6a5-2079-4f96-af03-c8dde00dcc75" providerId="ADAL" clId="{094656A4-0EBE-4E6C-ABE1-2ED064424E36}" dt="2024-04-16T01:58:54.162" v="122" actId="20577"/>
        <pc:sldMkLst>
          <pc:docMk/>
          <pc:sldMk cId="1735960234" sldId="367"/>
        </pc:sldMkLst>
        <pc:spChg chg="mod">
          <ac:chgData name="Tea Boon Chian" userId="ab84e6a5-2079-4f96-af03-c8dde00dcc75" providerId="ADAL" clId="{094656A4-0EBE-4E6C-ABE1-2ED064424E36}" dt="2024-04-16T01:58:54.162" v="122" actId="20577"/>
          <ac:spMkLst>
            <pc:docMk/>
            <pc:sldMk cId="1735960234" sldId="367"/>
            <ac:spMk id="3" creationId="{D90E760E-FD28-0F2B-87A3-DB38B2BD8387}"/>
          </ac:spMkLst>
        </pc:spChg>
      </pc:sldChg>
      <pc:sldChg chg="addSp delSp modSp add mod">
        <pc:chgData name="Tea Boon Chian" userId="ab84e6a5-2079-4f96-af03-c8dde00dcc75" providerId="ADAL" clId="{094656A4-0EBE-4E6C-ABE1-2ED064424E36}" dt="2024-04-23T06:57:36.610" v="143" actId="1076"/>
        <pc:sldMkLst>
          <pc:docMk/>
          <pc:sldMk cId="1906511026" sldId="368"/>
        </pc:sldMkLst>
        <pc:spChg chg="del">
          <ac:chgData name="Tea Boon Chian" userId="ab84e6a5-2079-4f96-af03-c8dde00dcc75" providerId="ADAL" clId="{094656A4-0EBE-4E6C-ABE1-2ED064424E36}" dt="2024-04-23T06:56:50.913" v="134" actId="478"/>
          <ac:spMkLst>
            <pc:docMk/>
            <pc:sldMk cId="1906511026" sldId="368"/>
            <ac:spMk id="3" creationId="{D90E760E-FD28-0F2B-87A3-DB38B2BD8387}"/>
          </ac:spMkLst>
        </pc:spChg>
        <pc:spChg chg="add del mod">
          <ac:chgData name="Tea Boon Chian" userId="ab84e6a5-2079-4f96-af03-c8dde00dcc75" providerId="ADAL" clId="{094656A4-0EBE-4E6C-ABE1-2ED064424E36}" dt="2024-04-23T06:56:52.756" v="135" actId="478"/>
          <ac:spMkLst>
            <pc:docMk/>
            <pc:sldMk cId="1906511026" sldId="368"/>
            <ac:spMk id="6" creationId="{F7265A33-C762-6A1B-2C64-18CC1F4DE9F1}"/>
          </ac:spMkLst>
        </pc:spChg>
        <pc:graphicFrameChg chg="mod modGraphic">
          <ac:chgData name="Tea Boon Chian" userId="ab84e6a5-2079-4f96-af03-c8dde00dcc75" providerId="ADAL" clId="{094656A4-0EBE-4E6C-ABE1-2ED064424E36}" dt="2024-04-23T06:57:36.610" v="143" actId="1076"/>
          <ac:graphicFrameMkLst>
            <pc:docMk/>
            <pc:sldMk cId="1906511026" sldId="368"/>
            <ac:graphicFrameMk id="4" creationId="{30C4C8C6-FD6B-1BEF-2908-0E1095E5D361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03T13:00:07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11508 9051 432 0,'0'0'689'0,"0"0"-18"0,0 0-132 0,-7 0-124 16,7 0-97-16,0 0-78 0,0 0-57 0,0 0-35 0,0 0-20 15,0-2-14-15,0 2-11 0,0 0-5 0,0 0-10 16,0 0-11-16,0 0 0 0,0 0 4 0,7 2 0 0,-7-2 6 16,6 0 2-16,-6 5 0 0,7-5 2 0,-1 4 3 0,-6-4-8 15,6 0-8-15,1 0-7 0,0 0-6 0,-1 3-5 16,8-3-5-16,-8 0-1 0,0 0-3 0,7 0-5 0,0 0-3 16,-6-3-6-16,5 3-7 0,2 0-3 0,-1 0-6 0,0-4-3 15,0 4-1-15,0 0 3 0,0 0 1 0,0 0 1 16,0-5-1-16,0 5 2 0,7-2 1 0,-8 2-1 0,8-4-2 15,-7 4-5-15,7-4-4 0,-8 4-3 0,8-3-1 16,-6 3-3-16,5-4 1 0,1 4-4 0,-8-4 0 0,8 4 0 16,-7-4-1-16,7 4-1 0,-8-2 0 0,2 2 2 0,5-5-2 15,-6 5 0-15,0 0 0 0,1 0 0 0,4 0 0 16,-4 0 1-16,-1 0-1 0,0 0 0 0,6 0-2 0,-5 0 2 16,-2 0 0-16,8 0-1 0,-7 0 1 0,1-3 0 15,4 3 0-15,-4 0 0 0,5-4 3 0,1 4-1 0,-8-4-1 16,8 0 0-16,-7 4 1 0,7-3 0 0,0-1-1 0,-8 4 0 15,8-4-1-15,-7 1 0 0,7 3 0 0,-1 0 0 16,-6 0-1-16,6 0 1 0,-5 0-1 0,5 0 0 0,1 0 0 16,-1 0 0-16,0 0 0 0,-5 0 1 0,5 0 0 15,1 0 0-15,0-3 1 0,-1 3 3 0,1-5-2 0,-1 2 0 16,7-1 1-16,-6 0-1 0,-1 4 3 0,8-3 2 0,-8-1 1 16,0 4 1-16,8-3 6 0,-8 3 4 0,0-4-2 15,1 4 1-15,-1 0 1 0,1 0-3 0,-1 0 0 16,-5 0-4-16,6 0-5 0,-8 0-1 0,8 0-4 0,-1 0 1 15,-5 0-2-15,5-4 1 0,-6 4-2 0,6 0 1 0,1 0-1 16,-7 0 0-16,6 0 2 0,-6 0 2 0,7 0 3 0,-6 0 1 16,4 0 4-16,-4 4 0 0,-1-4 5 0,-1 0 2 15,8 0 2-15,-7 4-1 0,0-4-2 0,0 0-4 0,1 0-3 16,-2 0 0-16,2 0-3 0,5 0-3 0,-6 0-2 16,0 0 0-16,7 0-1 0,-8 0 1 0,8 0 1 0,-7-4-1 15,0 4-1-15,6 0 0 0,-5 0 2 0,-1 0-3 0,-1 0-1 16,8 4 0-16,-6-4-1 0,-2 0 0 0,1 0 1 15,1 3 2-15,-2-3-2 0,2 0 3 0,-2 0 0 0,2 4-3 16,-1-4 0-16,-1 0 0 0,2 0-1 0,-2 3 0 16,8-3 1-16,-7-3-2 0,7 3 2 0,-8-4 1 0,8 4 2 15,0-3 4-15,5 3 2 0,-5-4 4 0,6 0-2 0,1 1 2 16,5-4-3-16,-6 2 0 0,7-2 2 0,-1 4-5 16,1-5-4-16,-1 5-3 0,7-5 1 0,-6 5-2 15,-1-4 5-15,8 2-2 0,-7 2 0 0,-1-5-2 0,1 5 3 16,5-1 1-16,-5-3-2 0,-1 4 3 0,1-1-11 0,-1-1 4 15,1 5 3-15,-1-3 0 0,-5 0-2 0,5-1 0 0,1 4 1 16,-7-4-3-16,0 4 10 0,0 0-4 0,0 0-1 16,1 4 0-16,-2 0 0 0,7-4 0 0,-5 3 1 0,-1-3 0 15,0 3-2-15,0-3-1 0,0 5 7 0,1-5-2 0,-2 0-2 16,7 0-1-16,-5 0-2 0,5 0 2 0,-6 0 0 16,7 0-1-16,-7-5-9 0,6 5 1 0,-5-3 3 0,5 3 0 15,1-3 1-15,-7 3 0 0,6 0 1 0,1-4 1 16,-1 4 2-16,-5 0 0 0,5 0 0 0,1 0 2 0,-7 0-3 15,6-4-1-15,1 4 0 0,-1 0 0 0,1 0 2 0,-1-3 0 16,1 3-1-16,-1-4-2 0,1 4 2 0,-1 0 0 16,1 0 1-16,-7-4 0 0,7 4-3 0,-1 0 2 0,1 0 1 15,-7-3 2-15,6 3 0 0,-5 0 0 0,5 0-3 16,-6 0 0-16,-6 3 2 0,6-3-4 0,0 0 2 0,-7 4-2 16,8-4-1-16,-7 0 1 0,5 0 2 0,-5 0 0 15,-8 0-1-15,8 0 2 0,-14 0-1 0,8 0-2 0,-1-4 2 16,-7 4-3-16,1-3-2 0,0 3-5 0,-1-4-4 0,0 4-7 15,-6 0-9-15,7 0-13 0,-7 0-23 0,0 0-30 16,0 0-43-16,-7 0-50 0,7-4-48 0,-6 4-59 0,-7 0-87 16,6 0-98-16,-6 0-94 0,1 0-130 0,-2 0-62 0,2 0-21 15,-8 0 3-15,0 4 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03T13:00:09.3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11697 10037 73 0,'0'-3'473'0,"0"0"-43"0,0 3-48 0,0-5-30 0,0 5-24 16,-7-2-18-16,7 2-17 0,0 0-15 0,0-5-18 0,0 5-23 15,0 0-27-15,0 0-31 0,0-4-23 0,0 4-18 16,0 0-7-16,0 0-2 0,0 0 0 0,0 0 3 0,0 0 1 16,0 0-2-16,0 0-5 0,0 0-3 0,0 0-9 15,0 0-10-15,0 0-12 0,0 0-12 0,0 0-9 0,0 0-7 16,0 0-9-16,0 0-11 0,0 0-8 0,0 0-9 0,0 0-6 15,0 0-3-15,7 4-8 0,-7-4-3 0,6 0-2 16,0 0 1-16,1 0-1 0,0 0 0 0,-1 5-1 0,7-5 1 16,-7 0 2-16,8 2 1 0,-8-2 1 0,8 5 0 15,-2-5 2-15,-5 3 4 0,6-3 5 0,0 3 7 0,-1-3 4 16,2 4 2-16,-1-4 1 0,0 4 0 0,0-4 2 0,7 0-2 16,-8 4 0-16,2-4-8 0,-2 0-4 0,1 2-4 15,7-2 0-15,-6 0-2 0,4 0-4 0,-4 0-3 0,5 0-1 16,1 0-1-16,-1 0-2 0,1-2 1 0,0 2-2 15,-1 0 2-15,7 0 3 0,-6-4 5 0,0 4 0 0,5 0 2 16,-5-4 3-16,6 4 2 0,-7 0 1 0,1 0-1 16,6-4-3-16,-6 4-5 0,-1 0 0 0,1 0-3 0,-2-3-2 15,9 3-4-15,-7 0-1 0,-1 0-1 0,0 0 1 0,1-3-2 16,-1 3-2-16,7 0 1 0,-6 0-2 0,0 0 0 16,-1 0-1-16,1 0 3 0,6 0 0 0,-7 0-2 0,1 0 3 15,6 0 0-15,-7 0-1 0,7 0 3 0,1 0-1 0,-8 0-3 16,8 0 1-16,-8 0 0 0,0 0-1 0,8 0 0 15,-8 0 0-15,7 0 0 0,-6 0 1 0,0 0 1 0,-2 0 0 16,2 0 0-16,-1 0 2 0,-5 0 0 0,5 0 0 16,1 0-3-16,-7 0 1 0,6 3 0 0,-5-3-1 0,-2 0 2 15,8 0-3-15,-7 0 0 0,1 0-1 0,-2-3 1 0,1 3 0 16,0 0-1-16,6 0 0 0,-5-5-1 0,-2 5 1 16,2-2 2-16,-1 2 0 0,-1-5 1 0,2 5 0 0,-2-4 0 15,2 1 0-15,-1-1 0 0,0 0 0 0,0 1 0 16,-1-1 0-16,2 1-1 0,-1-1-1 0,0 1 1 0,6-2 2 15,-5 2-1-15,-2 3-2 0,2-4 0 0,-1 1 1 0,-1-1 0 16,2 4 0-16,-2-4-1 0,2 4 0 0,-1-3 0 16,0 3 1-16,0-4-1 0,-7 4-1 0,8 0 2 0,-8 0-1 15,7 0 1-15,-6-4-1 0,6 4 1 0,-7 0 2 0,0-3-2 16,1 3 2-16,0 0 0 0,-1 0-1 0,-6-4 2 16,6 4 0-16,-6 0-3 0,7 0-1 0,-7 0 2 0,0 0-2 15,7 0 0-15,-7 0-4 0,0 0-7 0,0 0-8 16,0 0-11-16,0 0-12 0,0 0-23 0,0 0-21 0,0 0-32 15,0 0-35-15,0 0-40 0,-7 0-38 0,7 0-39 0,-7 0-52 16,7 0-80-16,-6-3-89 0,0 3-94 0,-1-5-148 16,0 2-61-16,1-1-6 0,-7 1 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03T13:24:24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6395 7422 101 0,'0'0'85'16,"0"0"-35"-16,0 0-22 0,0 0-13 0,0 0-7 15,0 0-3-15,0 0-3 0,0 0-1 0,0 0 0 0,0-4-1 16,0 4-1-16,0 0 0 0,0 0 1 0,0-4 0 0,0 4 0 16,0-3 0-16,0 3 0 0,0-4-5 0,0 4-8 15,0 0-18-15,0 0-27 0,0 0-45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06.7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2500 9943 559 0,'-6'-5'778'0,"0"5"16"16,-1-3-34-16,7-1-185 0,-7 4-192 0,1-3-125 0,6 3-67 16,0 0-37-16,0 0-16 0,0 0-17 0,0 0-14 15,6 3-9-15,1-3-13 0,6 4-13 0,0-1-14 0,0 2-11 16,0 2-3-16,7 0 0 0,0-3 3 0,5 3-4 0,-5 0-2 16,6 0 1-16,0 1 3 0,0-1 4 0,-1 0 6 0,2 1 2 15,5-1-2-15,-6-2 5 0,1-3 3 0,-8 3-2 0,0-2-1 16,8-3 1-16,-7 3-6 0,-8-3-5 0,8 4-4 15,-7-4-10-15,0 0-9 0,0 0-5 0,-1 0-4 16,-4 0-6-16,-2 0-4 0,0 0-1 0,1 0 0 0,-7 0 0 16,0 0 0-16,0-4 0 0,0 4-1 0,0-3 0 0,-7 3 0 15,-5-3-3-15,-2-2-3 0,2 5 0 0,-8-2-2 0,1 2-5 16,-1 0-2-16,-6 2-4 0,-1-2 0 0,-5 0 0 16,6 0-1-16,-7 0-1 0,1 0 0 0,5-2 4 0,2-3 3 15,-8 5 0-15,14-4 2 0,-7 1 6 0,6 3 10 16,7-4 12-16,-7 4 11 0,14 0 7 0,-7 0 0 0,6 0-1 15,1-4 2-15,6 4-6 0,0 0-2 0,6 0-6 0,-6 4-3 16,14-4-1-16,-2 0 7 0,2 4 8 0,5-1 6 0,1-3 9 16,6 4 5-16,0 1 6 0,0 2 6 0,-1-4 5 15,8 4 0-15,-7-3-3 0,7 2-6 0,-7 2-6 0,6 1-2 16,-5-3-9-16,-1 2-9 0,-6-2-10 0,5 2-5 0,-5-4-6 16,0 0-2-16,-8 3-3 0,2-3-7 0,-1-4-6 0,-7 3-13 15,7-3-18-15,-6 4-20 0,-1-4-28 0,-6 0-32 16,6 0-36-16,1-4-47 0,-7 4-57 0,0-3-57 0,7-5-66 15,-1 1-74-15,1-5-96 0,5 2-119 0,2-5-177 16,-2 1-46-16,8 2-7 0,-7 1 31 0,7 4 54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07.48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3471 11305 632 0,'0'0'795'0,"-7"4"37"16,1-4-84-16,6 3-139 0,-7-3-140 0,7 0-123 0,0 4-73 15,0-4-39-15,0 0-21 0,0 0-11 0,7 0-9 0,-1 4-1 16,7-4-8-16,0 0-6 0,1 0-11 0,5 0-8 15,0 0-7-15,1 0-10 0,7 0-10 0,-9 3-17 0,9-3-7 16,-1 3-3-16,6 5-5 0,-5-3-8 0,-1 2-13 0,6 0-12 16,-7 4-6-16,2-4-1 0,5 0-7 0,-6 1-9 15,1 3-3-15,-1-4-3 0,0 4 0 0,0-4 1 0,-7 4-7 16,1-3-6-16,0-2-4 0,-1-2-5 0,1 4-5 16,-8 0-2-16,2-5-3 0,-1 5-6 0,-7-5 0 0,0 0 1 15,8-3-2-15,-14 5 0 0,6-1-1 0,-6-4-10 0,0 0-16 16,0 3-26-16,0-3-39 0,0 0-46 0,-6 0-55 15,6 0-68-15,-14-3-78 0,8 3-74 0,6-4-78 0,-6-4-100 16,-1 0-106-16,1-6-135 0,-1-1-62 0,7 1-13 16,0-4 25-16,0 3 48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08.1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4721 10115 308 0,'-6'0'817'0,"-1"0"32"15,7 0 36-15,-6 0-132 0,6 0-163 0,0 0-159 0,0 0-101 16,0 0-45-16,0 0-18 0,6 0-7 0,1 0-8 0,6 0-16 16,6 0-22-16,1 0-13 0,6-4-5 0,-1 4-9 0,2 0-14 15,5 4-17-15,1-4-19 0,-1 0-17 0,2 3-15 16,-2 1-8-16,1-1-11 0,-1 4-12 0,1 1-14 0,-1-1-9 16,-6 4-6-16,1-3-19 0,-2 2-26 0,1 2 0 15,-6-1 0-15,-1-1 0 0,1-1 0 0,0 1 0 0,-1-3 0 16,1 4 0-16,-8-7 0 0,2 3 0 0,-2 1 0 0,-4-5 0 15,4 1 0-15,-5 0 0 0,-1-4 0 0,1 3 0 0,-1-3 0 16,1 3 0-16,-1-3-41 0,-6 5-87 0,0-5-57 16,0 3-65-16,-6 1-77 0,-1 1-77 0,7-3-78 15,-6 2-106-15,-1-4-129 0,1 0-180 0,-1 3-53 0,7-3-4 16,-6 0 23-16,6 0 57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08.7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5731 11279 817 0,'-7'0'853'0,"7"0"17"15,0 0-51-15,0 0-161 0,0 4-167 0,0-4-108 0,7 4-59 16,-1-1-22-16,0 1-2 0,8-1 1 0,-2 1-7 16,2 0-25-16,-1 0-29 0,7-1-29 0,6 5-30 0,-7-2-25 15,7 2-19-15,0 0-18 0,7-1-20 0,-7 1-17 0,6-1-18 16,-5 0-17-16,-1 0-13 0,0 1-10 0,-1-1-8 16,-5 0-8-16,6 1-2 0,-13-1-4 0,7 0 1 0,-8 1 0 15,2-1 2-15,-1-3-2 0,0 2-2 0,-7-2-3 0,7 4-11 16,-7-5-21-16,2 2-34 0,-2-2-46 0,0-3-56 15,1 3-71-15,-7-3-83 0,6 5-84 0,-6-5-85 0,7-5-113 16,-7 2-129-16,7 0-189 0,-7-5-42 0,0 0 6 16,0 4 35-16,6-2 59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09.4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6897 10071 148 0,'-7'-3'851'0,"1"-2"29"16,-1 1 27-16,0 1-48 0,7 3-164 0,-6 0-181 15,0-5-126-15,6 5-82 0,0 0-45 0,0-2-25 0,0 2-17 16,6 0-27-16,7 0-23 0,7-4-22 0,-8 4-12 0,14 0-3 15,-6 0-4-15,13 0-7 0,-7 4-5 0,7-2-9 0,-1 3-15 16,1 2-11-16,-1-2-13 0,7 1-9 0,-7 5-9 16,8-3-9-16,-1-1-13 0,-6 4-7 0,-1-4-3 15,1 0-5-15,-7 0-1 0,0 1-2 0,0-1-4 0,-1 1-2 16,-5-5-3-16,-7 5-11 0,0-5-15 0,0 2-21 0,1-5-27 16,-8 2-29-16,0-2-40 0,-6 5-50 0,7-5-68 0,-14 0-69 15,7 0-67-15,-6-5-79 0,6 3-103 0,-6-3-126 16,6-2-183-16,-8 0-44 0,2 3 3 0,0 0 29 15,6 1 57-15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0.1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7795 11283 398 0,'0'4'833'0,"0"-1"31"16,0-3 16-16,0 4-151 0,7-4-169 0,-7 3-147 15,0 5-89-15,0-4-53 0,7 3-23 0,-1 0-11 0,0-4 8 16,1 5-2-16,6 0-20 0,6-1-15 0,-5-3-15 0,12 3-6 16,-7-3-2-16,7 0-5 0,0 3-7 0,7-4-6 15,-1-3-3-15,1 4-15 0,-7 0-32 0,7-1-117 0,-1 1 0 16,-6 0 0-16,7 3 0 0,-7 1 0 0,0-5 0 16,-1 4 0-16,-5-3 0 0,0 3 0 0,-1-3 0 0,1 0 0 15,-7 2 0-15,0-2 0 0,0 1 0 0,0-5 0 0,-6 3 0 16,5 0 0-16,-12-3 0 0,7 0 0 0,0 5 0 15,-7-5 0-15,6 0 0 0,-6 0-230 0,-6 0-73 0,6-5-75 16,-7 5-76-16,0-3-94 0,1 0-126 0,6-6-158 16,-6 3-104-16,-1-2-56 0,0-3 9 0,1 4 46 0,6-8 69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0.7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9097 10122 651 0,'0'0'881'0,"-6"-4"19"0,6 4 0 15,-6 0-173-15,6-3-196 0,-6 3-137 0,12 0-81 16,-6 0-38-16,12 0-15 0,-4 0-5 0,11 0-9 0,1 0-15 16,-1 3-20-16,7-3-22 0,0 4-21 0,0-4-23 0,7 3-21 15,-7 1-21-15,6-1-16 0,1 5-12 0,-1-4-10 0,1 7-11 16,-1-4-12-16,-5 0-6 0,-1 0-10 0,0 1-2 15,0 3-4-15,-1-3-6 0,-5-2-4 0,-6 3-3 16,5-2-2-16,-6-4-6 0,0 1-9 0,0-1-18 0,-6 1-26 16,-1-4-26-16,1 0-37 0,-7 0-45 0,6 4-56 0,-6-4-74 15,0 0-72-15,-6-4-63 0,6 4-98 0,-7-7-115 0,1 3-146 16,6 1-93-16,-7-1-42 0,0 1 18 0,7 3 37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1.4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10030 11342 582 0,'6'0'874'0,"-6"4"40"0,-6-1 13 0,6-3-142 16,0 4-159-16,0-4-133 0,0 4-92 0,-8-4-58 0,16 3-33 15,-8-3-22-15,6 4-23 0,6 0-25 0,2-1-29 16,5 1-21-16,7-1-8 0,7 1-12 0,-1 0-18 0,8-1-20 16,-1 1-26-16,0 0-106 0,7-1 0 0,-7 1 0 15,6 0 0-15,-6 0 0 0,7-4 0 0,-8 3 0 0,2 1 0 16,-1-1 0-16,-13 1 0 0,7 0 0 0,-14-1 0 0,7 1 0 16,-13 0 0-16,6-1 0 0,-5-3 0 0,-8 3 0 0,1-3 0 15,-1 0 0-15,1 0 0 0,-1 0-65 0,-6 0-164 16,-6 0-59-16,6 0-66 0,-7 0-69 0,1-3-65 15,-7 3-96-15,7 0-112 0,-2 0-148 0,2 0-67 0,0 0-16 16,-1 0 21-16,0 3 46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2.0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11397 10008 522 0,'-13'0'876'0,"6"0"35"0,-6 0 43 15,7-4-122-15,-8 4-200 0,14 0-153 0,-6 0-93 16,0 0-53-16,6 0-24 0,6 0-19 0,0 4-24 0,8-4-29 15,5 0-32-15,1 4-30 0,6-1-26 0,0-3-21 0,7 4-24 16,-7 1-22-16,6 2-22 0,7-4-19 0,-6 0-12 16,-1 5-9-16,7-2 0 0,-6-1-7 0,-1 2-3 0,2-2-9 15,-9 1-15-15,1-2-21 0,0 3-28 0,-6-4-31 16,-1 2-43-16,-5-2-46 0,-2 1-53 0,-5 0-56 0,0-1-53 16,-1-3-48-16,0 4-62 0,-6 0-84 0,7-4-105 0,-7 0-137 15,-7 3-62-15,1 1-23 0,0-1 9 0,-1 4 36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2.7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12295 11422 196 0,'0'0'910'0,"-6"0"53"0,6 0 35 0,-6 0-68 16,6 4-191-16,-6-4-196 0,6 0-135 0,0 0-88 16,6 0-48-16,0 0-20 0,7 0-15 0,0 0-13 0,7 0-21 15,5 0-16-15,2 0-13 0,5-4-12 0,8 4-15 16,-1-3-27-16,0-1-14 0,-1 1-11 0,9-1-90 0,-2 0-5 16,-6 0 0-16,7 1 0 0,-14-1 0 0,7 0 0 0,-13 4 0 15,7 0 0-15,-14 0 0 0,8 4 0 0,-15-4 0 16,8 4 0-16,-7-4 0 0,-7 3 0 0,1 1 0 0,0-4 0 15,-1 0 0-15,0 0-122 0,-6 0-90 0,0 0-71 16,0 0-82-16,-6 0-81 0,6-4-99 0,0 1-126 0,-6-1-150 16,6-3-115-16,-7-1-54 0,7 1 14 0,0 0 52 0,-7-4 71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3.3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13441 10104 107 0,'-6'3'844'0,"0"1"39"0,6-4 27 0,-6 0-65 0,6 4-161 16,0-4-168-16,0 0-105 0,0 0-53 0,6 0-27 0,0-4-8 15,8 4-6-15,5-4-14 0,1 1-26 0,-1-1-31 16,7 0-31-16,0 1-33 0,0-2-25 0,0 2-26 16,1 0-23-16,-1 3-65 0,6-4-43 0,-6 8 0 0,7-4 0 15,-8 0 0-15,1 3 0 0,1 0 0 0,-1 2 0 0,0-2 0 16,0 5 0-16,-7-8 0 0,1 7 0 0,0-3 0 0,-1-4 0 15,-6 3 0-15,6 1-61 0,-5-4-136 0,-8 3-49 16,1 1-57-16,-1-4-57 0,1 3-53 0,-1 2-40 0,-6-5-69 16,0 0-82-16,0 0-108 0,0 0-155 0,0 0-30 15,0 0 5-15,0 3 40 0,-6 1 45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3.9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14562 11342 771 0,'0'4'846'16,"-6"-1"35"-16,6 1-54 0,0 0-139 0,-7-4-144 0,7 3-107 15,0 1-64-15,-7-4-37 0,7 0-16 0,7 4-11 16,-7-4-17-16,13 0-14 0,-6 0-18 0,5 0-12 0,8 0-16 16,0 0-16-16,-1 0-12 0,7 0-75 0,7 0-129 0,-7 0 0 15,6 0 0-15,1 0 0 0,-1 3 0 0,1-3 0 0,-1 0 0 16,-5 4 0-16,5-4 0 0,-6 3 0 0,-6-3 0 16,6 4 0-16,-7-4 0 0,1 4 0 0,0-4 0 0,-7 3 0 15,-1-3 0-15,-4 0 0 0,-2 0 0 0,0 0 0 16,1 0 0-16,-1 4 0 0,-6-4 0 0,0 0-31 0,0 0-236 15,0 0-66-15,0 0-68 0,0 0-65 0,-6 0-80 0,6-4-109 16,-7 1-125-16,1 3-145 0,6-8-61 0,-6 5 20 0,6-4 47 16,0-1 71-16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4.5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15754 10151 347 0,'-13'0'836'0,"0"0"39"16,6 0 55-16,-6-4-148 0,1 4-156 0,4 0-134 0,2 0-75 15,0 0-50-15,0 0-30 0,6 0-27 0,0 0-21 16,0-3-28-16,6 3-25 0,6 0-33 0,8 0-21 0,0-4-15 15,-1 4-11-15,14 0-11 0,-7 0-17 0,14 0-23 16,-8 4-105-16,7-4 0 0,0 7 0 0,0-3 0 0,0-1 0 16,-6 5 0-16,6 0 0 0,-7-1 0 0,7 4 0 0,-13-4 0 15,0 3 0-15,1-1 0 0,-1-2 0 0,-7 0 0 16,-6 0 0-16,0-3 0 0,1-1 0 0,-2 1-39 0,-6 0-184 16,-6-4-56-16,0 3-59 0,0-3-61 0,0 0-50 0,-6 0-45 15,0 0-93-15,0-3-107 0,-2-1-153 0,2 0-50 16,-7 4-4-16,0-3 25 0,0 3 44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5.2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16672 11558 502 0,'-6'0'855'0,"6"0"30"0,-7-4 19 0,7 4-156 0,-6-3-168 15,6 3-133-15,0-4-80 0,0 4-40 0,6-4-18 16,1 4-10-16,6-3-15 0,0-1-16 0,7 1-19 0,5-2-25 16,1 2-22-16,7-1-18 0,-1 4-15 0,2 0-18 15,4 0-16-15,-5 0-33 0,0 0-102 0,5 0 0 0,-5 4 0 16,-7-4 0-16,7 3 0 0,-7 2 0 0,-6-2 0 0,5 1 0 16,-5-1 0-16,-8 1 0 0,8 0 0 0,-13-1 0 15,6 1 0-15,0 0 0 0,-7-1 0 0,1-3 0 0,-7 0-52 16,7 0-161-16,-1 0-40 0,-6 0-48 0,0 0-57 15,0-3-57-15,0-1-64 0,0 0-97 0,0-3-121 0,-6 0-170 16,6 0-59-16,0-1-12 0,0 1 26 0,6-4 62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5.7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17793 10162 672 0,'-7'4'889'0,"0"-1"37"0,1-3 19 0,6 5-176 0,-6-5-196 16,6 0-127-16,0 0-68 0,0 0-31 0,6 0-20 16,7 0-12-16,6 0-14 0,1 0-25 0,-1 0-34 15,14 0-26-15,-7 0-39 0,6 0-30 0,1 2-21 0,7 3-21 16,-1-2-91-16,-1 5-14 0,-5-1 0 0,7 0 0 0,-2 0 0 15,-5 1 0-15,6 3 0 0,-13-4 0 0,0 0 0 0,0 1 0 16,1 0 0-16,-8-5 0 0,-6 4 0 0,0-7-27 16,-1 4-146-16,2-1-45 0,-8-3-46 0,-6 3-56 0,7-3-58 15,-7 0-50-15,0 0-68 0,0 0-92 0,0-3-108 16,0 0-161-16,0 3-46 0,0 0 1 0,-7 0 25 0,7 0 52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6.3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18671 11166 610 0,'7'0'880'0,"0"0"31"0,-7 0 28 16,6 0-159-16,1 0-183 0,6 0-120 0,-6 0-79 0,5 3-44 16,8-3-19-16,-1 4-14 0,1-1-29 0,6 2-34 15,7-5-35-15,-7 3-40 0,6 2-33 0,1-2-31 0,-1 0-25 16,-5 1-15-16,5-4-15 0,-6 4-17 0,0-1-17 0,0 1-10 16,-6-4-9-16,-1 4-5 0,-6 0-7 0,1-4-12 15,-2 0-14-15,-5 0-16 0,6 0-20 0,-13 0-23 0,6 0-28 16,-6 0-44-16,7 0-47 0,-7 0-60 0,0 0-67 15,-7-4-58-15,7 0-76 0,0 0-105 0,7-3-124 0,-7 0-167 16,0-1-49-16,6 0-1 0,-6 5 23 0,6-1 47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6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20066 10213 714 0,'0'5'865'0,"-7"-5"34"0,7 3-30 0,0-3-159 0,0 4-161 16,0-1-115-16,0-3-61 0,7 4-34 0,-1-1-11 16,7 1-15-16,0 0-12 0,6-1-23 0,1 1-27 0,6 0-34 15,-7-1-36-15,8 2-34 0,5 1-29 0,-6-2-25 16,0 0-24-16,7-1-19 0,-7 5-17 0,0-5-11 0,1 1-10 16,-8 3-2-16,0-3-5 0,-6-1-4 0,1-3-1 0,-2 4 0 15,-5-4-7-15,-1 4-7 0,1-4-15 0,-1 0-27 16,-6 0-37-16,0-4-46 0,0 0-53 0,0 1-64 0,0-1-69 15,0 2-73-15,0-7-68 0,-6 6-103 0,6-5-111 16,-7 5-146-16,7-1-65 0,-6 0-17 0,6 4 19 0,0 0 41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7.37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21107 11297 511 0,'0'4'906'0,"0"4"37"16,0-5 30-16,0 1-134 0,0 3-184 0,0-4-145 0,7 5-90 15,0 0-52-15,-1-4-26 0,7-1-12 0,0 5-17 16,6-5-31-16,1 1-26 0,6 0-27 0,7-4-26 16,-1 0-92-16,1 3-111 0,-1-3 0 0,1 0 0 0,-1 0 0 15,1 0 0-15,-7 0 0 0,0 0 0 0,0 0 0 0,-6 0 0 16,-7 0 0-16,7 0 0 0,-14 0 0 0,7 0 0 0,-7 0 0 15,-6 0 0-15,7 0 0 0,-7-3 0 0,0-1 0 16,0 4-156-16,0-4-120 0,-7 1-72 0,1-1-74 0,-1 0-74 16,1-3-108-16,6 4-124 0,-6-5-184 0,6 0-54 15,0 1-11-15,0 7 22 0,0-7 56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7.9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22358 10082 84 0,'-6'0'801'0,"-8"-4"36"0,2-3 36 0,5 4-73 16,-6-2-146-16,0 1-146 0,7 1-81 0,-2 3-37 15,2-5-19-15,0 3-15 0,0 2-22 0,-1-4-28 16,7 4-31-16,0-4-31 0,7 0-25 0,5 4-21 0,2-3-19 16,-2 0-11-16,15 3-3 0,-1-5-163 0,0 5-2 0,6 0 0 15,1 0 0-15,-1 5 0 0,7-5 0 0,-6 3 0 0,-1 4 0 16,7-3 0-16,-5 2 0 0,-2 2 0 0,1 1 0 16,-1-3 0-16,1 2 0 0,-7-2 0 0,-1 2 0 0,1-4 0 15,-6 0 0-15,0-1 0 0,-1 1 0 0,-5-4 0 16,-2 0 0-16,1 4-166 0,-6-4-174 0,-1 0-51 0,-6 0-56 15,0 0-51-15,0 0-94 0,0 0-111 0,-6-4-158 0,-1 4-64 16,0 0-20-16,1 4 17 0,-6-1 53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8.54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23342 11540 689 0,'-7'0'866'0,"0"-4"38"0,1 4-31 0,-1 0-143 16,1-3-158-16,6 3-128 0,-6 0-88 0,6 3-41 15,0-3-24-15,0 4-17 0,12-4-18 0,-5 3-19 0,13 1-17 16,-1 0-7-16,7-4-4 0,0 3-12 0,0 1-19 0,13 0-23 15,-7-1-24-15,8 1-50 0,-1-1-81 0,6 1 0 16,-5-4 0-16,-1 4 0 0,0-1 0 0,-7 1 0 0,1-4 0 16,-7 4 0-16,6-4 0 0,-12 0 0 0,0 3 0 15,-1-3 0-15,-5 0 0 0,-2 0 0 0,-6 0-7 0,1-3-143 16,0-1-39-16,-1 0-43 0,-6 1-56 0,0-5-68 0,-6 1-64 16,6-4-86-16,-7 0-119 0,7 1-129 0,-7-2-146 0,1 1-71 15,0 0 20-15,0-4 45 0,6 4 61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9.1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24293 10209 580 0,'0'4'835'0,"-7"1"32"0,0-2-27 0,7-3-160 0,0 0-153 0,7 4-105 16,-7-4-56-16,7 3-24 0,5-3-7 0,2 4-4 16,5-4-6-16,7 3-17 0,-6-3-32 0,12 0-41 0,-6 4-39 15,7-4-34-15,-1 4-33 0,1-1-27 0,-1 1-25 0,1 3-22 16,-1-2-16-16,1 1-17 0,-7-2-9 0,7 0-6 15,-7 2-6-15,0-1-13 0,-1-5-14 0,-5 3-25 0,0 1-31 16,-1-4-37-16,-5 0-43 0,-2 5-49 0,2-5-53 16,-8 0-51-16,0 0-54 0,1-5-50 0,0 1-70 0,-1 1-89 15,-6-5-105-15,7 5-158 0,-7-5-41 0,0 5 3 0,0 3 28 16,-7-3 47-16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19.7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25439 11389 166 0,'0'0'786'0,"0"0"37"0,0 0 18 0,0 0-120 0,0 4-116 15,0-4-117-15,0 0-88 0,0 0-44 0,0 4-22 0,0-4-15 16,6 3-12-16,0 1-15 0,1-4-29 0,6 0-17 16,7 4-16-16,-1 0-17 0,1-4-23 0,6 3-26 15,0-3-27-15,-1-3-24 0,9 3-15 0,-2 0-25 0,1 0-47 16,6 0-26-16,-7 0 0 0,1 0 0 0,-1 0 0 0,1 3 0 15,-7-3 0-15,0 0 0 0,-7 4 0 0,1-4 0 0,0 3 0 16,-8-3-38-16,-5 0-45 0,0-3-21 0,-1 3-27 16,1 0-27-16,-1-4-34 0,-6 4-41 0,6 0-51 0,-6-3-48 15,0-1-47-15,0 0-55 0,0 0-94 0,0 1-109 16,0-5-141-16,0 5-68 0,0 3-20 0,0 0 4 0,0-4 37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20.4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26715 10078 357 0,'-7'-4'801'0,"1"1"36"0,0 0 24 0,6-2-137 0,-7 5-146 0,0 0-129 16,7-4-78-16,-6 4-49 0,6 0-29 0,6 0-22 15,-6 0-14-15,14 0-18 0,-2 0-26 0,8 4-22 16,0-4-15-16,5 5-11 0,2-5-13 0,5 3-7 0,-6 0-24 15,7 1-26-15,6 0-19 0,-7 2-16 0,2-1-16 0,-2-2-12 16,-7 5-8-16,9-5-14 0,-15 1-1 0,7 0-2 0,-6 3-4 16,-1-4-1-16,-6 1 0 0,0-1-1 0,1 2-1 15,-8-2-2-15,0-3-4 0,-6 4-7 0,6-4-15 0,-6 3-24 16,0-3-29-16,-6 0-36 0,6 0-40 0,-6 0-48 16,0 0-59-16,-2-3-61 0,8 3-48 0,-6-4-55 0,0 1-87 15,-1-2-101-15,7 2-134 0,-7-4-74 0,1 3-33 0,-1 1 8 16,1-1 25-16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21.0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27621 11326 421 0,'-14'5'821'0,"1"-5"36"15,1 0 34-15,4 0-122 0,-4 0-167 0,5 3-135 0,1-3-82 16,-1 0-44-16,1 5-20 0,6-5-8 0,0 3-6 16,6 1-24-16,1-1-19 0,6 5-17 0,7-5-5 0,-1 1-13 15,7 3-15-15,0-3-15 0,7-1-181 0,-1 5-18 16,7-5 0-16,-7 1 0 0,8 0 0 0,-7 3 0 0,-1-7 0 15,1 8 0-15,-1-5 0 0,-6-3 0 0,1 4 0 0,-2-1 0 16,1-3 0-16,-6 4 0 0,-1-4 0 0,1 0 0 16,-7 0 0-16,0 0 0 0,0-4 0 0,-6 4 0 0,5-3 0 15,-5-1 0-15,-1 1 0 0,1-1-148 0,0 0-188 0,-7 0-75 16,6 1-70-16,-6-1-97 0,0 0-118 0,6-3-146 16,-6 3-93-16,0 1-43 0,0 3 11 0,8-7 53 0,-2 3 68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21.6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28695 10122 12 0,'-6'0'734'0,"-8"0"31"0,8 3 28 0,0-3-97 0,-2 0-139 16,8 0-128-16,-6-3-89 0,6 3-42 0,6 0-15 0,-6-4 1 15,14 1-2-15,-1-1-4 0,0-3-9 0,6 3-10 16,7-3-16-16,1-1-17 0,-1 5-22 0,6-5-23 0,1 8-19 15,-1-3-21-15,1 3-17 0,-1 0-16 0,7 0-15 16,-5 3-17-16,-2 1-10 0,-7 0-10 0,8-1-12 0,-7 0-9 16,0 5-8-16,0 0-8 0,-6-5-6 0,-1 5-3 15,1-5-3-15,-7 1-2 0,0-1-2 0,0 1-3 0,-7-1 0 16,2-3-3-16,-2 5-8 0,0-5-11 0,0 0-19 0,-6 0-27 16,7-5-39-16,-7 5-41 0,-7-3-53 0,7 3-60 15,-6-4-67-15,6 1-64 0,-6-4-58 0,0 3-93 0,6 0-103 16,0 1-135-16,-8-1-77 0,2 0-32 0,0 4 18 0,6 0 36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9:22.3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29815 11451 652 0,'-6'0'763'16,"6"0"30"-16,-7 0-90 0,0 0-100 0,1 0-89 0,6 0-80 15,-6 0-45-15,6 0-20 0,-7 0-18 0,7 0-20 0,0 0-21 16,7 0-30-16,-7 0-25 0,6 0-24 0,7 0-16 15,0 0-11-15,13 0-13 0,-6-4-7 0,13 4-10 0,-7 0-13 16,13 0-77-16,-7 0-84 0,1 4 0 0,6-4 0 16,-1 5 0-16,2 1 0 0,-1-1 0 0,-7-2 0 0,7 5 0 15,-6-5 0-15,-7 0 0 0,0 6 0 0,0-6 0 0,-6 0 0 16,-7 1 0-16,-1-4 0 0,-4 4 0 0,-2-1 0 0,0-3 0 16,-6 0 0-16,0 0 0 0,0 0 0 0,-6 0 0 15,0 0 0-15,-2 0 0 0,-4 0-57 0,-1 0-186 0,6-3-52 16,-6 3-61-16,0 0-59 0,6-4-51 0,-5 4-78 15,6-4-90-15,6 1-113 0,-8-4-144 0,8-1-49 0,-6 5 13 16,6-5 42-16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06:44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25393 5169 14 0,'0'0'632'0,"-7"0"41"16,7-4-39-16,0 4-116 0,-6 0-106 0,6-4-81 0,0 4-64 15,0 0-56-15,0-2-48 0,0 2-42 0,0 0-30 16,0 0-23-16,0 0-10 0,0 2-3 0,0 6 3 16,0-1 4-16,0 3 8 0,0 6 8 0,0-1 8 0,0 3 10 15,0 0 1-15,0 8 1 0,0-1 0 0,0 1 0 0,0 0-21 16,0 3 0-16,0 0-9 0,0-3-8 0,0 0-7 0,6 3-11 16,-6-7-10-16,0 3-12 0,0-3 8 0,0 0-13 15,7 1-3-15,-7-5-6 0,7-3-3 0,-7 3 1 16,0-7-4-16,6 0 2 0,-6-1 0 0,0-2 0 0,6-1 2 15,-6-3 0-15,0 3 0 0,0-7-1 0,0 0 3 0,0 0 1 16,0-7-1-16,7 3-1 0,-7-3-2 0,0-1 1 0,0-2-1 16,0-1-1-16,0-4-3 0,0 1-3 0,0-5 1 15,7 1-8-15,-7-1-7 0,0 1-10 0,0-3-5 16,0 2-2-16,0-3-2 0,0 0-1 0,-7-1-4 0,7-2 5 16,-7 3 11-16,7 0 6 0,-6-3 6 0,0 3 1 0,-1 0 1 15,0 0 4-15,1 3 3 0,6 1 2 0,-6 0-2 16,-1 0 4-16,0 3 0 0,7 0 1 0,-6 1 3 0,6 3 0 15,-7-1 3-15,7 2 1 0,-6-2-3 0,6 1 0 16,0 0 1-16,0 4 2 0,0-4-3 0,0 4 1 0,0 0-3 16,0 0 2-16,6 2 0 0,-6-2 3 0,0 4-1 0,0-1 4 15,0 0 1-15,7 1-3 0,-7 3-2 0,6-4-1 16,-6 4 2-16,7 0 0 0,0 0-4 0,-1 4-6 0,0-1 7 16,1 1 2-16,6 3 0 0,0 0 1 0,-6 5 1 0,6-1 2 15,-1 3 8-15,2 4 3 0,-2 1-1 0,2 3 3 16,-1 4 4-16,-7-1 6 0,7 1 3 0,0 3 4 0,-7 0 6 15,8 1 6-15,-8-1 11 0,1-3 10 0,-1 2 11 16,1-2 7-16,-7 0 15 0,6 0 12 0,-6-4 7 0,0 0 7 16,-6 0 3-16,6-4 2 0,-7-3-5 0,1 2-5 0,-1-1-14 15,1-1-15-15,0-4-17 0,-2-1-17 0,-4 1-13 16,5-3-15-16,1 2-10 0,-7-5-13 0,0 2-16 0,6-4-29 16,-6 1-37-16,0 0-46 0,6-1-54 0,-5-3-63 15,-1 4-68-15,6 0-64 0,0-4-49 0,-5 0-59 0,5-4-71 16,7 0-60-16,-7 1-60 0,7-1-82 0,0 4-34 15,0-4-6-15,0-3 25 0</inkml:trace>
  <inkml:trace contextRef="#ctx0" brushRef="#br0" timeOffset="359.34">25719 5685 162 0,'6'0'591'0,"7"0"-21"0,0-3-77 0,-7-1-70 16,8-3-56-16,-8 3-41 0,7-7-42 0,0 3-37 0,-6-2-50 15,5-1-46-15,-4-5-34 0,-2 6-22 0,0-1-14 16,8 0-10-16,-8-4-7 0,0 4-6 0,-6-3-3 0,7-1-5 16,-7 4-4-16,0 1-2 0,0-2-1 0,0-2-2 0,0 6 3 15,-7-2-1-15,7-1 0 0,-6 3-1 0,6 0-4 16,-6 1 0-16,-1 4-1 0,0-2 2 0,1 2-4 0,0 3-4 16,-2 3 2-16,2-3 3 0,0 8 6 0,-7-4 2 15,6 3 4-15,1 5-2 0,-1-6 8 0,-5 6 4 0,4-1-3 16,2 0 0-16,-7 4-3 0,7-5-2 0,-1 5-3 0,7-1-5 15,-6 1-2-15,6 0-4 0,-7-3 2 0,7 5-3 16,7-2 2-16,-7 0-2 0,6-1-2 0,-6 1 0 0,7-1-3 16,-1 4-6-16,1-3-5 0,-1 0-5 0,8-1-6 15,-8-3-14-15,0 1-27 0,7-1-41 0,-6-3-49 0,6-2-51 16,-1-2-50-16,2-4-52 0,-8 0-74 0,8 0-76 0,-2-4-56 16,1-2-46-16,1-6-38 0,-8 1-47 0,7 0-60 15,-6 3-6-15,-1-2 40 0</inkml:trace>
  <inkml:trace contextRef="#ctx0" brushRef="#br0" timeOffset="781.16">25960 5601 114 0,'0'0'644'0,"-7"0"0"0,7 4-58 16,-7 0-69-16,7-2-66 0,0 7-54 0,0-2-61 0,0 4-55 15,0-1-57-15,0 5-37 0,0 4-30 0,7-1-19 16,-7 0-20-16,0 5-16 0,0-1-3 0,7-1-16 16,-7 1-13-16,6 0-10 0,-6 4-8 0,6-4-6 0,-6 0-4 15,8 0-6-15,-8-4-2 0,6 4-3 0,-6-7-2 16,6 3-6-16,-6-2-1 0,6-6-4 0,-6 1-6 0,0 0-4 15,7 0-3-15,-7-7-2 0,0 3-3 0,0-3-6 0,0-1-9 16,0-3-6-16,0 0-12 0,-7-3-11 0,7-1-20 16,0 0-8-16,0-3-6 0,0-4-7 0,0 0-3 0,0-4-2 15,0 0 11-15,0-3 13 0,-6 0 16 0,6 0 8 0,0-5 9 16,-6 2 12-16,6-5 8 0,-6 0 7 0,6 1 2 0,-8-1-4 16,8 0 1-16,-6-3 9 0,6 3-2 0,0 5-2 15,0-2 1-15,0 2-1 0,0 2 0 0,0 1 3 16,0 3 3-16,0 0-1 0,6 1 8 0,-6 6 10 0,8-3 7 15,-8 5 14-15,6 1 11 0,0 2 7 0,0-1 13 0,1 4 11 16,0 0 7-16,-1 0 8 0,1 0 9 0,-1 7 4 0,0 1 5 16,2 3 6-16,-2 0 0 0,6 1-6 0,-4 2 0 15,-2-1-7-15,0 7-8 0,-6-6-6 0,7 4-10 16,-1 1-10-16,-6-1-11 0,7 0-6 0,-7-2-13 0,0-3-11 16,0 3-7-16,0-6-5 0,0 1-8 0,0-3-4 0,0-1-7 15,0 0-19-15,-7 1-29 0,7-5-39 0,-6 1-53 0,-1-4-61 16,7 0-68-16,-6 0-71 0,6-7-94 0,0-1-99 15,-6-3-91-15,6 0-108 0,0-3-69 0,0-1-24 16,6-6 17-16,-6 2 40 0</inkml:trace>
  <inkml:trace contextRef="#ctx0" brushRef="#br0" timeOffset="953.02">26207 5403 487 0,'0'0'788'0,"0"0"54"15,0 4-57-15,0 0-114 0,6-1-104 0,-6 8-108 16,7-4-77-16,0 4-52 0,-7 5-35 0,6-2-39 0,1 1-37 15,-1 3-42-15,0 0-35 0,2 5-31 0,-8-6-25 0,6 5-19 16,-6 1-20-16,6-1-12 0,0-5-13 0,-6 6-16 0,0-9-25 16,0 5-42-16,8-5-51 0,-8-3-63 0,-8 4-61 15,8-4-75-15,0-3-89 0,0-5-100 0,-6 1-91 16,6-1-77-16,-6-3-100 0,6-3-39 0,-6 3-3 0,-2-4 37 16</inkml:trace>
  <inkml:trace contextRef="#ctx0" brushRef="#br0" timeOffset="1093.63">26155 5671 304 0,'-7'-8'821'0,"1"5"77"0,0-1 7 0,-1 1-89 0,7-2-102 16,-7 2-120-16,1 0-108 0,0 3-86 0,6 0-78 0,0-4-71 16,0 4-65-16,0 4-58 0,6-4-46 0,0 0-49 0,1 0-58 15,0 0-61-15,5 0-72 0,-5 0-83 0,13 0-78 0,-8-4-87 16,2 0-114-16,-2 1-95 0,8-5-74 0,-1-4-74 16,-5 6-62-16,-2-1 8 0,8 3 27 0</inkml:trace>
  <inkml:trace contextRef="#ctx0" brushRef="#br0" timeOffset="1515.46">26416 5454 501 0,'-8'-6'735'0,"8"1"-21"0,-6-2-81 0,6 3-81 0,-6-3-68 15,6 7-66-15,0-3-82 0,-6 3-66 0,6 0-48 16,0 0-47-16,0 3-33 0,0 1-30 0,0 3-30 0,-7 0-23 16,7 4-13-16,0 1-13 0,0 2-8 0,0 1 0 0,0 0-5 15,0 3-4-15,0 1 5 0,0-2 10 0,7 5 5 16,-7-3 7-16,0 3 3 0,0-1 0 0,6 2 2 0,-6-2 4 15,0 2-2-15,6-2-10 0,-6-2-10 0,6-1-7 16,-6-3-5-16,0 0-2 0,8-4-6 0,-8-4-5 0,0 4-6 16,6-7-4-16,-6 2-7 0,0-6 1 0,6 5-3 0,-6-5-5 15,0-5 1-15,0 2 0 0,0 0 1 0,7-5 4 0,-7 1 6 16,0-4 1-16,0 0 3 0,7 0 3 0,-7-4-1 16,6 5 2-16,-6-1-1 0,7-5 1 0,-7 6 1 15,6-1 1-15,0-4-2 0,-6 4 7 0,7 0 7 0,0 0 7 16,-1 4 10-16,0-5 6 0,1 6 13 0,0-2 12 0,-1 1 13 15,1 3 9-15,-1 1 8 0,7 3 9 0,-6 0 8 16,-1 3 8-16,8 1 7 0,-8 3 2 0,7 1 4 0,-7-2-4 16,1 6-8-16,-1-1-6 0,1 3-8 0,-1 1-6 15,0 0-10-15,2-1-10 0,-2 1-12 0,0 0-10 0,-6-1-7 16,0-3-3-16,7 0-11 0,-7 0-12 0,0-3-19 0,0-1-5 16,0 0-28-16,0-3-38 0,0 0-47 0,-7 2-61 0,7-1-67 15,-6-2-74-15,6 1-79 0,-6 3-68 0,6-3-87 16,0-4-85-16,0 0-74 0,0 0-84 0,0 0-74 15,6-4-15-15,7 4 39 0,0-4 43 0</inkml:trace>
  <inkml:trace contextRef="#ctx0" brushRef="#br0" timeOffset="1796.69">27321 5517 117 0,'0'0'917'0,"0"0"53"15,0 0 46-15,-7 0-8 0,7 0-208 0,0 0-214 16,-6 0-155-16,6 0-109 0,0 0-84 0,0-4-89 0,-7 4-105 15,7 0-132-15,-7-3-135 0,7 3-148 0,-6 0-165 16,6 0-176-16,0-4-180 0,0 4-73 0,0 0-7 0,0 0 52 16,0 0 79-16</inkml:trace>
  <inkml:trace contextRef="#ctx0" brushRef="#br0" timeOffset="1906.05">27301 5620 56 0,'0'11'807'0,"0"-4"64"0,-7 3 57 0,7-5-64 15,0 2-144-15,-6-4-167 0,6 1-139 0,0-4-99 0,0 0-80 16,0 4-81-16,0-4-86 0,0 0-99 0,0 3-100 0,0 1-91 15,0-4-116-15,0 0-130 0,0-4-127 0,0 1-140 0,6 3-85 16,1-4-25-16,-7 0 11 0,13 1 42 0</inkml:trace>
  <inkml:trace contextRef="#ctx0" brushRef="#br0" timeOffset="2530.96">27848 5436 365 0,'-6'-4'748'0,"6"1"34"15,-7-1-73-15,7 1-120 0,-6-2-101 0,6-1-102 16,0 2-77-16,6-3-47 0,1-1-29 0,-7 1-26 0,6 0-19 0,8-1-17 15,-8 1-20-15,7 0-9 0,0 4-4 0,0-2 2 16,0 2 1-16,0 6 6 0,0-3 7 0,0 8 4 16,6-1-3-16,-5 0-3 0,-8 8-11 0,8 0-13 0,-2-1-11 15,-6 4-17-15,1 1-16 0,0-1-16 0,-7 4-16 0,0 0-7 16,0 0-14-16,0 0-8 0,-7-4-6 0,7 5-4 0,-13-5-4 16,7 0-2-16,0-4-3 0,-8 5-10 0,8-4-6 15,-8-5-9-15,8 2-12 0,-7-5-13 0,7 0-9 16,-8-3-4-16,2 0-3 0,-2-4-2 0,8 0 6 0,-7-4 11 15,7 0 13-15,-8 4 11 0,8-7 11 0,0 3 6 0,-2 1 7 16,8-1 6-16,-6 1 7 0,6-2 3 0,0 5 5 0,6 0 5 16,2 0 3-16,-8 5 4 0,6-2 0 0,0 1 2 15,8-1-3-15,-8 1-3 0,7 3-4 0,-7-3-4 16,8 3-5-16,-2-2-4 0,2-3-5 0,-8 3-4 0,7-2 0 16,-7 0-2-16,1 2-6 0,0-2-15 0,-1-3-19 0,0 0-23 15,2 0-30-15,-2 0-34 0,-6 0-42 0,0 4-52 16,6-4-63-16,-6 0-56 0,0 0-56 0,0 0-82 0,6 0-91 15,-6 0-95-15,0 0-135 0,0 0-50 0,0 0-3 16,0 0 28-16,0 0 43 0</inkml:trace>
  <inkml:trace contextRef="#ctx0" brushRef="#br0" timeOffset="3499.63">27992 6517 483 0,'-7'4'624'0,"0"-1"-26"0,7-3-74 0,-6 4-67 16,-1-4-50-16,7 4-39 0,-6-4-36 0,6 0-45 15,0-4-41-15,0 4-50 0,0 0-18 0,0-4-18 0,0 1-18 16,0-1-17-16,0 0-9 0,0 1-11 0,0-1-10 0,0 1-8 15,6-5-4-15,-6 1-5 0,7 3-1 0,-1-3-4 16,-6-4-6-16,7 4-5 0,-7-1-4 0,7 1-4 0,-1-1-6 16,-6 6-5-16,6-7-8 0,2 6-6 0,-2-2-8 15,-6 2-7-15,6-4-3 0,0 3-5 0,1 4-4 0,0-3-2 16,-7 0-2-16,6 3 1 0,1-5 3 0,-1 5 1 0,0 0 0 16,2-3-2-16,-2 3 0 0,0 3-2 0,1-3 1 15,-1 0 0-15,1 5-2 0,-7-2-1 0,6 0-1 0,1 5 2 16,-1-2 0-16,-6 2 2 0,7 1-1 0,0 1-1 15,-7 0 0-15,6-3 2 0,-6 5 1 0,0-1-1 0,6 0 0 16,-6 0-7-16,-6 0 6 0,6 0 1 0,0 0 1 0,0 0 0 16,-6 0-1-16,-1-4 2 0,7 4 0 0,-7-4 7 15,1 1-3-15,-1 0-5 0,7-1 2 0,-6 0 0 0,-1 0-1 16,1-2-1-16,6 1-1 0,-7-2-2 0,7 0 1 0,0-4 0 16,-6 3 1-16,6 0-1 0,6 2-2 0,-6-2 1 15,7 1 0-15,-7 0 0 0,13-1 1 0,-7 5 0 0,1-5 0 16,-1 4-3-16,8 5 0 0,-2-2 3 0,-5 1 1 15,6 5 2-15,-13-2-2 0,6 1 0 0,1 0 7 0,-7 2 13 16,0 1 16-16,-7 1 15 0,1-4 17 0,0 3 18 0,-1-4 15 16,0 1 17-16,-5 0 0 0,-2-4-9 0,1 0-11 15,7-4-19-15,-14-3-16 0,14 0-17 0,-8-1-15 0,2-3-18 16,-1 0-7-16,-1 0-10 0,8-3-16 0,-6-5-20 16,-2 1-25-16,1-1-33 0,6 1-37 0,-6 0-43 0,7-4-49 15,-7 4-46-15,6-5-44 0,1 5-34 0,6-4-45 16,-6 4-69-16,6 0-74 0,0-4-85 0,0 7-133 0,6-3-39 15,-6 4-1-15,6 3 23 0</inkml:trace>
  <inkml:trace contextRef="#ctx0" brushRef="#br0" timeOffset="4202.67">28096 7455 150 0,'0'3'615'0,"-7"-3"30"0,7 3-88 15,-6 2-109-15,6 3-71 0,-6 2-70 0,6-2-51 16,-8 3-40-16,8-1-38 0,0 5-35 0,0-1-36 0,-6-2-14 15,6 2-16-15,0 0-3 0,0 6 0 0,-6-3 1 16,6 2 4-16,-7-4 0 0,7 0 5 0,-6-5 0 0,6 5 6 16,-7-1 2-16,0-3-1 0,1 0 2 0,6 1-4 0,-6-4-4 15,0 2-3-15,-2-3-4 0,8-3-1 0,-6 4 1 16,6-5 0-16,-6-3-3 0,6 4 0 0,0-4-2 0,-7 3-1 16,7-3-6-16,0 0-9 0,0 0-10 0,0 4-8 15,0-4-5-15,7 0-5 0,-7 0-3 0,6 4-1 0,-6-4 1 16,6 3 0-16,2 1 2 0,4-4-2 0,-6 4-1 0,1-1-1 15,0 0-4-15,6 2-5 0,-1-1-6 0,-4-1-1 16,4-3-10-16,1 0-17 0,0 3-27 0,0-3-43 0,1 0-51 16,-2 0-55-16,-5 0-50 0,6-3-57 0,-7 3-73 15,7-3-76-15,-6-6-66 0,0 3-51 0,-1-2-48 0,0-3-66 16,2 4-40-16,-8-4 1 0,6 4 49 0</inkml:trace>
  <inkml:trace contextRef="#ctx0" brushRef="#br0" timeOffset="4374.53">28207 7668 315 0,'0'0'712'0,"-7"4"17"0,0 2-63 0,7 2-79 0,-6-1-80 16,6 4-65-16,-7 3-68 0,7 1-64 0,0 1-43 0,-6 1-39 16,6 2-27-16,0-1-27 0,0 4-22 0,0-4-27 15,0 4-24-15,6-4-23 0,-6 2-19 0,0-3-15 0,7 1-13 16,-7-3-15-16,0 0-6 0,6-1-4 0,-6-3-15 16,0-3-24-16,0-2-32 0,0 6-39 0,0-9-42 0,0 5-41 15,0-5-48-15,0-3-58 0,0 5-73 0,-6-5-74 0,6 0-70 16,0 0-75-16,-7-8-118 0,1 4-43 0,6-6-3 15,-6 1 30-15</inkml:trace>
  <inkml:trace contextRef="#ctx0" brushRef="#br0" timeOffset="4968.21">27458 6521 690 0,'-7'3'818'0,"7"-3"44"16,-7 4-50-16,7 0-139 0,-6-1-145 0,0 1-126 0,6-4-83 16,-8 3-56-16,8 2-42 0,0-5-49 0,0 3-54 15,-6-3-61-15,6 4-67 0,0-4-60 0,0 3-65 0,0-3-60 16,0 4-56-16,0-4-67 0,0 4-83 0,0-4-71 16,0 0-59-16,0 0-54 0,0 0-77 0,0 0-44 0,-6 0-7 15,6 3 33-15</inkml:trace>
  <inkml:trace contextRef="#ctx0" brushRef="#br0" timeOffset="5155.68">27438 6697 82 0,'0'3'722'0,"-6"1"43"0,6 3 8 0,0-3-123 0,-8-4-116 16,8 3-114-16,0 1-103 0,0-4-76 0,0 0-55 0,0 0-41 15,0 0-44-15,0 4-45 0,0-4-50 0,0 0-51 0,0 0-51 16,0 0-49-16,0-4-66 0,-6 4-87 0,6 0-78 15,0 0-80-15,0 0-82 0,0 0-112 0,0 0-50 16,-6 0-5-16,6 4 39 0</inkml:trace>
  <inkml:trace contextRef="#ctx0" brushRef="#br0" timeOffset="5640.01">27392 7582 178 0,'0'0'789'0,"0"0"45"0,0 4 45 16,0-4-128-16,0 5-121 0,0-2-122 0,0 0-98 16,-6 2-69-16,6-5-54 0,0 3-49 0,0-3-51 15,0 3-49-15,0-3-53 0,0 5-54 0,0-5-62 0,0 3-70 16,0 0-78-16,0-3-80 0,-7 5-123 0,7-1-136 0,0-4-148 15,0 0-160-15,-6 0-68 0,6 0-1 0,0 0 42 0</inkml:trace>
  <inkml:trace contextRef="#ctx0" brushRef="#br0" timeOffset="5796.24">27418 7792 571 0,'0'7'745'0,"0"-3"26"16,-6 0-128-16,6-1-135 0,0 0-128 0,0-3-112 0,0 5-81 15,-6-5-60-15,6 4-56 0,0-4-61 0,0 0-74 16,6 0-98-16,-6 0-106 0,0-4-121 0,0 4-149 0,0-5-109 16,6 5-61-16,-6-3-17 0,0 3 22 0</inkml:trace>
  <inkml:trace contextRef="#ctx0" brushRef="#br0" timeOffset="178267.7">5751 5136 270 0,'-8'0'661'0,"8"0"6"0,0 0-62 0,0 0-82 16,-6-4-78-16,6 4-62 0,0 0-59 0,0 0-47 0,0 0-36 15,0 0-21-15,0 0-6 0,0 0-11 0,0 0-1 16,0 0-8-16,-6 0-4 0,6 0-6 0,0 0-3 0,0 0-4 15,0 0-11-15,0 0-9 0,0 0-12 0,0 0-15 16,0 0-14-16,6 0-13 0,-6 0-17 0,0 0-15 0,6 0-13 16,2 0-14-16,-2 0-8 0,0 0-6 0,0 0-6 0,2 0-8 15,4 0-4-15,-5 0-6 0,6 0-2 0,6 0 0 16,-5 0-2-16,5 0-2 0,1 0-2 0,0 0 2 0,5 0 0 16,-5 0 2-16,6 4 0 0,0-4 3 0,7 3-1 0,-7 1 1 15,6 0 2-15,1 0-1 0,-1-1 1 0,1 2 4 16,6-3-2-16,-7 2-1 0,1 0 3 0,6 0-3 0,0-1 0 15,0 1 1-15,-6 0-2 0,5-2 2 0,-5 7-3 16,0-6-2-16,0 5-1 0,-1-1 2 0,-6 0-2 0,0-4 0 16,0 5 0-16,0-1-5 0,-6-3 2 0,-1 3 2 0,1-3-1 15,-7 0 0-15,6-1-1 0,-12-3-1 0,6 4 1 0,-6-4 1 16,-1 0 0-16,0 3 0 0,-6-3 0 0,7 0-6 16,-7 0-18-16,0 0-27 0,-7-3-37 0,7 3-46 15,-6 0-52-15,6-4-61 0,-6 4-66 0,-1-3-58 0,0-1-46 16,1 0-56-16,-1 1-57 0,1-5-46 0,0 1-35 0,-1-1-29 15,0 2-23-15,7-2-29 0,-6 1-11 0,0 0 45 0</inkml:trace>
  <inkml:trace contextRef="#ctx0" brushRef="#br0" timeOffset="178470.82">6740 5107 564 0,'0'-4'630'0,"-6"0"-24"0,6 1-47 16,0 3-45-16,0-4-48 0,0 0-51 0,0 4-55 0,0 0-57 16,0 0-41-16,6 0-37 0,1 4-25 0,-1 0-18 0,8-1-11 15,-8 1-6-15,14 0-1 0,-8-1-7 0,1 1-9 16,7 4-6-16,-7-5-4 0,0 4 1 0,0-3 6 0,0 3 8 15,0 1 8-15,1 0 9 0,-8-2 7 0,0 2 9 16,0 3-1-16,-6 0-1 0,0 0-17 0,0 0-16 0,0 0-149 16,-6 3-2-16,0-3 0 0,0 3 0 0,-8-2 0 0,8 2 0 15,-7-3 0-15,-1 1-154 0,2 2-187 0,-2-3-93 16,2 1-88-16,-2-2-112 0,-5 1-117 0,6-4-142 0,-6 4-73 16,5 0-20-16,-5 0 41 0,5 0 58 0</inkml:trace>
  <inkml:trace contextRef="#ctx0" brushRef="#br0" timeOffset="180220.67">2514 9767 135 0,'0'-4'572'0,"-7"0"-21"0,7 4-60 16,0-3-60-16,0 3-44 0,0 0-43 0,0 0-35 0,0 0-34 16,0 0-36-16,0-5-48 0,-7 5-45 0,7 0-31 15,0 0-26-15,0 5-17 0,0-5-8 0,0 3-10 0,0 1-9 16,0 0-5-16,7-1-1 0,-7 5-2 0,0-1-2 0,0 8 4 16,7-4 0-16,-7 7 7 0,0 0 10 0,0 4 8 0,0 0 4 15,0 4 6-15,0 3 6 0,0 4 2 0,0 0 4 0,0 0-2 16,0 4-5-16,0-4-2 0,0 3 0 0,-7-6-2 0,7 2-7 15,0-2-6-15,0-5-6 0,0 1-10 0,0-1-8 16,0-6-9-16,0-1-9 0,0 1-7 0,0-8-7 0,0 0-6 16,7-1-9-16,-7-2-9 0,0-4-12 0,0 3-15 0,0-4-14 15,0 1-19-15,0-4-19 0,0 4-27 0,0-1-23 0,0-3-29 16,-7-3-28-16,7-1-29 0,0-3-41 0,0 0-59 0,-7 0-62 16,7-5-63-16,0-2-78 0,0-4-106 0,0-4-45 15,0 2-11-15,0-1 22 0</inkml:trace>
  <inkml:trace contextRef="#ctx0" brushRef="#br0" timeOffset="180470.57">2539 9825 466 0,'0'-4'766'0,"-6"1"26"0,6-1-67 0,0 1-142 16,0-1-138-16,0 4-123 0,6 0-80 0,-6 0-43 0,7 0-22 15,0 0-19-15,5 0-14 0,-4 0-19 0,4 4-17 16,1-4-18-16,7 3-17 0,-8 1-14 0,8-1-10 0,-7 1-7 15,7 0-6-15,0 4-4 0,-8-5-8 0,8 0-5 0,-1 1-5 16,-5 0-4-16,4-1-4 0,-4-3-8 0,-8 3-11 16,8-3-16-16,-8 5-23 0,1-5-22 0,-7 0-30 0,6 3-34 15,-6-3-37-15,0 0-37 0,0 4-48 0,-6-4-67 16,-1 0-65-16,1 0-78 0,-8 5-83 0,8-5-123 0,-8 2-49 16,2 2-4-16,-1 3 31 0</inkml:trace>
  <inkml:trace contextRef="#ctx0" brushRef="#br0" timeOffset="180658.11">2579 10056 42 0,'0'0'765'0,"0"3"42"0,-6 1 43 0,6 1-101 15,0-5-130-15,0 3-130 0,6 0-92 0,-6 1-54 0,0 0-29 16,6 2-28-16,0-1-27 0,1-2-32 0,0 5-31 0,6-5-30 16,-7 5-33-16,0-5-29 0,8 1-22 0,-2 3-16 15,-5-4-18-15,6 2-18 0,0-2-21 0,1 1-22 0,-2-1-27 16,-6 1-31-16,8 0-44 0,-8-1-52 0,7-3-62 0,-6 4-64 15,6-4-66-15,-1-4-94 0,-4 4-106 0,4-3-135 16,2-1-115-16,-8-3-55 0,7 3-9 0,0 1 36 0</inkml:trace>
  <inkml:trace contextRef="#ctx0" brushRef="#br0" timeOffset="181611.07">4885 9707 416 0,'0'-3'711'16,"-8"-4"17"-16,8 3-93 0,-6 1-104 0,6-1-91 0,0-3-87 16,-6 7-72-16,6-4-47 0,0 4-31 0,0 0-32 15,-7 0-22-15,7 4-20 0,0-4-19 0,0 7-12 0,0 0-12 16,0 0-10-16,7 5-9 0,-7 2-1 0,0 1-1 0,0 3-1 16,0 4 0-16,0-3 3 0,0 2 1 0,0 5 1 15,0 1 3-15,0-2 1 0,0 4-5 0,-7-4-4 0,7 1-6 16,0-1-8-16,-6 2-3 0,6-2-7 0,0-3-8 15,-7 0-7-15,7-4-6 0,0 1-4 0,0-1-2 0,-7-4-3 16,7-2-3-16,0-1-3 0,0-4 1 0,0 0 0 16,0 0 5-16,0-2 11 0,0-5 12 0,0 3 11 0,0-3 12 15,0 4 10-15,0-4 7 0,0 0 9 0,0 0-1 0,0 0-3 16,0 0-5-16,0-4-10 0,0 4-7 0,0 0-10 16,0-3-11-16,0 3-8 0,0-5-7 0,7 1-7 0,-7 1-7 15,7 0-3-15,-1 3-3 0,1-4 0 0,-1 4 0 0,0-4-1 16,8 4 0-16,-2 0 0 0,2-3-1 0,-8 3-2 15,7 3 1-15,1-3 0 0,-2 0 1 0,8 4-1 0,-7-4-1 16,0 0-4-16,0 0-4 0,-1 4-3 0,2-4-8 16,-8 0-10-16,8 0-6 0,-1 3-8 0,-7 0-14 0,0-3-13 15,1 0-19-15,0 4-20 0,-1-4-25 0,-6 0-31 0,6 0-35 16,-6 5-33-16,0-5-33 0,7 0-29 0,-7 3-38 0,0-3-74 16,-7 0-82-16,7 0-98 0,0 0-153 0,0 0-59 15,0 0-6-15,0 0 17 0</inkml:trace>
  <inkml:trace contextRef="#ctx0" brushRef="#br0" timeOffset="182595.36">6864 9733 555 0,'0'-3'731'0,"0"-1"-5"16,0 0-96-16,0 4-85 0,0-3-86 0,0 3-76 16,0-4-59-16,0 4-43 0,0 0-32 0,0 0-29 0,0 0-22 15,0 4-20-15,0-1-12 0,0 1-11 0,0 0-10 16,0 7-10-16,0-1-8 0,6 2-5 0,-6 6-10 0,0 1-11 16,7 2-17-16,-7 1-18 0,7 4-14 0,-1-1-13 0,1 2-11 15,-1-5-13-15,0 3-8 0,8-3-8 0,-8 0-11 16,7-3-9-16,0-1-11 0,0-8-8 0,1 2-8 0,-2-5-6 15,2-3-11-15,-2-4-9 0,1-4-10 0,1-3-7 16,-2-1-4-16,8-6-4 0,-7-1-4 0,0 0-2 0,0-3 6 16,-7-4 5-16,8 0 10 0,-8 0 14 0,7 0 10 0,-6 0 11 15,-1 0 6-15,1 0 12 0,-7 4 7 0,6 0 10 16,-6 3 6-16,0-3 3 0,0 3 8 0,0 3 7 0,0 2 18 16,0 2 7-16,0 1 11 0,0 0 5 0,0 7 5 15,0 0 8-15,0 0 3 0,0 3-4 0,0 8-10 0,0 0-7 16,0 4-10-16,0 0-6 0,6 7-4 0,-6 0-4 0,7 3-1 15,-7 6 4-15,7 1 2 0,-7 0 6 0,6 5 7 16,-6 0 5-16,0 0 6 0,6-4 4 0,-6 3 3 0,0-3 0 16,0 0 8-16,-6-4 4 0,6-3 5 0,-6 0 4 15,6-4 0-15,-7-1-2 0,-6-5-1 0,7-2 1 0,-1 1-6 16,1-8-6-16,-8 4-5 0,2-7-4 0,-2 3-4 0,2-3-7 16,-8-4-7-16,7 0-7 0,-1 0-5 0,-4-4-5 15,-2 0-7-15,1-3-7 0,-1-1-3 0,6 1-1 0,-5-3-2 16,-1-2-1-16,2 2 7 0,-2-6-3 0,-7 7-3 0,15-8-2 15,-8 7 1-15,7 0-2 0,0 2-1 0,0 0 3 16,0 1-14-16,6 3-7 0,1 1-13 0,0-1-21 0,6 1-27 16,0 3-34-16,0 0-35 0,0 0-41 0,0 0-35 15,0 0-32-15,6 0-36 0,-6-4-33 0,6 4-42 0,1-3-74 16,0-2-90-16,5 1-117 0,-5 1-104 0,6-4-59 0,0 0 1 16,0 3 23-16</inkml:trace>
  <inkml:trace contextRef="#ctx0" brushRef="#br0" timeOffset="183407.74">9385 9770 359 0,'0'-3'664'0,"0"-1"-14"0,-8 4-72 0,8-4-83 15,0 4-58-15,0-3-58 0,0 3-51 0,0-5-52 0,0 5-45 16,0 0-29-16,0 0-21 0,0 5-6 0,8-5-9 15,-8 7 5-15,0-3 1 0,0 7 1 0,0-1 0 0,0 5-4 16,0 3-10-16,0 1-11 0,0 3-12 0,0 3-18 0,0 5-9 16,0-1-12-16,-8 4-10 0,8 0-7 0,0 0-2 15,-6 0-4-15,6 0 1 0,0 0-4 0,0-3-5 0,0-1-4 16,0-7-2-16,0 3-5 0,0-7-7 0,-6 1-9 0,6-1-6 16,0-7-7-16,0-1-5 0,0 2-7 0,0-1-12 15,0-7-15-15,0 3-16 0,0-4-23 0,0-3-24 0,0 5-29 16,0-5-38-16,0 3-49 0,0-3-61 0,0 0-66 15,-6 0-57-15,6-3-79 0,-7-5-97 0,7 1-116 0,0-4-172 16,-7 0-52-16,7-1-8 0,0 1 41 0,0 11 41 16</inkml:trace>
  <inkml:trace contextRef="#ctx0" brushRef="#br0" timeOffset="184673.3">11468 9719 288 0,'0'-4'700'0,"0"4"27"0,-6-3-68 0,6 3-96 0,0-5-92 16,0 5-81-16,-6-3-70 0,6 3-56 0,0 0-41 0,0 0-31 16,0 0-31-16,0 0-30 0,0 3-19 0,0 2-13 15,0-2-13-15,0 8-8 0,0 0-2 0,0 3-1 0,0 5 4 16,0 4 4-16,0-2 1 0,0 5-7 0,0-1-3 0,0 4-4 15,0-2-5-15,0 5-1 0,0-3-3 0,0 1-5 16,0-1-6-16,0 1 3 0,0-5-4 0,0 1-2 0,-7-4-3 16,7 3-7-16,0-6-4 0,0-1-4 0,-6 1-3 15,6-5-7-15,0 4-5 0,0-7-3 0,0 3-2 0,0-6-2 16,-7 3-1-16,7-4 1 0,0 1 1 0,0-5 8 0,0 2 9 16,0-3 8-16,-7-2 7 0,7 5 6 0,0-5 9 15,0 0 3-15,0 0 0 0,0 0-3 0,0 0-5 0,0-5-7 16,0 5-8-16,0-2-6 0,0 2-7 0,-6 0-7 15,6-5-5-15,0 5-5 0,0-3-4 0,0 3-2 0,6-4-1 16,-6 4-4-16,0-4 1 0,7 1-1 0,0 3 0 0,-1-4 1 16,1 2 0-16,5 2 1 0,2-5 0 0,-2 1 3 15,2 4-2-15,5 0 0 0,-6 0 0 0,6 0 2 0,1 0 0 16,0 4 0-16,-1 1 0 0,1 1-1 0,0-3 0 16,-7 1 1-16,6 3-1 0,-6-2 0 0,0-3 0 0,0 6-1 15,0-4 2-15,-7-4 0 0,1 4-4 0,0 0-2 0,-7-4-3 16,6 3-4-16,-6-3-6 0,0 0-10 0,6 0-18 15,-6-3-23-15,-6 3-24 0,6 0-35 0,-6 0-40 0,6 0-51 16,-7 3-55-16,0-3-49 0,1 0-56 0,0 0-77 16,6 0-92-16,-7-3-109 0,1-1-137 0,-1 0-48 0,7 4 12 15,0 0 28-15</inkml:trace>
  <inkml:trace contextRef="#ctx0" brushRef="#br0" timeOffset="185595.02">13526 9837 20 0,'0'-5'739'0,"0"5"36"0,0 0-3 15,0 0-116-15,0 5-133 0,-6 1-123 0,6 5-102 0,0 4-65 16,0 0-36-16,0 2-29 0,0 6-12 0,0-1-22 15,-6 7-18-15,6 0-24 0,6 1-17 0,-6 4-15 0,0-6-14 16,0 5-8-16,0-4-11 0,6-3-7 0,-6-1-7 16,0 1-1-16,7-7-14 0,-7-1 3 0,0-3 0 0,7-1-1 15,-7-7 0-15,0 1 0 0,6 0-2 0,-6-6-2 16,0-2 7-16,0 0-9 0,0-2-8 0,0-6-6 0,0 0-7 16,0-1-8-16,0-11-3 0,0 6 0 0,0-8-4 0,0 0-2 15,0-7 6-15,0 3 6 0,0-3 4 0,-6-4 3 16,6 3 4-16,0 1 4 0,0 3 7 0,0-3 7 0,0 7 2 15,-7-3 6-15,7 3 9 0,0 2 12 0,0 6 7 0,0 1 5 16,0-4 3-16,0 7 6 0,0 0 2 0,0-2-3 16,7 5-4-16,-1 0-8 0,1-1-2 0,5 5-3 0,2-4-3 15,-2 7-5-15,2-5-4 0,5 5-3 0,1 5-1 16,0-2-2-16,-1 4 1 0,1 4 4 0,-1 0 8 0,0 7 11 16,1 1 15-16,-1 3 13 0,-5 3 12 0,-2 1 10 0,2 3 10 15,-8 4 8-15,1-4 8 0,-1 4 2 0,-6 1 2 16,0-5-1-16,0 0 1 0,-6 1 6 0,-1-5 1 0,1 1 2 15,0-4-7-15,-2-4-6 0,-4 0-11 0,-2 0-9 16,2-2-12-16,-1-2-16 0,-1-3-19 0,-5 0-19 0,0 0-23 16,6-4-27-16,-7-3-30 0,0 0-37 0,-6-1-37 0,7-3-40 15,-1 0-48-15,0-3-52 0,1 3-54 0,-1-8-47 16,1 5-46-16,6-9-86 0,0 5-88 0,7 0-114 0,-8-4-109 16,14 7-43-16,-6-4 12 0,12 1 25 0</inkml:trace>
  <inkml:trace contextRef="#ctx0" brushRef="#br0" timeOffset="186391.8">15858 9840 448 0,'0'-8'735'0,"0"-3"6"15,0 1-89-15,-6 2-101 0,6-2-81 0,-6 2-82 0,-2 1-70 16,2-1-47-16,0 5-30 0,6-5-23 0,-14 5-22 15,8-2-23-15,0 5-24 0,-7 0-17 0,6 5-22 0,-6-2-20 16,0 5-13-16,0 6-16 0,0-2-13 0,6 6-12 16,-6 8-12-16,1-1-8 0,-2 4-8 0,2 8-3 0,-2 3-3 15,8 0-2-15,6 1 0 0,-7 3 0 0,7 0 0 0,7-5-4 16,-1 3 1-16,8-6-1 0,-2-3 0 0,2-4-1 16,5-3 3-16,-6-5-1 0,6 2 2 0,1-9 2 0,6-7 0 15,-7 1 1-15,1-8 11 0,6-3-4 0,-6-2 0 0,-1-5 3 16,1-1 7-16,-7-4 4 0,0-3 6 0,6-4 5 15,-12-1-8-15,6-6 9 0,-7 0 2 0,1 0-2 0,0-4-6 16,-1-4-4-16,-6 1-6 0,0 3-5 0,-6-4-4 16,6 0-3-16,-7 1-6 0,0 2-1 0,1 2 0 0,0 2 0 15,-8 5 0-15,8-1 1 0,-1 4-1 0,-6 4 0 16,7 0 2-16,-7 2-4 0,7 6-7 0,-8-5-13 0,8 8-18 16,-1 0-18-16,1-1-24 0,-1 4-31 0,7-3-39 0,-6 4-36 15,6-1-36-15,-7 4-35 0,7-4-33 0,0 4-59 16,0 0-79-16,0 0-88 0,0 0-104 0,0 0-83 0,7 4-39 15,-1 3-5-15,-6 0 18 0</inkml:trace>
  <inkml:trace contextRef="#ctx0" brushRef="#br0" timeOffset="187376.09">18047 9857 678 0,'0'-3'752'0,"-7"0"-12"0,7-1-119 15,-6 4-118-15,6 0-109 0,0 0-110 0,-7 7-79 16,7 1-45-16,0 4-38 0,0-2-26 0,-7 7-21 0,7 3-14 16,0 2-5-16,0-1-3 0,0 5 3 0,7-1-2 0,-7 5 6 15,0-1 6-15,0-3 6 0,0-1 3 0,0 1 4 0,0-3 2 16,0-2-2-16,0-3-3 0,0-3-5 0,0 0-6 16,0-4-9-16,0-3-9 0,0-2-7 0,0 2-8 15,0-5-6-15,0-3-8 0,0 0-5 0,-7 0-8 0,7-3-9 16,0-1-5-16,0-3-7 0,0-4-3 0,0-4-4 0,-6 1-2 15,6-5-1-15,0-3-3 0,-6 0 3 0,6-3-3 0,0-5-2 16,0 1-4-16,-8 0-2 0,8-1 1 0,0 1-1 16,0 0 6-16,0 6 1 0,0-2 7 0,0 6 6 15,0 1-1-15,0 4 9 0,8-1 5 0,-8 5 8 0,6 2 4 16,-6-3 2-16,6 4 4 0,1-1 8 0,6 5 13 0,0-1 2 16,-7 4 1-16,14 0-1 0,-7 0-2 0,7 4 3 15,6-1-3-15,-6 1-4 0,5 3-4 0,1 0 0 0,0 4 0 16,-6 4 5-16,6 0 6 0,-7 3 7 0,1 1 12 15,-7 3 10-15,0 3 14 0,0-3 14 0,1 7 10 0,-8 0 10 16,-6 1 11-16,0-1 7 0,0 1 3 0,-6 2-4 0,-2-3-2 16,-4-2-7-16,-2-2-4 0,1 1-8 0,1-4-13 0,-8 1-19 15,7-6-14-15,-7-2-13 0,1 0-15 0,0-1-19 16,-8-3-27-16,1-4-32 0,6 1-34 0,-5-1-30 16,5-3-38-16,-6-1-37 0,6-3-51 0,1 0-56 0,-1-3-51 15,8-1-48-15,-2-3-72 0,2-4-101 0,5-1-103 0,0-2-153 16,1 3-51-16,6-8-10 0,6 8 27 0,1 2 46 15</inkml:trace>
  <inkml:trace contextRef="#ctx0" brushRef="#br0" timeOffset="188047.9">19902 9884 264 0,'0'-4'793'0,"0"0"48"0,0 2 13 15,0 2-114-15,7-5-116 0,0 5-116 0,-1 0-79 0,7 0-44 16,-6-4-39-16,6 4-36 0,-1 0-41 0,8 0-48 16,0 0-47-16,-7 0-44 0,7 0-34 0,-1 0-33 0,1 4-19 15,-8-4-18-15,8 0-13 0,-7 0-14 0,7 5-19 16,-8-5-23-16,-5 0-30 0,6 0-34 0,-7 0-35 0,-6 2-44 15,0-2-48-15,0 4-44 0,0-4-38 0,-6 4-40 0,0-4-63 16,-1 0-67-16,-6 0-67 0,7-4-64 0,-7 0-88 16,6 2-43-16,-6-3-11 0,0 1 29 0</inkml:trace>
  <inkml:trace contextRef="#ctx0" brushRef="#br0" timeOffset="188391.65">19967 9843 627 0,'0'4'680'16,"-6"0"-52"-16,0-1-91 0,0 5-87 0,-1 4-74 0,0-6-63 15,1 5-57-15,6-1-47 0,-7 6-32 0,7 2-19 0,-6-3-9 16,6 3-9-16,0 4-3 0,-7 0-1 0,7 3-6 16,0 1-9-16,0-1-11 0,-7 2-12 0,7-5-13 0,0 3-4 15,0 1-11-15,0-5-11 0,0 2-7 0,0-5-8 16,0 0-3-16,0 1-2 0,0-5 1 0,0-3-10 0,0 1 1 16,7-2-1-16,-7-2 3 0,0-1 1 0,0-3 3 0,0 3 2 15,0-4 7-15,0 2 9 0,7-2 4 0,-7-3 3 16,0 4 0-16,0-4-2 0,6 0-1 0,-6 3-2 0,0-3-8 15,7 0-8-15,-7 4-6 0,6-4-1 0,1-4-7 16,0 4-2-16,-1 0-6 0,0 0-7 0,8-3-1 0,-8 3-2 16,7 0-6-16,0 0-3 0,-6 3-1 0,11-3-3 0,-10 4 3 15,4 0 0-15,2-1 1 0,-1 1-1 0,-1 3 0 16,-5-3-2-16,6-1-14 0,-7 2-19 0,1-2-27 0,6 1-33 16,-13-1-31-16,7-3-40 0,-1 4-43 0,-6-4-43 15,0 0-33-15,6-4-28 0,-6 1-37 0,-6-1-54 0,6-4-58 16,0 1-54-16,-6 0-65 0,-1-4-92 0,1 4-41 0,-1-5-11 15,0 2 36-15</inkml:trace>
  <inkml:trace contextRef="#ctx0" brushRef="#br0" timeOffset="188579.09">19967 10104 702 0,'0'0'814'0,"0"-4"36"0,0 0-60 0,0 4-131 0,8-3-134 15,-8 3-117-15,6-5-74 0,0 5-55 0,7 0-32 16,-6 0-29-16,6 0-38 0,-1 0-42 0,8 5-38 0,-6-2-35 15,-1 1-25-15,-1 0-19 0,8-1-10 0,-7 1-11 16,0 0-11-16,0 3-17 0,0-4-21 0,-6 1-27 0,5-1-34 16,-4 2-40-16,-2-2-40 0,0 1-39 0,1-4-33 0,-1 0-37 15,-6 3-60-15,0-3-68 0,7-3-75 0,-7 3-92 16,0 0-105-16,0 0-45 0,0 0 2 0,0 0 20 0</inkml:trace>
  <inkml:trace contextRef="#ctx0" brushRef="#br0" timeOffset="189828.92">22293 9887 468 0,'-6'0'711'0,"-2"4"12"15,2-4-113-15,6 8-118 0,-6-6-95 0,0 10-87 0,6-1-78 16,0 0-54-16,0 7-32 0,-7 1-24 0,7 3-17 16,0 3-13-16,0 5-9 0,0-1-8 0,0 4-1 0,-7-4-2 15,7 5-5-15,-6-5 1 0,-1 0 0 0,7 1 0 16,-6-5-1-16,0-4-5 0,6-3-6 0,-8 2-5 0,8-6-7 16,0 1-8-16,0-4-9 0,-6-4-8 0,6 0-7 15,0-3-4-15,0-1-3 0,0-3-4 0,0 0-5 0,0-3 0 16,0-1-3-16,0-3-2 0,0-4 2 0,0 0-2 0,0-4 0 15,0-3 3-15,0-1 4 0,0 1 5 0,0-7-1 16,0-1-2-16,0 1 1 0,0-5 0 0,0 1-1 0,-6 0 0 16,6 3 0-16,0-3-6 0,0 6 4 0,0 1 11 15,0 4 9-15,-7 0 14 0,7 4 11 0,0 2 9 0,0 1 6 16,0 4 7-16,0 0 1 0,0 0-6 0,0 2-11 0,0 2-9 16,0 3-9-16,7 0-5 0,-7 0-8 0,6 3-5 15,0 5-1-15,2 3-1 0,-2 0 1 0,7 0 0 0,0 4 0 16,0 6-2-16,-1-2 3 0,2 3 0 0,5 4-2 0,-5-4-1 15,-2 6-3-15,8-2-3 0,0 4-1 0,-7-5-1 0,6 1-2 16,-6-3 1-16,1 2 2 0,-2-7 2 0,1 1 2 16,0-5 7-16,-6 1 9 0,-1-5 9 0,0-2 14 15,-6-1 12-15,8-3 14 0,-8 0 5 0,0-4 4 0,6-4-2 16,-6 0-4-16,0-3-8 0,-6-1-11 0,6-6-10 0,0 3-12 16,0-8-6-16,0-1-9 0,0-3-3 0,-8-3-2 0,8-3-5 15,0 0-2-15,0-5-9 0,0-2-10 0,0-1-11 16,8 1-4-16,-8-1-7 0,0 0-5 0,0 5-8 15,0-2-7-15,0 5-4 0,6 3 1 0,-6 4 1 0,0 8-10 16,0-1-14-16,0 8-18 0,6-1-19 0,-6 5-22 0,0-1-36 16,0 4-37-16,7 0-39 0,-7 4-38 0,6-1-69 15,1 2-93-15,-7 2-105 0,13-4-147 0,-7 1-60 0,1 3-25 16,6 0 2-16,0 1 27 0</inkml:trace>
  <inkml:trace contextRef="#ctx0" brushRef="#br0" timeOffset="190516.42">24325 9847 612 0,'-6'0'744'0,"6"-4"-13"0,-8 4-90 0,2-3-90 0,0 3-72 16,6 0-75-16,0 0-66 0,0 0-48 0,0 0-30 15,0 0-18-15,0 0-14 0,0 0-13 0,6 0-12 0,8 0-6 16,-8 3 0-16,0-3 2 0,7 0 2 0,1 4-7 16,-2-4-8-16,8 4-10 0,-7-1-17 0,7-3-22 0,-1 3-20 15,0 2-14-15,1 2-22 0,6-2-17 0,-7-5-21 0,8 6-15 16,-8-2-10-16,8-4-10 0,-8 3-15 0,0 1-19 16,8-4-16-16,-8 0-23 0,1 3-22 0,-7-3-30 0,0 0-31 15,-1 0-34-15,-4-3-31 0,-2 3-43 0,-6 0-46 16,6-4-50-16,-12 1-47 0,6-1-71 0,-6 0-76 0,-8 2-73 15,8-3-79-15,-7 5-116 0,6-4-22 0,-6 1 26 0,0 3 46 16</inkml:trace>
  <inkml:trace contextRef="#ctx0" brushRef="#br0" timeOffset="190735.08">24599 9847 105 0,'-8'0'720'0,"2"4"48"15,6 2-16-15,-6 6-90 0,-1-5-83 0,1 8-70 0,6 0-70 16,-7 3-47-16,1 4-31 0,-1 4-25 0,1-1-18 15,6 4-22-15,-6 1-34 0,-2 2-34 0,8 2-30 0,-6-5-25 16,6 4-22-16,0-4-25 0,0-3-25 0,0 3-24 16,0-3-14-16,0-4-10 0,6 0-12 0,-6 0-13 0,8-4-11 15,-8-3-9-15,0-1-18 0,0-2-22 0,0-2-35 0,0 1-39 16,0-2-49-16,0-7-57 0,0 3-67 0,0-2-74 16,0-3-60-16,0 0-87 0,0-3-99 0,0-2-108 15,6-6-157-15,-6 0-47 0,6 1 10 0,1-5 41 0</inkml:trace>
  <inkml:trace contextRef="#ctx0" brushRef="#br0" timeOffset="191703.78">26741 9876 631 0,'0'0'758'0,"-6"-2"4"16,6 2-108-16,0 0-108 0,-7 0-94 0,7 6-87 0,0-2-68 16,0 6-45-16,-6 2-28 0,6 3-25 0,0 2-16 0,-7 6-9 15,7 3-16-15,0-1-17 0,0 4-15 0,-7 1-10 16,7-1-11-16,0 0-6 0,-6 4-5 0,6-7-7 0,0 4 0 15,0-9 3-15,0 5-3 0,0-4-2 0,0-4-4 16,0-4-11-16,0 1-10 0,0-3-9 0,0-5-12 0,0 0-9 16,0-4-9-16,0 2-8 0,0-2-7 0,0-3-9 0,0-3-11 15,0-2-9-15,6-2-11 0,-6 0-8 0,0-4-6 16,0-1-8-16,0-2-5 0,0 1-1 0,0-7-1 0,0-2-2 16,0 0 0-16,-6 0-4 0,6-7-2 0,0 0-2 15,0-1 1-15,-6-2 1 0,6-2 6 0,-7-1 4 0,7-2 4 16,-7 0 4-16,1 0 8 0,6 0 7 0,-6 4 9 0,6 1 6 15,-7 2 2-15,7 5 7 0,-6-5 8 0,6 8 7 16,0 0 8-16,0 0 5 0,0 0 6 0,0 4 8 0,6 4 7 16,-6-2 4-16,7 2 6 0,5 3 10 0,2 3 5 15,-8 1 3-15,14 0-3 0,-7 3 0 0,6 1-1 0,0 3 3 16,1 3-2-16,0 1-2 0,5 7 4 0,-5 0 1 0,0 4 11 16,-1 4 7-16,1-1 11 0,0 0 8 0,-8 4 8 15,1 3 4-15,-6-3-3 0,0 4-2 0,-1 0-6 0,-6-1-5 16,6-3-10-16,-6 4-11 0,0-8-14 0,0 4-13 0,-6-4-9 15,6-4-9-15,-6 2-7 0,-1-5-8 0,0-1-11 16,-6-2-14-16,7 3-16 0,-7-7-24 0,6 3-30 0,-5-3-36 16,-2-1-46-16,1-3-48 0,1 0-56 0,-2 0-57 15,2-3-53-15,-2 3-44 0,8-4-67 0,-1 4-90 0,1-7-100 16,-1 3-160-16,7 4-47 0,0 0 2 0,0 0 34 0,0 0 47 16</inkml:trace>
  <inkml:trace contextRef="#ctx0" brushRef="#br0" timeOffset="192641.13">29073 9854 204 0,'-7'-11'647'0,"7"5"-14"16,-6-2-70-16,-1 0-69 0,1 5-60 0,6-1-51 0,-7 1-48 15,1 6-53-15,6 1-54 0,-6-1-29 0,6 8-21 0,-8 4-10 16,8 3 0-16,-6 4 0 0,6 0-4 0,0 0-6 15,-6 4-6-15,6 4-12 0,0-2-7 0,0 2-12 0,0-1-13 16,0-3-11-16,0-1-9 0,0 1-5 0,0-3-6 16,-7-2-8-16,7-3-8 0,0 1-3 0,-7-5-7 0,7 2-6 15,0-6-8-15,0 0-10 0,-6-2-7 0,6 1-6 0,0-7-4 16,0 2-4-16,-7-1 1 0,7-3-2 0,0 0-2 0,-6-3-2 16,6-1 0-16,0-3 0 0,-6 0-1 0,6-1-1 15,0 5-1-15,0-5-3 0,-7 2 3 0,7 1 3 16,0-2 4-16,0 7-2 0,0-4 2 0,0 1 2 0,7 3 3 15,-7 0 2-15,6 0 2 0,7 0 1 0,-7 3 0 0,8-3 1 16,-2 4-1-16,2-4 1 0,5 7 1 0,-6-2-2 16,6-2 0-16,-5 0-3 0,-1 1 0 0,6 0 4 0,-6-1 3 15,1 0 0-15,-8 2 2 0,7-2-2 0,-6 1-3 16,-1 1 0-16,0-5-4 0,1 2-5 0,-1-2-7 0,1 4-19 16,0-4-22-16,-7 0-28 0,6 3-36 0,-6-3-47 0,6 0-52 15,-6 0-66-15,0 0-53 0,8 0-55 0,-2 0-86 0,0 0-94 16,0 0-108-16,1-3-131 0,6 3-50 0,0-4 27 15,1 4 22-15</inkml:trace>
  <inkml:trace contextRef="#ctx0" brushRef="#br0" timeOffset="200468.47">3705 11137 410 0,'0'-5'718'0,"0"5"-3"0,0-3-110 0,0 0-116 16,0-1-97-16,0 4-87 0,7-7-62 0,-7 3-40 0,0 0-24 16,7 0-18-16,-7 1-19 0,0-1-12 0,6 1-8 15,-6-1-8-15,0 0-5 0,6 4-11 0,-6 0-10 0,0-3-4 16,0 3-1-16,0 0-8 0,0 0-5 0,0 0-3 0,0 0-2 15,0 3 5-15,0 5-1 0,0-1-3 0,0 4-2 16,0 7-6-16,-6 0-5 0,6 8-7 0,0 4-5 0,0-1-9 16,0 7-6-16,0 1-6 0,6 0-6 0,-6 3-3 15,6-3-3-15,-6 0-2 0,8-4-5 0,4-1-1 0,-5-6-2 16,-1-1-2-16,8-6 2 0,-2-1 2 0,2-7 4 0,-8 0-1 16,7-3-3-16,0-8 0 0,0 0 0 0,0-4-2 15,0-3-4-15,0-4-4 0,0-5-9 0,-6 2-1 0,-1-8-2 16,8 0-4-16,-8 0-2 0,0-3-2 0,-6-1-6 15,6-3-9-15,-6-4-5 0,0-4-9 0,0 5-6 0,0-6-6 16,0 2-2-16,0-1 1 0,0 4 7 0,0 4 11 0,0 3 13 16,0 4 13-16,0 4 18 0,0 3 19 0,0 4 16 15,0 5 12-15,0 2 10 0,0-1 12 0,0 10 9 0,0-1 8 16,-6 6 0-16,6 1-3 0,0 3-1 0,-6 5-5 0,6 3-2 16,0 3-2-16,0 1-4 0,0 7-4 0,6-4 0 15,-6 8 2-15,0-5 1 0,6 6 2 0,-6-2-1 0,8-3-6 16,-8 4-4-16,6-4-3 0,-6 0-10 0,6-4-1 15,1 0-7-15,-1 1-8 0,-6-8-2 0,7 0-4 0,0-3-2 16,-1-5-5-16,0 0-1 0,0-3-15 0,2-3-11 0,-8-1-13 16,6-3-18-16,-6-1-14 0,0-3-20 0,6 0-33 15,-6 0-23-15,0-3-29 0,0-1-36 0,-6-3-35 0,6-1-37 16,-6-3-53-16,6 4-83 0,0-4-79 0,-8 4-107 16,2-5-140-16,6 6-58 0,-6-2-4 0,6 1 25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0:47.2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14100 5107 311 0,'0'3'598'0,"-6"4"-19"16,6-2-151-16,0 5-126 0,-8 1-79 0,8 0-42 0,0 8-23 15,0-1-5-15,0 4-1 0,0 3 0 0,0 9-7 16,0-2-17-16,0 5-26 0,0 7-25 0,0 0-7 0,0 4-7 16,-6 3 1-16,6 0-2 0,-6 4 2 0,6 3 2 0,-7 2 0 15,7 2 0-15,-6-4 1 0,-1 5-3 0,7-1 2 0,-6-3 0 16,-1-1 7-16,1 0 1 0,-8 1 5 0,8-4 5 15,0 0 0-15,-1-4 5 0,7-3-4 0,-7-4 1 16,1 0-5-16,-1-7 1 0,1 0-2 0,0-5-3 0,-1-2-4 16,7-5-8-16,-7 1-6 0,7-7-9 0,0-1-8 0,0-4-11 15,0 1-10-15,0-4-7 0,0 0-6 0,0-4-2 16,0-4-11-16,0 6-8 0,0-6-15 0,0 0-14 0,0-3-18 16,0 4-20-16,0-4-21 0,0-4-28 0,7 4-20 15,-7-3-17-15,0-5-19 0,0 1-25 0,7-4-39 0,-7 0-53 16,0-4-54-16,6 1-60 0,-6-4-74 0,6-5-121 0,-6-3-53 15,7 1-18-15,-1-4 21 0</inkml:trace>
  <inkml:trace contextRef="#ctx0" brushRef="#br0" timeOffset="1531.09">5958 11228 355 0,'0'-10'611'16,"0"2"-55"-16,0-3-70 0,-6 4-63 0,6 4-54 0,0-5-40 15,0 0-34-15,0 4-30 0,0 1-34 0,0-1-34 0,0 0-27 16,0 4-21-16,0-3-14 0,0 3-9 0,0 0-6 15,0 0-5-15,0 0-3 0,0 0 3 0,0 7 0 0,0 0-1 16,6 5-1-16,-6 6-9 0,0 4-4 0,0 4-7 16,0-1-8-16,8 8-19 0,-8-4-16 0,0 5-10 0,0-2-8 15,0 1-6-15,6-4-5 0,-6 5-4 0,0-5-4 0,6-3 5 16,-6-1 1-16,0-3 1 0,6 0 0 0,-6-3 4 16,0-5 2-16,0 1-2 0,0-5-1 0,8-1-3 0,-8-3-4 15,0 2-1-15,0-5-1 0,0 1-2 0,0-4-2 0,0 4 0 16,0-4 1-16,6 0 4 0,-6 3 1 0,0-3 2 15,6-3-2-15,-6 3 0 0,7-4 0 0,-1 4-3 0,1-4-1 16,0 1-6-16,-1-1 0 0,6 0-2 0,2 1 2 16,-1 0-2-16,0-1-2 0,0-1 1 0,0 2 0 0,0 3 1 15,0-3 3-15,7 3 0 0,-8 0-3 0,2 0 3 16,-2 0 0-16,-4 0 0 0,4 3 0 0,1-3 0 0,-6 3-4 16,6-3 0-16,-7 0-2 0,0 5 1 0,2-5-2 0,-2 0 0 15,0 0 0-15,-6 4-1 0,7-4-1 0,-7 0-7 16,0 0-10-16,0 0-18 0,0 0-26 0,0 0-33 0,0-4-42 15,0 4-45-15,-7 0-52 0,7 0-48 0,-6-5-61 0,6 5-92 16,0-3-97-16,0-4-126 0,-6 3-98 0,6-3-43 16,0 0-3-16,0 3 18 0</inkml:trace>
  <inkml:trace contextRef="#ctx0" brushRef="#br0" timeOffset="3171.53">7978 11111 48 0,'0'-4'718'0,"0"0"26"0,-7 1-37 0,7 3-136 0,-6 0-127 15,6-4-112-15,-7 4-95 0,7 0-54 0,-7 0-35 16,7 4-23-16,0-1-13 0,0 1-11 0,7 4-9 15,-7 3-6-15,0 3-1 0,7 4 2 0,-1 5 6 0,-6-1 8 16,0 7 4-16,7 4 4 0,-7-1 0 0,0 10 0 0,0-6 3 16,0 4 0-16,0 1-3 0,0-4-4 0,0-2-2 0,0 2-7 15,0-4-10-15,-7-3-10 0,7-1-15 0,0-8-16 16,0 2-13-16,0-9-10 0,0 1-11 0,7-4-5 16,-7-1-10-16,0-2-16 0,0 0-19 0,0-4-20 0,0-4-15 15,0 0-22-15,6-4-20 0,-6-4-21 0,0-3-22 0,0-3-18 16,0-5-9-16,0-3-9 0,6-3-5 0,-6-4 1 0,0-1 7 15,8-7 11-15,-8 5 19 0,0-5 25 0,6 1 27 16,-6 2 24-16,0-2 21 0,0 3 18 0,0 3 17 16,0 1 12-16,0 3 16 0,0 4 13 0,0 4 17 0,0 0 18 15,0 3 20-15,-6 4 15 0,6 0 17 0,0 3 13 0,0 1 12 16,0 0 8-16,6 0 5 0,-6-1 1 0,6 5 1 0,0-1 6 16,2-4 6-16,-2 5 6 0,7 0 2 0,-7-1-6 15,8-3-8-15,-2 3-5 0,2 0-18 0,-2 4-19 16,1-4-22-16,1 1-20 0,-2-1-16 0,2 4-15 0,-2-3-10 15,2 3-13-15,-8-4-12 0,7 4-25 0,-7 0-36 0,1 4-45 16,0-4-54-16,-1 0-51 0,-6 0-48 0,6 0-53 0,-6 0-76 16,0 3-72-16,-6-3-65 0,6 4-63 0,-6-1-90 15,-8 5-42-15,8-1-13 0,-7 1 26 0</inkml:trace>
  <inkml:trace contextRef="#ctx0" brushRef="#br0" timeOffset="3327.76">7978 11364 184 0,'0'7'779'0,"-7"0"42"15,7-3 36-15,-6 0-111 0,6-1-129 0,6 1-136 0,-6 0-93 16,0-1-58-16,7 1-42 0,-1-4-31 0,0 4-31 16,8-4-37-16,-8 0-42 0,8 4-42 0,-2-4-38 0,1 0-37 15,1 0-37-15,-2 3-52 0,2-3-70 0,-2 0-77 0,8 4-80 16,-7-4-100-16,7 0-123 0,-1 0-126 0,7 0-174 16,-6 0-58-16,6 3-2 0,0-3 34 0,-1 4 46 0</inkml:trace>
  <inkml:trace contextRef="#ctx0" brushRef="#br0" timeOffset="4280.78">10537 11056 351 0,'0'-3'673'0,"0"3"-11"0,-6 0-88 0,6-5-86 16,0 5-65-16,-7 0-66 0,7 0-54 0,0 5-46 16,-6-2-39-16,6 0-20 0,0 6-33 0,0-3-8 0,0 5-16 15,0 4-2-15,0 3-1 0,0 1-2 0,0 2-7 0,-7 2-4 16,7 2 2-16,0 1-15 0,0 4-15 0,0-2-5 16,0 2-3-16,0-1-3 0,0 4-1 0,0-3 0 0,0-5 0 15,0 0 1-15,0 2 0 0,0-6-1 0,0 2-9 16,0-5-7-16,0 0-8 0,0-4-8 0,0-3-6 0,0-4-10 15,0 1-6-15,0 0-6 0,0-5 2 0,0 1 0 0,7-4 1 16,-7 0 1-16,0 0-1 0,0 0 2 0,6-4-3 16,1 1-1-16,-7 0-4 0,6-2-6 0,8 2-4 0,-8-2-5 15,0 2-3-15,7 3-2 0,-6-4 0 0,6 4 0 16,-1-3-2-16,2 3 2 0,-1 0-1 0,0 0 0 0,0 3 0 16,-7 1 1-16,8-4-1 0,-2 3 1 0,-5 2-1 0,6-2-1 15,0-3 2-15,-7 5 2 0,1-2-2 0,0 0 0 16,-1-3 2-16,-6 4-10 0,6-4-11 0,-6 4-23 0,8-4-32 15,-8 0-43-15,0 0-55 0,0 3-70 0,0-3-78 0,-8 0-69 16,8-3-93-16,0-1-105 0,0 4-118 0,0-4-153 16,-6 1-58-16,6-5 8 0,0 5 47 0</inkml:trace>
  <inkml:trace contextRef="#ctx0" brushRef="#br0" timeOffset="5030.71">12172 11053 656 0,'-7'0'754'0,"7"0"-31"0,0 0-113 0,0 0-98 15,0 0-78-15,0 0-80 0,7 0-57 0,-7 0-30 16,0 0-23-16,6 0-8 0,-6 0-3 0,7 0-9 0,0 0-9 16,-1 0-6-16,0 0-4 0,8 0-7 0,-8 0-6 15,7 0-14-15,0 0-16 0,0 0-16 0,1 0-16 0,-2 0-16 16,1 3-21-16,7 0-19 0,-7-3-17 0,0 5-14 0,-1-1-12 16,-4-1-8-16,4 0-6 0,1 1-4 0,1 0-6 15,-8-1-3-15,6-3-8 0,-4 4-14 0,-2 0-20 0,-6-4-28 16,6 3-29-16,-6-3-37 0,7 0-42 0,-14 0-52 0,7 0-52 15,-6 0-46-15,0-3-30 0,-2 3-29 0,2-4-35 16,-6 0-45-16,-2 4-43 0,1 0-31 0,-7-3-22 0,8 3-22 16,-8-4-41-16,7 4-43 0,-7 0 7 0</inkml:trace>
  <inkml:trace contextRef="#ctx0" brushRef="#br0" timeOffset="5390.04">12165 11093 65 0,'0'0'530'0,"-6"3"-2"0,0-3-32 0,-1 0-35 0,7 0-35 16,-7 4-33-16,1-4-34 0,6 3-40 0,-6 1-48 15,6 0-55-15,0 3-37 0,-7 1-31 0,7 3-22 0,0 3-15 16,0-3-7-16,0 8-5 0,0-1-2 0,0 1-6 0,0 6-5 16,0-3-2-16,0 3-2 0,0 1-5 0,0 0-4 0,0 0-6 15,0 3-5-15,0-4-3 0,0-3-5 0,0 4-4 16,7-7 0-16,-7 2-3 0,0-3-4 0,0 1-5 16,0-4-1-16,6-1-6 0,-6-3-3 0,0 0-7 0,0 0-2 15,0-3 0-15,6-5 2 0,-6 5 5 0,0-5 0 0,0 1 11 16,7 0 4-16,-7-4 6 0,0 4 6 0,7-1 1 0,-7-3 7 15,0 0-5-15,6 0-4 0,-6 0-9 0,6 0-4 16,1 0-2-16,-1-3-5 0,1 3-4 0,0-4-10 16,5 4 1-16,-4-4-4 0,4 4-2 0,1 0-1 0,0 0-4 15,6 0-1-15,-5 0-1 0,5 4-4 0,1-4-1 0,0 4 1 16,-2-1-1-16,2 1-1 0,0-1-1 0,-1 5-1 0,1-5 1 16,0 1 1-16,-1 0 2 0,1 2-1 0,-8-1-2 15,2-1-6-15,5-1-18 0,-13 0-22 0,8-3-37 16,-8 4-37-16,0-4-47 0,-6-4-47 0,8 4-52 0,-8-3-45 15,0-4-39-15,0-1-54 0,-8 1-57 0,8-4-55 0,-12 0-56 16,5 0-84-16,0-4-50 0,-5 4-17 0,-1-7 17 0</inkml:trace>
  <inkml:trace contextRef="#ctx0" brushRef="#br0" timeOffset="5640.01">12250 11276 280 0,'-6'-4'726'0,"6"0"37"0,0-2-45 0,0 1-118 15,0-2-110-15,6 4-103 0,1-1-86 0,-1 0-45 16,0 1-31-16,8-1-20 0,-8 4-20 0,7 0-21 16,0 4-25-16,0-1-27 0,7 1-25 0,-8 0-20 0,2-1-16 15,5 4-15-15,-5-2-7 0,4-2-9 0,-4 0-7 0,-1 5-5 16,0-5 3-16,0 5-4 0,0-5-4 0,-6 1 1 16,-1-1-4-16,0 1 0 0,1-4 2 0,-7 4 0 0,7-4-5 15,-7 0-11-15,0 0-17 0,0 0-19 0,0 0-26 16,-7 0-27-16,7 0-33 0,0-4-32 0,0 4-30 0,0 0-22 15,0-4-17-15,-7 1-42 0,7 3-45 0,-6-4-51 0,6 1-51 16,-6-1-64-16,6 0-96 0,-7-3-62 0,0 3-27 16,7-2 20-16</inkml:trace>
  <inkml:trace contextRef="#ctx0" brushRef="#br0" timeOffset="7092.99">14627 11276 42 0,'0'-4'736'0,"0"0"20"0,0-2 10 0,-6 6-161 0,6-5-150 16,0 5-130-16,0 5-103 0,0-2-57 0,0 4-35 15,0 4-23-15,0 0-13 0,0 7-10 0,6 1-1 16,-6 3-6-16,7 3 0 0,-7 5 1 0,0 3-1 0,6-1 2 16,-6 5 7-16,0 0 2 0,7-1 2 0,-7 1-4 0,0-4-4 15,7 1-8-15,-7-2 2 0,0-6-4 0,0 3-11 0,0-7-8 16,0 0-13-16,0-3-7 0,0-1-7 0,0-7-4 16,0-1-7-16,0-2-7 0,0-1-9 0,6-3-1 15,-6-4-2-15,0 0-2 0,0-4-6 0,0-3-6 0,0-5-2 16,0-2-7-16,0 0-3 0,0-8-6 0,0-4-8 0,6-3-9 15,-6-1-7-15,0-3-6 0,0-3-20 0,0-4 1 16,0-1 0-16,0-3-4 0,0-3 5 0,0 2 7 0,-6-2 13 16,6 0 7-16,0 2 23 0,0 1 6 0,6 8 4 15,-6-1 13-15,0 8 0 0,6 0 9 0,-6 7-6 0,8 0 9 16,-2 3 10-16,0 1 5 0,1 7 10 0,-1 0 8 0,8 1 11 16,-8 5 10-16,7-2 17 0,0 3 2 0,0 4 4 15,0 0 4-15,0 0 1 0,0 8-2 0,6-5 3 0,-5 9 0 16,-1-1 1-16,0 0 5 0,0 7 2 0,-1-4 6 0,-4 8 7 15,-2 0 3-15,0 0 4 0,-6 3-5 0,0 2-5 16,0-2-4-16,-6-3-6 0,6 4-9 0,-6-1-12 0,-8-3-10 16,8 1-9-16,-7-5-10 0,0 4-9 0,6-4-7 15,-5 0-7-15,-2-3-7 0,1-1-14 0,0-3-21 0,0 0-32 16,0-3-40-16,6 0-51 0,-5-4-59 0,-2 2-65 16,8-6-65-16,-7 0-81 0,6 0-106 0,1-6-114 0,6-3-166 15,0-2-56-15,0 0-17 0,0 0 29 0,0 11 35 0</inkml:trace>
  <inkml:trace contextRef="#ctx0" brushRef="#br0" timeOffset="7796.03">16803 11181 232 0,'-7'0'739'0,"0"0"40"0,1 0-33 0,0 0-109 0,-1-5-103 16,0 2-99-16,7 3-87 0,-6-4-52 0,6 4-34 15,0 0-33-15,0-3-26 0,0 3-26 0,6-4-22 0,1 0-18 16,0 4-12-16,5-3-9 0,2 3-1 0,5 0-1 16,1-4 1-16,0 4-2 0,-1 0-7 0,7 4-10 0,0-4-13 15,0 0-12-15,-7 3-13 0,7-3-10 0,1 4-12 16,-8 0-11-16,7-1-8 0,-6-3-6 0,-1 4-4 0,0-1-8 0,1-3-16 15,-7 5-28-15,0-5-32 0,0 0-39 0,-7 0-49 16,8 3-51-16,-14-3-58 0,6-3-48 0,-6 3-42 16,0-8-38-16,0 4-49 0,-6 1-40 0,0-1-28 0,-2 0-22 15,-4 4-13-15,5-3-19 0,-6-1-9 0,0 4-10 0,-7 0 26 16</inkml:trace>
  <inkml:trace contextRef="#ctx0" brushRef="#br0" timeOffset="7999.13">17037 11176 497 0,'-6'5'528'0,"6"-2"-6"16,-7 5-28-16,7-5-25 0,0 5-22 0,-6 3-19 15,6-4-20-15,0 8-30 0,-7-1-41 0,7 1-29 0,0 7-17 16,-7 0-14-16,7 3-18 0,0 1-21 0,0 3-15 0,-6 1-13 16,6 2-20-16,0-2-25 0,0-1-26 0,0 1-24 15,0-5-21-15,6 1-13 0,-6 0-18 0,0-4-18 0,7 0-17 16,-7-5-7-16,7 2-8 0,-7-4-6 0,0-1-9 16,6-3-15-16,-6-3-28 0,0-2-32 0,0 2-49 0,0-3-60 15,0-2-72-15,0-3-75 0,0-3-75 0,-6-2-103 0,6-3-102 16,0-2-118-16,0-5-97 0,0 1-44 0,-7-1 20 15,7-7 40-15</inkml:trace>
  <inkml:trace contextRef="#ctx0" brushRef="#br0" timeOffset="9077.15">19016 11192 514 0,'8'0'508'0,"-8"0"-57"0,0 3-48 15,6-3-35-15,-6 0-31 0,0 0-24 0,6-3-19 0,-6 3-18 16,0-3-27-16,7-2-30 0,-7 2-29 0,0-5-17 0,7 4-2 16,-7-7-1-16,0 4 1 0,6 0-4 0,-6-5-3 15,0 2-3-15,0 3-5 0,0-5-7 0,-6 5-11 0,6 0-8 16,0 0-11-16,-7-1-10 0,0 2-13 0,1 2-13 16,6 4-13-16,-6-5-14 0,-2 5-14 0,2 5-12 0,-6 2-7 15,5 4-7-15,0 3-4 0,-6 5-3 0,7 3-6 0,-8 3 0 16,8 8-1-16,-6 4 0 0,5-1 4 0,0 5-2 15,1-1-4-15,-1 0-2 0,7 1 1 0,0-1-1 16,0-7-2-16,7 0 0 0,-1-4-7 0,1-3 4 0,6 0 4 16,-7-8 0-16,8 0 1 0,-2-7 1 0,1 0 1 0,1-8 2 15,-2 2 0-15,8-5-2 0,-7-5-1 0,0 2 1 0,0-8 0 16,0 0 0-16,0-3 0 0,-7-5 0 0,8-3 0 16,-8 0 0-16,7-3 1 0,-7 2 0 0,1-6-1 0,-7 3 1 15,7-3 0-15,-7-3 1 0,0 2-1 0,-7-3 3 16,7 4-2-16,-7 3-1 0,7 0 0 0,-6 5-2 0,0 2 2 15,-1 1 2-15,1 0-1 0,-1 7-1 0,7-1-1 0,-7 1 2 16,1 0-2-16,6 4-6 0,-6-1-17 0,6 5-20 16,0-4-23-16,0 3-25 0,0 1-33 0,6-5-32 0,-6 4-36 15,6 1-34-15,1-1-26 0,0-3-30 0,6 3-35 16,-7 1-65-16,7-1-69 0,0 0-76 0,-7 1-116 0,8 0-60 16,5-1-32-16,-12 4 9 0</inkml:trace>
  <inkml:trace contextRef="#ctx0" brushRef="#br0" timeOffset="10233.28">21375 11236 532 0,'0'3'754'0,"0"-3"23"0,0 4-103 0,0-4-123 0,0 0-109 16,0 0-97-16,0 0-66 0,0 0-33 0,0 0-22 15,0 0-14-15,0 0-14 0,0 0-19 0,0-4-22 0,6 4-20 16,-6-3-20-16,6-1-18 0,-6 0-13 0,7 1-17 16,0-4-15-16,-1-1-11 0,0-3-10 0,2 1-12 0,-2-3-4 15,0 3-7-15,1-1-3 0,-1-4-2 0,1 1 0 0,-7 3-3 16,6-1-2-16,1 2 0 0,-7-1 1 0,0 0 2 16,0-1 1-16,0 6 1 0,0-2 2 0,-7 0 0 0,7 5 1 15,-6-5-2-15,-1 6 0 0,1-3-1 0,-7 5-1 16,7-3-3-16,-8 3 0 0,1 3-5 0,0-3-2 0,0 5-3 15,-7-3-8-15,1 3-5 0,-7 1-6 0,6 2-2 0,0 0-6 16,-5-2 1-16,5 6 1 0,0-1 4 0,1 0 4 16,0-1 6-16,-1 2 2 0,13-1 6 0,-5 0 4 0,5 3 5 15,0 1 0-15,1 0 0 0,12-1 2 0,-6 5 0 0,7-1 2 16,6 3 1-16,0 2 1 0,0-2-3 0,6 2 1 16,1 3 2-16,0-4 0 0,-1-1-1 0,7 5 0 0,-6-4-3 15,0 0 0-15,-1 0 1 0,-6-4 2 0,0 4 6 16,0-3 11-16,-6-1 11 0,6-4 14 0,-7 1 13 0,-6-1 14 15,0-1 11-15,0-3 6 0,-6 1 0 0,-1-3-7 16,1-1-11-16,-8-4-11 0,2 1-11 0,-2 0-13 0,-5-4-11 16,6 0-8-16,-6 0-7 0,-1 0-5 0,0-4-10 0,1 0-12 15,-1-3-15-15,0 4-16 0,1-5-20 0,-1 1-22 16,8-1-22-16,-8-3-21 0,7 3-20 0,0-2-18 0,6-1-12 16,1 3-23-16,0-2-15 0,6-1-14 0,0 0-21 15,0-1-52-15,6-2-60 0,0 3-67 0,8-3-94 0,-1 3-118 16,-7-5-58-16,14 5-11 0,-8 4 23 0</inkml:trace>
  <inkml:trace contextRef="#ctx0" brushRef="#br0" timeOffset="11373.77">23413 11214 487 0,'-6'-4'617'15,"6"0"-44"-15,-7 1-71 0,1 3-59 0,-1-4-45 0,7 0-35 16,-7-2-34-16,1 1-38 0,0 2-38 0,-1-2-22 16,7 2-13-16,-7-1-7 0,-5 4-9 0,5 0-24 0,0 4-7 15,-6-1-16-15,7 10-15 0,-8-3-15 0,2 5-14 16,6 7-16-16,-8-1-14 0,1 9 1 0,7-1-19 0,-8 8-9 16,8-1-6-16,6 1-6 0,-6-1-8 0,6 1-7 0,6-3-7 15,0-2-5-15,2 1-2 0,4-7-5 0,1 0 0 16,7-4-2-16,-8-7-1 0,15-1 1 0,-7-3 0 0,-1-4-3 15,0-4 2-15,1-6 2 0,-1-1 0 0,1 1 1 16,0-8-3-16,-7 0 5 0,0-4 0 0,0-3 7 0,-1 0 3 16,-4-4 4-16,-2-1 3 0,0-2 1 0,-6-1 1 0,0-3-3 15,0-4-2-15,0-1-3 0,-6 2-5 0,0-5-6 0,-2 5-5 16,-4-2-2-16,5 1 2 0,1 1-2 0,-7 3-1 16,6 3-1-16,-5 3-1 0,4 1 0 0,-4 7-6 15,5-2-14-15,-6 5-22 0,7 5-32 0,-1-4-40 0,1 8-50 16,-1 3-60-16,0 0-63 0,7 0-60 0,-6 3-90 0,6 5-101 15,0-5-108-15,0 4-169 0,0 1-53 0,6-1 7 0,-6 4 35 16</inkml:trace>
  <inkml:trace contextRef="#ctx0" brushRef="#br0" timeOffset="12327.15">25582 11232 241 0,'0'4'670'0,"0"3"5"0,6-3-90 0,-6-1-80 16,7 0-66-16,-7 1-45 0,6 1-37 0,-6-5-46 15,6 3-30-15,-6-3-23 0,8 0-21 0,-8 3-18 0,6-3-13 16,-6 0-18-16,6-3-21 0,-6 3-15 0,0-3-18 15,7 3-17-15,-7-9-16 0,0 6-13 0,7-4-15 0,-7-4-17 16,0 0-12-16,6 0-15 0,-6 0-9 0,7 1-8 0,-7-6-3 16,0 1-2-16,6 1-2 0,-6-1 0 0,0 1-1 15,6 2 1-15,-6-2 1 0,0 3-1 0,0 1 2 0,0-2-4 16,0 4 1-16,-6-3 1 0,6 8 1 0,-6-5-2 16,6 1-1-16,-7 4 1 0,1-5-3 0,-1 5 0 0,0-5 1 15,-5 8-4-15,4-3 0 0,-4-1 1 0,-1 1-1 0,0 3 1 16,0 0 0-16,-1 0 0 0,2 3 0 0,-1 1 3 15,-7-1-2-15,7 1-3 0,0 3-1 0,0 1 0 0,0 0 2 16,7 2-1-16,-1 1-1 0,1 0 1 0,6 1-2 16,0 2 2-16,0 0 3 0,6 5-1 0,1-2-2 0,-1 6 1 15,14-2-1-15,-8 2 3 0,8-1 1 0,0 4 2 0,5-1-2 16,-5 0 1-16,6-2 1 0,-7 3 1 0,1-4 0 16,0 3-3-16,-1 1 6 0,-5-4 8 0,-2-1 11 0,-5-2 9 15,0-1 7-15,-7-3 8 0,0-1 10 0,-7 1 6 0,0-4-3 16,-5 0-7-16,-2-4-8 0,2 1-9 0,-8-1-7 15,1-3-11-15,-1-1-6 0,0 1-6 0,1-4-3 0,-7-4-3 16,6 1-5-16,1-1-14 0,-1-7-17 0,0 4-25 16,1-4-29-16,-1 0-37 0,8-3-45 0,-2-1-54 0,2 0-49 15,5-4-34-15,0-3-33 0,7 1-39 0,0 2-62 0,7 1-63 16,6-4-54-16,0 4-71 0,0 3-81 0,13 0-33 16,-7 4 1-16,14 4 33 0</inkml:trace>
  <inkml:trace contextRef="#ctx0" brushRef="#br0" timeOffset="13045.94">27888 11276 43 0,'6'-11'564'0,"-6"-1"9"0,0 2-52 15,0 3-61-15,-6-1-50 0,6 1-42 0,0 0-30 16,0-1-21-16,0 5-23 0,0-1-36 0,-7 0-26 0,7 1-18 15,0 0-14-15,0-5-8 0,0 8-14 0,0-5-16 0,0 5-20 16,0-3-10-16,0 6-10 0,7 2-4 0,-7-2-3 0,0 5-6 16,0-1 5-16,0 8 7 0,0 3 6 0,0 0-3 15,0 8 2-15,0-1-1 0,0 5-1 0,0 3 1 16,0 0-12-16,0 3-10 0,0 1-9 0,0-4-5 0,0 0-12 16,0 3-13-16,0-2-11 0,6-5-7 0,-6 0-5 0,0-3-6 15,6-1-4-15,-6-3-6 0,0 0-5 0,7-3-7 0,-7-4 1 16,0 0-6-16,6-5-7 0,-6 1-15 0,0-7-17 15,0 3-22-15,0-3-30 0,7-1-35 0,-7-3-47 16,0-3-51-16,0-1-57 0,0-3-56 0,7 3-60 0,-7-7-68 16,6 1-103-16,-6-5-116 0,6 0-180 0,1-4-32 0,0 5-2 15,-1-5 20-15,7 5 48 0</inkml:trace>
  <inkml:trace contextRef="#ctx0" brushRef="#br0" timeOffset="13936.6">29920 11250 558 0,'-14'-3'695'0,"8"-1"-38"0,0 0-99 0,-2 1-81 0,2-1-65 16,6 0-53-16,-6 1-49 0,6-1-41 0,-7 4-31 15,7 0-22-15,-6 0-20 0,6 0-25 0,0 4-12 0,0-1-8 16,0 5-8-16,0 3-7 0,-7 4-5 0,7-1 0 0,0 4 0 16,0 4 1-16,0 1-9 0,0 2-5 0,-6 0-9 0,6 1-7 15,-7 0-11-15,7 0-11 0,0 0-14 0,-6-1-6 16,6-3-6-16,0 3-6 0,0-3-5 0,0 0-11 15,0-3 0-15,0-1-3 0,0-3 1 0,0-1-5 0,0-2-6 16,6-2-8-16,-6 1 0 0,0-4 1 0,0 0-5 0,0-3-2 16,0 0-1-16,0 0 4 0,0-1 3 0,0-3 4 0,0 4 2 15,7-4 5-15,-7 0 4 0,0 0 3 0,0 0 0 16,6 0-1-16,-6-4-1 0,7 1-3 0,6 3-6 16,-7-4-2-16,8 0-4 0,-2 0-4 0,2 4 0 0,5-3-2 15,1-1-2-15,-1 1-2 0,1 3 0 0,-1-4 0 0,0 0-2 16,1 4 3-16,0-3-3 0,-1-1 0 0,1 4 0 0,-1 0-2 15,1-4 1-15,-7 4 0 0,0-3-4 0,0 3-11 16,-6 0-12-16,-1-3-18 0,0 3-20 0,1 0-23 16,-1 0-35-16,-6-4-46 0,0 4-64 0,0-5-69 0,0 2-65 15,0 3-92-15,0-3-112 0,0-5-130 0,0 1-168 0,-6 3-53 16,6-3 0-16,0 0 46 0,-7 3 53 0</inkml:trace>
  <inkml:trace contextRef="#ctx0" brushRef="#br0" timeOffset="16280.24">28754 5495 158 0,'0'0'785'0,"-7"0"33"0,0 0 23 0,7 0-127 15,0 0-138-15,-6 0-135 0,6 0-77 0,0-4-35 0,-6 4-34 16,6 0-11-16,0 0-19 0,0-3-31 0,0 3-38 16,0 0-38-16,0-4-33 0,6 4-26 0,0-4-8 0,-6 1-15 15,14-1-7-15,-1 0-1 0,-1 1 0 0,2-4 4 16,6 2-2-16,5-1-4 0,1 1 0 0,7-2-3 0,6 0-3 15,0 3-3-15,0-4-5 0,7 2-5 0,6 2-7 0,-6 0-7 16,5 1-6-16,1-1-7 0,1 4-5 0,-8-4-5 16,7 4-4-16,1 4-3 0,6-4-1 0,-14 4-2 0,7-1 1 15,-1-3 1-15,-4 4 1 0,-2 0-2 0,1-1-1 16,-7 0-1-16,-1 2-2 0,-4-2 3 0,-2 1 1 0,-6-4-1 16,0 3 0-16,-6-3 0 0,0 0 1 0,-8 4 1 0,1-4 1 15,-6 0-5-15,-1 0-7 0,1 0-10 0,-1 0-15 16,-6-4-23-16,0 1-22 0,0-1-32 0,-6 1-29 0,6-2-35 15,-13 2-38-15,6 0-48 0,1-1-46 0,-7-3-38 16,-1 3-41-16,2-3-65 0,-2-1-84 0,-5 5-96 0,-1-8-139 16,1 3-50-16,-1 2-14 0,-12-6 24 0,6 5 44 0</inkml:trace>
  <inkml:trace contextRef="#ctx0" brushRef="#br0" timeOffset="16795.81">29060 5034 339 0,'-13'2'658'0,"0"3"-31"0,-1 2-94 0,2 0-90 16,-2-3-66-16,1 7-62 0,1-3-55 0,-2-1-46 15,2 4-41-15,-2 0-29 0,1-1-20 0,1 1-13 16,-2 0-18-16,2 1-3 0,-2-2-3 0,8 2-6 0,-7-5-7 16,0 4-10-16,6 0-7 0,-5-4-5 0,4 1-4 0,2 3-6 15,-7-4-3-15,6 0-6 0,1 0-1 0,0-3-1 0,-1 3 1 16,1-3 5-16,-1 4 2 0,0-5 2 0,1 1 3 16,6-1-2-16,-6 5 0 0,-1-5-1 0,0 1-6 15,1 3-4-15,0-2 2 0,6-3-3 0,-7 3-4 0,7-2 1 16,0 1-2-16,-6 0-2 0,6-1 2 0,0 1-2 0,6 0-3 15,-6-1 2-15,0 4 8 0,7-2 6 0,-7-2 11 0,6 4 11 16,0-3 12-16,1 3 7 0,6 0 15 0,-7 1 11 16,8 3 8-16,5 0 5 0,-6-5 8 0,6 6 2 15,1 2 0-15,6-3 0 0,-7 1-7 0,1-1-6 0,0 0-8 16,6-1-8-16,-7 2-16 0,1-1-10 0,-1 0-11 0,-5-4-7 16,6 1-10-16,-1-2-8 0,-6 2-8 0,-7-5-8 0,7 5-1 15,-7-5-5-15,2 1-4 0,-2-4 0 0,0 5-2 16,-6-5-3-16,7 0-1 0,-7 0 0 0,0 0-3 15,0 0-14-15,0 0-25 0,-7 0-34 0,7-5-45 0,0 5-51 16,-6-4-62-16,0 1-76 0,6 3-77 0,-8-4-65 0,2 0-87 16,0 1-97-16,-1-5-106 0,7 2-127 0,-6-2-53 0,-1 4 15 15,1-3 44-15</inkml:trace>
  <inkml:trace contextRef="#ctx0" brushRef="#br1" timeOffset="52399.2">2904 10308 649 0,'0'0'733'0,"0"0"-51"0,0-3-113 0,0 3-118 15,0 0-97-15,0 0-89 0,0 0-62 0,0 0-38 0,0 3-29 16,-6-3-16-16,6 0-12 0,0 0-8 0,0 0-13 0,0 0-1 16,0 0-6-16,6 0-1 0,-6 0 5 0,0 0 3 15,0 0 5-15,0 0 2 0,0 4 5 0,0-4-4 0,7 0-1 16,-7 0-12-16,7 4-6 0,-7-4-6 0,0 3-12 0,0-3-10 16,6 0-13-16,-6 0-8 0,0 5-7 0,6-5 0 15,-6 0-5-15,0 0-5 0,0 2-2 0,0-2-5 0,6 0 0 16,-6 0 0-16,0 0 0 0,0 5-2 0,0-5 1 15,0 0-2-15,0 0 2 0,0 0-1 0,0 0-1 0,8 0 1 16,-8 0 0-16,0 0 0 0,0 0-2 0,0 3 1 0,0-3-1 16,0 0 4-16,6 0 0 0,-6 0-2 0,0 0-2 15,0 0 1-15,0 4 2 0,0-4 1 0,0 0-1 0,0 0 1 16,0 0 1-16,0 0-4 0,0 0 4 0,0 0 0 16,0 0 2-16,0 0-1 0,0 0 0 0,0 0-1 0,0 0 2 15,0 0 5-15,0 0-1 0,0 0-1 0,0 0 0 0,0 0 2 16,0 4 2-16,0-4 2 0,0 0-1 0,0 0-3 15,0 0 1-15,0 0-2 0,0 0-1 0,0 4-2 0,0-4 0 16,0 0-5-16,6 3 0 0,-6-3 1 0,7 4 2 16,-7-4 4-16,0 3 2 0,6 1 0 0,-6-1 4 0,7 2 2 15,0 2-1-15,-7-4 2 0,6 5-1 0,0-1-4 0,0 0-3 16,2 5 1-16,-2-5-4 0,0 3-4 0,1 1 3 16,0 0-1-16,6 0 0 0,-7 1-2 0,7 2 1 0,-6-3-1 15,5 3 1-15,-5 5-1 0,6-4 2 0,0 0 0 16,0 6-1-16,0-3 3 0,1 1-4 0,-2-1 1 0,1 1-1 15,0 2 2-15,0-2 0 0,1-1-3 0,-2-3 4 0,2-1-1 16,-2 6 3-16,1-6-1 0,1-3-1 0,-2 3 1 16,2 1-3-16,5-5 1 0,-6 5-3 0,0 0-2 0,1-4 1 15,-2 4 1-15,1 0 0 0,7 0-2 0,-8-5 3 16,8 5 2-16,-7-1 2 0,0 1 3 0,7-1 0 0,-7 1 1 16,7-4 3-16,-1 5 3 0,-6-3-1 0,6 6 0 0,-5-4 1 15,5-1 2-15,-6 1-3 0,6 0 1 0,-5-1-4 16,-2 1-3-16,2-4-1 0,-1 0-1 0,0-1-2 0,0 3-3 15,-1-3 1-15,2-3-3 0,-1 1 5 0,-7 3 1 16,8-4 4-16,-2 4 5 0,-6-4 2 0,8 0 1 0,-8 4 0 16,1-3 1-16,6-5 0 0,-6 8 1 0,-1-4-1 0,7-3-2 15,-6 4-1-15,-1-1 0 0,0 0 1 0,1-4 0 16,-7 2-4-16,7-2 0 0,-1 2-6 0,-6-2-2 0,7 1 1 16,-7-1 0-16,6 1-3 0,-6-4 0 0,0 4 1 15,0-1-3-15,0 1 3 0,6 0-1 0,-6-1-1 0,0 1-1 16,0-4 1-16,0 0 0 0,0 0-1 0,0 0 2 0,0 0 0 15,0 0-3-15,0 0 2 0,0 0 0 0,0 0 2 16,0 0 3-16,0 0 1 0,0 0 2 0,0 0 2 0,0 0 5 16,0 0 0-16,0 0 2 0,0-4 1 0,0 4-6 15,-6 0 0-15,6 0-3 0,0 0-4 0,0 0-2 0,-6 0-2 16,6 0-2-16,0-3-1 0,0 3-1 0,-7 0 1 0,7 0-2 16,0-4 3-16,-6 4 1 0,6 0-3 0,0 0 2 15,0 0-4-15,0-4 1 0,-7 4 0 0,7-3 2 16,0 3-1-16,0 0-1 0,0 0 1 0,0-4-2 0,0 4 2 15,0 0 0-15,0 0-1 0,0-4 1 0,0 4-2 0,0 0-1 16,0 0 1-16,0 0 2 0,0 0 0 0,0-3-4 0,7 3 2 16,-7-4 0-16,0 1 0 0,6-2 1 0,-6 2 1 15,7-2-1-15,-7-1 0 0,6-2 2 0,0 1 2 0,2-1-1 16,-2 1-2-16,0-4-1 0,0 4-2 0,2-3 3 0,-2 1 0 16,7-1 0-16,-7-5-3 0,8 1 0 0,4-1 1 15,-4-3 1-15,-1 3 2 0,0-4-1 0,6 4-1 0,-5-2 0 16,-2-2-3-16,8 5 2 0,-7 0 2 0,7-6 0 15,-8 6-1-15,8-4 1 0,0-1 0 0,-1 4 0 0,1-3 5 16,0 4-3-16,-1-4-2 0,1 0 0 0,-1-1-2 0,0 0-1 16,1 1-2-16,7 0-3 0,-8-4-2 0,7 4-4 15,-6-4-2-15,5 3-2 0,-5 1 0 0,6 1-1 0,-6-3 0 16,5 3 3-16,-5-2 1 0,0 4 2 0,-1 0 2 16,1 1 4-16,0-1 1 0,-2 0 2 0,2 1 2 0,0 3-2 15,-1-4 2-15,1 0 0 0,-1-3-1 0,1 4-5 16,6-5-1-16,-6 5-2 0,-1-4-1 0,7-5 0 0,-6 5-3 15,5 0-2-15,-5-4-1 0,6 3-2 0,-6 1-3 0,-1 4-3 16,1-2-4-16,-7 2 0 0,0 2-3 0,0 6 3 16,0-2-1-16,-6 2 5 0,-1-2 5 0,-6 4 1 0,6 4 6 15,1-4 5-15,-7 4 4 0,7-3 0 0,-7 3 3 0,0-4 2 16,6 4-2-16,-6 0 5 0,0-4-1 0,0 1-2 16,0 3-1-16,0 0 1 0,7-4 4 0,-7 4-3 0,0 0 6 15,0 0-3-15,0-3-1 0,0 3 4 0,0 0 1 16,-7 0 1-16,7 0 1 0,0 0 1 0,0 0-2 0,0 0-1 15,0 0 0-15,0 0-1 0,-6 0-2 0,6 0-3 0,0 0-2 16,0 0-2-16,0 0 1 0,0 0 0 0,0 0-1 16,0 0 1-16,0 0 0 0,0 0 1 0,0 0-2 0,-7 0 2 15,7 0-1-15,0 0 2 0,0 0-1 0,-7 0-2 16,7 0 1-16,0 3 2 0,-6-3-1 0,6 0 0 0,0 4-2 16,-6-4 2-16,6 3-1 0,0-3 1 0,0 4 2 0,-7-4-2 15,7 0 0-15,0 0 0 0,0 0 2 0,0 4-2 16,0-4-1-16,-7 0 1 0,7 0-2 0,0 0 4 0,0 0 0 15,0 0-1-15,0 0-1 0,0 0 0 0,0 3 2 16,0-3-2-16,0 0-1 0,0 0-2 0,0 4 7 0,0-4-3 16,0 0-2-16,0 4 0 0,0-1-1 0,0-3-2 0,0 5 2 15,0-2 0-15,0 0-7 0,0 5 4 0,0-5 3 16,0 5 0-16,7-5 0 0,-7 6 2 0,0-3 0 0,7 1 0 16,-7 0 1-16,6 5 0 0,-6-1 0 0,6 0 1 15,-6-1 0-15,7 5 1 0,0 0 3 0,-7-4 1 0,6 0 2 16,1 3 7-16,-1-3 5 0,0 5 3 0,1-6 1 0,0 5 1 15,-1-3 0-15,0 2 1 0,2-3 3 0,4 3-1 16,-5-3-2-16,6 3-1 0,0-2 0 0,-1-1 1 0,2 0 0 16,5-1-1-16,-6-2-6 0,7 3-4 0,-7-3 0 15,0 2-3-15,7-2-2 0,-8 3-2 0,8 0-2 0,-6-4 1 16,-2 5-2-16,1-2-2 0,0 0-1 0,0 2 0 0,7-1 1 16,-7-4-2-16,0 7 2 0,0-1-3 0,0-3 2 15,0 1 1-15,0 0 3 0,0 0 1 0,0 4 3 0,0-5 5 16,0 1 0-16,0 0 7 0,0 0-3 0,0 4 2 15,0-4 1-15,0-1-2 0,1 3-1 0,-2-3-4 0,1 1-3 16,0 0-5-16,0 0 1 0,1 0-4 0,-8 0-1 0,6 0-1 16,2 0-3-16,-8 0 1 0,7 1-1 0,1-2-1 15,-8 1 1-15,7 0 2 0,-6 1 0 0,5-6 0 0,-5 5-1 16,6 0 3-16,-6-4 0 0,-1 5 3 0,8-5 1 16,-8 3 0-16,0-2 2 0,0 3 0 0,1-4 0 0,0 4-1 15,-1-4 1-15,1-2-1 0,-7 3 0 0,6-5-2 0,0 4-4 16,-6-3 1-16,8 3 1 0,-8-3 0 0,0 0 1 15,6-1 4-15,-6-3 6 0,0 4 5 0,0-1 9 0,0 1 3 16,0 0 3-16,0-4 4 0,0 3 0 0,0-3-2 16,0 4-6-16,0-4-6 0,0 4-4 0,0-4-5 0,0 3-7 15,0-3 0-15,0 0-3 0,0 0 6 0,0 3-4 0,0-3-2 16,0 0-4-16,0 0 0 0,0 0 4 0,0 0-2 16,0 0 6-16,0 0-4 0,0 0 9 0,0 0 5 0,0 0 5 15,0 0 0-15,0 0-2 0,0 0-17 0,0 0-7 16,0 0 0-16,0 0 0 0,0 0 0 0,0 0 0 0,0 0 0 15,0 0 0-15,0 0 0 0,0 0 0 0,0-3 0 0,0 3 0 16,0 0 0-16,6-3 0 0,-6-1 0 0,6-3 0 0,2 3 0 16,-2-7 0-16,0 4 0 0,7-4 0 0,1 0 0 15,4-5 0-15,-4 2 0 0,12-4 0 0,-7 0 0 0,7-5 0 16,1 2 0-16,5-5 0 0,1 4 0 0,-1-4-1 16,1-3-18-16,-1 3-7 0,1-3-9 0,6 0-9 0,-6 3-4 15,6-3-3-15,-7 3 0 0,7 1 4 0,-6 0 8 0,-1-2 7 16,1 5 11-16,0 0 6 0,0 4 5 0,-8-4 3 15,7 3 5-15,-5 2 1 0,-1-1 1 0,0-1 0 0,0 4 0 16,-6-3 0-16,5 3-2 0,-5-4 0 0,0 5-2 0,-1 3-2 16,1-3-3-16,0-1-2 0,-1 5-2 0,-6-2-3 15,0 4-3-15,7-2 0 0,-8 3-3 0,1 2-2 0,-6-2 1 16,6 0 2-16,-7 0 2 0,8 3 5 0,-8 0 3 0,0 1 0 16,1-4 3-16,-7 7 5 0,7-5 2 0,-7 2 0 15,6-1 1-15,-6 4 0 0,0-3-1 0,7 3 1 16,-7-4 2-16,0 4 0 0,0 0 1 0,0-3 4 0,0 3 0 15,0 0 1-15,0 0-1 0,0 0 1 0,0 0 1 0,0 0-2 16,0 0-2-16,6 0-1 0,-6 0-3 0,0 0-3 0,0 0-1 16,0 0 2-16,0 0-4 0,0 0 3 0,0 0 2 15,0 0-1-15,0 0 1 0,0 0 1 0,0 0 2 16,0 0-1-16,0 0 1 0,0 0-1 0,0 0-2 0,0 0 0 16,0 0-1-16,0 3 1 0,0-3 1 0,0 0 0 0,0 0-1 15,0 0 0-15,0 0 0 0,0 0 1 0,0 0 1 0,0 0-1 16,0 0-6-16,0 0-8 0,0 0-13 0,0 0-22 15,-6 0-33-15,6 0-45 0,0 0-61 0,0 0-77 0,-7-3-74 16,7 3-74-16,-6-4-102 0,6 0-118 0,-7 0-139 16,0-4-87-16,1 6-39 0,0-3 22 0,6 2 46 0</inkml:trace>
  <inkml:trace contextRef="#ctx0" brushRef="#br1" timeOffset="53477.13">6128 7576 263 0,'-6'-11'676'0,"6"3"30"15,-7 1-18-15,0-1-143 0,7-2-126 0,-6 6-98 0,6-3-65 16,0-1-38-16,-6 5-25 0,6-1-20 0,0 4-23 0,0-3-18 15,0 6-7-15,0 1 1 0,6 3 0 0,-6 4 9 16,6 3 10-16,1 12 9 0,-7 3 15 0,0 5 5 16,7 3-8-16,-7 6-13 0,0 5-10 0,0 0-11 0,0 6-7 15,0-2-12-15,0-1-14 0,0 1-11 0,0-1-10 0,6-4-9 16,-6 0-9-16,0-2-8 0,6-4-7 0,-6-6-5 0,7-1-9 16,-7-5-5-16,7-3-9 0,-7-4-7 0,0 0-4 15,6-8-8-15,-6 1-12 0,0-8-14 0,7 0-16 16,-7-2-23-16,0-5-26 0,0 0-27 0,0-5-36 0,0-6-34 15,0 1-35-15,0-5-31 0,0-3-24 0,0-8-13 0,0 1-2 16,0-4 9-16,0-8 10 0,0 0 13 0,0-3 9 0,-7-1 8 16,7-3 4-16,-6 0 5 0,6 1 12 0,-7-2 8 15,0 1 21-15,1 1 28 0,0 2 43 0,-1 1 59 16,7 7 67-16,-7 0 71 0,7 3 61 0,-6 5 46 0,0 3 34 16,6 3 33-16,0 1 20 0,-7 1 6 0,7 2 2 0,-6 4-10 15,6 0-11-15,0-1-4 0,-7 5-9 0,7-4-16 16,0 4-14-16,0 0-10 0,7-1-17 0,-1-3-15 0,1 4-11 15,5-1-13-15,-5 1-8 0,12-4-3 0,-5 8 3 0,-1-5-5 16,6 5-7-16,0 0-12 0,1-1-17 0,6-1-10 16,-7 2-18-16,8 3-11 0,-1-5-16 0,-6 5-11 0,6-3-7 15,-1 3-8-15,1 0-4 0,1-3-5 0,-8 3-2 16,0 0-22-16,1-4-31 0,0 4-35 0,-7-4-45 0,0 4-53 16,0 0-60-16,-7 0-63 0,1 0-59 0,0 0-59 0,-7 4-66 15,0 0-82-15,-7-1-81 0,0 5-108 0,1 4-57 16,-7-2-10-16,0 5 13 0,-7-1 50 0</inkml:trace>
  <inkml:trace contextRef="#ctx0" brushRef="#br1" timeOffset="53930.28">6252 7822 668 0,'0'3'847'0,"-7"0"46"0,7 1 34 0,0-4-135 16,7 4-176-16,-7-4-134 0,6 3-82 0,0-3-49 0,2 0-32 15,4 0-36-15,-5 4-51 0,6-4-55 0,0 0-51 16,7 0-43-16,-8 4-34 0,8-4-19 0,-1 3-13 0,1-3-14 15,6 4-20-15,-6-4-28 0,5 0-32 0,-5 0-37 16,6 0-43-16,1 0-44 0,-1 0-49 0,-7-4-33 0,1 4-21 16,6-3-6-16,-7 3 3 0,-6 0 16 0,0-4 25 0,1 4 30 15,-2 4 40-15,-6-4 36 0,1 3 34 0,0-3 33 16,-7 4 26-16,6-1 28 0,-6 1 28 0,0-4 20 0,-6 0 20 16,6 4 15-16,0 0 15 0,0-4 20 0,-7 3 15 0,7-3 14 15,0 0 10-15,0 0 11 0,-7 4 6 0,7 0 3 16,-6-1 2-16,0 0-2 0,6 5 2 0,-6 4-1 0,-2-1-1 15,2 7-2-15,0 0 1 0,6 1-1 0,-7 6-7 16,7 0-6-16,0 2-5 0,0 2-7 0,0 4-8 0,0-4-13 16,7 0-12-16,-7 1-6 0,6-5-2 0,0 1-5 0,2-4-6 15,-2 0-9-15,6-4-2 0,-5-4-3 0,0-2 5 16,6-1 3-16,-1-4 0 0,2-7 7 0,-1 0 7 0,0 0 6 16,0-7 4-16,-7 0 2 0,8-4-4 0,-2-4-9 15,2-4-6-15,-8 1-11 0,7-4-10 0,-6 0-9 0,-1 0-9 16,-6-3-6-16,7 3-3 0,-7-1-2 0,0-2-3 0,0 3-1 15,0 0-5-15,0 4-10 0,0 0-20 0,-7-1-28 16,7 1-36-16,-6 3-42 0,6 1-48 0,-7 2-61 0,7 1-62 16,0 0-46-16,-7 1-52 0,7-1-46 0,0 0-72 15,0-1-70-15,0-2-75 0,0 3-87 0,0-4-40 0,7 0-12 16,-7 4 28-16</inkml:trace>
  <inkml:trace contextRef="#ctx0" brushRef="#br1" timeOffset="54164.57">6994 7638 590 0,'0'-7'679'0,"0"0"-53"16,0 2-90-16,0 2-83 0,0 0-74 0,6 3-65 0,-6 0-55 16,0 0-54-16,0 0-35 0,8 3-22 0,-8 5-12 0,0 3 1 15,6 7 5-15,-6 1 4 0,0 2 2 0,0 4 3 16,0 6 0-16,6 1 0 0,-6 0-2 0,0 2-9 16,0 2-5-16,0 1-4 0,7 0-5 0,-7-4-7 0,0-1-12 15,6 2-15-15,-6-5-13 0,7 0-16 0,-7 0-15 0,7-3-10 16,-7-4-13-16,6 0-22 0,-6-3-32 0,0-4-36 0,6-1-42 15,-6 0-49-15,0-2-50 0,0-2-55 0,6-6-52 16,-6 3-62-16,0-7-73 0,-6 0-75 0,6-7-74 16,6 0-94-16,-6-5-64 0,0-2-18 0,0-1 15 0,0 0 45 15</inkml:trace>
  <inkml:trace contextRef="#ctx0" brushRef="#br1" timeOffset="54445.86">7209 7616 682 0,'-6'0'738'0,"6"3"9"16,-7 6-113-16,7-6-116 0,0 4-100 0,-7 4-88 0,7 0-49 15,0 4-23-15,0-1-14 0,7 4-12 0,-7 4-4 16,0 1-11-16,0 3-11 0,0-1-12 0,0 4-8 16,0 0-11-16,0 1-9 0,7-1-17 0,-7 0-21 0,0 1-21 15,0-2-19-15,0 3-18 0,0-6-18 0,0 0-16 0,0-2-15 16,0-2-7-16,0 1-7 0,0-2-1 0,6-3-5 0,-6-2 0 15,0 0-2-15,0-4-9 0,6 0-8 0,-6-1-6 16,0-2-15-16,0-1-17 0,0 0-16 0,8-3-20 16,-8-1-20-16,0 2-22 0,0-2-28 0,0 1-38 0,0-1-30 15,0-3-28-15,0 0-25 0,6 0-17 0,-6-3-17 0,0-1-30 16,0 1-34-16,6-2-22 0,-6 2-24 0,7-4-23 0,-7-1-18 16,6 1-21-16,-6 0-24 0,7-5-16 0,0 6-7 15</inkml:trace>
  <inkml:trace contextRef="#ctx0" brushRef="#br1" timeOffset="54977.05">7430 8051 290 0,'7'-7'674'0,"0"-4"-18"0,-7 4-58 16,6 3-68-16,1-2-48 0,-7 1-35 0,0 1-32 15,6 1-35-15,-6 0-39 0,0-1-29 0,0 4-27 0,-6 4-24 16,6-4-24-16,0 3-20 0,-7 4-20 0,7 4-17 16,0 0-16-16,0 5-12 0,0 5-16 0,7-3-12 0,-7 5-10 15,6 2-16-15,1-3-17 0,6 4-14 0,-7-4-15 0,14 0-17 16,-7 0-7-16,0-4-8 0,0 1-11 0,-1-5-4 15,8-3-6-15,-6 1-8 0,-2-5-1 0,1 0-10 0,1-7-9 16,-2 0-11-16,-5 0-6 0,6-7-9 0,-7 2-9 16,8-5-6-16,-8-1-11 0,1-4-3 0,-1 4-4 0,-6-7-5 15,6 0-6-15,-6-1-7 0,0-4-5 0,0 2-5 0,0 2-4 16,0-2 4-16,0-1 5 0,0 4 6 0,0 3 13 16,0 0 16-16,0 1 16 0,0 2 21 0,0 6 18 0,0-2 19 15,0 4 23-15,0 4 24 0,0 4 16 0,8 4 14 16,-8-2 16-16,0 9 6 0,6 0 7 0,-6 4 0 0,6-1-3 15,-6 3-5-15,6 1-6 0,-6 4-6 0,7 0-6 0,-7 0 3 16,0-5-2-16,7 5 0 0,-7 0-1 0,0-5-3 16,0 6 0-16,0-6-2 0,0 2 0 0,-7-5-5 0,7-1-4 15,-7-2-3-15,1 1-4 0,0-3-9 0,0 3-3 16,-2-5-9-16,2-1-4 0,0-2-7 0,-7-1-3 0,6 1-6 16,-6-5-5-16,0 5-2 0,0-5-4 0,0-3-3 0,0 4-3 15,0-4 0-15,0 0-2 0,0-4 1 0,-7 4 0 16,7-3 1-16,0-1 1 0,0-3 0 0,1 3 0 0,-2-3 0 15,1 3 0-15,7-4-2 0,-7 1 0 0,0 4 0 0,6-5 0 16,0 5 0-16,1-1-1 0,6-3 1 0,-6 2-1 16,6 3 1-16,-7 2 1 0,7 0-1 0,0-5 0 0,-7 5 0 15,7-3-1-15,0 3-1 0,0 0-3 0,0 0-3 16,0 0-8-16,0 0-10 0,0 0-15 0,0 0-15 0,0 0-17 16,0 0-24-16,0 0-24 0,0 3-32 0,0-3-30 0,0 0-38 15,7 5-50-15,-7-5-55 0,0-5-56 0,7 5-90 16,-7-6-125-16,6 1-201 0,-6 2-69 0,0-5-29 0,0 8 20 15,0 0 40-15</inkml:trace>
  <inkml:trace contextRef="#ctx0" brushRef="#br1" timeOffset="59179.69">8343 11250 105 0,'0'0'547'0,"-7"0"-4"0,7 0-44 16,0 3-58-16,0-3-52 0,-7 0-50 0,7 0-46 0,0 4-44 16,0-4-50-16,0 0-50 0,0 0-37 0,-6 0-18 0,6 0-15 15,0 0-8-15,0 0-1 0,0 0-1 0,0-4 7 16,0 4 4-16,0-3 6 0,0 3 7 0,0 0 8 0,0 0 8 16,0 0 5-16,0 0 3 0,0 0-3 0,0 0-3 15,0 0-6-15,0 0-10 0,0 0-16 0,0 0-15 16,0 0-15-16,0 0-15 0,0 0-10 0,0 0-10 0,6 0-5 0,-6 0-8 15,0 0-1-15,0 0-1 0,0 0 0 0,0 0 1 16,0 0 2-16,0 0-2 0,0-3 0 0,7 3 3 0,-7 0 2 16,0 0-2-16,0-4-1 0,0 4 0 0,0 0-2 15,0-4 2-15,7 4-2 0,-7-3 1 0,0-1 0 0,0 4 0 16,6-4-1-16,-6 1 1 0,0-1 1 0,6-3-1 0,-6 3-1 16,7 0 0-16,-7 1 0 0,7-5-2 0,-1 5 0 15,-6-5-1-15,6 5 0 0,1-5-1 0,0 1 1 0,-1-1-1 16,1 1-1-16,-1 0 3 0,0-5 2 0,1 6-1 15,0-2 1-15,5-3 0 0,-5 4 1 0,0-4 3 0,6 4-1 16,-7-7-3-16,7 2 0 0,0 1 0 0,1 0 0 0,5-4-2 16,-6 1-3-16,6-1-8 0,1 0-2 0,0 1-1 15,5-1-4-15,-5-3-2 0,6-1-4 0,0 1-2 0,1 1 0 16,-8-3 0-16,7 3 3 0,0-2 0 0,0 1 0 16,0-1 1-16,0 2-3 0,-7-3 0 0,8 2 1 0,-7-4 1 15,5 5 0-15,1-2-2 0,-6-3-1 0,6 4 0 0,-7-1 3 16,7 1 1-16,-6-1-1 0,6-3 3 0,-7 4-4 15,7-1 1-15,-6 2 5 0,-1-3 0 0,1 3 1 0,0 2 1 16,-1 0 5-16,-5 5 1 0,-2-2 3 0,2 2 4 16,-8 2-1-16,0 1 3 0,1 3 1 0,-7 1 3 0,6-1 1 15,-6 1 4-15,0 3 0 0,0 0 1 0,0-5 3 0,0 5-1 16,0 0 1-16,0 0-11 0,0 0 1 0,0 0-2 16,0 0 5-16,0 0 0 0,0 0-3 0,0 0 1 0,0 0-1 15,0 0 9-15,0 0-3 0,0 0 1 0,0 0-2 16,0 0 2-16,0 0 4 0,0 0 3 0,0 0 0 0,0 5 3 15,-6-5 0-15,6 0-2 0,0 0-1 0,0 0-2 0,0 3-4 16,0-3-4-16,0 0 0 0,0 4-6 0,0-4 2 16,0 0 0-16,0 0 1 0,0 3-1 0,-7-3-1 0,7 0-1 15,0 4 2-15,0-4 4 0,0 0-1 0,0 4 0 16,0-4 2-16,-6 0 1 0,6 0 4 0,0 0 3 0,0 0 2 16,0 0-4-16,0 0 5 0,0 0 4 0,0 0 0 0,0 0 3 15,0 0-1-15,0 0-4 0,0 0-2 0,0 0 6 16,0 0-4-16,0 0-4 0,0 0 0 0,0 0-4 15,0 0-2-15,0 0 2 0,0 0-1 0,0 0-4 0,0 0-2 16,0 0-1-16,0 0-1 0,0 0 0 0,0 0-2 0,0 0 1 16,0 0-1-16,0 0 0 0,0 0 1 0,0 0 1 0,0 0-1 15,0 3-1-15,0-3 1 0,-6 0-3 0,6 0 3 16,0 4 0-16,0-4-1 0,0 4 0 0,0-4 0 0,0 3 0 16,6-3-2-16,-6 4 2 0,0-1-2 0,0-3-3 15,0 5 4-15,0-2-1 0,6 1 1 0,-6-1 2 0,0 1 0 16,7-4-1-16,-7 3 2 0,0 1 1 0,6 0-2 0,-6-1-3 15,7 1 2-15,-7 1 1 0,7-3 0 0,-1 3 2 16,-6 1 0-16,6-2 4 0,0 4 2 0,2 2 7 0,-2-1-2 16,0 1 1-16,1 0 2 0,0 2 1 0,-1-5-1 15,7 8-2-15,-7-5-7 0,8 2-1 0,-8-1-3 0,7 0-3 16,-6-1-2-16,6 1 1 0,0-3-1 0,0 3-2 0,-1 1 5 16,2-5-1-16,-1 0 3 0,-7 4-3 0,14-4 3 15,-14 0-3-15,8 4 2 0,-2 0 1 0,2 0-2 0,5-2 0 16,-6 0-1-16,0 2 5 0,0-4-5 0,0 9 2 15,6-5-1-15,-5-4-2 0,6 4 0 0,-8 0 1 0,8 0 0 16,-1-1-1-16,-5-1 1 0,-2 1 0 0,8 1 1 0,-7 0 1 16,0 0 1-16,6-4-1 0,-5 5 0 0,-2-5 0 15,1 5-2-15,1-6 0 0,-2 5 0 0,2 0 3 0,-2-4-3 16,-5 4 1-16,6-3-2 0,0 2 1 0,-7 2 2 0,8-5-1 16,-8 4-1-16,8-4-2 0,-8 5 2 0,7-6-1 15,-7 5 1-15,8 0 0 0,-8 1-2 0,6-1 2 0,2 0 0 16,-8-4 0-16,7 4-2 0,1 0 2 0,-8-1-2 15,8-2 1-15,-2 3-2 0,-6-4 0 0,8 4 3 0,-8-7-1 16,7 4 0-16,-7 0 4 0,2-2-1 0,-2-2-2 0,0 3 3 16,0-3-4-16,1 0 2 0,-7 0 0 0,7 3-1 15,-1-4-2-15,-6 1 2 0,7 3 8 0,-7-3-2 0,6 0-4 16,-6 2-2-16,7-2 0 0,0 4 1 0,-7-5-1 16,6 1 0-16,0 3-8 0,-6-7 1 0,6 8 6 0,2-5-2 15,-8-3 0-15,6 4-1 0,0-1 1 0,-6-3 1 0,7 4 5 16,-7-4 0-16,0 4-3 0,6-4 0 0,-6 0 2 15,0 0 0-15,0 4 3 0,0-4-2 0,0 0-3 0,0 0 5 16,0 3 3-16,0-3 5 0,0 0 1 0,0 0 3 16,0 4-2-16,0-4 1 0,0 0-1 0,0 0-2 0,0 0-4 15,0 0-3-15,0 4-3 0,0-4 0 0,0 0-1 0,0 0 1 16,0 0-1-16,0 0 5 0,0 0 6 0,0 0 11 16,0-4 8-16,0 4 1 0,0 0 7 0,0 0 2 0,0 0 4 15,0 0-7-15,0-4-2 0,-6 4-8 0,6 0-10 16,0-3-4-16,0 3-5 0,0-4-3 0,0 0-2 0,0 4-2 15,0-4-1-15,6 1-8 0,-6 3 3 0,0-4 1 0,7-3 0 16,-7 3 0-16,7-3 0 0,-1 3-1 0,-6-2 0 16,6-3 6-16,0 3 0 0,2-2-1 0,-2 1-1 0,-6-4-1 15,6 4 0-15,1-1-1 0,0-3 0 0,-1 5 0 16,7-7 0-16,-7 6-2 0,8-7 0 0,-8 3 1 0,7-1 1 16,0 2 1-16,0-5 0 0,0 1 1 0,0-1-3 0,7-4 2 15,-7 5-1-15,0-5-2 0,6 5-3 0,1-4-1 16,0-1 0-16,-7 5-2 0,6-4-3 0,-6-1 0 0,7 1 3 15,-1-1 1-15,-6 1 2 0,6 0 3 0,1 4-1 16,0-5 1-16,-7 4 3 0,7-3-10 0,-8 3 3 0,2 1 0 16,-2-1 2-16,1 0-5 0,7-4-3 0,-7 5-1 0,0-1-1 15,0 1 9-15,7-4-2 0,0 0-1 0,-2-1-2 16,2 1 4-16,7-1 2 0,-9 1 3 0,9 0 1 0,-7 3 1 16,6-3-3-16,-7-1-1 0,1 1-6 0,6 3-7 15,-7 1-5-15,1-1-6 0,0 0-2 0,-8 5-3 0,1-1 3 16,7 0 2-16,-14-1 6 0,8 5 7 0,-8 0 8 0,0 0 4 15,0-1 2-15,2 0 2 0,-2 6 2 0,-6-6 0 16,6 4 0-16,-6-3 2 0,0 3-2 0,7-3 3 0,-7 3 1 16,6-4 2-16,-6 2 1 0,7 2 0 0,-7-3 1 15,7 4-2-15,-7-2 2 0,0 2 1 0,0-1 1 0,0 4 1 16,0 0 3-16,0-4 1 0,0 4 3 0,0 0 1 0,0 0 0 16,-7 0-5-16,7 0 0 0,0 0 0 0,-7 0-6 15,7 0-4-15,0 4-3 0,0-4-1 0,0 0-3 0,-6 0 6 16,6 0-4-16,0 0-5 0,0 0 1 0,0 0 1 15,0 0-2-15,0 0 0 0,0 0 1 0,0 4-4 0,0-4 4 16,0 0 2-16,-7 3 1 0,7-3 0 0,0 5-2 0,0-5 1 16,0 3-1-16,0-3-1 0,0 3 1 0,0-3 0 15,0 4-2-15,0-4-1 0,0 0 4 0,0 4 0 0,0-4 0 16,0 3-5-16,0-3 2 0,0 0-2 0,0 0 2 0,0 3 4 16,0-3-1-16,0 5 0 0,-6-5 0 0,6 3 1 15,0 6-1-15,0-7 1 0,0 2-1 0,0-1-3 0,0 5 1 16,0 0 0-16,0-6 1 0,0 10 3 0,6-4-1 15,-6-1-1-15,0 0 3 0,0 4 0 0,7-4-2 0,-7 1-1 16,6 3-3-16,1-4 0 0,0 4 3 0,-1-4 6 0,6 4 1 16,8 0 3-16,-6 1 3 0,5-2 0 0,-6 5 3 15,6-3-2-15,1 2-2 0,-1 0-5 0,1 1-2 0,0 3-1 16,-1-3-4-16,1 3 1 0,0 1-2 0,-1-1 1 16,1 1 0-16,-1-2-1 0,0 1 0 0,1-3 0 0,-1 4 3 15,1-1-3-15,0 1 2 0,-7-4 0 0,6-1-1 0,0 4 0 16,1-3 0-16,0-1-1 0,-1 1-1 0,1-1 2 15,0 1 1-15,-1 0-1 0,1 2 3 0,-8 0-3 0,8 0 3 16,-7-2 0-16,7 7-3 0,-8-4 3 0,2 0-3 16,-2 0 1-16,8 4-1 0,-13-2 0 0,6-3-2 0,0 1 2 15,-7 1-1-15,8-4 1 0,-8-1 0 0,7 1-3 0,-7 0 1 16,1-4 2-16,0-4-1 0,5 4 0 0,-4-3 1 16,-8-1-1-16,6 0 4 0,0 0 1 0,0 1-3 0,1-2-3 15,-7-2-3-15,7 4-2 0,-7-5-5 0,6 5-1 16,-6-5-3-16,7 5 1 0,-7-5-2 0,6 1 3 0,0 3 1 15,2-3 7-15,-8 0-1 0,6-1 4 0,-6 1-1 0,6 0 2 16,-6-1 1-16,0 0 4 0,6-3-2 0,-6 0-2 16,0 5 2-16,0-5-1 0,0 3 3 0,7-3-2 0,-7 0 2 15,0 0-3-15,0 0 1 0,0 0 1 0,0 0 1 16,0 0-3-16,7 0 0 0,-7 0 1 0,0-3 6 0,6 3 2 16,-6 0 5-16,0-5 3 0,7 5 3 0,-7-3 4 0,0 3 3 15,6-3 2-15,-6 3-2 0,0-4-3 0,7 0-4 16,-7 1 0-16,7-1-2 0,-7 0-6 0,6 0-4 0,0-3-4 15,-6 0 1-15,6 0-4 0,2-1 0 0,-2 2-2 16,0-3 0-16,1-1 3 0,-1 3 3 0,1-8-3 0,0 4 1 16,5 0-2-16,-6-4-1 0,8 0 0 0,-1 1 0 0,0-1-2 15,0-3-1-15,7 3-2 0,-8-3 1 0,8 0 1 16,-1 0 4-16,7-1 1 0,1-3-2 0,5 0-1 0,1 0 0 16,-1-3 1-16,8 0 2 0,-1-2 1 0,0-2-3 15,7-1 3-15,-8 1 3 0,8 0 2 0,-7-1 1 0,0 1-2 16,6 1-2-16,-5-2 0 0,-1 1-2 0,0 0-1 0,1 2-1 15,-8 2-1-15,7-1 0 0,-7 4 0 0,-5-3 1 16,-1 7 1-16,-1-5-2 0,-5 5 0 0,0 0-1 0,-1 3-1 16,-6-4 3-16,6 5 1 0,-5-1-3 0,-2-3 2 15,8 3 1-15,-7 1-2 0,1-5-1 0,-2 5-2 0,2-1-7 16,-2-3-9-16,1 3-4 0,1 1-10 0,-8 3-2 0,6-1 0 16,2 1 0-16,-8 0 0 0,1 1 4 0,6 2 4 15,-13 1 4-15,7 0 6 0,-1 3 3 0,0-3 0 0,-6 7 0 16,0-4 2-16,7 0-1 0,-7 4 3 0,0 0 0 15,0-3 3-15,0 3 1 0,0 0-2 0,0 0 1 0,0 0-8 16,0 0-7-16,0 0-15 0,0 0-25 0,0 0-30 0,0 0-41 16,-7 0-40-16,7-5-50 0,-6 5-66 0,0 0-90 15,-1-3-102-15,1 0-121 0,-1-1-114 0,-6 0-49 0,-1 1-6 16,8 0 18-16</inkml:trace>
  <inkml:trace contextRef="#ctx0" brushRef="#br1" timeOffset="60195.27">9209 7766 448 0,'0'0'706'0,"0"0"2"0,0 0-110 0,0 0-125 16,0-3-106-16,6-1-88 0,-6 0-67 0,6 1-44 0,2-5-29 16,-2 5-10-16,0-5-25 0,0 1-12 0,1-4-9 15,6 0-3-15,-6 0-2 0,6-4 1 0,0 5-3 0,-7-5-2 16,8 0 3-16,-8-4-5 0,0 5-4 0,1 0-6 16,-1-5-5-16,-6 4-8 0,7 0-7 0,-7 1-5 0,0-1-4 15,0 1-6-15,0-1-7 0,-7 5-5 0,1-3-7 0,6 3 0 16,-7 0 0-16,1 1-1 0,0 2-1 0,-2 0 2 15,2 3-1-15,0 1 0 0,-7-1 1 0,6 1-1 0,-6 3-2 16,7 0 1-16,-8 0 1 0,2 0-6 0,6 0-1 0,-8 0 2 16,8 3 2-16,-1-3-3 0,1 4 0 0,-1-1-3 15,-6 1-3-15,7 3 2 0,-1-3-11 0,0 3 2 0,7 4 1 16,-6 0 5-16,0 0 2 0,-1 4 3 0,0 4 1 16,1-1 0-16,6 3 14 0,-7 2-2 0,7 6 6 0,-6 1 8 15,0 2 7-15,6 1 6 0,-8 4 7 0,8 0 5 16,0-1 5-16,0 1-3 0,0-1-4 0,0-2-5 0,0-2-9 15,0 2-7-15,8-9-13 0,-2 4-3 0,0-4-4 0,-6-2 0 16,7-1-2-16,-1-4-6 0,1 0-7 0,-7-3-10 16,7-1-10-16,-7 1-25 0,0 0-30 0,0-5-37 0,0 2-42 15,0-1-41-15,0 3-39 0,-7-2-46 0,0-5-75 0,1 4-79 16,-1-4-84-16,-5 0-115 0,4-2-75 0,-4-5-27 16,-1 3 3-16</inkml:trace>
  <inkml:trace contextRef="#ctx0" brushRef="#br1" timeOffset="60523.25">8955 8030 588 0,'6'-4'707'0,"0"0"18"0,1 1-122 0,0 0-144 0,6 3-120 0,-1-5-103 15,2 1-67-15,-2 1-42 0,8 0-29 0,0 3-26 16,-1-4-23-16,1 0-14 0,-1 1-7 0,1-1-1 16,0 0-16-16,-1 1-2 0,1-1-6 0,-8 1 3 0,2-1 8 15,-2 4 10-15,-5-4 2 0,6 4 8 0,-6 0 12 16,-1 4 5-16,1-4 6 0,0 0-1 0,-1 0-5 0,-6 4-9 15,6-4-2-15,0 0-14 0,-6 0-3 0,8 0-5 0,-2-4-4 16,-6 4-4-16,6 0-6 0,1 0 3 0,-7 0 2 16,0 0 8-16,6 0 0 0,-6 0 3 0,7 0 6 0,-7 0 7 15,0 0 16-15,7 4 7 0,-7-1 14 0,0 4 5 0,0 1 2 16,0 3-1-16,0 4 2 0,0-1 3 0,0 0-8 16,0 5-11-16,0-4-14 0,6 3-8 0,-6 4-3 0,0-4-4 15,0 0-11-15,6-3-10 0,-6 0-4 0,0 0-2 16,6-1-3-16,-6-3-13 0,0-3-20 0,8 3-31 0,-8-7-37 15,0 2-43-15,0-2-42 0,6 0-49 0,-6-4-76 0,0-4-96 16,0-3-106-16,0 0-129 0,0-1-81 0,0-3-38 16,-6 0-11-16,6-1 21 0</inkml:trace>
  <inkml:trace contextRef="#ctx0" brushRef="#br1" timeOffset="60648.24">9404 7803 436 0,'-7'0'741'0,"1"4"4"0,0 2-40 15,-2-6-205-15,2 9-218 0,6-9-194 0,0 3-155 0,0-3-131 16,6 0-120-16,-6-3-139 0,8 3-131 0,4-9-69 16,2 6-22-16</inkml:trace>
  <inkml:trace contextRef="#ctx0" brushRef="#br1" timeOffset="60835.72">9612 7704 62 0,'0'3'698'0,"-6"5"45"16,6 3-10-16,0-1-109 0,0 3-117 0,0-3-107 0,0 9-89 15,0-5-48-15,0 4-19 0,0 4-17 0,0-4-9 0,0 4-19 16,0 0-17-16,0 4-16 0,6-3-17 0,-6-2-21 0,0 5-27 16,7-5-25-16,-7 1-19 0,0 1-20 0,7-1-13 15,-7-4-12-15,6 4-20 0,-6-8-27 0,0 5-37 16,6-4-43-16,-6-5-49 0,0 5-47 0,7-7-45 0,-7-1-48 16,0-3-64-16,6-1-61 0,-6-3-59 0,0-3-58 0,0-1-71 15,0-3-76-15,7-4-20 0,-7-1 13 0</inkml:trace>
  <inkml:trace contextRef="#ctx0" brushRef="#br1" timeOffset="61710.63">9795 7624 511 0,'0'0'769'16,"-7"0"35"-16,7 4-75 0,-6-1-130 0,6 8-111 0,0-4-115 15,0 7-73-15,-7 1-38 0,7 4-22 0,7 2-22 16,-7 2-21-16,0-1-26 0,0 3-43 0,6-3-19 0,-6 4-15 15,7-1-16-15,-7-3-14 0,6 1-17 0,0 2-8 0,2-3-12 16,-2 0-2-16,0 0-3 0,1 0-3 0,0-3-6 0,-1 2-6 16,0 1-2-16,1-3-5 0,-1-1-1 0,1 0-3 15,6-3-4-15,-7 0-6 0,8-5-7 0,-2 5-7 16,-5-7-4-16,6-1-1 0,0-3-3 0,1-1-3 0,-2-3-1 16,1-3 1-16,0 3 2 0,0-9 2 0,7 7-6 0,-8-9-2 15,2-1-4-15,5 2-1 0,-5-5 1 0,4-4 2 16,-4 5 4-16,-1-8 2 0,0 4 4 0,0-1 3 0,1-2 2 15,-8-1 3-15,6-4 0 0,-5 4-3 0,0 0 0 16,-7 0 4-16,0 1 5 0,0 1 1 0,0 2 5 0,-7 3 1 16,7 1 8-16,-7 3 9 0,1-1 9 0,6 6 7 0,-6-2 6 15,0 5 7-15,-2 3 6 0,2 0 9 0,0 0 6 0,-8 7 7 16,8 3 4-16,-1 2 5 0,1 2 5 0,0 4 3 16,-2 1-1-16,2 4-5 0,6-2-4 0,-6 2-15 15,6-2-9-15,0 1-14 0,6 3-9 0,-6-3-7 0,6 1-6 16,8-5-8-16,-8 1-14 0,7-1-13 0,1-4-14 0,6-3-15 15,-2 4-16-15,2-8-12 0,-1 4-7 0,1-6-5 0,0-3-1 16,-1 2 9-16,1-4 10 0,6 0 12 0,-13 0 10 16,7-4 13-16,-2 2 7 0,2-3 5 0,-6 2 10 15,-1-5 3-15,6 1 4 0,-6-1 3 0,-7 1 3 0,8-4 1 16,-1 0 2-16,0 0 5 0,-7-4 1 0,1 1 13 0,-1-1 9 16,0 0 12-16,2 1 9 0,-8 0 5 0,6-5 13 0,-12 4 8 15,6-3 5-15,-8 3 0 0,2 1-2 0,0-1 0 16,-1 4 0-16,1 1 1 0,-7 2-4 0,6 0-3 15,-6 5-5-15,0 3-9 0,0 0-6 0,0 3-8 0,0 0-7 16,0 10-9-16,6-3-7 0,-5 1-5 0,-2 7 0 0,8 1 0 16,0-1 1-16,-1 4-3 0,7 0-1 0,0 3-2 0,0-6-2 15,7 3-1-15,-1 0-3 0,0-4-6 0,0 0-10 16,8-7-14-16,-1 4-14 0,0-8-14 0,0 1-18 16,7-4-19-16,-8-4-25 0,8-4-12 0,0-4-9 0,-1 1 0 15,-5-4 2-15,5-4 8 0,-6-3 11 0,6 0 16 0,-13-4 22 16,8 0 13-16,-1-3 11 0,-6-6 8 0,-1 3 9 15,-6-5 1-15,7-4 1 0,-1-3 3 0,-6-1 2 0,0 1 4 16,0 4 10-16,0-1 17 0,0 4 29 0,0 7 40 0,0 5 40 16,-6 2 36-16,6 5 30 0,-7 3 20 0,7 2 11 15,0 6 1-15,-6 0-15 0,6 6-22 0,-7 0-20 0,7 9-27 16,0 2-19-16,-7 6-13 0,7-3-4 0,0 10-6 16,0 1 2-16,0 1-2 0,0 8-7 0,0-4 1 0,7 4-1 15,-7-1-3-15,7 5-5 0,-7-5-7 0,6-3-11 16,1 4-5-16,-1-5-7 0,0 2-7 0,1-5-9 0,0 0-5 15,-1-3 0-15,0 0-2 0,1-8-2 0,-7 1-3 0,7-1 0 16,-1-7-2-16,-6 0-1 0,7-1 0 0,-7-2-2 16,0-1 1-16,0-3-4 0,0 0-7 0,0-1-12 0,0-3-17 15,0 0-21-15,-7 0-17 0,7-3-20 0,-6-5-27 0,-1 5-30 16,0-1-37-16,1-4-38 0,0 5-36 0,6-8-36 16,-14 4-39-16,14-4-70 0,-6-4-80 0,6 1-89 0,0-1-122 15,-6-3-60-15,6-1-17 0,0 1 9 0,0-1 28 16</inkml:trace>
  <inkml:trace contextRef="#ctx0" brushRef="#br1" timeOffset="63366.76">14862 11100 593 0,'-7'7'759'0,"1"-3"-10"0,-1 3-108 0,1 1-133 0,6-5-114 16,-6 0-101-16,6 5-65 0,0-8-35 0,-8 4-27 16,8-4-16-16,0 3-23 0,-6-3-15 0,6 0-17 0,0-3-13 15,0 3-13-15,0 0-13 0,0-4-7 0,0 4-4 0,6-3-3 16,-6 3-3-16,0-5-3 0,8 2 2 0,-8 0 0 15,0-1 4-15,6 0 0 0,0 1 0 0,-6-5-4 0,7 1-4 16,-1 0-5-16,7-4-7 0,-6-3-3 0,5-1-5 16,2-1-6-16,-1-2-2 0,0 0 1 0,6-4-2 0,-5 0 1 15,5-3-2-15,1-1-2 0,6-4-3 0,-6 5 1 0,-1-4 0 16,7 0-2-16,0 0 0 0,0 2-5 0,-1 2-1 16,-5 0-2-16,6-2-2 0,-6 5 0 0,-1 1 0 0,1-2 3 15,-7 5-6-15,7-4 4 0,-8 7 4 0,8-3 3 16,-7 0-1-16,0 3 4 0,0 1 0 0,1-4-3 0,4 2 7 15,-4-2 0-15,-1 3-3 0,0 1 0 0,6-4 1 0,-5 6-2 16,-2-2 1-16,2 3-4 0,-1-1-1 0,-1 2-8 16,-4 2-7-16,4 1-7 0,-6 0-12 0,1 0-7 0,6-1-8 15,-6 5-3-15,-1-1-1 0,0-3 2 0,2 4 4 0,-2 3 7 16,0-5 11-16,0 2 7 0,-6 3 6 0,8 0 7 16,-8 0 4-16,0 0 3 0,0 0 4 0,0 0 5 0,0 0 0 15,0 3 2-15,0-3 2 0,0 5 1 0,-8-2 4 16,8 0 2-16,-6 1-3 0,6-4 2 0,-6 4 1 0,6-1-2 15,0 0-4-15,0 2-2 0,0-5-3 0,0 3-2 0,0 1 0 16,0-4-4-16,0 5-1 0,0-5 2 0,0 2-1 16,0-2 2-16,0 0 1 0,0 4 1 0,0-4 1 0,0 0 3 15,0 0-2-15,0 3 1 0,0-3 4 0,0 0 2 16,0 0 6-16,0 0 3 0,0 0-1 0,0 0 0 0,0 0 4 16,0 0-1-16,0 0-2 0,0 0-2 0,0 4-8 15,0-4-6-15,0 0 0 0,0 0-2 0,0 4-2 0,6-1 0 16,0-3-1-16,2 5-1 0,-8-3 0 0,12-2 6 0,-5 5 0 15,6-2-2-15,0 1 1 0,-1-4-1 0,-4 4 1 16,11 0 0-16,-6-1 1 0,0 1-1 0,7-1 0 0,-1 4 1 16,7 5-2-16,-6-5 0 0,6 8 1 0,0 0 4 0,-1-1 0 15,8 4-8-15,0 4 5 0,0 0-7 0,-1 3 7 16,7 1 2-16,0 0 0 0,-6 0-2 0,5 0 1 0,2 0 4 16,-1-1-5-16,0 4 10 0,-7-2-1 0,8-2 8 15,-7 0 6-15,-1 1 4 0,-6-1 3 0,7 1 6 0,-8-1 4 16,1 0 2-16,-6 2 0 0,6-5 8 0,-7 3 11 0,-5-3 2 15,6-3 3-15,-8-1-3 0,1-4 1 0,1 2-4 16,-2-6-5-16,-6 1-17 0,8 0-14 0,-8-7-7 0,1 3-5 16,-1-3-5-16,1 0-1 0,-7-4 2 0,7 3-1 15,-1-3 2-15,-6 0-1 0,0 0 0 0,6 0-1 0,-6-3 3 16,0 3-1-16,7-4-3 0,-7 0-1 0,0 0-13 0,0 1-22 16,0-1-33-16,0 1-45 0,-7-1-55 0,7 0-55 15,-6 1-54-15,6-5-74 0,-6 5-98 0,6-4-102 0,-7 2-115 16,0-1-96-16,7-2-44 0,-6 0 5 0,-1 5 26 15</inkml:trace>
  <inkml:trace contextRef="#ctx0" brushRef="#br1" timeOffset="64429.15">11755 7975 590 0,'-7'-11'748'0,"1"4"14"0,0-4-90 0,-1 0-144 15,1 4-134-15,-1-4-115 0,0 7-71 0,1-3-45 16,6 4-22-16,0 3-19 0,0 6-4 0,0 2 1 0,0 6-5 16,6 4-10-16,1 8-5 0,-7 3 1 0,7 8 2 15,-1 0 1-15,1 7-4 0,-7 0-5 0,6 7-5 0,-6 0-4 16,6 0-8-16,-6 4-8 0,0-3-9 0,0-4-2 0,0-1-7 16,0 0-8-16,-6-6-7 0,6-1-7 0,0-3-3 15,0-4-6-15,0-3-6 0,0-5-8 0,0-3-6 0,0-4-10 16,0-3-11-16,0-4-11 0,0 0-11 0,0-8-13 15,0 0-9-15,0-3-10 0,0-3-13 0,0-4-6 0,0-4-4 16,-6 0-5-16,6-7-2 0,0-1-9 0,-7-2-4 0,7-2-8 16,0-2-5-16,0-5-6 0,0 1-3 0,0-5 0 15,-6-1 8-15,6-2 13 0,0-4 12 0,0 2 15 16,0-3 20-16,-7-1 20 0,7 3 14 0,-7-1 17 0,1 1 5 16,0 4 15-16,6-1 4 0,-7 3 7 0,0 5 10 0,1 0 9 15,6 4 12-15,-6 3 11 0,6-1 10 0,0 6 0 0,0-2 2 16,0 4 1-16,0 1-5 0,6-1-7 0,-6 0-7 15,6 5-12-15,8-5-6 0,-8 5-2 0,7-7-2 0,0 7 0 16,0 3-2-16,0-5 0 0,0 5 0 0,1 4 1 16,-2-1 4-16,1 4 3 0,0 0 9 0,6 4 4 0,-5-1 8 15,-1 8 9-15,0-3 5 0,0 6 8 0,0-3-1 0,0 4-1 16,-7 4 1-16,1-4 2 0,0 2 1 0,-1 2-2 16,-6-1 0-16,6 1 0 0,-6-2 7 0,7 1-1 0,-7 1-3 15,0-4-5-15,0 0-9 0,0-4-8 0,0 0-7 16,0-1-10-16,0 1-10 0,0-3-11 0,-7-1-6 0,7 1-6 15,0-5 0-15,-6 4-4 0,6-3-11 0,-6 4-9 0,-1-5-16 16,0 5-18-16,1-6-25 0,6 7-28 0,-6-6-32 16,-1 5-28-16,0-1-22 0,1-3-13 0,-1 2-21 0,1-1-18 15,0-1-16-15,-1 2-37 0,0-2-47 0,7-4-52 0,-6 4-59 16,0-4-85-16,6-4-109 0,-8 4-42 0,8 0 3 16</inkml:trace>
  <inkml:trace contextRef="#ctx0" brushRef="#br1" timeOffset="64725.95">12080 8074 362 0,'0'-4'741'0,"7"1"43"0,0 3-21 0,-7 3-142 15,0 1-138-15,0 7-127 0,0 0-84 0,0 0-49 16,0 0-19-16,6 0-29 0,-6 3-28 0,7-3-28 0,-7 1-34 16,6-2-25-16,1-2-18 0,6 3-12 0,-7-7-13 0,1 3-2 15,6-3 2-15,-7-1 4 0,7-3 8 0,-6-3 12 16,0-1 6-16,-1-1 9 0,0-1 3 0,-6-1 1 0,8-5-2 15,-2 2-2-15,-6-2 0 0,0-2 2 0,0-1 2 16,0 1-5-16,0-1 2 0,-6-3-2 0,-2 3-2 0,8-4 2 16,-6 1-5-16,0 3-8 0,-1-3-7 0,0 4-6 0,1-1-4 15,-1 0-4-15,1 4-2 0,0 1-6 0,-1 2-5 16,0 1-5-16,1 3-4 0,0-2-12 0,-1 6-23 0,7 0-28 16,-7 0-40-16,1 0-50 0,6 3-56 0,0 0-56 15,-7 1-57-15,7-4-75 0,0 0-78 0,0 4-82 0,0-4-90 16,0 0-120-16,0 0-31 0,7-4 10 0,-7 0 38 0</inkml:trace>
  <inkml:trace contextRef="#ctx0" brushRef="#br1" timeOffset="64897.87">12433 7718 345 0,'0'15'773'16,"-8"4"47"-16,8 7 7 0,-6-1-121 0,0 4-123 0,-7 4-116 15,6 1-81-15,1 2-51 0,-7-3-47 0,7 0-41 16,6-1-46-16,-8 2-42 0,8-8-52 0,0-1-59 0,0 0-68 15,0-7-69-15,8 1-76 0,-8 0-76 0,0-8-87 16,6 0-109-16,-6-4-109 0,6-3-113 0,-6-4-149 0,0 0-42 16,0-4 7-16,-6 0 35 0</inkml:trace>
  <inkml:trace contextRef="#ctx0" brushRef="#br1" timeOffset="65038.45">12295 7979 260 0,'-6'-4'838'0,"6"1"52"0,0-1 27 0,-6 0-101 16,6 4-139-16,0 0-150 0,0 0-113 0,6 4-80 0,-6 0-50 15,6-1-38-15,1 1-38 0,6-1-45 0,0-3-43 0,1 4-40 16,4 0-45-16,-4-4-49 0,5 3-58 0,1-3-59 16,6 0-66-16,-6 0-67 0,12 0-67 0,-6-3-96 0,6 3-111 15,-6-4-130-15,7 4-139 0,-1 0-68 0,-5 0 6 16,5 4 34-16</inkml:trace>
  <inkml:trace contextRef="#ctx0" brushRef="#br1" timeOffset="67241.28">18333 10437 305 0,'-7'-4'577'0,"7"4"-55"0,-6-4-74 15,0 1-65-15,6 3-46 0,-7-4-38 0,7 4-27 0,-7-3-27 16,7 3-36-16,0 0-40 0,-6 0-37 0,6 0-33 0,6 0-20 16,-6 0-15-16,0 0-15 0,7 0-3 0,0 3 1 15,-1 1 4-15,0-1 9 0,7 5 10 0,-6-1 12 0,6 0 10 16,1 1 10-16,-8 3 1 0,7 3 1 0,0 1-3 16,0-1-3-16,7 5-10 0,-8-1-8 0,8 1-9 0,-7 3-6 15,7-1-9-15,-8 1-5 0,8 1-1 0,-1 2-4 0,1-3 0 16,0 4-4-16,-8 0-2 0,8-4-2 0,-1 3 1 15,1-3-2-15,0 0-3 0,-1-4-3 0,1 4-1 0,0-3-4 16,-1 3-1-16,1-4-3 0,-2 0-2 0,2-3 0 16,0 3-1-16,-7-3-1 0,7-1-4 0,-8 5 0 0,2-8-1 15,-1 4 0-15,0-1 3 0,0-3-2 0,-1 0 0 0,-4 4-1 16,4-5-2-16,-5-2 1 0,-1 3 1 0,1 0 3 16,0-4-1-16,-1 0 1 0,0 1-2 0,0 0-1 0,-6-1 1 15,8 0-2-15,-2-3 0 0,-6 0-4 0,0 0-1 16,6-1-1-16,-6-3-1 0,0 4 0 0,0-4 1 0,0 3 0 15,7-3 1-15,-7 0-1 0,0 0 0 0,0 0-2 0,0 0 0 16,0-3 1-16,7 3-2 0,-7 0 2 0,0-4-2 16,0 1 2-16,6-1-4 0,-6 0 5 0,7 0-1 0,-1-3-2 15,0 0-2-15,1-4 0 0,6 3-1 0,-7-3 0 16,8-4 0-16,-1 0-3 0,-1 5 2 0,8-5 1 0,0-3 1 16,-1 3-1-16,1-3 0 0,6-4-1 0,0 4 1 0,0-1-1 15,0 1-3-15,0 0 2 0,6-4-3 0,8 4 3 16,-7-4 0-16,5-3 0 0,1 2 0 0,7-6 2 0,-1 3 0 15,2-3 0-15,4-1 4 0,-5-3-2 0,-1 4 0 16,8-3 1-16,-8-2-3 0,1 5 0 0,-1-4 3 0,-5 4-4 16,-1-1-4-16,-1 4 1 0,1 4-7 0,-5-3-3 0,-2 7-4 15,1-4-6-15,-7 7-8 0,-1 1-1 0,-5 2-3 16,-7 4 0-16,7-2 5 0,-14 6 6 0,7-3 6 0,-6 3 7 16,-1 2 5-16,-6 2 7 0,6-5 6 0,-6 1 2 15,0 4 4-15,0-3 6 0,0 3 0 0,0 0-1 0,0 0 2 16,0 0 1-16,0 0-6 0,0 0-2 0,0 0-3 0,0 0-9 15,0 0 0-15,0 0-3 0,0 0 0 0,0 0-3 16,0 0 5-16,0 0-1 0,0 0-1 0,0 0 1 0,0 0 1 16,0 0 2-16,0 0-2 0,-6-5-3 0,6 5 2 15,0 0 3-15,0 0 3 0,0 0 5 0,0 0 1 0,0 0 1 16,0 0 3-16,0 5 3 0,0-5-2 0,0 0-2 0,0 0-2 16,-6 0-8-16,6 3-1 0,0-3-2 0,0 4-3 15,0-4 1-15,0 5 0 0,0-3-1 0,0 2 1 0,0 3 2 16,6 0-2-16,0 0 1 0,-6 1 0 0,8 0 0 0,4 3 1 15,1-1 3-15,0 2 1 0,6 2 1 0,1 1 1 16,0 3 0-16,6 0 1 0,7 1 0 0,-8 3 0 0,9 0 0 16,-2 3-2-16,7 1 2 0,-7 0-1 0,7 3 2 15,0 0 2-15,1-3-2 0,-8 3-1 0,7 2-1 0,-6-4 1 16,5 0-1-16,-5 2 2 0,-1-4 1 0,-5 1 3 16,-1 0 4-16,-6-1 6 0,6-2 5 0,-7-5 7 0,1 4 5 15,-8-4 7-15,2 0 9 0,-1 0 6 0,-7 1 6 0,7 0 4 16,-6-5-1-16,-1 4-4 0,0-3-4 0,2-4-6 15,-8 4-11-15,6-5-9 0,0 1-7 0,-6 0-7 0,0-4-6 16,7 1-3-16,-7-3-4 0,0-2-2 0,7 0 5 16,-7 1 2-16,0-4 2 0,0 0 4 0,0 0 6 0,0 0 7 0,0 0 4 15,0 0 1-15,0 0 2 0,0 0-3 0,0 0-2 16,0 0 0-16,0 0-4 0,0 0-6 0,0 0-5 16,0 0-5-16,0 0-6 0,0 0-8 0,0-4-16 0,0 4-27 15,0 0-39-15,0-3-56 0,0 0-68 0,0-2-91 0,0 2-93 16,0-2-108-16,0-2-143 0,0 0-187 0,0-4-97 15,0 4-45-15,0 0 3 0,0 2 56 0,0-1 64 0</inkml:trace>
  <inkml:trace contextRef="#ctx0" brushRef="#br1" timeOffset="68522.49">22755 10397 157 0,'-6'-8'487'0,"6"1"-51"0,-7 0-53 0,7 0-31 16,-7 2-17-16,1-2-22 0,6 4-16 0,0-4-16 0,-6 3-19 16,6-4-26-16,-6 5-35 0,6-2-30 0,0 3-20 0,0-3-6 15,-8 2-7-15,8-1-6 0,0 4-6 0,0-4-9 0,0 4-7 16,0 0-13-16,0 0-12 0,0 0-7 0,0 4-3 16,8 0-3-16,-8 4-3 0,6-1-3 0,0 4-2 15,0 0-1-15,1 4 2 0,6 3-8 0,0-4-6 0,1 5-7 16,-2-1-6-16,8 1-4 0,-7 1-2 0,7 0 1 0,-1 2-3 15,0-1-3-15,1 2-1 0,7-2-1 0,-9 5 3 16,9-1 3-16,-1 1 7 0,-6 1 5 0,5-2 5 0,-5 4-8 16,0-3 7-16,-1 0 3 0,1 3 1 0,-1-4 2 15,0 2-8-15,1-2-7 0,-1 0-6 0,1 1 7 0,0-1-9 16,-1-3-4-16,-5 0-7 0,4 1-5 0,-4-6-1 0,-1 2-2 16,7-4-3-16,-8-1-2 0,-5 1 1 0,6-5-2 15,0 2-1-15,-6-5 1 0,-1 0-4 0,1 1 1 0,-1-5-11 16,0 4 8-16,1-2 1 0,0-5 2 0,-1 3 4 0,-6 2 0 15,6-2 5-15,2-3 4 0,-8-3 12 0,0 3 1 16,6-5 0-16,-6 2 0 0,6 3-2 0,1-8 0 0,-7 4-1 16,6-3-8-16,1-4-3 0,-1 0-7 0,7 0 0 15,1-3-4-15,-2-5 0 0,1 1-3 0,7-4-1 0,0 0 2 16,-1-4-2-16,7-3-1 0,0 0-5 0,6-3-1 16,1-6-5-16,0 1 3 0,-1 1-1 0,8-4-1 0,-1 3 0 15,6-3 5-15,-5 0 3 0,-2 2 0 0,1 2 6 0,0 3-2 16,1 0 0-16,-8 4-1 0,1 4 2 0,-7-2-2 15,7 2 0-15,-7 7 0 0,-7-5-1 0,1 9 2 0,-2-1-2 16,-4 0 1-16,-1 4 1 0,0 2 0 0,-6 0 1 16,-1 6-1-16,0-5 0 0,1 5 1 0,0-5 1 0,-7 5 0 15,6 3-3-15,-6-3 0 0,6 3-1 0,-6-5 2 0,0 5 0 16,7-3-1-16,-7 3-2 0,0 0 1 0,0 0 4 16,0 0-1-16,0 0 3 0,0 3 0 0,-7-3-2 0,7 5-1 15,0-5 2-15,0 0 0 0,0 3-1 0,-6 0-2 0,6 1-5 16,0-4-8-16,-6 4-8 0,6-4-14 0,0 3-17 15,0-3-21-15,-7 0-23 0,7 3-26 0,-7-3-32 0,7 5-38 16,-6-5-34-16,6 3-36 0,0-3-42 0,-6 4-64 16,6-4-92-16,0 0-104 0,0 0-182 0,0 0-55 0,0 0-15 15,6 5 16-15,-6-3 40 0</inkml:trace>
  <inkml:trace contextRef="#ctx0" brushRef="#br1" timeOffset="70537.78">25836 11316 33 0,'-6'4'543'0,"-2"-1"-6"0,2 0-47 0,-7 2-59 15,7-2-49-15,-1 2-43 0,1-2-36 0,-1-3-34 16,7 4-30-16,-6-4-37 0,6 0-38 0,0 0-32 0,0 0-22 16,0 0-8-16,0 0-10 0,0 0 0 0,0 0 3 0,0 0-4 15,0 0-6-15,0 0-4 0,0 0 4 0,6 0 0 16,-6-4 0-16,0 1-7 0,7-2-5 0,-1-3 0 0,1-2-5 16,6-1-4-16,-7 0-11 0,8-4-6 0,-2-7-5 15,2 1-3-15,5-1-5 0,-6-3-4 0,6-2-5 0,7 2-4 16,-6-5-2-16,7 1-5 0,-2-1-4 0,7 1-2 0,-6 0-3 15,1 0-2-15,5 0 0 0,-6-4 1 0,1 3 0 16,5 1 1-16,-6-4-5 0,1 4-3 0,5 0 1 16,-6-1 0-16,-1 1-1 0,2-1-3 0,-1 4-2 0,-6 1 2 15,-1 3 8-15,1 0 0 0,-1 0-3 0,0 0 1 0,1 4 0 16,0 3 1-16,-7-3-1 0,-1 4 0 0,8-2-3 0,-7 2 0 16,0 3-1-16,-6 0-1 0,-1 4 3 0,0-1 1 15,2 5 1-15,-2-5 0 0,-6 5 1 0,0 3 0 0,6-4 4 16,-6 4 0-16,0-3-1 0,0 3-2 0,0 0 2 0,0 0-3 15,0 0 0-15,0 0 0 0,0 0 1 0,0 0-1 16,-6 0-2-16,6 0 0 0,0 0-2 0,0 3 1 0,-6-3-1 16,6 0 3-16,0 4-1 0,0-4-1 0,0 0 2 15,-8 0 1-15,8 3 0 0,0-3 1 0,-6 4-1 16,6 0-3-16,0-4 1 0,-6 3 1 0,6 5-1 0,0-5-3 16,-7 1 1-16,7-1 1 0,-6 5 1 0,6-4 0 0,-7-1-1 15,7 1 1-15,0 3-3 0,0-3 4 0,0-1-2 0,0 6-1 16,0-7-1-16,7 3 2 0,-7-2-3 0,6-3-1 15,-6 3 6-15,7 1-7 0,-1 4 5 0,0-6 2 0,2 6 0 16,-2 1 1-16,0-6 2 0,1 4 0 0,6 3-5 16,-6-2 5-16,5 3-3 0,-5 0 1 0,6 0-3 0,0 4 1 15,7-1 1-15,-7-3-1 0,6 4-1 0,1 0 1 0,-1-1 2 16,1 1-1-16,0 0 1 0,-1 4 2 0,0-2 4 16,8-2 7-16,-1 3 9 0,-1-4 4 0,1 5 5 0,0 0 5 15,1-1 0-15,-1 0 4 0,6 4 0 0,-5-4-2 0,-1 1 1 16,6 3 0-16,1-4-1 0,-1 1-1 0,1-1 3 15,-7 0-3-15,7 0 1 0,-1 1-6 0,1-1-4 0,-7 1-3 16,6-1-7-16,-6 0-2 0,7 4-5 0,-7-1 3 16,-1 2 1-16,-5-5 0 0,7 4-1 0,-9 1-1 0,9-2 5 15,-14-3-2-15,6 4 3 0,1-4-6 0,-7 1-5 0,7-1-1 16,-8-3-1-16,2 0-1 0,-2-1-1 0,2-3 0 16,-1 0-2-16,-7-3 1 0,7-1 1 0,-6 4-2 0,-1-4 0 15,8-3 1-15,-8 3-3 0,0 0 1 0,1 1 0 16,0-5 0-16,-1 5 2 0,-6-5-1 0,6 2-2 0,-6-2 1 15,7 0 0-15,-7 2 0 0,6-1-2 0,-6-4 1 0,0 3-1 16,0-3 3-16,0 0 0 0,0 0 3 0,0 0 2 16,7 0 1-16,-7-3 2 0,0-1 0 0,7-1 0 0,-7 2-3 15,0 0 2-15,6-5-4 0,-6 0-2 0,6 2-2 16,1-3 1-16,0-1-3 0,-1 3-1 0,0-8 0 0,7 4-2 16,-6-4 3-16,6 1-2 0,1-1 0 0,-2-3 0 0,8-1 1 15,-7-3 0-15,7 0 0 0,-1 0 0 0,0 1 0 16,1-5-1-16,6-3 1 0,0 3 1 0,0-3 0 0,0-4 0 15,0 4 0-15,7-4 0 0,-7-1 2 0,0-2 0 16,7 3-1-16,-8-4-1 0,1 4-1 0,7 0 2 0,-7 4 2 16,0 0-2-16,0-1-1 0,-6 5 0 0,-1 0 0 0,1 2 0 15,-1 5 1-15,-5 0 3 0,4-1-3 0,-4 1-1 16,6 3-1-16,-7 1 1 0,-1-1 1 0,2 0 0 0,-2 4-1 16,2-3-5-16,-1 0 1 0,-1 2 3 0,2-3 1 15,-2 5 1-15,-4-6-3 0,4 5 1 0,-5-3 0 0,6 3-1 16,-7 4 0-16,7-4-4 0,-7 0-4 0,2 4-3 0,-2-1-2 15,0 1-3-15,1 3-3 0,0 1 0 0,-1-1-1 16,-6 0 0-16,0 4 4 0,6 0 3 0,-6-4 1 0,0 4 3 16,0 0 3-16,7 0 1 0,-7 0 5 0,0 0 0 15,0 0-1-15,0 0 1 0,0 0 2 0,0 0 0 0,0 0 0 16,0 0 2-16,0 0-1 0,0 0 0 0,0 0 1 0,0 4-2 16,0-4 1-16,0 0-1 0,0 0 0 0,0 0-1 15,0 0 0-15,0 0 3 0,0 0-3 0,0 4 0 0,0-4-1 16,6 0-1-16,-6 4 1 0,0-4 0 0,0 0 1 0,7 0-1 15,-7 3 2-15,7-3-2 0,-7 0 0 0,6 4 2 16,-6-4-2-16,6 3 2 0,1 1 0 0,0-1 0 0,-1 2-1 16,0 2 4-16,1-4 0 0,-1 5-2 0,1 3 3 15,6-4 0-15,-7 1 2 0,8 2-4 0,-8 1-1 0,7 5-1 16,0-3-1-16,0 1 1 0,1 3 0 0,5 0-1 16,-6 1-2-16,6-3 1 0,1 4 2 0,0 2 0 0,-1-3 0 15,1 5 0-15,6-1 0 0,0 0-2 0,-1-3 1 0,1 1 2 16,1-1-1-16,-1 4 1 0,0-2 3 0,-7-2-3 15,7 3-1-15,-6-5 1 0,6 6-1 0,-7-5-1 0,1 0 1 16,-7 1 0-16,7-1 0 0,-8 4 0 0,2-7 4 0,6 3-3 16,-8-3 1-16,1-1 1 0,1 2-3 0,-2-3 2 15,2 3-4-15,5-1 4 0,-6-1-2 0,0-3 0 0,7-4-1 16,-1 4 0-16,-6-4 1 0,6-3-1 0,-5 3 2 16,6-4-3-16,-14 2 1 0,7-2 1 0,0 1-2 0,-7-1 1 15,1 1-3-15,-1 3 0 0,-6-3-2 0,0 3-1 0,6-3-1 16,-6 4-1-16,0-5 0 0,-6 5-3 0,6-1 2 15,0-3 0-15,0 3 8 0,0-3-2 0,-6 0-9 0,6-1-12 16,0 1-11-16,0-1-26 0,0-3-38 0,0 4-48 16,0-8-49-16,0 4-44 0,0-3-32 0,0-4-47 0,0 3-82 15,-7-4-93-15,7 1-107 0,-6-3-108 0,6 2-52 0,-7 0-7 16,7 1 12-16</inkml:trace>
  <inkml:trace contextRef="#ctx0" brushRef="#br1" timeOffset="72256.42">13533 8049 441 0,'0'0'651'0,"0"-5"-14"16,0 2-123-16,0-5-94 0,0 1-82 0,0 0-63 16,0-5-48-16,0 6-29 0,0-5-24 0,-7 3-17 0,7-2-11 15,-6-5-19-15,6 1-3 0,-6 2 0 0,-1 1 1 0,0-3-3 16,-5 2-6-16,5 1-13 0,-6 0-6 0,6 0-13 15,-5 4-6-15,-2 0-8 0,8-1-9 0,-7 5-10 16,0 3-8-16,0 0-3 0,-1 3-9 0,8 1-5 0,-6 3-7 16,-2 4-7-16,1 4-5 0,0 0-3 0,6 7-3 0,-5 0-1 15,6 3-1-15,-8 1 0 0,8 4 1 0,-1-2 0 0,1 2 0 16,6-1 0-16,-7 0-1 0,7-3-1 0,0 0 2 16,7-4-5-16,-7 0 0 0,6-7-2 0,1 3-6 0,-1-7-1 15,8-1-1-15,-8-2-4 0,6-4-3 0,-5-4 1 16,6-4-6-16,0-4-4 0,1 1-3 0,4-7-10 0,-4 3-16 15,-1-7-15-15,0-1-16 0,0 1-15 0,-7-1-10 0,8-3-12 16,-2 0-4-16,2 1 0 0,-8-5 8 0,7 0 11 16,-7-3 9-16,1 0 14 0,-7 0 12 0,7-5 11 0,-7 2 12 15,6-5 6-15,-6 0 7 0,6 1 8 0,1 3 6 0,-7-1 4 16,7 5 10-16,-7 4 13 0,0 3 11 0,0 0 16 16,0 7 19-16,-7 1 18 0,7 3 10 0,0 2 10 15,0 3 2-15,0 2 4 0,-7 0-4 0,7 4 6 0,0 0-16 16,0 8-24-16,0-2-3 0,0 6-4 0,0-1 2 0,0 3-3 15,0 5 7-15,0 3-8 0,0 4 13 0,7-5 23 0,-7 8 6 16,0 1 6-16,7 0 1 0,-7-1-6 0,6 0-1 16,-6 0 4-16,7 1 2 0,-7 0-11 0,0-1-7 15,6 0-12-15,-6 0-5 0,6-3 2 0,-6-1-10 0,0-3-14 16,0 0-11-16,8 0-3 0,-8-3-5 0,0-1 1 0,0-1-6 16,0 3-4-16,0-6-1 0,6 1-1 0,-6-1-1 0,0-3-16 15,6-4-21-15,-6 1-26 0,0 3-30 0,0-4-38 16,0-3-35-16,0 0-35 0,0-1-43 0,0-3-30 15,0 0-52-15,0 0-56 0,0-3-50 0,0-1-53 0,0-3-69 16,0 3-113-16,0-7-37 0,0 8 4 0</inkml:trace>
  <inkml:trace contextRef="#ctx0" brushRef="#br1" timeOffset="72584.45">13709 8103 166 0,'0'11'722'0,"-6"4"35"0,6-1 6 0,0 4-132 15,6-3-132-15,-6 4-117 0,0-4-83 0,6-1-54 0,1 0-34 16,6 1-21-16,-7-4-22 0,8-3-21 0,-1-1-24 16,-1 1-22-16,2-5-17 0,-2-3-12 0,2 0-8 15,-1-3-13-15,0-5-12 0,0 4-7 0,-1-3-4 0,-4 0-5 16,-2-4-3-16,0 4 1 0,1-4 1 0,-1-4 7 0,-6 4 9 16,0 0 5-16,0-4 1 0,0 1 4 0,0-1 2 0,-6 0 2 15,-1-3-5-15,7 3-7 0,-6-3-9 0,-8-4-7 16,8 3-7-16,0 1-4 0,-1-1-5 0,1 2 3 15,-1 6 4-15,1-4 6 0,-1 8 4 0,1-1 3 0,0 2 3 16,-2 1 0-16,2 2-2 0,-7 3-4 0,6 0-5 0,1 0-6 16,0 3-11-16,-1 5-11 0,1-5-15 0,-1 5-23 0,0-5-22 15,1 5-38-15,0-4-44 0,-1 3-45 0,0 0-43 16,1-3-37-16,6 3-40 0,-6-3-56 0,6 2-63 16,-7 3-61-16,7-6-64 0,0 4-97 0,0 0-60 0,7 1-17 15,-7 0 7-15</inkml:trace>
  <inkml:trace contextRef="#ctx0" brushRef="#br1" timeOffset="72943.78">14126 8232 434 0,'6'-8'667'0,"-6"1"-36"0,7-4-100 16,-7 0-91-16,6 0-65 0,-6 1-58 0,7 2-46 15,-7-4-51-15,0 1-58 0,7-3-45 0,-7 3-30 0,0 0-24 16,6-3-19-16,-6-1-14 0,0 4-14 0,6-5-8 0,-6 3-2 16,0-3-2-16,0 1-2 0,0 5 2 0,0-5 17 0,0 5-4 15,0 2 9-15,0 1 7 0,-6-1 5 0,6 2 7 16,-6-2 1-16,-1 4 5 0,0 1-13 0,1 3 7 16,-7 0-1-16,0 3-5 0,6 1 1 0,-5 4 4 0,-2 2 2 15,1 5 3-15,7-4 3 0,-7 7 4 0,6 1 12 0,-5-2-2 16,4 1 0-16,2 5-1 0,0-1-1 0,6-4 2 0,0 4 1 15,0 0 1-15,0 0-12 0,6-3 6 0,0-1 1 16,8 0-4-16,-8 0-5 0,7-3-7 0,0 4-7 16,0-5-6-16,1 1-8 0,-2-5-10 0,1 6-11 0,0-5-24 15,7-4-29-15,-7 4-42 0,0-4-45 0,6 0-52 0,-6-3-49 16,7-4-54-16,-7 0-79 0,6-4-86 0,-5-3-83 16,5 3-93-16,-5-7-100 0,-2 1-25 0,8 2-1 0,-7-3 29 15</inkml:trace>
  <inkml:trace contextRef="#ctx0" brushRef="#br1" timeOffset="73428.17">14607 8007 303 0,'0'0'635'0,"0"0"8"0,8-3-95 0,-8 3-97 0,0-3-80 16,0-1-65-16,0 4-53 0,6-4-49 0,-6-3-54 15,6 3-40-15,-6-3-35 0,7 0-22 0,-7-1-17 0,0 1-14 16,6 0-7-16,-6-4-4 0,7 4 5 0,0-1 5 0,-7 1 5 16,0 3 6-16,0-2 12 0,0 2 14 0,0-4 15 15,0 3 8-15,0 5 6 0,0-3 1 0,-7 0 1 0,0 3-8 16,1 0-10-16,-1 3-15 0,1 0-11 0,-8 2-11 15,8-2-11-15,-6 2-4 0,4-1-9 0,2 2-5 0,0-2 0 16,-1 3-3-16,1-3-2 0,-1 3-1 0,7-3-5 0,-7 4-4 16,7-2 0-16,0 2 6 0,7-1-6 0,-7 1 6 15,7 2 2-15,-1 1 0 0,1 3 3 0,-1 1 6 0,0 1 10 16,2 2 7-16,-2-4 18 0,0 4 19 0,0 5 15 16,2-2 18-16,-8-2 17 0,6 4 10 0,-6-6 7 0,6 5 3 15,-6-3-4-15,0-1-7 0,0-4-3 0,-6 1-5 0,6-4-6 16,-6 0-8-16,6 0-9 0,-8-4-12 0,2 5-8 15,0-5-12-15,0-3-13 0,-8-1-13 0,8-3-14 0,-7 0-11 16,-1-3-20-16,2-5-23 0,6 5-33 0,-14-4-42 16,13-1-52-16,-13 0-60 0,8-3-67 0,4 1-71 0,-4-5-97 15,6 0-104-15,-1-4-115 0,0 2-145 0,7-5-44 0,0 3 8 16,7 0 36-16</inkml:trace>
  <inkml:trace contextRef="#ctx0" brushRef="#br1" timeOffset="74521.88">15402 8016 352 0,'0'-5'661'0,"0"5"-1"16,-6-4-95-16,6 4-98 0,0 0-86 0,-6 0-76 0,6 0-67 15,0 4-62-15,0 1-45 0,0 1-31 0,0 5-20 16,0 0-17-16,0 4-2 0,0 4-4 0,0-4-1 0,0 3 4 16,0 0 6-16,0 0 2 0,6 4 0 0,-6-3 5 15,0-1 3-15,0 0 4 0,0-4 1 0,0 1-7 0,0-4-8 16,0 4-8-16,0-7-7 0,0-1-10 0,0 0-13 0,6 0-13 16,-6-3-3-16,0 0-5 0,0-1-6 0,0-3-7 15,0 0-1-15,0 0-2 0,0 0-4 0,0-3-1 0,0-5-3 16,0 1-1-16,0 0 1 0,6-5 3 0,-6 2 1 15,0-5-6-15,0 1-2 0,0-1-7 0,0-3-7 0,0-1-5 16,0 2-8-16,0-3-7 0,8 2-5 0,-8 0 0 0,0 0 4 16,0-1 4-16,0 5 5 0,0-4 8 0,6 2 7 15,-6 2 10-15,0-1 7 0,6 4 2 0,-6-3 6 0,7 3 2 16,-7 3 3-16,6-3-1 0,1 0 0 0,0 1 1 16,-1 2-1-16,-6 1 0 0,6 0 3 0,0 0 0 0,2-1 1 15,-2 0-1-15,0 5-3 0,1-1 0 0,-7 0 11 0,7 4-2 16,-1 0-7-16,1 0 2 0,-7 0-3 0,6 0 2 15,0 4 5-15,2 0-1 0,-2-1-13 0,0 5 4 0,7-5-1 16,-6 6 5-16,-1-3 2 0,1 2 0 0,-1-1-1 16,0 0 1-16,2 5 4 0,-2-2 7 0,0 1 9 0,0 4 3 15,2-4 5-15,-8 3 2 0,6 1 5 0,-6-1-2 0,6 4 4 16,-6 1-1-16,0-4-4 0,0 3-8 0,0-3-1 16,0 3-1-16,0-3-5 0,0 0 0 0,0-1-5 0,0 1-5 15,0-4-2-15,0 0 0 0,0 4-3 0,0-4 1 16,0-4-1-16,0 4 1 0,-6-4-4 0,6 4-10 0,0-3-15 15,0-1-15-15,0 0-22 0,0-3-27 0,0-1-27 0,0 1-29 16,0-4-31-16,0 4-44 0,0-4-48 0,0 0-49 16,0-4-39-16,6 4-41 0,-6-7-35 0,7-1-35 0,-1 1-38 15,1-1-33-15,0 1 3 0</inkml:trace>
  <inkml:trace contextRef="#ctx0" brushRef="#br1" timeOffset="74834.28">15812 8107 299 0,'0'-4'546'15,"-6"4"-29"-15,6 4-43 0,0 0-40 0,-6 3-39 0,6 0-34 16,-7 4-31-16,1 4-39 0,6 0-32 0,0-1-32 16,0 5-26-16,0-1-24 0,0-3-15 0,6 3-8 0,-6-4-8 15,7 1-2-15,-1-4-21 0,7 4-22 0,-6-8-21 0,5 0-6 16,-4 0-10-16,4-7-16 0,-5 5-7 0,6-10-5 16,0 5-9-16,-1-2-1 0,-4-6-2 0,-2 0-3 0,7 1-5 15,-7 0 8-15,-6 0-3 0,7-5-1 0,-7 1 4 16,0 0 2-16,0 1-1 0,0-5 1 0,0 0 9 0,-7 3-3 15,7-1 5-15,-6 1 4 0,6-3 8 0,-7 5 4 16,1 2 5-16,0-3-2 0,-8 4-6 0,8 0-4 0,-1 3-4 16,-6 1-10-16,7-1-25 0,-1 0-31 0,1 4-42 0,0-3-46 15,6 3-59-15,-8 0-58 0,2-4-59 0,6 4-69 16,-6 0-85-16,6-8-80 0,6 5-75 0,-6-4-67 0,14-1-82 16,-8-3-28-16,0 1 12 0,7-1 51 0</inkml:trace>
  <inkml:trace contextRef="#ctx0" brushRef="#br1" timeOffset="74959.28">16067 7865 322 0,'0'4'728'0,"6"-1"11"0,-6 5-63 0,0 3-71 16,0 1-56-16,0 5-50 0,0 1-71 0,0 1-49 0,0 3-40 15,0 0-30-15,-6 3-36 0,6-2-36 0,0-2-44 16,0 2-47-16,0-2-34 0,0-3-52 0,0 1-55 0,6-4-64 16,-6-1-70-16,0 1-79 0,0 0-80 0,0-8-114 0,0 0-136 15,0-7-146-15,0 8-161 0,0-8-70 0,-6 0 6 16,6 0 40-16</inkml:trace>
  <inkml:trace contextRef="#ctx0" brushRef="#br1" timeOffset="75115.5">15988 8088 39 0,'0'0'800'0,"-6"5"33"16,6-5 15-16,6 0-71 0,-6 3-180 0,0-3-179 16,7 0-135-16,0 0-85 0,-1 4-64 0,7-4-62 0,0-4-65 15,0 4-78-15,13-3-100 0,0-2-123 0,7 2-136 16,-1-4-173-16,7-1-118 0,7 1-55 0,-1 0-20 0,2 2 25 15</inkml:trace>
  <inkml:trace contextRef="#ctx0" brushRef="#br1" timeOffset="75896.78">17395 8147 191 0,'0'0'663'0,"-6"0"5"0,6 0-83 0,0-4-125 15,-7 4-102-15,7-3-91 0,0-1-77 0,0-3-58 0,0 0-42 16,0 3-26-16,7-3-19 0,-7-1-13 0,0-2-13 0,6 2-5 15,-6-3-5-15,7 4-3 0,-7-4 2 0,0-1 1 16,6 6 3-16,-6-6 8 0,0 5 9 0,6-5 10 16,-6 6 11-16,0-2 8 0,0 1 4 0,-6 3-1 0,6-3-1 15,-6 4-5-15,-1-1-8 0,7 0-10 0,-6 0-11 0,-1 4-11 16,0-3-3-16,-5 3-3 0,6 0-2 0,-2 3-5 0,-4-3 0 16,5 4-2-16,1 0-2 0,-8 0 4 0,8-1-2 15,0 1 0-15,-8 3-1 0,8 0 1 0,0 1-1 16,-8-2 0-16,8 3 1 0,-7-3-1 0,7 5-1 0,-1 0-1 15,0 1 1-15,1-1 0 0,0 0 0 0,-2-1 2 0,8 2-1 16,0 2-1-16,0-3-2 0,0 7 1 0,8-3-17 0,-2 1 9 16,7 1 7-16,-6 2 2 0,5-1 4 0,1 1 7 15,1-2 14-15,-2 1 16 0,2 1 33 0,-2-1 11 16,-5 1 19-16,6-4 22 0,-6-5 29 0,-1 5 23 0,-6-4 17 16,6 0 8-16,-6-4 3 0,-6 4-11 0,6-3-16 0,-6-5-33 15,-1 0-26-15,-6 2-27 0,6-5-28 0,-5 0-29 0,-2 0-29 16,2-5-27-16,-2 2-30 0,1 0-20 0,1-5-46 15,-2 5-45-15,2-5-52 0,4-2-41 0,-4-2-41 16,5 1-39-16,7-3-42 0,-6-1-48 0,-1-4-44 0,7 5-41 16,0-4-30-16,7-1-43 0,-1 5-70 0,1-4-6 0,-1 3 28 15</inkml:trace>
  <inkml:trace contextRef="#ctx0" brushRef="#br1" timeOffset="76334.13">17487 8169 467 0,'6'15'721'0,"0"2"9"0,-6 6-111 0,7 3-112 0,-7 3-87 16,0 0-81-16,7 1-82 0,-7 6-54 0,6-3-41 16,-6 1-29-16,0-1-17 0,0 3-21 0,0-3-19 0,0 0-14 15,0 0-6-15,0-4-10 0,0 1-9 0,0-1-7 16,0-7-5-16,0-4-5 0,0 1-5 0,0-5-5 0,0 1-4 16,0-7-3-16,0-5 1 0,0 4-4 0,0-7-4 0,0-4-3 15,-6-2 1-15,6-2-5 0,0-7-3 0,-7 1 1 16,7-5 1-16,0-3 0 0,-7-4-1 0,7 0 0 0,0-2-1 15,-6-6-6-15,6-2-8 0,0-4-8 0,-6-1-4 16,6-6-4-16,0 3 2 0,0 0-4 0,0 0 2 0,-7 0 9 16,7 4 12-16,0 3 3 0,0 4 11 0,-7 0 10 0,7 3-4 15,0 5 0-15,0 3-3 0,0 0 5 0,7 4 5 16,-7 3 8-16,0 1 1 0,7 2 0 0,-7 5 16 0,6-3 16 16,0 5 14-16,1-2 10 0,0 4 12 0,5 3 14 0,-5 0 14 15,6 0 14-15,-6 7 11 0,5 1 8 0,2-2 8 16,-8 5 8-16,7 8-1 0,-6-5-3 0,6 4-5 0,-7 4-11 15,-6 1-15-15,6-1-9 0,2 3-9 0,-8-3-13 16,0 4-14-16,0-3-12 0,0-2-14 0,0 1-8 0,0-1-9 16,-8-2-7-16,8-4-10 0,-6 0-10 0,0-1-14 15,6-3-23-15,-13-4-35 0,6 5-45 0,0-5-51 0,-5 0-62 16,-2-3-68-16,8 0-61 0,-7-1-51 0,6-3-73 0,-6-3-74 16,7-1-62-16,0 0-68 0,-1-3-104 0,0 0-15 15,7-5 17-15,0 5 39 0</inkml:trace>
  <inkml:trace contextRef="#ctx0" brushRef="#br1" timeOffset="76537.24">17786 8074 176 0,'0'0'725'0,"0"0"47"0,0 4-31 0,-7 3-101 16,7 1-93-16,-6 2-86 0,6 1-80 0,0 0-53 0,-6 0-34 15,6 4-25-15,0 0-20 0,0 3-29 0,-7-3-30 16,7 3-27-16,7-3-27 0,-7 3-26 0,0-4-23 0,0 4-21 15,6-3-17-15,-6-4-11 0,0 0-10 0,0 1-8 16,0-5-13-16,0 0-12 0,0-3-23 0,6 3-29 0,-6-3-42 16,0-1-59-16,-6 2-60 0,6-5-63 0,0-5-75 15,-6 2-109-15,6-4-105 0,-7-4-117 0,7 0-117 0,-7-4-40 16,1 4 11-16,6-4 37 0</inkml:trace>
  <inkml:trace contextRef="#ctx0" brushRef="#br1" timeOffset="76693.46">17786 7869 360 0,'-7'-4'752'0,"1"0"5"16,-7 0-23-16,6 4-174 0,-6 0-181 0,7 0-164 0,6-3-123 15,-6 3-91-15,6 0-85 0,0 0-86 0,6 0-84 16,0 0-81-16,1-4-84 0,-1 1-89 0,1-1-92 0,0 0-44 16,5 1 20-16</inkml:trace>
  <inkml:trace contextRef="#ctx0" brushRef="#br1" timeOffset="76880.95">17903 7832 364 0,'0'7'617'0,"0"1"-38"16,0 2-66-16,-6 2-52 0,6-1-44 0,0 0-30 0,0 4-25 16,6-1-31-16,-6 1-37 0,0 3-20 0,0 1-15 0,0 2-6 15,0 2-4-15,0-1-11 0,7-1-21 0,-7 5-26 16,0-4-28-16,0 0-25 0,0-4-23 0,7 4-26 0,-7-7-27 16,0 0-23-16,6-1-20 0,-6-3-23 0,0-3-30 15,6 3-41-15,-6-4-52 0,0-4-57 0,0 5-59 0,6-8-54 16,-6 3-59-16,8-6-66 0,-8 3-64 0,0-4-45 0,0-3-26 15,6 0-21-15,-6-1-24 0,6-3-39 0,1 0-13 16,-7-1 33-16</inkml:trace>
  <inkml:trace contextRef="#ctx0" brushRef="#br1" timeOffset="77037.24">18034 7854 268 0,'0'-7'706'0,"0"3"2"0,0 4-60 0,0 4-83 15,0-1-53-15,0 4-50 0,-7 5-49 0,7 2-49 0,0 6-33 16,0-3-23-16,0 1-25 0,0 4-27 0,0 4-29 0,0-5-31 15,0 5-37-15,7 0-34 0,-7 0-32 0,6-4-26 16,1 0-21-16,-1 0-29 0,0-4-37 0,1 1-43 0,0-1-52 16,-1-3-65-16,0-1-50 0,1 1-54 0,0-4-64 15,-7 0-76-15,6-4-80 0,1-4-81 0,-1 2-109 0,-6-2-57 16,0-3-35-16,7 0 10 0,-7 0 32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3:59.0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2358 10008 146 0,'0'0'467'0,"-8"4"-60"16,8-4-59-16,0 0-44 0,0 3-30 0,0-3-11 0,0 0-8 15,0 0-5-15,0 0-7 0,-6 0-8 0,6 0-17 0,0 0-18 16,0 0-23-16,0 4-15 0,0-4-8 0,0 0 6 16,0 0 11-16,0-4 13 0,0 4 10 0,0 0 6 0,-6 0 4 15,6 0-2-15,0 0-1 0,0 0-16 0,0 0-16 0,0 4-30 16,0-4-15-16,0 0-20 0,0 0-20 0,-7 0-19 0,7 0-19 15,7 0-15-15,-7 0-10 0,0 0-2 0,0 0-10 0,6 0-7 16,-6 0-1-16,6 0-2 0,2-4 2 0,-2 4-1 16,0 0 1-16,0-3 2 0,8 3 4 0,-1-4 2 0,-1 4 5 15,2-4 4-15,-1 4 6 0,6-3 2 0,-6 3 3 0,7-4 1 16,0 4-1-16,-1-3-2 0,1 3-2 0,6 0-3 0,0-4-7 16,-1 4-1-16,1-3-1 0,1-2-2 0,-1 2 1 0,0-4 4 15,0 3 0-15,-1 0 2 0,2 1 3 0,-1-1 1 16,-6 0 1-16,6 1 5 0,-7 3 0 0,-5-4-1 15,4 4 2-15,-4 0 1 0,-1 0-1 0,0 0-2 0,0 4 3 16,-7-4-2-16,8 3-2 0,-8 1-2 0,0-4-4 0,1 4-1 16,0-4 1-16,-1 3 0 0,-6-3-5 0,7 4-2 0,-7-4-2 15,6 0-1-15,-6 4-8 0,0-4 3 0,0 0 0 16,6 0-2-16,-6 0 2 0,0 0-2 0,0 3 2 16,0-3 0-16,0 0 5 0,0 0-4 0,0 0-6 0,0 0-19 15,0 0-31-15,-6 0-45 0,6 0-63 0,0 0-82 0,-6 4-93 16,6-4-96-16,-7 0-144 0,7 0-159 0,0 0-179 0,-6 0-71 15,6 0-5-15,0 0 28 0,0 0 65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3:59.9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3523 11301 378 0,'-7'0'738'0,"-5"-4"30"15,5 4-104-15,-6-3-139 0,0-1-99 0,0 1-75 0,0 3-50 16,-1-4-20-16,2 0-7 0,5 4-4 0,1 0-5 16,-1-3-4-16,1 3-21 0,6 0-32 0,-7-4-34 0,7 4-34 15,7 0-26-15,-7-4-15 0,6 4-7 0,7 0-5 0,0 4-4 16,1-4-2-16,5 4 1 0,7-4 0 0,-6 3-3 15,6-3-8-15,6 0-11 0,1 4-9 0,-1-4-4 0,1-4-10 16,-1 4-7-16,1 0-5 0,6-3-7 0,-7 3-2 0,-6-4-2 16,7 4-2-16,-1-4-1 0,-5 4 0 0,-1 0 1 15,-6 0 0-15,5 0 1 0,-11 0-1 0,4 0-2 0,-4 0-1 16,-8 4 0-16,8-4-1 0,-8 4 0 0,1-4-2 16,-7 0-1-16,6 0 0 0,-6 3 1 0,0-3-1 0,6 0-2 15,-6 0 1-15,0 0-2 0,0 0-2 0,0 4-5 16,0-4-16-16,0 0-23 0,0 4-32 0,-6-4-36 0,6 0-43 15,0-4-54-15,-6 4-58 0,6 0-61 0,-7-4-44 0,1 1-37 16,6-1-64-16,0 0-81 0,-7-2-90 0,7-3-150 16,0-1-25-16,0 3 5 0,0-1 15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0.6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4623 12697 40 0,'-6'4'709'0,"6"0"48"0,-6-1-37 0,0 1-99 0,-2-1-92 15,8 1-70-15,-6-1-66 0,0 2-50 0,-1-1-34 0,7-1-26 16,-7-3-28-16,7 3-30 0,0-3-26 0,0 0-28 0,0 4-27 16,0-4-19-16,7 4-15 0,6-4-7 0,-7 0-7 0,8 0-4 15,5 3-6-15,1-3-1 0,0 0-2 0,5 0-4 16,1 0-1-16,0 0-10 0,7 4-8 0,-1-4-7 16,-6 4-4-16,7-4-9 0,-1 3-11 0,1 2-7 0,-1-5-14 15,-5 2-2-15,-1 3-3 0,0-2-1 0,0 1 1 0,-7-4 1 16,1 4 0-16,0-4 2 0,-7 3 1 0,-1-3 1 0,-5 4 3 15,6 0 2-15,-7-4 0 0,2 3 0 0,-2-3-1 16,0 0-1-16,-6 4-2 0,7-4-2 0,-7 3-3 16,0-3-2-16,6 0 4 0,-6 5-8 0,0-5-15 0,0 0-22 15,0 0-36-15,7 0-48 0,-7 0-59 0,-7 3-75 0,7-3-84 16,0-3-78-16,0-2-88 0,0-2-98 0,0 0-97 0,7-4-142 16,-7-3-37-16,6-2 6 0,-6-1 30 0,7-2 54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1.3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5751 11279 416 0,'-8'8'572'0,"2"-5"-41"0,0 4-55 0,-1-3-49 16,1 0-39-16,-1 0-26 0,0 3-20 0,1-7-21 0,6 4-36 15,-6-4-36-15,6 3-26 0,0-3-21 0,-6 0-15 16,6 0-9-16,0 0-7 0,6 0-4 0,-6 0-2 0,6 3-1 16,-6-3 1-16,6 0 2 0,1 0 2 0,6 5 2 0,0-2-4 15,1 2-6-15,-2-2-8 0,8 1-9 0,6-1-12 16,0 1-9-16,0 0-9 0,0 3-16 0,13-3-11 0,-7 3-14 15,8 0-13-15,-7-3-14 0,5 3-13 0,-5 0-11 16,6-3-9-16,-13 4-6 0,6-5-2 0,-5 4-2 0,-1-3 1 16,-6 0-2-16,-1-1-1 0,-6 1 1 0,0 0 1 0,0-1 0 15,-6-3 4-15,5 3 1 0,-5-3 3 0,-7 4 1 16,7-4 0-16,-7 0 0 0,0 0 2 0,0 5-1 0,0-5-2 16,0 0-9-16,0-5-23 0,-7 5-39 0,7 0-52 15,-7 0-64-15,1 0-79 0,0 0-85 0,-8 0-84 0,8 0-89 16,6-4-105-16,-6 1-100 0,-1 0-115 0,7-1-64 0,-7-3-22 15,7-1 26-15,0 1 51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1.9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6884 10093 364 0,'-14'3'762'0,"8"-3"38"0,0 0-55 16,-1-3-115-16,0 3-104 0,1 0-98 0,0-5-63 16,-1 5-30-16,0 0-23 0,7-3-15 0,-6 3-25 15,6 0-32-15,-7 0-35 0,7 0-32 0,0 0-21 0,0 0-16 16,7 0-7-16,-1 0-10 0,8 0 2 0,-2 0 0 0,2 0 0 16,5 0 0-16,7 3-4 0,0-3-3 0,0 5-8 0,7-2-10 15,-1 1-9-15,1 0-6 0,6-1-6 0,-7 5-34 16,8-5-41-16,-1 1 0 0,-7-1 0 0,1 4 0 0,-1-2 0 15,1-2 0-15,-7 1 0 0,0 3 0 0,-7-3 0 0,1-1 0 16,-7-3 0-16,0 4 0 0,0-4 0 0,-6 0 0 16,6 4 0-16,-13-4 0 0,6 0 0 0,-6 0 0 0,6 0 0 15,-6 0 0-15,0 0 0 0,-6-4-2 0,6 4-214 0,-6 0-99 16,-1 0-105-16,-6 0-112 0,7 0-146 0,-7 4-158 16,6-4-139-16,-6 3-76 0,0-3 2 0,6 5 59 0,-5-3 80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2.6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7990 11462 650 0,'-6'5'813'0,"-7"-2"34"0,13-3-49 0,-6 0-129 0,-1 3-131 16,0-3-105-16,7 0-56 0,-6 0-36 0,6 0-27 0,0 0-25 16,0 0-34-16,0 0-31 0,6 0-31 0,8-3-23 0,-8 3-16 15,13-3-7-15,1-2-7 0,0 5-12 0,6 0-15 16,-1 0-14-16,2 0-15 0,5 0-17 0,1 0-14 0,-1 5-13 16,2-2-9-16,-2 0-6 0,1 2-5 0,-1-2-4 15,1 0-5-15,-1 2-6 0,-6-1 1 0,0 2-3 0,-6-6 0 16,-1 4 0-16,0 0-1 0,-5-1-1 0,-1-3 0 0,0 4 0 15,-7-4 0-15,1 4-2 0,-7-4-11 0,6 0-18 16,-6 3-29-16,0-3-38 0,0 0-47 0,-6-3-53 0,-1 3-66 16,1 0-75-16,-1-4-64 0,1 4-62 0,-1-4-87 15,1 1-91-15,0-5-97 0,-2 2-134 0,2 2-30 0,6-4 13 16,-6 5 39-16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3.2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9059 12727 190 0,'-13'0'842'0,"7"0"37"0,-2 0 49 16,2 0-95-16,0 0-162 0,0-5-163 0,-2 5-101 16,8 0-55-16,0 0-32 0,0-3-24 0,8 3-30 0,-2-4-26 15,14 1-22-15,-1 3-22 0,1-4-15 0,6 1-11 0,-1-1-15 16,1 4-17-16,7 0-21 0,-7-4-23 0,6 4-17 16,1 0-15-16,-7 0-20 0,7 4-33 0,-7-4-9 0,0 4 0 15,0-1 0-15,0-3 0 0,-7 0 0 0,1 4 0 16,0-4 0-16,-7 0 0 0,-1 0 0 0,2-4-6 0,-8 4-58 15,1 0-36-15,-1 0-41 0,-6-3-50 0,0 3-57 0,7 0-59 16,-7 0-71-16,0 0-71 0,0-4-98 0,-7 4-105 16,7-4-114-16,0-3-120 0,-6 3-56 0,6-4 2 0,0 2 53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3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10062 11378 574 0,'-6'8'903'0,"-8"-5"38"0,8 5 52 15,-8-5-150-15,8 1-191 0,0-4-147 0,6 4-87 16,-7-4-46-16,7 4-30 0,7-4-29 0,-7 0-37 15,6-4-32-15,8 0-27 0,-2 4-19 0,8-4-11 0,-1-3-11 16,7 3-139-16,0 1-37 0,7-1 0 0,-1-3 0 0,1 3 0 16,6 1 0-16,-6-1 0 0,0 0 0 0,6 1 0 0,-7-1 0 15,1 4 0-15,-7-4 0 0,0 1 0 0,6 3 0 16,-13-4 0-16,1 4 0 0,0 0 0 0,-1 0 0 0,-5 0 0 16,-2 0 0-16,2 0 0 0,-8 0 0 0,1 0 0 15,-1 0 0-15,0 0 0 0,1 0 0 0,0 0 0 0,-7-3 0 16,6 3 0-16,-12 0-348 0,6 0-97 0,-7 0-66 0,0 0-69 15,1 0-100-15,6 0-108 0,0 0-165 0,0 0-33 0,-6 3 18 16,-1-3 43-16,7 0 64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4.3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11234 10122 247 0,'-6'3'882'0,"6"-3"31"0,-7 0 36 16,7 0-83-16,0 0-169 0,0 0-163 0,0 4-110 15,0-4-57-15,7 0-28 0,6 0-15 0,-1 0-20 16,8 0-32-16,6 0-40 0,-6 0-40 0,5 0-34 0,8 0-28 16,-7 3-26-16,7-3-18 0,-7 5-14 0,6-2-13 0,1 4-19 15,-1-3-40-15,-5 3 0 0,-1 1 0 0,0-5 0 0,0 4 0 16,-7 1 0-16,1 0 0 0,-7-1 0 0,7-3 0 15,-1-1 0-15,-6 0 0 0,1 1 0 0,-8-4 0 0,7 5 0 16,-7-5 0-16,1-5-42 0,-1 5-81 0,1-4-42 16,-7 4-52-16,6-3-58 0,-6 3-67 0,-6-3-66 0,6 3-63 15,-7 0-92-15,1 0-108 0,-1 0-134 0,-6 3-76 0,7 0-32 16,-8 1 16-16,2 1 43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5.2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12120 11426 459 0,'0'0'896'0,"0"0"45"16,-7 4 44-16,7-4-155 0,-6 0-174 0,6 0-146 0,0 3-97 15,0-3-64-15,0 0-42 0,0 0-31 0,6 4-37 16,8-4-35-16,5 4-24 0,-6-4-22 0,13 3-16 0,1 0-17 15,-2 1-15-15,1-4-18 0,6 5-19 0,1-2-14 16,-1 0-18-16,1 5-15 0,-1-5-7 0,2 2-6 0,-9-2-3 16,8 0-3-16,-7 6-2 0,6-6-3 0,-5 0-2 0,-7 1 2 15,6 0-1-15,-7-1-1 0,1 1-2 0,-1-4 1 16,0 4-3-16,-5-4 2 0,5 3 1 0,-6-3-1 0,0 4-5 16,1-4-11-16,-8 0-13 0,7 0-17 0,-7 0-18 15,1 0-22-15,-7 0-25 0,6 0-30 0,-6-4-32 0,0 4-35 16,0-3-45-16,-6-1-54 0,6 0-57 0,-7 1-56 0,1-1-97 15,6 0-111-15,-7-2-152 0,1 2-85 0,-8-1-31 16,8 2 11-16,-7 0 41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5.9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13305 12672 356 0,'-12'3'833'0,"-2"0"33"0,8-3 40 0,-7 5-137 0,6-5-152 0,-6 0-139 15,13 3-83-15,-6-3-52 0,0 0-31 0,6 0-25 16,6 4-31-16,0-4-35 0,7 0-32 0,0 0-24 16,0 0-22-16,7 0-6 0,-1 0-1 0,7 0-6 0,0 0-14 15,7-4-14-15,-7 1-12 0,6 3-16 0,-5-5-8 0,5 2-10 16,-6 3-13-16,1-3-8 0,-1 3-8 0,-7 0-6 0,1-4-5 15,-2 4-10-15,2 0-6 0,-6 4 0 0,-1-4 0 16,-1 0 0-16,2 3 0 0,-8-3 0 0,0 0 0 0,8 0-5 16,-8 0-34-16,-6 0-35 0,7 0-41 0,-1 0-47 15,0 0-58-15,-6-3-65 0,0-1-69 0,7 4-60 0,-7-4-52 16,7 1-68-16,-7 0-88 0,6-5-103 0,0-1-133 0,-6 3-45 16,8-1 16-16,-2-5 36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6.4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14504 11481 522 0,'0'0'929'0,"0"0"31"0,0 0 28 0,0 3-160 15,0-3-190-15,0 0-152 0,0 5-101 0,6-5-62 16,0 0-33-16,8 0-16 0,-2 0-9 0,8-5-10 15,7 2-20-15,-1-5-24 0,6 5-23 0,1-5-20 0,-1-3-20 16,7 4-50-16,0 0-98 0,1 0 0 0,-8-1 0 0,7 1 0 16,-7 4 0-16,7-1 0 0,-12 0 0 0,5 4 0 0,1 0 0 15,-7 0 0-15,-6 0 0 0,5 0 0 0,-5 4 0 16,-8 0 0-16,2-4 0 0,-1 3 0 0,0-3 0 0,-7 0 0 16,1 0 0-16,-1 0 0 0,1 0 0 0,-7 0-202 15,0 0-67-15,0 0-70 0,0 0-68 0,0-3-56 0,0 3-65 16,0-8-93-16,-7 4-93 0,7-3-127 0,-6 0-62 0,-1-1-4 15,7-2 28-15,-6 6 48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6.9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15552 10232 574 0,'-6'0'883'0,"6"3"36"16,-6-3 22-16,6 0-179 0,0 0-183 0,0 4-138 0,0-4-81 15,6 0-45-15,0 0-24 0,7 0-8 0,0 0-11 16,6 0-16-16,1 0-20 0,6 0-22 0,1 0-23 16,-1 0-22-16,-1 0-20 0,8 0-19 0,-7 4-22 0,0-4-18 15,6 3-62-15,-5 1-28 0,-8 0 0 0,8-1 0 0,-8 5 0 16,0-5 0-16,1 5 0 0,-1-5 0 0,-5 5 0 0,-1-5 0 16,-1 1 0-16,-5 1 0 0,6-3 0 0,-7 2 0 15,1-4 0-15,0 3 0 0,-1-3 0 0,-6-3-126 0,0 3-85 16,0 0-77-16,0 0-82 0,0 0-75 0,0-4-69 15,0 4-104-15,0-2-110 0,0 2-162 0,-6-9-59 0,6 6-8 16,0-2 41-16,0 5 53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7.7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16503 11478 595 0,'-6'0'736'0,"-1"3"-32"0,0-3-87 0,7 0-73 0,-6 0-59 0,0 0-57 16,6 0-57-16,0 3-38 0,0-3-24 0,0 0-18 15,6 5-15-15,0-1-21 0,14-4-18 0,-7 3-13 16,7 0-10-16,0-3-17 0,5 0-14 0,1 4-19 0,0-4-18 16,7 0-17-16,-1 0-17 0,1 0-19 0,-1-4-15 0,1 4-12 15,-1-3-13-15,-6 3-11 0,7 0-12 0,-7-3-7 0,0 3-7 16,-6 0-5-16,-1 0-2 0,-5 0-3 0,5 0-2 16,-6 3-1-16,0-3 0 0,0 0-1 0,-6 3 0 15,-1-3-2-15,0 0-8 0,1 0-13 0,0 0-17 0,-7 0-25 16,6 0-30-16,-6 0-37 0,0 0-43 0,7 0-52 0,-7 4-57 15,0-4-61-15,0 0-60 0,0 0-73 0,0-4-103 0,0 1-121 16,0 3-166-16,0-3-64 0,-7-1 2 0,7-1 36 16,0-1 54-16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8.3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17584 12712 523 0,'0'7'935'0,"0"-4"35"15,-6 6 27-15,6-6-152 0,6 0-207 0,-6 1-171 0,6 0-109 16,1-1-63-16,13-3-30 0,-8 4-16 0,14-4-15 16,1 0-30-16,5 0-25 0,1 0-25 0,6 0-33 0,7 0-27 15,-8-4-21-15,9 4-16 0,-9 0-13 0,7 0-8 0,-5 0-9 16,5 0-8-16,-5 0-8 0,-7 4-3 0,-1-4-3 15,1 4-1-15,-7-1-4 0,-1 2 0 0,-5-3 0 0,6 3 0 16,-13-2 0-16,7 1 0 0,-8 0-1 0,2-1-12 16,-8-3-12-16,1 4-27 0,-1-4-33 0,1 0-41 0,-1 0-46 15,-6 0-61-15,0 0-72 0,7 0-68 0,-7 0-66 16,0-4-89-16,0-3-101 0,0 0-114 0,0 0-118 0,0-1-54 16,0-3 23-16,6 0 42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8.9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18848 11572 64 0,'0'4'823'0,"-7"-4"43"0,7-4 40 16,-6 4-108-16,6 0-140 0,0 0-140 0,0 0-96 15,0 0-55-15,0-3-29 0,6 3-22 0,7-4-22 0,0 1-27 16,0-1-22-16,13 0-18 0,1 1-14 0,-1-1-17 0,6 0-19 16,7 1-19-16,-6-1-20 0,-1 1-21 0,7-2-34 0,-7 5-83 15,8 0 0-15,-7 0 0 0,-1 0 0 0,-6 0 0 16,7 5 0-16,-8-5 0 0,1 0 0 0,-6 0 0 0,0 3 0 16,-7-3 0-16,7 0 0 0,-8 4 0 0,-5-4 0 15,6 0 0-15,-7 3-14 0,1-3-130 0,-1 0-56 0,-6-3-68 16,0 3-77-16,0-4-68 0,-6-4-55 0,6 5-84 0,-7-4-104 15,1-1-114-15,6 1-128 0,-6 0-45 0,-1 0 21 16,7-1 43-16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09.5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19876 10155 815 0,'0'0'906'0,"-6"0"29"16,6 0 4-16,0 0-180 0,6 0-183 0,-6 0-121 0,8 0-72 16,4 0-39-16,1 0-22 0,7 0-13 0,0 0-27 15,6 0-30-15,6 0-30 0,-7 0-24 0,9 0-23 16,5 0-21-16,-7 0-21 0,7 3-101 0,-6 1-32 0,-1 0 0 15,1-1 0-15,-7 2 0 0,6-3 0 0,-5 6 0 0,-8-4 0 16,8 0 0-16,-8-1 0 0,-6 1 0 0,0 0 0 0,-1-4 0 16,2 3 0-16,-8-3 0 0,1 0 0 0,-1 0 0 15,1 0 0-15,-7-3 0 0,0-1 0 0,6 0 0 0,-6 1-212 16,-6-1-67-16,6 0-67 0,-7 1-70 0,7-2-59 16,-6 3-85-16,-1-3-107 0,1 2-128 0,0-1-114 0,-8 4-48 15,8 0 10-15,-7-4 46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0.4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21036 11543 438 0,'-6'0'678'0,"-1"4"-55"0,7-4-88 0,-7 0-70 0,7 0-48 16,-6 0-39-16,6 0-41 0,0-4-43 0,0 4-39 15,0 0-25-15,0 0-11 0,0-3-7 0,6 3-5 0,1-4 0 16,0 4-1-16,5-3-6 0,2 3-4 0,-2-5-11 16,8 5-12-16,-1-3-14 0,1 3-17 0,0 0-18 0,-1 0-16 15,7 3-12-15,7-3-16 0,-7 5-14 0,0-2-12 0,7 1-11 16,-7-1-8-16,0 1-8 0,-1 0-6 0,1-1-5 16,1 1-8-16,-1-4 1 0,-6 4 0 0,-1-4-1 0,0 0-1 15,1 0-1-15,-7-4-3 0,0 4 0 0,0 0 4 16,0-4-5-16,-7 1-13 0,8 3-18 0,-8-4-31 0,0-3-37 15,2 3-46-15,-2 1-53 0,-6-2-59 0,6 2-65 0,0-1-57 16,1 1-60-16,-7-1-95 0,7-3-108 0,-7-1-168 16,6 5-48-16,-6-4-6 0,0 2 13 0,7 2 35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1.2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22091 12833 32 0,'-7'0'707'0,"-5"0"35"15,4 0-25-15,2 0-123 0,0 0-99 0,0 0-72 16,-1-4-61-16,0 4-46 0,7-3-24 0,-6 3-16 0,6-4-18 16,0 4-10-16,6 0-14 0,-6 0-22 0,14 0-26 0,-8 0-22 15,6 0-16-15,8 0-10 0,-6 0-11 0,11 0-14 16,1 0-21-16,1-4-17 0,5 4-12 0,1 0-10 0,-1-3-10 16,7-1-13-16,1 4-10 0,-8-3-9 0,7 3-4 15,-6-5-3-15,-7 5 0 0,6-3-1 0,-6 3-1 0,-6-4 0 16,6 4 0-16,-13 0 0 0,6 0 0 0,-5 0-5 0,-2-3-12 15,-4 3-23-15,-2 0-24 0,0 0-31 0,0 0-40 16,1 0-46-16,-7 0-58 0,7-4-56 0,-7 4-46 0,6-4-41 16,-6 1-69-16,0-1-78 0,7 0-80 0,-1-4-115 15,0 1-48-15,-6 0-11 0,8-4 4 0,-2 4 31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1.8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23179 11617 553 0,'-14'3'826'0,"8"-3"41"0,0 0-46 0,-1 0-152 0,0 0-152 16,7 0-108-16,0 0-50 0,7 0-23 0,0 0-15 0,5 0-16 15,8 4-18-15,-1-4-19 0,7-4-23 0,7 4-22 16,7 0-23-16,-1-3-18 0,-1 3-16 0,8-3-13 0,0-2-17 15,0 5-16-15,-8-3-17 0,8 3-15 0,-7-5-51 0,0 2-37 16,0 3 0-16,-6 0 0 0,-1 0 0 0,-6-4 0 0,0 4 0 16,1 0 0-16,-8-3 0 0,0 3 0 0,1 0 0 15,-7-4 0-15,1 4 0 0,-2-4 0 0,1 1-88 16,-6 3-94-16,-1-4-58 0,1 4-71 0,-7-4-77 0,6 4-66 16,-6-3-87-16,6 3-117 0,-6 0-141 0,0 0-100 0,0 0-54 15,0 0 10-15,0 0 36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2.5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24149 10140 350 0,'0'4'751'0,"0"-4"32"0,0 0-77 16,0 0-116-16,6 0-94 0,-6 0-87 0,14-4-60 0,-8 4-30 16,7 0-8-16,0 0-9 0,6-3-13 0,1 3-22 0,0 0-24 15,6 0-20-15,-1 0-22 0,2 0-21 0,5 0-25 16,-6 3-21-16,7 1-19 0,-1-1-19 0,-5 1-15 16,5 0-11-16,-6 3-10 0,7-3-12 0,-13-1-5 0,6 4-5 15,-7-2-4-15,1-2-3 0,-8 1-3 0,2 0-6 0,5-1-4 16,-12 1-3-16,6-4-4 0,-7 0-6 0,0 0-2 0,2 0-2 15,-2 0-4-15,0 0-14 0,1-4-20 0,-7 4-31 16,6 0-39-16,-6-3-52 0,7 3-62 0,-7 0-75 16,0 0-77-16,0 0-75 0,6 0-107 0,-6 0-116 0,7-4-161 15,-1 0-58-15,-6 1-22 0,0 3 20 0,0 0 45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3.1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25432 11496 731 0,'-13'0'784'0,"0"-3"30"16,7 3-120-16,-1 0-115 0,0-4-95 0,1 4-83 16,0 0-49-16,6 0-30 0,-7 0-22 0,7-5-14 0,7 5-19 15,-1 0-18-15,0 0-27 0,8 0-22 0,5 0-6 16,1 0-1-16,6 0 0 0,-7 0-10 0,14 5-14 0,-8-5-17 16,8 0-9-16,-1 4-12 0,2-4-19 0,-2 3-76 0,1 0-36 15,-7-3 0-15,7 4 0 0,-8 0 0 0,7-1 0 16,-12 1 0-16,6 0 0 0,-6-1 0 0,-1 1 0 0,1-1 0 15,-1 2 0-15,-5-2 0 0,-2 1 0 0,2-4 0 0,-2 0 0 16,-5 3 0-16,0-3 0 0,-1 0 0 0,1 0-142 16,-1 4-127-16,0-4-74 0,2 0-73 0,-8 4-61 0,6-4-88 15,-6 0-108-15,6 0-132 0,-6 3-95 0,0 1-49 16,0-4 9-16,0 4 40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3.7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26566 12906 281 0,'-8'0'775'0,"2"3"38"0,0-3-31 0,-1 0-115 16,1 0-104-16,6 0-104 0,-7 0-81 0,7 0-49 0,0 0-36 16,0 0-24-16,0 0-21 0,7 0-24 0,6 0-27 0,-1 0-25 15,8-3-8-15,0 3-2 0,5 0-1 0,2 0-6 16,-1 0-10-16,6 0-15 0,-5 0-7 0,5 3-4 16,-6-3-7-16,7 0-16 0,-7 5-12 0,0-3-12 0,-7 3-9 15,7-1-8-15,-6-1-11 0,-1 1-14 0,-5 0-11 0,6-1-12 16,-8 1-7-16,1-1 0 0,-6-3 0 0,6 4 0 0,-7-4 0 15,8 0 0-15,-8 0 0 0,0 0-26 0,0 0-47 16,2-4-46-16,-2 4-53 0,-6 0-76 0,0 0-88 0,0-3-87 16,0 3-88-16,0-4-122 0,0 1-126 0,0-5-180 15,0 5-45-15,0-6 10 0,0 2 37 0,0-3 69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4.3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27621 11540 308 0,'0'3'781'0,"6"1"48"0,-6-4 7 0,6 0-126 16,8-4-118-16,-8 4-110 0,7 0-67 0,7 0-35 16,-8-3-26-16,8 3-32 0,6-4-41 0,0 1-46 0,1 3-41 15,5-5-34-15,-7 2-27 0,9 3-22 0,-2-4-17 16,1 1-12-16,-1 3-9 0,1-4-2 0,-7 4-5 0,7 0-7 16,-8 0-7-16,1 0-9 0,0 0-7 0,-6 0-7 0,-1 0-3 15,-5 0-9-15,-2 0-4 0,2 0-3 0,-8 4-4 16,7-4-2-16,-6 0-3 0,-7 0 1 0,6 0-11 0,1 0-19 15,-7 0-28-15,0 3-37 0,0-3-47 0,0 0-57 16,0 4-69-16,-7-1-74 0,7 2-65 0,-6-2-79 0,6 1-107 16,-7-4-112-16,7 0-170 0,-7-4-27 0,1 4 7 0,6-3 26 15,0-5 45-15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5.0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28572 10195 435 0,'-7'-3'804'0,"7"-1"40"0,0-3 2 16,0 2-138-16,0 3-133 0,7-6-109 0,-7 4-64 0,6-3-29 16,6 3-16-16,2-3-21 0,-1 0-28 0,7 2-32 15,-2-2-33-15,9 4-28 0,-1-4-20 0,6 7-21 0,1-4-22 16,-1 0-15-16,1 1-19 0,-1 3-18 0,8 0-13 16,-7 0-47-16,-1 0-40 0,1 0 0 0,-1 0 0 0,1 0 0 15,-7 0 0-15,6 0 0 0,-12 3 0 0,6-3 0 0,-7 4 0 16,-6-4 0-16,1 0 0 0,-2 0 0 0,-4 0 0 0,4 0 0 15,-12 0 0-15,6 0 0 0,-6 0 0 0,7 0 0 16,-7 0 0-16,0 0 0 0,0 0 0 0,0 0-3 0,0 0-199 16,0 0-57-16,-7 0-73 0,1 0-77 0,6 0-63 15,-6-4-91-15,0 4-106 0,-2-3-125 0,2-1-112 0,0 0-65 16,6 1 19-16,-7-2 52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4:15.6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29900 11444 147 0,'0'-3'815'0,"0"-1"45"15,0-3 48-15,0 3-105 0,6-3-135 0,-6 3-138 0,7-3-84 16,0 3-45-16,-1 0-20 0,0 1-18 0,1-1-30 16,6 0-36-16,0 4-33 0,7 0-32 0,-7 0-31 0,6 4-30 15,0-4-30-15,1 4-25 0,6-4-20 0,-7 3-78 16,8 1-18-16,-1 0 0 0,6 0 0 0,-6-1 0 0,1 1 0 15,5-1 0-15,-6-3 0 0,7 4 0 0,-7 0 0 0,0-4 0 16,-1 3 0-16,-5-3 0 0,0 4 0 0,-7-4 0 16,7 0 0-16,-14 4 0 0,7-4-64 0,-6 0-70 0,-7 0-30 15,0-4-29-15,6 4-30 0,-12 0-29 0,6 0-22 16,-7-4-40-16,0 4-37 0,1 0-31 0,0 0-47 0,-2 0-71 16,-4-3-77-16,6 3-83 0,-8 0-139 0,8-4-42 0,-7 0 12 15,7 1 28-15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3:27.4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25015 5081 120 0,'0'-3'622'0,"0"-2"35"0,0-2-92 0,0 4-86 16,0-1-66-16,0 0-44 0,0 1-30 0,0-1-22 0,0 0-26 15,0 4-26-15,0 0-18 0,0 0-12 0,0 0-11 16,0 0-12-16,-6 0-15 0,6 0-18 0,0 4-22 0,0 0-20 16,0 3-22-16,0 0-22 0,6 5-18 0,-6 6-15 0,0 0-12 15,6 4-10-15,-6 7-10 0,8 1-9 0,-2 6-7 16,0 0-4-16,0 6-2 0,2-3-2 0,-2 2-4 0,0 2 0 15,-6-2 0-15,7-4 2 0,-1 3-1 0,1-6 4 16,-7-2-3-16,7-3-2 0,-7 0 3 0,6-6-2 0,0-2-3 16,-6 2 0-16,0-9-5 0,6 1-12 0,-6-4-4 0,0 0-6 15,8-4-6-15,-8 0-4 0,0-7-8 0,0 4-8 16,-8 0-5-16,8-8-2 0,0 0-6 0,-6 1-8 0,6-5-6 16,0 1-5-16,0-3-5 0,-6-2-5 0,6-2-3 0,-6-4 1 15,6-5 4-15,0 4 7 0,-7-6 9 0,7 0 12 16,0-6 9-16,-7 4 14 0,7-4 13 0,-6 2 11 0,-1 0 6 15,7 0 8-15,-6-1 7 0,0 5 12 0,-2-5 7 16,2 8 11-16,0 1 10 0,0-1 13 0,-2-1 5 0,2 5 10 16,6 0 2-16,-6-1-2 0,6 1 0 0,-7 0-6 0,7 0-6 15,0 3-4-15,0 0 3 0,7 0-1 0,-7 1 1 0,6-1 8 16,0 4-2-16,2 0 0 0,-2 1 1 0,0-2-6 16,0 1-4-16,8 4-4 0,-8 0-11 0,7 2-6 15,-6 3 4-15,6-3 4 0,-1 5-1 0,2 0 0 0,5 5 1 16,-5-3 2-16,-2 6 7 0,8 3-3 0,-7 0-2 0,7 4-4 15,0 0 0-15,-8 6-1 0,8 1-2 0,-7 0-1 16,0 3 1-16,0 6 3 0,-1-2 5 0,2 4 8 0,-1-3 10 16,-7 2 13-16,1 1 9 0,0 0 4 0,-1-4 8 15,-6 4 7-15,0-4 1 0,-6 1-3 0,-1-1-9 0,0-2-8 16,-6 0-12-16,7 0-7 0,-8-5-14 0,2 3-14 0,-1-3-11 16,0-3-12-16,0-1-15 0,-1-3 0 0,2-1 0 0,-2-3-22 15,2 0-42-15,-1 0-42 0,-1-3-53 0,-4-1-63 16,4 0-73-16,-6-3-77 0,1 0-66 0,-1-1-56 15,1-3-86-15,6-3-87 0,0-1-79 0,-1 0-120 0,2-3-24 16,6 0 17-16,-2-1 41 0</inkml:trace>
  <inkml:trace contextRef="#ctx0" brushRef="#br0" timeOffset="796.73">25393 5828 233 0,'13'-7'543'16,"7"0"-52"-16,-7-4-62 0,6-4-49 0,-6 0-38 0,7-3-20 15,-7 4-23-15,0-5-24 0,0 1-31 0,-1-1-38 16,2 1-39-16,-1-4-27 0,0 4-16 0,-7-4-24 0,1 3-1 16,-1 1 5-16,-6 0 2 0,6 0 2 0,-6-1 7 15,0 1 0-15,-6 3 6 0,6 1 16 0,-6 2 5 0,-1 1 5 16,7 0 3-16,-6 4-2 0,-7 4-4 0,6-2-2 0,1 5-10 16,0 5-15-16,-8-2-20 0,1 8-13 0,7 1-18 15,-7 1-11-15,0 3-12 0,-1 5-10 0,8 5-4 0,-7-3-6 16,6 5-3-16,-5-2-6 0,12 4-3 0,-7-1-4 15,7 0 0-15,0 0-2 0,7-3-7 0,-7-4-1 0,12 0-8 16,-5 0-14-16,6-7-17 0,-7 2-24 0,14-5-25 0,-7-5-23 16,0 0-25-16,6-3-8 0,1-4-16 0,-7 0-7 15,7 0 0-15,-8-7 11 0,8-1 20 0,-6-2 20 0,-1-1 26 16,6-4 7-16,-6 0 25 0,-7 1 21 0,8-5 16 16,-8 1 12-16,1-1 5 0,-1 1 5 0,-6 4 9 0,7 2 18 15,-7 2 18-15,6-1 23 0,-6 3 16 0,0 5 11 0,0-1 13 16,0 8 8-16,-6 3 5 0,6 0-6 0,0 4-9 15,-7 4-13-15,7 3-9 0,0 0-3 0,0 9-9 0,0-2-6 16,0 8-8-16,0 0-6 0,0 4-7 0,0 0-8 16,7-1-6-16,-7 4-6 0,6 0-5 0,-6 1-6 15,7-1-1-15,-7-4-6 0,6 1-3 0,-6-4 0 0,0 0-1 0,6 0-1 16,-6-3 2-16,0-4 2 0,0-1 0 0,0 0 1 16,-6-6 1-16,6-1-3 0,0-4 0 0,0 1-2 0,0-3 1 15,-6-5 1-15,6 0 0 0,-7-4-2 0,7-3-5 16,-6 0-3-16,-1 0-6 0,7-3-3 0,-6-4-3 0,-1 0-3 15,7-8-2-15,0 3 0 0,-6-6 4 0,6-1 1 0,-7 2 2 16,7-2-10-16,0-2-13 0,-7-5-19 0,7 1-25 16,0-5-23-16,-6-3-28 0,0-4-29 0,6-3-31 0,-7-4-14 15,7-3-6-15,0-1 3 0,0 0 14 0,0 1 10 16,0 3 27-16,0 0 31 0,0 3 30 0,0 8 26 0,7 1 21 16,-7-2 20-16,0 9 12 0,6-1 15 0,-6 4 7 0,0-1 9 15,0 6 10-15,0 2 11 0,6-3 15 0,1 4 11 16,-7-1 15-16,7 0 13 0,-1 1 9 0,1-1 11 0,-1 0 11 15,7 1 6-15,-6-2 3 0,-1-2 4 0,0 4 2 16,-6 3 2-16,14-4-2 0,-14 4-3 0,6 4-8 0,1-4-6 16,-7 8 1-16,6-5-8 0,1 4-2 0,-1 4-4 0,1 4-2 15,-1-1-1-15,0 2 0 0,2 1 0 0,-2 2-6 16,0 3 0-16,8 0-7 0,-8 3-3 0,7-3-7 0,-7 4-6 16,8-1-5-16,-2 2-5 0,-5-6-8 0,0 5-6 15,5-1-6-15,-5 1-2 0,-1 0-4 0,1-1 0 0,0 1-6 16,-1 0-1-16,-6-1-2 0,6 1-2 0,-6-5-2 0,0 6-6 15,0-1-3-15,-6-4-2 0,6-1-2 0,0 1-7 16,-6 0-14-16,6-4-24 0,-7 1-33 0,0-1-34 0,7-3-59 16,-6 3-70-16,-1 1-71 0,7-5-70 0,-6-3-60 15,0 0-77-15,-1 0-73 0,0-3-70 0,1-1-60 0,0 0-82 16,-1-3-17-16,0 3 22 0,1 1 44 0</inkml:trace>
  <inkml:trace contextRef="#ctx0" brushRef="#br0" timeOffset="1109.22">25980 5422 115 0,'0'-5'834'16,"6"5"47"-16,-6-3 49 0,6 3-93 0,0-3-154 0,1 3-154 15,0 3-104-15,-1-3-74 0,1 3-56 0,5 2-47 16,2-2-51-16,-2 1-46 0,2-1-40 0,-1 1-36 0,7 3-29 16,-8-2-26-16,8-2-24 0,-7 0-29 0,7 2-32 0,-8 2-36 15,-4-4-43-15,4 1-52 0,-6-4-47 0,1 4-43 16,0-4-38-16,-1 0-33 0,-6-4-57 0,0 0-51 0,0 1-40 15,0-4-34-15,0-1-44 0,-6 0-54 0,-1-3-46 16,7 4 4-16</inkml:trace>
  <inkml:trace contextRef="#ctx0" brushRef="#br0" timeOffset="1296.67">26161 5260 24 0,'-6'-3'721'0,"6"-1"36"0,-7 0-36 0,7 4-75 16,-6 0-72-16,0 0-65 0,6 4-76 0,-7 3-69 0,0 0-51 15,7 5-38-15,-6 2-38 0,0 4-29 0,6 1-28 16,0 7-28-16,-7-4-22 0,7 7-25 0,0-4-14 0,0 4-13 15,0 1-13-15,7 3-14 0,-7-4-12 0,0 2-7 16,0-6-10-16,6 4-5 0,-6-4-9 0,0 1-19 0,0-4-24 16,6 1-33-16,-6-2-41 0,0 2-55 0,0-9-59 15,0 4-62-15,0-7-72 0,0 0-93 0,0-4-96 0,0-4-97 16,0 2-142-16,0-5-43 0,0 0-12 0,0 0 25 0</inkml:trace>
  <inkml:trace contextRef="#ctx0" brushRef="#br0" timeOffset="1781.1">26266 5114 543 0,'0'-7'727'0,"0"3"-25"0,-6 0-111 16,6 1-102-16,0 3-80 0,0 3-74 0,0 1-53 0,0 7-45 15,6 0-30-15,-6 3-22 0,0 8-16 0,0 1-12 16,0 2-15-16,0 8-7 0,0 0-12 0,0 3-14 0,0 1-11 15,0 4-9-15,0-1-8 0,0 0-8 0,6-3-6 16,-6 4-11-16,0-4 0 0,0-5-5 0,0 0-6 0,6 2-7 16,-6-9-4-16,0 2-6 0,0-2-5 0,8-3-3 15,-8-4-7-15,0-3-5 0,0-1 1 0,0-3-2 0,0-3-1 16,0-1-1-16,0-4-4 0,0 1-5 0,0-4-7 0,0-7-5 16,0 3-9-16,0-4-7 0,0-2-7 0,0-1-5 15,0 0-2-15,6-4 1 0,-6-2 4 0,6-2 1 0,-6 1 2 16,0-1 5-16,7-3 5 0,-7 4 5 0,6-4 3 15,-6 4 5-15,7-4 2 0,0 0 2 0,-7 3 8 0,6 1 1 16,6-1-1-16,-12 1 1 0,14 4 1 0,-8 2 8 0,1 2 9 16,-7-1 9-16,13 0 10 0,-6 4 12 0,-1 2 15 15,0 2 21-15,0 0 15 0,8 3 13 0,-1 3 14 0,-6 0 11 16,-1 4 14-16,7 5 8 0,-7-1 8 0,1 3 1 16,6 5-2-16,-7-1-4 0,1 0-15 0,-7 8-11 0,7-4-14 15,-1 4-16-15,1-5-19 0,-7 2-16 0,6-2-69 0,1 2-1 16,-7-4 0-16,0-1 0 0,6-4 0 0,-6 1 0 15,0-4 0-15,0 0 0 0,0-4 0 0,7 0-50 0,-7 1-90 16,0-5-51-16,-7 1-60 0,7 0-70 0,-6-1-71 0,-1 0-64 16,7-3-84-16,-6 0-95 0,6-3-91 0,-7 0-113 15,7-1-66-15,0-3 0 0,0 7 36 0,7-4 58 0</inkml:trace>
  <inkml:trace contextRef="#ctx0" brushRef="#br0" timeOffset="2046.59">27073 5484 722 0,'-6'4'1029'0,"0"-1"52"16,-2 1 49-16,2-4-132 0,0 3-253 0,-1-3-219 0,7 0-167 16,-6 0-134-16,6 0-124 0,-7 0-137 0,7 0-164 15,-7 0-187-15,7 0-205 0,0 0-241 0,0-3-130 0,7-4-68 16,-7 7-4-16,7 0 49 0</inkml:trace>
  <inkml:trace contextRef="#ctx0" brushRef="#br0" timeOffset="2171.61">27093 5682 582 0,'-14'15'919'0,"8"-5"43"0,0 1 33 16,6 0-197-16,-6-4-234 0,-2-2-180 0,8 1-142 0,-6-1-125 16,6-2-120-16,-6 1-117 0,6 0-142 0,0-8-149 0,0 4-167 15,6-4-209-15,0-4-73 0,2 2-23 0,-2-1 26 16</inkml:trace>
  <inkml:trace contextRef="#ctx0" brushRef="#br0" timeOffset="2843.47">27712 5356 105 0,'0'-3'660'0,"-7"-2"39"0,0-2-91 15,1 4-109-15,6-8-92 0,0 3-71 0,-6 0-59 0,6-2-46 16,0-1-49-16,0 0-38 0,6-1-24 0,-6 2-15 16,6-1-6-16,1 0-6 0,0 4 1 0,-1-4-2 0,7 0 8 15,-6 0 2-15,6 0-2 0,-1 0-1 0,2 3-6 16,-8-3-4-16,8 4-9 0,-2-1-10 0,-5 5-13 0,6-1-6 16,-7 0-6-16,7 4-7 0,1 0-6 0,-8 4-2 0,7 0 0 15,0 3-1-15,0 4 4 0,-7 0-4 0,8 4 0 16,-8 0 4-16,0 3 7 0,8 0-6 0,-8 0 0 0,-6 5 7 15,6-5 2-15,-6 3 10 0,0-2 8 0,0-1 5 16,0 4-2-16,-6-3 13 0,0-1 6 0,-1-3 2 0,0-1 3 16,1 1-8-16,0-5-8 0,-8 2-10 0,8-1-7 0,-1-4-12 15,1 0-12-15,0-2-14 0,-1-2-18 0,0 1-13 16,1-1-13-16,6-3-10 0,0 4-13 0,0-4-3 0,0 0-9 16,0 4-3-16,0-4 5 0,6 3 10 0,1-3 9 15,6 4 11-15,-7 3 9 0,1-3 2 0,-1 7 10 0,8-4 9 16,-8 8 4-16,0-3 6 0,1 5 8 0,0 2 6 0,-7-5 10 15,6 5 10-15,-6-1 15 0,0 3 13 0,-6-2 13 16,-1-4 12-16,7 3 13 0,-13-3 12 0,7-1 8 0,-1-3 5 16,-6 4-2-16,0-8-7 0,7 4-10 0,-14-3-17 15,14-1-14-15,-8-3-20 0,1-4-17 0,0 0-20 0,0 0-20 16,1 0-21-16,-2-4-23 0,1 0-27 0,6 1-31 0,-5-5-38 16,5 1-42-16,1-4-39 0,-8 4-41 0,8-1-35 15,0-3-38-15,-1 1-29 0,0-1-27 0,1 0-27 0,6-1-52 16,-6 1-63-16,6 0-65 0,0 1-104 0,0-2-66 15,0 5-25-15,0 0 7 0,0 7 32 0</inkml:trace>
  <inkml:trace contextRef="#ctx0" brushRef="#br1" timeOffset="54975.35">5314 5107 185 0,'-7'0'727'0,"7"0"41"16,-6 0-82-16,6 0-98 0,0 0-77 0,-7 0-64 0,7 0-56 15,-6 0-44-15,6 3-34 0,0-3-25 0,-7 0-24 0,7 4-28 16,0-4-30-16,0 0-30 0,0 0-29 0,0 0-22 16,0 0-21-16,0 0-19 0,0 0-17 0,0 0-17 15,0 0-10-15,7-4-8 0,-7 4 3 0,6 0 0 0,1 0 3 16,-1 0 7-16,1 0 6 0,0-3 8 0,-1 3 5 0,7 0 0 16,-6 0-7-16,6-4-6 0,-1 0-1 0,2 4-7 0,-2-3-8 15,2 3-4-15,5 0-6 0,-6 0-2 0,6 0-4 16,1 0-5-16,6 3-3 0,-6-3 0 0,6 4-2 15,0 0-7-15,6-4 0 0,-6 3 0 0,7 1-2 0,6-1 1 16,-7-3 0-16,8 5-3 0,5-2 1 0,1-3 2 0,-1 0-2 16,2 0 0-16,4 0 0 0,-5 0 1 0,6 0-1 0,-6 0-3 15,6 0 2-15,-7 3-1 0,1-3-2 0,-1 4 1 16,-6-4 1-16,7 4 1 0,-7-1 1 0,0 1 0 16,-6 0-1-16,6 3 0 0,-13-2 2 0,7-3 0 0,-7 6-1 15,-7-4-1-15,7-1 1 0,-13 1 0 0,7-4 2 0,-8 4-1 16,2-2 0-16,-8-2-1 0,8 5 0 0,-8-5 0 0,-6 4 1 15,6-4 0-15,1 0-1 0,-7 0 3 0,0 0 0 16,6 0 3-16,-6 0 0 0,0 0-2 0,0 0 0 16,0 0 2-16,0 0-1 0,0 0 0 0,0 0-1 0,0 0-3 15,0 0 0-15,0 0 1 0,0 0-2 0,0 0-3 0,0-4-12 16,0 4-19-16,-6-5-28 0,6 5-30 0,0-2-40 0,-7 2-49 16,7-4-60-16,-6 0-60 0,0 1-55 0,-1-1-49 15,0 4-58-15,1-4-76 0,-8 0-78 0,8-3-87 16,-7 4-96-16,0-1-29 0,6-4 15 0,-5 5 33 0</inkml:trace>
  <inkml:trace contextRef="#ctx0" brushRef="#br1" timeOffset="55428.43">6506 4909 308 0,'-7'-4'784'0,"1"1"39"0,0 3-22 0,-2-4-111 16,2 0-107-16,0 4-113 0,-1-3-75 0,7 3-37 15,-6 0-31-15,-1 0-25 0,7 0-32 0,-6 0-36 0,6 0-39 16,0 0-34-16,-7 0-30 0,7 0-27 0,0 0-22 0,0 0-17 16,0 0-18-16,0 3-16 0,7-3-11 0,-1 4-10 15,-6 0-5-15,7-1-3 0,6 5-2 0,-7-1-1 16,8-4 0-16,-2 8-2 0,1-3 1 0,7 3 0 0,0 0 2 15,-1 0 0-15,7 0 2 0,0 4 1 0,6-5-1 0,-5 5 1 16,5-5 0-16,1 6-2 0,-7-5 0 0,6 4 1 0,-5-5-2 16,-1-2 0-16,0 3 0 0,-7-1 1 0,1-2-1 15,-1 3 1-15,-6-4 0 0,0 1 2 0,-7 0 1 0,2-2 0 16,-2-2 3-16,-6 3 7 0,6-3 11 0,-6 0 12 0,-6 3 11 16,6-3 12-16,-6 3 5 0,6-3 6 0,-14 3 2 15,8 0-4-15,-1 1-8 0,-6-5-9 0,0 8-14 0,1-4-9 16,-2-3-11-16,1 7-5 0,-7-3-5 0,8-1-6 15,-2 4-2-15,2-4 0 0,-8 5 0 0,7-5-12 0,0 0-13 16,0 0-23-16,-1 1-33 0,2-1-37 0,5 1-46 16,-6-2-54-16,0 2-66 0,7-1-65 0,-8 0-57 0,8-3-68 15,0 0-91-15,-1 3-96 0,1-7-140 0,-1 4-58 0,0-4-15 16,1 0 16-16,0 0 37 0</inkml:trace>
  <inkml:trace contextRef="#ctx0" brushRef="#br1" timeOffset="57100.13">2573 9663 221 0,'0'-3'680'16,"0"0"-40"-16,0-1-79 0,0 0-84 0,0 1-79 0,0-5-67 0,0 5-62 16,0-1-61-16,0-1-47 0,0-1-36 0,0 3-21 15,0 3-16-15,0-5-6 0,0 2-6 0,0 3-4 0,0-3-2 16,6 3 1-16,-6 0 8 0,0 0 2 0,0 3 6 0,0 0 8 16,0 2 6-16,6 2 6 0,-6 4 3 0,0 3 2 0,0 0 0 15,0 9-1-15,0-2-3 0,0 9-6 0,0 0-7 16,0 3-9-16,0 7-8 0,0 0-2 0,0 4-4 0,0 0-2 15,0 3-4-15,0-3-4 0,6 1-3 0,-6-9-3 0,0 5-2 16,7-4-4-16,-7-9-3 0,0 2-4 0,7-5-5 0,-7-2-4 16,0-1-7-16,6-8-3 0,-6 1-4 0,0-4-2 0,0-4-7 15,0 0-4-15,0-3-1 0,0-1 0 0,0 2-2 0,0-5 1 16,0 0 0-16,0-5-4 0,0 2 2 0,0-4-7 16,0-4-11-16,0 0-16 0,0-1-19 0,0-2-22 0,0-1-27 15,-6-3-33-15,6-4-29 0,0 0-27 0,0 0-22 0,-7 0-15 16,7-7-10-16,0-1 1 0,0 1 12 0,0 0 15 0,0-4 20 15,0 0 24-15,0 3 25 0,-7 2 23 0,7-2 27 0,0 4 19 16,0 1 14-16,0 3 18 0,-6 0 11 0,6 7 10 16,-6-3 10-16,6 3 10 0,-6 1 9 0,6-1 11 0,-8 4 14 15,8 0 14-15,-6-1 15 0,0 2 14 0,6-1 10 0,-7 3 21 16,7 1 15-16,0-1 14 0,0 1 9 0,0 0 4 0,0 0-1 16,-7-4-1-16,7 4 2 0,0 2-9 0,0-1-14 0,0 2-12 15,0 0-13-15,0 1-14 0,0 0-11 0,0 3-11 16,7-5-13-16,-7 5-13 0,7 0-8 0,-1 5-9 0,0-5-4 15,8 0-1-15,-2 3-4 0,-5-3-4 0,13 0 0 0,-8 3 0 16,8-3 1-16,-7 0-1 0,7 0-3 0,0 0-7 0,-2 4 1 16,2-4 0-16,0 0-3 0,-7 0 2 0,7 0-5 15,-1 0-1-15,1 0 1 0,-8 0 0 0,2 0-17 0,-2 0-23 16,-5 0-33-16,6 0-44 0,-6-4-52 0,-7 4-47 16,6 0-59-16,-6 0-62 0,0 0-79 0,-6 4-75 0,6 0-65 15,-7-1-73-15,1 0-118 0,-8 2-34 0,2 2 5 0,-2 0 39 16</inkml:trace>
  <inkml:trace contextRef="#ctx0" brushRef="#br1" timeOffset="57303.26">2624 9921 581 0,'-6'0'821'16,"6"0"38"-16,0 3-40 0,0-3-136 0,0 0-148 0,0 0-116 16,6 0-69-16,-6 0-40 0,6 0-22 0,2 0-21 0,4 0-28 15,-6 0-40-15,8 0-41 0,-1 4-36 0,7-4-30 16,-8 3-23-16,2 1-15 0,5 4-17 0,1-5-12 15,-2 1-8-15,2-1-6 0,7 1-4 0,-8 0-4 0,0-1-1 16,1 1 0-16,0-4-3 0,-7 0-4 0,7 0-14 0,-8 0-20 16,1 0-33-16,-6-4-36 0,0 1-52 0,-1-1-62 0,0 0-61 15,-6 1-71-15,6-4-89 0,-6 2-99 0,0-2-104 16,0-3-167-16,-6 2-37 0,6 4-1 0,0-4 20 16</inkml:trace>
  <inkml:trace contextRef="#ctx0" brushRef="#br1" timeOffset="58381.26">7164 9814 311 0,'0'-3'705'0,"-7"-1"36"0,7 0-111 16,-7 1-126-16,7-1-97 0,0 1-81 0,0-2-57 16,0 2-39-16,-6 3-28 0,6-4-23 0,0 4-14 0,0 0-19 15,0-3-17-15,0 3-11 0,6 3-17 0,-6 1-14 0,0-1-5 16,0 9-7-16,7-5 1 0,-7 7 3 0,0 2 3 0,7 1 4 15,-7 3 2-15,0 0 2 0,0 7 1 0,0-5-4 16,6 3-6-16,-6 1-6 0,0-1-4 0,0 5-7 16,0-5-7-16,7 1-4 0,-7-4-9 0,0 0 0 0,0 0-7 15,0-7-9-15,0 3-8 0,0-4-4 0,6-2-4 0,-6 2-8 16,0-7 1-16,0 1-6 0,-6 0 3 0,6-5 4 0,0 0 3 16,0 1 5-16,0 0 7 0,0-4 7 0,0 3 3 15,0-3 7-15,0 0 1 0,0 3 3 0,-7-3-1 16,7 0-1-16,0-3-4 0,0 3-3 0,0 0-4 0,0 0-8 15,0-3-2-15,0 3-6 0,7 0-4 0,-7-4-5 0,0 4-1 16,6-4-3-16,0 1 0 0,1 3 0 0,0-3-3 0,-1-2 2 16,8 5-1-16,-2-3 1 0,1-1 0 0,7 4-2 15,-8 0 0-15,2 0 0 0,5 0 2 0,-5 0 1 0,5 0 1 16,-6 0-1-16,7 0 1 0,-7 0 2 0,-1 4 0 16,2-4-1-16,-8 0-2 0,7 3 0 0,-6-3 1 0,-1 0 0 15,1 0-1-15,-1 0-2 0,1 0-8 0,-7 0-13 0,6 0-18 16,-6 0-26-16,0 0-32 0,0 0-36 0,0 0-48 15,0 0-59-15,0 0-56 0,0-3-58 0,0 3-90 0,0-4-104 16,0 0-123-16,-6 1-137 0,6 3-70 0,0-4 2 16,6-3 28-16</inkml:trace>
  <inkml:trace contextRef="#ctx0" brushRef="#br1" timeOffset="59599.86">11429 9759 484 0,'0'-3'794'0,"0"-2"43"0,-6 5-57 0,0-2-119 16,6 2-115-16,-8 0-121 0,8 2-79 0,0 3-47 0,0 2-29 15,-6 0-26-15,6 4-28 0,6 1-25 0,-6 2-22 16,0 4-17-16,8 0-8 0,-8 4-11 0,6 0-12 0,0 4-16 16,1-4-15-16,0 0-19 0,6 3-17 0,-1-3-14 0,2-2-9 15,-2-3-11-15,2 1-8 0,5-3-6 0,1-4-3 16,0-3-6-16,-1-1-3 0,0-7-11 0,0 0-12 0,-5-4-10 16,12-4-13-16,-13 2-10 0,7-8-7 0,-1 2-7 15,-6-7-5-15,0 6 0 0,0-7 1 0,-6 3 0 0,-1-2 5 16,0-3 6-16,-6 0 3 0,0-1 5 0,0 2 7 0,0-2 10 15,0 6 7-15,0 2 11 0,-6 1 7 0,6 3 10 16,-6-1 9-16,6 5 13 0,0 0 5 0,-7 7 2 0,7 0 3 16,0 0 1-16,-7 7 2 0,7 5-5 0,0 2-6 0,0 0-6 15,7 8-2-15,-7 4-3 0,7-1-1 0,-7 2-2 16,6 5-1-16,0 2 0 0,2-2 4 0,-2 5 1 0,0 0 7 16,-6-5 7-16,7 5 6 0,-7-4 8 0,0 0 7 15,0-4 6-15,0 1 4 0,-7-5 3 0,1-3-7 0,0 0-2 16,-2 0-5-16,-4-3-8 0,5-4-6 0,-6-1-3 0,-6-3-6 15,5 1-3-15,2-5 0 0,-8-4-3 0,1 0-3 0,-1 1 3 16,0-4-3-16,1-4-3 0,-1 1-2 0,-6 0 0 16,6-4-1-16,8-2-1 0,-8-2 0 0,1 4 0 15,5 0 1-15,2-1 0 0,-1 1 0 0,6 0 1 0,-6 0 0 16,7-1 1-16,-2 1 1 0,8 4-5 0,-6-5 0 0,6 4 0 16,-6 4 0-16,6-3 1 0,0-1-1 0,0 4-1 15,0 0-1-15,6 0 4 0,-6-3 0 0,0 3-1 0,6 0-1 16,-6 0 1-16,0 0 1 0,8 0-1 0,-8 0 0 15,6 0-1-15,-6 0-2 0,0 0 3 0,6 3-4 0,-6-3-5 16,0 0-5-16,0 4-3 0,7-1-7 0,-7 1-4 0,0-4-7 16,0 3-9-16,0 2-9 0,0-2-7 0,0 1-9 0,0-1-9 15,0-3-9-15,-7 4-8 0,7 0-7 0,0-4-8 16,0 3-10-16,0-3-15 0,0 0-20 0,0 0-21 16,-6 0-23-16,6-3-24 0,0 3-28 0,-6-4-59 0,6 0-73 15,-8 1-81-15,8-4-103 0,-6-1-98 0,0 1-55 0,0 0-12 16,6-1 6-16</inkml:trace>
  <inkml:trace contextRef="#ctx0" brushRef="#br1" timeOffset="60568.61">15903 9807 144 0,'0'0'758'0,"-6"-4"29"0,6 4-12 0,0 0-145 0,-6 0-133 16,6 4-122-16,-7 0-89 0,7-1-50 0,0 4-30 0,0 4-14 16,-6 0-9-16,6 0-9 0,0 9-9 0,0-3-11 15,0 9-9-15,0 3-8 0,0 0-6 0,0 8-8 0,0 0-5 16,6-1-8-16,-6 4-7 0,0 1-8 0,0-4-9 15,7-1-4-15,-7-3-3 0,0 0-3 0,6 0-6 0,-6-8-5 16,0 5-7-16,6-8-8 0,-6-4-10 0,0 5-7 0,8-9-8 16,-8 0-10-16,0-2-5 0,0-5-13 0,0 0-22 15,0 1-28-15,0-5-35 0,0 1-52 0,0-4-66 0,0 0-62 16,-8 0-77-16,8-4-83 0,0-4-101 0,-6 2-104 16,6-5-125-16,0-1-74 0,0-2-29 0,0 0 9 0,0-2 42 15</inkml:trace>
  <inkml:trace contextRef="#ctx0" brushRef="#br1" timeOffset="61521.54">20137 9737 651 0,'-6'-7'705'0,"-1"-1"-85"0,7 5-95 0,-7-4-71 15,1 2-56-15,6-2-45 0,-6 4-48 0,6-1-53 0,0 4-42 16,-7-3-34-16,7 3-31 0,0 0-25 0,0 3-14 0,0 1-16 15,0-1-3-15,0 9-1 0,0-2 3 0,0 5 6 0,0 4 8 16,0 6 9-16,0-3 0 0,0 7-5 0,-7 4-6 16,7 1-6-16,0 2-4 0,-6 1-7 0,6-1-4 0,-6 5-6 15,6-5-4-15,0-3 0 0,-7 4 0 0,7-8 0 16,0 0-5-16,0-3-4 0,0-3-8 0,0-6-7 0,0 3-5 16,-6-7-7-16,6-1-11 0,0-2-6 0,0-6-4 0,0 4-2 15,0-5-4-15,0-3-1 0,0 0 1 0,0-3 1 16,0-1-4-16,0 0-1 0,0-3 1 0,-7 0-2 0,7-1-1 15,0 0-2-15,0 1 0 0,0 0-2 0,0 3 8 16,0 1 0-16,7-5-3 0,-7 5 2 0,0-1 1 0,6 0 1 16,1 1-1-16,-1 0-1 0,7-2-4 0,-6 5 1 0,5-3 0 15,8 3 0-15,-7 0-1 0,0 0-1 0,0 0 0 16,7 0 1-16,-7 0 0 0,6 3 0 0,-6 2 0 0,7-5 0 16,-7 3 1-16,6 0 1 0,1 1-2 0,-7 0 1 15,0-1 1-15,0 5-2 0,0-8 2 0,-7 3 0 0,8 6-2 16,-8-9-1-16,0 2-6 0,2-2-19 0,-2 4-27 0,0-4-34 15,-6 3-44-15,7-3-52 0,-7 0-61 0,0 0-67 16,0-3-66-16,0-1-100 0,0 2-108 0,0-3-129 0,-7-2-97 16,7 2-50-16,-6-1-2 0,6 2 30 0</inkml:trace>
  <inkml:trace contextRef="#ctx0" brushRef="#br1" timeOffset="62552.73">24299 9884 180 0,'0'-4'744'15,"-6"4"37"-15,6-4-77 0,-7 2-114 0,7 2-111 0,0 0-106 16,0 0-81-16,0 0-50 0,0 6-24 0,0-2-25 0,0 6-10 16,0 5-18-16,0 0-9 0,0 4-7 0,0-1-12 15,0 8-11-15,0-1-16 0,0 0-5 0,0 1-13 0,0 4-13 16,0-5-10-16,0 1-9 0,7-1-7 0,-7 1-6 15,0-3-7-15,0-6-5 0,0-2-5 0,0 0-4 0,0-4-5 16,0 0-4-16,0-8-3 0,0 6-2 0,0-7-4 16,0 2-7-16,0-4 2 0,0-4 1 0,0 2-1 0,-7-7 0 15,7 1-4-15,0-2-2 0,0-5-3 0,0 1 1 0,0-4-4 16,0-4-4-16,0-5-4 0,0 2 0 0,0-4-3 16,7 0-1-16,-7-1 1 0,0 1 5 0,0-1 0 0,-7 1 3 15,7 4 3-15,0-1-1 0,0 3 7 0,0 2 3 0,0-2 2 16,-7 9 4-16,7-4 4 0,0 4 3 0,7-1 2 15,-7 4 10-15,0 0-5 0,7 4-4 0,-1-4-2 0,0 4-1 16,8-1-6-16,-2 0-1 0,1 5-1 0,7-1-8 16,0 4 3-16,-1 0 2 0,-6 7 0 0,6 1 0 0,1 0 3 15,0 6 3-15,-1 4 3 0,1 1 8 0,0 2 10 0,-1 5 11 16,-6 3 16-16,6 4 14 0,-5 1 15 0,-8-2 9 16,7 5 8-16,-6 0 6 0,-7-1 2 0,6-3 1 0,-6 4-5 15,0-8-11-15,-6 0-10 0,6 1-12 0,-7-8-11 16,0 0-11-16,1-1-11 0,0-3-12 0,-8-2-9 0,1-5-11 15,0-1-12-15,-6 2-21 0,-1-9-24 0,7 1-37 0,-13-4-43 16,6 0-38-16,-6-4-39 0,7 1-34 0,-7-1-36 16,0-4-28-16,6 5-24 0,1-4-8 0,5 0-4 0,2 3-8 15,-1-4-39-15,6 5-53 0,1-2-59 0,6-2-67 16,0 4-132-16,6-5-44 0,1 5-12 0,6-3 19 0</inkml:trace>
  <inkml:trace contextRef="#ctx0" brushRef="#br1" timeOffset="63365.08">28890 9997 47 0,'7'-3'663'0,"0"-1"48"15,-7 1-80-15,6-5-106 0,0 1-78 0,-6-4-62 0,7 0-43 16,-7 4-45-16,6-5-35 0,-6 2-27 0,0-2-16 0,0 4-10 16,0 1-16-16,-6 0-10 0,6 4-17 0,-7-1-18 15,1 0-21-15,-7 8-16 0,0 0-18 0,-1 3-16 0,-5 3-11 16,0 10-9-16,6 2-7 0,-7 3 0 0,0 4 2 16,8 8 1-16,-8 0 3 0,7 3 1 0,7 0 3 0,-1-3-3 15,7 3-5-15,0-3-3 0,7-3-10 0,5-7-4 0,2 3-8 16,5-4-3-16,1-8 2 0,6 1 2 0,0-9 7 15,-1-6 0-15,9 0 5 0,-9-8-1 0,1-3 1 0,0 0-3 16,-6-8-4-16,7-3-5 0,-8 0-6 0,-6-4-2 16,0-5 1-16,-1 2-3 0,-12-4-1 0,8-4-6 0,-8 0-2 15,-8 0-1-15,2-4-1 0,0 1-3 0,-7-1-3 0,0 5-1 16,0-2-1-16,-1 5 3 0,-5 3-7 0,6 0-10 16,-6 4-12-16,5 9-16 0,-5-7-21 0,6 9-34 0,0 0-43 15,0 4-58-15,0 3-60 0,-1 1-57 0,2-1-66 0,5 4-104 16,-6 4-113-16,7-1-136 0,6-3-84 0,-7 8-59 15,7 0 3-15,0-2 35 0</inkml:trace>
  <inkml:trace contextRef="#ctx0" brushRef="#br1" timeOffset="67770.84">3523 11078 435 0,'0'0'787'0,"0"-4"30"0,0 4-70 0,0 0-149 15,0 4-143-15,0 0-129 0,0-1-74 0,0 8-54 16,0 0-32-16,7 4-20 0,-7 3-16 0,6 0-14 16,-6 8-15-16,6 0-3 0,-6 3-7 0,7 0-6 0,-7 0-2 15,6 5 0-15,-6-5 3 0,0 0 2 0,0 1 0 0,0-2-8 16,7-5 0-16,-7 0-4 0,0-2-9 0,0-7-10 0,0 1-13 15,0 0-11-15,0-8-8 0,0 0-6 0,0 1-7 16,0-5-5-16,0 1-1 0,0-4-2 0,0 0-4 16,0 0-9-16,0-7-3 0,0-1-8 0,0-2-6 0,0-5-8 15,0-4-7-15,0 1-6 0,0-3-5 0,0-6 2 0,0 6 1 16,0-5 0-16,0-3 3 0,0 0 1 0,0-2 5 0,0 6 4 16,0 0 8-16,0-1 6 0,0 4 2 0,0 0 6 15,0 0 6-15,0 4 3 0,7 3 3 0,-7-4 0 16,6 9 0-16,-6-1-1 0,6 0 1 0,2 0 0 0,-2 4 0 15,6-1 0-15,-5 5 0 0,6 0 1 0,0 3 0 0,1 3 2 16,4 0 1-16,-4 5 0 0,5 3 3 0,-5-1 2 0,4 9 5 16,-4-1 10-16,-1 0 9 0,0 8 11 0,0 0 8 15,-1 0 15-15,-4 3 12 0,-2-4 11 0,-6 5 8 16,6-4 3-16,-6 3 1 0,0-7 1 0,0 3-5 0,0-3-10 16,-6-4-9-16,0 1-11 0,6-1-12 0,-8-3-12 0,2-4-11 15,-6 4-9-15,5-4-9 0,-6-4-12 0,6 0-24 0,-5-3-27 16,4 3-43-16,2-3-44 0,-6-4-53 0,5 3-68 15,-6-3-64-15,6 0-61 0,1-3-83 0,-1-1-89 0,0-3-84 16,7 0-105-16,0-1-65 0,0-3-11 0,0-4 12 16,7 5 36-16</inkml:trace>
  <inkml:trace contextRef="#ctx0" brushRef="#br1" timeOffset="68333.28">5809 11218 674 0,'0'-4'840'0,"0"4"33"0,7 0-19 16,-7 0-155-16,6 4-171 0,7-4-127 0,-6 3-80 0,5-3-37 15,8 4-25-15,-7-1-28 0,7 1-42 0,-1 0-44 16,1-1-43-16,0 1-31 0,6-4-25 0,-7 4-18 0,1-1-1 16,-2-3-18-16,2 0-17 0,-6 0-21 0,-1 0-26 15,-1 0-30-15,-5 0-36 0,-7 0-44 0,7 0-58 0,-14 0-43 16,7 0-36-16,-7-3-36 0,1-1-50 0,-7 0-52 0,0 4-49 16,-6-3-47-16,5-1-54 0,-5 0-99 0,-1-3-27 15,-6 7 14-15</inkml:trace>
  <inkml:trace contextRef="#ctx0" brushRef="#br1" timeOffset="68614.5">5809 11203 240 0,'-7'3'706'0,"1"-3"2"0,6 4-83 16,-7 4-97-16,1-1-87 0,0 0-77 0,-2 4-65 0,2-1-69 15,6 2-38-15,-6 2-33 0,6 4-16 0,-6 1-10 16,6-1-8-16,0 1-9 0,0 3-11 0,0 0-5 16,0 0-12-16,0 3-5 0,0-2-1 0,6-1-2 0,-6 3 1 15,0-3-4-15,6 0-1 0,-6-4-1 0,6 0 7 0,-6 2 1 16,8-6-7-16,-8 1-6 0,0-5-8 0,6 1-5 0,-6 0-1 15,0-3-4-15,6-4-10 0,-6 2-3 0,0 2-2 16,0-5 0-16,7 1 5 0,-7 0 3 0,0-1 2 16,6 1-3-16,-6-1-2 0,7 1-2 0,0 0-3 0,-1 0-2 15,0-1-9-15,1-3-4 0,0 4-3 0,5-4-2 0,-5 0 9 16,13 0-6-16,-14 0-3 0,8 0-4 0,4 0 2 0,-4-4-5 16,-1 4-3-16,-1-3-14 0,2 3-33 0,-8-4-34 15,0 0-42-15,2 4-51 0,-2-4-57 0,0 4-61 16,-6 0-65-16,0 0-84 0,0-3-84 0,0 3-83 0,-6-4-93 15,0 4-111-15,-2-3-40 0,2-1 16 0,-6 0 34 0</inkml:trace>
  <inkml:trace contextRef="#ctx0" brushRef="#br1" timeOffset="68786.45">5743 11473 362 0,'-6'-3'901'15,"0"0"42"-15,-1-2 49 0,7 5-97 0,0-3-178 0,0 0-179 16,0 3-125-16,0-5-81 0,7 5-48 0,-1 0-41 15,0-4-43-15,8 1-47 0,-2 3-44 0,2 0-37 0,-1 0-28 16,7-3-34-16,-8 3-48 0,8 0-57 0,0 0-81 16,-1 0-95-16,1 3-98 0,6-3-147 0,-1 0-166 0,-5 0-224 15,6 0-71-15,1-3-21 0,-9 3 27 0,9 0 64 0</inkml:trace>
  <inkml:trace contextRef="#ctx0" brushRef="#br1" timeOffset="69801.98">8251 11331 110 0,'0'-5'718'0,"-6"2"46"0,0-4-25 15,6 3-117-15,-8 1-112 0,8 3-109 0,-6 3-96 0,0 1-63 16,-1 3-35-16,7 9-29 0,-7-2-21 0,1 4-19 16,0 0-15-16,-1 8-4 0,7-4-1 0,-6 3-2 0,6 2 1 15,0 2 0-15,0-7-5 0,0 3-11 0,0-3-9 16,0 0-14-16,6 0-9 0,-6-7-8 0,0 0-15 0,0-1-15 16,7-2-11-16,-7-6-7 0,0 2-6 0,0-5-4 0,6 1 2 15,-6 0-2-15,0-4 2 0,0 0-3 0,0 0-1 16,0-8-4-16,0 1 1 0,0 0-3 0,0-8-6 0,0 4-3 15,-6-7-5-15,6 0-4 0,0-1-3 0,-7-3-3 16,7 0-4-16,0 0 0 0,-6-3 3 0,-1 0 0 0,7 2 4 16,-7 0 6-16,1 2 5 0,6 3 3 0,-6-1 6 0,-1 5 4 15,0-1 2-15,1 4 7 0,6 1 4 0,-6-3 4 16,6 10 0-16,-7-4 0 0,7 3 1 0,0 1-2 0,0 3-1 16,7 0-3-16,-7 7 0 0,6-3-5 0,0 7-2 0,8 0 1 15,-8 4 1-15,7-1 7 0,0 4 5 0,0 1 1 16,7 3 5-16,-8-5 2 0,8 6 2 0,0 0 2 0,-1-6 1 15,1 1-5-15,-1 1-3 0,1-1-1 0,0-7-6 16,-1 4 0-16,-6-5-3 0,6-2 1 0,-5 3 0 0,-2-7-2 16,2 0 2-16,-1-1 4 0,0-3 2 0,-7-3 6 0,1-1 4 15,-1-3-1-15,0-4 1 0,2-1 1 0,-2-2 1 16,-6-1-1-16,6-3-3 0,-6-1-6 0,0-2-4 0,-6-5-3 16,6 1-2-16,0-1 4 0,0 0-7 0,0-3-9 15,0 0-5-15,0-1-2 0,0 1-8 0,0 4-7 0,0 2-7 16,0 5-10-16,0 3-7 0,6 1-6 0,-6 3-11 0,0 3-13 15,7 1-12-15,-7 3-12 0,0 0-13 0,0 4-16 16,6 0-23-16,-6 0-25 0,7 4-21 0,-7 3-24 0,6-3-21 16,1-1-33-16,-1 5-73 0,-6 0-84 0,6-5-81 15,2 5-107-15,-2-1-77 0,-6 1-46 0,6 2-7 0,1-2 19 16</inkml:trace>
  <inkml:trace contextRef="#ctx0" brushRef="#br1" timeOffset="70801.87">10296 11309 712 0,'-6'-4'835'16,"-1"0"51"-16,1 0-78 0,6 1-130 0,-7-1-145 0,7 1-113 16,0-1-73-16,0 4-39 0,7-4-29 0,-1 1-28 15,7 3-24-15,1-4-28 0,4 0-20 0,2 4-19 0,0-3-10 16,-1 3-11-16,1 3-18 0,0-3-16 0,5 0-22 0,-5 4-19 15,0 0-14-15,-1-1-12 0,-6 1-15 0,6 0-9 16,-5-1-29-16,-1 1-40 0,-7-1-44 0,1 1-57 0,-1 0-66 16,1-4-74-16,-7 4-72 0,0-1-78 0,-7 1-85 15,1-4-73-15,6 0-65 0,-7 4-74 0,-6-4-94 0,7 0-14 16,-14-4 28-16,14 4 54 0</inkml:trace>
  <inkml:trace contextRef="#ctx0" brushRef="#br1" timeOffset="70989.34">10440 11316 709 0,'-7'4'785'0,"7"2"-14"0,0 2-89 16,-6 4-92-16,6-1-75 0,0 7-87 0,0-4-62 0,0 9-40 16,-7-5-31-16,7 3-30 0,0 6-32 0,0-6-31 15,0 1-38-15,0 4-25 0,0-4-26 0,0 0-25 0,0 1-25 16,0-2-17-16,0 1-14 0,7-7-12 0,-7 3-9 16,0-4-18-16,6 1-30 0,-6-4-39 0,0 0-55 0,7-1-73 15,-7-2-75-15,0 0-86 0,0-1-123 0,0-3-134 0,0 0-179 16,0-4-69-16,0 0-22 0,0 0 11 0,0 0 39 15</inkml:trace>
  <inkml:trace contextRef="#ctx0" brushRef="#br1" timeOffset="71817.39">12269 11272 273 0,'0'0'735'15,"-6"0"28"-15,6 4-83 0,0-1-134 0,0 8-111 0,-6 0-101 16,6 4-77-16,0 3-51 0,0 5-31 0,0-2-20 15,0 5-16-15,0 3-14 0,0 0-13 0,0 2-8 0,0 1-8 16,0 1-6-16,0-4-8 0,0 4-6 0,0-7-9 0,6 3-6 16,-6-3-5-16,0-5-12 0,0-2-11 0,0-1-5 0,6-3-3 15,-6-4-6-15,0-3-4 0,0-1-5 0,0 1-1 16,0-8 0-16,0 0 0 0,0 0-3 0,0-8-1 0,0 1-2 16,0-4-2-16,0-7 0 0,0-1-3 0,0-4-5 15,0-2-5-15,0 0-3 0,0-8-9 0,0 0-11 0,0-4-9 16,0-4-8-16,0 2-4 0,0-6 0 0,8 1 2 0,-8 4 3 15,0 0 11-15,0 3 8 0,6 7 8 0,-6 2 10 16,0 2 4-16,0 0 3 0,6 8 1 0,-6-5 3 0,6 9 1 16,1-1 2-16,0 1 7 0,-1-1 8 0,7 9 5 15,-6-6 6-15,6 9 5 0,-1-5 9 0,2 8 11 0,-1 0 9 16,7 3 4-16,-8 2 3 0,8 1 2 0,-7 6 3 0,0 2 0 16,0 4-2-16,0 1-4 0,-6 3-4 0,-1 3 0 15,0 1-1-15,1 0 3 0,-7 3 5 0,0 0 1 0,0-3 4 16,0 0 1-16,-7 0 5 0,7-1-3 0,-6-3 0 15,0-4-4-15,-8 1-4 0,2-4-8 0,5-1-7 0,-6-3-7 16,-6 1-8-16,5-6-9 0,2 2-9 0,-2-1-10 0,-5-7-19 16,5 4-14-16,-4-4-22 0,4-4-28 0,1 4-46 15,0-4-53-15,0-3-62 0,7 3-63 0,-8-2-55 0,8-3-70 16,0 3-94-16,6-5-103 0,0 0-128 0,0 2-67 16,6-1-21-16,0 3 7 0,8-1 33 0</inkml:trace>
  <inkml:trace contextRef="#ctx0" brushRef="#br1" timeOffset="72723.53">14745 11169 462 0,'-7'-7'651'0,"7"0"-64"0,0 3-95 0,-7-3-79 0,7 3-57 16,0 1-46-16,-6-2-39 0,6 5-38 0,0 0-42 0,0 0-39 15,0 8-28-15,6-1-15 0,-6 4-15 0,0 0-4 16,0 9-5-16,0 1 1 0,0 1 6 0,7 3 7 0,-7 5 2 15,0-1 0-15,-7-3-1 0,7 7 0 0,0-4 0 16,0 0-2-16,-6 0-7 0,6-2-9 0,0-2-4 0,0 1-3 16,0-4-6-16,0-4-11 0,-6 0-6 0,6-2-6 0,0-2-7 15,0-3-6-15,-7-4-5 0,7 4-4 0,0-7 1 0,0 3 4 16,-7-3 7-16,7-1 9 0,0 0 6 0,-6-3 12 16,6 0 10-16,0 5 10 0,0-5 4 0,-7-5 4 15,7 5-4-15,0 0-3 0,0-3-4 0,0 3-9 0,0-3-8 16,0 3-14-16,0-4-9 0,0 4-10 0,7-4-9 0,-7 4-7 15,6-3-5-15,8 3-3 0,-8-4-5 0,0 4 4 0,8 0-4 16,-8 0 2-16,7 0-1 0,0 4-1 0,0-4 0 16,7 3-1-16,-8 1 0 0,8 0 0 0,-7-1 1 15,7 0-1-15,-8 2 1 0,8-1 1 0,0-1-2 0,-7 0-12 16,7 1-20-16,-8-4-33 0,2 0-41 0,-1 4-56 0,-1-4-68 16,2 0-74-16,-8-4-71 0,8 4-79 0,-8 0-99 0,-6-4-102 15,6 1-138-15,-6 0-61 0,7-1-16 0,-7 4 20 16,0 0 41-16</inkml:trace>
  <inkml:trace contextRef="#ctx0" brushRef="#br1" timeOffset="73645.31">16724 11203 161 0,'0'-4'588'0,"-6"4"-35"0,6-4-63 0,0 4-60 15,0-3-46-15,0 3-35 0,-6-3-35 0,6-2-35 0,0 2-42 16,0 3-46-16,0-5-30 0,0 2-15 0,0 3-11 16,0 0-10-16,0 0-3 0,0-4-5 0,0 4-12 0,0 0 4 15,0 0 2-15,-8 0-2 0,8 0 0 0,0 4-3 0,0 4-5 16,0 0-2-16,0 2 3 0,0 5-11 0,-6 3-15 15,6 7-14-15,0 1-11 0,0 3-10 0,0 5-6 0,-6-2-9 16,6 2-6-16,6 1-5 0,-6-1-5 0,0-1-3 0,6-4-4 16,2 0-1-16,-2-3-2 0,0-4-1 0,7-3 1 15,-6-1 1-15,0-3 0 0,5-4 0 0,-5-4 1 0,6-4 0 16,-7 1 3-16,1-4 0 0,6 0 1 0,-6-7-2 16,-1 0 0-16,0-1-1 0,1-3 0 0,6-3-1 0,-7-1-2 15,2 0 1-15,-2-4-3 0,0 1 2 0,7 0 0 16,-6-7-1-16,-1 3-5 0,1-3-1 0,-1-6-2 0,0 6-5 15,2 0-1-15,-2-1 0 0,-6 0-1 0,6 5 1 0,-6 2 3 16,7 0 4-16,-7 5 4 0,0 3 3 0,0 3 0 16,0 2 1-16,0 1 1 0,0 5 1 0,0 5 0 0,0-2 5 15,0 8 2-15,0 0 3 0,0-1 2 0,0 9 4 0,0 4 2 16,0-2 4-16,0 1 3 0,0 4 1 0,0-1 2 16,6 1 0-16,1-1 3 0,-7 1-4 0,7 0-2 0,-1-4-1 15,0 0-6-15,0-1-4 0,-6-2-7 0,8-4-2 16,-2 3-4-16,0-7-7 0,-6 0-13 0,7 1-25 0,-7-6-26 15,7 2-32-15,-7-5-40 0,0 5-49 0,0-8-48 0,0 3-48 16,0-3-55-16,0-3-75 0,-7 3-80 0,7-8-85 16,-7 5-141-16,7-5-53 0,0-2-14 0,-6 2 18 0</inkml:trace>
  <inkml:trace contextRef="#ctx0" brushRef="#br1" timeOffset="74520.22">19043 11192 534 0,'-13'-3'717'0,"7"-5"-24"0,-2 8-108 0,2-5-109 16,0 2-101-16,0 3-90 0,6 0-71 0,-7 8-47 0,7-5-31 15,0 8-25-15,7 4-22 0,-7 0-8 0,6 3 1 16,-6 4 0-16,6 0 2 0,-6 3-2 0,6 2 4 16,2-2 1-16,-8 0-1 0,6 1-2 0,-6 0 0 0,0-5 2 15,0 6-1-15,0-6-2 0,6-3-6 0,-6 1-5 0,0-1-4 16,0-3-6-16,0-4-8 0,0-1-8 0,0 3-5 0,0-7-5 15,0 2 0-15,0-5-1 0,0 1 0 0,0 0 3 16,0 0 1-16,0-1 7 0,0-3 4 0,0 0 7 16,0 4 12-16,0-4 13 0,0 0 11 0,0 0 9 0,0 0 11 15,0 0 2-15,0 0 0 0,0 0-3 0,0-4-9 0,7 4-11 16,-7 0-10-16,7-3-11 0,-7 3-14 0,6-4-11 0,1 4-5 16,-1 0-5-16,0-4-8 0,1 4-7 0,6 0-7 15,-7 0-4-15,8 0-4 0,-1 4-2 0,-1-4-2 16,2 0-15-16,-2 0-12 0,2 4-26 0,-1-4-29 0,0 3-41 15,0-3-54-15,-1 0-68 0,2 0-79 0,-1 0-73 0,0 0-102 16,0-3-123-16,0-1-150 0,0 4-101 0,7-4-62 0,-14 0 7 16,7 1 35-16</inkml:trace>
  <inkml:trace contextRef="#ctx0" brushRef="#br1" timeOffset="75254.5">21225 11184 486 0,'-7'-3'767'0,"1"3"24"0,0 0-96 0,-8 0-137 0,8 3-128 16,6 2-115-16,-7 1-72 0,0 2-41 0,1-1-30 0,6 8-15 15,0 3-11-15,-6 1-10 0,6 2-7 0,0 5 0 16,0 4 0-16,0-5-3 0,0 8 1 0,6-4-10 0,-6 1-12 15,0-2-16-15,0-2-16 0,0 0-19 0,0 0-11 16,0-5-9-16,6-3-8 0,-6 1-4 0,7-8-3 0,-7 4-7 16,0-8-1-16,0 1 2 0,0-5-3 0,0 1-1 0,0 0-2 15,0-4-3-15,0-4-5 0,0 0-4 0,0 1-12 16,0-5-11-16,0 1-14 0,0-4-15 0,0-4-16 0,0 4-14 16,0-7-13-16,0-1-12 0,0-2-8 0,7-5-3 15,-7 0-3-15,0-3 0 0,0-4 3 0,0 0 10 0,0 0 12 16,0 1 16-16,0-2 17 0,0 5 12 0,0 3 19 0,0 1 20 15,0 3 22-15,0 0 25 0,0 7 26 0,0 0 21 16,0 4 21-16,-7 3 20 0,7-2 13 0,0 3 4 0,0 3-7 16,0 0-12-16,0 0-17 0,0 1-16 0,0 3-8 15,7-4-10-15,-1 4-8 0,0 0-1 0,2-3 4 0,4 3-1 16,1 0 1-16,0 3-3 0,0-3-7 0,1 0-8 0,5 4-7 16,-6-4-9-16,0 3-8 0,7 1-5 0,-1-4-4 15,-6 4-1-15,6-4-5 0,-5 4-18 0,-2-4-22 0,2 3-37 16,-1 1-46-16,-7-4-58 0,1 4-60 0,-1-1-62 15,1-3-103-15,-7 0-104 0,-7 3-108 0,7-3-141 0,-6 0-57 16,-1 5-8-16,-6-2 7 0,1 1 33 0</inkml:trace>
  <inkml:trace contextRef="#ctx0" brushRef="#br1" timeOffset="75426.37">21166 11404 266 0,'0'4'816'16,"6"0"40"-16,-6-1 47 0,7-3-144 0,0 4-153 0,-1-1-136 15,0 1-82-15,2-4-53 0,-2 4-45 0,7-1-46 16,-7 1-47-16,7-4-55 0,-6 4-48 0,-1-1-34 0,8 0-26 16,-8 1-29-16,0-4-32 0,8 5-42 0,-8-5-51 15,1 0-49-15,-1 3-54 0,0-3-57 0,1-3-67 0,0 3-86 16,5-5-92-16,-5 5-100 0,0-4-136 0,-1 1-56 0,-6 0 1 16,7 3 24-16</inkml:trace>
  <inkml:trace contextRef="#ctx0" brushRef="#br1" timeOffset="78160.57">23342 11272 47 0,'0'-4'436'0,"0"-2"-23"15,0 1-17-15,0-2-2 0,0 4-10 0,0-1-11 0,6-3-13 16,-6 3-11-16,0-3-27 0,0 3-21 0,0 1-25 16,0-5-26-16,0 4-8 0,0 1-4 0,0 3 1 0,0-4-7 15,0 4-9-15,0 0-13 0,-6 0-15 0,6 7-21 16,0-3-20-16,0 7-19 0,0 4-17 0,0-1-12 0,0 4-11 16,0 1-11-16,0 3-9 0,0 0-13 0,6 0-11 0,-6 0-13 15,0-4-10-15,6 4-6 0,-6 0-4 0,7-3-2 16,-7 3 2-16,0-4 2 0,7 0 5 0,-7-4 5 0,0 5 3 15,6-4-1-15,-6-5-1 0,0 5-3 0,0-8-6 16,6 5-3-16,-6-4-5 0,0-2-6 0,0-2-2 0,0 0-2 16,7-1 0-16,-7 1 2 0,0 0 1 0,0-4 2 0,0 0 4 15,0 0 5-15,0 0 6 0,0 0 4 0,7 0 8 16,-7 0 5-16,6 0 3 0,-6 0 1 0,7 0-1 0,-1-4-2 16,7 4-6-16,-6-4-3 0,5 4-8 0,-4 0-5 15,4-3-6-15,1 3-2 0,0 0-3 0,0-4-1 0,1 4-1 16,-2 0-2-16,-5 0-1 0,6 0-3 0,0 0 0 0,0 0-1 15,-6 0-1-15,5 0-2 0,-5 0-5 0,6 0-16 16,-7 0-31-16,1 0-37 0,-1 0-54 0,-6 0-66 0,7 0-80 16,0 0-93-16,-1 0-107 0,0-4-137 0,1 1-158 15,6-5-119-15,-7 5-81 0,8-5 3 0,-1 4 43 0,-7-3 67 16</inkml:trace>
  <inkml:trace contextRef="#ctx0" brushRef="#br1" timeOffset="78738.64">25295 11093 791 0,'0'0'891'0,"0"-4"45"0,7 0-72 0,-7 4-135 0,7-3-145 16,-1 3-110-16,0 0-72 0,8 0-49 0,-8 0-45 0,13 0-45 15,-5 3-47-15,5-3-48 0,0 4-43 0,1 0-39 0,-7-1-27 16,7-3-21-16,-1 4-17 0,1-1-18 0,-1 1-27 16,-6 0-32-16,1 0-40 0,-2-1-44 0,-5 1-48 0,6 0-45 15,-13-4-47-15,6 3-42 0,-6 0-30 0,0-3-33 16,-6 0-47-16,-1 0-43 0,1 0-38 0,-7-3-40 0,7 0-44 15,-8 3-69-15,1-4-38 0,0 4 7 0</inkml:trace>
  <inkml:trace contextRef="#ctx0" brushRef="#br1" timeOffset="79035.48">25374 11132 509 0,'-7'5'706'0,"7"-2"-42"0,0 4-76 0,-7-3-73 16,7 3-61-16,0 4-54 0,-6-4-55 0,6 9-54 0,-7-2-34 15,7 1-22-15,-6 7-23 0,6-3-14 0,0 2-15 16,-6 5-18-16,-2-4-17 0,8 4-17 0,-6-1-16 0,6 1-16 15,0-1-13-15,0 1-9 0,6-1-11 0,-6-2-10 0,8 3-8 16,-8-5-5-16,6 1-2 0,0-4 0 0,1 2-1 16,-1-3-2-16,1-2-2 0,0 0 2 0,-7-4 0 0,6 0-2 15,0-4-1-15,-6 0 1 0,0 0 0 0,7 1 1 16,-7-1 3-16,0-4-3 0,0 5-2 0,7-4-1 0,-7-4-6 16,0 3-5-16,6 1-4 0,-6 0 0 0,6-4-4 0,1 0 1 15,0 0 4-15,-1 3 0 0,1-3 3 0,5 0 4 16,-5 0-1-16,6 0-2 0,0 0-4 0,0 0-5 0,0 3-2 15,0-3-4-15,0 0-2 0,1 0-9 0,-2 5-25 16,1-5-38-16,0 0-50 0,0 3-62 0,-7-3-77 0,8 0-82 16,-8 0-77-16,1 0-101 0,0 0-98 0,-7-3-94 0,6-2-130 15,-6 2-51-15,0 3 1 0,0-7 39 0,0 0 53 16</inkml:trace>
  <inkml:trace contextRef="#ctx0" brushRef="#br1" timeOffset="79207.34">25465 11444 174 0,'-7'-7'907'16,"0"0"58"-16,1 3 51 0,0-3-84 0,-1 3-160 0,7 1-180 16,-6-1-131-16,6 0-92 0,0 0-66 0,0 1-53 15,6 3-52-15,1-4-50 0,-1 4-53 0,7-4-58 0,0 4-63 16,7 0-73-16,-1-3-88 0,7 3-98 0,0 0-106 0,0-4-147 16,7 0-157-16,0 4-207 0,5-3-72 0,-5-1-18 0,-1 4 34 15,8 4 66-15</inkml:trace>
  <inkml:trace contextRef="#ctx0" brushRef="#br1" timeOffset="79972.87">27888 11279 437 0,'0'-3'727'0,"0"3"30"0,0-4-127 15,-7 4-129-15,7 4-102 0,-7-1-95 0,7 5-68 16,0 2-46-16,-6 9-30 0,6-1-13 0,-6 1-6 0,6 6-12 16,-8 5-12-16,2-1-6 0,6 7-8 0,-6-2-8 0,6 2-7 15,-7 1-15-15,7 0-7 0,0-4-3 0,-6 4-7 0,6-5-2 16,0 0-3-16,0-1 1 0,6-2-5 0,-6-7 1 16,0 0-10-16,0-1-7 0,0-6-4 0,0-3-5 0,0-1-6 15,0-4-6-15,0-4-3 0,7 1-2 0,-7-8-6 16,6-4-8-16,-6 1-11 0,6-4-9 0,2-3-9 0,-8-4-6 15,6-1-11-15,-6-6-10 0,6 3-12 0,-6-7-4 0,7-1-4 16,-7 1 0-16,0-5 2 0,7 2 4 0,-7-5 10 16,0 4 9-16,0-3 14 0,0-1 11 0,0 4 13 15,0-4 8-15,0 4 5 0,0 1 3 0,0 3 4 0,0-1 1 16,0 0 2-16,0 4 4 0,0 5 8 0,6-1 5 0,-6 4 9 16,6-1 8-16,-6 4 4 0,7 1 7 0,-1 2 6 0,8 2 2 15,-8-1 2-15,7 3 3 0,0 1 4 0,0 4 8 16,0-1 13-16,6 4 13 0,-5 4 14 0,-2-1 17 0,8 8 9 15,-7 0 7-15,1 3 8 0,-8 5 7 0,7 3-2 16,-7 4-2-16,1 3-5 0,-7 0-11 0,0 1-7 0,0 3-10 16,0-4-12-16,0 0-14 0,0 1-11 0,-7-5-16 0,1 1-11 15,-1-1-14-15,1-6-9 0,0-1-7 0,-2-3-7 16,-4 0-8-16,5-4-18 0,-6-1-25 0,0-2-40 0,1-1-48 16,-8-7-62-16,6 4-74 0,-5-4-82 0,-1-4-81 15,1 4-82-15,6-7-97 0,0-1-103 0,-7 1-141 0,14 0-64 16,0-4-10-16,6 0 31 0,0 3 49 0</inkml:trace>
  <inkml:trace contextRef="#ctx0" brushRef="#br1" timeOffset="80832.17">29776 11368 620 0,'-6'-4'857'0,"-1"-3"46"16,7 3-39-16,-7 4-130 0,1-4-143 0,6 1-119 15,0 3-76-15,0-4-48 0,6 4-36 0,1-3-32 0,6 3-30 16,0-5-33-16,7 5-26 0,0-3-22 0,5 3-16 16,1-5-20-16,0 5-18 0,0-3-21 0,1 3-23 0,-1 0-20 15,6 0-16-15,-5-3-14 0,-2 3-18 0,1 0-22 0,-6 0-28 16,-1 0-32-16,-6 0-33 0,0 0-32 0,-6 0-34 15,0 0-39-15,-7 0-35 0,0 3-22 0,0-3-10 0,-7 0-1 16,0 0 4-16,-6 3 9 0,7-3 16 0,-1 0 26 16,-6 0 40-16,7 0 32 0,0 5 33 0,-8-5 27 0,8 3 26 15,-1-3 26-15,1 5 32 0,-1-2 23 0,1 1 23 0,-1-1 27 16,1 5 26-16,6-1 31 0,0 0 28 0,-6 4 22 16,6 0 9-16,-8 0 9 0,8 7 7 0,0-3-3 0,-6 4-4 15,6 3-14-15,0-4-12 0,0 4-15 0,0 0-16 16,0 0-14-16,0-1-15 0,6 2-15 0,-6-5-14 0,8 4-13 15,-8-4-11-15,6 1-11 0,-6-5-6 0,0 1-6 0,6-1-8 16,-6 1-5-16,0-5-6 0,0-2 1 0,0 0-3 16,0-1-5-16,0 1-12 0,0-5-17 0,7 5-19 0,-7-8-25 15,-7 3-28-15,7 1-37 0,0-1-38 0,0-3-38 16,-6 0-32-16,6 0-29 0,0 0-23 0,-6 0-33 0,6-3-47 16,-8 3-49-16,8-4-49 0,-6 1-52 0,6 3-85 0,0-4-71 15,0 0-26-15,0 4 9 0</inkml:trace>
  <inkml:trace contextRef="#ctx0" brushRef="#br1" timeOffset="82316.38">5015 12658 432 0,'0'-5'712'0,"0"2"-29"0,6-6-109 0,-6 7-113 16,0-5-100-16,0-1-79 0,0 0-70 0,0 6-55 15,0-6-35-15,0-3-24 0,-6 3-19 0,6-2-8 0,0 2-5 16,0-3-8-16,0 0-2 0,-7 4 1 0,7-5 3 16,0 2 4-16,-7 3 3 0,1-1 1 0,-1 1 5 0,7 2 2 15,-12-2-4-15,4 4 3 0,2 3-2 0,-6-3-6 0,4 6-8 16,-4-3-7-16,-1 8-6 0,-1 3-11 0,2 0-3 0,-2 6-12 15,-5 6-9-15,6 3-4 0,0-1-3 0,-1 8-3 16,2 0-2-16,-1 4 1 0,13-1-1 0,-7 1-1 16,7-4 1-16,7 3-2 0,0 1-2 0,-1-5 2 0,6-2 0 15,2 0 0-15,6-9-2 0,-1 1 1 0,1-2-1 0,-1-3 3 16,7-7 8-16,-6-5 7 0,0-1 7 0,5-4 8 0,-5-4 9 16,0-3 8-16,-1-1 12 0,-6-7 8 0,6 1 3 15,-5-1-3-15,-2-3-2 0,-5 0-3 0,0-5-5 16,-1 2-4-16,1-2-10 0,-7 3-5 0,6-3-11 0,-12-3-5 15,6 4-4-15,-7-3-5 0,7-2-4 0,-6-2-6 0,-1 4-2 16,-6-1-1-16,7 1 2 0,-1 3-4 0,0-1-4 0,1 9-11 16,0-1-14-16,6 5-21 0,-7 2-31 0,1 1-40 15,6-1-44-15,0 5-47 0,0-1-44 0,0 4-54 16,0-4-66-16,0 8-66 0,6-4-75 0,1 0-104 0,-1 4-78 16,0-4-35-16,8 3-2 0</inkml:trace>
  <inkml:trace contextRef="#ctx0" brushRef="#br1" timeOffset="83347.71">9300 12734 158 0,'6'7'781'0,"0"0"35"0,-6-3 36 0,8 0-141 16,-8 4-147-16,0-6-123 0,0 3-72 0,0-5-41 0,0 0-29 15,6 3-29-15,-6-3-28 0,0 0-39 0,0-3-37 16,0 3-32-16,0-5-22 0,6 3-12 0,-6-6-4 0,0 0-7 16,7 1-9-16,-7 0-10 0,0 0-12 0,6-5-7 0,-6 2-7 15,0 2-9-15,0-3-7 0,0 0-6 0,0 0-5 16,-6 5-4-16,6-6-2 0,0 5-4 0,0-4-3 15,0-1 0-15,-7 5-2 0,7 0 0 0,-6 0-1 0,0-4-5 16,6 4-4-16,-8-1-7 0,-4 1-9 0,6-1-7 0,-1 1-9 16,0 3-5-16,-6 1-7 0,0-1-3 0,0 1 0 0,1 3 4 15,-2 0 5-15,1 3 8 0,0 1 7 0,0-1 7 16,0 5 7-16,6-1 9 0,1 4 2 0,-7 0-7 16,6 0 7-16,7 4 3 0,-6 0-1 0,12-1 1 0,-6 4-1 15,7 4-1-15,6-3 0 0,0 2 12 0,0 1-3 0,7 5 4 16,-7-6 9-16,7 5 10 0,-2-4 13 0,2 3 11 0,-7 1 11 15,1-4 11-15,-2 4 11 0,2-5 12 0,-8-2 7 16,0 3 4-16,1-4 8 0,-7-3 3 0,0-1 3 0,0 1-2 16,0-5-6-16,-7-1-14 0,1-1-13 0,0-2-15 15,-2-2-17-15,-4 0-25 0,-8-4-29 0,7-4 0 0,0 0-30 16,-6-2-43-16,-1-6-39 0,7 5-45 0,-7-4-50 0,1-1-55 16,6 1-60-16,-7-3-64 0,7 3-52 0,1-4-72 15,4 1-81-15,8-4-95 0,-6 3-142 0,12-3-57 0,-6-1-11 16,8 2 31-16,4 0 44 0</inkml:trace>
  <inkml:trace contextRef="#ctx0" brushRef="#br1" timeOffset="84316.32">13358 12650 307 0,'6'-4'666'0,"-6"-3"-42"16,6 3-71-16,-6-3-69 0,6 0-53 0,-6 0-47 15,8 2-41-15,-8-2-43 0,0 3-41 0,0-3-29 0,0 3-24 16,-8 1-15-16,8-1-13 0,-6 4-21 0,0 0-18 0,0 4-22 15,-2 3-19-15,2 0-18 0,-7 4-11 0,0 8-12 16,0-1-8-16,1 4-5 0,-2 7 3 0,1 1 1 0,7 7 2 16,-8-1 1-16,8 0-5 0,0 5-3 0,0-4-1 15,6-1-1-15,0-3-6 0,0 0-6 0,6-3-7 16,0-1-2-16,0-7-6 0,8-4-1 0,-1-3-2 0,-7-5 4 0,8-3 5 16,-2-2 6-16,8-5 7 0,-7-5 1 0,-1-5 5 15,2-1 7-15,-2-4 7 0,2-3-1 0,-8-4-5 0,7 0-3 16,-6 0-5-16,6-3 0 0,-7-1-6 0,0-4-6 15,-6 0-11-15,8 3-5 0,-2-4-3 0,-6 2 0 0,0 0-3 16,0 0-1-16,-6 3-2 0,-2 3-1 0,8 2-1 0,-6 3-4 16,0-1-8-16,-7 5-14 0,6 3-25 0,1 0-34 15,-7 4-50-15,7 0-59 0,-2 2-73 0,-4 5-75 0,6 0-107 16,-8 0-128-16,8 0-150 0,-1 5-107 0,7-3-60 16,-6 6-4-16,-1-4 30 0</inkml:trace>
  <inkml:trace contextRef="#ctx0" brushRef="#br1" timeOffset="85222.48">17968 12822 740 0,'0'0'807'0,"7"4"28"16,-7-4-123-16,0 3-148 0,0-3-136 0,0 0-102 0,0-3-67 15,0 3-44-15,0-4-31 0,0 4-32 0,7-4-32 16,-7-3-36-16,6 4-30 0,-6-2-23 0,6-2-12 0,-6 0-7 16,6 3-4-16,2-3 3 0,-8 0 4 0,6-5 5 15,0 5 7-15,-6-4 2 0,7 1 4 0,-7-2 3 0,0 1 4 16,0 0 2-16,0 0-1 0,0 0-4 0,0 0-3 0,0 0 0 15,-7-1-5-15,1 6-4 0,6-1-4 0,-6-5-4 16,-2 5-2-16,-4 0-4 0,6 0-4 0,-8 3-3 0,1-3-1 16,1 3-7-16,-8 4-4 0,0-3-13 0,1 6-12 15,-1-3-13-15,0 4-12 0,8 3-10 0,-8-3-15 0,7 7 0 16,0-3-2-16,0 2 0 0,7 1 6 0,6 4 13 0,0-1 11 16,0 0 11-16,6 2 12 0,0 2 3 0,8 4 9 15,-2 0 11-15,2 4 3 0,5 0 1 0,1-1 2 0,-1 0 12 16,7 1 10-16,-6 4 15 0,0-1 11 0,-1 0 15 15,1-4 18-15,-8 5 20 0,2-4 19 0,-2-1 8 0,-5-3 13 16,-7 0 11-16,0-4 7 0,0 1 2 0,0-5 0 0,0 2-8 16,-7-6-12-16,-5-2-12 0,4-1-17 0,-4-3-21 15,-1-4-19-15,0 3-17 0,-6-6-17 0,-1-1-11 0,7 0-16 16,-7-3-20-16,7-5-25 0,-6 2-27 0,-1-1-35 0,7-4-45 16,-7 0-52-16,8 1-67 0,-2-4-64 0,2-4-57 15,5 2-76-15,0 0-98 0,7-3-108 0,0 2-150 0,7 2-59 16,-7 4 7-16,13 5 34 0</inkml:trace>
  <inkml:trace contextRef="#ctx0" brushRef="#br1" timeOffset="86003.67">22488 12580 588 0,'0'0'805'0,"0"4"37"0,0-1-81 0,-6 5-131 0,6 3-126 16,-7 4-112-16,7-1-62 0,-6 4-30 0,6 7-27 16,0 2-14-16,-7 2-19 0,7 1-21 0,0 6-17 0,-6-3-9 15,6 3-15-15,0 1-14 0,0 0-9 0,0-1-15 0,0 1-14 16,0-4-18-16,0 1-19 0,0-2-21 0,-7-3-15 16,7-3-12-16,0-5-13 0,0-2-9 0,0-1-9 0,0-3-5 15,0-4-15-15,0 0-25 0,0-4-38 0,0-2-48 16,0-2-60-16,0 0-69 0,0-3-78 0,-6-3-71 0,6 0-72 15,0-5-99-15,6-3-104 0,-6 0-143 0,0 0-67 0,0-4-16 16,7 1 25-16,-7-2 42 0</inkml:trace>
  <inkml:trace contextRef="#ctx0" brushRef="#br1" timeOffset="86878.53">26708 12635 307 0,'0'-7'820'0,"0"0"41"0,0 2 21 15,0 3-130-15,0-3-133 0,-6 5-137 0,6 0-91 16,-6 0-60-16,6 5-43 0,-7-3-33 0,7 10-33 0,-7-1-31 16,7 0-30-16,0 3-16 0,0 5-7 0,0 3-3 0,7 0 1 15,-7-1-3-15,7 5-9 0,-1 0-12 0,0 3-9 16,1-3-13-16,-7 0-10 0,7-1-6 0,-1 1-9 0,1 0-10 16,-1-5-8-16,-6 5-6 0,7-8-4 0,-7 0-3 15,0 1-8-15,0-4-4 0,0-4-4 0,0 0-4 0,0 0-14 16,0-8 0-16,0 5 0 0,0-5 0 0,0-3 0 0,-7 4 0 15,7-4 0-15,0-4 0 0,0 4 0 0,0-3 0 0,0-1 0 16,0 0 0-16,0 1 0 0,7-2 0 0,-7 2 0 16,6-4 0-16,1 3 0 0,-7-2 0 0,6 1 0 0,8 2 0 15,-8-1 0-15,7 4 0 0,0 0 0 0,0 0 0 16,-1-5 0-16,-4 5-1 0,4 0-20 0,2 0-9 0,-2 0-14 16,1 0-15-16,1 0-16 0,-2 0-11 0,-5-2-4 0,6 2 1 15,-7 0-5-15,7 0-8 0,-6 0-18 0,0 0-18 16,-7 0-18-16,6 0-26 0,-6 0-47 0,0 0-62 0,0-4-64 15,-6 4-92-15,6-4-102 0,0-3-113 0,0 4-185 16,0-4-76-16,0-2-2 0,-7 6 36 0</inkml:trace>
  <inkml:trace contextRef="#ctx0" brushRef="#br0" timeOffset="103452.85">3048 10243 204 0,'0'-4'620'0,"0"0"-47"0,0 4-80 15,0-3-74-15,0 3-60 0,0 0-50 0,0 0-41 16,0-4-41-16,0 4-38 0,0 0-42 0,0 0-33 15,0 0-24-15,0 0-19 0,0 0-11 0,0 0-7 0,0-3-4 16,0 3-3-16,0 0-3 0,0 0 0 0,0 0 8 0,0 0-1 16,0 0 1-16,0 0-5 0,0 0-1 0,0 0-2 0,0 0-5 15,0 0-5-15,0 0-10 0,0 3-4 0,0-3-2 16,6 4 0-16,-6 3-2 0,6-3-3 0,-6 3 2 16,7-3-5-16,-7 4-1 0,7-5 0 0,-1 4-1 0,7 0-3 15,-6 1-1-15,-1-5 0 0,1 6-3 0,-1-3 2 0,7 1-2 16,-6 0-1-16,-1-2 0 0,8 2 2 0,-8 0 2 0,7 1 3 15,-7-1-1-15,1 3 1 0,6-2 1 0,-7 3 5 16,0 0-4-16,8-4-3 0,-8 5-2 0,1-2-1 0,6 1-1 16,-7 5 3-16,7-6-3 0,-6 1-5 0,6 0 3 0,-7 4-1 15,8-4 2-15,-2 0 0 0,-5 3 0 0,6-3-1 16,0 0 0-16,1 4 2 0,-2-4-1 0,-5 0 0 0,6 4 0 16,0-4 0-16,-7 3 1 0,8-2-2 0,-2-2 0 15,-5 5-4-15,6-5 4 0,0 2 2 0,-7 2-2 16,8-3-1-16,-8 0 1 0,7 4 1 0,0-5 2 0,0 6 2 15,-7-2 0-15,8-2 4 0,-2-2 8 0,2 5 6 0,-2-5 4 16,2 2 5-16,-1-1 5 0,-1-4 2 0,-4 4 1 0,4 0-3 16,1-4-7-16,-6 5-2 0,6-5-1 0,-7 5-3 15,8-6-2-15,-2 2-2 0,-6 3 0 0,8-1-3 0,-1 1 3 16,-7-3-2-16,8 2-2 0,-8 2 0 0,6-1 2 16,-4-4-1-16,-2 5 1 0,7-2 2 0,-6 1 2 0,6 0 2 15,-7 1 1-15,0 2 0 0,8-3 0 0,-8-1 1 0,7 2 1 16,-6 2 0-16,6-3-2 0,-7 0 0 0,8 4-2 15,-8-5-2-15,0 3 1 0,8-3-8 0,-8 1 4 0,0 0 0 16,7 0 1-16,-6 0-1 0,0-1 5 0,-1 2-1 0,6-1-1 16,-4 0 6-16,-2-1-9 0,0 5-3 0,8-4-1 15,-8 0-2-15,1 4-6 0,-1-4-1 0,7 0 0 0,-6 0-2 16,5 4 1-16,2-4 1 0,-8 0-2 0,1 3 1 16,-1-3-2-16,7 1 1 0,-6-1-2 0,5 0 1 0,-4 0 0 15,-2-1 0-15,7 1-1 0,-7 0 2 0,7 1-1 0,-6-2-1 16,-1-2 2-16,0 3 0 0,2-4-2 0,-2 4 2 15,0-4-1-15,1 4-1 0,0-3 0 0,-1 0 1 0,0-2-1 16,1 5 1-16,-1-3 0 0,1-1-2 0,0 4 1 16,-1-4 1-16,7 1 3 0,-6 3-3 0,-1-1-1 0,7 1 0 15,-7 0 0-15,1 4 3 0,6-4 0 0,-7-1-2 0,2 3 2 16,-2-3 1-16,7 5 0 0,-7-4 0 0,1 0 3 16,6 0-4-16,-7 0 0 0,0 0-1 0,8 0-2 0,-8 0 0 15,1-1 0-15,-1 1 0 0,1-3-1 0,-1 3 5 16,7-1-2-16,-6 2 1 0,0-1 0 0,-1 0 0 0,0 0 5 15,1 0 2-15,6 0 1 0,-7 0 2 0,1 3 5 0,-1 1 0 16,8-4 2-16,-8 4 0 0,8 0 0 0,-8-1-4 16,0-3-2-16,7 3-3 0,-6-2-3 0,-1 2 0 0,7-3-1 15,-7 1 0-15,8-2 2 0,-2 1 6 0,-5 0 2 16,6 1 3-16,-6-1-1 0,6-2 5 0,0 3 5 0,-1-1 1 16,-4 0-3-16,4 1-3 0,-5 2-1 0,6-3 0 0,-6-1 0 15,5 5-3-15,-6-4-5 0,2 5-4 0,-2-2 2 16,0-3-2-16,1 3-1 0,6 1-1 0,-6 0 0 0,-1-4 1 15,0 3-3-15,2-3 2 0,-2 1-4 0,0-4-2 16,0 2 0-16,1-3-2 0,0 3 0 0,-1-1-2 0,-6-6 2 16,7 5-1-16,-1-5 2 0,-6 5 1 0,0-5 1 0,6 0 2 15,-6-3 4-15,0 5 3 0,0-5 1 0,8 3 3 16,-8-3 4-16,0 4 1 0,0-4 0 0,0 3 0 0,0-3-5 16,0 4-3-16,0-4 0 0,0 4-4 0,0-4 1 0,0 0-7 15,0 3-2-15,0-3-3 0,0 4 2 0,6-4-1 16,-6 4 0-16,0-4 0 0,0 0-4 0,0 0 3 0,0 3 1 15,0-3 3-15,0 0-1 0,0 0-1 0,0 4-1 16,0-4 1-16,0 0 0 0,0 0-1 0,0 0-2 0,0 3 1 16,0-3 0-16,0 0 3 0,0 5 4 0,0-5 0 0,0 0 2 15,0 3 3-15,0-3 9 0,0 4 0 0,0-4 2 16,0 3 1-16,0-3-1 0,0 0 1 0,0 4-2 0,0-4-3 16,0 0-6-16,0 4 1 0,0-4-1 0,0 0-3 15,-6 0-4-15,6 0-2 0,0 0 1 0,0 0 0 0,0 0 1 16,0 0-3-16,0 0-1 0,0 3 1 0,0-3 0 0,0 0 0 15,0 0 0-15,0 0 1 0,0 0-1 0,0 0 3 16,0 0-3-16,0 0 1 0,0 0 0 0,0 0 3 0,0 0 0 16,0 0-1-16,0 0 0 0,0 0 1 0,0 0 1 15,0 0 2-15,0 0-2 0,0 0-3 0,0 0 1 0,0-3-2 16,0 3 0-16,0 0-3 0,0-4-1 0,0 4 0 0,0-4 0 16,0 4 1-16,0-3-2 0,0-1-2 0,6 1 2 15,-6-5-1-15,0 1 2 0,6 3-2 0,-6-3 1 0,6-4 0 16,-6 7-1-16,8-4 3 0,-8 2 2 0,6 2-2 15,-6-3 0-15,6 3-1 0,-6-3 0 0,7 3 2 0,-7-3-1 16,6 2 2-16,-6-1-2 0,7-2 0 0,0 2 0 0,-7-2 0 16,6-1 2-16,0-1-4 0,0 0 3 0,2-2-3 0,-2 1 2 15,-6 0 0-15,6-4 0 0,1 8-1 0,0-4 0 16,-1 0 1-16,1 3 0 0,-7 1 2 0,6 1-3 16,0-2 1-16,-6 0 0 0,7 5 1 0,-7-4 2 0,7 2-2 15,-7-1 0-15,6 2-1 0,-6 0 3 0,6 1-1 0,1-5-3 16,-7 5 1-16,7-4 0 0,-1-1-2 0,1 1 0 0,-1-1 0 15,0 2-1-15,1-2 1 0,0-3 0 0,-1 4 1 16,0-1 0-16,8 0 2 0,-1-2 0 0,0 2-1 16,0-3-1-16,-1 4 0 0,2-1 2 0,5-2-1 0,-6 2-1 15,0 1-2-15,1 0 3 0,-2 0 2 0,8-1 1 0,-7 1-1 16,0 0-2-16,0-1 1 0,-7 1 0 0,8 0 3 0,-8 3-3 16,7-3 1-16,-6-1 0 0,-1 4-1 0,1-3 1 15,-7-1-2-15,6 5-2 0,0-4 1 0,2-1 0 16,-2-3-1-16,-6 4 0 0,6 0 2 0,1 0-1 0,-1-4 1 15,1 4-2-15,-1-5 0 0,-6 1 1 0,13 4 1 0,-6-5 0 16,0 2 0-16,5-1 0 0,2 0 0 0,-8-1 4 0,7 2-4 16,0-1 0-16,-6 0 0 0,5 4-2 0,2-4 0 15,-8 3 4-15,7-3 0 0,0 1-1 0,-6 2 2 16,5-3 0-16,-4 4-3 0,4-1 0 0,-6-3 1 0,1 4-1 16,6 0-1-16,-6-5 1 0,-1 5-3 0,0-4 3 0,8 4 0 15,-8-3 1-15,0-2-1 0,8 1 1 0,-8 0-1 0,7-3 0 16,1 3 3-16,-2 0-3 0,2-5 1 0,-2 6 0 15,2-1 1-15,-1 0-2 0,-1 0 0 0,2 0-1 16,-2 0 0-16,8 0 1 0,-7-4-1 0,1 4 1 0,4-4 0 16,-4 4-2-16,5-3 2 0,-5-1 0 0,4 4 1 0,-4-3 0 15,-1-1 0-15,7 0-1 0,-8 1 0 0,2-1 1 0,5 1-1 16,-6-1 0-16,0 0-2 0,0 0 1 0,0 1-1 16,1-1 0-16,5 0 0 0,-6 1 0 0,0-1 1 0,-1 1 1 15,2-1-3-15,5 0 2 0,-5 0-1 0,-2 1-2 16,8-1 0-16,-7 1 0 0,7-1-2 0,-8 0 2 0,2 1 1 15,6-4 2-15,-8 2 0 0,1 2 1 0,0-4 1 0,6 3 0 16,-5 1 1-16,-1-5-2 0,0 4-3 0,0-3-4 16,7 4-6-16,-8-1-5 0,2-4-7 0,-2 6-3 15,8-3-7-15,-7 1-4 0,0 0-3 0,0 1-2 0,0 3 2 16,0-3 1-16,0 3 4 0,-7 0 0 0,8 0-2 0,-2-1 3 16,2 1-2-16,-1 2 0 0,-7-8-2 0,8 7-4 0,-8 0-6 15,7-2 3-15,-6 1 4 0,5-3 2 0,-5-2 2 16,6 2-1-16,0 0 0 0,0-1 0 0,0 0 0 15,0 1-3-15,0-1-6 0,0 0-6 0,1 1-7 0,-2-1-4 16,1 0-2-16,-6 3-1 0,6-2 4 0,-1 3 5 0,-4 0 7 16,-2-3 7-16,6 3 11 0,-4 0 6 0,-2 0 9 0,0 4 7 15,1-4 5-15,-1-1 0 0,1 2 2 0,0-1 1 16,-1 3 2-16,0-2 0 0,0-2 1 0,-6 5 1 0,8 1 1 16,-8-3 0-16,6 1 0 0,-6 2 0 0,0 2 0 15,0 0 2-15,6 1 0 0,-6 3 0 0,0-3-1 0,0 3-2 16,0-5-1-16,7 5-1 0,-7-3 0 0,0-1-1 0,6 0 2 15,-6 1-1-15,7-1-7 0,-7-3-1 0,7 0-6 16,-1-5-4-16,0 2-3 0,1-1-1 0,6 0-1 0,0-4 0 16,0 0 6-16,0-4 2 0,7 2 5 0,-8 6 4 15,2-5-6-15,-1 10-5 0,0-2-7 0,-6 2-1 0,-1 1-1 16,0 1 0-16,-6 1 0 0,0 3 3 0,6-5 9 0,-6 5 8 16,0 0 12-16,0 0 9 0,-6 0 6 0,6 0 7 15,0 0 1-15,0 0 2 0,0 0 2 0,-6 0-5 0,6-2 0 16,0 2-9-16,0 0-2 0,0 0-5 0,0-4-1 0,-6 4 0 15,6 0 1-15,0 0 6 0,0 0-1 0,0 0 3 16,0 0 3-16,0 0 2 0,0 0 4 0,0 0 1 16,-7 0-6-16,7 0-1 0,0-4-4 0,0 4-1 0,0 0-4 15,0 0-7-15,0 0-2 0,0 0-2 0,0 0 1 0,0 0-2 16,7 0-3-16,-7 0 1 0,0 4 0 0,0-4 3 0,0 4-1 16,0-4 1-16,6 7 0 0,-6-4 0 0,0 1 0 15,0 4 0-15,6-1 0 0,-6 0 1 0,0 4 0 16,6-3 0-16,-6 3 2 0,8-4 0 0,-8 3 5 0,6 2 2 15,-6-1-2-15,0 0 4 0,6-1 0 0,-6 2 2 0,7-1 3 16,-1-1 4-16,1 2 2 0,0-1 3 0,-7 3 4 0,6-3 3 16,0 0 2-16,-6 0 3 0,7 4 0 0,0-1 5 15,-1-3 2-15,0 4 4 0,1-3-5 0,0 2-5 16,-1-3-2-16,1 0-5 0,-1 0-2 0,0 0-11 0,1 0-7 16,0 0-7-16,-1 3-2 0,0-3 7 0,1 0 2 0,0 1 3 15,6-2 2-15,-7 2 3 0,7-5 1 0,-6 3 0 0,5-2 1 16,-4 3-10-16,4-4-1 0,-5 1-3 0,6-1-1 15,-7 1-3-15,1-1-2 0,-1 4 1 0,0-4 1 16,2 0 3-16,-2 0-2 0,-6 4-2 0,6-3 2 0,-6 0 1 16,7-2 0-16,0 6 0 0,-7-5-1 0,6 4 1 0,-6-4 0 15,6 4-2-15,1-3-2 0,-1 3-1 0,1 0 1 0,0-4 1 16,-1 4-1-16,0-4-1 0,1 0 2 0,0 5-1 16,-1-4 1-16,7-2 0 0,-6 2-2 0,6-1-1 15,-7 1 2-15,8-1-1 0,-8 0-1 0,0 0 1 0,7 1 0 16,-6-2 1-16,-1 6-1 0,1-5 0 0,-1 0 1 0,0 1 1 15,2-1-1-15,-2 4 1 0,-6-4-1 0,6 1-1 0,-6-2 2 16,7 2 2-16,0 1 10 0,-1 1 7 0,0-3 3 16,1 4 2-16,-1-4 2 0,1 4 0 0,0-3 0 15,-1-1-3-15,0 4-12 0,1-4-6 0,0 4-3 0,-1-3 0 16,0 2-2-16,1-2-2 0,0 3 3 0,-1-3-2 0,1 3-1 16,5-4 1-16,-4 4 0 0,-2 0-2 0,0-1 0 0,7-2 3 15,-6 3-2-15,-1-1 2 0,1 2 0 0,5-1-2 16,-4-4 0-16,4 4 1 0,-6 5 1 0,8-6-3 0,-8 1 0 15,7 0 2-15,-6 0 0 0,6 0-2 0,-7-1 3 16,0 2 0-16,8-1-1 0,-8 0 1 0,1-1 3 0,6 2-2 16,-6 2 0-16,-1-3 2 0,0 1-3 0,8-1 1 0,-8 0-1 15,0-1 0-15,1 1-2 0,0 0 1 0,-1 1 0 16,1-2 0-16,-1 1-1 0,-6 0 1 0,6 1 0 0,1-1 0 16,0 0 0-16,-7-5 0 0,6 6-1 0,-6-1 1 15,6-4 0-15,-6 4 1 0,8 0 0 0,-2-4-1 0,0 8 2 16,1-4-3-16,-1 0 1 0,1 0 1 0,6-4-2 0,-7 4 1 15,0 4-1-15,2-4 1 0,-2 0-1 0,0 0 1 16,1 0-1-16,-1 4 2 0,8-5-2 0,-8 1-1 0,0 0 0 16,1 0 0-16,0 0 1 0,5 0 0 0,-5 0-1 15,0 1 0-15,-1-1 0 0,7-4 0 0,-7 4-3 0,8 3 0 16,-8-3 2-16,7 4 1 0,-6-4 1 0,6 4-1 0,0 0 1 16,-7-5 0-16,7 5 3 0,1 0 1 0,-2-1-5 15,1 4 0-15,-6-3-3 0,6 4 2 0,-1-1 1 0,-4 0-1 16,4 0 0-16,-5-3 0 0,6 4 0 0,-7-5 0 0,1 0 1 15,6 1 0-15,-6 0 0 0,-1-1 0 0,7-2-1 16,-6-1-1-16,-1 0 3 0,7-1-2 0,-6 2 0 0,6-5-1 16,-7 4 0-16,8 1 1 0,-2-6-7 0,-5 5 3 15,6 1 0-15,-7-2 1 0,7 1-6 0,1 0-6 0,-8 4-4 16,7-4 0-16,-6 3 6 0,5 1-4 0,-5 0-1 0,6-1 0 16,-6 1 8-16,-1 3 5 0,7-2 4 0,-6-2 0 15,-1 4 1-15,7-3 0 0,-7 0-5 0,8 3-4 0,-8-3-3 16,8-1-1-16,-8 1 0 0,6-4 0 0,-5 4-1 15,0-5 1-15,-1 5 6 0,1-3 3 0,-1-2 2 0,0 1 0 16,2 0 1-16,-2 1 0 0,0-2 2 0,0 0 0 0,-6 6 2 16,8-5 0-16,-2-1 3 0,0 6-2 0,-6-2 1 15,7 0 1-15,-1-2-3 0,1 2 0 0,0-3-2 0,-7 1 0 16,6-2-2-16,0 1 2 0,0-4 1 0,2 1-1 16,-8 0 1-16,6-2-2 0,0 2 0 0,-6-5 1 0,7 0 0 15,-1 2 0-15,-6-1-6 0,7-1 1 0,-7 2 2 0,7-3 0 16,-7-2-1-16,0 4 1 0,0-4 2 0,0 0 2 15,6 4 2-15,-6-4 2 0,0 0-2 0,0 4 2 0,0-4-4 16,0-4 3-16,0 4-1 0,0 0-3 0,0 0-3 16,0 0-3-16,0-4-7 0,0 4-8 0,0 0-13 0,0-4-15 15,0 4-21-15,0-2-28 0,0 2-28 0,0 0-42 0,0 0-42 16,-6 0-42-16,6-5-45 0,0 5-71 0,-7-3-81 16,0-1-92-16,7-1-135 0,-6 5-67 0,-1-3-34 0,1 3-6 15,-8-3 23-15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6.1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2468 9979 600 0,'-13'0'746'0,"0"3"16"0,6-3-98 0,-5 0-127 0,4 0-101 0,-4 0-89 16,5 5-53-16,1-5-25 0,-8 3-8 0,8-3-12 15,6 0-16-15,-6 0-14 0,0 0-25 0,6 0-27 0,0 0-24 16,-8 0-18-16,8 0-16 0,0 0-15 0,0 0-12 0,0 0-8 16,0 0-12-16,0 0-3 0,0 0-4 0,8 0-4 0,-2 0 4 15,0 0 10-15,0 0 11 0,8 0 4 0,-1 0 1 0,7-3 0 16,-1 3-4-16,0 0-2 0,1 0-7 0,6 0-12 0,6 0-13 15,-6 0-9-15,7 0-3 0,-1 0-6 0,1-5-2 16,0 5-5-16,0 0-5 0,6 0-3 0,-7-3-2 0,1 3-1 16,-7 0-1-16,6 0-3 0,-5 0-1 0,-1 0 2 0,-1 0-1 15,1-4 1-15,-6 4-1 0,0 0-1 0,-1 0 0 16,-6-3 3-16,0 3-1 0,-7 0-1 0,8-4 3 0,-8 4-3 16,1 0 1-16,-7 0 0 0,6 0 0 0,-6 0 1 0,0 0 2 15,0 0-1-15,0 0-1 0,0 0 2 0,0 0-3 16,0 0-7-16,-6 0-16 0,6 0-28 0,0 0-34 0,0 0-42 15,-7 0-49-15,1 0-62 0,6 4-70 0,-7-4-72 16,7 0-65-16,-7 0-93 0,1-4-109 0,0 4-139 0,6 0-85 16,-7-4-25-16,7 1 3 0,0 3 42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7.1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3731 11441 174 0,'0'0'384'0,"0"-4"-39"0,-6 4-27 0,6 0-6 15,0-4 3-15,-6 4 4 0,6 0-1 0,-7 0-5 0,7-3-9 16,-7 3-14-16,7 0-21 0,0-4-26 0,-6 4-30 0,6 0-21 15,-7-4-6-15,1 4 4 0,-1 0 4 0,7 0 3 16,-7-3-1-16,1 3-5 0,0 0-3 0,0 0 2 0,-8 3-7 16,8-3-10-16,-7 0-13 0,6 4-9 0,-6-4-4 15,7 0-3-15,-8 0-6 0,2 4-8 0,5-4-10 0,-6 0-9 16,0 3-11-16,0-3-8 0,0 4-8 0,0-4-10 0,0 4-8 16,0-4-7-16,0 0-9 0,0 3-11 0,-1-3 2 15,8 0-2-15,-7 3-4 0,7-3-5 0,-1 0-4 0,1 0-2 16,-1 0-3-16,7 0-3 0,-6 0-3 0,6 0-9 0,6 0-4 15,1 0-5-15,-1 0-1 0,7-3-3 0,-6 3 1 16,13 0 3-16,-1 0-2 0,0 0 4 0,8 0 1 0,-8 0-1 16,13 0 0-16,-6 3 0 0,0 1 1 0,7-4-1 15,-1 0 3-15,1 5-1 0,-1-5 0 0,1 3 1 0,-1-3-1 16,2 3-2-16,-2 2 1 0,1-2 0 0,0-3-1 0,-7 3 0 16,-1-3 5-16,1 0-4 0,0 5 1 0,1-5 2 15,-8 0-2-15,-6 0 0 0,7 3-1 0,-7-3 0 0,-1 0-6 16,2 0 4-16,-2 3 1 0,-4-3 0 0,4 0 0 15,-5 0-1-15,-1 0 1 0,-6 0 1 0,7 5 0 0,-7-5 0 16,6 0 0-16,-6 0-1 0,0 0 2 0,7 0 1 0,-7 0-4 16,0 0-10-16,0 0-12 0,0 0-19 0,0 0-28 0,-7 0-35 15,7-5-43-15,-6 5-51 0,-1 0-64 0,7 0-66 16,-6 0-67-16,-1 0-60 0,1 0-100 0,0-3-103 16,-8 3-135-16,8 3-76 0,-1-3-29 0,0 5 11 0,1 2 43 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7.7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4741 12697 538 0,'-13'0'823'0,"-7"4"35"0,7-4 31 0,0 0-128 0,-7 4-173 0,8-4-138 16,-1 3-84-16,-1-3-41 0,8 4-19 0,-6-4-22 15,4 0-44-15,8 3-49 0,-6-3-50 0,6 0-42 0,6 0-27 16,2 0-12-16,4 0-9 0,1 0-1 0,0 0 2 0,14 0 0 16,-2-3 14-16,1 3 12 0,6-4 3 0,8 1-2 0,-7-1-7 15,6 0-8-15,-1 1-5 0,-5-1-5 0,7 4-13 16,-8 0-12-16,7 0-7 0,-6 0-4 0,-1 0 2 0,-6 4 2 15,0-4-2-15,1 3-2 0,-2 5 0 0,-5-5 1 16,0 1 1-16,-8 3 2 0,1-4-6 0,-6 6-4 0,6-6-1 16,-7 0-2-16,-6 1-2 0,7 0-2 0,0-4-3 0,-7 3 1 15,6-3-5-15,-6 0-11 0,0 0-21 0,0 0-35 16,0 0-49-16,0 0-63 0,-6 0-79 0,-1 0-97 0,0 4-88 16,1-4-123-16,6 0-141 0,-13-4-184 0,6 4-71 15,1-3-28-15,-1 3 22 0,1 0 58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8.6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5698 14152 179 0,'-12'3'738'0,"-2"1"23"0,8 1-8 0,-7 1-133 0,6-6-131 15,0 3-122-15,1-3-91 0,6 4-55 0,-6-4-37 0,6 0-20 16,0 0-20-16,0 0-14 0,6 0-12 0,0-4-10 0,1 4 1 15,6-3 3-15,0-1 8 0,7 2 9 0,-1-3 4 16,1 5 7-16,0-4-8 0,6 1-8 0,-1 3-12 0,1 0-6 16,0 3-9-16,1 1-9 0,5 1-15 0,-6 1-10 15,7 1-9-15,-1 0-5 0,-5 0-9 0,5 5-9 0,-6-5-8 16,7 4-5-16,-7-4-5 0,-1 1-5 0,1-1 0 0,1 1-2 16,-8-5-1-16,0 1-1 0,1-4 1 0,0 0 0 15,-7 4 1-15,7-4-1 0,-14 0-1 0,7 0-1 0,-6 0 1 16,-1 0-9-16,1-4-16 0,-7 4-24 0,6 0-35 15,-12-4-48-15,6 4-59 0,-7 0-65 0,7-3-62 0,-6 3-59 16,-1 0-81-16,0-4-91 0,1 4-91 0,0-4-122 0,6 1-57 16,-7-1-15-16,0-4 21 0,7 5 45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9.1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6714 12958 195 0,'-12'0'753'0,"4"-5"33"0,8 5-10 0,-6 0-116 15,0-3-112-15,6 3-107 0,0 0-79 0,-7 0-46 16,7-4-28-16,-6 4-23 0,6 0-30 0,0 0-31 0,0 0-31 16,0-3-22-16,0 3-11 0,6 0-8 0,1 0-2 15,5 0-4-15,2-4 4 0,5 4-3 0,1-3-4 0,0 3-8 16,6-4-9-16,-1 4-7 0,8 0-12 0,6 0-10 0,-6 0-15 15,6 4-9-15,-1-1-6 0,2 1-11 0,-1-1-12 16,6 1-10-16,-5-1-4 0,-1 2-3 0,0-5-1 0,-1 3 0 16,-5 1-3-16,7-4-1 0,-8 3 1 0,-6-3-2 15,0 0 0-15,0 0 1 0,-6 0 0 0,-8 0-2 0,2 0 2 16,-1 0-1-16,0 0-6 0,-7 0-9 0,1 0-15 0,-7 0-25 16,0 0-36-16,0 4-49 0,-7 0-60 0,1-1-69 15,-1 1-70-15,1 0-70 0,-1 3-88 0,1-7-111 0,0 3-126 16,-8-3-138-16,8 0-55 0,-1 0 11 0,7 0 41 0,-6 0 63 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39.8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7821 11606 302 0,'0'-5'832'0,"0"5"33"15,-6-3 41-15,6 3-101 0,0 0-159 0,0 0-159 16,0 0-112-16,0 0-63 0,0 0-34 0,6 0-25 0,1 0-28 16,6-4-33-16,0 4-27 0,7 0-17 0,-1-3-4 0,1 3-6 15,6 0-2-15,6 0-8 0,-5 3-7 0,11-3-9 0,-11 4-12 16,11-4-12-16,-5 3-10 0,-1 2-10 0,-5-2-12 15,5 2-10-15,-6-2-7 0,1 4-5 0,-1-3-1 16,-1 3-4-16,-5-3 1 0,-7 0-10 0,6-1-20 0,-5 1 0 16,-8-1 0-16,7-3 0 0,-7 4 0 0,1-4 0 0,0 0 0 15,-7 4 0-15,6-4 0 0,-6 0 0 0,6 0 0 0,-6 0 0 16,0 0 0-16,0 3 0 0,-6-3 0 0,6 0-22 0,-6 0-155 16,-1 4-70-16,0-4-83 0,1 4-87 0,0-4-73 15,-1 3-100-15,1-3-102 0,-1 3-117 0,0-3-113 16,1 0-35-16,0 0 22 0,6 0 55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1.1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10010 11437 56 0,'-7'0'746'0,"7"4"48"0,-6-4 39 0,-1 0-88 0,7 0-105 16,-7 3-108-16,1-3-99 0,6 0-58 0,0 0-38 16,-6 0-33-16,12 0-34 0,-6 0-36 0,6 3-39 0,1-3-28 15,6 0-9-15,0 0-1 0,7-3 0 0,6 3-2 0,-7 0-11 16,13 0-11-16,-5 0-5 0,5 0-9 0,1 0-12 15,-1 0-15-15,1 0-17 0,0 3-9 0,0 1-27 0,-8 1-39 16,7-5 0-16,2 6 0 0,-9-6 0 0,1 8 0 16,1-5 0-16,-8 5 0 0,0-5 0 0,1 2 0 0,0-1 0 15,-1 2 0-15,-5-6 0 0,-2 4 0 0,2 0 0 0,-8-1 0 16,7-3 0-16,-7 4 0 0,1-4 0 0,0 0-70 0,-7 0-73 16,6 0-39-16,-6 0-43 0,0 0-51 0,-6 0-57 15,6 0-56-15,-7-4-66 0,0 4-85 0,7-3-107 0,-6-1-140 16,0 4-83-16,-1-4-36 0,7 4 14 0,0 0 39 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1.9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11234 12793 208 0,'-6'0'745'0,"-1"-4"41"0,0 4 12 0,1 0-126 0,0 0-125 15,6-4-127-15,-6 4-75 0,6 0-36 0,0 0-29 0,0-3-24 16,0 3-23-16,0 0-23 0,6 0-27 0,-6-4-11 16,6 4-16-16,0 0-9 0,8 4-1 0,-8-4 2 0,7 0 0 15,1 3-10-15,4 1-7 0,2 0-8 0,-7 3-6 16,7-4-14-16,6 2-12 0,-7-2-17 0,7 4-12 0,-6-3-9 15,6 0-11-15,0 3-9 0,-7-4-9 0,8 1-10 0,-8 0-4 16,0-4-2-16,1 3-3 0,0 2-4 0,-1-5 2 16,-5 0-11-16,-8 0-12 0,7 0-23 0,-6 0-30 0,6 0-38 15,-13 0-38-15,6 0-49 0,0-5-62 0,-6 5-62 16,0-3-59-16,0 3-63 0,0-4-96 0,0-3-106 0,0 0-146 16,0 3-76-16,-6 0-29 0,6 4 13 0,0 0 34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2.5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12309 14181 756 0,'-7'3'876'0,"-6"-3"34"0,7 5-49 0,-8-3-141 16,2-2-163-16,-1 5-120 0,-1-2-63 0,2-3-33 0,6 4-27 16,-2-4-26-16,2 0-35 0,0 0-33 0,6 0-31 15,0 0-29-15,6-4-30 0,0 4-20 0,8-3-11 0,-2 3-15 16,8-5-5-16,-1 3-3 0,7 2 0 0,1-5-5 15,5 5-6-15,1-3-9 0,-1 3-10 0,1 0-3 0,6 0-43 16,-6 0 0-16,6 0 0 0,-7-4 0 0,1 4 0 0,6 4 0 16,-13-4 0-16,6 0 0 0,-5 3 0 0,-1 2 0 0,0-5 0 15,-7 2 0-15,1 3 0 0,-8-2 0 0,2 1 0 16,-1-4 0-16,-7 4 0 0,7-4-80 0,-13 3-32 0,7-3-36 16,-1 0-42-16,-6 0-56 0,0 0-63 0,-6 0-67 15,-1 0-58-15,1 0-92 0,-1 0-113 0,1 0-135 0,-7 0-105 16,7 0-37-16,-2 4 6 0,-4-4 43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3.2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13350 12968 5 0,'-6'0'727'0,"6"0"42"0,-6 0-1 0,6 0-104 0,-7-3-104 16,7 3-94-16,-6 0-92 0,6 0-65 0,0-4-37 15,6 4-24-15,-6-3-20 0,7 3-19 0,-1 0-23 0,8-5-15 16,-2 2-17-16,8 3-9 0,-1-4-9 0,1 4-14 0,0 0-13 16,6-3-11-16,-1 3-9 0,1 0-7 0,7 0-3 15,-7 3-7-15,0-3-5 0,7 4-4 0,-7-1-6 0,0 2-5 16,0 2-3-16,-7-4-8 0,8 1-8 0,-8 0-6 15,0-1-6-15,1-3-5 0,0 4-5 0,-7-4-3 0,7 0-2 16,-8 0-2-16,1 0-9 0,0-4-19 0,-6 1-30 0,6 3-33 16,-6-4-42-16,-7 0-51 0,6 4-63 0,0-3-66 15,-6-1-57-15,0 1-54 0,7-2-81 0,-7 2-90 0,-7-1-103 16,7-3-113-16,0 0-45 0,0 0 11 0,0 7 18 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3.8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14392 11536 500 0,'-12'0'787'0,"6"-3"47"0,-8 3-27 0,8-5-117 16,-1 5-113-16,1 0-109 0,-8 0-74 0,14 0-48 15,-6 0-44-15,6 0-38 0,0 0-35 0,6 0-30 0,1 0-24 16,6 0-14-16,0 0-4 0,1-3 5 0,12 3 10 16,-7 0 5-16,7 0 0 0,0-4-7 0,7 4-14 0,-7 0-12 15,6 4-14-15,1-4-117 0,-1 0-13 0,1 3 0 0,-1 2 0 16,1-2 0-16,-1 1 0 0,-5-1 0 0,5 1 0 16,-6 0 0-16,0-1 0 0,1 1 0 0,-2 0 0 0,-5-4 0 15,0 3 0-15,-1-3 0 0,-6 0 0 0,6 0 0 16,-5-3 0-16,-8 3 0 0,8 0 0 0,-8-4 0 0,-6 4 0 15,6-4-9-15,-6 4-197 0,0-3-39 0,0 3-53 0,0 0-59 16,-6-4-61-16,6 4-64 0,-6 0-101 0,-2-4-122 16,2 4-179-16,0-3-68 0,-1 3-8 0,0-4 36 0,1 1 57 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4.4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15500 10115 625 0,'-13'3'831'0,"-1"1"43"16,8-4-12-16,0 3-133 0,0 1-141 0,-1-4-125 0,0 0-81 15,1 3-54-15,6-3-36 0,6 0-31 0,-6 0-28 16,14 0-29-16,-8 0-16 0,6 0-5 0,8-3 0 0,0 3-3 16,-1-4-6-16,7 4-12 0,1-3-15 0,-1 3-16 15,0-4-17-15,0 1-57 0,7 3-57 0,-8-4 0 0,8 4 0 16,0 0 0-16,-8 0 0 0,9 0 0 0,-9 0 0 0,1 0 0 16,7 4 0-16,-7-4 0 0,-6 3 0 0,6-3 0 0,-7 4 0 15,1-1 0-15,-1-3 0 0,-6 4 0 0,0-1 0 16,-6 2 0-16,6-5 0 0,-7 3 0 0,0-3 0 0,2 4 0 15,-2-4 0-15,-6 0 0 0,6 0 0 0,-6 3 0 16,0-3-73-16,0 0-83 0,0 0-38 0,0 0-39 0,-6 0-47 16,6 4-51-16,-6-4-51 0,-2 4-45 0,2-4-74 0,0 3-102 15,6-3-126-15,-7 0-115 0,7 0-51 0,-6 0 4 16,-1 4 31-16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5.4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16594 11456 464 0,'-6'-5'642'0,"-1"5"-51"0,7 0-74 0,0 0-57 16,-7 0-41-16,7 0-35 0,0 0-30 0,0-4-38 0,0 4-34 16,0 0-21-16,0-3-9 0,0 3-9 0,0 0-2 0,0 0 2 15,7 0-2-15,-7 0-2 0,7 0-8 0,-1 0-10 16,7 0-12-16,-7 0-15 0,8-3-16 0,6 3-17 0,-8 0-20 16,15 0-20-16,-9 0-16 0,9 3-16 0,-1-3-18 15,0 0-12-15,0 3-15 0,7-3-10 0,-7 4-8 0,0 1-7 16,7-5-8-16,-8 3-4 0,1-3-1 0,-6 3-3 0,6-3 1 15,-7 0-2-15,1 0-2 0,0 0 2 0,-7 0 1 16,6 0-3-16,-12 0 0 0,5 0-1 0,-4 0-1 0,-2 0 1 16,-6 0-6-16,6-3-11 0,-6 3-15 0,0 0-23 15,0 0-34-15,0 0-39 0,0 0-47 0,0-3-52 0,-6 3-55 16,6-5-56-16,-6 5-58 0,-2-4-49 0,8 4-78 0,-6-3-85 16,0 0-92-16,-1-1-140 0,1 4-44 0,-1-4 17 15,7 4 39-15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6.1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17629 12800 323 0,'0'0'842'0,"0"0"48"0,0 0 42 16,-6 0-139-16,6 0-158 0,0 0-136 0,0 0-86 15,0 0-54-15,6 0-33 0,2 0-22 0,4 3-24 0,2-3-29 16,5 0-27-16,1 0-32 0,-2 0-21 0,9 0-18 0,-1 5-15 16,6-5-22-16,-5 3-19 0,11-3-18 0,-5 7-11 15,-1-3-8-15,1-4-14 0,7 7-46 0,-8-3 0 0,1-1 0 16,-1 1 0-16,1 0 0 0,-1-4 0 0,-6 3 0 16,1 2 0-16,-8-5 0 0,0 0 0 0,1 3 0 0,-7-3 0 15,7 0 0-15,-14 0 0 0,7 0-15 0,-7 0-70 0,1 0-27 16,-7 0-34-16,7-3-43 0,-7 3-40 0,-7 0-50 15,7 3-53-15,-7-3-49 0,1 3-50 0,-7-3-82 0,7 0-101 16,-8 4-115-16,2 0-106 0,-8-1-44 0,7 0 5 16,-7 6 34-16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6.8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18933 14173 728 0,'-14'-3'804'15,"8"3"32"-15,-7 0-96 0,-1-4-136 0,2 4-129 16,-2 0-87-16,8 0-38 0,-7 0-21 0,0 0-10 0,6 0-5 16,1 0-15-16,0-2-28 0,-2 2-40 0,8 0-40 0,0 0-29 15,0-5-22-15,0 5-15 0,8-4-14 0,-2 1-10 16,0-2-11-16,14 2-5 0,-7 0-5 0,13 3-2 0,-6-4-3 15,-1 0-6-15,7 4-9 0,0-3-11 0,1 3-4 16,5 0-6-16,-6 0-36 0,7 0-3 0,-7 0 0 0,6 3 0 16,1-3 0-16,-7 4 0 0,-1-4 0 0,2 4 0 0,-1-4 0 15,-6 3 0-15,6 0 0 0,-7-3 0 0,1 5 0 0,-8-2 0 16,8 1 0-16,-7 1 0 0,-6-3 0 0,6 2 0 16,-7-1 0-16,0 1-49 0,2 0-55 0,-2-1-38 0,0 2-41 15,-6-3-47-15,0 3-46 0,0-2-54 0,0 1-52 16,0-4-39-16,0 0-52 0,-6 0-78 0,6 0-92 0,0-4-131 15,0 4-61-15,0-3-18 0,0 3 19 0,0-5 38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7.5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20072 12946 637 0,'-6'0'749'0,"-1"0"4"0,0-3-103 0,1 3-100 15,0-4-78-15,-2 4-71 0,2-3-56 0,6-1-34 16,-6 4-24-16,6-4-22 0,0 4-28 0,0-3-25 0,0 3-26 16,0-4-19-16,12 4-20 0,-4-5-12 0,-2 5-4 0,7-2 0 15,7 2 1-15,-8-5-2 0,8 5-5 0,0 0-13 16,-1 0-11-16,1 0-6 0,6 0-9 0,0 0-10 0,-7 5-8 15,7-5-10-15,-6 0-12 0,-1 2-9 0,7-2-7 16,-6 5-7-16,-1-5-6 0,-5 4-4 0,6-4-4 0,-8 0-4 16,1 3-2-16,0-3 1 0,0 0-2 0,-7 0-9 0,8 0-16 15,-8 0-24-15,1 0-33 0,-1 0-37 0,-6-3-47 16,7 3-59-16,-1-4-72 0,1 4-67 0,-1 0-62 0,-6-5-80 16,7-2-98-16,0 4-110 0,-7-4-165 0,6 3-37 15,0-2 11-15,1 1 41 0,0-2 54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8.2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21088 11587 315 0,'0'0'710'0,"-6"0"29"0,6 0-74 16,-7 0-105-16,7-4-86 0,0 4-77 0,0-3-72 0,-7 3-46 16,7 0-33-16,0 0-20 0,7-4-17 0,-7 8-11 15,0-4-7-15,7 0-9 0,-1 0-4 0,1 0-2 0,5 0-1 16,-5 0-1-16,12 0-2 0,-5 0-8 0,5 0-12 0,-6 3-12 16,6-3-11-16,8 0-13 0,-8 0-11 0,0 0-12 15,8 4-9-15,-7-4-15 0,6 0-12 0,-7 0-13 0,7 0-11 16,-6 0-6-16,0-4-7 0,-8 4-5 0,8-3-5 15,-7 3-2-15,-1-4-4 0,2 4-5 0,-1-4-10 0,-7 1-19 16,1 3-24-16,-1-4-31 0,1 4-37 0,-1-3-43 0,1 3-49 16,-7-4-59-16,0 4-60 0,0 0-53 0,0 0-55 15,0-4-89-15,7 4-91 0,-7 0-121 0,0 0-84 0,0 0-29 16,0 0 6-16,0 0 37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8.9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22123 10140 769 0,'0'0'807'16,"-6"0"42"-16,0-3-79 0,6 3-128 0,-7 0-125 0,7 0-109 16,0 0-65-16,0-5-39 0,0 5-24 0,7 0-24 0,5 0-32 15,2-3-30-15,-2 3-26 0,8 0-17 0,6 0-16 0,-7 0-17 16,14 0-15-16,-1 0-16 0,-5 0-10 0,5 3-9 15,8-3-7-15,-8 0-7 0,1 5-5 0,-7-5-2 16,7 3-8-16,-8-3-5 0,1 4-3 0,0-4-6 0,-6 0-5 16,-1 0-4-16,1 3-4 0,-6-3-4 0,-8 0-2 0,6 0-3 15,-5 4-2-15,0-4-5 0,-1 0-11 0,-6 0-19 0,7-4-26 16,-7 4-34-16,6 0-39 0,-6 0-49 0,0 0-62 16,0-3-64-16,0 3-58 0,0 0-62 0,-6-4-98 15,6 1-111-15,0 3-144 0,0-5-77 0,0 5-27 0,0 0 12 16,0 0 45-16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49.7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23315 11594 48 0,'-6'0'757'0,"-8"0"45"0,8 0 32 16,0-3-106-16,0 3-124 0,-1-4-126 0,0 4-81 15,1 0-41-15,-1 0-9 0,1 0-23 0,0-4-26 0,6 4-29 16,0 0-38-16,0 0-35 0,0 0-31 0,6 4-27 0,0-4-12 16,1 0-7-16,6 4-2 0,0-4-5 0,7 0-7 0,-8 3-9 15,15-3-10-15,-8 0-7 0,7 4-11 0,0-4-11 16,0 3-12-16,0 2-8 0,0-2-8 0,7-3-7 0,-7 5-7 16,0-2-2-16,0 0-6 0,0 1-1 0,0-4-1 15,-6 4 0-15,-1-4-2 0,1 0 1 0,-8 0 2 0,8 0-3 16,-7 0-7-16,-6 0-11 0,6 0-16 0,-7-4-20 0,0 4-27 15,2-4-32-15,-2 1-37 0,-6 3-46 0,6-3-50 16,-6-2-61-16,0 5-64 0,-6 0-55 0,6-3-83 0,0-2-102 16,-6 2-119-16,6-4-130 0,-8 3-54 0,2 4 8 0,0-4 40 15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0.4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24338 12829 341 0,'-7'0'778'0,"-5"0"37"16,4 0-29-16,-4 0-122 0,-1 0-115 0,6 0-112 0,-6 0-68 16,1 0-31-16,4 0-13 0,-4 0-10 0,6-3-12 15,-2 3-22-15,2 0-20 0,0-4-26 0,-1 4-28 0,7 0-26 16,-6 0-26-16,6 0-24 0,6-4-20 0,-6 4-17 0,7-3-16 15,-1-1-10-15,8 4-8 0,4 0-3 0,-4 0 3 16,12-3-2-16,-7 3-2 0,7 0-7 0,1-5-20 0,5 5-29 16,-6 5 0-16,7-5 0 0,-7 3 0 0,6-3 0 15,-5 4 0-15,-2-1 0 0,1 1 0 0,-6 0 0 0,0-1 0 16,-1 1 0-16,1-1 0 0,-8 1 0 0,2 0 0 0,-1-1 0 16,0-3 0-16,-7 5 0 0,1-2 0 0,-1 0 0 15,0-3 0-15,2 0 0 0,-2 0 0 0,-6 0-28 0,6 0-75 16,-6 0-37-16,0 0-43 0,0 0-47 0,0 0-53 0,0 0-60 15,0 0-58-15,0 0-60 0,-6-3-91 0,6 0-106 16,0-2-133-16,0 2-79 0,0-1-26 0,0 4 13 0,0 0 47 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1.2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25465 14115 502 0,'-14'4'668'0,"2"-4"-41"16,5 3-86-16,-6-3-62 0,6 0-39 0,1 0-21 16,0-3-14-16,-1 3-27 0,0 0-31 0,7 0-23 0,-6 0-20 15,6 0-16-15,0 0-18 0,-6 0-19 0,6 0-19 0,0 0-18 16,0 0-14-16,0 0-15 0,6 3-19 0,0-3-10 0,-6 0-4 15,14 0-4-15,-8 4-9 0,7-4-8 0,7 0-18 16,-8 4-9-16,8-4-96 0,0 0-8 0,6 0 0 16,-7 0 0-16,7-4 0 0,7 4 0 0,-7-4 0 0,0 4 0 15,7 0 0-15,-7-3 0 0,0 3 0 0,-1 0 0 0,-5-4 0 16,6 8 0-16,-7-4 0 0,-5 0 0 0,-1 0 0 0,6 3 0 16,-12-3 0-16,6 0 0 0,-6 0 0 0,-1 0 0 15,0 0 0-15,-6 4 0 0,7-4 0 0,-7 0 0 0,0 0 0 16,7 0 0-16,-7 0 0 0,0 0-134 0,0 0-94 15,0 0-47-15,0 0-52 0,0 0-54 0,-7 0-46 0,7 4-46 16,0-4-87-16,-7 0-90 0,7 0-113 0,-6 0-85 0,6 0-23 16,-6-4 15-16,6 4 37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1.8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26474 12972 363 0,'-7'0'788'0,"1"0"34"0,6-4-8 16,-6 4-132-16,6 0-129 0,-7 0-123 0,7-3-76 0,0 3-43 16,7 0-24-16,-1 0-21 0,7-4-24 0,-6 4-23 15,12 0-26-15,-6-3-17 0,7 3-15 0,5 0-16 16,-5 0-14-16,6 0-17 0,7 0-11 0,-7 0-14 0,7 0-8 16,-1 0-8-16,-6 0-9 0,1 0-6 0,-2 3-6 0,1 1-5 15,0-4-3-15,-6 3-6 0,-1-3-3 0,1 4-6 16,-7-4-6-16,0 0-6 0,-7 0-8 0,1 4-2 0,-1-4-2 15,1 0 0-15,0 0-7 0,-7 0 3 0,0 0 1 16,6 0-8-16,-6 0-10 0,0 0-22 0,0 0-36 0,0 0-45 16,0 0-46-16,-6 0-64 0,6 0-70 0,-7 0-66 0,7-4-60 15,-7 4-85-15,1-4-84 0,6 1-92 0,0-4-140 0,0-1-51 16,0 1 0-16,0 0 34 0,6-1 52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2.5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27568 11675 419 0,'-6'-3'778'0,"6"3"44"0,0-4-34 16,-7 0-109-16,7 4-99 0,0 0-108 0,0-3-75 0,-6 3-50 16,6 0-34-16,6 0-28 0,-6-4-28 0,7 4-30 15,-1 0-24-15,8 0-21 0,-8-4-17 0,13 4-12 0,-5-3-10 16,4-1-5-16,9 4-10 0,-1-3-12 0,0 3-16 0,0-4-15 15,7 4-14-15,-1 0-10 0,1 0-7 0,-1 0-10 16,1 0-10-16,-1 0-7 0,1 4-3 0,-7-4-2 0,0 3 2 16,0-3 0-16,-7 4-3 0,1-1-13 0,0-3-8 15,-1 0 0-15,-5 4 0 0,-2-4 0 0,-5 0 0 0,0 0 0 16,-1 0 0-16,0 0 0 0,-6 0 0 0,7 0 0 0,-7-4 0 16,6 4 0-16,-6 0 0 0,0-3 0 0,0 3 0 0,-6-4-77 15,-1 4-120-15,7-3-64 0,-6-1-74 0,0 0-77 16,-1 0-68-16,0 4-99 0,1-3-118 0,0-5-164 0,-1 5-71 15,0 0-26-15,1-2 22 0,-1 2 52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3.2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28655 10181 409 0,'-6'0'688'16,"6"0"-20"-16,-6 0-76 0,6-5-75 0,0 5-65 15,0-2-51-15,0 2-58 0,6 0-56 0,0-5-27 0,2 5-18 16,4-3-11-16,8-1-3 0,-7 4-3 0,7-4-9 0,6 1-13 16,-1 3-12-16,1-4-21 0,1 4-23 0,5-4-18 15,1 1-20-15,-1 3-17 0,1 0-15 0,-7 0-13 0,6 0-12 16,1 0-10-16,-7 0-6 0,0 3-6 0,0-3-4 16,1 0-1-16,-8 0-2 0,0 0-1 0,-6 0 1 0,1 0 2 15,-2 0-2-15,-4 0 2 0,4-3-3 0,-6 3 1 0,1 0-2 16,-7 0-1-16,7 0-1 0,-7 0-4 0,6 0-2 15,-6 0-5-15,-6 0-4 0,6 0-12 0,0 0-18 0,-7 0-27 16,7 3-29-16,-7-3-38 0,7 0-43 0,-6 0-52 0,-6 4-56 16,4-4-53-16,-4 0-40 0,5 0-59 0,0 0-80 15,7 0-81-15,-13-4-96 0,13 4-105 0,-6 0-34 0,6 0 4 16,0 0 29-16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54.0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29535 11489 341 0,'0'0'747'0,"0"-5"32"0,0 5-52 16,6-3-110-16,1 3-88 0,-7 0-83 0,13 0-66 0,0 3-46 15,1-3-27-15,-2 5-12 0,14-5-22 0,-6 4-23 0,13-4-30 16,-7 3-23-16,6-3-25 0,1 0-20 0,6 0-22 16,-7 0-21-16,7-3-21 0,-6 3-20 0,-1 0-16 0,-6-4-19 15,7 4-11-15,-13 0-9 0,6 0-1 0,-7-5 1 16,-6 5 4-16,0 0 9 0,1 0 3 0,-8 5 7 0,7-5 4 15,-7 0 4-15,1 0 3 0,-7 0-2 0,6 0-5 0,-6 0-5 16,0-5-7-16,7 5-4 0,-7 0-4 0,0 0-7 16,0 0-5-16,0 0-4 0,6 0-10 0,-6-3-19 0,0 3-25 15,0 0-33-15,0 0-39 0,0-3-45 0,0 3-58 16,0-5-68-16,0 2-65 0,0 0-62 0,0-2-91 0,0-1-105 16,0 1-139-16,0-2-96 0,0 0-36 0,0 0 2 0,0-1 37 15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16:29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25504 5381 77 0,'0'-3'757'0,"-7"3"40"0,1-4 0 15,6 0-110-15,-7 4-152 0,7 0-145 0,0 0-103 16,-7 0-66-16,7 4-38 0,0 0-25 0,0 7-19 0,0 0-22 16,7 3-19-16,-7 4-18 0,0 4-10 0,0 1-3 15,7 6-6-15,-7 0-1 0,6 4-6 0,1 0-4 0,-7 0-3 16,6 0-6-16,-6 0-3 0,7 1-8 0,-7-2-4 0,6-3-6 16,-6 1-5-16,0-8-2 0,7 3-4 0,-7-6-2 15,0 3-2-15,6-7 2 0,0-5-2 0,-6 1-1 16,8-7-1-16,-8-1-3 0,0 1 1 0,0-8-4 0,0 4 0 15,0-3-1-15,0-1-2 0,0-7-7 0,0 1-6 0,6-5-8 16,-6-4-13-16,0 1-11 0,0-4-5 0,0-4-13 0,0-3 0 16,0 0 1-16,0-5 4 0,0 5 11 0,0-7 9 15,0 3 17-15,0 0 2 0,0 0 11 0,0 0 3 16,0 4 6-16,0-1 9 0,0 1 8 0,-6 3 8 0,6 1 7 16,0 3 12-16,0 0 7 0,0 4 9 0,0-1 5 0,0 1-1 15,6 3-3-15,-6 1-5 0,0-5-7 0,6 8-10 0,1-3-2 16,-1 3-3-16,1 0-1 0,-1 0 0 0,1 0 1 15,5 3 4-15,-4 5 5 0,4-5 8 0,-5 8 4 16,6 0 5-16,0 0 5 0,0 4 3 0,0 7 3 0,0 0 1 16,0 4 5-16,7 2-1 0,-7 6 2 0,-1-2-5 0,2 2 0 15,-8 3-1-15,7-1 0 0,0 4 3 0,-6-3 0 0,-1 3 7 16,0-3 7-16,2-4 11 0,-2 3 12 0,-6 1 10 16,0 0 8-16,0-1 5 0,0-2-1 0,-6 2-1 15,-2-3-8-15,2 4-83 0,-7-5-37 0,0-2 0 0,0 4 0 16,7-5 0-16,-8 0 0 0,2-4 0 0,-1 1 0 0,0-4 0 15,0 0 0-15,-1 0 0 0,8-7 0 0,-7 2 0 0,0-1-191 16,7 2-97-16,-7-7-77 0,-1 7-71 0,8-7-50 16,-8 0-66-16,8 0-85 0,0-4-81 0,-1 1-105 0,1-4-57 15,-1 2 3-15,1-1 32 0,6 2 39 0</inkml:trace>
  <inkml:trace contextRef="#ctx0" brushRef="#br0" timeOffset="843.61">26018 5806 60 0,'7'-7'716'16,"5"0"50"-16,-4-4-17 0,4 0-127 0,2-4-119 0,-8 1-109 15,7-1-95-15,-7-4-72 0,1 4-46 0,6-6-38 0,0 3-35 16,-6-1-25-16,5-4-21 0,-5 2-12 0,-1 3-6 16,1-4 0-16,0 4 8 0,-7 3 12 0,6-4 15 0,-12 9 14 15,6-5 15-15,-7 8 10 0,0-5 8 0,1 9 3 16,-1-5-4-16,-5 8-9 0,5 0-10 0,-6 0-14 0,7 8-15 15,-8 0-14-15,1 2-12 0,1 5-13 0,-2 4-12 0,8-1-8 16,-8 3-5-16,8 1-6 0,-7 4 0 0,13 4-2 16,-6-5-3-16,6 1-1 0,-7 0 0 0,14-1 2 0,-7-3-1 15,6 4-1-15,1-8-5 0,5 0-3 0,2 1-6 16,-2-5-13-16,2-3-11 0,5 0-16 0,-5-4-14 0,5 1-12 16,0-5-11-16,-6-3-11 0,7 0-7 0,-6-3-1 0,4-1 4 15,2-3 8-15,-7-4 9 0,1-1 10 0,4 2 12 16,-4-5 13-16,-1-3 12 0,-7 3 10 0,8-3 9 0,-8-1 8 15,6 1 4-15,-4 4 2 0,-2-1 0 0,-6 4 13 16,6 0 12-16,-6 4 16 0,7-1 15 0,-7 5 12 0,0 3 10 16,0 0 11-16,-7 0 11 0,7 7-3 0,-6 4-4 0,0 0-7 15,6 4-11-15,-8 3-9 0,8 1-6 0,0 6-9 16,-6-3-8-16,6 7-7 0,0-4-5 0,6 9-4 0,-6-1-6 16,0-4-4-16,8 8-2 0,-8-3-1 0,6-2-1 15,0 5-2-15,1-5-3 0,-1 5 0 0,1-4 0 0,0 0 1 16,-7 0-1-16,6 0 1 0,0-1 1 0,0 1-2 0,-6-3 1 15,0-4 3-15,8-1 0 0,-8 1-1 0,0-4 1 16,6-4-3-16,-6-3 1 0,6 0 2 0,-6-8-4 0,0 0-5 16,0 0-5-16,0-7-1 0,0 0-1 0,7 0 1 0,-7-3-6 15,0-4-3-15,0-4-3 0,0-4-2 0,0 4 0 16,0-7-7-16,0 0-1 0,0-1-3 0,0-4 1 0,0 3-2 16,0-6 0-16,0-1 2 0,0-1-2 0,-7-2-3 15,1-3-3-15,6 0-5 0,-6-3-9 0,-2-1-6 0,8-3-6 16,-6 0-9-16,0-1-5 0,6 1 5 0,-6 0-1 15,6 3 4-15,0 0 11 0,0 1 9 0,0 3 10 0,0 0 14 16,6-1 11-16,-6 5 10 0,6 0 11 0,-6 4 16 0,6-1 12 16,-6 0 20-16,0 9 14 0,8-3 16 0,-8 3 13 15,6 2 11-15,-6 0 4 0,6 1-2 0,-6 2-6 0,7 1-15 16,-7 0-13-16,7 1-10 0,-7 2-15 0,6 0-14 0,1 1-7 16,-1 0-10-16,0 0-5 0,8-1 0 0,-8 5 1 15,0-1-5-15,8 0 5 0,-1 1 8 0,-7 3 7 0,7 0 8 16,-6 0 12-16,5 3 7 0,-4 1 13 0,-2 0 17 15,0 2 7-15,1 2 9 0,6 3 6 0,-7-4 7 0,1 4 2 16,-1 1 3-16,-6-1-3 0,6 3-5 0,2 1-7 0,-2 0-8 16,-6-1-5-16,6 1-9 0,-6-1-8 0,0 6-6 0,7-6-10 15,-7 4-5-15,-7 0-3 0,7 1-5 0,0-1-3 16,-6-4-7-16,6 5-2 0,-6-5-4 0,-2 2-1 16,2-3-4-16,0-1-6 0,-1 2-3 0,1-3-4 0,-1 0-3 15,1 0-10-15,-1 0-21 0,-5-3-29 0,4-1-42 0,-4 0-52 16,5-4-66-16,-6 5-82 0,7-4-86 0,-7-1-81 15,-1 1-107-15,8-8-109 0,-7 1-102 0,6-4-143 0,-5-4-34 16,5 0 27-16,1 3 56 0</inkml:trace>
  <inkml:trace contextRef="#ctx0" brushRef="#br0" timeOffset="999.87">26566 5653 416 0,'12'-5'867'0,"-5"-1"66"0,6-2 44 15,0 5-106-15,-7-5-148 0,8 5-156 0,-8 3-111 0,7-4-84 16,-6 4-71-16,6-5-63 0,-1 5-57 0,2 5-56 15,5-5-54-15,-6 4-58 0,7-4-56 0,-1 3-58 0,1 1-59 16,-1 0-60-16,1-1-60 0,0 1-57 0,-1-4-46 0,0 0-44 16,1 0-50-16,-1 0-41 0,1-4-35 0,-7 4-35 15,0-3-63-15,-6-5-52 0,-1 8-7 0,-6 0 36 0</inkml:trace>
  <inkml:trace contextRef="#ctx0" brushRef="#br0" timeOffset="1202.97">26838 5407 524 0,'-6'-7'761'0,"-7"3"34"16,7 4-76-16,-1-4-106 0,1 8-98 0,-7-4-97 16,7 7-79-16,6 1-50 0,-8 6-38 0,2-3-32 0,6 7-28 15,-6 5-27-15,6-2-22 0,0 5-24 0,0 0-17 0,6-1-19 16,-6 5-17-16,6 3-15 0,2-4-11 0,-8 4-10 0,6-4-9 16,-6 1-6-16,6-5-5 0,1 1-9 0,-7 0-13 15,6-5-25-15,1 1-35 0,-7 1-55 0,0-9-53 16,6 1-56-16,1-4-63 0,-7-4-80 0,0-3-93 0,6-4-89 15,-6 0-95-15,6-4-108 0,-6-3-34 0,8 0 12 0,-8 0 37 16</inkml:trace>
  <inkml:trace contextRef="#ctx0" brushRef="#br0" timeOffset="1655.99">27021 5264 588 0,'-7'-7'804'0,"7"3"26"0,-6 0-91 0,6 1-124 15,-6 3-123-15,6 0-119 0,0 7-89 0,0 0-68 16,0 0-42-16,0 8-34 0,0 4-30 0,0-1-22 16,6 4-18-16,-6 0-6 0,6 4-4 0,-6 2 2 0,0 6 1 15,7-1 3-15,-7 0 3 0,7 0 2 0,-7 1 3 0,6 2 0 16,-6-3 1-16,7-1-11 0,-7-2-8 0,0-1-6 16,6 0-10-16,-6-3-7 0,0-4-3 0,6-1-10 0,-6-2-8 15,0-1 0-15,0-6-5 0,0-1-4 0,0 0-3 16,8-4-4-16,-8-4-10 0,0 2 0 0,0-5-7 0,0 0-4 15,6-5-2-15,-6-2-3 0,0-4-1 0,6 0-1 0,-6 1 0 16,0-9-2-16,0 4-2 0,6-7-4 0,-6 4-1 0,0-4-2 16,0 0-1-16,8 0 1 0,-8-4 3 0,0 5 2 15,6-2 3-15,0 5 4 0,-6 0 6 0,7 0 5 16,-1 3 3-16,1 4 5 0,-7 1 4 0,7 1 8 0,-1 2 12 16,0 3 11-16,1 4 13 0,0 4 17 0,5 0 19 0,-5 3 17 15,-1 4 16-15,8 0 14 0,-8-1 7 0,0 6 4 0,2-1 8 16,4 3-7-16,-6-4-13 0,1 4-12 0,-7-3-13 15,7 4-14-15,-1-4-13 0,-6-1-11 0,7 1-20 16,-7-1-6-16,0-3-8 0,6 0 1 0,-6 0-9 0,0-3-13 16,0-5-18-16,0 5-28 0,0-5-34 0,0 0-46 0,0 2-52 15,0-2-69-15,-6 1-62 0,6-4-59 0,0 0-67 0,-7 0-82 16,7 0-76-16,7-4-73 0,-7 1-98 0,0-2-45 16,6 2-4-16,-6 0 27 0</inkml:trace>
  <inkml:trace contextRef="#ctx0" brushRef="#br0" timeOffset="1937.28">27692 5564 133 0,'-6'0'942'0,"-1"0"73"0,7 0 46 16,-6 0-2-16,6 0-163 0,0 0-194 0,0 0-149 0,6 0-111 15,1 0-79-15,-1-3-59 0,7 3-54 0,0-4-54 0,0 4-52 16,7-4-43-16,-8 4-71 0,2-3-30 0,6 3 0 0,-8-3-78 16,1 3-83-16,-6-5-78 0,6 5-94 0,-7 0-93 15,-6 0-94-15,6 5-115 0,-6-5-109 0,0 0-119 16,-6 3-73-16,6 4-14 0,-6 0 37 0,-7 1 56 0</inkml:trace>
  <inkml:trace contextRef="#ctx0" brushRef="#br0" timeOffset="2093.44">27659 5715 37 0,'-6'3'856'0,"0"-3"71"0,-2 0 61 16,8 0-18-16,-6 4-136 0,6-4-167 0,0 0-145 16,0 0-108-16,6-4-90 0,2 4-69 0,-2 0-58 0,0 0-68 15,8 0-75-15,-8 0-86 0,7 0-95 0,0 0-99 16,0 0-102-16,0 0-112 0,0 0-136 0,6-3-127 0,-5-1-146 15,6 0-68-15,-1 4-6 0,0 0 33 0,8 0 65 0</inkml:trace>
  <inkml:trace contextRef="#ctx0" brushRef="#br0" timeOffset="2437.16">28460 5223 161 0,'-12'-6'735'0,"4"2"35"16,2 0-26-16,0 4-141 0,0 0-129 0,-1 4-107 0,0 0-89 16,7 7-56-16,-6-1-35 0,6 5-27 0,-7-1-17 15,7 9-11-15,0-4-8 0,-6 6-9 0,6-3-12 0,-6 3 3 16,-2 1 0-16,2 3 1 0,6-6-4 0,-12 2-9 16,5 1-7-16,7-1-6 0,-13-3 6 0,6 0-9 0,1-3-8 15,-8 3-4-15,8-8-5 0,0 0-3 0,6 1 1 0,-6-4 1 16,6-3 7-16,-8-1 4 0,8-4 8 0,0 2 7 0,0-2 13 15,0-3 13-15,-6 0 8 0,6 0 5 0,0 0 2 16,0 0 3-16,6-3 2 0,-6 3-3 0,8-5-7 16,-2 2-3-16,0 3-13 0,0-4-80 0,1 4-26 0,6 0 0 15,0 0 0-15,1 0 0 0,-2 4 0 0,8-4 0 0,-1 0 0 16,1 0 0-16,-8 3 0 0,8-3 0 0,0 5 0 16,-7-5-130-16,7 3-113 0,-8-3-66 0,8 4-64 0,-7 3-50 15,-6-3-40-15,6-1-46 0,-1 1-61 0,-4 0-66 0,-8-4-65 16,6 0-89-16,0 0-31 0,-6-4-1 0,0 0 34 15</inkml:trace>
  <inkml:trace contextRef="#ctx0" brushRef="#br0" timeOffset="2640.28">28604 5590 719 0,'-6'-4'869'0,"-2"4"60"0,8 0-51 16,-12 4-108-16,6 0-119 0,6 3-123 0,-7 1-85 16,0 3-68-16,7 0-57 0,-6 0-49 0,6 3-45 0,0 1-42 15,0-1-37-15,-7 1-32 0,7 3-26 0,0-2-22 16,0 2-16-16,0 0-15 0,0-4-10 0,0 1-8 0,0 0-7 15,0-1-13-15,0-3-17 0,0 4-24 0,0-4-29 0,-6-4-35 16,6 5-48-16,-7-2-53 0,7-2-63 0,-7 3-62 16,7-4-55-16,-6 1-71 0,6-5-91 0,-6 1-97 0,-1-4-122 15,0-4-67-15,1 4-14 0,0-3 17 0,-1-2 42 0</inkml:trace>
  <inkml:trace contextRef="#ctx0" brushRef="#br0" timeOffset="34274.71">5678 5125 511 0,'-6'3'756'0,"0"1"34"0,-1-4-59 16,1 0-132-16,-1 0-120 0,0 0-96 0,7 0-60 0,-6 0-34 16,6 0-19-16,0 0-20 0,0 0-24 0,-6 0-27 15,6 0-29-15,0 0-29 0,0 0-20 0,0 4-7 0,0-4-5 16,6 0 2-16,-6 0 1 0,6 0 0 0,-6 3-1 15,14-3 0-15,-8 0-2 0,7 4-6 0,1-4-10 0,-2 4-13 16,8-4-12-16,-1 4-8 0,7-4-5 0,7 0-6 0,-1 0-6 16,1 0-8-16,13 0-6 0,-1 0-1 0,1-4-6 0,5 4-3 15,-4-4-7-15,5 4-3 0,-1-4-4 0,2 4-1 16,-8 0 1-16,1-3-4 0,-1 3 2 0,-5 0-2 16,-1 0 1-16,-7 0-1 0,1 0 3 0,-7 0-3 0,0 0-4 15,-7 0 4-15,1 0 0 0,-7-4 1 0,0 4-2 0,0 4 1 16,-6-4 2-16,-1 3 1 0,1-3 5 0,-1 0 0 0,-6 0 5 15,6 0 3-15,-6 0 1 0,0-3 2 0,0 3 2 16,0 0-2-16,0 0-2 0,0 0-4 0,0 0-5 16,-6-4-1-16,6 4-4 0,-6 0-11 0,6-4-12 0,-7 4-14 15,1-3-20-15,-1 3-21 0,7-3-25 0,-7 3-24 0,1-5-23 16,0 5-14-16,-1-3-15 0,0-1-4 0,1 1 0 0,6 3 8 16,-6-4 14-16,-1 0 14 0,0 1 13 0,1 3 20 15,6-4 19-15,-7 0 19 0,1 1 20 0,0-1 13 0,-8 1 11 16,8-2 14-16,0 2 9 0,-1-1 5 0,-6-3 13 15,6 3 12-15,1 1 13 0,-1-1 20 0,1-3 21 0,-7 2 19 16,7 3 25-16,-2-6 25 0,-4 5 12 0,12-2 11 0,-7 5 3 16,1-3-7-16,-1-1-11 0,7 4-21 0,0 0-24 15,0 0-25-15,0 0-20 0,7 0-20 0,-1 4-14 0,1-4-11 16,5 3-5-16,8 2 0 0,0-2 1 0,-1 0-1 16,1 2 0-16,0-3-1 0,5 3-1 0,-5 2 3 0,6 0-1 15,-6 1 5-15,-1-1 8 0,1 1 9 0,-1 2 10 0,-6-2 8 16,0-1 7-16,1 4 10 0,-8-8-51 0,-6 8-22 15,6-3 0-15,-6-1 0 0,0 1 0 0,-6 2 0 0,6-2 0 16,-14-1 0-16,8 3 0 0,-7-1 0 0,0-2 0 16,6 0 0-16,-5 1 0 0,-2-2 0 0,2 2-36 0,-8-1-298 15,7 1-102-15,0-1-95 0,0 0-112 0,-7 0-112 0,14 1-130 16,-7-1-89-16,0 4-24 0,6-3 26 0,1 2 70 16</inkml:trace>
  <inkml:trace contextRef="#ctx0" brushRef="#br0" timeOffset="35915.21">2539 9646 193 0,'0'0'655'16,"0"-3"14"-16,-6 3-87 0,6 0-93 0,0-5-74 0,0 5-61 15,-7-3-54-15,7 3-48 0,0-4-44 0,0 4-35 0,0 4-32 16,0-4-25-16,0 3-19 0,0 5-10 0,7-1-9 0,-7 0-3 15,6 4-2-15,-6 4 8 0,7-1 9 0,0 5 8 0,-7 3 4 16,6 4 2-16,0 0 2 0,-6 2 5 0,8 2 0 16,-8 3-8-16,6 0-2 0,-6 3-2 0,0-2-1 0,0-2-3 15,6 0-9-15,-6-1-10 0,0-2-6 0,0-8-7 0,0 5-11 16,0-8-13-16,0 1-12 0,0-5-10 0,0-2-6 0,0-1-3 16,0-4-3-16,0 0-3 0,0-3-8 0,0-4-3 0,0 0-5 15,0 0-5-15,0-4-4 0,6-3-10 0,-6-4-11 0,0 4-10 16,0-8-10-16,0 1-9 0,0-2-12 0,0-2-15 15,0 0-16-15,0 0-18 0,0-4-16 0,-6 0-16 0,6-5-12 16,0 7-11-16,-6-7-5 0,6 2 3 0,0-4 2 0,0 3 12 16,0 1 15-16,0 0 32 0,0 2 15 0,0-3 19 0,0 4 19 15,-6 4 12-15,6-4 20 0,0 8 14 0,0-5 12 0,0 4 0 16,0 0 21-16,-8 5 15 0,8-1 16 0,0 0 23 16,0 0 18-16,0 3 18 0,0-3 24 0,0 4 16 0,0 2 14 15,0-1 14-15,0 3 10 0,0 3-1 0,0-5-1 0,0 2-9 16,0 3-12-16,0-3-15 0,0 3-15 0,0-5-17 0,8 5-11 15,-2-2-11-15,0 2-9 0,0-5-6 0,8 1-3 0,-8 4-4 16,7 0-4-16,7-3-4 0,-8-1-9 0,2 4-4 16,5 0 1-16,1-3-11 0,-8 3-5 0,8 0-7 0,-7 0-3 15,7 0-3-15,-8 0-2 0,8 0-5 0,-6 0-19 0,-1 3-14 16,-1-3-33-16,-5 0-44 0,0 4-54 0,-1-4-59 16,0 3-65-16,-6-3-94 0,0 4-102 0,-6 1-106 0,0-3-122 15,6 3-82-15,-7-2-26 0,0 5 5 0,-5-5 40 16</inkml:trace>
  <inkml:trace contextRef="#ctx0" brushRef="#br0" timeOffset="36118.28">2618 9874 162 0,'0'2'825'0,"-7"2"25"0,7 0 36 0,0-1-117 16,0 1-146-16,7-4-139 0,-7 3-83 0,6 2-53 0,0-3-23 15,2 6-13-15,4-8-24 0,-6 4-37 0,8 4-43 16,-1-5-44-16,0 1-32 0,0 3-27 0,-1-4-26 0,8 2-19 15,-7-2-17-15,7 1-12 0,0-1-10 0,-1 1-7 0,1-4-11 16,-8 0-25-16,8 0-38 0,0 0-51 0,-7-4-70 16,0 4-80-16,0-3-86 0,-1 3-108 0,2-4-137 0,-1 1-150 15,0-2-152-15,-6 2-63 0,5-1 10 0,-6 1 43 0,8-1 64 16</inkml:trace>
  <inkml:trace contextRef="#ctx0" brushRef="#br0" timeOffset="37196.31">9235 9675 143 0,'0'-4'713'0,"0"4"45"0,-6-3-64 0,6-2-111 16,0 2-97-16,0 0-88 0,0-1-75 0,0 4-58 0,0-4-37 15,0 1-34-15,0 3-25 0,0-3-25 0,0 3-23 16,0 0-17-16,0-5-18 0,6 5-14 0,-6 5-2 0,0-5 7 16,0 3 7-16,0 0 12 0,6 1 9 0,-6 6 12 0,0 2 14 15,6 3 10-15,-6 2 0 0,0 2-8 0,0 6-10 16,-6 2-13-16,6 2-14 0,0 1-17 0,0 2-19 15,0 0-14-15,0 5-11 0,-6-3-10 0,6-2-6 0,0 1-6 16,0-2-6-16,0-6 0 0,0 0-3 0,6 1-2 0,-6-8-1 16,0 1-1-16,0-5-2 0,0 0 2 0,0-5 0 0,0-2-1 15,0 0 3-15,0 0 1 0,0-7 2 0,0 4 1 16,0-1 3-16,0-3 0 0,0 0 2 0,0 0-2 0,-6-3 4 16,6 3 1-16,0-4-1 0,0 0 0 0,0 1 0 0,0 3-1 15,-6-4-1-15,6 4 2 0,0-3-5 0,0 3-2 16,0 0-8-16,0-4 0 0,0 4 3 0,6-3-1 0,-6-2 0 15,6 5-1-15,0-4 0 0,1 1-1 0,0 0 6 16,6 3 0-16,-7 0-4 0,8-4 2 0,-2 4-2 0,2 0 0 16,5 0 0-16,-6 0 2 0,6 4-2 0,1-4-1 0,0 3 0 15,-1 0 0-15,1 1 1 0,-1 1 0 0,1-5-1 16,-1 3 1-16,-6 1 0 0,7-4 2 0,-7 3-1 0,-7-3-2 16,7 0-5-16,-6 4-9 0,-1-4-12 0,0 0-16 15,-6 0-22-15,8 0-35 0,-8 0-43 0,0 3-52 0,0-3-63 16,-8 4-63-16,8-4-67 0,-6 0-95 0,0 0-104 0,6 0-120 15,-7 0-125-15,1 0-48 0,-1 0 10 0,7 0 36 16</inkml:trace>
  <inkml:trace contextRef="#ctx0" brushRef="#br0" timeOffset="38258.66">15631 9617 233 0,'0'-5'753'0,"-8"5"28"16,2-3-65-16,0 3-122 0,0-3-111 0,6 3-108 15,-8 0-87-15,8 0-58 0,-6 0-38 0,6 3-31 0,0 5-17 16,0-1-15-16,0 4-12 0,6 3-4 0,-6 0 3 16,8 9 3-16,-8-2 2 0,6 5 3 0,0 0-6 0,0 0-14 15,2 3-12-15,-2-3-14 0,7 3-15 0,0-4-14 0,0 2-11 16,-1-5-11-16,8-4-10 0,-7 0-5 0,7-3-10 15,-7-5-7-15,6-2-4 0,-5-5-3 0,5-3 0 0,-6-3-4 16,0-1-4-16,7-7-1 0,-7 1 2 0,0-5 0 16,0 0 0-16,-7 1 0 0,8-8 1 0,-8 2 3 0,0 3 3 15,1-5 5-15,-1 0 4 0,-6 0 0 0,0 0-1 0,7 0 1 16,-7-1-1-16,0 5-3 0,0-3 3 0,0 6-1 16,0 0 1-16,-7 4 0 0,7 3 3 0,0 2 1 0,0 2 1 15,0 4 4-15,0 4-2 0,0 2 4 0,0 6 2 16,0 3 3-16,0 2 1 0,7 6 1 0,-7 3 0 0,6 3 4 15,1 0 4-15,-1 4-1 0,1 0 4 0,0 0 1 0,-1 4 9 16,0 0 4-16,1 0 6 0,-7-5 0 0,7 5 5 16,-7-5 6-16,0-2 4 0,0-1 9 0,0-4 0 0,0-2 3 15,-7-1 1-15,0-4 2 0,-5-3-1 0,5-1-2 16,-6-3-6-16,0-4-7 0,0 0-4 0,-6-2-10 0,-1-2-5 16,0-3-6-16,1 0-9 0,-1-3-8 0,0-2-5 0,1-2-2 15,-7 0-3-15,0 0 0 0,6 1-2 0,1-3-2 16,-1-2-1-16,1 4 1 0,-1 3-3 0,8-2 1 0,-8 1-1 15,14-2-2-15,-8 3 1 0,8 1-1 0,-1-1-7 16,1 4-17-16,-1-4-25 0,7 4-39 0,0-3-44 0,0 3-55 16,0-4-66-16,7 4-73 0,-1-3-66 0,7-1-95 0,-7 1-110 15,8-2-122-15,-2 1-133 0,2-2-47 0,-1 2 9 16,0 0 37-16</inkml:trace>
  <inkml:trace contextRef="#ctx0" brushRef="#br0" timeOffset="39102.33">22449 9840 287 0,'-6'-3'763'0,"6"-2"38"0,-6 5-61 16,6-3-110-16,-8 3-105 0,8 0-104 0,-6 0-82 0,6 3-53 16,-6 2-37-16,6-2-19 0,-7 8-23 0,7 0-17 0,-7 3-12 15,7 4-5-15,0 1-3 0,0 6-3 0,0 1-6 16,0 4-2-16,0 0-3 0,0 2-9 0,0-3-16 0,0 4-17 16,0 0-16-16,7-3-14 0,-7-2-12 0,0-2-16 15,0 1-16-15,0-7-14 0,7 3-8 0,-7-4-4 0,0-5-5 16,0 1-5-16,6-5-11 0,-6 2-20 0,0-5-30 0,0 0-36 15,0-3-49-15,0 0-66 0,0-1-80 0,0-6-81 16,6-1-92-16,-6-3-114 0,0-4-129 0,8-4-187 0,-2-3-67 16,-6 0 7-16,6-5 42 0,-6 1 64 0</inkml:trace>
  <inkml:trace contextRef="#ctx0" brushRef="#br0" timeOffset="40008.53">28793 9854 345 0,'-7'-3'767'0,"0"-1"33"0,7 0-29 15,-6 1-128-15,6 3-121 0,-6 0-114 0,6 0-73 0,-7 0-38 16,7 3-21-16,0 5-15 0,0 3-20 0,0 1-23 16,0 5-23-16,0 1-17 0,0 8-15 0,0-4-16 0,0 8-15 15,7-2-13-15,-7 6-8 0,0-1-15 0,6 0-11 0,-6-4-10 16,0 3-4-16,0-2-3 0,0-1-7 0,6-2-9 15,-6-2-11-15,0-7-4 0,0 1-4 0,0-5-7 0,0-3-5 16,7 0-7-16,-7-3-1 0,0-1 2 0,0-4 3 16,0 5 3-16,0-8 4 0,0 3 4 0,0-3-1 0,0 0 0 15,0 0-1-15,0-3-4 0,7-1-4 0,-7 0-5 0,6 1-4 16,0-4-5-16,2 2 0 0,4 2-3 0,-5-4-1 16,6 3-1-16,0 1 0 0,-1-1 1 0,2 0 0 0,-1 4-1 15,6-4 0-15,-6 4 1 0,7 0 0 0,-7 0-1 0,0 0 0 16,6 0 0-16,-5 0 0 0,-2 0 0 0,8 0-1 15,-7 0 0-15,-6 4 0 0,6-4 2 0,-1 0-1 0,-4 4-5 16,-2-4-13-16,0 4-17 0,1-4-24 0,-1 0-33 16,-6 3-40-16,7-3-45 0,-7 4-59 0,0-4-71 0,0 3-67 15,0-3-84-15,0 0-113 0,0-3-130 0,-7-1-184 0,7-3-61 16,0 3-8-16,0-3 41 0,-6 0 55 0</inkml:trace>
  <inkml:trace contextRef="#ctx0" brushRef="#br0" timeOffset="43086.3">3731 11129 365 0,'-6'0'753'0,"6"0"19"0,0 3-40 0,0 2-169 15,-6 2-159-15,6 4-139 0,0 0-81 0,0 4-43 16,6 7-16-16,-6 0-11 0,0 6-6 0,6-2-10 0,-6 7-11 16,6 1-3-16,-6-2-7 0,0 2-1 0,8-5-5 15,-8 3-5-15,0-6-7 0,6 0-2 0,-6 0-8 0,0-8-8 16,6 4-7-16,-6-7-4 0,0-1-11 0,0-3-6 0,7-3-3 15,-7-1-6-15,0 0 6 0,0-3-3 0,0-4 1 16,0 0-1-16,-7-4 2 0,7 1 2 0,0-8-3 0,0 0-1 16,0 0-8-16,0-8-4 0,-6 1-4 0,6-4-8 15,0-3-3-15,0-1-6 0,0-8-4 0,-6 2-6 0,6-1-4 16,0-7 1-16,0 3 2 0,0 0 7 0,0 0 1 0,0 8 6 16,0-4 3-16,0 7 10 0,6 1 10 0,-6 3 0 15,6 3 8-15,1 5 5 0,-7-1 6 0,6 5 6 0,1-1 7 16,0 3 11-16,5 0 5 0,-6 5 11 0,8 3 6 15,-8 3 7-15,8 2 1 0,5 1 2 0,-6 2 2 0,0 4-10 16,0 2-2-16,0 4-5 0,0 0 0 0,7 4 2 0,-14 0 8 16,8 8 7-16,-2-4 10 0,-5 6 12 0,-1-3 11 15,1 4 9-15,-7 1 7 0,0-5 4 0,0 4 0 0,-7-4-4 16,7-4-4-16,-6 6-8 0,-1-10-11 0,1 1-12 16,-8 0-12-16,8-4-15 0,-6 0-15 0,-2-3-9 0,8-4-14 15,-7 0-8-15,-1 1-12 0,2-5-17 0,5 0-24 0,-6 0-33 16,0-3-42-16,0 0-45 0,6-1-54 0,-5 0-63 15,4-3-66-15,-4-3-58 0,6 0-66 0,-1-1-86 0,0-7-92 16,1 0-116-16,6 0-85 0,0 0-27 0,0-4 14 16,0 0 36-16</inkml:trace>
  <inkml:trace contextRef="#ctx0" brushRef="#br0" timeOffset="43883.12">8186 11239 679 0,'0'-7'792'0,"0"0"51"0,0 0-126 0,-6-1-114 0,6 1-102 16,-7 3-96-16,0-3-60 0,1 7-43 0,-7-3-31 15,6 3-30-15,-5 3-39 0,5 4-37 0,-6 4-32 0,0 7-27 16,-1 4-20-16,8 7-11 0,-6 4-10 0,5 4-8 16,0 3-2-16,1 1-3 0,6-1-6 0,0 0-8 0,6-3-2 15,1-1-8-15,6-2-7 0,7-5-4 0,-8 0-6 0,8-3-1 16,-1-5-2-16,1 2 4 0,0-12 0 0,-1 0 5 16,1-4 8-16,-8-3 7 0,8-8 8 0,-7 1 6 15,1-4 10-15,-2-6 9 0,2 3 5 0,-8-9 2 0,0 1 0 16,1-3-3-16,-7-5-4 0,0 0-6 0,0 1-10 0,0-5-12 15,0-3-6-15,-7 4-9 0,1-4-6 0,0-4-8 0,-2 5-8 16,2-2-16-16,0-2-21 0,-7 6-26 0,6 1-35 16,-6 3-39-16,1 1-46 0,4 7-62 0,-4 3-67 15,5 0-62-15,-6 4-74 0,7 4-111 0,6-1-127 0,0 5-182 16,6 3-63-16,-6 3-14 0,6 1 34 0,1 3 55 0</inkml:trace>
  <inkml:trace contextRef="#ctx0" brushRef="#br0" timeOffset="44617.42">10322 11334 470 0,'-6'0'780'0,"6"-3"28"0,-6-2-78 16,6 5-137-16,0 0-135 0,0 5-131 0,0 3-84 15,0 2-54-15,0 5-31 0,0 3-16 0,0 4-17 0,0 0-18 16,0 8-11-16,6-2-5 0,-6 2-7 0,0 3-11 16,6 0-6-16,-6-4-12 0,6 1-9 0,-6-1-9 0,8-4-7 15,-8-3-7-15,0-3-5 0,6-5 6 0,-6 2-2 0,0-6 10 16,0 1 5-16,0-3 9 0,0-8 4 0,0 3 5 16,0-3-2-16,0-3-3 0,0-5-2 0,0-3-13 0,0 1-11 15,0-6-10-15,0-2-5 0,0-4-6 0,0 1-1 16,0-5-9-16,0-4-8 0,0 0-8 0,0-2-12 0,-6-4-11 15,6 2-8-15,0-3-6 0,6 1-1 0,-6-1 6 0,0 1 4 16,0 6 12-16,6 4 17 0,-6 5 8 0,7-2 7 16,-1 9 3-16,-6 0 1 0,7 3 3 0,6 3 10 0,-7 5 5 15,8 3 4-15,-2 0 12 0,2 7 13 0,-1 1 8 0,6 6 10 16,-6 1 3-16,7 3-1 0,-1 4-3 0,1 3-5 16,-8 2-7-16,8-2-2 0,-7 0-2 0,0 5 3 0,0-2 5 15,-7-2 6-15,8 4 6 0,-8-5 11 0,-6 5 8 16,7-5 8-16,-14 1 3 0,1-4 2 0,6 0-1 0,-14 0-7 15,8 0-9-15,-13-4-14 0,6 1-11 0,0-5-12 16,-7-3-12-16,1 4-28 0,-1-7-31 0,0 3-46 0,1-4-45 16,0-4-54-16,-1 2-80 0,1-5-86 0,-1 3-96 0,7-6-125 15,0-2-137-15,6 2-178 0,1-4-72 0,6-1-26 16,6 1 40-16,1-4 54 0</inkml:trace>
  <inkml:trace contextRef="#ctx0" brushRef="#br0" timeOffset="45257.89">14686 11279 235 0,'6'-3'913'0,"-6"3"59"0,7 0 49 0,-7 0-81 0,6-4-164 16,-6 4-166-16,7 0-114 0,0-4-82 0,5 4-49 15,2 0-44-15,-2 0-47 0,2 4-53 0,5-4-48 16,1 0-43-16,0 0-39 0,-1 0-27 0,0 0-23 0,8 0-20 15,-8 0-28-15,-6-4-26 0,6 4-38 0,-5 0-40 0,-2 0-42 16,-5 0-51-16,0-3-53 0,-1 0-57 0,-6 3-47 0,0-5-38 16,0 1-28-16,-6 1-41 0,-8 0-63 0,2-1-57 15,-2 0-59-15,1 1-81 0,-6-1-42 0,-8 0-11 16,8 1 22-16</inkml:trace>
  <inkml:trace contextRef="#ctx0" brushRef="#br0" timeOffset="45539.15">14672 11247 546 0,'0'6'756'0,"-6"3"26"0,6-3-125 0,0 2-129 16,-6-1-112-16,6 4-101 0,-6 4-68 0,6-1-38 16,-7 5-24-16,0-1-7 0,7 4-13 0,-6 0-7 0,6 0-4 15,-7 3-4-15,7-3-5 0,0 4-6 0,0 0-4 0,0 0-8 16,0-1-1-16,7 5-7 0,-7-5-13 0,0 1-7 0,6-5-10 16,-6 5-6-16,7-4-13 0,0-3-13 0,-7 3-17 15,6-4-1-15,-6 0-2 0,6-3-6 0,-6 0-5 16,6-1-1-16,-6-3-2 0,8 0 1 0,-2 1 9 0,0-6 1 15,1 2 6-15,-1 0 2 0,1-5 5 0,6 5-1 0,-7-6 1 16,8-2 1-16,-2 5-6 0,-5-5-8 0,6 0-8 0,0 0-7 16,0 0-3-16,0 0-6 0,1 0-4 0,-2 0-14 15,1 0-25-15,0 0-28 0,0-5-40 0,1 3-49 16,-8-3-55-16,0 2-70 0,1 0-66 0,-1-2-61 0,1-2-80 16,-1-3-87-16,-6-2-84 0,-6 5-96 0,-1-4-73 0,1 0-13 15,-1 0 19-15,-5 0 38 0</inkml:trace>
  <inkml:trace contextRef="#ctx0" brushRef="#br0" timeOffset="45679.8">14764 11657 164 0,'-7'0'872'0,"7"0"58"0,0-4 44 15,-6 4-75-15,6 0-158 0,0-3-173 0,0 3-135 0,0 0-92 16,6 0-66-16,1 0-54 0,0 3-44 0,6-3-41 16,-1 0-38-16,2 0-53 0,6 4-62 0,-1-4-73 0,0 0-89 15,8 0-86-15,-8-4-90 0,7 1-129 0,0-1-148 0,0 4-174 16,0-3-87-16,1-1-26 0,-8 4 15 0,7 0 47 15</inkml:trace>
  <inkml:trace contextRef="#ctx0" brushRef="#br0" timeOffset="46507.77">17083 11389 122 0,'0'0'703'0,"0"-3"37"16,0 3-78-16,-7 0-121 0,7-4-101 0,0 4-90 0,-7 4-76 16,7-1-58-16,-6 1-35 0,6 7-16 0,-6 0-7 0,6 4 1 15,-7-1-5-15,7 4-3 0,-7 9-7 0,1-6-5 16,6 5-10-16,-6 0-10 0,6-1-14 0,-7 5-14 15,7-8-13-15,0 3-12 0,0-6-10 0,0 2-13 0,0-6-8 16,0 0-10-16,7-4-9 0,-7 0-7 0,6-3-4 0,-6-5 1 16,0 1-3-16,6-4 2 0,-6 0 0 0,7-7-2 0,-7-1-1 15,0 0-4-15,7-6 1 0,-7 2-4 0,0-6 0 16,0 1-1-16,0-2 0 0,-7-3 0 0,7 0 2 16,0-4 2-16,0 4-2 0,-7-3 1 0,7 2 2 0,0 2 1 15,-6 3-1-15,6-1 1 0,0 0-2 0,0 9 4 0,-6-1 6 16,6 0 5-16,0 4 1 0,0-1 2 0,0 4 4 0,0 1-1 15,0 3 6-15,0 0 3 0,6 3 3 0,0 5-1 16,1-1 5-16,0 8 3 0,5-4 6 0,2 4 5 16,-1-1 1-16,0 5 4 0,0-1 1 0,7 0 2 0,-1 0-2 15,0 4-3-15,-6-7-6 0,7 3-5 0,0 1-4 0,-1-5-9 16,-6-2-8-16,6-2-5 0,-5 1-4 0,-2-3-1 16,-5-2 2-16,6-1 3 0,-6-1 6 0,-1-4 5 0,0 0 5 15,2-4 1-15,-2-1 2 0,-6-1-1 0,6-2-4 16,-6-3-4-16,0 1-7 0,0-5-5 0,0 1-6 0,-6-6-2 15,6 2-12-15,0-4-18 0,-6 1-29 0,6-5-31 0,0 0-34 16,0 4-37-16,0 0-45 0,0 0-46 0,0 4-39 0,0-1-32 16,0 1-21-16,6 4-31 0,-6 2-57 0,6 1-64 15,-6-3-76-15,0 6-137 0,6 1-51 0,-6 0-20 16,7-1 16-16</inkml:trace>
  <inkml:trace contextRef="#ctx0" brushRef="#br0" timeOffset="47507.66">21271 11297 568 0,'-8'0'834'0,"2"0"23"16,6 0-62-16,-6 0-146 0,12 0-144 0,-6 0-111 16,14 0-67-16,-8 0-42 0,7 0-28 0,0 0-14 0,0 0-20 15,7 0-30-15,-1 4-37 0,1 0-36 0,-1-4-30 16,8 4-23-16,-8-4-17 0,7 0-16 0,-6 0-11 0,5 0-10 16,-5 0-8-16,6 0-11 0,-6-4-18 0,-1 4-22 0,-6-4-34 15,0 0-33-15,1 4-45 0,-8-3-46 0,0-1-50 16,-6 1-45-16,0-1-36 0,0 0-47 0,-6 4-44 0,0-3-34 15,-2 3-20-15,2-4-8 0,-7 0 5 0,6 4 17 0,1 0 33 16,-1-3 60-16,-5 0 80 0,5 3 84 0,0 0 89 16,1 0 91-16,6 0 88 0,-6 0 82 0,6 3 83 0,-7 0 83 15,7-3 59-15,-7 4 41 0,7 3 19 0,-6-3-6 16,6 3 2-16,-7 0-5 0,7 1-24 0,-6 3-36 0,-1 4-28 16,7 0-25-16,-6 3-17 0,-1-4-4 0,7 8-18 0,-6 0-17 15,6 0-17-15,0 4-17 0,-6 0-17 0,-2-1-14 16,8 5-16-16,-6-5-18 0,6 5-21 0,-6-5-21 0,6 5-21 15,0-8-21-15,-7 3-18 0,7-3-15 0,0-1-12 16,0-1-7-16,0-2-6 0,0 1-15 0,7-5-23 0,-7-3-36 16,0 0-45-16,0-4-53 0,0-3-65 0,0 3-76 0,0-3-76 15,0-4-69-15,0 0-92 0,6 0-97 0,-6-4-116 16,6-3-105-16,2-1-40 0,-2-2 18 0,0-2 41 0</inkml:trace>
  <inkml:trace contextRef="#ctx0" brushRef="#br0" timeOffset="48616.91">23556 11287 350 0,'-6'0'686'0,"-7"-4"-6"0,6 8-107 0,1-1-106 15,-8 4-82-15,8 1-65 0,0 7-60 0,-1 4-59 0,1-1-42 16,-1 3-27-16,7 5-25 0,-6 3-8 0,6 0-1 0,-7 2-2 15,7 1 2-15,0 1 1 0,0-4-7 0,-6 4-9 16,6-3 3-16,0-5-3 0,0 1-3 0,0-5-4 0,0 2-8 16,0-4-10-16,0-5-9 0,0-3-3 0,0 0-8 15,0-3-7-15,0-2-5 0,0-2-3 0,0 0-1 0,0-4-1 16,0-4 0-16,0 0-3 0,0 1-2 0,0-8-7 0,0 0 0 16,0-4-8-16,6 0-6 0,-6-3-7 0,0-4-9 15,7 0-3-15,-7-3-7 0,0-4-4 0,6-5-11 0,-6 5-7 16,7-8-1-16,-7 1 1 0,6-1 2 0,-6 0 3 15,0 1 3-15,7-1 6 0,-1 3 9 0,-6 2 10 0,6 6 8 16,2 1 3-16,-8 7 9 0,6-1 2 0,-6 5 4 16,6 3 12-16,1 3 10 0,-1 1 13 0,7 3 13 0,-6 8 16 15,6-1 11-15,0 4 14 0,0 6 13 0,0 1 5 0,0 1 2 16,0 3 1-16,-6 3-2 0,5 1-7 0,-5 0-2 16,6 0-7-16,-7-3-3 0,1 3-5 0,-7 0-2 0,0-4 4 15,0 0-5-15,0 1-3 0,-7-4-6 0,1-1-4 0,0 0-10 16,-1-2-10-16,-6-1-11 0,0 0-15 0,0-4-7 15,0 1-8-15,0-1-18 0,-6-4-24 0,5 5-35 0,-5-8-45 16,6 3-63-16,-6-3-73 0,-1 0-71 0,7 0-62 16,0-3-70-16,0 3-99 0,-1-8-111 0,8 5-158 0,0-4-45 15,6-5-4-15,0 5 25 0,6 0 33 0</inkml:trace>
  <inkml:trace contextRef="#ctx0" brushRef="#br0" timeOffset="49538.78">27777 11412 42 0,'-7'-15'674'15,"7"7"46"-15,0-3-82 0,-7 1-101 0,7 6-63 16,0-3-53-16,0 3-57 0,-6 0-67 0,6 1-54 0,0 3-40 16,0 3-32-16,-6 1-27 0,6 7-32 0,0 0-20 0,0 3-13 15,0 9 0-15,0-5 0 0,0 8 4 0,0-4-1 16,0 3-3-16,0 0-1 0,0 5-5 0,0-5-5 15,0 1-7-15,6 0-11 0,-6 0-3 0,0 0-5 0,0-5-4 16,0 1-5-16,0-1-8 0,0-5-6 0,0 2-3 0,0-3-1 16,-6-4-4-16,6 0-2 0,0 0-1 0,-7-4-1 0,7 0-1 15,-6-3 0-15,6 0-1 0,-7-1 0 0,0-3-3 16,1 0-1-16,0 0 2 0,6-3-3 0,-7-1 2 0,0 0-1 16,7-3 1-16,-6 4 5 0,6-1-7 0,0 0 10 15,-6-3 5-15,6 3 4 0,6 0 0 0,-6 1 3 0,6 0 3 16,-6-2 0-16,7 2 9 0,6 3-5 0,-7 0-7 0,1 0-1 15,6 0-2-15,0 0-1 0,-7 0-3 0,8 0-2 16,6 3-3-16,-8-3-2 0,1 0-1 0,0 5-3 0,0-5 1 16,1 0-3-16,-2 3 0 0,2-3 0 0,-2 3 0 0,1 1-2 15,1-4 0-15,-2 4 0 0,2-4-7 0,-2 3-18 16,1-3-31-16,1 4-38 0,-8-4-48 0,8 0-57 0,-2 0-62 16,8 0-78-16,-7-4-113 0,7 1-122 0,-8-1-147 15,8-3-82-15,6 4-31 0,-7-5-4 0,7 1 25 0</inkml:trace>
  <inkml:trace contextRef="#ctx0" brushRef="#br0" timeOffset="50460.45">29939 11551 97 0,'-7'-11'670'0,"1"-1"46"0,0 2-75 0,-1 2-116 0,0-3-93 16,1 1-68-16,6-1-64 0,-6 0-34 0,-2 0-15 15,8-1-11-15,-6 5-7 0,6-4 2 0,0 4-2 16,-6 0-7-16,6 3 0 0,0 0-11 0,-7 0-22 0,7 1-22 15,0 3-20-15,-6 7-19 0,6 1-17 0,-7 2-16 0,7 5-12 16,-6 4-10-16,-1 3-6 0,1-1-6 0,0 5-6 0,6 0-9 16,-8-5-10-16,8 5-9 0,0 0-7 0,0 0-9 15,8-4-6-15,-8-1-6 0,6-2 1 0,0-1-4 16,1-3 1-16,6-1-2 0,-7-2 1 0,7-1 0 0,1-8 0 16,-8 5 2-16,7-8-3 0,-6 0 0 0,5 0 1 0,1-8-1 15,-6 5-5-15,6-8-2 0,-7-1-5 0,1-2-1 0,6 3-2 16,-6-8-4-16,5-3-8 0,-5 1-5 0,6-1-3 15,-7-4-4-15,8 0 0 0,-8 0-4 0,7-3 0 16,-6 4 4-16,-1 3 7 0,1-1 7 0,-1 6 9 0,0 2 13 16,-6 4 15-16,0 3 14 0,8 1 7 0,-8 7 10 0,0 0 9 15,-8 4 8-15,8 7 8 0,-6 0-1 0,0 7-1 0,-1 1-5 16,1 2-5-16,-1 5-4 0,7 0-9 0,-6-5-9 16,6 5-8-16,0-4-8 0,0 4-5 0,6-4-7 15,-6-3-15-15,7 2-25 0,-1-3-35 0,1 1-43 0,-1-5-54 16,0 1-67-16,-6-4-78 0,8 0-67 0,-2-4-83 0,0 1-101 15,1-5-109-15,-1-3-156 0,1-3-48 0,-7 0-3 0,6-2 22 16,1-2 39-16</inkml:trace>
  <inkml:trace contextRef="#ctx0" brushRef="#br0" timeOffset="52304.05">4747 12554 656 0,'0'-3'788'0,"0"-1"20"0,-6 0-94 0,6 1-159 0,0 3-161 16,0 0-121-16,0 3-61 0,0 5-31 0,0-1-11 0,6 4-8 15,-6 7-6-15,0 1-3 0,6 3-3 0,-6 0-6 0,8 3-11 16,-8 5-5-16,6-1-4 0,0 1-4 0,-6 2-5 31,0 1-9-31,0 0-3 0,7-4-5 0,-7 5-2 0,0-9-5 16,0 4-8-16,0-3-5 0,0-4-7 0,0-3-10 0,0-1-5 0,-7 1-9 0,7-5-7 0,0-3-8 0,0-4-6 16,0 0-6-16,0 1-1 0,0-5-3 0,0-3-4 0,0 4-3 31,0-8-3-31,0 4 1 0,0-3-2 0,7-1 0 15,-7 0-4-15,0-3 0 0,6 3 3 0,1-4 5 0,-7 5 7 0,7-4 3 0,-1 7 3 0,0-4 3 0,-6 1 4 16,6 0 1-16,2 3 0 0,-2 0-5 0,0 0-8 0,8 0-3 31,-8 0-3-31,7 3-2 0,-7 0-6 0,8-3-1 0,-2 4-2 16,2-4-3-16,-1 0-12 0,-1 0-23 0,2 0-33 16,-2 0-40-16,8 0-50 0,-7 0-61 0,-6 0-72 0,6 0-73 15,-1 0-83-15,8-4-106 0,-6 1-108 0,-1 0-147 0,6 3-64 0,-6-5-20 0,7 5 17 0,-7 0 48 0</inkml:trace>
  <inkml:trace contextRef="#ctx0" brushRef="#br0" timeOffset="52991.44">7079 12686 629 0,'-6'0'790'0,"6"0"29"0,0 4-75 0,-8 0-143 16,8 3-142-16,0 0-109 0,-6 7-56 0,6 1-30 15,0 0-13-15,0 7-12 0,0 0-22 0,0 4-22 16,0-1-25-16,-6 5-22 0,6 2-23 0,0-2-17 0,6 3-17 16,-6 0-18-16,0 1-11 0,6-7-12 0,-6 0-12 0,8-1-11 15,-8-5-5-15,0-6-6 0,6 0-3 0,-6-4-4 0,0-1-5 16,6-2 0-16,-6-4-2 0,7-4-5 0,-7 0-8 16,0-7-9-16,0 0-15 0,0-5-14 0,6 1-20 15,-6-8-21-15,0 2-21 0,0-5-13 0,0-3-15 0,0-2-13 16,-6 1-7-16,6-2-7 0,-7-2 3 0,1-3 9 0,6 0 15 15,-6-4 16-15,-2 4 19 0,2-3 24 0,0 2 22 0,0 5 27 16,-1 0 35-16,7 4 27 0,-7 3 28 0,7 2 20 16,-6 3 37-16,6 2 26 0,-7 4 22 0,7 4 10 15,-6-4-4-15,6 8-6 0,0-5-8 0,0 4-2 0,6 1-17 16,-6-1-16-16,7 0-7 0,-1 1-5 0,8-1-3 0,-8 4-3 16,14-4-8-16,-14 1-14 0,13 3-13 0,-5 0-12 0,5 0-11 15,-6 0-14-15,7 3-11 0,-1 1-8 0,-6 0-21 16,6-1-35-16,-5 5-52 0,-1-5-62 0,0 9-82 0,-6-9-76 15,-1 8-77-15,0-4-103 0,0 1-107 0,-6 0-100 16,0-1-133-16,-6 0-34 0,0 0 7 0,0 4 29 0,-8 1 48 16</inkml:trace>
  <inkml:trace contextRef="#ctx0" brushRef="#br0" timeOffset="53147.74">7047 12847 189 0,'-7'5'885'0,"7"1"39"0,-7-6 45 16,1 4-48-16,6 0-171 0,0-4-184 0,-7 3-133 0,7-3-81 15,0 3-47-15,7-3-29 0,-7 5-36 0,6-1-41 0,1-1-45 16,6 2-44-16,-7-3-40 0,8 2-28 0,-2 0-22 16,1 0-33-16,1-1-45 0,-2 0-60 0,2-3-84 0,-2 5-86 15,2-3-91-15,5-2-138 0,-6 0-155 0,0-2-190 16,7-3-83-16,-7 2-27 0,0 0 19 0,6-1 50 0</inkml:trace>
  <inkml:trace contextRef="#ctx0" brushRef="#br0" timeOffset="54100.78">11377 12616 199 0,'-6'-7'780'0,"6"0"40"0,0 0 17 0,-7-1-111 15,7 5-112-15,-6-1-113 0,6 4-85 0,-6-3-54 16,6 3-41-16,0 3-36 0,-8-3-32 0,8 7-39 0,0 1-37 16,0 3-28-16,0 4-24 0,8 3-12 0,-8 1-5 15,0 1-1-15,6 7 0 0,0-1-5 0,-6-1-7 0,7 1-7 16,-1 3-1-16,1 0-2 0,0 0-7 0,-1-3-5 0,0 4-10 16,0-5-5-16,-6 1-6 0,8 0-7 0,4-1-9 15,-12-6-7-15,7 1-6 0,0-3-3 0,-1 0-6 0,1-6-2 16,-1-3-5-16,-6 3-5 0,6-8 1 0,-6 4 1 15,7-3-3-15,-7-1-1 0,0 2 0 0,0-2 0 0,0-3 0 16,0 0 0-16,0 0 0 0,0 0 0 0,0 0 0 0,0 0 0 16,0 0 0-16,7-3 0 0,-7 3 0 0,6 0 0 0,0-5 0 15,-6 5 0-15,7 0 0 0,6-3 0 0,-6 3 0 16,-1 0 0-16,7 0 0 0,0 0 0 0,1 3 0 0,-2-3 0 16,1 5 0-16,0-2 0 0,0 1 0 0,-7-4 0 0,8 3 0 15,-1-3 0-15,-6 4 0 0,-1-4 0 0,7 0 0 16,-7 0-71-16,1 0-223 0,0 0-79 0,-7 0-77 0,6 0-73 15,0-4-102-15,-6 1-110 0,7-1-148 0,-7 4-60 16,0 0-14-16,0 0 24 0,0 0 52 0</inkml:trace>
  <inkml:trace contextRef="#ctx0" brushRef="#br0" timeOffset="54678.75">13780 12661 411 0,'-6'-3'808'0,"0"-2"37"16,-1 2-25-16,1 3-122 0,-1-4-130 0,7 4-122 15,-7-5-84-15,7 5-55 0,0 0-29 0,7 0-22 0,0 0-34 16,-1 0-27-16,1 0-33 0,5 0-23 0,2 0-21 0,-2 0-19 16,2 0-29-16,-1 0-21 0,6-2-22 0,0 2-34 15,-5 0-41-15,-1 0-50 0,0 0-56 0,0 0-58 0,-7 0-55 16,1 0-50-16,0-4-52 0,-7 4-69 0,0 0-63 16,-7 0-52-16,0 0-40 0,1 0-58 0,-7 0-75 0,0 0-16 15,0 0 12-15</inkml:trace>
  <inkml:trace contextRef="#ctx0" brushRef="#br0" timeOffset="54991.22">13709 12653 652 0,'0'0'756'0,"-6"5"-24"0,6-5-107 15,-7 6-98-15,7-2-82 0,-6 3-81 0,6 4-69 0,-7 0-47 16,7 4-32-16,-7 4-18 0,7-2-18 0,-6 6-14 0,6-1-23 16,0 0-22-16,-6 3-16 0,6-3-11 0,-8 5-8 15,8-7-7-15,0 7-1 0,0-5-6 0,0-1 3 16,0-3 4-16,0 4 2 0,0-2-2 0,0-3-2 0,0-2-5 15,0 0 0-15,0-1-5 0,0-3 0 0,0 0-6 0,0 0-5 16,0-4-3-16,0 0-4 0,0-2 0 0,0-2-1 0,0 1-2 16,0-1-3-16,0-3-1 0,0 4-1 0,0-4-3 15,0 0-4-15,8 0 1 0,-8 0 1 0,0 0 0 16,6 0 5-16,0 0 2 0,1 0 2 0,0 0 1 0,-1 0 0 16,1 0-5-16,-1 0-7 0,0 4-6 0,8-4-7 0,-2 3-9 15,2-3-4-15,-1 4-15 0,-1-4-23 0,2 0-36 0,-2 0-47 16,2 0-56-16,-8 0-70 0,1 0-73 0,6-4-73 15,-7 1-61-15,1-1-69 0,-1-3-74 0,-6 3-69 16,6-4-71-16,-12-2-100 0,6 3-21 0,-6-1 21 0,6 1 41 16</inkml:trace>
  <inkml:trace contextRef="#ctx0" brushRef="#br0" timeOffset="55147.52">13656 12921 518 0,'-6'0'852'0,"0"-5"47"0,6-2 27 16,0 4-144-16,0-4-152 0,0 3-134 0,6 0-90 0,0 2-56 15,2-3-40-15,4 2-37 0,-5 3-40 0,6-4-45 0,0 4-45 16,0 0-38-16,0 0-34 0,7 0-23 0,-7 0-19 16,6 0-15-16,-6 0-26 0,7 0-34 0,-7 0-45 0,0 0-61 15,6 0-66-15,-5 0-73 0,5 0-69 0,-6 0-88 16,6-5-104-16,1 5-110 0,-7 0-153 0,0 0-50 0,6 0-11 16,-5 5 19-16,-2-1 42 0</inkml:trace>
  <inkml:trace contextRef="#ctx0" brushRef="#br0" timeOffset="56147.35">17467 12514 439 0,'0'0'754'0,"0"0"29"0,0 0-96 16,0 4-102-16,0 0-88 0,0 2-82 0,-7 6-74 0,7-1-51 15,-6 3-40-15,6 8-30 0,-6 0-25 0,-1 4-24 0,7 0-20 16,-7 7-14-16,7-5-12 0,0 6-10 0,-6 3-9 16,6-4-11-16,0 3-10 0,6-3-5 0,-6 0-4 15,0-3-9-15,7-5-9 0,-7-3-9 0,0 0-6 0,7-3-4 16,-7-5-5-16,6-3-9 0,-6-4-8 0,0 1-4 0,0-5-4 16,0-3-2-16,0-3 0 0,0 0-3 0,0-9-4 0,0 1 1 15,0-3-5-15,0-5-2 0,-6 1-3 0,-1-4-6 16,7 0-5-16,-7-4-6 0,1 1-4 0,0-5-7 15,-2-2-3-15,2-2-7 0,0 1-8 0,-1-4-3 0,1 1-5 16,-1-4-2-16,0 3 2 0,7-3 3 0,0 3 5 0,0 7 7 16,0 2 9-16,7 2 9 0,0 4 10 0,-1 0 7 0,1 7 4 15,-1 1 3-15,8 3 2 0,-8-1 2 0,7 9 4 16,0-1 7-16,0 1 7 0,0 3 6 0,6 3 12 0,-5 4 11 16,5 1 14-16,1 3 13 0,0 3 14 0,-2 5 10 15,2-2 7-15,-7 6 8 0,1-2 4 0,4 6 0 0,-4-2-3 16,-8 1-6-16,7 0-8 0,-6 0-11 0,0-1-10 0,-7 1-11 15,0-1-13-15,0-3-11 0,0 0-10 0,0 1-7 16,-7-5-7-16,-6-4-14 0,6 1-22 0,-5-4-35 0,-2 0-46 16,2-4-61-16,-2 5-76 0,-5-6-84 0,5-2-82 15,-4 0-97-15,4-4-115 0,-6 0-116 0,7-4-162 0,1 0-40 16,-2-2 7-16,2-2 32 0,5 4 55 0</inkml:trace>
  <inkml:trace contextRef="#ctx0" brushRef="#br0" timeOffset="56991">20170 12522 286 0,'-7'-4'813'0,"-6"0"43"16,13 1 10-16,-6-1-123 0,-1 4-127 0,1-4-132 15,6 4-87-15,0-3-46 0,0 3-27 0,6 0-25 0,1-4-30 16,-1 4-30-16,7 0-27 0,6-5-19 0,1 5-22 16,0 0-21-16,-1 0-26 0,1 0-25 0,0 0-26 0,5 0-22 15,-5 0-17-15,6 0-14 0,-7-2-8 0,7 2-15 0,-6-5-24 16,-7 2-31-16,7 0-37 0,-8-1-40 0,2 0-47 16,-8 0-49-16,1 2-54 0,-7 2-38 0,0-5-22 0,0 2-7 15,-7-1 8-15,1 4 19 0,0-5 31 0,-8 5 34 16,1 0 44-16,0 0 42 0,0 0 40 0,1 0 29 0,-2 5 29 15,1-5 30-15,6 4 29 0,-5-1 31 0,5 2 29 0,1 1 26 16,-1-2 29-16,7 3 37 0,-7 1 30 0,1 3 21 16,6 0 17-16,-6 0 14 0,6 3 10 0,-7 4 6 15,7 5 1-15,-7-5-6 0,7 3-8 0,0 4-10 0,0 2-10 16,-6-1-12-16,6-1-14 0,0 1-15 0,0 0-15 0,0-1-14 16,0 1-15-16,6-1-10 0,-6 0-14 0,0-2-15 0,0-2-12 15,0 2-10-15,0-4-11 0,0-1-9 0,7 0-11 16,-7-3-8-16,0-1-15 0,0-3-24 0,0-4-35 0,0 5-46 15,0-5-55-15,0-1-64 0,0-1-84 0,0-1-80 16,0-1-85-16,0 2-108 0,7-10-110 0,-7-2-139 0,0 2-61 16,6-5-15-16,0 0 20 0,1-2 46 0</inkml:trace>
  <inkml:trace contextRef="#ctx0" brushRef="#br0" timeOffset="57740.96">24475 12675 21 0,'0'-3'766'0,"0"-5"36"0,0-3 10 15,0 4-115-15,0-4-115 0,0 0-111 0,0 3-85 0,-6-2-51 16,-2 2-36-16,8 5-24 0,-12-1-27 0,5 0-30 16,-6 8-29-16,7 0-27 0,-7 3-25 0,-7 5-18 0,7 6-8 15,-6 3-5-15,5 4-4 0,-5 5-1 0,5 3 2 0,2 8 2 16,-8-1-3-16,14 4-1 0,-7-1-5 0,7-2-7 15,6 3-9-15,6-4-12 0,0-8-15 0,7 2-15 0,1-8-13 16,4 0-7-16,9-12-7 0,-1 1-4 0,-6-7-2 16,12-6-1-16,1-4 1 0,-7-6 2 0,6-3 0 0,-5-4-2 15,-2-3 0-15,1 0-2 0,-6-8 3 0,-7-1 0 0,0 2 0 16,0-4 1-16,-7 0 1 0,-6-1 0 0,7 2-1 16,-14-6 0-16,7 1 0 0,-6 1 0 0,-7-1-2 0,0-4-3 15,0 3-4-15,7-2-5 0,-8 3-5 0,1 4-9 16,0 3-21-16,0 0-26 0,1 5-30 0,-2 3-37 0,8-1-46 15,-7 8-54-15,6-1-60 0,-6 5-58 0,7 4-51 0,6 0-72 16,0 3-88-16,0 3-94 0,0-3-127 0,6 8-55 16,7-1-11-16,-6 4 12 0,6 0 39 0</inkml:trace>
  <inkml:trace contextRef="#ctx0" brushRef="#br0" timeOffset="58647.18">27106 12840 584 0,'0'4'731'0,"0"-4"-52"0,0 3-97 0,0-3-78 0,0 0-54 15,-7 5-42-15,7-5-44 0,0 0-53 0,0 0-24 16,0 0-21-16,0 0-23 0,0 0-23 0,0-5-25 15,0 5-30-15,0-3-27 0,0 3-24 0,0-4-27 0,0-3-21 16,7 0-16-16,-7 3-15 0,0-7-11 0,6 3-4 0,1 1 0 16,-7-4 1-16,7 4 2 0,-7-5 6 0,6 2 4 0,-6-1 2 15,6 0 2-15,-6 4-1 0,0-5-3 0,0 5-5 16,0 0-5-16,0 0-3 0,-6-1-7 0,0 0-4 16,-1 5-2-16,0-4-3 0,1 3-2 0,-7-2 2 0,-1 1-3 15,2 5-1-15,-8-3-2 0,7 3-2 0,-7 0-5 0,2 0-3 16,-2 3-1-16,6 2-4 0,-5-2 1 0,6 4-1 0,0 0 2 15,0 4 0-15,6 0 5 0,1 4 3 0,-1 0 2 16,7 3 1-16,0 1 0 0,7 6 3 0,-1-3 1 0,1 3 7 16,6 5 5-16,-7-5 9 0,8 5 16 0,-2-1 16 15,8 0 15-15,-13-3 16 0,5 3 15 0,2-3 12 0,-14 0 11 16,6-1 6-16,-6-6 3 0,0 3 2 0,0-4-1 0,-6-4 2 16,0 1-2-16,-2-4-95 0,2-3-37 0,-7-1 0 15,0-4 0-15,-6 2 0 0,5-5 0 0,-5-5 0 16,6 2 0-16,-6-4 0 0,-1-1 0 0,0-3 0 0,1-4 0 15,6 1 0-15,-6-1 0 0,-1-3 0 0,7 0 0 0,0-1 0 16,-7 2 0-16,13-2 0 0,-5 1 0 0,5 2 0 0,-6 2 0 16,7 3-40-16,6 0-24 0,-7 0 7 0,1 4 4 15,6-1 0-15,-7 5-5 0,7-4-9 0,0 7-5 0,0-5-5 16,0 5-3-16,0 0 0 0,0 0 2 0,7 5 5 16,-7-5 9-16,6 3 14 0,1 1 14 0,-1-1 8 0,0 5 8 15,1-5 6-15,0 1 2 0,-1 0 3 0,-6 3 3 0,6-4 1 16,1 5-1-16,0-4 1 0,-7 3-3 0,6-4-6 15,-6 1-11-15,7 0-9 0,-7-1-12 0,0-3-17 0,6 4-15 16,-6-4-18-16,0 5-16 0,0-5-12 0,0 0-8 16,0 0-14-16,0 2-17 0,0 3-16 0,0-5-23 0,0 0-22 15,0 0-20-15,0 0-24 0,-6 0-65 0,6 0-67 0,0-5-72 16,0 3-83-16,0-3-135 0,0-2-50 0,-7 3-12 16,7 4 17-16</inkml:trace>
  <inkml:trace contextRef="#ctx0" brushRef="#br0" timeOffset="59881.32">5998 14104 247 0,'0'-11'637'16,"0"1"9"-16,0-2-98 0,0 1-99 0,0 0-71 0,-6 1-49 16,6-2-35-16,0-3-36 0,-8 5-36 0,8-2-33 15,-6 1-20-15,0 1-12 0,0 2-6 0,-2 0-6 0,2 5-6 16,0 0-1-16,-7 3-11 0,6 3-12 0,-12 5-16 15,5 3-17-15,2 7-16 0,-1 4-14 0,-7 3-12 0,7 9-12 16,0 2-1-16,7 4 2 0,-8 7 2 0,14 2 0 0,-6-2-1 16,6 1-3-16,6 0-5 0,1-4-1 0,0 0-2 15,12-7-7-15,-6-5-2 0,7-3-5 0,-1-7-3 0,7-4 2 16,0-3 1-16,-7-7 6 0,7-5 4 0,1-3 9 16,-7-6 8-16,6-7 3 0,-7-1 8 0,-6-4 2 0,0-4 1 15,0 0 1-15,0-4-4 0,-7 1-4 0,1-5-7 0,0-2-2 16,-7 2-6-16,0-3-3 0,0 4-4 0,0-4-5 15,0 0-6-15,-7 0-5 0,7 4-9 0,-7-5-19 0,7 2-22 16,-6 2-28-16,0 5-31 0,6-1-34 0,-7 0-31 16,7 8-39-16,-7-1-33 0,7 5-31 0,0 3-30 0,0 0-36 15,0 3-52-15,0 5-68 0,0 0-91 0,0 3-119 0,0 3-57 16,0 0-6-16,0 5 18 0</inkml:trace>
  <inkml:trace contextRef="#ctx0" brushRef="#br0" timeOffset="61084.31">12699 14137 29 0,'0'4'735'0,"0"-1"23"0,0-3-11 0,7-3-129 15,-7-1-130-15,7 0-111 0,-7-3-91 0,6 3-68 0,0 1-30 16,1-5-24-16,-7 1-20 0,7 3-24 0,-1-3-12 15,1 3-12-15,-1-2-11 0,-6-3-3 0,6 3-13 0,-6-2-6 16,7 0-5-16,-7 2-3 0,0-6-7 0,0 5-5 16,0-4-4-16,0 0-3 0,-7 3-6 0,1-2-4 0,6-1-5 15,-13-4-4-15,7 4-2 0,-8 0-3 0,2 0-5 0,-2-1-4 16,2 2 0-16,-8 3-3 0,-7 4-5 0,9-2-3 16,-9 3-6-16,7 4 0 0,-6 3-2 0,1-2-1 0,5 4 0 15,7 1-2-15,0 2 3 0,0 5 3 0,7-4 5 16,6 8 2-16,0-1 6 0,0 0 9 0,13 4 17 0,-7 0 17 15,14 3 19-15,-1 1 25 0,1 4 21 0,-1-1 23 0,0 1 25 16,8-1 14-16,-7 0 1 0,-8 1-3 0,8-2-4 16,-7-2-10-16,-6-4-10 0,6 0-17 0,-7 0-15 0,-6-4-8 15,0-3-5-15,0-4-8 0,0 0-11 0,-6-4-12 16,-7-2-11-16,-1-3-8 0,2-4-12 0,-8 2-13 0,0-8-13 16,-5 0-10-16,-2 1-18 0,8-4-25 0,-14-4-33 0,7 1-37 15,0-4-40-15,-1-1-46 0,2 1-49 0,-1-1-60 16,6 1-55-16,8 0-54 0,-2 4-70 0,8-5-100 0,-1 1-112 15,7 3-159-15,0-3-65 0,7 2 0 0,13 6 41 16</inkml:trace>
  <inkml:trace contextRef="#ctx0" brushRef="#br0" timeOffset="61787.43">19160 13976 234 0,'0'-4'814'0,"0"1"37"0,0-1 32 0,0 0-137 0,-6 4-144 0,6-3-133 15,0 6-85-15,0 1-49 0,-7 7-26 0,7 0-22 16,0 4-22-16,0 6-22 0,0 2-18 0,0 2-21 0,0 4-22 15,0 1-19-15,0 4-18 0,7 1-21 0,-7 2-19 16,0-4-21-16,0 0-20 0,0-4-26 0,6 1-13 0,-6-5-10 16,0-3-12-16,6 0-16 0,-6-4-20 0,0 0-30 0,0-7-35 15,8 1-39-15,-8-2-59 0,-8-6-78 0,8 4-82 16,0-8-72-16,0 0-101 0,-6 0-101 0,6 0-112 0,0-8-146 16,0-2-52-16,0 2 15 0,6 0 52 0</inkml:trace>
  <inkml:trace contextRef="#ctx0" brushRef="#br0" timeOffset="62631.13">25607 13961 625 0,'0'-3'793'16,"-6"-2"38"-16,6 2-85 0,0 0-122 0,-6 3-113 0,6 0-103 15,-7 0-65-15,7 0-34 0,0 6-26 0,-6 2-23 0,6 0-29 16,0 6-26-16,0 0-22 0,6 5-18 0,-6 4-11 0,0-2-14 16,7 5-9-16,-7-1-11 0,0 5-8 0,0-1-11 15,0 0-8-15,0 0-2 0,0 1-2 0,0-1 0 16,0 0-1-16,0-4-1 0,0-2-4 0,-7-1-5 0,7-4-1 15,0 0-4-15,0-6-6 0,0 2-66 0,0-6-1 0,0 0 0 16,0-1 0-16,0-4 0 0,0 0 0 0,0-3 0 0,0 0 0 16,0-3 0-16,0 0 0 0,0-2 0 0,7 3 0 15,-1-6 0-15,-6 0 0 0,6 1 0 0,2 0 0 0,4 3 0 16,-5-4 0-16,0 5 0 0,-1-1 0 0,7 1 0 16,0 3 0-16,-6-4 0 0,5 4 0 0,2 4 0 0,-1-4 0 15,0 3 0-15,0 1 0 0,-1-1 0 0,2 2 0 0,-1 2 0 16,-7-4 0-16,7 1 0 0,0 3 0 0,-7-3 0 0,8-4 0 15,-8 4 0-15,1-4 0 0,0 0-36 0,-1-4-152 16,0 4-59-16,-6-4-75 0,0-3-78 0,7 3-75 0,-7-3-116 16,0 4-126-16,-7-5-170 0,7 1-65 0,-6-1-29 15,0 5 20-15,-8-1 60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27:14.4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2259 4506 176 0,'0'0'655'0,"-6"0"38"0,6 0-91 0,0 0-117 0,-7 0-102 15,7 0-80-15,0 0-65 0,0 0-52 0,-6-3-43 16,6 3-34-16,0 0-29 0,0 0-23 0,0 0-17 0,6 0-8 16,-6 3-1-16,0-3 3 0,7 0 8 0,-7 3 8 0,6 1 10 15,-6 0 12-15,7-1 8 0,-7 1 7 0,0 4 5 0,7-1 5 16,-1 0-2-16,-6 8 2 0,6 0-5 0,-6-1-4 0,7 5-4 16,0-1-7-16,-7 3-9 0,6 5-8 0,-6 3-10 0,6-3-9 15,1 4-7-15,-7-1-6 0,6-4-6 0,-6 4-7 16,7 1 0-16,0-4-5 0,-7-1-2 0,6-3-1 0,0 0-4 15,-6-3 0-15,8 2 3 0,-2-5-2 0,-6-3-5 0,6 3 1 16,-6-5-1-16,0-1 2 0,6 2 1 0,-6-5-2 0,0-3-2 16,7 3 2-16,-7-3 0 0,0-1 0 0,7 1 0 0,-7-1 0 15,0-3 4-15,0 0-1 0,0 0 4 0,0 0 4 16,0 0 0-16,0 0 2 0,0-3-1 0,0 3-3 0,0-7-1 16,0 3-1-16,0-3-4 0,0-1-4 0,0 1 0 0,6-1-3 15,-6-2-1-15,0-1 4 0,0 0 0 0,7-1 1 0,-7 1 0 16,6 0 1-16,-6-4 0 0,6 5 1 0,-6-1-1 0,8 0-2 15,-8-4 1-15,6 4 0 0,-6 0 0 0,0 1 0 16,6-5 0-16,-6 3 1 0,0-2-1 0,0-1-2 0,7 5 1 16,-7-5 0-16,7 0-1 0,-7 1-2 0,6-1-2 0,-6 0 0 15,6 3 2-15,-6 2 1 0,7-1 0 0,-1 0 2 0,-6 0 3 16,7 0-2-16,0 4 4 0,-1-4-1 0,-6 4-1 0,6 3-1 16,-6-3-1-16,7-1-3 0,-7 5-3 0,7 0 2 15,-7-1 0-15,0 4 2 0,6-5-3 0,-6 5 1 0,0 0 1 16,0 0 2-16,0 0-5 0,6 0 4 0,-6 5-2 0,0-1 3 15,0-1 0-15,7 4 2 0,-7 0-1 0,6 1 0 0,-6-1 4 16,7 7-4-16,0-3 1 0,-1 4-1 0,0 4 2 0,2-1-2 16,-2 0 1-16,6 1 5 0,-5 2-3 0,6 2 0 0,-6 2-2 15,5-3 1-15,2 4-1 0,-2-4 0 0,-5 0-1 16,6 0-3-16,0-4 1 0,1 1 0 0,-8-1 2 0,6 0 1 16,2-7-1-16,-8 0 0 0,7 0 1 0,-6-4 0 15,0-3 3-15,-1 0 4 0,0-4-8 0,0 0 6 0,2-4 4 16,-2-3 3-16,0-4 3 0,-6-1 3 0,7 2-2 0,-7-5 0 15,7-4 6-15,-1-3-8 0,-6 1-1 0,7-5-1 16,-7 0-5-16,6-6-1 0,-6 2-1 0,6-7-5 0,1 5 0 16,0-5 2-16,-1 7-2 0,0-3-3 0,-6 8-1 15,7 0-1-15,0 2 0 0,-7 2 3 0,6 5 1 0,-6-1 1 16,0 5 6-16,0 1 5 0,7 0 4 0,-7 4 2 0,0 0 3 16,0 3-3-16,0 0-1 0,0 1-5 0,0-1-10 0,0 4-23 15,0-4-32-15,-7 4-34 0,7 0-48 0,0 0-49 16,0 0-51-16,-6 0-65 0,6 0-89 0,0 4-86 15,0-4-86-15,0 0-131 0,0 0-62 0,0 4-20 0,0-1 7 16</inkml:trace>
  <inkml:trace contextRef="#ctx0" brushRef="#br0" timeOffset="1078.07">2390 6223 341 0,'0'-6'652'16,"0"-2"-16"-16,0 2-96 0,-7-3-94 0,7 6-78 0,0-4-55 16,0 3-47-16,0 1-38 0,0-2-41 0,0 2-41 0,0 0-24 15,0 3-19-15,0 0-13 0,0-5-13 0,0 5-10 16,0 0-8-16,0 0 1 0,0 0 6 0,7 5 4 0,-7-2 2 15,0 0 7-15,0 9 3 0,6 2 4 0,-6 1 5 0,0 3-1 16,0 8-3-16,0-1-8 0,0 9-11 0,0 3-11 0,0-1-8 16,0 4-8-16,0 4-9 0,0 0-7 0,0-4-6 0,7 5-4 15,-7-9-2-15,6 1-1 0,0-5-4 0,2-5-3 0,-2-2-3 16,0-6-1-16,1-2 1 0,0-2-2 0,5-3 4 16,-5-6-1-16,-1-2 3 0,8-4 3 0,-8 0 4 0,7-7 1 15,-6-1-3-15,-1 1-1 0,7-8-1 0,-7 1-2 0,8-1-3 16,-8-3-3-16,8-4-1 0,-8-4-3 0,6 1-1 0,2-2-7 15,-8-2-9-15,7-4-15 0,1 1-14 0,-8-5-13 0,6 1-17 16,-5-1-14-16,6-4-7 0,-6 5-2 0,6-1 8 16,-6 4 14-16,-1 3 13 0,0 5 14 0,0 0 17 0,-6 6 20 15,8 1 18-15,-8 7 22 0,6 1 15 0,-6 1 18 0,0 6 15 16,0-1 8-16,0 8 11 0,0-1 5 0,0 6-1 0,0 4-6 16,0-1-4-16,0 7-8 0,0 1 0 0,0 7 5 15,0 2 6-15,0 1 9 0,0 2 7 0,0 5 8 16,6-1 2-16,-6 4 5 0,0-3-3 0,7 0-7 0,-7 0-12 15,6-5-11-15,-6-1-13 0,0-3-13 0,7-2-11 0,-7-1-16 16,0-6-8-16,7-1-6 0,-7-3-5 0,0-1-7 16,0-2-12-16,0-5-16 0,0-4-30 0,0 5-44 0,-7-5-59 15,7-3-66-15,-7 0-72 0,1 0-74 0,-1-3-88 16,1-1-107-16,0-3-110 0,-2 0-136 0,2 0-61 0,0-5-10 16,6 5 18-16,-6-4 46 0</inkml:trace>
  <inkml:trace contextRef="#ctx0" brushRef="#br0" timeOffset="1671.76">2338 7506 179 0,'0'0'780'0,"0"0"47"0,-7-3-2 0,7 3-119 16,0 0-122-16,7 0-117 0,-7 0-82 0,6 0-44 16,-6 3-28-16,6-3-18 0,8 0-14 0,-8 0-19 0,14-3-22 15,-7 3-26-15,-1 0-25 0,2 0-28 0,6 0-21 0,-1 0-27 16,-6 0-27-16,6 0-23 0,1 0-17 0,-1 0-12 0,-5-4-12 15,6 4-8-15,-2 0-11 0,-4-4-15 0,-1 4-26 16,-1 0-34-16,-4 0-40 0,4 0-40 0,-12-3-48 0,6 3-59 16,-6 0-63-16,-6-4-53 0,6 0-52 0,-6 1-65 0,0 0-63 15,-8 3-65-15,8-4-72 0,-7-1-89 0,-1 2-14 0,-4-2 12 16,4 5 47-16</inkml:trace>
  <inkml:trace contextRef="#ctx0" brushRef="#br0" timeOffset="1999.81">2383 7484 35 0,'-7'0'727'0,"1"0"41"0,6 0-29 0,-6 0-109 0,6 0-109 16,-6 8-101-16,6-1-96 0,-8 4-66 0,8 0-39 0,-6 0-24 16,6 7-18-16,-6-3-16 0,6 6-17 0,-7 1-17 0,7 1-13 15,0-1-11-15,0 3-11 0,0 1-9 0,0 3-5 0,0-3-1 16,0 0 0-16,0 2-6 0,0-2-5 0,0-4-4 16,0 3-2-16,0 2-4 0,0-9-6 0,0 4-9 0,0-3-6 15,0-1-1-15,0-1-3 0,0-2-3 0,0 1-2 0,0-5 0 16,0 3-4-16,0-3 0 0,-7-4-2 0,7 0-2 0,0 1-1 15,0-1-2-15,0-3-4 0,0 0-1 0,0-1 0 0,0 1 1 16,0-4 4-16,0 4 2 0,0-4 3 0,0 0 5 0,7 0 5 16,-7 0 3-16,0 0 2 0,7 0 3 0,-1 0-4 15,-6 0-2-15,6 3-3 0,2-3-3 0,4 0-6 0,-6 4-3 16,8-1-3-16,-1 1-6 0,-1 3-1 0,8-3 1 0,-6 3-1 16,5 0-2-16,1 1-1 0,-1-3-1 0,0-3 0 0,1 6-2 15,-1-4-5-15,1-1-18 0,-7 1-32 0,7-4-49 0,-8 4-46 16,-4-4-59-16,4 2-70 0,-6-2-65 0,1 0-90 0,0-2-103 15,-1-2-104-15,-6-3-122 0,0-1-78 0,-6-3-30 16,-1 3 15-16,-6-2 35 0</inkml:trace>
  <inkml:trace contextRef="#ctx0" brushRef="#br0" timeOffset="2187.37">2383 7818 142 0,'-7'0'908'0,"7"0"31"0,-6 0 43 0,6 0 12 16,0 0-199-16,6 0-206 0,1 0-136 0,0 0-87 0,-1 0-45 15,7 0-33-15,1 0-44 0,-2 0-56 0,8-5-56 0,-1 5-48 16,-5 0-35-16,5 0-29 0,0 0-37 0,1 0-41 16,-1 5-51-16,1-5-56 0,0 4-67 0,-1-1-71 0,1 0-70 15,-1 1-68-15,-6 0-87 0,14-1-89 0,-15 1-100 16,2 0-119-16,5 3-42 0,-13 0 21 0,8 4 33 0</inkml:trace>
  <inkml:trace contextRef="#ctx0" brushRef="#br0" timeOffset="2937.19">2481 9297 62 0,'0'-3'766'0,"0"-1"30"0,-7 1 34 0,7 3-143 16,-6 0-142-16,-1 3-148 0,1 1-105 0,0 3-61 0,-1 8-34 16,7-5-12-16,-7 9-18 0,1-1-17 0,6 5-17 0,-6 3-6 15,6-1-9-15,-8 4-9 0,8-3-3 0,0 7-8 0,0-4-7 16,-6 0-4-16,6 0-3 0,0-3-9 0,0 4-8 15,-6-5-6-15,6-3-12 0,0 0-9 0,0-8-8 0,0 2-8 16,0-2-8-16,-7-2-4 0,7-5-6 0,0 0-2 0,0-3 0 16,0-4-1-16,0 0-3 0,0-4-2 0,0-3-3 0,7-5-3 15,-7-2-2-15,0-1-6 0,6-7-5 0,-6 0-5 0,6-3-6 16,-6-5-8-16,8 1 4 0,-2-3-10 0,-6-2-7 0,6-3-2 16,1 5 2-16,0-1 0 0,-7 2 6 0,6-1 9 15,0 3-1-15,-6 3 7 0,7-3 0 0,-1 3 6 0,-6 1-1 16,7-2 5-16,0 7-2 0,-7-3-4 0,12 2-3 0,-5-2 6 15,0 1 6-15,-1 0 2 0,0 3 3 0,7 2-2 0,-6-3 4 16,6 7 3-16,1-1 3 0,-8 2 1 0,6 1-1 0,-5 3 4 16,6 2 1-16,-6 1-2 0,-1 2 2 0,8 3-2 0,-8 3-2 15,0 5 5-15,0-1 0 0,1 4 1 0,0 5 4 16,-1 1 1-16,-6 5 4 0,7 0 10 0,-1 4 13 0,1 7 7 16,0-1 10-16,-1 5 12 0,0 0 7 0,0 7 13 15,2 0 9-15,-2 0 4 0,0 0 0 0,1-1 0 0,-7 1-3 16,6-3-7-16,1-5-4 0,-7 0-8 0,7-2-14 0,-7-4-13 15,0-5-10-15,6 1-7 0,-6-8-10 0,0 1-7 16,0-4-10-16,0-1-11 0,0-7-21 0,0 0-35 0,-6 1-52 16,6-8-67-16,-7 3-69 0,0-6-58 0,-6-1-80 15,7 0-96-15,-8-6-90 0,8-1-88 0,0-4-110 0,-7 0-37 16,0-4 2-16,0 1 17 0</inkml:trace>
  <inkml:trace contextRef="#ctx0" brushRef="#br0" timeOffset="3109.15">2455 9437 616 0,'0'-5'811'0,"0"2"44"16,0 3-54-16,0-3-125 0,0 3-129 0,6-4-107 0,-6 4-66 16,7 4-34-16,-1-4-25 0,8 3-33 0,-8-3-37 0,7 3-42 15,0 2-47-15,0-2-36 0,0 1-35 0,6 3-28 16,-5-3-17-16,5 0-14 0,1 3-15 0,-8-4-25 0,8 2-29 16,-7-3-45-16,0-2-54 0,0 5-64 0,1-1-71 15,-8-4-69-15,6 0-99 0,-4 0-101 0,4 0-114 0,-5-4-173 16,-1-1-37-16,1 3-3 0,0-3 26 0,-1-1 44 0</inkml:trace>
  <inkml:trace contextRef="#ctx0" brushRef="#br0" timeOffset="4015.2">7698 1176 350 0,'-7'4'781'0,"1"-1"49"0,-1 1-58 0,-6-1-114 16,13 1-99-16,-6 0-99 0,-1-4-72 0,0 0-42 0,7 3-41 15,0-3-35-15,0-3-40 0,0 3-40 0,7-4-49 16,0-3-43-16,-1 0-29 0,14-4-27 0,-7 0-13 0,7-1-11 16,5-7-4-16,1 5-1 0,-6-4 5 0,6 0-3 0,0 4-2 15,0-5-2-15,0 4-6 0,0 0 2 0,0 1-3 0,-6 0 1 16,-1 2-7-16,-5 1 2 0,4 0 2 0,-4 4 2 16,-1 0 2-16,-7-1 0 0,8 1-9 0,-8 3-11 0,-6 1-12 15,6 0-12-15,-6-2-14 0,0 5-25 0,0-3-32 0,0 3-41 16,0 0-43-16,0 0-43 0,0 0-43 0,0 0-56 0,-6 0-82 15,6 0-83-15,-6 0-95 0,6 0-152 0,0 0-40 16,0 0-8-16,0 0 9 0</inkml:trace>
  <inkml:trace contextRef="#ctx0" brushRef="#br0" timeOffset="5452.6">2638 10832 528 0,'-8'0'732'0,"8"-4"27"0,0 4-139 16,-6-3-130-16,6 3-111 0,0 0-101 0,-6 0-71 0,6 0-42 16,0 3-25-16,6 1-25 0,-6 1 0 0,0 1-2 0,6 5 15 15,-6 4 3-15,8 0 15 0,-8 2 9 0,0 6 2 0,0 3-6 16,0-1-7-16,0 5-8 0,6 2-28 0,-6 2-6 15,-6-2-16-15,6 5-11 0,0-4-12 0,0 0-9 0,0 0-11 16,0-4-10-16,-8 0-5 0,8-3-5 0,0-3-8 0,0-1-5 16,8-4-4-16,-8 0-2 0,0-7-2 0,0 4-2 0,0-4-8 15,-8-5-16-15,8 3-27 0,0-3-39 0,-6-1-51 0,6-2-60 16,-6 0-55-16,6-3-67 0,-7 0-90 0,7 0-91 16,-6-3-91-16,-1-5-108 0,7 5-65 0,-7 0-20 0,1-2 16 15,6-2 31-15</inkml:trace>
  <inkml:trace contextRef="#ctx0" brushRef="#br0" timeOffset="6077.47">2852 12447 323 0,'7'-3'655'0,"-7"3"-5"0,6 0-93 0,-6-3-81 15,0 3-56-15,0 0-39 0,0 0-21 0,0-4-23 0,0 4-26 16,0 0-25-16,0 4-13 0,0-4-17 0,-6 0-17 16,6 3-13-16,0 0-21 0,-7 2-25 0,0 2-21 15,1 0-22-15,-7 8-23 0,0-5-22 0,0 10-16 0,-1 2-15 16,-4-4-7-16,4 8-4 0,-5-5-5 0,-1 2-7 0,8 2-12 15,-8-3-6-15,0 4-4 0,7-5-2 0,-7 5-3 0,8-3-5 16,-8 2-4-16,7-3-1 0,1 0 1 0,-2-3-10 0,1-2-16 16,0 3-23-16,6-3-31 0,1-2-35 0,-7-4-47 15,6 3-55-15,1-7-52 0,0 5-49 0,-1-5-52 0,7-3-71 16,-7-1-73-16,1-3-74 0,6-3-83 0,-7-1-106 0,7-3-30 16,0 0 12-16,0-5 38 0</inkml:trace>
  <inkml:trace contextRef="#ctx0" brushRef="#br0" timeOffset="6327.44">2423 12427 624 0,'-8'-8'796'0,"2"0"52"0,0 1-73 16,6 0-137-16,-7 3-148 0,7 4-124 0,0-3-72 0,0 3-34 16,0 0-15-16,7 3-29 0,-1 1-10 0,0 3-11 0,8 4-7 15,-1 1 0-15,0 5 7 0,6 3-7 0,-5 0-9 0,5 3-12 16,0 3-15-16,1-1-17 0,-1 4-18 0,-5 0-22 0,5 1-23 15,1-1-13-15,0-3-12 0,-8 4-13 0,8-5-11 16,-7 1-6-16,0-5-7 0,0 2-4 0,-1-5-11 16,-4 0-23-16,4-3-36 0,-5-1-51 0,-1-2-63 0,1-6-72 15,-7 6-81-15,0-5-76 0,7 1-80 0,-7-5-92 0,0-3-94 16,6 4-110-16,-6-4-81 0,0 0-27 0,0 3 24 0,-6-3 43 16</inkml:trace>
  <inkml:trace contextRef="#ctx0" brushRef="#br0" timeOffset="7342.96">2358 14064 321 0,'-8'0'760'0,"8"-4"28"0,0 4-39 0,0 0-133 15,0-3-126-15,0 6-122 0,0-3-90 0,0 8-51 0,0-2-33 16,0 6-18-16,0 2-20 0,0 5-20 0,0-1-18 16,0 4-10-16,0 3-5 0,0 1-9 0,0 4-4 0,8 2-10 15,-8-2-8-15,0-1-12 0,0 4-12 0,0-4-8 0,6-3-7 16,-6 3-9-16,0-6-6 0,0 2 0 0,6-3-5 0,-6-4-9 16,0-3 0-16,0 0-2 0,0-1-2 0,0-3 0 0,0-4-7 15,0 1-10-15,0-5-9 0,0 2-6 0,0-5-14 0,0-5-15 16,0 2-4-16,0-1-8 0,0-7 3 0,0 0-2 15,0-3 1-15,0-5 4 0,-6 1 3 0,6-3 4 0,0-5-6 16,0 3-3-16,0-6-10 0,0 3 0 0,-6-3 3 0,6 0 2 16,0-1 8-16,0 5 7 0,0-1 10 0,0 1 10 0,0 3 12 15,0 0 12-15,0-1 2 0,0 2 6 0,-8 2 7 0,8 5 0 16,0-5-4-16,0 5 3 0,0-1 1 0,0 1 0 16,0 3 0-16,0-1 3 0,0 1-3 0,0 0 0 0,0 1 4 15,8 2-13-15,-8-3 8 0,6 4 3 0,-6 0 4 0,6-4-1 16,0 3-2-16,1 1 3 0,0 0-2 0,-1-5 19 0,1 4-12 15,-1 2-7-15,0-5-3 0,8 3 0 0,-8 6-2 0,1-7 0 16,6 6 0-16,-7 3-2 0,1-4 8 0,-1 4 11 16,1 4 9-16,0-4 6 0,5 3 11 0,-5 6 8 0,0-2 10 15,-1-1-2-15,7 2-5 0,-7 3-1 0,1-4-9 0,0 4-3 16,-1 0-11-16,0-3-5 0,8 3-9 0,-8-4 0 0,0 4 2 16,1-1-2-16,0-2 4 0,-1 3 4 0,1-4 11 0,-1 4 8 15,-6-4 9-15,0 4 3 0,6 1 5 0,-12-2 1 0,6 5-1 16,-6-4-2-16,6 4-6 0,-7 0-8 0,-6-4-10 15,6 3-2-15,-5 1-10 0,-2-4-3 0,8-1-5 0,-7 2-3 16,0-5-2-16,6 4-2 0,-5-4 1 0,5-2 3 0,0-2 6 16,1 1 5-16,0-1 7 0,-1-3 5 0,0 0 0 0,7 0 1 15,0 0 2-15,-6 0-8 0,6-3-5 0,6 3-5 0,-6-4-12 16,7 4-4-16,0-3-3 0,-1 3-1 0,7 0-1 0,0 0 0 16,0 3 0-16,0 1 1 0,6-1 4 0,1 5-1 15,0 3 1-15,-1-1 0 0,1 1 1 0,-1 4 3 0,1 1 7 16,0 1 4-16,-8-2 7 0,2 7 6 0,-2-4 4 0,-5 0 2 15,-7 5 7-15,0-5 4 0,0 3 3 0,-7 2 2 0,-5-4-2 16,4-2 2-16,-10 1-2 0,4 1-2 0,-5-4-6 16,-1-1-6-16,0 1-9 0,1-5-6 0,-7-2-10 0,6 0-12 15,-6-1-16-15,7-3-22 0,-1-1-28 0,-6-3-40 0,7 0-47 16,-1-3-59-16,0-1-62 0,8-3-60 0,-1-1-68 0,-1-2-85 16,2-2-84-16,6 1-81 0,6 0-104 0,0 0-45 0,0 0-7 15,0 4 21-15</inkml:trace>
  <inkml:trace contextRef="#ctx0" brushRef="#br0" timeOffset="7858.52">2292 15665 278 0,'-7'14'694'0,"7"0"37"0,-6-2-91 15,6 3-130-15,-6-5-108 0,6-3-89 0,0 2-82 0,0-3-51 16,0-2-29-16,0 0-27 0,0-1-19 0,0-3-19 15,0 0-11-15,0 0-11 0,0-3 0 0,0-1 5 0,6-3-3 16,-6-1-6-16,6-3-5 0,-6-3-9 0,7 0-8 0,0-5-5 16,-1 1-7-16,-6-4-9 0,6-5-3 0,1 6-4 0,-1-5-3 15,1 0 0-15,0 1 1 0,-1-4-1 0,0 2 1 0,2-1-4 16,-2-1-3-16,0-1 6 0,-6 4-7 0,6 1-1 16,1 7-1-16,0-4-2 0,-1 7 0 0,-6 4 7 0,7 1 0 15,-7-2-1-15,6 5 5 0,-6 3 3 0,6 1 4 0,-6-1 5 16,0 4 4-16,8 0 3 0,-2 0 6 0,-6 4 8 0,6-1 2 15,1 1 1-15,0 7 2 0,5-3 7 0,-5 6 3 0,-1 1 4 16,8 3 5-16,-8 3 2 0,7 1-1 0,0 4 3 16,-7 3-3-16,7 1-5 0,1 3-4 0,-2 4-5 0,-4-1-4 15,4-3-5-15,-6 4-4 0,1-5-4 0,0 2-2 0,-1-1-1 16,1-4-9-16,-7-4-4 0,6 2-7 0,-6-2-6 0,6-6-22 16,-6-1-36-16,0 0-57 0,0-4-67 0,-6-3-62 0,6-3-73 15,0-4-93-15,-6-1-97 0,6-3-96 0,-7-3-104 0,1-6-80 16,-1 3-21-16,0-5 16 0,-5 0 42 0</inkml:trace>
  <inkml:trace contextRef="#ctx0" brushRef="#br0" timeOffset="8030.39">2370 15552 683 0,'0'0'918'0,"0"0"22"16,0 0 25-16,-6 0-166 0,6 0-219 0,6 3-170 0,-6-3-113 15,0 0-69-15,6 3-37 0,1-3-21 0,6 4-21 0,-6 0-33 16,5-4-40-16,2 3-35 0,6-3-38 0,-8 4-44 0,8 0-58 15,-1-4-76-15,1 3-75 0,-1-3-83 0,1 0-114 0,0-3-125 16,-1 3-143-16,1-4-116 0,-8 4-53 0,-4-4 13 0,4 4 36 16</inkml:trace>
  <inkml:trace contextRef="#ctx0" brushRef="#br0" timeOffset="9467.71">10922 1084 208 0,'0'4'722'0,"-7"-1"0"0,0 1-66 0,7 0-74 0,-6-1-66 16,0 2-58-16,6-2-59 0,-7-3-49 0,0 0-31 0,7 0-17 16,0 3-19-16,-6-3-22 0,6 0-22 0,0 0-22 0,0 0-24 15,0 0-22-15,0-3-21 0,0 3-23 0,6 0-14 0,1-3-11 16,0-5-14-16,5 0-10 0,2 5-12 0,-2-8-7 0,1 0-10 15,7 0-8-15,-6 0-9 0,4-4-8 0,2 5-7 0,-1-2-7 16,1-3-4-16,6 5-4 0,-6 2-2 0,-1-3-2 16,-5 4 0-16,5-4-3 0,-6 4 0 0,0-1 0 0,1 1-9 15,-2 3-10-15,-6 1-6 0,1 0-9 0,0-2-6 0,-1 2-12 16,-6 3-14-16,7-4-14 0,-7-1-14 0,0 5-22 0,0-2-40 16,0 2-39-16,0 0-49 0,0-4-51 0,0 4-43 0,0-4-64 15,0 4-82-15,0 0-92 0,-7-3-102 0,7 3-105 16,0-4-39-16,-6 4 7 0,6 0 25 0</inkml:trace>
  <inkml:trace contextRef="#ctx0" brushRef="#br0" timeOffset="11326.96">4390 4572 505 0,'0'-5'729'0,"0"2"5"16,0 0-105-16,0-1-103 0,0 0-86 0,0 4-72 0,0-3-61 15,0 3-45-15,-8 3-39 0,8-3-36 0,0 8-32 16,0-2-27-16,0 6-22 0,0 2-19 0,8 4-10 0,-8 5-10 16,0 3-2-16,0 3 3 0,6 4-1 0,-6 4-1 0,0-1-3 15,6 8-4-15,-6 1-9 0,7-1-4 0,-7-1-6 16,6 1-6-16,-6 0-7 0,0-4-3 0,0 0-1 0,0-3-2 15,0 0 2-15,0-8-5 0,0-4-4 0,0-2-4 16,0-4 0-16,0-5-3 0,0 1 1 0,0-12-1 0,0 1-8 16,0-4-10-16,0-4-7 0,7-7-6 0,-7 0-5 0,0-7-5 15,0-1-9-15,0-3-6 0,0 0 0 0,0-3-5 16,0-4-1-16,0-4-6 0,-7-1-9 0,7-2-8 0,-6-1-5 16,6 0-3-16,-7 1-2 0,7-1 10 0,-6 1 7 0,6-1 8 15,0 4 14-15,-6 0 15 0,6 4 10 0,-8-1 6 16,8 5 11-16,0-1 0 0,-6 4 2 0,6 0 5 0,0 0 2 15,0 7 5-15,0 1 6 0,0 0 6 0,0 2 7 16,6 1 7-16,-6 0 6 0,8 4 5 0,-2-4 2 0,0 4-4 16,7-1-6-16,0 5 0 0,0-5 0 0,1 5 0 0,-2 3-1 15,8 0 4-15,-1 0 6 0,1 8 2 0,0-2 10 16,-1 5 7-16,1 1 3 0,0 6 7 0,-2-1 6 0,-4 6 3 16,-1 3 4-16,-1-4 4 0,-4 3 4 0,-2 1 7 15,-6 3 5-15,0-3 0 0,0-4 0 0,0 0-1 0,-6 0-5 16,-2 0-4-16,2-4-12 0,-7 0-12 0,7-2-14 0,-8-6-14 15,8 1-12-15,-6 0-8 0,-2-4-8 0,1 4-4 16,0-7-12-16,6 0-16 0,-5-1-23 0,-2-3-25 0,2 0-30 16,5 0-36-16,0-3-45 0,-6 3-51 0,7-4-48 15,-7 0-43-15,6 1-37 0,1-5-51 0,6 5-77 0,0-1-87 16,-6 1-98-16,6 3-114 0,0 0-43 0,0 0 4 0,0 0 21 16</inkml:trace>
  <inkml:trace contextRef="#ctx0" brushRef="#br0" timeOffset="12233.08">4343 6150 91 0,'0'-3'752'0,"0"-4"36"16,0 3 11-16,0 0-134 0,0 1-126 0,0 3-116 0,0 0-84 15,0 0-55-15,0 0-35 0,0 3-25 0,0 1-21 0,0 3-26 16,0 9-29-16,0-3-25 0,0 6-18 0,7 3-7 16,-7 4-8-16,0-1-9 0,0 8-7 0,6-3-8 0,1 3-9 15,0-1-10-15,-1-2-9 0,8-1-12 0,-8-3-9 16,13 0-8-16,-6-8-5 0,0 0-7 0,7-7-2 0,-7 0-9 16,6-4-8-16,-6-7-9 0,7 0-7 0,0-3-9 0,-8-5-5 15,8-2-1-15,-7-2-7 0,1-6 2 0,-2 4 3 16,1-5 3-16,0-4 2 0,-6 6-1 0,-1-5 1 0,0 0 3 15,2-4 4-15,-2 5 1 0,0-2 4 0,0 2 7 16,-6 2 6-16,7 4 4 0,0 1 7 0,-7 3 7 0,0 3 2 16,0 1 3-16,6 7 9 0,-6 0 6 0,0 7 5 0,7 1 8 15,-7 6 5-15,6 4-2 0,1 4 4 0,-7 1 3 16,7 6 0-16,-1 0 1 0,0 3 0 0,-6-2 2 0,6 7 4 16,-6-4 6-16,0 0 6 0,0 1 5 0,0-2 5 15,0-3 2-15,-6 1 0 0,6-5-3 0,-6-3-1 0,-7 0-5 16,6-3-4-16,-6-4-5 0,7-1-7 0,-8-7-7 0,2 0-4 15,-2 0-2-15,2-3-4 0,-1 1-5 0,-7-5-5 16,8 0-3-16,-8-5-4 0,0 1-3 0,7-3-2 0,-7 0-4 16,8 0 0-16,-2 0-3 0,-5 0-1 0,6-5-2 0,0 5-3 15,-1 0-3-15,2-1-6 0,-1 0-10 0,6 1-14 16,-6 0-13-16,7 3-16 0,0 1-22 0,-2-1-29 0,8 0-31 16,-6 1-39-16,6 3-43 0,0 0-39 0,-6-4-39 15,6 4-61-15,6 0-73 0,-6 0-72 0,0 0-92 0,6 0-125 16,-6 0-40-16,8 0 7 0,-2 0 28 0</inkml:trace>
  <inkml:trace contextRef="#ctx0" brushRef="#br0" timeOffset="13701.64">4480 8022 165 0,'0'-3'733'0,"-6"0"26"0,6 3-25 0,0 0-148 0,0 6-141 0,0 2-131 15,-7 0-97-15,7 5-56 0,0 6-36 0,0 4-21 16,0 2-15-16,0 0-13 0,0 8-14 0,0 1-8 15,0 3-5-15,0-2-2 0,0 2 0 0,0 0 2 0,7-4 3 16,-7 4 1-16,6-8-2 0,-6 0 2 0,7-3-3 0,-7-4-1 16,0 0-4-16,0-8-10 0,6 1-9 0,-6-4-6 0,0-4-6 15,0 1-3-15,0-8-2 0,0 0-5 0,0 0-8 16,0-8-5-16,0 1-6 0,0-4-8 0,0-4-1 0,0-3-13 16,0 0-7-16,0-8-6 0,0 4-5 0,0-7-2 15,0 0-5-15,-6-8-1 0,6 4-1 0,0-7 5 0,0 3 5 16,-7 1 7-16,7-1 9 0,-6 5 5 0,6-6 12 0,-7 9 7 15,7 0 5-15,-6 0 4 0,6 6-1 0,-6-2 1 16,-2 3 3-16,8 3 1 0,0-3 0 0,0 8 0 0,0-1 6 16,0 0 5-16,0 1 3 0,0 3 4 0,0-1 0 0,8 2 3 15,-2-1 5-15,-6 0 3 0,6 4 0 0,7-1 1 16,-6 1 0-16,6 3 10 0,0 1 12 0,0 3 9 0,7 3 11 16,-1 5 1-16,-6 7 5 0,6-5-1 0,1 8 1 15,0 4-12-15,-1-3-8 0,7 7-11 0,-13-5-7 0,7 5-8 16,-7 0-3-16,0 3-6 0,-1-4 1 0,-4 1-5 15,-2 0-9-15,0-4-1 0,-6 0 2 0,0-1-3 0,0-2-4 16,-6 0-2-16,0-5-1 0,-2 1 1 0,-4 0-1 0,6-8-7 16,-8 4-12-16,-5-4-8 0,5-3-2 0,2-1-3 15,-8-3-2-15,7 0-3 0,-7-3 3 0,8-1 5 0,-2 0 13 16,-5 1 3-16,12-5 2 0,-6 5 8 0,7 0 14 0,-7-1 13 16,6-1 11-16,1 2 7 0,6 0-1 0,0 3 1 15,-6 3 10-15,12 0 6 0,-6 2 3 0,6 5 2 0,1-2-2 16,6 3 0-16,0 4-4 0,0-5 8 0,0 5-1 15,1-1-6-15,4 2-8 0,-4-2-12 0,5-2-3 0,-5 2-4 16,-2 1 1-16,8-5-5 0,-7 1-7 0,0 3-7 0,0-5-5 16,-7 1-5-16,8-3-2 0,-8 1-11 0,0 0-24 15,1-6-32-15,-1 6-51 0,-6-4-45 0,7 0-57 0,-7-1-51 16,0-3-72-16,0 4-93 0,7-4-94 0,-7 0-112 16,0 0-114-16,0 0-56 0,0 0 10 0,0 0 20 0</inkml:trace>
  <inkml:trace contextRef="#ctx0" brushRef="#br0" timeOffset="14326.58">4558 9356 538 0,'0'4'714'0,"0"-1"5"0,0-3-144 0,0 5-140 0,7-5-111 15,-7 0-87-15,6 0-66 0,-6 0-42 0,7-5-32 16,0-2-18-16,-1 0-9 0,0 0-4 0,2-1-6 0,-2-2 2 16,0 2 6-16,0-7 7 0,1 4 11 0,0 0 1 15,-1-3 3-15,1-1 2 0,-7 0-5 0,6 4 5 0,-6-3-6 16,6 3-3-16,-6 0-8 0,0-1-1 0,-6 2-8 0,6-1-1 16,0 3 0-16,-6 1-12 0,-1-1-1 0,1 1-7 15,-1 4-1-15,-6-1-3 0,7 4-2 0,-8 0-5 0,2 0-8 16,-2 4-4-16,-5-1-4 0,-1 4-5 0,8 1-5 15,-8 3-5-15,0 0-3 0,7 3-1 0,1 2 0 0,-2-2 0 16,8 1 1-16,-1-1-3 0,1 5 0 0,6 3 0 0,6-4 2 16,-6 4 1-16,13 0-1 0,1 3-1 0,-2 1-2 15,8 0 4-15,-1-1 11 0,1 4 9 0,0 1 2 0,-1-1 5 16,-6 0 21-16,6 1 20 0,-5 0 21 0,-2-4 18 16,-5-1 1-16,0 0 16 0,-1 1 17 0,-6-4 18 0,0-7-3 15,0 3-4-15,-6-7-8 0,-1 0-15 0,0 0-3 0,1-7-20 16,-6 3-17-16,-2-7-23 0,1 0-16 0,0-4-13 15,-6 1-12-15,5-5-8 0,-5-2-10 0,-1 2-12 0,7-7-15 16,-6 4-13-16,-7-4-17 0,6-3-16 0,1 4-17 16,5-5-20-16,-5 1-19 0,-1 0-20 0,8-1-20 0,-2 5-18 15,2-1-25-15,5 0-31 0,0 4-36 0,7 0-33 0,0 4-20 16,0-1-49-16,0 1-69 0,7 4-83 0,0-1-97 16,-1 0-133-16,0 4-47 0,1 0 1 0,0 0 12 0</inkml:trace>
  <inkml:trace contextRef="#ctx0" brushRef="#br0" timeOffset="15592.07">14230 1169 180 0,'-6'2'770'0,"-1"3"53"0,0-1-31 15,1 3-82-15,-1-7-79 0,1 3-86 0,0 1-73 16,-1-4-39-16,7 4-24 0,-7-4-21 0,7 3-30 0,-6-3-39 15,6 0-44-15,0 0-39 0,0 0-32 0,6-3-32 0,1-5-25 16,0 5-23-16,5-8-20 0,8-1-20 0,-7 1-69 0,13 2-15 16,-6-8 0-16,-1 7 0 0,7-5 0 0,0 1 0 0,-7-1 0 15,7 0 0-15,-6 5-105 0,0-5-84 0,-1 3-60 0,1 2-67 16,0-1-70-16,-7 0-59 0,7-1-55 0,-14 5-66 16,6-4-69-16,-5 4-79 0,0-3-122 0,-7-2-30 0,6 5 8 15,-12 0 29-15</inkml:trace>
  <inkml:trace contextRef="#ctx0" brushRef="#br0" timeOffset="17326.25">4232 10924 428 0,'-6'0'751'0,"6"0"25"0,-6 0-88 0,6 4-134 0,0 0-129 16,0 3-116-16,0 0-78 0,-7 8-46 0,7-4-29 0,0 7-13 15,0 0-8-15,0 8-7 0,0-4 3 0,7 7-2 0,-7-3-4 16,0 7-8-16,0-1 4 0,0 2 3 0,0-1-6 16,0 0-13-16,0-4-13 0,0 0-8 0,0 1-12 0,0-8 1 15,0 0-15-15,0-4-16 0,0-3-13 0,0 0-7 0,0-9-7 16,0 5-5-16,0-6-2 0,0 1-2 0,0-6-5 15,0 0-2-15,0 0-5 0,0-3-1 0,0-5-2 0,-7 2-4 16,7-5-4-16,0-1 2 0,0-2 2 0,-6-4 2 16,6-1 4-16,0-3 1 0,-7 0 1 0,7-4 1 0,-6-3-3 15,-1 0-2-15,7 0-5 0,-6-4-3 0,0-1 0 0,-2 5-1 16,8-4 4-16,-6 8 0 0,0-1 4 0,6 4 2 16,-7 0 5-16,7 7 6 0,-7 0 6 0,7 1 7 0,-6 7 3 15,6-1 3-15,0 5 0 0,0-1 3 0,0 4 2 16,6 4-2-16,1-1-1 0,0 8-3 0,-1 4-1 0,8 3-1 15,-2 4 2-15,1 4-2 0,7 3-3 0,0 4 1 0,-1 0-2 16,0 0-2-16,1 4-2 0,6-4-2 0,0 3-1 16,0 1 0-16,-6-4 1 0,6-4-2 0,-7 1 0 0,1-5 1 15,-1-2 3-15,1-6 4 0,-7 3 3 0,0-10 3 16,-7 5 5-16,1-8 7 0,0 1 11 0,-1-5 11 0,0 1 4 16,-6-4 2-16,7-7-1 0,-1-1-1 0,-6-3-6 0,7-4-6 15,0 0-11-15,-7-2-12 0,6-3-9 0,-6-1-6 16,6-5-2-16,-6-3-5 0,0 0-1 0,8-8-3 0,-8 4-5 15,0-3-4-15,0-1-11 0,0 0-11 0,0 4-12 16,0 0-9-16,0 5-12 0,0 5-13 0,0 2-13 0,0 5-20 16,0 2-15-16,0 2-30 0,0 2-32 0,0 6-31 0,0-3-39 15,0 7-35-15,0-4-40 0,0 4-69 0,6 0-92 16,-6 4-108-16,0-4-124 0,0 7-67 0,-6 4-7 16,6 0 15-16</inkml:trace>
  <inkml:trace contextRef="#ctx0" brushRef="#br0" timeOffset="18123.04">4266 12690 636 0,'0'0'739'0,"-7"0"10"15,7 0-125-15,-7 0-128 0,7 0-111 0,0 4-100 0,0-4-68 16,0 0-45-16,0 3-34 0,0 1-25 0,0 0-21 15,0 3-14-15,0 3-9 0,7 5 4 0,-7 0 10 0,0 4 8 0,0 3 8 0,7 0 5 0,-7 3-1 0,0 1-6 32,0 3-8-32,0 1-9 0,0-5-14 0,0 4-11 0,0-3-15 15,0-1-9-15,0-2-4 0,0-5-6 0,0-3-10 0,6-1-11 16,-6-3-16-16,0-3-18 0,0-1-20 0,0 0-24 16,0-3-24-16,0-4-16 0,0 0-10 0,0-4-3 0,0-3 10 0,-6 0 16 0,6-4 21 0,0 0 22 0,0-3 20 15,-7 2 16-15,7-6 13 0,-7 4 6 0,7-6 11 0,-6 3 10 31,6-2 14-31,0 4 15 0,0-3 21 0,-6 4 18 0,6 3 19 16,6 0 17-16,-6 3 5 0,0 1-4 0,0 3-3 16,6 0-5-16,1 2-11 0,0 2-13 0,-1 0-17 0,0 0-14 15,7 2-9-15,-6 2-5 0,6 4-11 0,0-5-10 0,0 5-15 16,0-1-25-16,0 0-31 0,0-3-43 0,7 3-49 16,-7-3-47-16,0-1-50 0,0-3-55 0,-1 0-67 0,2 0-67 15,-8 0-59-15,7 0-48 0,-6-3-51 0,-1-1-70 16,1 1-41-16,-1-1-1 0,-6 0 48 0</inkml:trace>
  <inkml:trace contextRef="#ctx0" brushRef="#br0" timeOffset="18294.9">4546 12778 183 0,'0'-4'723'0,"0"1"16"0,-7 3-47 0,7 3-72 0,0-3-65 15,-7 4-63-15,7 3-74 0,-6 1-67 0,6 2-48 0,0 2-36 16,-6 2-29-16,6 1-27 0,0 3-33 0,0 4-26 0,0 0-29 16,0-3-24-16,0 2-22 0,0 5-19 0,0-4-15 15,6 0-12-15,-6 1-4 0,6-6-17 0,-6 5-20 0,7-3-30 16,0-1-50-16,-7 0-50 0,6 1-52 0,-6-5-58 15,0-3-57-15,6 3-70 0,-6-2-82 0,0-5-81 0,0 1-68 16,0-5-106-16,0-3-54 0,0 7-13 0,0 1 21 0</inkml:trace>
  <inkml:trace contextRef="#ctx0" brushRef="#br0" timeOffset="19138.56">4676 13939 403 0,'-6'4'688'0,"6"0"27"0,0-1-123 0,0-3-121 0,0 0-94 0,0 3-73 0,0-3-53 0,0 0-43 16,6-3-34-16,-6 3-28 0,0 0-23 0,0-3-18 0,6-1-19 15,-6 4-13-15,0-4-13 0,6 1-8 0,-6-5-11 16,0 4-9-16,7-4-5 0,-7 6-6 0,0-6-2 0,7 4-6 16,-7 1 0-16,0-5 4 0,0 6 2 0,0-7 5 0,0 6 2 15,0-5 0-15,0 1 6 0,0 0 6 0,0-1 6 16,0 1 2-16,-7 0 1 0,7 0-1 0,-7 3-1 0,7 0 2 15,-6-3-4-15,0 4-4 0,0-2-6 0,6 2-4 16,-8-1-3-16,2 1-3 0,0-1 0 0,-7 4-3 0,6-4-2 16,-6 4-4-16,7-3-1 0,-8 3-1 0,8 0-1 0,-14 0-1 15,14 3-1-15,-7-3 0 0,-7 4-2 0,8 0 3 16,-2-1 0-16,8 4-1 0,-7-2 0 0,6 2 0 0,-6 0-3 16,7 0-2-16,6 4-1 0,-6 1-2 0,12 2-3 15,-6 0 0-15,6 2 0 0,7 2-3 0,0 4 2 0,0 0 2 16,7-1 11-16,0 5 13 0,-1 0 15 0,1 0 12 0,0 0 14 15,-2-1 16-15,-4 0 18 0,-1 1 16 0,-1-1 8 16,2 1 11-16,-8 0 6 0,-6-4 8 0,6 0 2 0,-12-8 0 16,6 6-9-16,-6-7-13 0,-8-1-17 0,8-2-18 15,-7-2-20-15,-7-4-21 0,8-1-16 0,-8-3-21 0,0 0-18 16,7 0-21-16,-6-3-21 0,0-5-26 0,-1 1-27 0,0-4-33 16,1-4-43-16,-1 0-38 0,1 1-28 0,-1-5-29 15,0-2-28-15,8 3-14 0,-2-5-19 0,1 4-23 0,7-2-53 16,0 3-59-16,-1-1-72 0,7 5-80 0,0-1-115 15,7 4-46-15,-1 4-3 0,0-1 29 0</inkml:trace>
  <inkml:trace contextRef="#ctx0" brushRef="#br0" timeOffset="20122.82">4285 15771 171 0,'0'10'596'0,"0"-2"-14"0,0-4-81 0,0 3-81 0,6-3-62 16,-6 0-47-16,0-1-28 0,0-3-24 0,0 4-30 0,0-4-38 16,0 0-31-16,0-4-22 0,0 4-23 0,0-3-11 15,0-1-16-15,-6-3-16 0,6-1-19 0,0-2-15 16,0-6-15-16,0 2-8 0,0-1-7 0,-7-3-5 0,7 0-1 15,0-4-3-15,0 0 5 0,-6-3-17 0,6-2 7 0,0-2 0 16,-6 4 6-16,6-5-2 0,0 5 2 0,-7-6 2 0,7 6-3 16,0 0 4-16,0 3 4 0,-7-4 7 0,7 8 3 15,0-4 9-15,0 0 4 0,7 4 0 0,-7-1 3 16,0 2 16-16,7-2-12 0,-1 4-3 0,0 0 1 0,1 1 0 16,-1 3-4-16,8-1 2 0,-8 2 0 0,7 2-3 0,0 1 4 15,0 3-2-15,0 1-2 0,0 3-4 0,1 3 3 0,-2 1 1 16,8 0-5-16,-7 3-1 0,-1 0-6 0,2 4-2 15,-8 0-3-15,7 0-4 0,-6 5-2 0,-1-2-4 16,-6 1 0-16,7 0 0 0,-7 2 2 0,-7-2-2 0,7 0 0 16,-6-1 2-16,6 1-2 0,-7-4-2 0,1 3 0 0,-1-5-4 15,1 1-5-15,-8-3-4 0,8 1-9 0,0-1 0 0,-1 1 1 16,1-5 1-16,-1 1 1 0,1-1 5 0,-1-3 2 16,1 4 7-16,6 0 7 0,-6-4 6 0,6 3 4 15,0-3 6-15,0 4 3 0,0 0 4 0,0-1 9 0,6 4 7 16,-6 1 13-16,6-1 4 0,1 0 7 0,6 5-1 0,-7-1 7 15,7 3 3-15,-7 5 0 0,8-5-6 0,-8 5-10 0,7-1-10 16,-6 0-8-16,6 0-3 0,-7 4-6 0,1-3-6 16,0-1-4-16,-1 0-4 0,0-4-1 0,-6 2-1 15,7-2-2-15,0-3-2 0,-7-4-5 0,6 1-2 0,-6-1-1 16,0-3 1-16,0-1-5 0,0 0-11 0,0-3-16 0,0 0-24 16,0 0-27-16,0 0-41 0,0 0-49 0,0-3-59 0,0-4-47 15,0 3-54-15,-6-2-79 0,6-3-86 0,0 2-98 16,0-3-147-16,-7-1-53 0,7 0-9 0,0 0 11 15</inkml:trace>
  <inkml:trace contextRef="#ctx0" brushRef="#br0" timeOffset="21372.84">17747 1069 203 0,'-7'4'763'0,"1"3"37"0,0-3-35 0,6 0-125 16,-8-1-115-16,8 1-108 0,0 0-79 0,-6-4-47 0,6 0-25 16,0 0-16-16,6-4-13 0,-6 0-14 0,8 1-20 0,-2-5-25 15,7 1-24-15,0-3-19 0,0-2-26 0,0 1-22 0,6-3-21 16,1 2-19-16,6-2-18 0,-7 0-15 0,1-2-27 16,7 5-34-16,-9-3-46 0,2 2-60 0,0-2-67 0,5 3-65 15,-5-3-73-15,7 3-104 0,-1-3-106 0,0-2-116 0,-7 2-133 16,7 2-45-16,0-2 6 0,-6-1 30 0</inkml:trace>
  <inkml:trace contextRef="#ctx0" brushRef="#br0" timeOffset="23013.36">6408 4567 4 0,'0'0'744'16,"0"0"20"-16,0 0 15 0,-6 5-137 0,6-1-169 16,0 2-160-16,0 5-114 0,6 0-71 0,-6 4-43 0,6 4-23 15,-6 3-19-15,8 0-17 0,-8 7-8 0,6 0-5 0,0 4-5 16,-6 0-1-16,7 3 0 0,-7-2 0 0,6 3 5 16,-6-8 1-16,0 4 4 0,7-7-4 0,-7-1 2 0,0-3 1 15,0-4 2-15,0 1 1 0,0-8-2 0,6 0 1 16,-6-4-4-16,0-4 0 0,0 2-5 0,0-10-6 0,0 5-9 15,0-7-7-15,0-4-8 0,0 0-6 0,0-4-3 0,-6-6-1 16,6-2 2-16,0-2 2 0,0-4 1 0,0-4 0 16,-7-4 4-16,7 0-3 0,-6-7-1 0,-1 4-1 0,1-8 1 15,6 4-1-15,-6 0 4 0,6 0 3 0,-8 1 2 16,8 2 5-16,0 5 6 0,0 3 6 0,0 3 5 0,0 5 9 16,0 2 8-16,8 6 10 0,-8 2 16 0,6 4 9 0,0 4 16 15,7 3 17-15,-6 4 1 0,6 4 17 0,-7 3 14 16,8 4 9-16,-2 4 6 0,1-1 5 0,0 5-3 0,0 2-7 15,1-2 8-15,-2 3-14 0,2 0-6 0,-8 0-2 16,0 0-2-16,1 0-6 0,-1 0-2 0,1-4 1 0,0 1 2 16,-7-6-5-16,6 6-5 0,-6-8-9 0,0 5-9 0,-6-6-14 15,6 1-9-15,-7-4-15 0,0-3-12 0,1 4-10 16,-1-5-15-16,-5 0-23 0,5 1-29 0,-6-4-27 0,0 0-35 16,6 0-40-16,-6 0-48 0,0-4-49 0,0 4-46 15,7 0-29-15,-8 0-31 0,8-3-58 0,0 3-70 0,-1 0-73 16,1 0-92-16,-1 3-83 0,7 1-33 0,0 3-7 0,0-7 22 15</inkml:trace>
  <inkml:trace contextRef="#ctx0" brushRef="#br0" timeOffset="23825.71">6597 6436 481 0,'0'4'709'0,"6"-4"13"0,-6 4-124 15,0-4-103-15,7 0-70 0,-7 0-64 0,0 0-51 0,7-4-43 16,-7 0-38-16,0-3-33 0,6 3-22 0,-6-7-31 16,0 4-31-16,6-3-19 0,-6-2-18 0,7-2-12 0,0 3-6 15,-7-5-3-15,0 2 1 0,6 0-5 0,-6 2-1 0,0-2 1 16,0 3 8-16,0-4 4 0,0 4 4 0,-6 4 4 16,6-4-2-16,-7 4 2 0,7-1-4 0,-7 1-4 0,1 3-7 15,-7 1-7-15,6 0-8 0,-6-2-10 0,1 5-11 0,-2 0-11 16,2 5-4-16,-8-2-11 0,7 0-8 0,-7 5-10 15,0-2-5-15,8 2-7 0,-1 3-2 0,-7 0 0 0,14 0 0 16,-8 4 4-16,8-1 4 0,6 4 11 0,-6 1 2 16,12 4 5-16,-6 2 5 0,6 0 1 0,8 6 6 0,-1-4 2 15,6 7-1-15,-6-1 0 0,7 0 1 0,-1 0 4 16,1 4 8-16,0-4 4 0,-8-5 5 0,8 2 7 0,-7 0 9 16,0-4 11-16,0-1 13 0,-7-3 11 0,-6 0 11 0,7-8 14 15,-14 1 6-15,7-5 2 0,-6 2 2 0,0-4-7 16,-1-5-10-16,-6 1-14 0,0-4-18 0,0-4-18 0,-6 1-15 15,-1-5-20-15,7-4-24 0,-7 2-27 0,-6-5-33 0,7 1-37 16,-1-8-41-16,0 3-49 0,-6-2-54 0,7 2-53 16,6-3-43-16,-6 0-24 0,-1 0-44 0,7 4-70 0,0 3-68 15,6-4-81-15,1 9-101 0,0 0-36 0,6 1 9 16,0 9 15-16</inkml:trace>
  <inkml:trace contextRef="#ctx0" brushRef="#br0" timeOffset="24622.55">6207 7752 638 0,'-8'0'836'0,"8"0"33"0,-6 0-36 16,6 0-153-16,0 0-161 0,6 0-120 0,2 3-68 0,-2-3-34 16,7 0-20-16,0 4-14 0,6-4-20 0,1 4-27 15,-1-1-30-15,7-3-33 0,0 8-27 0,1-4-25 0,5-1-24 16,-6 4-22-16,0 1-17 0,7-5-14 0,-7 5-9 15,0-5-4-15,7 0-3 0,-14 2-2 0,7-1-7 0,-6-4-12 16,-1 0-18-16,1 3-25 0,-8-3-28 0,-4 0-30 0,-2 0-36 16,0 0-41-16,0 0-39 0,-12 0-29 0,6 0-13 15,-6-3-9-15,0 3 1 0,-2-4 8 0,-4-1 10 0,5 5 22 16,-6-3 28-16,0 0 26 0,7-1 27 0,-8 4 31 16,2-4 9-16,5 4 28 0,-6-3 34 0,6 3 36 0,-5 0 31 15,5 0 31-15,0 0 20 0,1 3 20 0,0-3 35 0,-1 4 17 16,0 0 10-16,1 2 11 0,-1 3 5 0,1-3 8 15,6 5 8-15,-7 4 7 0,1 3 1 0,6 1 3 0,-7 3 2 16,1 3-4-16,6 5-2 0,-6-1-12 0,-2 4-1 0,8 4-6 16,-6-1-13-16,6 1-16 0,0 3-9 0,-6-3-20 15,6-1-17-15,0 1-10 0,6-3-20 0,-6-2-15 0,0-3-10 16,6-3-11-16,-6 0-18 0,8-8-26 0,-8 1-37 16,6-1-42-16,-6-7-57 0,6-1-63 0,-6 2-66 0,7-5-62 15,-7 0-71-15,0-7-89 0,0 0-86 0,0 0-95 0,-7-3-130 16,7-5-33-16,-6 1 13 0,0-1 39 0</inkml:trace>
  <inkml:trace contextRef="#ctx0" brushRef="#br0" timeOffset="25278.67">6525 9353 325 0,'0'3'716'0,"0"-3"31"0,0 0-104 0,7 0-131 16,-7 0-107-16,0-3-89 0,6-1-79 0,-6-3-57 16,7 3-39-16,-7 0-33 0,7-4-22 0,-7 1-23 0,6 1-18 15,0-2-7-15,-6-3-6 0,7 4-3 0,0-4 0 0,-7 0 5 16,6 0 2-16,0 0 6 0,-6 0 9 0,0 0 3 15,0 0 19-15,0 0 5 0,0 4 6 0,0-4 2 0,-6 4 4 16,0-5 5-16,-1 5-4 0,0 3-5 0,-5 0-15 16,-2 1-3-16,8-1-6 0,-14 4-6 0,7 4-7 0,-7-1-10 15,8 1-7-15,-8 3-3 0,7 1-4 0,1 2-9 0,-2 6-1 16,1-7-1-16,0 11-1 0,7-3 3 0,6 2 2 16,0 3-4-16,6 0-2 0,-6 8 1 0,13-5 5 0,0 5 4 15,1 2-1-15,-2-1 8 0,8 1 13 0,-7-3 12 16,7 0 19-16,-8 1 22 0,1 0 17 0,0-5 13 0,0 0 17 15,-6-3 7-15,0 0 9 0,-1-3 10 0,-6-5 2 0,0 1-6 16,0-5-10-16,-6-2-15 0,-1 0-15 0,0-5-17 16,1 1-96-16,-7-4-11 0,0 0 0 0,-6-7 0 0,-1-1 0 15,0 0 0-15,1 1 0 0,-1-4 0 0,0-3 0 0,1-1 0 16,-7 4 0-16,6-7-43 0,8 3-49 0,-8 1-11 16,7-1-9-16,-1 4-11 0,2-3-14 0,5 2-13 0,1 1-21 15,-1 4-26-15,7 0-32 0,-6 3-32 0,6 1-28 0,0-2-26 16,6 2-17-16,1 3-12 0,-1 0-9 0,-6 0-24 15,7 3-31-15,-1 2-30 0,8-2-34 0,-14 1-36 0,6-1-55 16,0 5-84-16,1-5-19 0,-7 4 24 0</inkml:trace>
  <inkml:trace contextRef="#ctx0" brushRef="#br0" timeOffset="26497.28">20717 1069 134 0,'-7'8'815'0,"0"-5"47"0,7 1 43 16,-6 0-136-16,6-4-140 0,0 0-137 0,0 0-95 0,0 0-62 16,0-4-36-16,6-3-35 0,8-1-31 0,-1 2-39 0,7-6-41 15,-2-2-36-15,9 3-24 0,-1-4-22 0,0 4-23 16,0-3-15-16,1 2-15 0,5 1-5 0,-6 0-6 0,-1 1-1 15,2-2-5-15,-7 5-1 0,-2 0 0 0,-4-1-1 0,6 1 2 16,-7 2-1-16,-7 3 1 0,0-2 2 0,1 4-3 0,0-4 3 16,-7 4-2-16,0 0 4 0,0-3-1 0,0 3-5 0,0 0-7 15,0 0-17-15,0-4-21 0,-7 4-24 0,7 0-42 0,-7 4-55 16,1-4-58-16,6 0-53 0,-6 3-57 0,-1-3-58 16,1 0-72-16,-1 0-82 0,7 0-76 0,-7 0-109 0,1 4-46 15,0-4-13-15,-2 0 20 0</inkml:trace>
  <inkml:trace contextRef="#ctx0" brushRef="#br0" timeOffset="27700.28">23583 1040 155 0,'0'8'655'0,"-7"-5"8"0,0 4-94 0,1-2-91 16,6-2-70-16,-7 0-49 0,7-3-44 0,0 4-39 0,0 0-38 15,0-4-24-15,0 3-12 0,0-3-9 0,0 0-3 16,0 0-4-16,7 0-2 0,-7 0-6 0,6 0-9 0,1-3-15 16,6-1-15-16,-7 0-16 0,14 1-18 0,-7-5-11 0,7 1-13 15,-1-4-12-15,7 0-10 0,0-4-12 0,7 1-9 0,-7-4-9 16,6 3-7-16,1-3-9 0,-1-1-3 0,1 2-6 0,-7 0-7 15,0 4 2-15,0 1 0 0,-7-2-4 0,1 6-8 0,-6 1-14 16,-2 0-20-16,-5 4-22 0,-1-2-22 0,1 2-32 0,0 3-29 16,-7-4-34-16,0 4-31 0,0 0-30 0,0 0-27 15,0 0-35-15,-7 0-57 0,7 0-62 0,-7 4-72 0,7-4-85 16,0 0-124-16,0 0-45 0,-6 0 1 0,-1 3 31 0</inkml:trace>
  <inkml:trace contextRef="#ctx0" brushRef="#br0" timeOffset="29278.24">6532 10901 83 0,'0'-2'702'16,"0"2"26"-16,0 0-44 0,0 0-139 0,0 2-125 16,0 6-105-16,0-3-93 0,6 5-56 0,-6 1-34 0,7 4-26 15,0-1-11-15,-7 9-16 0,6-5-10 0,-6 8-12 0,6-1-3 16,-6 4 2-16,0 4 3 0,0-4-1 0,0 5-3 15,-6-1 0-15,6-4 1 0,0 0-4 0,-6-4-5 0,6-2-11 16,0-4-7-16,0-1-6 0,0-7-7 0,0-1-6 16,0 1-7-16,0-7 1 0,0 3 1 0,0-3-4 0,0-4-2 15,0-4 4-15,0 1-7 0,0-5-4 0,0-3-6 0,0-3-2 16,0-1-6-16,0-3 1 0,0-1-8 0,0 1-7 16,0-8-1-16,0 5 1 0,0-5-2 0,-7-3 0 0,7-1-1 15,0 0 6-15,0 1 9 0,-7 0 0 0,7 0 4 16,0 0 3-16,0 3 4 0,0 0 2 0,0 1 3 0,0 4-3 15,0 2 1-15,0 0 5 0,-6 1 10 0,6 7 8 0,0-3 7 16,0 5 3-16,0-1 5 0,6 3 2 0,-6-1 3 16,0 1 3-16,0 0-7 0,7-1 1 0,-7 1-4 0,7 3-2 15,-7-2 2-15,6-2 10 0,0 1-4 0,-6-1 2 16,7 0 3-16,0 1-2 0,-1 0-2 0,0 0 2 0,1-1-3 16,-1 5-6-16,-6-1 5 0,7 0 1 0,0 4 1 0,-1 0 4 15,0 4-2-15,8 0 2 0,-8-1-2 0,0 5-3 16,8-1-5-16,-8 4-4 0,7-4-5 0,-7 5-6 0,8-2-1 15,-8 1-3-15,7 0-2 0,-6 1 1 0,-1-2 9 0,-6-2 7 16,7 3 12-16,-7 4 8 0,6-5 8 0,-12 5 5 16,6-1 6-16,0 1 0 0,-7 0-7 0,1 0-6 0,-1-1-16 15,0 1-7-15,1-4-7 0,-6 3-8 0,4-2-4 16,-4-2-4-16,5 1-1 0,1-3 0 0,-1-5 0 0,0 2-6 16,1-3 2-16,0 3-3 0,-1-2-2 0,7-3-5 0,-7 0-3 15,7 0-5-15,0 0 2 0,0 0 0 0,7 3 1 16,0-3 3-16,-7 5 1 0,12-2 8 0,-5 0 1 0,6 5 4 15,0 0-2-15,7 2-3 0,-8 1 3 0,8 4 2 16,-7 0 1-16,7 2-2 0,-7 2 1 0,0-1 0 0,-7 2 5 16,1 1 7-16,-1-3 2 0,1 4 4 0,-7-4 7 0,-7 1 6 15,7-1 8-15,-6 0 8 0,-7-2 0 0,7-6 2 16,-8 5-3-16,2-4-4 0,-2-4-5 0,1 0-5 0,0-3-6 16,-6 0-9-16,5-4-7 0,2 0-13 0,-8 0-18 15,7-4-20-15,0-3-28 0,0-1-31 0,0 1-38 0,0-4-41 16,0 0-43-16,7 1-37 0,-8-6-38 0,8 2-57 0,0 2-52 15,-1 2-55-15,0-5-65 0,1 5-87 0,6 1-75 16,0 3-29-16,0 6 0 0</inkml:trace>
  <inkml:trace contextRef="#ctx0" brushRef="#br0" timeOffset="29903.23">6382 12191 1 0,'0'0'693'16,"-6"-2"44"-16,6 2-35 0,-7-5-103 0,7 5-95 15,0-3-82-15,-6-1-73 0,6 4-60 0,0 0-45 16,0 0-26-16,-7 4-18 0,7 4-14 0,0-1-13 0,7 4-4 16,-7 3-5-16,0 4 3 0,0 1-1 0,0 6 5 0,0 1 3 15,0 4-2-15,-7-1-9 0,7 4-9 0,0-1-8 0,0 1-11 16,-7 1-9-16,7-1-22 0,0-1-21 0,-6-2-16 16,6-1-12-16,0 0-16 0,-6-4-16 0,6-2-9 15,0 3-7-15,0-8-9 0,0 1-18 0,0-5-31 0,0 1-43 16,0-5-47-16,0 2-57 0,0-1-66 0,0-4-68 0,0-4-57 15,6 1-53-15,-6 0-63 0,0-4-53 0,0 0-42 0,0-4-33 16,0 0-24-16,-6-3-39 0,6 0-32 0,0 0 15 16</inkml:trace>
  <inkml:trace contextRef="#ctx0" brushRef="#br0" timeOffset="30090.65">6343 12697 204 0,'-6'-11'735'0,"6"3"22"0,0-2-29 16,-7 3-66-16,7-4-62 0,-7 2-65 0,7 3-75 0,0-1-66 15,0 0-57-15,0 0-44 0,0 2-37 0,0-2-32 16,7 3-34-16,-7 1-36 0,7-1-29 0,-1 4-27 0,0 0-14 15,1 0-17-15,6 0-21 0,0 0-16 0,-7 4-9 16,8-4-7-16,6 3-7 0,-8 1-16 0,1 0-27 0,0-4-34 16,0 3-41-16,1-3-55 0,-2 5-57 0,1-5-57 0,0 0-46 15,0 0-35-15,1 0-37 0,-8 0-46 0,7 0-44 16,-6 0-44-16,-1 0-51 0,0-5-88 0,-6 2-46 16,7-1-6-16,-1 0 29 0</inkml:trace>
  <inkml:trace contextRef="#ctx0" brushRef="#br0" timeOffset="30278.14">6694 12323 240 0,'-6'0'839'16,"0"0"54"-16,-1 5 56 0,-6 1-88 0,6-1-151 0,-5 5-165 15,5 1-113-15,0 0-65 0,7 4-41 0,-6 3-32 16,6 0-37-16,0 1-40 0,0 4-40 0,0 2-32 0,0 0-27 16,0 1-22-16,6 3-19 0,-6 0-20 0,7 1-20 0,-7-5-14 15,7 0-16-15,-7 2-23 0,6-1-31 0,-6-5-39 16,0 5-50-16,0-1-63 0,0-2-75 0,0 3-77 0,0-1-71 15,0-3-91-15,0 4-91 0,-6-5-90 0,6 1-120 16,-7 0-52-16,0 0-3 0,7 5 28 0,-6-6 47 0</inkml:trace>
  <inkml:trace contextRef="#ctx0" brushRef="#br0" timeOffset="31059.29">6388 13734 224 0,'-6'-4'828'0,"6"1"39"0,0 3 35 16,-6 0-120-16,6 0-164 0,-7 7-169 0,7 0-117 0,-6 8-74 16,6 0-48-16,0 3-40 0,-7 4-39 0,7 4-32 0,7 3-26 15,-7 1-17-15,0 2-13 0,0 1-9 0,6 0-7 0,-6 0-4 16,7 4-1-16,-7-4-3 0,0 0-5 0,6-4-5 16,-6 1-2-16,0-5 0 0,0-3 0 0,6 0 0 15,-6-3-2-15,0-5-1 0,7 0 1 0,-7-3-2 0,0 0-1 16,0-3-2-16,0-2-7 0,7-1-5 0,-7-5-3 0,0 0-7 15,0 0 2-15,0-5-4 0,0 3-3 0,0-6-2 0,0 1 3 16,0-3 4-16,0-6 1 0,0 1 1 0,0 1-6 16,0-4-4-16,0-5-4 0,0 2-5 0,0-2-5 0,0 3-5 15,0-7-4-15,-7 1-7 0,7 1-6 0,0-4 5 16,0 3 5-16,-7-3 6 0,7 3 3 0,0-3 8 0,-6-2 7 16,6 6 11-16,0 0 12 0,0-1 0 0,0 1 6 0,0 3 2 15,0 0 3-15,0-1 4 0,0 5 8 0,0 0 6 16,6 3 2-16,-6-3 13 0,7 7 1 0,0-4 5 0,-7 5 2 15,6-1 0-15,0 3-4 0,2 5-4 0,-2-4 0 16,0 7-4-16,7-5-2 0,-6 5-2 0,6 5-1 0,-7-3 1 16,8 6 0-16,-2 0-1 0,1-1-1 0,7 7-3 0,-7-2-1 15,0 2 1-15,0 1 1 0,-6-1 3 0,5 5 2 16,-5-5 1-16,6 4 0 0,-6 1 0 0,-7-1 1 0,6 1-2 16,-6-5-4-16,0 4-5 0,0-3-4 0,-6 3-2 15,6-2-2-15,-7-2-4 0,0-3-1 0,1 1-5 0,-1-2 3 16,1-3 1-16,0 1-2 0,-8-5-3 0,8 1 0 0,-7 0-1 15,6 3 2-15,-6-7 0 0,7 3-2 0,-1 1-1 16,-6-4 8-16,7 4 12 0,6-4 13 0,-6 0 11 0,-2 3 7 16,8 1 8-16,0-4 9 0,0 3 10 0,0 5 6 0,0-1 3 15,8 1-1-15,-8 3 1 0,6-1 3 0,0 1-4 16,7 5 4-16,-6-1 4 0,6-1-2 0,-7 0-6 0,8 5-4 16,-8-2-1-16,7 6-1 0,-6-4 3 0,5 2-11 15,1 5-7-15,-6-4-8 0,6 0-5 0,-7-4-8 0,8 0-9 16,-8-3-10-16,0 0-6 0,1 0-4 0,0-4-11 0,-1 0-15 15,1-4-25-15,-7 0-34 0,6-3-42 0,-6-1-52 16,0 1-60-16,6 0-64 0,-6-1-76 0,0-3-67 0,0 0-81 16,0 0-96-16,0 0-100 0,0 0-131 0,0 0-42 15,-12 0-16-15,5 0 26 0,7 0 47 0</inkml:trace>
  <inkml:trace contextRef="#ctx0" brushRef="#br0" timeOffset="31746.77">6239 15471 77 0,'-13'0'819'0,"-6"3"25"0,5-3 29 0,1 0-73 16,0-3-141-16,0 3-165 0,0 0-118 0,6 0-72 0,1 0-41 15,6 0-24-15,-6 0-28 0,12 3-37 0,0-3-41 16,1 5-30-16,6-2-22 0,0-3-9 0,7 7-9 15,0-3-5-15,5-1-8 0,1 0-10 0,0 2-11 0,1-1-11 16,-1-1-7-16,6 1-5 0,-6-4 1 0,7 0-6 0,-7 0-9 16,-1 0-13-16,-5 0-18 0,6 0-16 0,-13-4-11 0,7 4-12 15,-7 0-8-15,-6 0 1 0,-1-3 7 0,0 3 12 16,-6-4 15-16,0 4 17 0,0-5 7 0,-6 5 17 16,0-3 7-16,6 3 7 0,-14-3 7 0,8 3 10 0,0 0 12 15,-1 3 11-15,0 0 12 0,1 2 10 0,-1 2 8 0,1 0 4 16,6 8 2-16,-7 0 0 0,7 6 2 0,-6 5-1 0,6 0 1 15,-7 7 0-15,7 0-4 0,0 3-2 0,0 4-1 16,0 5-3-16,0-5-8 0,0 4-8 0,0-5-12 0,0 7-9 16,0-11-6-16,0 2-6 0,7-5-10 0,-7 2-5 15,0-8-4-15,6-5-5 0,-6 2-12 0,0-4-25 0,7-5-32 16,-7-3-46-16,0 0-55 0,0-3-66 0,0-1-73 0,0-4-67 16,0-3-85-16,-7 0-98 0,7-7-100 0,-6 4-125 15,6-5-71-15,-7-3-20 0,1-4 18 0,-8 0 35 0</inkml:trace>
  <inkml:trace contextRef="#ctx0" brushRef="#br0" timeOffset="33934.08">26754 1414 503 0,'-6'0'764'16,"6"0"34"-16,-7 0-115 0,7 0-122 0,0-3-111 15,-6-1-101-15,6-1-80 0,6 2-53 0,-6-1-39 0,13-3-39 16,-6 0-33-16,5-4-36 0,8-1-24 0,-7 2-20 0,13-5-13 15,-6 1-6-15,6-1-3 0,-7 0 0 0,7 0-3 16,-6 4-1-16,6 0-7 0,-13 1-8 0,7-1-19 0,-8 0-27 16,2 4-30-16,5-1-40 0,-13-3-39 0,8 4-64 0,-8 0-80 15,8 3-82-15,-8-8-86 0,0 9-121 0,-6-5-72 16,7 5-35-16,-7-1-10 0</inkml:trace>
  <inkml:trace contextRef="#ctx0" brushRef="#br0" timeOffset="35402.57">8531 4579 244 0,'0'-12'740'0,"0"6"34"0,7-5-50 0,-7 0-132 16,0 0-111-16,0 0-95 0,0 0-78 0,-7 0-43 16,7 0-27-16,-6 0-19 0,6 4-17 0,-6 0-19 0,-2 2-21 15,2-2-28-15,0 7-26 0,-7 0-23 0,6 4-25 0,-6 4-16 16,0 2-15-16,0 5-11 0,0 4-9 0,0 2-8 0,7 5 0 16,-7 6 0-16,6 2-1 0,0 7 3 0,1-1-1 15,6 3-3-15,0 1 0 0,0-4 3 0,0 4-1 0,6-3-2 16,1-5 0-16,0 1-1 0,-1-8-1 0,7 1 2 15,0-5 1-15,0-6 0 0,0-1 3 0,0-4 3 0,7-6 9 16,-7-5 7-16,-1-3 11 0,8-3 9 0,-7-8 12 0,0 0 9 16,0-4 12-16,1-3 7 0,-2-4 2 0,-5 0-2 15,6 0-6-15,-7-4-4 0,1-3-10 0,-1-4-11 0,1 3-12 16,0-6-11-16,-7 3-9 0,0 0-7 0,0-3-2 16,0 2-6-16,0 2-4 0,-7 3-5 0,7-1-8 0,-7 5-15 15,7 3-17-15,-6 3-13 0,-1 1-25 0,7 7-31 0,-6 0-33 16,0 7-49-16,-1-3-52 0,0 7-37 0,1 0-42 15,0 7-68-15,6 0-77 0,-8 1-73 0,8 6-72 0,-6 1-120 16,6 4-30-16,0-2-8 0,-6 9 23 0</inkml:trace>
  <inkml:trace contextRef="#ctx0" brushRef="#br0" timeOffset="36136.87">8525 6198 308 0,'0'-4'750'0,"0"4"26"0,-6-3-59 16,6 6-137-16,-8 1-121 0,2 4-118 0,0 3-90 0,6 3-53 15,-7 1-36-15,1 3-17 0,6 4-11 0,-7 3-7 16,7 5-7-16,0 0-13 0,-6 2-11 0,6 1-4 0,0 0-11 16,0 1-8-16,0-5-7 0,0 0-14 0,0 1-12 15,0-10-10-15,0 3-9 0,6-4-9 0,-6-5-4 0,0-3-7 16,0 0-2-16,7-3 2 0,-7-1-1 0,0-4 0 0,0-3 5 15,0 0-2-15,0-3 10 0,0-4-1 0,0-5-4 16,0-2-1-16,0-4-2 0,0-1 0 0,0-6-4 0,0 0 0 16,0-5-8-16,0 0 2 0,0-6 1 0,0 2 0 15,0-3-1-15,-7 1 1 0,7-4 1 0,0 3-3 0,0-3-1 16,0 7 0-16,0 0-1 0,0 4-1 0,0 0 3 0,0 6-5 16,7 2 1-16,-7-2 3 0,0 9 1 0,0-4 1 15,6 7 4-15,-6 0 4 0,0 3-4 0,0 1 5 16,7 3 2-16,-1-3 1 0,-6 3 2 0,6 4 4 0,2 0 4 15,-2 0 3-15,7 8 7 0,-7-5 7 0,1 8 2 0,6 0 5 16,-1 3 2-16,2 2 3 0,-1 2 4 0,0 8 1 0,0-5 3 16,-7 9 3-16,8 0 3 0,-2 6-1 0,2 1-3 15,-8-1-4-15,7 8-6 0,-6-3-4 0,6 2-10 0,-7-3-9 16,0 4-9-16,2-3-4 0,-2-5-4 0,0 0 0 16,-6-2-6-16,7-8 1 0,-7 0-6 0,0-5-23 0,0 2-35 15,0-9-57-15,0 0-71 0,-7-2-71 0,7-1-74 0,-6-8-109 16,0 1-109-16,-8 0-103 0,8-4-138 0,-7-4-44 15,-1 0 2-15,2-3 30 0</inkml:trace>
  <inkml:trace contextRef="#ctx0" brushRef="#br0" timeOffset="36293.18">8446 6459 105 0,'-6'-5'779'0,"0"-2"25"0,6 4 28 16,0-1-131-16,0 0-139 0,6 2-135 0,0-3-101 15,1 5-60-15,0 0-35 0,6-4-25 0,-7 4-27 16,7 4-34-16,0-4-35 0,1 0-37 0,-2 0-25 0,-5 5-19 15,6-5-29-15,0 2-40 0,-1-2-52 0,2 4-58 0,-1-4-64 16,0 4-81-16,-7-4-106 0,7 3-114 0,1 1-116 16,-2-1-124-16,-5 2-50 0,0 2 4 0,5 4 28 0</inkml:trace>
  <inkml:trace contextRef="#ctx0" brushRef="#br0" timeOffset="37027.4">8316 7865 113 0,'0'-4'726'0,"0"0"38"16,0 1-27-16,0 3-127 0,0-4-123 0,0 4-104 0,0 4-77 16,0-1-51-16,0 5-29 0,0 3-17 0,7 4-6 15,-7 3-5-15,6 4 1 0,-6 4 1 0,7 3-4 0,-7 4-1 16,0 7-7-16,7-3-14 0,-7 7-14 0,0-4-19 15,6 1-14-15,-6-1-19 0,6 0-24 0,-6-3-18 0,7-4-16 16,-7-4-15-16,7-3-12 0,-7-5-10 0,6-2-7 0,-6-4-5 16,6-4-3-16,-6-4-12 0,0 0-13 0,0-3-13 0,0-4-13 15,0-4-18-15,0-3-16 0,0 0-16 0,0-4-9 16,-6-4-3-16,6-4-3 0,-6-2-1 0,-1-1 1 16,7-4 5-16,-7 1 4 0,1-4 4 0,0-1 3 0,-1-3 9 15,0 0 6-15,1-4 10 0,-1 4 12 0,1-3 9 0,0 2 11 16,-2 5 15-16,2 0 26 0,0 3 13 0,0 4 16 0,-1 0 21 15,0 5 21-15,1 2 16 0,6 0 18 0,-7 1 16 16,7 6 0-16,-6 0 4 0,6 1-2 0,0 3-7 16,0 1-7-16,6-1-5 0,-6 4-5 0,7 0-5 0,-1 0-4 15,1 4-3-15,6-4 3 0,-1 3 2 0,2 1-4 0,-1 0-6 16,0-1-9-16,6 0-9 0,-5 2-12 0,5-2-9 0,-6 2-8 16,6-1-12-16,1-1-7 0,-7 0-7 0,7 1-20 15,-1 0-33-15,-6-1-45 0,7-3-59 0,-7 4-74 16,-7 0-74-16,7-4-71 0,-6 3-78 0,-1-3-88 0,0 4-79 15,-6-1-71-15,0 2-102 0,-6-2-38 0,0 0 1 0,-1 5 32 16</inkml:trace>
  <inkml:trace contextRef="#ctx0" brushRef="#br0" timeOffset="37199.25">8355 8129 385 0,'-6'3'813'0,"6"5"47"0,-6-5 6 0,6 1-122 0,0 0-127 15,0-1-129-15,0-3-86 0,6 4-50 0,0-4-38 0,1 0-30 16,0 3-38-16,5-3-38 0,-5 0-46 0,6 5-36 15,0-5-36-15,0 0-31 0,0 0-22 0,0 0-35 0,7 0-42 16,-7 0-58-16,0 0-57 0,-1 3-85 0,8-3-72 16,-7 0-76-16,0 5-107 0,6-5-106 0,-5 2-111 0,-1 2-117 15,0-4-58-15,0 4 25 0,0 3 37 0</inkml:trace>
  <inkml:trace contextRef="#ctx0" brushRef="#br0" timeOffset="37793.05">8290 9371 770 0,'-6'-11'826'0,"6"4"36"0,-6-4-84 15,6 3-137-15,0 5-143 0,-7-4-112 0,7 7-65 16,0-5-47-16,0 5-34 0,0 5-30 0,0-3-31 0,0 6-34 16,0 3-24-16,7 4-12 0,-7 3-1 0,0 4 1 15,6 0 6-15,-6 7-6 0,0 1-2 0,0-1 0 0,0 0-7 16,0 4-7-16,0-4-6 0,0 1-2 0,0 2-8 0,-6-2-9 15,6-1-11-15,0 0-12 0,-7-2-5 0,7-5-4 16,0-1-9-16,0-2-6 0,-7-2-6 0,7 0-2 0,0-7-1 16,0 0-5-16,0-5-2 0,0 2-3 0,0-4 1 15,0-3 0-15,7 4 1 0,-7-4 0 0,0-4 2 0,7 4 2 16,-1 0 1-16,0-3 1 0,0-2 0 0,2 3-1 16,-2-3-1-16,7 2-1 0,-7-1 1 0,8 1-2 0,-8-1 0 15,7 0-3-15,-6 2 0 0,5 2 1 0,2-5-2 0,-1 5-2 16,-1 0 0-16,2 0-1 0,-2 0-11 0,2 0-17 15,-1 5-34-15,0-5-48 0,0 0-57 0,-7 2-66 0,8 2-86 16,-2-4-83-16,-5 4-93 0,6-4-117 0,0 0-123 0,-7 0-175 16,8 0-45-16,-8-4-4 0,7 4 45 0,-6 0 58 15</inkml:trace>
  <inkml:trace contextRef="#ctx0" brushRef="#br0" timeOffset="39308.41">7815 2732 231 0,'0'-3'832'0,"0"3"32"0,-6 0 24 0,6-3-107 0,0 3-176 15,0 0-160-15,0 0-103 0,0 0-59 0,0-5-31 0,0 5-22 16,6-2-19-16,0-7-24 0,1-1-36 0,6 2-39 15,0-7-33-15,7 1-25 0,-1-1-19 0,1-3-14 0,0 0-21 16,-2 0-27-16,9-1-39 0,-1-3-53 0,-6 4-65 0,5 0-66 16,-5-1-60-16,6 1-117 0,-7 3-122 0,7 4-140 15,-12-4-111-15,5 8-58 0,-6 0 6 0,0-1 25 0</inkml:trace>
  <inkml:trace contextRef="#ctx0" brushRef="#br0" timeOffset="40605.14">8576 11019 682 0,'0'0'717'0,"0"-3"5"0,0-1-141 0,0-3-142 0,8-1-123 15,-8 1-102-15,6-4-68 0,0 0-43 0,1 0-30 0,0-3-20 16,5 3-14-16,-5 0-4 0,-1-4 3 0,1 4 7 16,-7 0 8-16,7 3 10 0,-1-3 12 0,-6 4 11 0,6 0 12 15,-6-4 12-15,0 8 7 0,0-6 5 0,-6 3 1 0,6 2-1 16,-6-3-4-16,-1 3-10 0,0 0-13 0,1-3-16 15,-7 7-8-15,0-3-19 0,0 3-14 0,-1 0-12 0,2 0-8 16,-1 0-7-16,0 3-5 0,-6 1-4 0,5 3-9 16,1 0 1-16,0 1 2 0,0 2 1 0,0 1-2 0,6 0 2 15,-5 0-4-15,5 4 0 0,0 0 0 0,7-1 6 0,0 5-1 16,0-1-2-16,0 0 1 0,7 5-1 0,6-2 4 16,-7 5 2-16,8-1 1 0,-1 5-4 0,6-1 0 0,-6 0 2 15,7 0 5-15,-7 1 12 0,6 0 14 0,-6 2 17 16,1-6 17-16,-8 3 20 0,7-3 18 0,-6 0 21 0,-7-4 13 15,6-4 10-15,-6 4 3 0,-6-8-2 0,6-3-9 0,-7 0-12 16,-6 0-15-16,-1-6-16 0,8-1-17 0,-13-1-20 0,6-6-18 16,0-1-19-16,-7-4-15 0,7 0-22 0,-6-3-24 15,-1-4-32-15,7 1-32 0,-7 0-39 0,1-1-42 16,6-3-45-16,-6-4-28 0,5 4-31 0,-5-2-28 0,6 6-20 16,6-1-7-16,1 1-26 0,0 7-51 0,-2-1-52 0,8 2-72 15,0-3-101-15,0 9-49 0,8 0-27 0,-8 4-5 16</inkml:trace>
  <inkml:trace contextRef="#ctx0" brushRef="#br0" timeOffset="41261.32">8049 12228 388 0,'0'-3'829'0,"-6"3"13"16,6-4 21-16,0-1-154 0,0 5-159 0,6-2-136 15,1-2-82-15,0 1-45 0,5-1-25 0,8 0-5 0,-7 4-17 16,7-8-24-16,-1 8-36 0,7-2-36 0,-6-3-28 15,-1 5-25-15,0 0-14 0,8 0-21 0,-7 5-17 0,6-5-13 16,-7 2-10-16,1 3-6 0,-1-2-11 0,0 1-20 0,1 0-30 16,-7-1-28-16,0-3-33 0,0 4-33 0,0-4-43 15,-6 2-40-15,-1-2-32 0,1 0-19 0,-1-2-2 0,-6 2 3 16,0-4 16-16,-6 4 20 0,-1-3 31 0,1-1 33 16,-1 0 33-16,0 4 33 0,-5-3 27 0,-2 3 26 0,2 0 28 15,5 0 26-15,-6 0 25 0,0 3 25 0,0-3 22 0,0 4 36 16,7 0 15-16,-8-1 19 0,8 3 9 0,-1 3 3 15,1 2 3-15,0 0 1 0,6 4 3 0,-8 3-12 0,8-1 3 16,0 6-1-16,0 3 3 0,0-4 6 0,8 7 3 16,-8-4-4-16,0 9-7 0,6-6-4 0,-6 2-2 0,6 3-9 15,-6-3-16-15,0-5-16 0,7 1-15 0,-7-1-12 0,0-3-10 16,6 0-16-16,-6-4-14 0,0-2-11 0,0-2-14 16,0 0-24-16,0-2-33 0,0-1-44 0,0-4-56 0,-6 0-65 15,6 5-71-15,-7-9-66 0,7 4-84 0,-6-3-101 16,6-4-102-16,0 4-136 0,-6-4-48 0,6 0-13 0,-8 0 8 15,2 0 33-15</inkml:trace>
  <inkml:trace contextRef="#ctx0" brushRef="#br0" timeOffset="42011.23">8186 13778 694 0,'0'0'808'0,"-6"0"22"15,-1 0-81-15,7-4-145 0,0 4-151 0,0 0-106 0,7 0-68 16,-1-3-42-16,7 3-20 0,0 0-17 0,0 0-20 0,7-5-24 15,-1 5-27-15,1 0-35 0,0 5-22 0,-1-5-18 16,7 0-18-16,-6 3-9 0,6 1-9 0,-7 0-6 0,1-4-7 16,6 3-13-16,-7 1-18 0,1 0-26 0,-8-1-34 15,8 1-41-15,-13-4-37 0,6 3-41 0,-7-3-32 0,7 5-26 16,-13-5-35-16,0 0-41 0,0 0-32 0,-6 3-21 0,-1-3-10 16,1 4-3-16,-1-4 5 0,1 0 15 0,-1 3 37 15,-5-3 59-15,4 4 68 0,2-4 67 0,-7 4 67 16,7-1 62-16,-1-3 59 0,1 4 56 0,-1 0 55 0,1-1 63 15,-1 1 68-15,0 4 49 0,1-5 31 0,0 4 17 0,6-3 6 16,-7 3-15-16,7 0-5 0,-7 4-19 0,7 0-32 0,-6 1-21 16,6 2-17-16,0 1-10 0,0 0-10 0,0 3 5 15,0 3-20-15,0-2-22 0,0 4-24 0,0-2-30 16,0 2-25-16,0-2-27 0,0 5-24 0,0-9-24 0,0 6-19 16,0-4-21-16,0-1-25 0,0 0-36 0,0-3-42 0,0-1-56 15,0 1-65-15,0-4-67 0,6 0-68 0,-6 0-74 0,0-4-85 16,0 0-81-16,7 1-86 0,-7-1-125 0,0 1-29 15,0-6 5-15,-7 10 28 0</inkml:trace>
  <inkml:trace contextRef="#ctx0" brushRef="#br0" timeOffset="42792.41">8296 15343 323 0,'-6'3'786'0,"0"0"27"0,0 6 2 0,-1-3-157 0,7 5-166 15,-7 4-150-15,7 0-93 0,0 3-54 0,0 0-25 16,0 7-20-16,0-2-12 0,0 6-19 0,0-4-15 0,7 1-11 16,-7 4-6-16,0-5-4 0,7 1-10 0,-7 0-13 15,0 0-5-15,6-5 1 0,-6-3-6 0,6 1-6 0,-6 0-5 16,0-9-6-16,0 5-1 0,6-4-6 0,-6-3-7 0,0-5-5 16,0 1-6-16,0-1-1 0,0-3-2 0,0-3-6 15,0-1-2-15,0 1-5 0,0-5-5 0,0-3-2 0,0 0-2 16,0-1-2-16,0-3-2 0,0-2 3 0,0 2-6 15,0-3-4-15,0 0-9 0,0-4-7 0,0 0-6 0,0-1-8 16,0-2-2-16,-6 3-4 0,6-4 1 0,0 1 6 0,-6 3 7 16,6-4 6-16,0 0 5 0,-6 4 6 0,6-3 5 15,0 3 4-15,0 4 5 0,0 0 4 0,0 2 4 0,0 2 4 16,0-1 4-16,0 1 2 0,0-1 1 0,0 0 1 16,6 4-1-16,-6-3-1 0,6 3 1 0,0 4-3 0,2-4-1 15,-8-1 1-15,6 4 1 0,0 5-1 0,1-4-2 0,-1 0 2 16,1 3-1-16,-7 0 1 0,7 0-1 0,-1 1 3 15,0-1 1-15,1 1-1 0,0 3 2 0,-1 0 1 0,0 0 1 16,1 3 4-16,0 1 2 0,-1-1 1 0,1 1 1 0,5 4 2 16,-5-1 3-16,0 0 4 0,5 4 7 0,-5 1 2 15,0-1 5-15,-1 0 2 0,1-1 5 0,-1 1 5 0,-6 4 0 16,7-4 2-16,-7 4-1 0,0-4-1 0,0-1 2 16,0 1-2-16,0 0-2 0,-7 0-6 0,7-2-2 0,-6-3-4 15,-1 2-5-15,7-5-3 0,-6 5-5 0,-1-8 2 0,0 7 1 16,7-7 3-16,-6 3-2 0,6 2-2 0,-6-2-1 15,6 1-2-15,0-1 0 0,0 1-5 0,6 0-6 0,-6-1-6 16,6 5-1-16,1-1 0 0,0 0 0 0,6 0 0 16,-7 1 0-16,7 2 0 0,-6 3 3 0,5 1 8 0,-4-3 9 15,-2 7 18-15,-6 0 22 0,0 0 16 0,0 1 16 0,0 3 14 16,0 0 12-16,-6 0 9 0,-2-4 6 0,2 4-6 16,0-3-10-16,-1-5-14 0,-6 0-12 0,7 2-11 0,-7-6-15 15,-1-3-15-15,8 4-18 0,-7-6-20 0,0-3-26 16,7 3-32-16,-1-5-37 0,-6 0-52 0,0 0-50 0,7-5-60 15,-8 3-67-15,8-6-59 0,-7 0-68 0,6-3-70 0,1 0-81 16,-1-3-69-16,1-1-108 0,0 5-47 0,-2-5-7 16,8 4 19-16,-6 0 52 0</inkml:trace>
  <inkml:trace contextRef="#ctx0" brushRef="#br0" timeOffset="44042.34">10863 2604 343 0,'-6'4'891'0,"-1"0"47"0,0 0 50 0,1-1-79 0,6 1-189 16,-6-4-178-16,6 4-119 0,0-8-81 0,0 4-54 16,6-7-52-16,0-1-53 0,8 1-55 0,-2-4-45 0,1 0-35 15,7-4-22-15,-7 4-23 0,6-4-19 0,8 1-22 0,-7 3-27 16,-2-4-33-16,2 5-28 0,-7-2-35 0,7 1-40 0,-8 4-29 15,2 0-26-15,-8 0-15 0,1 2-10 0,6 2-7 16,-13-1-14-16,7 0-37 0,-1 1-40 0,-6 3-53 16,0 0-70-16,0 0-111 0,0 0-67 0,0 0-32 0,0 0 7 15</inkml:trace>
  <inkml:trace contextRef="#ctx0" brushRef="#br0" timeOffset="45120.35">10420 4729 14 0,'0'5'739'0,"-7"-5"33"0,1 2 19 15,0 6-135-15,6 3-142 0,-8 0-138 0,8 7-111 16,-6 1-70-16,6 2-39 0,-6 5-35 0,6 3-21 16,0 1-22-16,0-1-19 0,-6 0-12 0,6 1-10 0,0-1-8 15,0 0-9-15,0-3-2 0,0 0 0 0,6-5-1 0,-6 2 1 16,0-5-2-16,0-1 4 0,0-1 0 0,0-5 9 0,0-4 6 16,0 1 6-16,-6-5 2 0,6 1-1 0,0-4-3 15,0 0-3-15,0-4-1 0,0-4-7 0,-7 2-12 0,7-5-8 16,0 0-6-16,-7-4-3 0,7 0 0 0,0-7-7 15,0 4 0-15,0-8 1 0,7 0 0 0,-7-3 1 0,0 0 0 16,7 0-1-16,-1-4 0 0,-6 0 6 0,6 4 0 0,0-5 0 16,-6 9 0-16,8-4 1 0,-2 3 1 0,-6 0 4 15,6 4 2-15,-6 0-2 0,7 7 0 0,-7 1 2 16,7-1-2-16,-7 0 3 0,6 8 4 0,-6-4-1 0,7 4 1 16,-7 0 0-16,6 0-1 0,-6-1 2 0,6 0 4 0,1 5-3 15,0-1 1-15,-1 0 0 0,-6 1 1 0,6 0 3 0,1 3 1 16,0 0-2-16,-1 0 4 0,1 3 8 0,-1 0 7 15,1 8 6-15,-1 0 2 0,1 4 5 0,-1 4 2 0,0 3 7 16,2 3-3-16,-2 1-5 0,0 7-10 0,1 0-5 16,-1 0-2-16,1 4-5 0,-1 2-9 0,1-2-1 0,-7 0-3 15,6 0-3-15,0 2-1 0,2-2-1 0,-8-3-2 0,6-2-2 16,-6-2 0-16,6-1-3 0,-6-4-9 0,7 1-16 16,-7-8-27-16,0 1-38 0,0-4-52 0,-7-5-54 0,7 2-60 15,-6-5-75-15,0-3-99 0,-2 0-96 0,2-4-97 0,6-8-144 16,-13 5-51-16,7-5-3 0,-7 0 27 0</inkml:trace>
  <inkml:trace contextRef="#ctx0" brushRef="#br0" timeOffset="45292.13">10401 5007 78 0,'0'0'762'16,"0"0"38"-16,0 0 42 0,6-3-86 0,-6 3-144 0,0 3-147 15,6-3-114-15,1 0-68 0,0 4-41 0,-1-4-34 16,7 0-35-16,-7 4-41 0,8-1-47 0,-2-3-36 0,2 5-43 15,-8-5-50-15,7 3-60 0,-6-3-59 0,6 3-68 0,-7-3-100 16,8 5-110-16,-8-5-120 0,0 2-151 0,1 3-68 16,-1-5-30-16,-6 3 9 0,7 5 34 0</inkml:trace>
  <inkml:trace contextRef="#ctx0" brushRef="#br0" timeOffset="45870.27">10348 6030 652 0,'0'-8'803'0,"0"5"45"15,0-1-68-15,0 0-131 0,0 4-122 0,0 0-108 0,0 0-60 16,0 8-35-16,0-1-31 0,0 3-27 0,0 2-29 0,-6 7-27 15,6-1-22-15,0 4-16 0,0 3-19 0,0 4-13 16,0 1-11-16,0-1-13 0,0 4-14 0,-6 0-8 0,6 0-11 16,0 1-10-16,0-2-9 0,0 0-11 0,0 2-9 15,0-4-7-15,0-1-9 0,0-4-5 0,0 1-9 0,0-3-5 16,0-5-8-16,0-1-14 0,0-2-21 0,0-1-31 0,0-2-39 16,0-5-46-16,-8 1-50 0,8-1-66 0,-6-4-68 15,6 1-55-15,0-1-52 0,-6-3-70 0,6-3-77 0,0-1-75 16,0-3-92-16,0 0-48 0,0-4-11 0,0-1 12 15,6 2 40-15</inkml:trace>
  <inkml:trace contextRef="#ctx0" brushRef="#br0" timeOffset="46698.22">10166 7653 60 0,'-6'-4'731'16,"6"-3"28"-16,0 0 7 0,-7 0-111 0,7-2-119 0,0 3-115 15,0-5-99-15,0 3-61 0,0 0-32 0,0 1-13 16,0 4-13-16,0-5-11 0,0 5-13 0,0-1-14 0,0 0-9 15,0 4-10-15,0 0-7 0,-7 0-5 0,7 4 1 0,0 3 3 16,0 4 4-16,0 7 2 0,0 1 4 0,0 7 1 16,0 4 0-16,0 2-8 0,0 0-15 0,0 6-17 0,0 1-18 15,0-2-18-15,7 4-19 0,-7-1-13 0,7-3-11 16,-1-1-7-16,0-2-5 0,8-2-6 0,-2-6-8 0,2 0-7 16,-1-5-6-16,-1-3-10 0,2-3-7 0,-2-3-11 0,8-5-11 15,-7-1-6-15,1-1-5 0,-2-5-2 0,2-5 0 16,-8-1 2-16,7-1 4 0,-7-1 4 0,8-6 9 15,-8 2 4-15,6-6 2 0,-4 0-2 0,-2-4 2 0,0 0-5 16,1-3-6-16,-7-2-2 0,7-2-5 0,-7 0 2 0,6-4 5 16,-6 5 7-16,7-6 5 0,-7 4 9 0,6 4 9 0,-6 1 6 15,0 3 8-15,0 5 7 0,0 1 12 0,0 5 10 16,0 4 9-16,0-1 8 0,0 5 9 0,0 6 8 0,0 1 12 16,0 7 3-16,0 0-1 0,0 8-3 0,0-1-6 0,0 4 0 15,0 4-4-15,0 3-5 0,6-4-9 0,-6 6-7 16,0-3-9-16,0 1-11 0,7-3 0 0,-7 4-5 0,0-8-8 15,7 3-16-15,-7-3-20 0,6-4-30 0,-6 1-37 16,6-1-43-16,-6 0-61 0,7-2-70 0,-7-2-73 0,0-1-61 16,0 3-67-16,0-5-93 0,0-1-98 0,0-1-122 15,-7 1-64-15,7-3-23 0,-6 4 19 0,6 1 42 0</inkml:trace>
  <inkml:trace contextRef="#ctx0" brushRef="#br0" timeOffset="47385.66">10446 9363 308 0,'6'-3'779'0,"-6"-1"28"0,0-3-12 0,7 0-146 15,-7-1-158-15,0 5-142 0,7-4-91 0,-7-1-48 0,0 5-26 16,0-5-23-16,0 4-21 0,0-3-30 0,6 3-28 16,-6 1-20-16,0-2-11 0,0 5-5 0,0-3-5 0,0 0 2 15,0-5 1-15,6 5 7 0,-6-1 8 0,0-3 6 16,0 3 1-16,0-3 0 0,-6 2 4 0,6-1 0 0,0 2 5 15,-6-3-2-15,-1 4-4 0,0-5-4 0,1 4-3 0,-7-1-8 16,7 3-5-16,-8 2-6 0,-6 0-10 0,8 0-12 16,-1 2-7-16,-7 3-7 0,8-1-2 0,-8 4-3 0,7-5 3 15,0 4-2-15,6 0 3 0,1 1-1 0,-1 3-3 16,0 3 3-16,7-3 1 0,0 7 4 0,7 1-1 0,0 3 3 16,6 0 9-16,-7 4 18 0,8 3 25 0,-2 0 16 0,2 1 24 15,-2-1 24-15,1 0 24 0,1 1 22 0,-8-2 16 16,0-1 6-16,0-1-4 0,-6-6-33 0,0 7-159 0,0-5 0 15,0-4 0-15,-6 1 0 0,0-5 0 0,0-3 0 16,6 0 0-16,-14-3 0 0,8-1 0 0,-1-4 0 0,-5-3 0 16,-2 0 0-16,2-3 0 0,-2-4 0 0,1-1 0 0,0-7 0 15,-6 1 0-15,5-1 0 0,-5-4 0 0,6-3 0 0,0 1 0 16,-7-1-215-16,8 0-107 0,-2 4-11 0,1-5-16 16,1 9-8-16,4-1 6 0,-4 0 10 0,6 8 15 0,6 0 14 15,-7-1 15-15,7 8 21 0,-7 0 25 0,7 0 7 16,0 4-20-16,0 3-31 0,7-3-37 0,-7 7-47 0,0-3-55 15,7-1-99-15,-1 4-74 0,0-4-29 0,-6 5 21 16</inkml:trace>
  <inkml:trace contextRef="#ctx0" brushRef="#br0" timeOffset="48448.12">14549 2726 519 0,'-7'3'834'16,"7"-3"61"-16,-6 0-9 0,0 3-111 0,6-3-115 0,-6 5-121 15,6-5-77-15,0 0-51 0,0 0-43 0,0-5-46 0,0 5-49 16,6-6-50-16,0-1-47 0,7-2-40 0,0-1-32 16,6-5-25-16,1 0-20 0,0 1-19 0,-1-1-13 0,1 1-11 15,0-1-8-15,-1-1-5 0,1 6-1 0,-8 3-5 16,2-1-7-16,-8 1-10 0,7 3-14 0,-6 1-13 0,-1-1-16 15,-6 0-18-15,7 4-21 0,-7-3-25 0,0 3-25 0,0 0-30 16,0 3-35-16,0 1-47 0,-7-4-49 0,7 4-44 16,-6-1-61-16,-1 1-82 0,7 1-88 0,-7-3-108 0,1 2-95 15,0 3-38-15,-1-3 6 0,-6 4 26 0</inkml:trace>
  <inkml:trace contextRef="#ctx0" brushRef="#br0" timeOffset="49401.17">10427 10675 51 0,'0'-7'711'15,"0"-4"28"-15,0 0-49 0,0-1-125 0,0-2-106 0,0 0-85 16,0-1-68-16,0 0-38 0,0 1-28 0,0 2-4 16,-7-2-1-16,0 3-1 0,7-1-9 0,-6 2-13 15,-8 3-15-15,8 4-20 0,-6 3-18 0,-2 3-21 0,-5 4-24 16,5 3-23-16,-4 9-20 0,-2 3-16 0,0 4-13 0,7 6-13 16,-7 9-7-16,8-1-8 0,-1 8-3 0,6 0 0 0,0 3-2 15,7 0 1-15,0 1 0 0,7-1-1 0,0-8 1 16,12 5 0-16,-5-7 2 0,4-5 1 0,9 1 3 15,-7-8 4-15,6-4 9 0,-1-6 12 0,1-4 9 0,0-5 7 16,1-6 6-16,-1-8 7 0,0-3 5 0,0-4 4 0,-7-6-3 16,1-2-8-16,-1-6-9 0,1-1-5 0,-8-8-6 0,2 2-6 15,-1-1-9-15,0-4-7 0,-13-3-8 0,7-1-6 16,-7 1-2-16,0 0-1 0,-7-4-2 0,7 4-3 0,-13-1-1 16,6 4 0-16,-5 1-4 0,-2 3-7 0,8 3-11 15,-7 5-18-15,0 7-20 0,0-4-27 0,-1 7-34 0,2 4-39 16,-1 0-47-16,6 7-52 0,1 1-55 0,-7-1-52 0,13 4-41 15,-7 0-64-15,7 4-67 0,0-1-66 0,0 5-75 16,0-1-106-16,0 4-22 0,7 4 21 0,-7-1 31 0</inkml:trace>
  <inkml:trace contextRef="#ctx0" brushRef="#br0" timeOffset="50322.98">10172 12353 13 0,'8'-7'689'0,"-8"0"44"15,0-4-14-15,0-1-114 0,6 2-96 0,-6-2-78 0,0 1-69 16,6 0-50-16,-6 4-26 0,0 0-17 0,0-1-14 0,0 5-3 15,0-5-11-15,0 8-17 0,0-3-17 0,0 3-22 16,0-3-24-16,0 3-21 0,0 3-20 0,0 0-22 0,-6 5-20 16,6-1-18-16,-6 8-14 0,6-1-9 0,-8 9-6 15,8 2 0-15,0 8 5 0,-6 4 2 0,6 3 9 0,0 0 8 16,0 7 3-16,0-3 3 0,0 0-1 0,0 4-4 0,6-7-9 16,8-1-8-16,-8-3-8 0,7-1-11 0,0-7-9 15,6-4-6-15,1-2-5 0,-7-2-1 0,7-5-9 0,0-5-7 16,-2-4-8-16,2-4-8 0,-7-6-11 0,7-1-8 15,0-3-11-15,-1-4-5 0,-6-3 2 0,6-5 1 0,-5 1 4 16,-2-7 0-16,2 2 4 0,-1-6 1 0,-7 0 0 0,1-5-5 16,-1-2-6-16,1-1-9 0,-1-6-5 0,-6-1 1 15,6 0 3-15,2 0 3 0,-8 7 10 0,6 0 17 0,-6 8 25 16,0 3 31-16,0 5 31 0,0 5 27 0,0 2 18 16,0 7 17-16,0 2 9 0,-6 5 7 0,6 5-3 0,-8 5-10 15,2 6-10-15,6 5-13 0,-6 5-11 0,6 3-6 0,0 4-5 16,-7 4-10-16,7 0-5 0,0 3-7 0,0 0-10 15,0-3-6-15,0 3-4 0,0-3-9 0,0-5-19 0,7 2-28 16,-7-5-34-16,6 0-42 0,-6 0-51 0,0-6-52 16,6 2-62-16,-6-3-62 0,8-4-41 0,-8 1-40 0,6-5-58 15,-6 1-58-15,6-4-59 0,-6 0-67 0,7 0-98 0,-7-4-22 16,0 0 17-16,0 8 35 0</inkml:trace>
  <inkml:trace contextRef="#ctx0" brushRef="#br0" timeOffset="51088.5">10180 13766 5 0,'-8'-7'700'16,"8"4"44"-16,0-1-2 0,-6-3-100 0,6 1-99 0,0 1-83 15,-6-2-72-15,6 2-51 0,0 2-27 0,-7 3-16 16,7 0-18-16,0 0-14 0,-7 3-19 0,7 2-13 0,0 2-16 16,0 0-6-16,0 4-1 0,0 8 2 0,-6-1 3 0,6 1 3 15,0 2-4-15,-7 2-5 0,7 2-8 0,-6 0-63 16,6 1-135-16,0 4 0 0,-6-1 0 0,-2 0 0 0,8 1 0 16,-6-2 0-16,6 2 0 0,0-1 0 0,0-3 0 15,0-1 0-15,0-2 0 0,0-2 0 0,6 2 0 0,-6-5 0 16,8-4 0-16,-8 1 0 0,6 1 0 0,-6-6 0 0,6 1 0 15,-6 0 0-15,7-4-228 0,-7 4-35 0,0-3-17 0,6 3-19 16,-6-4-25-16,0 0-24 0,0 0-15 0,0 1-6 16,0-1 2-16,0-4 13 0,7 2 20 0,-7-5 25 15,0 0 39-15,0 0 48 0,-7-5 49 0,7 2 38 0,0-4 40 16,0-1 45-16,-6 1 40 0,6-4 41 0,0 0 28 0,-7 0 24 16,7-4 19-16,0 1 23 0,0-5 24 0,0 5 15 15,-6-5 23-15,6 5 26 0,0 3 27 0,0-4 19 0,0 8 17 16,0-4 13-16,0 4 3 0,0-4-6 0,0 3-13 0,0 5-24 15,0-2-23-15,0 3-22 0,6-3-20 0,-6 2-20 16,7-1-24-16,-1 4-23 0,8 0-22 0,-8 0-16 0,8 0-18 16,-2 4-14-16,1-1-17 0,0-3-11 0,6 5-21 15,-5-3-36-15,5 3-47 0,1-2-56 0,-7-3-58 0,6 4-69 16,-5 0-69-16,5-4-74 0,-6 0-58 0,6 3-62 0,-5-3-62 16,-2 0-53-16,8 0-49 0,-7 0-74 0,0-3-35 15,0-1 2-15,-7 0 34 0</inkml:trace>
  <inkml:trace contextRef="#ctx0" brushRef="#br0" timeOffset="51275.97">10551 14023 285 0,'0'-11'783'0,"-8"8"63"0,8-4-31 0,-6 2-79 0,6 5-81 15,-6 0-93-15,6 0-97 0,-7 5-65 0,7-2-51 16,-6 1-40-16,6 7-37 0,0 0-36 0,-7 4-33 0,7-1-31 16,-6 4-25-16,6 4-22 0,0 0-21 0,0 8-24 15,0-5-19-15,0 5-24 0,0-1-37 0,0-3-43 0,0 3-54 16,0-4-59-16,6 5-67 0,-6-4-79 0,0-1-79 0,0 0-76 15,0 1-92-15,0-3-88 0,0-1-88 0,0-1-133 16,0 1-32-16,0 4 27 0,-6-1 42 0</inkml:trace>
  <inkml:trace contextRef="#ctx0" brushRef="#br0" timeOffset="51775.91">10166 15349 744 0,'-13'15'893'0,"0"4"15"0,0 6 28 0,-1 1-162 16,2 6-233-16,-1 1-164 0,0 5-107 0,6-2-48 0,-5 1-26 15,4 0-16-15,2-1-38 0,6-3-50 0,-6 0-33 16,6-1-23-16,0-2-16 0,0-4-6 0,0-1-4 15,6-3 1-15,-6 0 0 0,0-4 6 0,0 1 0 0,0-8 2 16,0 0 4-16,0-3 4 0,0-1 3 0,0-4 2 0,0-3-3 16,0-3-2-16,0 0-4 0,0-9-2 0,0 1-6 0,0-3-5 15,0-5-4-15,6 2-4 0,-6-10-2 0,0 5 0 16,8-3-2-16,-8-5-2 0,6 1-2 0,0-5-7 0,1 2-7 16,-7 0-7-16,6-5-3 0,1 0-1 0,6 4-2 15,-7-4 1-15,0 1 2 0,8 2 5 0,-8 5 5 0,1 0 6 16,-1 3 6-16,8 5 2 0,-8-6 2 0,0 9 1 0,8 0 2 15,-8 4-1-15,0 2 2 0,1 1 2 0,0 0 2 16,-1 4 3-16,1 4 6 0,-1-1 7 0,0 0 8 0,2 4 4 16,4 0 5-16,-6 4 5 0,1 3-1 0,6 5 5 15,0-2 5-15,-6 5 0 0,6 7 1 0,-1-1 7 0,2 9 2 16,-8 3-1-16,7 4 6 0,-6 3-11 0,0 0-9 0,-1 7-4 16,0 1-8-16,0 4-11 0,-6-5-7 0,8 4-8 15,-8 1-12-15,6-4-14 0,-6-2-25 0,0-4-35 0,0-3-43 16,0-5-52-16,0-5-66 0,0 1-63 0,-6-10-66 15,6 0-90-15,-8-9-97 0,8 0-92 0,-6-7-112 0,6-1-73 16,-6-3-19-16,0-7 16 0,-8-1 43 0</inkml:trace>
  <inkml:trace contextRef="#ctx0" brushRef="#br0" timeOffset="51932.11">10160 15720 831 0,'-7'-8'971'15,"-6"1"48"-15,0 4 52 0,7 3-149 0,-2-4-220 0,2 4-189 16,6 0-130-16,0 0-89 0,0 4-56 0,6-4-45 15,2 3-49-15,4 1-45 0,1-1-46 0,1 5-49 0,6-5-50 16,-2 4-61-16,2-3-73 0,-7 3-88 0,7-2-84 16,-1-2-93-16,1 0-112 0,0-3-103 0,-8 4-113 0,8-4-98 15,-7 0-38-15,0 0 36 0,0 0 46 0</inkml:trace>
  <inkml:trace contextRef="#ctx0" brushRef="#br0" timeOffset="53416.4">17617 2571 720 0,'-7'4'978'0,"-6"0"56"0,6-1 49 16,1-3-164-16,0 0-225 0,6 4-170 0,-6-8-111 0,6 4-75 15,0-3-61-15,0-1-51 0,6 0-49 0,0-3-51 0,7-4-42 16,0 0-32-16,0 1-30 0,7-2-30 0,-8 1-28 15,8 0-34-15,0 1-41 0,-1-2-40 0,1 1-50 0,-7 0-51 16,7 1-53-16,-1-2-45 0,-6 5-43 0,0-1-50 16,0 5-75-16,-6-1-79 0,-1 1-90 0,0-2-91 0,-6 5-37 15,0 0 12-15,7 0 24 0</inkml:trace>
  <inkml:trace contextRef="#ctx0" brushRef="#br0" timeOffset="54353.8">12185 4579 288 0,'0'-3'774'0,"-7"-1"20"16,7 4-19-16,0 0-145 0,-6 4-146 0,6 2-136 0,0 5-91 15,0 0-47-15,0 4-29 0,0 4-19 0,6 3-16 16,-6 3-15-16,7 1-18 0,-7 3-17 0,7 1-13 0,-7 3-16 15,6-4-7-15,-6-4-12 0,6 4-11 0,-6-6-11 0,8-1-6 16,-8 0-5-16,6-4-5 0,-6-3 0 0,6-4-4 16,-6-1-1-16,0 1-9 0,0-6-12 0,6 1-13 0,-6-6-17 15,0 0-21-15,0 0-24 0,0-3-18 0,0 0-20 16,0-9-4-16,0 5-5 0,0-8 0 0,-6 1 7 0,6-1 13 16,0-7 21-16,-6 0 13 0,6 0 16 0,-6-7 16 0,-2 3 16 15,8-3 16-15,-6 0 19 0,0-1 19 0,6 5 17 0,-7-1 32 16,7 4 32-16,-7 4 27 0,7-1 34 0,-6 5 24 15,6-2 22-15,-7 6 13 0,7-1 3 0,-6 0-10 16,6 8-15-16,6-6-16 0,-6 6-26 0,7-4-20 0,6 3-22 16,-6 1-14-16,5-1-18 0,8 0-14 0,-7 1-11 0,7-1-12 15,0 4-7-15,-8 0-9 0,8-3-10 0,-1 3-12 0,1 0-17 16,0 0-27-16,-8 3-36 0,8-3-47 0,-7 0-61 16,-1 4-64-16,-4-1-63 0,-2 1-64 0,0 3-76 15,-6-3-78-15,-6 3-77 0,0 1-84 0,-2-1-101 0,2 0-28 16,-6 5 19-16,-2-1 42 0</inkml:trace>
  <inkml:trace contextRef="#ctx0" brushRef="#br0" timeOffset="54509.97">12224 4744 72 0,'-6'4'774'15,"6"3"35"-15,0-3 42 0,0-4-106 0,0 2-146 16,0 3-156-16,0-5-118 0,6 4-78 0,0-1-46 0,1-3-37 16,0 4-32-16,-1-4-38 0,1 0-48 0,5 4-55 0,-4-4-66 15,4 0-65-15,-6 3-77 0,8-3-107 0,-1 0-115 16,-7 4-130-16,1-4-175 0,6 4-69 0,-7-1-14 0,0 5 26 15</inkml:trace>
  <inkml:trace contextRef="#ctx0" brushRef="#br0" timeOffset="55244.25">12048 6154 632 0,'0'5'775'0,"-6"2"24"16,-1-1-98-16,7 6-133 0,0-2-127 0,-6 2-105 15,6 2-59-15,0 5-22 0,0-1-7 0,0 4-5 0,0 0-14 16,0 4-15-16,0 0-14 0,0 2-16 0,0 2-21 0,0-1-28 16,0 4-30-16,0-3-26 0,0-1-19 0,0-4-18 15,0 2-16-15,6-6-19 0,-6-3-20 0,0 1-32 0,0-5-30 16,0-3-38-16,0 0-40 0,7-7-42 0,-7 3-41 16,0-7-32-16,0 3-23 0,0-6-13 0,0 3-11 0,0-7-9 15,0 3-10-15,0-7-2 0,0 0 9 0,0 0 17 0,0-6 25 16,0 0 34-16,0 0 46 0,-7-2 71 0,7-2 98 15,0 6 107-15,-6-3 93 0,6 3 76 0,0 0 62 16,0 5 53-16,0-2 41 0,0 2 25 0,-7 2-10 0,7 1-34 16,0 3-43-16,0 0-41 0,0 2-39 0,0-3-39 0,0 5-37 15,7 0-43-15,-7 0-36 0,6 5-28 0,1-3-18 0,-1 2-13 16,8 3-20-16,-8-3-31 0,6-1-41 0,2 4-57 16,-8-2-57-16,7 2-63 0,1-3-59 0,-2 0-69 0,2-1-89 15,-2 1-82-15,1-4-67 0,-6 3-67 0,6-3-96 0,-7-3-27 16,8 3 13-16,-8 0 43 0</inkml:trace>
  <inkml:trace contextRef="#ctx0" brushRef="#br0" timeOffset="55416.12">12322 6341 283 0,'-7'-3'788'0,"1"-1"55"0,-1 0-24 0,0 4-96 16,1 0-105-16,0 0-114 0,0 0-105 0,-2 0-77 16,2 8-52-16,6-2-43 0,-6 3-37 0,6-2-34 0,0 7-31 15,0 1-25-15,0-1-20 0,0 0-7 0,0 9-15 16,0-4-17-16,6 3-14 0,-6 0-11 0,6-1-11 0,-6-3-22 15,8 8-43-15,-8-3-48 0,6-3-50 0,-6 3-58 16,0-1-61-16,0 0-71 0,0-3-100 0,-6 2-91 0,6-3-79 16,-8 1-111-16,2-1-54 0,0 1-31 0,6-1 19 0,-7-3 54 15</inkml:trace>
  <inkml:trace contextRef="#ctx0" brushRef="#br0" timeOffset="55994.18">12302 7836 7 0,'0'-4'798'0,"-7"-3"42"16,7 4 44-16,0-1-70 0,-6-1-137 0,6 5-149 0,-6 5-116 15,6-1-74-15,-6 6-35 0,6 1-21 0,0 3-22 16,0 5-20-16,0 4-19 0,6-2-14 0,-6 5-17 0,6 3-10 16,-6-3-20-16,6 6-24 0,-6-2-28 0,7 0-28 15,0-1-24-15,-7-4-21 0,6-3-11 0,1 4-17 0,-7-8-21 16,6 1-31-16,-6-1-34 0,7 0-39 0,-7-4-53 0,0-2-63 16,0-1-74-16,7 0-72 0,-7-3-64 0,0-1-87 15,0-4-93-15,0-3-106 0,0 0-128 0,0 0-44 0,-7 4 20 16,7 0 42-16</inkml:trace>
  <inkml:trace contextRef="#ctx0" brushRef="#br0" timeOffset="56775.34">12062 9137 22 0,'-8'-8'873'15,"2"1"41"-15,6-1 28 0,-6 5-19 0,6-1-199 0,0-3-212 16,0 3-143-16,6 1-87 0,8 3-54 0,-2-5-35 16,1 5-30-16,7 0-29 0,0 0-32 0,6 5-29 0,-1-5-22 15,1 3-17-15,0 1-10 0,1-1-10 0,-1 1-6 16,0 3-4-16,-7-3-1 0,7 0-3 0,-6-1 0 0,-7 1-1 16,7-1 2-16,-14 2-2 0,0-2 1 0,8-3 2 0,-14 4 6 15,6-4 10-15,0 0 8 0,-6 0 4 0,0 0 1 16,0 0 6-16,0 0 2 0,0 0 0 0,-6 0-7 0,6-4-9 15,-6 4-11-15,6 0-3 0,0-3-6 0,-8 3-3 16,2 0-2-16,6 0-3 0,-6 0 1 0,6 3-1 0,-6 1 2 16,-1 3 1-16,0 4 1 0,-6 1-1 0,7 2 0 0,0-1 2 15,-8 7 0-15,2 2-1 0,-2-4 1 0,8 3-3 16,-7 5 3-16,-1 0-3 0,2 3 2 0,6-3 2 0,-8 3 2 16,1 2 1-16,0-4-3 0,0 7 4 0,7-5-3 15,-8-3 4-15,2 3-3 0,5-3-4 0,-6 0-2 0,6-1-1 16,1-3 3-16,0-3 0 0,-1 2 1 0,0-5-1 0,1-2 1 15,0 1 2-15,6-8 2 0,-7 4-2 0,7-4 1 0,0-3 0 16,-7 3-1-16,7-7 5 0,0 4 3 0,0-4 1 16,0 0 4-16,0 0 4 0,0 0-1 0,0 0 2 15,0-4 0-15,7 1-1 0,-7 3-3 0,7-4-3 0,-1 0-3 16,0 4-3-16,8 0 2 0,-8 0-2 0,7 0-2 0,0 0-2 16,0 4 2-16,1 0-2 0,4 3 1 0,-4-4-6 0,-1 5-14 15,7 0-15-15,-8-2-23 0,1 5-32 0,0-3-54 16,-6-1-58-16,6-2-61 0,-6 1-65 0,-1-2-59 15,0-1-83-15,0 1-87 0,-6-4-83 0,0-4-96 0,0 4-61 16,0 0-18-16,0-3 20 0,-6-5 38 0</inkml:trace>
  <inkml:trace contextRef="#ctx0" brushRef="#br0" timeOffset="56978.45">12107 9415 218 0,'-7'-3'843'0,"7"-2"39"0,0 5 49 15,0 0-71-15,7 5-170 0,-7 1-168 0,13 2-111 16,-6-2-63-16,5 6-33 0,8 3-34 0,-7 0-44 0,7-1-55 16,0 1-53-16,-2 0-44 0,2-1-32 0,-1 1-19 15,7 0-23-15,-6-5-33 0,0 5-36 0,-1-3-42 0,-5-2-52 16,-2-2-52-16,8-1-60 0,-13 0-53 0,5-3-42 0,-6-1-48 16,2 2-63-16,-2-2-60 0,0-3-63 0,-6 0-96 15,0 0-50-15,0 0-18 0,0 0 6 0</inkml:trace>
  <inkml:trace contextRef="#ctx0" brushRef="#br0" timeOffset="58244.08">12295 10851 305 0,'0'-11'818'0,"-6"-1"52"0,12 2 25 0,-6-1-127 16,0 0-138-16,0 4-132 0,0-1-81 0,0 1-49 0,7 3-31 15,-7 1-33-15,13 0-34 0,-6-2-38 0,6 5-35 16,6 0-26-16,-5 5-25 0,5-2-20 0,1 0-21 0,-8 1-19 16,8 0-27-16,0-1-12 0,-1 5-15 0,1-4-14 0,-8-1-17 15,2 1-24-15,5-1-32 0,-6 1-38 0,-6-4-39 16,5 4-55-16,-4-1-57 0,-8-3-64 0,6 4-54 0,-6-4-44 16,0-4-38-16,-6 4-48 0,-2-3-41 0,2 3-29 0,-7-8-28 15,0 8-20-15,0-7-28 0,0 4-43 0,-6-1 7 16,5 0 55-16</inkml:trace>
  <inkml:trace contextRef="#ctx0" brushRef="#br0" timeOffset="58556.55">12335 10789 459 0,'-7'0'635'0,"1"4"-28"0,-1-1-59 0,1 1-60 0,-1-1-45 15,0 5-46-15,1 3-47 0,0-5-50 0,6 9-47 16,-6 0-31-16,6 1-24 0,-8 1-20 0,8 1-23 0,-6 5-9 16,6-2-12-16,-6 5-19 0,6 3-17 0,0-3-14 0,0 4-8 15,-7-5-5-15,7 1-4 0,0-1-4 0,0-3 3 16,0 5-1-16,0-10 1 0,0 5 0 0,0-3-1 0,0-4-5 15,0-1-7-15,0-3-9 0,0-1-12 0,0-2-6 16,0-1-6-16,0 1-7 0,0-5-5 0,0 0 1 0,0-3 4 16,0 5 13-16,0-5 7 0,0 0 8 0,0 0 6 0,-6-5 7 15,6 5 1-15,0-3 3 0,0 0 2 0,0-1-5 16,0 0-2-16,0 1-6 0,0 3-3 0,0-4-5 0,0 4-5 16,6 0-4-16,1 0-7 0,-7 0-7 0,12 0-5 0,-4 0-4 15,-2 4-3-15,6-1-2 0,2 1 1 0,5-4-2 16,-5 7-1-16,4-4-1 0,-4 2-1 0,5-2-7 0,1 5-9 15,0-4-16-15,-8-1-20 0,8 1-27 0,-7 0-30 16,0-1-34-16,0 1-46 0,0 0-49 0,-6-1-49 0,6 1-39 16,-7-4-34-16,0 0-46 0,1 0-71 0,-7 0-73 0,0-4-79 15,0-3-119-15,-7 3-39 0,7-3 1 0,-6 0 22 16</inkml:trace>
  <inkml:trace contextRef="#ctx0" brushRef="#br0" timeOffset="58759.65">12335 11071 343 0,'0'-3'819'0,"7"3"55"0,-1-4 49 0,0 4-135 0,0-5-169 15,8 5-141-15,-1 0-87 0,0-3-59 0,0 3-46 16,-1 0-53-16,2 3-61 0,-1-3-57 0,7 5-44 0,-8-5-37 16,2 4-29-16,5-1-34 0,-6 4-44 0,0-3-48 0,-7-1-52 15,8 5-54-15,-2-5-51 0,-4 1-53 0,-2-1-76 16,0 1-75-16,1 0-74 0,-7 0-97 0,0 3-71 15,0-3-34-15,0 2-3 0,0 6 26 0</inkml:trace>
  <inkml:trace contextRef="#ctx0" brushRef="#br0" timeOffset="59337.74">12212 12562 50 0,'0'-11'764'0,"-8"0"33"0,8 4 18 0,-6-1-112 0,6-3-130 15,-6 4-131-15,6 3-102 0,-7-3-59 0,7 2-41 0,0 3-31 16,0 2-16-16,-7 0-32 0,7 0-23 0,7 2-15 16,-7 10-9-16,0-1 0 0,0 3 7 0,7 9 13 0,-7-2 10 15,0 5 7-15,0 0-3 0,0 3-4 0,0 4-1 16,0 0-10-16,0 0-14 0,0 0-13 0,0 0-10 0,0-4-12 15,0 5-13-15,0-9-13 0,0 1-14 0,0 0-9 0,0-8-4 16,0 0-10-16,0-3-8 0,0-5-7 0,0 1-9 16,0-2-11-16,6-7-16 0,-6 3-22 0,0-2-29 0,0-3-36 15,0-3-44-15,0 3-55 0,0-5-60 0,0-2-62 16,0 0-54-16,0-4-47 0,0 0-76 0,0 0-78 0,0-4-85 16,0 1-124-16,0-5-43 0,0 9 5 0,0-5 33 0</inkml:trace>
  <inkml:trace contextRef="#ctx0" brushRef="#br0" timeOffset="60056.39">12172 14020 320 0,'0'-4'628'0,"0"4"-9"16,0-4-90-16,0 1-84 0,0-1-62 0,0 1-50 0,0-2-34 15,0-2-25-15,0 4-24 0,0-5-24 0,0 5-17 16,-7-4-13-16,7 3-13 0,-6-3-1 0,6 2-1 16,-6 2 0-16,-1 0-5 0,7 3-16 0,-13 0-22 0,7 3-20 15,-8 5-16-15,8-1-19 0,-14 7-16 0,7 9-14 0,-7-2-11 16,1 13-2-16,-1 2 1 0,2 8 2 0,4 3 1 0,-6 5-2 15,7-1-5-15,7 3-3 0,0-2-1 0,6-4-7 16,0 0-5-16,6-8-7 0,7-3-9 0,0-1-2 16,0-9-2-16,7-2 0 0,-1-7-1 0,7-7 1 0,-6-1 5 15,-1-10 8-15,7 0 14 0,-6-6 16 0,0-2 17 0,-8-6 16 16,8-1 19-16,-1 0 14 0,-5-6 10 0,-2-2 3 0,-5 1-6 16,0-7-12-16,-1 3-12 0,-6-3-16 0,7-4-20 15,-7 0-15-15,6 0-11 0,-6-7-13 0,0 3-6 16,0 5-7-16,-6-5-6 0,6 4-13 0,0-4-16 0,-7 8-20 15,1-1-25-15,-1 5-28 0,7-1-30 0,-7 5-30 0,1 2-34 16,0 1-26-16,0 3-30 0,-2 7-36 0,2 1-35 0,0 4-31 16,6 3-31-16,-7 3-57 0,0 4-61 0,1 1-64 15,6 7-72-15,-7-1-109 0,1 4-33 0,6 5 19 16,-6-2 31-16</inkml:trace>
  <inkml:trace contextRef="#ctx0" brushRef="#br0" timeOffset="60556.34">12022 15401 391 0,'0'4'829'0,"0"-1"30"0,-7-3 11 0,7 4-177 0,0-4-172 16,0 0-154-16,0 0-97 0,0 0-57 0,0 0-31 0,0-4-17 16,0 1-11-16,0 3-3 0,0-4-20 0,0 1-12 15,0-2-6-15,0 2-2 0,7-1 2 0,-7 4-1 0,0-3-2 16,0 3-4-16,0 0-3 0,0 0-6 0,0-4-8 15,0 4-7-15,0 0-11 0,0 0-9 0,0 0-10 0,0-4-7 16,0 4-10-16,7 0-6 0,-7 0-7 0,0-3-3 0,0 3-2 16,0 0-1-16,0 0 2 0,0 3 2 0,0 1 1 15,0 0 2-15,0 6 2 0,0 2-1 0,0 6-4 0,0 7 1 16,0 6-1-16,-7 5-7 0,7 4-5 0,-7 4-1 16,7 4-2-16,-6 3-1 0,0 0 2 0,0 0-4 0,-2 4 2 15,2-4 5-15,6 1 8 0,-6-5 1 0,-1 2 1 0,7-10 2 16,-7-2-1-16,1-5 1 0,6-2-4 0,0-8-15 15,-7-3-21-15,7-9-28 0,0 2-38 0,0-5-47 0,0-4-63 16,0-3-79-16,0 0-80 0,0-7-70 0,0-3-88 0,7-5-92 16,-7-4-92-16,6-3-131 0,-6-3-51 0,7-1 1 15,-7 0 38-15,7-3 51 0</inkml:trace>
  <inkml:trace contextRef="#ctx0" brushRef="#br0" timeOffset="61743.7">20541 2612 527 0,'-6'7'866'0,"-1"1"50"0,0-2 40 0,1-1-161 0,-1-2-175 16,1 1-126-16,-1-4-75 0,7 3-49 0,-6-3-36 0,6-3-44 16,6 3-45-16,-6-7-48 0,7 2-49 0,6-5-43 0,0 3-33 15,0-5-32-15,7 2-18 0,-1-2-22 0,7-1-26 16,-6 1-31-16,6-3-35 0,-7 0-46 0,7 1-49 16,0-1-51-16,1 5-55 0,-9-5-42 0,9 0-35 0,-1 3-35 15,0-2-59-15,-6 3-55 0,-1 0-66 0,-5 0-98 0,4 4-62 16,-11 0-22-16,6 3 4 0,-13 0 36 0</inkml:trace>
  <inkml:trace contextRef="#ctx0" brushRef="#br0" timeOffset="62821.71">14197 4513 108 0,'0'-4'695'0,"0"1"40"0,0 0-32 0,0-2-120 0,0 2-110 16,0-1-90-16,0-3-74 0,0 3-42 0,0 1-24 0,0-1-15 15,0 0-7-15,7 1-11 0,-7 3-9 0,0 0-9 16,0 0-11-16,0 0-11 0,0 7-12 0,0 0-8 0,0 4-5 16,0 4-6-16,0 3-5 0,0 4-7 0,0 8-12 15,0 3-13-15,0-1-12 0,-7 5-14 0,7-1-17 0,0 1-13 16,0 4-14-16,0-5-11 0,7 1-7 0,-7-4-5 0,0 0-3 15,0-4-4-15,0-3 0 0,6-5 1 0,-6 1-3 16,0-3 1-16,0-8 0 0,0 3 0 0,0-6-2 0,0 3-11 16,0-7-16-16,0 3-22 0,0-3-35 0,0-4-46 15,0 0-58-15,0 0-73 0,0-4-71 0,-6 0-66 0,6 1-94 16,0-5-102-16,0-2-103 0,0-2-140 0,-7-2-49 0,7-2 11 16,0 3 40-16</inkml:trace>
  <inkml:trace contextRef="#ctx0" brushRef="#br0" timeOffset="63790.36">13891 5916 242 0,'-6'0'870'0,"6"4"46"0,-6-4 52 0,6 3-103 0,-8-3-156 0,8 0-162 15,0 0-113-15,0-3-71 0,8 3-44 0,-2 0-36 16,0 0-33-16,14 0-30 0,-7 0-25 0,7 0-24 16,6-4-23-16,-7 4-21 0,7 0-25 0,7 4-19 0,-7-4-21 15,0 0-19-15,6 3-14 0,1 2-11 0,-7-5-7 0,0 3-4 16,0-3-4-16,0 4-14 0,-6-4-20 0,0 3-26 0,-2-3-31 16,-4 4-35-16,-8-4-37 0,1 4-37 0,-1-1-37 15,0-3-39-15,-6 4-35 0,-6-4-22 0,6 0-12 16,-6 0-4-16,-1-4 4 0,-6 4 7 0,0 0 11 0,1 0 21 15,-2 0 35-15,1 0 36 0,0 0 37 0,6 0 41 0,-5 0 49 16,-2 0 55-16,8 0 63 0,-7 0 59 0,6 4 47 16,1-4 42-16,-1 3 42 0,1 5 35 0,0-5 23 0,6 5 12 15,-7-1 5-15,0 4 5 0,7 0 0 0,-6 4 1 16,6 2-7-16,-6 6-11 0,-1-1-14 0,7 0-26 0,0 7-23 16,0 0-17-16,0 1-18 0,-7-1-23 0,7 1-22 0,0-1-26 15,7 1-22-15,-7-1-12 0,0-4-13 0,0 1-17 16,0-1-14-16,7-3-11 0,-7-4-20 0,0 1-28 0,6-1-40 15,-6-6-47-15,0 2-56 0,0-3-64 0,0-4-73 0,0 0-69 16,0 1-58-16,0-1-83 0,0-3-77 0,0 0-82 16,0-4-119-16,0 3-45 0,0-3-4 0,0 0 28 0,0 0 48 15</inkml:trace>
  <inkml:trace contextRef="#ctx0" brushRef="#br0" timeOffset="64680.88">14015 7704 160 0,'-6'-4'708'0,"6"1"43"0,-7 3-64 0,7-4-109 0,0 0-97 16,-7 1-80-16,7-1-69 0,0 0-56 0,-6 4-36 0,6 0-22 15,0-3-14-15,0 3-18 0,0 0-19 0,0 0-16 16,0 0-18-16,0 3-10 0,0 5-4 0,0-1 2 0,0 7 5 15,0 1 9-15,6 4 9 0,-6 6 8 0,0-3 5 16,0 3-1-16,0 5-7 0,0 3-14 0,0 0-11 0,0 1-16 16,0-2-16-16,-6 0-15 0,6 5-17 0,0-3-14 0,0-1-10 15,0-4-9-15,0 0-9 0,0-3-7 0,0 0-6 16,0-4-7-16,0-4-11 0,6-4-18 0,-6 1-24 16,0-4-30-16,7-4-33 0,-7 4-34 0,0-4-40 0,0-2-38 15,0 2-34-15,0 0-29 0,0-3-26 0,0 0-16 0,0-1-11 16,-7-3 1-16,7 4-8 0,0-4-13 0,-6 3-8 0,-1-3 2 15,7 5 14-15,-6-5 22 0,6 0 26 0,0-5 28 16,-6 2 47-16,6-4 57 0,0-4 63 0,0 3 56 16,0-2 54-16,6-2 46 0,-6 1 47 0,0 0 53 0,0 0 57 15,6-4 43-15,-6 4 35 0,7-4 27 0,-7 5 17 0,6-5 15 16,-6 3 9-16,7 2-3 0,-7 3-15 0,0-1-15 0,7 1-18 16,-7 4-14-16,0-2-19 0,6 5-28 0,0-3-31 15,2 6-37-15,-2-3-33 0,0 5-32 0,7-2-23 16,-6 2-26-16,6-3-30 0,-1 2-34 0,2 0-43 0,5 0-54 15,-6 3-59-15,0-3-65 0,1-2-48 0,5 3-45 0,-6-5-42 16,6 4-61-16,-5-4-62 0,-2 0-58 0,2 0-58 0,-2-4-96 16,2-1-42-16,-8-1 0 0,7 2 25 0</inkml:trace>
  <inkml:trace contextRef="#ctx0" brushRef="#br0" timeOffset="64868.36">14366 7913 138 0,'-6'-7'798'16,"0"0"52"-16,-1 2 35 0,-6 5-100 0,6 0-125 15,1 5-139-15,-6-1-106 0,4 2-68 0,2 5-42 0,0 0-31 16,6 1-31-16,-7 5-27 0,7 2-30 0,0-1-21 0,0 4-22 16,0 0-20-16,7 4-21 0,-7-5-17 0,6 5-17 15,0-4-16-15,-6 3-15 0,8-2-11 0,-2 3-14 0,0-4-21 16,0-4-26-16,1 4-35 0,0-4-42 0,-7 0-46 16,6-2-58-16,-6 2-66 0,0-7-66 0,0-1-53 0,0 5-71 15,0-8-77-15,7 1-76 0,-7-8-97 0,0 0-76 0,0 0-19 16,0 4 17-16,-7 3 39 0</inkml:trace>
  <inkml:trace contextRef="#ctx0" brushRef="#br0" timeOffset="65665.14">13937 9067 570 0,'-7'0'910'0,"1"0"37"0,-1 0 34 0,1 0-143 0,6 0-198 0,0 0-163 16,6 0-107-16,1 0-66 0,-1 4-45 0,8-1-35 16,-2 1-34-16,8 0-33 0,-1-1-33 0,1 5-33 15,0-5-26-15,6 1-20 0,-1-1-16 0,2 1-12 0,5 0-23 16,-6-1-23-16,0-3-29 0,1 4-28 0,-8 0-26 0,0-4-32 16,1 0-27-16,-1 3-21 0,-5-3-10 0,-8 0 3 0,0 0 9 15,8 0 18-15,-14 0 21 0,6 0 21 0,-6 0 26 16,0-3 21-16,-6 3 23 0,6-4 15 0,-7 0 16 15,0 4 15-15,7-3 9 0,-6 3 22 0,-6 0 20 0,4 3 24 16,2 1 19-16,-7 0 19 0,7 3 17 0,-1 1 11 0,0 2 11 16,-5 1 0-16,5 0-8 0,0 4-10 0,1 2-4 0,6 3-4 15,-6 2-3-15,6 0-5 0,-7 3-6 0,7-2-3 16,0 2-3-16,0 0-3 0,-7 1-4 0,7 0-6 16,0-1-7-16,0 1-8 0,0 0-5 0,0-5-9 0,0 2-6 15,7-2-7-15,-7-2-8 0,0 4-9 0,0-10-5 0,0 6-4 16,0-4-5-16,0-4-2 0,0 0-9 0,7-4-9 0,-7 0-6 15,0 1-11-15,0-5-9 0,0 1-5 0,6-1-6 16,-6 1-6-16,0-4 5 0,0 3 9 0,0-3 5 16,-6 0 9-16,6 0 9 0,0 0 1 0,-7 0 3 0,7-3 1 15,0 3-5-15,-7-4-9 0,1 4-9 0,-1-3-2 0,7-1-15 16,0 4-11-16,-6-3-13 0,6-1-11 0,-6 0-7 0,6 1-6 16,0 3-5-16,0-4-13 0,0 0-3 0,-7 1-2 15,7 3-3-15,0-5-2 0,0 2-5 0,0 3-5 16,0-3-2-16,0 3 1 0,0 0 4 0,0 0 0 0,0 0-6 15,0 0-10-15,0 0-12 0,0 0-31 0,0-4-52 0,-7 4-57 16,7 0-62-16,0 0-59 0,0 0-79 0,0 0-101 0,0 0-43 16,0 0 10-16</inkml:trace>
  <inkml:trace contextRef="#ctx0" brushRef="#br0" timeOffset="66883.84">14009 11001 516 0,'0'-7'793'0,"0"0"41"0,0-1-19 16,0 4-141-16,-7 1-131 0,7-1-130 0,0 4-88 16,-7 4-56-16,7-1-36 0,0 9-31 0,-6-2-30 0,6 9-36 15,0-1-34-15,0 7-22 0,0 1-13 0,0 0-9 16,0 0-6-16,0 3-6 0,0 0 0 0,0 1-1 0,0-5 0 16,0 4-3-16,0-7-3 0,0 0-1 0,0-3-6 0,0-4-4 15,0-4-5-15,0-1-8 0,0-2-3 0,0-5-3 16,6 5-2-16,-6-8-3 0,0 3 2 0,0-6-1 0,0-1-1 15,0 0 0-15,0-3-2 0,0-4-1 0,0-3 0 16,0-1-1-16,0-4-1 0,0-3 1 0,7 0-5 0,-7 0-8 16,0-3-6-16,7-4-9 0,-7-1-9 0,6-3-6 15,-6 0-4-15,6 0-3 0,2 1 2 0,-2-2 6 0,0 5 5 16,1 0 11-16,-1 0 5 0,1 7 7 0,-1-3 5 0,-6 2 4 16,7 4 2-16,-1 5 2 0,-6-1 1 0,6 5 0 15,-6-2 1-15,8 5 1 0,-8 0-2 0,6-1 1 0,-6 0-1 16,6 6 0-16,1-6-1 0,-1 4 1 0,1 0-1 0,-1 4 3 15,-6-3 0-15,13 3-1 0,-6 0 3 0,0 3 7 16,-1 5 7-16,7 2 8 0,-6 3 5 0,5 4 3 0,1 2 8 16,-6 3 6-16,6-1-1 0,-7 10-3 0,1-4-6 15,6 4-6-15,-7 1-3 0,8 1-6 0,-8 4-6 0,1-3-5 16,5 1-4-16,-4 2-2 0,-2-4-2 0,0 0-2 0,0 0-1 16,1-4-5-16,-7-3-13 0,7-4-21 0,-7 1-27 15,0-9-36-15,0 1-47 0,0-1-62 0,-7-3-57 0,7 0-56 16,-7-3-74-16,1-5-85 0,0 1-82 0,0-1-91 15,-2-3-121-15,-4 0-32 0,5-3 8 0,-6-1 31 0</inkml:trace>
  <inkml:trace contextRef="#ctx0" brushRef="#br0" timeOffset="67040.14">14035 11176 602 0,'0'-3'793'0,"0"-1"34"15,0 1-32-15,0-1-131 0,6 0-142 0,1 1-132 0,-1 3-90 16,1-4-53-16,6 4-36 0,-1-4-32 0,2 4-35 0,-1-3-46 15,0 3-53-15,0 0-52 0,7 0-52 0,-8 0-55 16,2 0-53-16,-2 0-45 0,1 0-85 0,1 3-100 16,-2 1-88-16,2-4-86 0,-2 4-129 0,-5-1-47 0,0 1-19 15,-1 3 5-15</inkml:trace>
  <inkml:trace contextRef="#ctx0" brushRef="#br0" timeOffset="68696.14">13950 12533 623 0,'0'-5'701'0,"6"-1"-54"16,-6 2-96-16,0 0-80 0,0-3-62 0,0 3-53 0,0 1-46 15,0 3-47-15,0-4-42 0,0 4-28 0,0 0-23 16,0 4-17-16,0 3-17 0,7 0-18 0,-7 4-13 0,7 4-13 16,-7 3-9-16,6 4-8 0,-6 4-7 0,6 0-10 0,-6 3-7 15,0 0-7-15,7 0-6 0,-7 0-5 0,0 1-3 16,0 0 8-16,0-5-5 0,0 0-1 0,0-2-4 0,0-1 0 16,0-4-2-16,0 0-2 0,0-7-2 0,0 0-15 0,0 0 3 15,0-7-3-15,0 3-1 0,0-3-1 0,0-4-5 16,0 0-6-16,0 0-4 0,0-4-4 0,0 0-10 0,0 1-5 15,0-5-6-15,0 1-5 0,0-1-6 0,0-2-5 0,0-1 1 16,0-5 1-16,0 3 4 0,0-6-1 0,0 1 1 16,0-4-4-16,0 0 1 0,-7-4 0 0,7-4-3 0,0 5 0 15,0-4-2-15,0 0 6 0,0-1 5 0,0 1 9 16,0 3 7-16,0 0 6 0,0 5 9 0,0-2 4 0,0 6 5 16,0-3 2-16,0 10 2 0,-6-5 1 0,6 5 4 0,0 1 4 15,0-1 1-15,0 3-7 0,0-4 9 0,0 3 2 16,6 1 3-16,-6-4-1 0,7 4 1 0,-1-4 2 0,1 4 5 15,0-4 12-15,-1 0-5 0,0 4 5 0,8-4 1 16,-8 3 6-16,7 0 0 0,-6 5 1 0,6-4 0 0,-1 2 7 16,2 5 5-16,5 5-3 0,-6-1 3 0,0 2 0 0,7 2-3 15,-7 6-4-15,0-2-6 0,0 6-8 0,0-4-11 16,0 9-5-16,0-5-7 0,-6 0-5 0,-1 1-1 0,0 3-3 16,-6-4-3-16,7 0 0 0,-14 1 0 0,7-1-2 15,-6-4 1-15,0 1-1 0,-1-4-1 0,0 4-3 0,-5-5-6 16,-2 2-5-16,1-5-12 0,1-1-5 0,-2 3-6 0,2-1-7 15,-2-2-12-15,1-2-5 0,0 0-3 0,0-1 2 0,1-3 7 16,-2 0 1-16,1 0 3 0,7-3 11 0,-7-1 12 16,6 4 14-16,1-4 11 0,0 1 15 0,-2 3 9 15,8-3 12-15,0 3 13 0,0 3 11 0,0 0 10 0,0 1 11 16,0 3 6-16,8 1-2 0,4-1-1 0,-5 4-2 0,6 3-8 16,-7 2-8-16,7-2-10 0,1 5-13 0,-2-1-11 0,8 0-8 15,-7 0-6-15,0-3-6 0,6 4-1 0,-5-2-7 16,-2-2 0-16,1 0 0 0,1-5 1 0,-2 2 3 15,-5-5-3-15,6 1-5 0,-7-1-11 0,1-4-18 0,0 1-24 16,-1-1-31-16,-6 2-41 0,7-5-48 0,-7 0-48 0,6-5-49 16,-6 2-58-16,0-1-81 0,0 1-86 0,0-4-82 0,-6-1-112 15,6 5-63-15,-7-6-22 0,7 9 7 0,0 0 39 16</inkml:trace>
  <inkml:trace contextRef="#ctx0" brushRef="#br0" timeOffset="69368.14">13780 14137 313 0,'0'22'695'0,"0"0"28"0,-6-4-100 0,6 1-123 16,0-4-106-16,0-5-83 0,0-2-70 0,0-1-55 0,0 0-35 15,6-3-20-15,-6-1-18 0,0 2-14 0,0-5-10 16,7-5-7-16,-7 2 0 0,0-1-3 0,7 1-4 0,-7-5-1 16,0 1-8-16,0-4-4 0,0 0-6 0,0-4-8 0,0 1-9 15,0-1-6-15,0-7-6 0,0 0-13 0,6 0-5 16,-6-4-2-16,0 1-2 0,0 0 0 0,0-5-3 0,0 0 0 16,6 1-2-16,-6 0 1 0,0-1 1 0,0 1 3 0,0 4 3 15,0-1 7-15,0 0 8 0,0 5 11 0,0-2 8 16,0 4 7-16,0 5 6 0,0 0 2 0,0-1 0 0,0 4-3 15,0 4-8-15,8-1-6 0,-8 1-7 0,0 4-10 16,0-1-5-16,0 0-5 0,0 1-2 0,6 3-4 0,0 3 3 16,-6 1 6-16,7 7 4 0,6 0 13 0,-7 7 7 0,7 0 3 15,-7 7 4-15,8 5-1 0,-1 0-1 0,0 3-8 16,0-1-6-16,7 5-9 0,-8 0-6 0,8 0-6 0,-1-1-3 16,1 1-3-16,0-4 0 0,-1 0 2 0,1 0 7 15,0-4 7-15,-8-7 7 0,8 4 6 0,-7-8 5 0,0-3 5 16,0-4 2-16,-7 0 6 0,1-4-2 0,0-4 0 0,-1-3 3 15,0 0 1-15,1-7-1 0,-7 0 1 0,6-4-2 16,-6-3-6-16,0-1-7 0,0-7-5 0,0-1-9 0,0-3-7 16,0 1-8-16,0-8-2 0,0-4-6 0,0 1-6 15,0-8-11-15,0 0-14 0,7 0-15 0,-7 0-11 0,7 0-14 16,-1 7-17-16,0 0-18 0,1 9-15 0,-7 6-19 0,7 3-22 16,-7 1-27-16,6 7-31 0,-6 3-31 0,0 1-29 15,0 4-31-15,6-1-55 0,-6 4-64 0,0 0-66 0,0 4-77 16,0-4-127-16,0 3-51 0,0 9 0 0,7-1 20 15</inkml:trace>
  <inkml:trace contextRef="#ctx0" brushRef="#br0" timeOffset="70336.89">13930 15243 576 0,'-13'-3'827'0,"0"3"34"0,0-4 0 0,1 1-156 0,4-1-169 16,2 0-135-16,0 4-81 0,6-3-53 0,0-1-28 0,6 0-24 16,0 4-25-16,2-3-28 0,4 3-22 0,8-4-17 15,-1 4-12-15,1 0-7 0,0 0-13 0,5-3-13 16,1 3-11-16,1 0-11 0,-1 0-14 0,0 0-11 0,6 3-6 16,-12-3-9-16,6 0-4 0,-7 4-5 0,8-4-3 0,-15 3-4 15,8 1 1-15,-7-4 1 0,0 4 0 0,-6-1-2 0,5 1 1 16,-4-4-1-16,-2 4 0 0,-6-1 1 0,6-3-1 15,-6 4 0-15,6-4 0 0,-6 0 2 0,0 3 0 16,0-3 1-16,0 0-3 0,0 5-1 0,0-5-2 0,-6 0-3 16,6 0-1-16,-6 3-2 0,0 0-3 0,-2 5 2 0,-4-5 0 15,5 5 1-15,-6 3 2 0,6 0 0 0,-12 3 0 0,6 1 0 16,-7 7 0-16,7-4-3 0,-6 8-2 0,0 0-1 16,-1-1-1-16,7 5 0 0,-7-2-1 0,0-1 0 15,8-1 2-15,-8 2 0 0,7-6 5 0,1 5 1 0,-2-6 0 16,1-3 1-16,6 1 3 0,1-1-7 0,-7 0 5 0,7-4 2 15,-1 1 3-15,0-4 0 0,1 5 0 0,6-6 0 0,-6 1 2 16,-1 0 7-16,0-4-3 0,7 1-2 0,-6-1 0 16,6-3 1-16,-7 0 6 0,7-1 4 0,0 1 5 15,-6-4 6-15,6 0 7 0,0 0 2 0,0 0 3 0,0 0-1 16,0-4-3-16,0 4-5 0,0-3-4 0,0 3-8 0,0 0-4 16,6 0-5-16,-6-4-3 0,7 4-3 0,-1 0 0 0,1 4-1 15,0-4 1-15,5 0-1 0,2 3-2 0,5-3 1 16,-6 4 0-16,6 0 0 0,8-1 2 0,-8 1-1 0,8-1-1 15,-2 2-1-15,1 1 1 0,0-2 0 0,0 0-3 16,-6-1-2-16,-1 5-9 0,7-4-13 0,-12-1-15 0,-1 4-20 16,-1-3-22-16,2 0-24 0,-8 0-30 0,0 2-31 0,1-1-30 15,0-3-31-15,-7 3-34 0,0-1-29 0,0-1-29 16,0 1-51-16,0 0-60 0,-7-4-51 0,0 3-55 0,7-6-69 16,-6 3-84-16,-6-4-33 0,4 4 3 0</inkml:trace>
  <inkml:trace contextRef="#ctx0" brushRef="#br0" timeOffset="70571.25">13950 15537 504 0,'-6'-4'894'0,"-1"0"29"16,7 4 18-16,-7-3-143 0,14-1-190 0,-7 0-154 0,7 1-96 15,5-1-61-15,-5 4-29 0,6 0-12 0,6 0-14 16,1 4-31-16,0 3-35 0,6 0-36 0,-1 4-32 0,-5 1-22 15,6 2-19-15,1 4-18 0,-1 0-13 0,-1 4-14 0,1-3-16 16,-6-1-23-16,6 4-30 0,-7-3-39 0,1-1-46 16,-7-1-52-16,7-2-64 0,-8-1-64 0,2 1-60 0,-8-3-83 15,8-1-94-15,-8-4-101 0,0-3-152 0,-6-1-58 16,0-3-13-16,0 0 19 0,0 0 40 0</inkml:trace>
  <inkml:trace contextRef="#ctx0" brushRef="#br1" timeOffset="83458.44">2663 16862 129 0,'-7'-3'725'0,"7"3"14"0,-6 0 3 0,0-4-181 16,6 4-179-16,-6 4-147 0,6-4-99 0,0 8-56 0,-8-5-23 16,8 8-7-16,0 0-2 0,0 3 4 0,0 5 6 0,0-1 2 15,0 4 10-15,8 4 8 0,-8 3 4 0,0-3 4 0,0 7 3 16,0-4 2-16,0 4-1 0,6-4-1 0,-6 5 0 0,0-5 3 15,6-4 1-15,-6 1-1 0,0-1 0 0,0-3-3 0,0 1-6 16,6-5-9-16,-6-3-11 0,0 3-12 0,0-7-11 0,0 3-10 0,0-2-9 16,0-5-6-16,7 0-5 0,-7 0-6 0,0-3-7 0,0 0-14 15,0 4-22-15,0-8-23 0,0 2-30 0,0 3-31 0,7-5-32 16,-7 0-36-16,6-7-40 0,-6 2-52 0,0-2-68 16,7 0-75-16,-7-1-93 0,6-2-156 0,1-2-67 0,-7-2-13 15,7 3 17-15</inkml:trace>
  <inkml:trace contextRef="#ctx0" brushRef="#br1" timeOffset="84442.58">4390 17049 151 0,'-8'7'616'0,"2"-2"13"0,6-2-84 0,-6 1-90 0,-1-4-72 15,0 4-58-15,1-4-41 0,-1-4-29 0,1 0-32 0,0 1-29 16,-1-2-19-16,0-2-12 0,1 0-4 0,6 0 4 0,-6-4 7 15,-1 4 5-15,0-5 3 0,7 1-8 0,-6 1-12 0,6-6-14 16,0 6-16-16,0-5-14 0,0 1-16 0,6-1-14 0,1 5-12 16,6-6-7-16,0 5-9 0,0-4-5 0,6 5-7 15,1-1-5-15,0 0-6 0,6 4-6 0,-1 2-3 0,2 2-6 16,5 3-3-16,-6 3-4 0,7 5-1 0,-7 3-2 0,0 0-1 16,0 3 0-16,1 8 0 0,-9 0-1 0,-4 3 2 0,-8 6 2 15,1-2-3-15,-7 4 1 0,0 4-1 0,-7 3-1 0,-6 4-3 16,0-4 1-16,1 4-3 0,-8-4-3 0,0 0-6 0,1-3-10 15,-7-4-9-15,6 0-4 0,1-3-4 0,-1-5-4 16,0-3 2-16,1-7-3 0,-1-1 3 0,0-6 5 0,1-5 6 16,6-6 0-16,-6 0 0 0,5-9 4 0,8-2 0 0,-7-4 2 15,6-1 3-15,7-4 5 0,0 2 5 0,0 3 8 0,7-1 7 16,0 5 9-16,-1-1 7 0,0 7 12 0,8 1 14 0,-1 7 11 16,6 0 13-16,-6 7 12 0,7 1 8 0,-1 3 2 0,-6 4 0 15,7-1-5-15,-1 4-11 0,7 1-10 0,-6 3-15 16,-1-4-15-16,1 4-13 0,0-3-10 0,-7-1-6 0,7 0-7 15,-8 0-1-15,8-3-7 0,-7 0 0 0,-7-5-12 0,8 1-20 16,-8-7-26-16,0 3-31 0,0-2-38 0,-6-3-44 0,0 3-45 16,0-2-53-16,0-3-45 0,0 0-32 0,0-3-36 0,-6-2-57 15,0 3-60-15,0-6-70 0,-1 0-102 0,-6-3-63 0,6-4-23 16,-6 1 7-16,6 0 31 0</inkml:trace>
  <inkml:trace contextRef="#ctx0" brushRef="#br1" timeOffset="85348.75">6148 17042 211 0,'-7'0'607'0,"7"-4"-39"0,0 1-76 0,0-1-72 0,-7 0-58 15,7 1-50-15,0-1-38 0,-6 1-32 0,6-2-34 0,0-2-32 16,0 0-26-16,0 0-21 0,0 0-6 0,0-1-5 0,6-3-1 15,-6 4-1-15,7-3-2 0,-7-2-4 0,7 1-4 0,-1 4-5 16,1-5-12-16,-1 1-6 0,0 0-12 0,1 4-8 16,0-3-7-16,-1-2-8 0,0 5-10 0,2-4-6 0,4 4-6 15,-5 0-7-15,-1-1-6 0,7 1-6 0,-6 3-4 0,5 0-2 16,-4 1 1-16,4 3-2 0,-5 0-2 0,6 0 2 0,0 3 0 16,0 1 1-16,-6 0 0 0,5-1 4 0,2 4-3 0,-1 1 4 15,-7 3 1-15,7 0 1 0,-6 0 2 0,-1 4 3 16,8-1 0-16,-14 2 0 0,6-2 1 0,0 4 0 0,1 0-2 15,-7-4-3-15,0 5-1 0,0-4-2 0,0 3-2 0,0 0 2 16,-7-2-4-16,7-2-2 0,-6 1 2 0,0 0 0 0,6-1 0 16,-8-3 1-16,2 0 0 0,0-4-2 0,-1 0 2 0,0 1-3 15,1-5 0-15,6 5 0 0,0-5 0 0,0 1-5 16,-6 1 1-16,12-5-1 0,-6 2-1 0,0 2 2 0,6 3-1 16,8-3-1-16,-8 6 0 0,8-1 4 0,-2-2-1 0,8 4 1 15,-7-1 1-15,7 2 0 0,-8 2 2 0,1-3 1 0,0 7 8 16,0-3 10-16,-6 3 14 0,0 1 17 0,-1-1 17 0,-6 4 13 15,0 0 14-15,-6 0 10 0,-1 0 4 0,-6 1-3 16,0-2-7-16,0 2-12 0,-6-2-15 0,-1-3-12 0,7-3-14 16,-7 3-8-16,0-7-11 0,1 0-11 0,0-4-9 0,-1-2-13 15,7-3-21-15,-7-2-26 0,8-2-41 0,-2-3-52 0,1-2-66 16,1-8-61-16,-2 0-76 0,1-2-93 0,7-9-104 0,-1 0-115 16,1-6-147-16,-1-2-59 0,1 1-1 0,6-3 27 15</inkml:trace>
  <inkml:trace contextRef="#ctx0" brushRef="#br1" timeOffset="86098.65">8239 16749 198 0,'-8'-3'691'0,"8"3"29"0,0-4-89 0,0 4-131 0,0 4-111 16,-6-4-97-16,6 3-78 0,0-3-48 0,-6 5-33 15,6-3-27-15,0 5-14 0,0 4-13 0,0 1-12 0,0-1-7 16,0 3 0-16,0 5 3 0,0-1 0 0,-7 4 4 0,7 0-1 16,-7-3 0-16,7 6-3 0,-6-3 1 0,0 0 1 0,-1 0 4 15,7 0 7-15,-6-4 2 0,-1 4 2 0,0-3 1 0,-5-1 4 16,5 0 1-16,0-3-5 0,1-1-6 0,0 5-2 16,-1-7 2-16,-6-3 1 0,6 2 6 0,7 1 5 0,-6-1 5 15,0-4 9-15,6-3 7 0,-8 3 6 0,8-4 4 0,-6 2 4 16,6-2-4-16,0 1-4 0,0-1-9 0,0-3-7 0,0 0-11 15,-6 0-14-15,6 0-12 0,0 0-14 0,0 0-11 0,6 0-8 16,-6 0-7-16,0 0-9 0,6 0-6 0,2 4-3 0,4-4-1 16,1 4 0-16,1-1-2 0,-2 1 0 0,8 0 0 15,0 3-18-15,5-4-26 0,1 5-31 0,1-1-39 0,-1-3-51 16,0 3-65-16,0-3-75 0,0-1-72 0,0 1-70 0,-6 1-86 16,6-10-102-16,0 1-123 0,-7 1-82 0,1-5-31 0,0-3 16 15,-8 0 40-15</inkml:trace>
  <inkml:trace contextRef="#ctx0" brushRef="#br1" timeOffset="86270.51">8525 16973 320 0,'-14'7'827'0,"2"4"25"0,-1 0 33 16,6 4-97-16,-6 3-183 0,0 1-171 0,6 6-101 16,1-3-57-16,-7 7-31 0,6 0-21 0,7 0-28 0,-6 1-43 15,0 0-43-15,6-1-38 0,0 0-30 0,0 0-17 0,0 1-14 16,6-5-11-16,0 1-23 0,-6 0-34 0,7-5-45 0,0 2-61 15,-1-1-58-15,0-4-61 0,-6-4-80 0,7 1-91 0,0-4-93 16,-1-4-101-16,-6 1-138 0,7-5-42 0,-7 0 13 16,0-3 31-16</inkml:trace>
  <inkml:trace contextRef="#ctx0" brushRef="#br1" timeOffset="87098.55">10016 16837 477 0,'0'0'726'0,"-6"0"20"15,6 0-108-15,-7 4-152 0,7 3-139 0,0-3-116 0,-6 6-68 16,6-2-37-16,6 6-17 0,-6 1-16 0,0 4-8 0,7-1-5 16,-7 4-2-16,6-4-3 0,-6 4-4 0,6 0 0 0,2 0-6 15,-8 0 2-15,6-3-2 0,-6 2-8 0,6-2-5 16,-6-5-2-16,6 5-5 0,2-8-5 0,-8 1-1 0,0-6-5 15,6 1-4-15,-6 0 4 0,0-2 1 0,0-3-3 0,0-2 0 16,0 0 0-16,0 0-3 0,0-2-1 0,0-3-5 0,-6 2-4 16,6-5-3-16,0 1-8 0,0 0-4 0,0 0-3 0,0-4 1 15,0 0 1-15,0-4-1 0,6 4-2 0,-6-4-6 0,6 4 4 16,1-3 1-16,-1 3-2 0,1-1 2 0,0 2 0 16,5-1 1-16,-6 0-2 0,8-1 0 0,-1 5 1 0,-7 4-2 15,8-5-1-15,-2 5-1 0,2-1 3 0,-2 4-1 0,2 4 2 16,-1-4-3-16,-1 7 5 0,2-3 8 0,-2 3 10 0,2 4 5 15,-8 0 9-15,7 0 16 0,1 8 11 0,-8-5 20 0,0 4 12 16,0 1 9-16,2 3 1 0,-2 0 5 0,-6 1-3 16,0-3-7-16,0 6-9 0,-6-3-12 0,-2 2-13 0,2-3-15 15,0 0-11-15,-7-4-8 0,6 3-10 0,-12-1-17 0,5-3-30 16,-4-2-39-16,-2 0-56 0,0-1-70 0,1-6-76 0,-1-1-87 16,-6 1-115-16,7-8-119 0,-7-4-130 0,6-7-120 0,1 0-45 15,-1-7 21-15,6-5 38 0</inkml:trace>
  <inkml:trace contextRef="#ctx0" brushRef="#br1" timeOffset="87223.65">10088 16918 405 0,'7'-12'830'16,"-1"1"30"-16,0 4 33 0,0 0-168 0,-6 3-179 0,8-3-149 15,-8 4-98-15,6 3-60 0,-6 0-43 0,6 0-30 0,1 0-34 16,6 0-32-16,-6 3-29 0,5 1-29 0,2-1-28 0,5 1-44 16,-6 3-59-16,6-3-68 0,1-1-75 0,6 6-109 0,1-9-126 15,-1 2-139-15,-1 3-185 0,1-5-63 0,0 0-7 16,1 0 28-16</inkml:trace>
  <inkml:trace contextRef="#ctx0" brushRef="#br1" timeOffset="87895.34">12146 16800 323 0,'0'-3'717'0,"0"-1"24"0,0 1-100 0,0-6-134 0,0 7-107 0,0 2-94 16,0-8-66-16,0 5-36 0,0 3-20 0,0-5-8 16,0 5-3-16,0 5-10 0,-7-2-11 0,1 7-8 0,0 6-4 15,-1 2 2-15,-6 8 2 0,6 3 4 0,-6 7 1 0,0 9 5 16,1 2 3-16,4 4-2 0,-4 1-10 0,5 3-18 0,1 0-16 15,6-4-21-15,0-7-19 0,6 0-15 0,1-7-16 0,-1-5-14 16,8-6-9-16,4-4-7 0,2-3-3 0,7-8 6 16,-8-8 0-16,13-3-6 0,-6-3 0 0,0-8 0 0,1-4-2 15,-1-4-1-15,-7 1-1 0,1-4-7 0,-7 0 3 0,0 0 1 16,-7 0 1-16,0 0 0 0,-6 4 2 0,-6-1-1 16,0 1 2-16,-7 4-1 0,0 2-3 0,-7 2 0 0,1 2-1 0,-1 1-10 15,1 0-15-15,-7 2-29 0,6 5-40 0,0 0-51 16,-5 0-64-16,11 9-70 0,-5-6-81 0,6 1-109 0,0-1-124 15,-1 1-141-15,8 0-110 0,0-1-54 0,0 4 9 0,6-7 36 16</inkml:trace>
  <inkml:trace contextRef="#ctx0" brushRef="#br1" timeOffset="88551.53">13989 16855 532 0,'0'-3'897'0,"-7"-1"38"0,1 4 36 0,0-4-172 0,6 1-198 16,0-1-166-16,-7 4-112 0,14-4-68 0,-7 1-51 0,6 3-38 16,7 0-37-16,0-4-27 0,0 4-25 0,7 0-24 15,-1 0-17-15,7 0-19 0,0 0-5 0,0 0-6 0,7 0-2 16,-1 0-4-16,-5 0 0 0,5 0 1 0,-6 0 3 0,1 0 0 15,-9 0-2-15,2 0-2 0,-1 0 0 0,1 0 0 0,-14 0 0 16,8 0 0-16,-8 0-4 0,1 0 3 0,-7 0 6 0,0 4 3 16,0-4 8-16,0 0 7 0,-7 0 9 0,7 3 5 0,-6 1 3 15,0 0 1-15,6-1 3 0,-8 5 2 0,2-1-5 16,0 4-5-16,0 0-5 0,6 0-12 0,-8 8 0 0,2-5-1 16,6 4-5-16,0 4-1 0,0 4-3 0,0 3 4 0,0 0 1 15,0 5 14-15,0-2-2 0,6 5-2 0,2-1 4 0,-8 1-1 16,6 0 0-16,0-1-5 0,0 1-4 0,2-4-5 0,-2 0-3 15,0-4-2-15,7-3-2 0,-6-1-11 0,0-2-24 16,5-4-37-16,-6-2-46 0,-6-2-61 0,8-4-76 0,-2 0-73 16,0-1-75-16,-6-5-90 0,0-2-87 0,7 1-84 0,-7-4-91 15,-7-7-92-15,7-1-15 0,-6 1 27 0,0-4 51 0</inkml:trace>
  <inkml:trace contextRef="#ctx0" brushRef="#br1" timeOffset="88692.14">14236 17225 557 0,'-12'-7'930'0,"-2"4"37"0,1-6 31 15,1 7-117-15,-2-3-217 0,8 2-193 0,0 3-132 0,6-4-92 16,0 0-57-16,6 4-39 0,7 0-37 0,0-3-35 0,13 3-33 16,-7-4-45-16,14 4-67 0,-1 0-82 0,1-2-96 0,-1 2-135 15,8-5-169-15,-1 1-220 0,0 1-116 0,1-5-62 16,-2 8-13-16,1 0 27 0</inkml:trace>
  <inkml:trace contextRef="#ctx0" brushRef="#br1" timeOffset="91129.37">15650 8201 626 0,'-7'9'772'0,"-5"-6"23"0,4 5-126 15,2-5-148-15,0 1-128 0,6 0-112 0,-6-4-70 0,-2 3-40 16,8-3-26-16,-6 3-17 0,6-3-20 0,0-3-17 15,0 3-12-15,6-3-11 0,-6-1-9 0,8-3-7 0,-2 3-5 16,-6-3-2-16,12-4 1 0,-4 3 4 0,-2-3 4 0,7 0 9 16,-7 0-2-16,8-4 4 0,4 4-1 0,-4-3 1 15,5-1-2-15,1-3-7 0,6 0-8 0,0 0-9 0,7-1-7 16,-1 5-7-16,1-5-6 0,6 4-5 0,-7 1-6 16,14 3-1-16,-7-3-4 0,7 2 0 0,-1 5 0 0,0 0 0 15,8-1 0-15,-7 5 0 0,-1 3-1 0,7 0-2 0,-7 3 0 16,8 1-5-16,-8 3 0 0,1 1 5 0,-1 2-1 15,1 1-2-15,-7 4 1 0,0-4 0 0,1 4 1 0,-8-1-4 16,1 1 3-16,-7 4-3 0,0-6 3 0,-7 3 2 16,1-2 1-16,-7 1 3 0,0 0 0 0,0-1 8 0,-1-3 0 15,-4 0 1-15,-2 0 4 0,0-3 4 0,1 0 7 0,0-2 7 16,-7 2 2-16,0-5 4 0,6 1 6 0,-6 0-1 16,0-4 0-16,0 0-4 0,0 2-5 0,0-2-7 0,0-2-5 15,-6 2-5-15,6-4-13 0,0 0-19 0,-7 4-24 16,7-7-31-16,-7 3-36 0,7 0-53 0,-6 2-52 0,6-3-49 15,-6-3-44-15,6 1-43 0,0-4-55 0,-8 4-46 0,8-4-40 16,0 0-17-16,0-3-9 0,0-1-3 0,0-3 10 16,0 2 30-16,0 3 63 0,0-3 85 0,0 1 104 0,0 5 117 15,0-5 114-15,-6 8 107 0,6-4 103 0,-6 4 106 16,0-1 84-16,-1 2 51 0,0-2 20 0,1 4-4 0,-7-3-9 16,7 3-12-16,-2-3-18 0,2 3-39 0,-7 1-43 0,7 0-35 15,6-1-35-15,-7 4-33 0,7 0-38 0,0 0-31 16,7 0-30-16,-1 4-24 0,1 2-17 0,5-2-18 15,8 3-4-15,0 1-3 0,-1 2-1 0,1 1-4 0,0 0-10 16,-1 4-8-16,-6 0-5 0,6 2 6 0,-5-2 1 0,-1 4 8 16,0-1 9-16,-7 1 8 0,1-4 9 0,-1 3 5 0,-6-4 0 15,-6 4-4-15,6-3-9 0,-7 1-10 0,-6-2-13 16,7-1-15-16,-7-1-12 0,6-1-38 0,-6 3-4 0,0-5 0 16,0 1-69-16,-6-3-66 0,5 1-76 0,-6-1-87 15,8 1-96-15,-8-5-87 0,7 1-104 0,-7-4-105 0,8 0-100 16,-1-4-150-16,-7 1-29 0,8-2 16 0,4 2 63 0</inkml:trace>
  <inkml:trace contextRef="#ctx0" brushRef="#br1" timeOffset="91957.41">16060 6056 641 0,'0'-8'756'0,"0"1"30"0,0 2-128 0,0-1-138 0,0 2-119 16,0 0-99-16,-7 1-60 0,7-1-28 0,0 4-22 15,0-4-18-15,0 4-19 0,0 0-18 0,0 0-19 16,0 4-13-16,7 0-5 0,-7 3-1 0,0 3 6 0,0 2 9 16,7 7 14-16,-7-1 13 0,0 4 8 0,6 7 2 0,-6-4-3 15,0 8-7-15,0 4-8 0,0-4-8 0,0 7-8 0,7 0-12 16,-7 1-11-16,0-4-15 0,0 2-10 0,0-2-13 15,0-3-12-15,0-1-9 0,6-4-11 0,-6 0-9 0,0-7-6 16,0 0-3-16,0-4-4 0,7-3-11 0,-7-4-17 0,0 0-22 16,0-4-27-16,0-2-30 0,0-3-33 0,0 3-53 15,0-5-65-15,0 0-60 0,0-5-58 0,-7 3-72 0,7-6-95 16,0-3-103-16,0 3-133 0,7-7-72 0,-7 5-16 16,0-5 8-16,6-4 45 0</inkml:trace>
  <inkml:trace contextRef="#ctx0" brushRef="#br1" timeOffset="92504.22">16418 6381 29 0,'0'-3'586'0,"0"-4"20"0,0-1-105 16,6 1-122-16,-6-1-88 0,0 1-61 0,8-4-40 15,-8 4-23-15,6 0-20 0,-6-5-23 0,6 5-16 0,1 0-23 16,-7-1-13-16,6 1-11 0,-6-1-4 0,7 2 6 0,-7-2 5 16,7 5 7-16,-7-5 13 0,0 1 10 0,6 3 0 15,-6-4 2-15,0 2 3 0,-6 2 1 0,6 0-1 0,0 1 2 16,0 0-16-16,-7 3-9 0,0-5-8 0,7 5-8 16,-6 0-8-16,-7 0-11 0,7 0-10 0,-2 5-11 0,2-5-3 15,-6 3-6-15,-2 0-2 0,8 1-4 0,-7 0-2 0,-1-1-3 16,8 5-3-16,-6-5-1 0,4 5 0 0,2-5 0 15,-7 5 1-15,7-5 1 0,6 5-2 0,-7-5-6 0,0 5 1 16,1-5 3-16,6 4 2 0,0-3-2 0,-6 3-1 16,6-3 0-16,0 3 3 0,0-2 5 0,0 2 0 0,0 0-7 15,0 0 3-15,0 1-3 0,6-2 2 0,-6 6-3 0,6-1-1 16,1-4 2-16,0 4 1 0,-1 1 2 0,1-2-3 16,-1 0 3-16,8-2-3 0,-8 3 2 0,0 4 0 0,7-5 1 15,0 2-4-15,0 3 3 0,-7-5-3 0,8 5 2 16,-2-4 1-16,-4-3 5 0,4 2 11 0,-5 2 13 0,-1-1 19 15,1-1 17-15,0-1 21 0,-1-2 15 0,0 4 19 0,-6-4 18 16,0 0 10-16,0 0 3 0,0 1 3 0,-6-1-6 16,6 0-8-16,-6 1-12 0,-1-1-16 0,0-3-20 0,7-1-21 15,-13 1-18-15,7 0-18 0,0-1-13 0,-2 1-9 16,2-4-6-16,6 0-2 0,-6 0-4 0,0 0-9 0,-2-4-15 16,2 4-24-16,6-3-33 0,-6-5-45 0,-1 5-54 0,7-5-61 15,-6 0-62-15,6-2-56 0,0 0-68 0,0-2-75 16,0 1-67-16,0 0-61 0,0-4-73 0,6 4-60 15,1-3-9-15,-1-1 18 0</inkml:trace>
  <inkml:trace contextRef="#ctx0" brushRef="#br1" timeOffset="92691.8">16737 6166 642 0,'0'0'798'0,"-6"0"44"0,6 3-100 0,0 5-120 0,-7-1-111 16,7 0-101-16,0 5-62 0,0 2-34 0,0 0-27 0,0 1-28 15,0 0-26-15,0 3-33 0,7 4-34 0,-7-4-34 0,0 4-28 16,0 4-27-16,0-4-24 0,0 3-18 0,0 1-27 16,0 0-43-16,0-4-53 0,0 3-66 0,0-3-80 15,0 0-69-15,0 0-94 0,0-7-112 0,0 0-104 0,0-5-99 16,-7 2-135-16,7-1-30 0,-6-5 25 0,6 2 44 0</inkml:trace>
  <inkml:trace contextRef="#ctx0" brushRef="#br1" timeOffset="92879.21">16659 6444 605 0,'7'3'781'16,"-7"-3"39"-16,6 4-89 0,1-4-135 0,0 3-115 0,-1 2-108 15,6-3-75-15,-4 3-46 0,4-2-35 0,1 1-33 0,1 0-38 16,-2 0-38-16,8-1-36 0,0 1-36 0,-1-1-45 16,1 1-47-16,0-1-46 0,-1 2-51 0,0-5-49 15,8 3-62-15,-8-3-86 0,-6 4-93 0,6-4-88 0,-5 3-112 16,-8 1-82-16,0-4-22 0,-6 7-3 0,0-3 32 0</inkml:trace>
  <inkml:trace contextRef="#ctx0" brushRef="#br1" timeOffset="93613.48">15976 7085 75 0,'0'-15'665'16,"6"4"22"-16,-6 5-84 0,0-3-99 0,6 1-77 0,-6 2-63 16,0 2-59-16,0 0-63 0,0 4-50 0,0 4-41 0,0 0-26 15,0 2-27-15,0 7-15 0,0 1-17 0,0 4-2 16,0 4-3-16,0 0-1 0,0 4 0 0,0 3 5 0,0 1 2 15,0-2 2-15,0 1 3 0,0 1-2 0,0 0-2 0,0-1-2 16,0-3 0-16,0-1-7 0,0 0-5 0,0-2-8 16,0-4-11-16,0-1-9 0,0-4-4 0,0-3-6 0,0 0-9 15,0 0-3-15,0-8-3 0,0 5-4 0,0-8-4 0,0 4-1 16,0-8-4-16,-6 4-2 0,6-8 0 0,0 1-2 16,0-4-2-16,0 0 2 0,0-3 8 0,0-1-7 0,0-3 1 15,0-1-5-15,0 1-4 0,0-4-10 0,0 0 0 16,0 0-7-16,0-3-13 0,0 3 0 0,0-4 1 0,0 3-1 15,6 6 0-15,-6-5 6 0,0 4 4 0,0 2 9 0,0-1 5 16,0 1 8-16,7 2 5 0,-7 3 6 0,0 0 8 16,7-4 2-16,-7 5 3 0,0-5 0 0,6 4 1 15,1 0-1-15,-1 1-3 0,0-2 2 0,1 1-1 0,0 3-1 16,-1 2-2-16,0-1-1 0,1-2 3 0,0 6-1 0,-1 3-2 16,7 0 2-16,-6 0-3 0,-1 3 7 0,7 1 6 0,-7 3 5 15,2 4 7-15,-2 1 14 0,7 3 12 0,-7 3-3 16,7 0 19-16,-6 4 13 0,-1 0 9 0,0 0 8 15,8 4 11-15,-14 0 7 0,6-5 11 0,1 5 17 0,0-1-1 16,-7 1 0-16,0-3 4 0,0 2-2 0,-7-3-5 0,7-1-10 16,-7 1-16-16,1-4-14 0,-8 1-13 0,8-4-16 0,-7 0-17 15,7-4-13-15,-7 0-12 0,6-1-10 0,-5-6-22 16,-2 3-28-16,1-3-35 0,0 0-38 0,-6-4-47 16,5-4-52-16,2 0-57 0,-2 1-49 0,2-1-35 0,-1-3-33 15,-1 0-42-15,8-1-47 0,-7 1-40 0,6 3-46 0,1-2-59 16,-1-3-73-16,7 6-26 0,0 3 8 0</inkml:trace>
  <inkml:trace contextRef="#ctx0" brushRef="#br1" timeOffset="93972.8">16379 7451 575 0,'7'-4'681'0,"-1"-2"-50"0,-6-3-136 15,6-1-119-15,2-1-93 0,4-3-67 0,-6-1-51 0,2-4-37 16,-2 5-35-16,7-5-26 0,-7 0-18 0,1 5-8 0,0-4-2 16,-7 3 2-16,6 1 6 0,-6-5 9 0,0 8 19 0,-6-3 12 15,6 2 16-15,-7 6 9 0,0-2 8 0,7 5 7 16,-6 0 3-16,-1 3 1 0,1 0-5 0,0 0-6 16,-2 3-7-16,2 0-7 0,-6 1-9 0,4 3-3 0,2 1-6 15,-7 3-5-15,7-1-2 0,-1 5 2 0,0 0-3 0,1-1 1 16,6 5-4-16,-6-1-7 0,6-3 0 0,0 3-3 0,0 1 0 15,0-1 1-15,0-1-3 0,0 2 0 0,6-4-1 16,-6 4-1-16,6-5-4 0,1 5-7 0,0-5-9 0,6 1-10 16,-7-5-7-16,0 5-7 0,8-1-6 0,-8-2-3 15,8-1-9-15,-8 0-17 0,7-1-29 0,0-2-35 0,-6 0-45 16,5-5-55-16,-5 0-56 0,6 2-61 0,-7-5-56 0,7-5-65 16,1 2-68-16,-2 0-70 0,-4-5-63 0,4 0-89 15,-6 1-53-15,8 0-14 0,-8 0 19 0</inkml:trace>
  <inkml:trace contextRef="#ctx0" brushRef="#br1" timeOffset="94347.76">16868 7228 256 0,'0'-11'614'16,"0"4"-46"-16,-6 0-82 0,6-2-70 0,-8 3-59 15,2 2-45-15,0 0-39 0,-8 1-37 0,8 0-39 0,0-2-41 16,-1 5-31-16,1-3-20 0,-8 3-8 0,8 3-9 0,0 2 1 16,-1-2-3-16,-6 0 9 0,7 1 6 0,-1 3 16 15,0 5 15-15,1-2 19 0,-1 1 25 0,1 3 19 16,0 5 19-16,-2-1 8 0,8 4 7 0,-6-3 1 0,6 3 0 15,0 0-10-15,-6 0-12 0,6 3-15 0,6-3-18 0,-6 0-21 16,0-4-24-16,6 5-25 0,2-2-24 0,-2-2-19 0,7-1-19 16,-7-3-15-16,8-1-12 0,-2-2-20 0,8-6-30 15,-7 2-49-15,7-5-65 0,-8 2-76 0,8-2-90 0,0 0-99 16,-1-3-84-16,1-3-118 0,0-5-127 0,-1 5-169 16,1-5-44-16,-2-3 5 0,-4 4 34 0,-8 0 69 0</inkml:trace>
  <inkml:trace contextRef="#ctx0" brushRef="#br1" timeOffset="94550.87">17148 7547 616 0,'-6'3'847'0,"-2"1"16"0,2-1-6 16,6 1-232-16,-6 3-268 0,6-3-193 0,0-4-133 0,0 4-136 15,0-8-152-15,0 4-177 0,6-4-162 0,0 1-118 16,-6-1-51-16,0 4-19 0</inkml:trace>
  <inkml:trace contextRef="#ctx0" brushRef="#br1" timeOffset="113392.59">18515 17298 76 0,'0'0'241'0,"0"0"-54"0,-6 0-37 0,6 0-25 16,0 0-17-16,0 0-15 0,0 0-13 0,0-3-9 15,0 3-10-15,0-3-10 0,0-5-8 0,0 4-6 0,0 1-1 16,0-5 3-16,0 5 4 0,0-5 3 0,0 5 3 0,0-4 4 15,0-1 2-15,0-3 2 0,0 4 8 0,0 0 7 0,0-4 7 16,0-1 8-16,0 1 9 0,0 0 3 0,0 0 6 0,0 0 3 16,0 0-3-16,0 0-6 0,0 0-13 0,0 4-14 15,0-3-12-15,0-2-8 0,0 1-9 0,0 4-8 0,-6 0-8 16,6 0-3-16,0-1 2 0,-7 4 2 0,7-3 7 0,0 3 6 16,-7-3 9-16,7 3 3 0,0 1 7 0,0-2 4 0,0 5-2 15,0-3-1-15,-6-1-5 0,6 1-4 0,0 3-5 0,0-4-2 16,0 4-4-16,0-4-2 0,-7 4 4 0,7 0-4 15,0 0 8-15,0 0 4 0,0 0-1 0,0 0 4 0,0 0 0 16,0 4 1-16,0-4 4 0,0 4 7 0,0-4 2 0,0 3 5 16,0 1 11-16,0-1 9 0,0-3 9 0,0 0 13 0,0 0 9 15,0 0 14-15,0 0 12 0,0 0 7 0,0 0 1 0,0-3-5 16,-6-1-9-16,6 1-7 0,0-1-12 0,0-3-16 0,-6 3-14 16,6-3-15-16,0-5-14 0,0 6-13 0,0-5-5 15,0-4-12-15,0 4-7 0,0 0-7 0,0-4-5 0,0 0-8 16,6 1-2-16,0-1 0 0,1 1-4 0,-1-1-1 0,1 0 0 15,6 1-2-15,0-2-1 0,0 3 0 0,0-1 0 0,0-3 1 16,6 7 0-16,-5 3 0 0,5-1 0 0,1 5 0 0,0-1 0 16,-2 8 0-16,2-1 0 0,7 8 0 0,-9 0 0 0,2 4 0 15,0 4 0-15,-1 3 0 0,-5 3 1 0,-2 1-1 16,-5 0 1-16,0 6 0 0,-1 0 1 0,-6 2 1 0,-6 3-1 16,6 3 1-16,-14-3-2 0,8 7 0 0,-8-5-1 0,2 3 1 15,-8-3-3-15,7-2 1 0,1 0 1 0,-8-4 0 0,7-4 0 16,0-3 0-16,0-8 0 0,-1 1 0 0,8-5 1 0,-6-7-7 15,4-3-8-15,2-4-8 0,0-7-2 0,-1-1 1 0,7-7-2 16,0-3 1-16,7 0-2 0,-1 0 6 0,0 0 9 16,2-1 10-16,-2 2 2 0,0 5 3 0,7 1 8 0,-6 3 4 15,6 5 9-15,-7 0 14 0,8 6 13 0,-2 0 5 0,2 8 6 16,5 0 6-16,-6 4 0 0,0 0 0 0,-1 0-5 0,2 3-13 16,-1-3-11-16,0 3-7 0,0-4-7 0,0-2-10 0,0 2-6 15,0-3-5-15,-6 1-7 0,6-5-15 0,-7-1-25 0,1 2-33 16,0-4-40-16,-7 0-43 0,6-1-51 0,-6 0-57 15,0-3-51-15,6 0-44 0,-6 0-59 0,0-3-79 0,6 0-87 16,-6-5-126-16,0-3-70 0,0 1-28 0,0-2 3 0,0-3 21 16</inkml:trace>
  <inkml:trace contextRef="#ctx0" brushRef="#br1" timeOffset="114080.02">20267 16830 369 0,'-6'-12'672'0,"6"5"-14"0,0 0-91 0,0 0-84 16,0 0-66-16,0-4-53 0,0 3-48 0,6 5-46 16,-6-5-48-16,0 4-18 0,0 2-19 0,0 2-12 0,0-5-8 15,-6 5-8-15,6 0-12 0,0-3-14 0,0 3-1 0,0 3-17 16,0 2-7-16,0 1-4 0,0 2-5 0,0 5-8 0,-6 3-3 15,6 2-4-15,-8 4-7 0,8 0-7 0,-6 3-9 0,6 2-9 16,-6 2-11-16,-1-4-4 0,7 4 0 0,0 1-1 16,-6 0 0-16,6 2-2 0,-7-3-6 0,7 1-1 0,-6-5-6 15,6 1-6-15,-7 0-5 0,7-5-5 0,-6 2-1 0,6-9-2 16,0 1 0-16,0-1 0 0,-6-3 2 0,6 0 2 0,0-3-1 16,-8-1-1-16,8-3 0 0,0 0 0 0,0-2 1 0,0-2-1 15,0 5 1-15,0-5 0 0,0 0-1 0,8 0 5 0,-8-5 1 16,6 3 2-16,0-2 0 0,1 0 0 0,-1 0-2 15,7-3 0-15,-6 7 1 0,5-4-3 0,2 4-4 0,-1 0-1 16,0 0 0-16,0 0-6 0,0 4-14 0,6 0-21 0,-5-1-28 16,5-3-34-16,-6 4-42 0,0 4-48 0,1-6-53 0,-2 7-49 15,1-6-41-15,0 1-45 0,-6 0-60 0,-7-1-57 16,6-3-53-16,-6 0-67 0,6-3-103 0,-6-1-29 0,-6 0 5 16,6-3 40-16</inkml:trace>
  <inkml:trace contextRef="#ctx0" brushRef="#br1" timeOffset="114251.93">20489 16998 30 0,'-7'-4'799'0,"1"8"37"0,6 0 34 0,-6 3-74 0,-2 8-145 16,2-1-150-16,0 4-104 0,-1 9-65 0,1-2-43 0,-1 8-23 15,7 0-26-15,-6-1-27 0,6 5-35 0,0-3-36 0,0 2-37 16,6-7-31-16,-6 5-22 0,7-5-14 0,-7 0-12 16,6-3-10-16,-6 0-7 0,7-8-10 0,-7 1-16 0,6-5-24 15,0-3-34-15,2 0-46 0,-8-4-50 0,6 0-50 0,-6 1-57 16,6-8-50-16,-6 0-56 0,7-4-81 0,-7-3-87 0,6-4-106 15,-6-4-91-15,0 0-49 0,0-3 6 0,0-1 15 0</inkml:trace>
  <inkml:trace contextRef="#ctx0" brushRef="#br1" timeOffset="115158.03">22547 16892 111 0,'6'-4'354'0,"-6"4"-63"0,0-4-61 15,0 1-43-15,7-1-27 0,-7 4-17 0,0-7-12 0,0 4-8 16,0-2-5-16,7 2-6 0,-7-1 2 0,0 1 5 0,0-1 4 16,0 0 3-16,6 1 8 0,-6-1 4 0,0-3 8 15,0 7 4-15,0-4-6 0,0-4-5 0,0 5-7 0,0-1-8 16,0 4-14-16,0-3-9 0,-6-1-9 0,6 4-6 0,0-4 2 16,0 4-2-16,0-3 0 0,0 3 0 0,0 0 3 0,0-4 0 15,0 4-2-15,0 0-5 0,0 0-9 0,0-3-7 0,0 3-9 16,0 0-8-16,0 0-9 0,0-4-4 0,0-1-8 15,0 5-2-15,0-2 1 0,0 2 5 0,0 0 4 0,0 0 8 16,0-5 8-16,-7 5 1 0,7 5 4 0,0-5-3 0,-7 2-3 16,1 7-7-16,-7-2-5 0,6 4-4 0,-6-1 0 0,7 13-1 15,-8-2 5-15,2 5 7 0,-1 4 8 0,-7 3 14 0,14 7 15 16,-8-4 6-16,2 5 2 0,5-1 4 0,0 0-5 0,7-3-1 16,0 0-10-16,0-4-12 0,7-4-16 0,0-4-11 15,5-3-11-15,2 1-9 0,-1-9-1 0,6 1-6 0,0-8-2 16,1 1-2-16,6-5 1 0,-6-3-3 0,-1-3-3 0,7-5 2 15,-6-3 0-15,-7 0-3 0,7-3 0 0,-8-1 2 0,2 0-1 16,-8-3 0-16,1-1 1 0,-1 1 0 0,-6-3-1 0,0 2-1 16,0 1 1-16,-6-1-3 0,-1 1 0 0,1 3 3 0,-8 1 2 15,2 3 1-15,-2 0 3 0,2 7 2 0,-2-3-1 16,1 3 1-16,1 4 2 0,-8 0-2 0,7 4-4 0,0-1-2 16,0 1-3-16,0 3-2 0,0-3 0 0,7 3-1 0,-8 1-6 15,8-1-12-15,-1 0-17 0,7 1-29 0,0-1-31 0,-6-2-35 16,6 1-38-16,6 1-39 0,-6 0-41 0,0 0-31 0,7-2-21 15,-1-1-12-15,-6-1-34 0,6 1-44 0,2-1-44 0,-8 1-44 16,6-4-45-16,-6 0-88 0,6 0-48 0,-6 0-21 16,0 0 26-16</inkml:trace>
  <inkml:trace contextRef="#ctx0" brushRef="#br1" timeOffset="116892.21">23863 16914 18 0,'-7'-8'798'0,"7"6"26"0,0-3 14 0,0 1-75 15,0 4-190-15,0 0-192 0,0 4-115 0,0 3-65 16,0 5-38-16,0-1-18 0,7 3-6 0,-7 5-5 0,0-1-9 15,0 0-12-15,0 4-15 0,0 0-12 0,6 0-6 0,-6 0-5 16,0 0-1-16,6-4-1 0,-6 1 0 0,7-2-9 0,-7 0-7 16,0-8-9-16,7 2-6 0,-7-4-7 0,0 2-5 0,6-2-6 15,-6-4-7-15,0 1-1 0,0-4-1 0,0 4-3 0,0-4-2 16,0 0-3-16,0-4-3 0,0 0-1 0,0 1-2 16,0-1 0-16,0-3-1 0,0 0-1 0,6-1-2 0,-6 0-2 15,0 1-4-15,7 0-2 0,0 0 1 0,-7-1-1 0,6-3-2 16,1 8 1-16,-1-5 2 0,0 1 1 0,8 3 2 0,-8-3-2 15,7 3-3-15,0 1-2 0,-6-1-2 0,5 4 0 0,2 0-1 16,-2 0 3-16,2 4 2 0,-1 3 3 0,0 4 2 0,0 0 3 16,-7 4 4-16,8 3 3 0,-8 4 5 0,7 0 7 15,-7 3 15-15,1-2 16 0,0 6 16 0,-7-7 12 0,0 3 10 16,6 1 9-16,-12-4 6 0,6 4 0 0,-7-5-7 0,7-2-11 16,-13 4-9-16,6-10-8 0,1 3-9 0,0-1-11 0,-8-1-11 15,2-3-8-15,-2-4-12 0,1 0-27 0,1-3-38 0,-8 0-47 16,6-4-60-16,-5 0-72 0,-1 0-73 0,8-8-70 0,-8 1-84 15,1-4-91-15,5-4-81 0,-5-3-86 0,6-4-118 16,0-4-13-16,-7 0 18 0,8-6 44 0</inkml:trace>
  <inkml:trace contextRef="#ctx0" brushRef="#br1" timeOffset="117048.44">23849 17012 292 0,'7'-10'810'0,"0"-5"59"0,-1 4 45 0,7-3-118 16,-6 6-124-16,-1-3-127 0,0 8-84 0,1-6-54 0,0 9-37 15,6-2-38-15,-7 2-50 0,0 0-51 0,8 0-47 16,-8 2-39-16,7-2-34 0,-6 5-30 0,6-1-26 0,-1-1-22 15,2 2-27-15,-2-5-37 0,8 3-48 0,-7 0-58 0,7-3-67 16,-8 0-72-16,8 0-76 0,-7 0-76 0,7-3-100 0,0 0-104 16,-1-5-112-16,1 4-99 0,6-1-58 0,-14 5 14 0,15 0 51 15</inkml:trace>
  <inkml:trace contextRef="#ctx0" brushRef="#br1" timeOffset="117595.26">25966 16931 225 0,'0'-10'777'0,"0"3"39"0,0-1 33 0,-6 1-140 0,6 3-144 16,0-3-138-16,-7 7-86 0,7-4-39 0,0 4-30 0,-7 4-15 15,7 0-10-15,-6 3-12 0,6 8-13 0,0 0-5 0,0 4-5 16,0 1 2-16,0 6 2 0,0 4 3 0,0 2-4 15,0 5-9-15,0 0-13 0,0 3-23 0,-7 1-85 0,7-1-85 16,0-4 0-16,0 1 0 0,0 0 0 0,0-8 0 0,0 0 0 16,7 1 0-16,-7-8 0 0,6-1 0 0,-6-2 0 0,0-4 0 15,7-1 0-15,-7 1 0 0,7-8 0 0,-7 1 0 0,6-1-283 16,0-3-79-16,-6-1-79 0,8-6-70 0,-2-1-105 0,0-3-117 16,7-4-167-16,-6-4-57 0,-1-3-19 0,7 3 20 0,-7-4 59 15</inkml:trace>
  <inkml:trace contextRef="#ctx0" brushRef="#br1" timeOffset="118485.79">27835 16918 36 0,'0'0'649'0,"-6"0"37"0,6 0-61 0,-7 0-100 16,1 0-85-16,6 0-70 0,-7 0-58 0,7 0-52 0,-6-4-52 16,6 1-37-16,0-2-23 0,0-2-14 0,0 3-8 15,0-3-6-15,6-4-2 0,-6 4 0 0,7 4 4 0,-1-5 6 16,-6 1 2-16,7 3-3 0,-1-3-7 0,-6 3-5 0,7 0-10 15,-1 1-9-15,0-1-14 0,-6 4-8 0,8-3-14 0,-2-2-9 16,0 2-9-16,8-1-10 0,-8-3-7 0,0 3-7 0,7 1-6 16,-6-1-6-16,6 1-1 0,0-1-4 0,0-1-1 0,0 5 1 15,-7-2-1-15,8 2-2 0,-2 0 3 0,-4 0 0 16,4 2-1-16,-6-2-1 0,8 9 1 0,-8-6 0 0,1 1 3 16,-1 3 3-16,0 0 0 0,2 0-1 0,-2 1 0 0,0-1 0 15,-6 4 1-15,7-3-1 0,-1-1-2 0,-6 1 0 0,7 2 0 16,-7-3 1-16,0 1 0 0,6-1 3 0,-6 0 0 0,-6 1 4 15,6-1 4-15,0 1 3 0,-7 3 7 0,1-3 1 0,6 2 3 16,-7 0 3-16,-5 2 5 0,4 2 2 0,2-3-1 0,-7 1-1 16,0 2-4-16,6-3-1 0,-5 1-2 0,-2 2-2 15,8-7-5-15,-7 4-7 0,6-4-2 0,1 1-4 0,-1-1-2 16,1-3-7-16,6-1-1 0,0 1-1 0,-6 0-1 0,12-4-1 16,-6 3 2-16,6-3 0 0,1 4-2 0,6-4 4 0,0 4 0 15,1-1-2-15,-2 1 0 0,8 3-1 0,-7 1 0 0,7-2 0 16,-8 6 1-16,8-1 1 0,-7 3 0 0,-7 5 5 0,8-4 9 15,-8 3 12-15,0 0 9 0,-6 0 19 0,0 4 31 16,-6-2 25-16,0 1 21 0,-8-3 16 0,1-3 8 0,0 3 4 16,0-3 3-16,-7-4-11 0,1 4-147 0,6-8-4 0,-6 4 0 15,-1-8 0-15,0 5 0 0,7-5 0 0,-6 2 0 0,6-5 0 16,0 0 0-16,0 0 0 0,0 0 0 0,7-5 0 0,-8 2 0 16,8-1-136-16,-8-3-132 0,8-4-63 0,6-1-69 15,-6 2-57-15,6-5-71 0,6-7-99 0,0 4-104 0,2-8-140 16,4 4-47-16,2-4-4 0,-2 5 31 0,8 2 44 0</inkml:trace>
  <inkml:trace contextRef="#ctx0" brushRef="#br1" timeOffset="119126.35">29841 16830 196 0,'-12'-12'793'0,"-2"2"29"15,8-1 17-15,-1 0-111 0,7-1-180 0,-7 1-174 16,7 2-103-16,0 1-54 0,0-1-34 0,7 3-13 0,-7-2-5 16,7 2-9-16,-1 1-16 0,8 2-16 0,-2-1-19 0,1 0-14 15,0 4-4-15,0 0-4 0,7-3-5 0,0 3-4 0,-1 0-5 16,-6 3-3-16,6-3-1 0,1 0-7 0,-7 0-5 0,0 4 0 16,0-4-2-16,7 0 1 0,-14 0-2 0,7 0-7 0,-6 0-5 15,-1 0-4-15,1 4-6 0,-1-4-7 0,-6 0-5 16,0 0-3-16,6 3-2 0,-6-3 2 0,0 5 0 0,0-2 3 15,0 4 4-15,0 0 2 0,-6 1 1 0,6 4 3 0,0-3 5 16,0 7 7-16,0 2 5 0,0-4 6 0,0 8 2 0,0-3 5 16,0 6 3-16,0-3 0 0,6 4 2 0,-6 3-4 0,8 1-5 15,-8 3-4-15,6-1-4 0,-6 2-3 0,6 2-6 0,1-3-6 16,-1 0-6-16,1 0-6 0,-7-3-3 0,6 2-4 16,1-3-5-16,-1 1-7 0,1-4-18 0,0-1-26 0,-1-3-43 15,-6 0-50-15,6-4-61 0,-6 1-67 0,0-4-71 0,0-1-66 16,0-3-56-16,-6 1-80 0,6-6-71 0,0 2-75 0,-6-5-93 15,-1-3-47-15,0 0-7 0,1-3 19 0,-7-1 44 0</inkml:trace>
  <inkml:trace contextRef="#ctx0" brushRef="#br1" timeOffset="119267.05">29900 17188 828 0,'-6'-7'938'0,"-2"-4"30"16,2 3 29-16,6 2-174 0,6-2-226 0,-6 1-156 15,8 0-103-15,-2-1-66 0,7 5-41 0,0-1-26 0,0-3-27 16,7 7-37-16,-1-4-53 0,1 4-64 0,6 0-66 0,0 0-73 15,-7 4-79-15,7-1-81 0,0 1-82 0,-6 3-125 0,6-3-135 16,0 0-166-16,-7 3-85 0,-6-3-52 0,1 3 5 0,-2 0 37 16</inkml:trace>
  <inkml:trace contextRef="#ctx0" brushRef="#br2" timeOffset="124500.76">18365 4542 274 0,'0'-7'794'0,"0"-4"21"0,0 4 8 0,0-1-153 15,0 5-154-15,0-5-142 0,0 5-96 0,0 3-53 0,8-4-27 16,-8 8-14-16,0-1-17 0,0 5-17 0,6 3-18 0,-6 4-14 16,6 6-8-16,1 2-5 0,-7 2-3 0,6 8-2 15,1 0-6-15,-7 3-4 0,6 1-9 0,1 4-5 16,-7-5-6-16,0 4-3 0,6-3-6 0,-6 0-8 0,0-4-4 16,0 0-5-16,0-4-3 0,0-3-7 0,0 0-7 0,0-8-6 15,0 0-7-15,0-4-5 0,0-3-5 0,0-3-11 0,0-1-12 16,0-7-10-16,0 5-13 0,0-5-17 0,0-5-20 15,0-2-19-15,0-4-20 0,0-3-11 0,0-1-5 16,0-4-4-16,0 1-1 0,0-8 7 0,0 0 10 0,0-3 12 16,0 0 16-16,0-3 16 0,0-2 14 0,0-3 15 0,6 4 14 15,-6-3 5-15,0 3 14 0,8 0 7 0,-8 0 6 0,6 1 3 16,-6-2 1-16,0 4-1 0,0 4 3 0,6 1 5 16,-6 3 1-16,0 0 4 0,7 1 14 0,-7 3 5 0,7-1 6 15,-7 0 1-15,6 1 5 0,0 0 2 0,1 3 1 16,6 1 1-16,-6-1-10 0,5 4 0 0,2 0 1 0,5 3 7 15,-6 1 3-15,6 4 5 0,1 3 5 0,0 0 4 0,-1 8 11 16,-5 2 8-16,4 1 10 0,2 4 8 0,-7 3 4 16,1 4 11-16,-2 3 4 0,-6-3 8 0,2 7 1 0,-2-2 0 15,0 2-3-15,-6-4-3 0,0 0-1 0,0 1-9 0,-6-3-5 16,6-1-11-16,-6-3-9 0,-2-5-11 0,2 4-10 16,0-7-12-16,6 0-15 0,-13 0-12 0,6-4-19 0,1 4-26 15,-1-7-34-15,-6 0-42 0,6-1-48 0,1 1-51 16,-6-4-62-16,-2 0-74 0,8 0-72 0,-7-4-60 0,6 1-84 15,0-1-89-15,1 0-95 0,0 0-141 0,6 2-38 16,0 2 12-16,0 0 45 0</inkml:trace>
  <inkml:trace contextRef="#ctx0" brushRef="#br2" timeOffset="125328.79">18333 5868 216 0,'0'-3'746'0,"0"-1"45"16,0 0-40-16,0 1-104 0,0-1-90 0,0 1-86 16,-7-2-80-16,7 2-60 0,0 0-34 0,0-1-28 0,0 4-28 15,0 0-28-15,0 0-29 0,0 4-22 0,0-1-22 0,0 5-11 16,0 2-15-16,7 5-13 0,-7 4-5 0,0 3-4 0,0 3-7 15,6 1-10-15,1-1-12 0,-7 5-10 0,7-1-12 16,-1-4-8-16,0 1-8 0,8 0-9 0,-8-4-9 16,7 0-11-16,0-5-11 0,0 0-13 0,1-7-8 0,-2 0-10 15,2-2-12-15,5-4-11 0,1-4-13 0,-8 0-9 0,8-4-7 16,-7-7-5-16,7 4 0 0,-8-3 0 0,2-7-9 0,-2 3 9 16,2-4 12-16,-1 0 10 0,-7-1 13 0,0 1 12 15,2 0 9-15,-2 0 12 0,0 3 19 0,-6 1 4 16,6 2 11-16,-6 1 9 0,7 4 12 0,-7 0 14 0,0 3 14 15,0 0 10-15,7 1 12 0,-7 3 8 0,0 3 6 0,0 5 2 16,6-1 2-16,-6 4-7 0,7 4-7 0,-1 7-5 0,-6-4-7 16,7 8-5-16,0 3-7 0,-1-4-6 0,0 9-5 15,0-5 2-15,2 4 2 0,-8 0 4 0,6-1 3 16,0 1 2-16,-6 1 3 0,0-1 2 0,0-4 4 0,0-3-4 16,0-1-3-16,-6-3-2 0,0 0 2 0,-2-3-2 0,2-5 1 15,0 2 0-15,-7-6 0 0,0-2-2 0,0-1-1 0,-1-5-4 16,-4-2-8-16,4 0-7 0,-5-2-9 0,5-5-7 15,2 2-9-15,-8-1-10 0,7-6-16 0,-7-2-17 0,8 3-21 16,-8-4-25-16,7 0-29 0,0 1-33 0,0-1-33 16,7 4-36-16,-8-4-33 0,8 5-36 0,0-2-38 0,-2 1-28 15,8 0-28-15,0 3-43 0,0-2-63 0,8 3-63 16,-8 4-77-16,6-5-139 0,0 4-40 0,8 0 3 0,-8 1 32 16</inkml:trace>
  <inkml:trace contextRef="#ctx0" brushRef="#br2" timeOffset="126531.79">18430 7715 94 0,'0'-4'599'0,"8"-3"4"0,-8 3-62 0,0 4-65 15,0-3-45-15,0 3-39 0,0-4-35 0,0 4-32 16,0 0-43-16,-8 0-48 0,8 0-33 0,0 0-30 0,0 4-26 15,0-1-21-15,0 4-19 0,0 4-14 0,0 4-11 16,0 4-2-16,0 3-4 0,0 0-3 0,0 7 1 0,0 0 3 16,0 3 2-16,0 2-1 0,0 3 0 0,0-4 0 0,0 3-2 15,8-3 2-15,-8-4-6 0,0 5-8 0,0-9-8 16,6 2-3-16,-6-6-8 0,0 1-8 0,0-7-7 0,0 0-9 16,6-5-6-16,-6 1-3 0,0-7-3 0,0 3-4 15,0-7-6-15,0 3-4 0,7-6-1 0,-7 3-3 0,0-7-2 16,0-1-5-16,0 1-4 0,0 0-5 0,0-5 0 0,0 6-6 15,-7-5-2-15,7 0-2 0,0 0-2 0,0 3 1 16,0 1-1-16,0-3 1 0,-6 2 1 0,6 0-5 0,0-3-1 16,0 0 0-16,0 0-4 0,0 0-3 0,-6 0-3 15,6 1 1-15,-8-2-4 0,8-2-4 0,0 3-1 0,-6-1-4 16,6-2 2-16,-6 0 3 0,6 2 4 0,0-2 4 0,0 6 9 16,-7-2 9-16,7 6 8 0,0-4 10 0,-6 5 8 15,6-1 3-15,0 0 4 0,-7 1 1 0,7 0 1 16,0 3 1-16,0 0 1 0,-6-5-3 0,6 5 0 0,0-3 0 15,0 3 0-15,0-4 0 0,0 4 0 0,0-3 0 0,0-1-2 16,0 0 2-16,0 1 3 0,0-1-4 0,-7 0-1 0,7 1-1 16,0 0 1-16,0-1-2 0,0-1-1 0,0 5-5 15,-6-3-6-15,6 3-4 0,0-5-7 0,0 5 2 16,0-3-1-16,0 3-2 0,0-3 0 0,0-1 5 0,0 0 3 16,6-3 6-16,-6 3 6 0,7-3-1 0,-1 0 3 0,-6-1 1 15,7 1 2-15,-1 0-3 0,1 0 3 0,5-4 5 0,-4 3-2 16,4 5 0-16,-5-5-1 0,6 5 3 0,0-1-1 15,-7 1 3-15,8 3-4 0,-2 3-4 0,-5-3 4 16,6 7 1-16,0-3 4 0,7 7-1 0,-8-1 3 0,2 2 4 16,-2-1 3-16,2 3 9 0,-1-3 6 0,-7 4 10 0,8 0 1 15,-8 0 6-15,0-1 1 0,-6 1 5 0,6-1 1 0,-6 1-8 16,-6 0-13-16,6-4-6 0,-6 0-5 0,6-5-5 16,-6 6-2-16,-2-5-7 0,2 0-3 0,-7 1 2 15,7 0-1-15,-8-6-6 0,2 3-3 0,-2-2-1 0,2 1-4 16,-2-4-1-16,8 0 0 0,-7 4-2 0,0-4 3 0,6 0 6 15,1 0 5-15,0 0 6 0,-1 0 7 0,0 0 10 0,7 0 9 16,0 3 17-16,0 1 14 0,7 0 10 0,0 3 9 16,-1 4 8-16,7-4 4 0,-6 8 7 0,5-4-2 0,1 3-2 15,1 4-4-15,-2-3-3 0,2 0-7 0,5 4-8 16,-6-5-7-16,0 0-15 0,1 1-5 0,-2 0-4 0,-6-4-8 16,8 0-8-16,-8 0-5 0,1 0-5 0,-1-4-1 0,1 0-1 15,-7-2-8-15,7-2-6 0,-7 1-9 0,6 0-15 16,-6-4-25-16,0 3-34 0,0-3-49 0,0 4-64 0,0-4-71 15,0 0-70-15,-6-4-99 0,6 4-100 0,0-3-99 16,0 3-126-16,0-8-67 0,0 0-13 0,-7 1 21 0,7 4 36 16</inkml:trace>
  <inkml:trace contextRef="#ctx0" brushRef="#br2" timeOffset="127375.45">18678 9100 54 0,'-7'7'723'0,"7"-3"28"0,0-1-28 0,0 1-124 16,0 0-113-16,0-1-91 0,0-3-80 0,0 4-56 0,0-1-32 15,0 2-18-15,0-5-14 0,0 3-3 0,0-3-14 16,7 4-16-16,-7-1-12 0,0-3-13 0,7 4-16 16,-7-4-14-16,0 4-13 0,6-4-25 0,-6 0-7 0,0 0-9 15,7 0-7-15,-7 0-5 0,0 0-5 0,6-4-1 0,-6 0-6 16,7 1-2-16,0-4-4 0,-7-1 2 0,6 1-1 0,-6-1 5 16,0 1 3-16,6 0 0 0,-6 0 2 0,0-1 4 15,0 1 1-15,0 0-3 0,-6 3-2 0,6-3-6 16,0-2-4-16,-6 7-6 0,6-6-5 0,-7 5-1 0,7-1-1 15,-7-4-2-15,1 6-3 0,-1-3-1 0,1 2-2 0,-1 3-1 16,-6-4 3-16,7 4-2 0,-8-4-2 0,8 4 2 0,-7 0 0 16,0 4-2-16,6-4 7 0,-5 7-3 0,6 0-2 15,-8 1-3-15,1 3 0 0,6 0-1 0,1 4 0 16,6 2-4-16,-7 2-2 0,7 3 5 0,0 4 5 0,7 0 3 16,-1 3 4-16,1-1 3 0,0 2 2 0,5 3 5 0,2-3 1 15,-8 2-1-15,7-2 2 0,-6 3 1 0,6-4 2 0,-7 1 4 16,0-5 7-16,-6-3 9 0,8 3 6 0,-8-6 7 15,0-1 9-15,0-3 6 0,0 0 8 0,-8-4-1 16,2-3-1-16,0-2-4 0,-1-2-6 0,-6 0-11 0,0-4-11 16,7 0-12-16,-8 0-10 0,2-4-10 0,-2-3-8 0,-5-1-7 15,6-4-9-15,-6 6-7 0,5-5-8 0,-5 1-9 0,6-2-9 16,-6-3-10-16,5 5-9 0,1-2-8 0,0 1-9 16,0 0-14-16,7 4-16 0,0-1-20 0,-2 1-22 15,2 4-31-15,0-4-38 0,6 3-45 0,0-3-46 0,6 3-36 16,-6-1-38-16,6 3-64 0,2-3-78 0,4 2-83 0,-5 3-130 15,6-3-34-15,-7-1-11 0,7 4 4 0,-7 0 32 0</inkml:trace>
  <inkml:trace contextRef="#ctx0" brushRef="#br2" timeOffset="128547.19">18529 10828 599 0,'0'-10'737'0,"0"3"-36"0,0-1-92 0,0 1-84 0,-7 4-67 0,7-5-63 16,0 4-62-16,-7 4-43 0,7-3-37 0,0 3-15 0,-6 0-32 15,6 3-25-15,0 1-27 0,0 7-21 0,-6 0-21 16,-1 4-14-16,7 6-9 0,-7 1-12 0,1 4-4 0,6 4-1 16,-7-1-1-16,1 8-4 0,0-5-1 0,6 5-5 0,-7 0-3 15,7-1-2-15,0 1-12 0,0-4-7 0,0-4-13 16,0-4-4-16,7 1-7 0,-7-4-4 0,6-3-6 0,-6-5-1 16,6-2-2-16,-6-1-3 0,7-4 3 0,-7-3-3 15,0-1-3-15,6-3-2 0,-6-3 0 0,7-1-4 0,-7-3 3 16,7-1-4-16,-7-2-6 0,6-6-2 0,-6 2 1 0,0-5-5 15,6-3-6-15,-6 4-1 0,0-7-4 0,0-1 0 16,0 0 1-16,0-3-2 0,0 0-2 0,0 3 5 0,0-4 4 16,0 5 4-16,0-1 1 0,0 5 5 0,0-2 5 0,-6 5 6 15,6 4 4-15,0 0 6 0,-6 2 3 0,6 1 5 16,-7 0 8-16,7 3 8 0,0 6 3 0,-7-7 7 0,7 6 3 16,0-1-1-16,0 0-1 0,0 1-4 0,0 3-6 15,0 0-6-15,0 3-4 0,7 1-5 0,0 3-4 0,-1 2 0 16,0 1 1-16,1 5 5 0,6 4 3 0,0-2 9 0,0 5 5 15,0 0 7-15,7 4 4 0,-8 3 0 0,8 1-1 16,-7-1-3-16,7 0-4 0,-1 0-8 0,-6 1-6 0,7-1-5 16,-1 0-8-16,-5 0-1 0,5-7-2 0,1 4-1 15,-8-8 1-15,2 1-1 0,-2-4-1 0,-5-5 1 0,6 1 2 16,-6-3 1-16,-1-1 0 0,-6 1 1 0,6-8-1 0,1 0 2 16,-7 0-1-16,7-8 0 0,-7 1-2 0,0-4 1 15,0 0-1-15,0-7-1 0,0 0 0 0,0-1-2 0,0-7 2 16,0 0 0-16,0 1-2 0,0-4 1 0,0-4 1 15,0 3-1-15,0-3-2 0,0 0 0 0,0 4-1 0,0 4 0 16,0 2 1-16,6 2-1 0,-6 6-3 0,0 0 1 0,0 4 3 16,0 0-1-16,0 4-2 0,0 3-2 0,0 1-1 15,6 0 1-15,-6 3-1 0,0 0-2 0,0 0-3 16,0 3-3-16,0-3-3 0,0 3-2 0,0 1-8 0,7 0-6 16,-7-1-7-16,0 1-4 0,7 0-4 0,-7-1-2 0,0 1-6 15,0-4-4-15,6 3-4 0,-6 1-5 0,0 0-7 0,0-4-11 16,0 3-13-16,0-3-18 0,0 4-18 0,0-4-18 15,0 4-17-15,0-4-19 0,0 0-20 0,0 0-18 16,0 0-16-16,0 0-33 0,0 0-49 0,0 0-51 0,0 0-54 16,0 0-61-16,0 0-104 0,0 0-52 0,0 0-31 0,0 0 15 15</inkml:trace>
  <inkml:trace contextRef="#ctx0" brushRef="#br2" timeOffset="129687.7">18620 12452 624 0,'0'-8'728'0,"-7"1"-9"0,7 0-123 0,0 4-110 0,0-5-83 16,-7 4-74-16,7 0-59 0,0 4-35 0,0-3-26 0,-6 6-14 16,6-3-14-16,0 8-11 0,0 0-13 0,-6 6-6 15,6 1-7-15,0 7-3 0,0 0-3 0,-6 3-1 0,6 4-2 16,0 4-7-16,-8-4-11 0,8 8-14 0,0-4-12 16,0 3-14-16,0-2-14 0,0-1-11 0,0 0-9 0,0 0-10 15,0-4-7-15,0 3-4 0,0-5-5 0,0-2-6 0,0 1 1 16,0-8-9-16,0 0-13 0,0 1-20 0,8-8-23 15,-8 0-29-15,0 1-30 0,0-9-32 0,0 4-36 0,0-3-36 16,0-1-27-16,0-3-16 0,-8-3-9 0,8-1 0 16,0 0 9-16,0-2 18 0,0-6 24 0,0 1 29 0,0 0 37 15,0 1 34-15,0-2 31 0,-6-3 28 0,6 5 32 0,0-2 29 16,-6 1 33-16,6 0 31 0,-7 1 30 0,7 2 34 16,0-3 33-16,-7 4 37 0,7-4 22 0,0 4 13 15,0-1 7-15,0-3 1 0,0 5-5 0,0 1-12 0,7-2-17 16,-7 2-19-16,7 2-22 0,-1 0-19 0,8-1-20 0,-8 4-17 15,0-4-21-15,7 4-19 0,0 0-17 0,0 0-15 0,1 0-12 16,-2 4-10-16,1-4-13 0,0 4-24 0,0-4-31 16,1 3-41-16,-2-3-52 0,2 3-58 0,-2-3-63 0,-5 0-63 15,6 0-62-15,0-3-78 0,-7 3-77 0,8-3-67 16,-8-1-74-16,7-3-97 0,-6-1-22 0,6 5 16 0,-7-5 40 16</inkml:trace>
  <inkml:trace contextRef="#ctx0" brushRef="#br2" timeOffset="129890.81">18939 12554 733 0,'-6'-3'853'0,"-1"-1"51"0,0 0-52 0,1 4-112 16,-1 4-126-16,1 0-118 0,-1-1-74 0,0 8-55 0,1 1-40 15,0 2-35-15,-1 4-31 0,7 1-30 0,-7 3-25 0,7 3-26 16,0-3-22-16,-6 8-22 0,6-5-21 0,0 5-23 16,0-4-23-16,0 2-18 0,0-2-14 0,0 3-12 15,0-4-16-15,6-2-23 0,-6-1-28 0,7 0-32 0,0-3-41 16,-7-2-47-16,0-2-55 0,6 4-63 0,-6-6-65 0,0-1-59 15,0-1-45-15,0 0-64 0,6-3-74 0,-6-1-77 16,-6 0-125-16,6-3-46 0,0-4-6 0,0 0 17 0,0 0 39 16</inkml:trace>
  <inkml:trace contextRef="#ctx0" brushRef="#br2" timeOffset="130562.6">18835 14144 747 0,'6'8'793'16,"-6"-1"-8"-16,0-2-121 0,7-3-123 0,-7 2-121 0,6-1-107 15,-6-3-60-15,6 4-33 0,-6-4-25 0,7 0-16 0,-7 0-21 16,7-4-18-16,-7 1-12 0,0 3-11 0,6 0-19 15,-6-4-16-15,6 2-8 0,-6-3-13 0,7 5-5 0,-7-7-8 16,0 2-3-16,7-1-6 0,-7-2-1 0,0-3-3 16,6 4-3-16,-6 0 1 0,0-4 1 0,0 3-3 0,0-3-4 15,0 1-1-15,0-1-1 0,-6 0-3 0,6 4-6 0,0-5-1 16,0 5 0-16,-7-1 2 0,7 5-1 0,-7-1 1 16,1-4 1-16,0 5-4 0,-1-1 0 0,0 1-1 0,1 3-4 15,0 0-2-15,-7-4 0 0,6 4-2 0,-6 0-2 16,-1 4 3-16,2-4-1 0,-1 0-3 0,6 3-1 0,-6 1 0 15,1-1-1-15,-2 2 1 0,2 2 0 0,-2-4-1 0,8 8 0 16,-1-3 2-16,-6 2-2 0,13 1 0 0,-7 1 0 16,7-2 0-16,0 9 0 0,7-4 2 0,0 3-1 0,-1 3 2 15,7 2 3-15,1-2 1 0,-2 6 6 0,2-2 4 16,-2 1 3-16,1-1 2 0,7-3 5 0,-8 3 0 0,-4 2 2 16,4-2 1-16,-5 1-2 0,0-4 2 0,-1 3 5 0,-6-6 8 15,0 4 7-15,0-9 5 0,-6 0 4 0,-1 1 6 16,0-4 4-16,1-4-2 0,-8-4-9 0,2 2-7 0,-1-2-11 15,0-3-10-15,0-3-6 0,-7-2-10 0,8 2-10 16,-8-4-18-16,7-4-23 0,-7-4-30 0,0 1-34 0,1 0-43 16,6-5-53-16,-6 1-60 0,-1-1-55 0,7-3-44 0,0 0-44 15,0 0-41-15,7 0-73 0,6 4-74 0,-7-1-82 16,14 1-89-16,-7 3-35 0,6 1 5 0,0 3 31 16</inkml:trace>
  <inkml:trace contextRef="#ctx0" brushRef="#br2" timeOffset="131421.89">18633 15543 383 0,'0'-3'749'0,"-7"0"25"0,7 3-74 0,-6 0-126 0,6-4-116 16,0 4-113-16,-7 4-78 0,7-1-39 0,0 5-24 0,0-1-14 15,0 7-7-15,0 4-7 0,0 5-12 0,0 3-1 0,0-1-5 16,-7 7-6-16,7 2-10 0,0 2-13 0,0 5-12 15,0-4-24-15,0 3-12 0,0-3-20 0,0-1-14 0,0 1-12 16,0-8-10-16,7 0-11 0,-7-6-9 0,0-2 0 16,7-6-5-16,-7 0-7 0,6-8-9 0,1 0-4 0,-7-3-6 15,6-4-3-15,0-4 1 0,-6-6-3 0,8-5 0 0,-2 1 4 16,-6-9 7-16,6 2 2 0,-6-6 4 0,0 2 1 16,0-4-1-16,0-1-3 0,0-3-5 0,0 0-4 0,0 0-7 15,0 0-7-15,-6 1-4 0,6-1-2 0,0-1 0 16,-6 1 1-16,6 1 7 0,0 1 5 0,0-1 10 0,0 3 4 15,0 3 8-15,0 1 5 0,0 3 4 0,0-1 2 0,6 1 0 16,-6 4 2-16,6 4 0 0,0-1-1 0,1 0 1 16,0 4 1-16,-1 1 0 0,7 2 1 0,-6 0 4 0,6 5 7 15,-1 3 10-15,8 0 8 0,-7 0 7 0,1 8 6 16,4-5 6-16,2 9 6 0,-6-2-2 0,5 5-4 0,-6 0-7 16,6 3-3-16,-5 0-5 0,-1 0-4 0,-7 4-4 0,8 3-3 15,-8-2-2-15,0 3-3 0,-6-1-1 0,0 1-4 16,0-1-3-16,0-2-3 0,-6 3-3 0,0-6-2 0,-8-1-3 15,1-1 2-15,0 1-2 0,0-5-2 0,0-3 0 16,0 1 0-16,-6-5 0 0,-1 0 0 0,6-3 3 0,-4 0 2 16,4-4 11-16,1 3 13 0,7-3 12 0,-8 0 12 0,8 0 2 15,6 0 4-15,-6 0-2 0,6 4-2 0,6-4-8 16,0 8-8-16,2-5-10 0,4 4-7 0,1 4-1 0,1 0 3 16,-2 1 7-16,2 2 2 0,5 1-1 0,-6 3-4 15,0-1-2-15,0 6-3 0,6-4-3 0,-5 2-5 0,-1 2-7 16,0-2-4-16,0 2-3 0,-7-5-1 0,8 1-10 0,-8-2-15 15,0-2-22-15,1 0-30 0,-1-5-35 0,1 2-39 16,-7-2-47-16,0-2-49 0,0-5-52 0,0 1-41 0,7 0-48 16,-7-4-70-16,0 0-76 0,0 0-83 0,0-4-128 15,0-3-47-15,-7-1-17 0,7 2 14 0</inkml:trace>
  <inkml:trace contextRef="#ctx0" brushRef="#br2" timeOffset="132734.25">4858 2726 112 0,'0'-19'722'0,"0"4"41"15,-6 0-3-15,6 5-130 0,-7-1-119 0,7 3-104 0,-7 5-89 16,1-4-59-16,6 2-38 0,-6 5-29 0,6 0-26 0,-8 5-25 15,8-2-30-15,0 4-23 0,-6 1-18 0,6 6-7 0,0 5-3 16,0 2 5-16,0 6 6 0,0 2 8 0,0 7 11 16,0 4 8-16,0 5 9 0,-6-1 3 0,6 7 1 15,-6 0-5-15,-1 4-6 0,0-4-9 0,1 4-8 0,-1 0-13 16,1-3-13-16,0-1-7 0,-2-4-10 0,2 0-11 0,6-5-5 16,-6-7-9-16,6-1-7 0,-6-4-3 0,6-4-1 0,0-9-11 15,0 1-12-15,0-3-11 0,0-4-13 0,0-3-12 16,0-5-9-16,-7 1-10 0,7-1-5 0,0-6-1 15,-7-1 3-15,1-4 10 0,-1-2 9 0,1-5 9 0,-1 1 9 16,0-5 5-16,-5-4 4 0,6 3 8 0,-8-6 6 0,8-1 4 16,-7 2 2-16,-1 0 2 0,8-2 1 0,-6 2 8 0,4 3 6 15,2 5 9-15,0-2 13 0,-1 4 15 0,0 5 15 16,1-2 12-16,6 5 9 0,0 0 2 0,-7 4-2 16,7 3-7-16,7 0-6 0,-7 3-9 0,6 8-5 0,1 0-5 15,0 3 1-15,5 4 4 0,-4 1 5 0,4 3 5 0,1 0 1 16,0 3 1-16,0 5-1 0,-7-5-1 0,8 1-3 0,-2 3-2 15,2-6-2-15,-8 3-1 0,1-5 0 0,6-3-3 16,-6 0-6-16,-7-6-6 0,6-2-4 0,0 1-6 16,-6-3-6-16,6-2-7 0,-6-2-8 0,8-4-4 0,-8 0-2 15,6-4-2-15,0-2-2 0,1-5-1 0,-1-4 0 0,1-3-1 16,6-4-1-16,-1 0 2 0,2-5-1 0,-1 2-5 0,0-4-12 16,0 0-16-16,1 4-23 0,-8-4-26 0,6 2-35 15,-5 2-48-15,6 0-61 0,-13 2-71 0,7 2-74 16,-1-2-85-16,0 2-116 0,2 2-127 0,-8 4-192 0,6 0-66 15,-6 5 0-15,6 2 43 0,-6 1 59 0</inkml:trace>
  <inkml:trace contextRef="#ctx0" brushRef="#br2" timeOffset="136155.75">8525 3092 181 0,'0'-15'625'0,"0"1"-2"0,6-1-69 16,-6-4-72-16,0 1-62 0,0 1-45 0,0-3-37 0,0 3-39 15,0 1-38-15,0-2-34 0,0 8-19 0,-6-5-12 16,6 4-7-16,0 3-11 0,0-2-14 0,0 5-8 0,0-2-17 16,0 3-10-16,0 1-20 0,0 3-16 0,0 0-15 15,0 0-16-15,0 7-14 0,0 5-13 0,0 6-3 0,0 8-6 16,6 2 3-16,-6 5 5 0,0 8 5 0,7 7 9 0,-7-1 3 16,0 5 6-16,0 2 0 0,0 1 0 0,0 3 0 15,0 1-3-15,0-4-2 0,0 4-3 0,0-8-3 0,-7 0-3 16,7 1-3-16,0-8-3 0,0-4-6 0,0-3-7 0,0-4-6 15,-6-4-5-15,6-4-6 0,0-2-1 0,0-5-4 16,0-7-5-16,0 1-9 0,0-2-5 0,0-6-9 0,0-1-11 16,-6 0-6-16,6-6-9 0,-8 3-7 0,2-7 1 15,0 0 3-15,-1-4 4 0,1-4 7 0,-7-3 7 0,6-1 5 16,-6-3 5-16,0 0 7 0,7-7 1 0,-8 4 3 0,2-5 2 16,5 4 3-16,1 1 3 0,-1 6 4 0,0 1 8 15,7 4 9-15,-6 6 6 0,6 1 3 0,0 3 9 0,0 8 2 16,0 0 6-16,0 7 6 0,6 7 1 0,1 0 1 15,0 4 3-15,-1 3 2 0,1 2-2 0,5-2 2 0,-5 5-5 16,0-5-1-16,5 4-3 0,-5-7-3 0,0 0 0 0,-1-3 0 16,7-1 4-16,-6-3-1 0,-1-4-3 0,1-4 2 0,-1 0-2 15,0-3 0-15,2-4-5 0,-2 0-7 0,7-4-3 16,-7-3-1-16,1-4-3 0,6-1-7 0,-7 2-2 16,0-5-4-16,8 1-1 0,-8-1-2 0,8-3-3 0,-8-1-7 15,7 1-6-15,-7 0-10 0,8 0-11 0,-8-1-13 0,0 5-15 16,1-5-17-16,0 5-18 0,-1-2-20 0,0 2-20 0,1-1-23 15,0 0-22-15,-1 5-31 0,-6-5-29 0,7 4-33 16,-1 0-27-16,0 0-25 0,-6 1-44 0,8-3-63 16,-2 4-67-16,-6-2-72 0,6 2-130 0,-6 2-44 0,0 0-17 15,7 4 11-15</inkml:trace>
  <inkml:trace contextRef="#ctx0" brushRef="#br2" timeOffset="137327.51">20697 4759 136 0,'0'-11'704'0,"6"-1"38"0,-6-2-66 0,0-1-102 16,0 0-78-16,0 1-66 0,0 3-68 0,0-3-57 0,0 2-35 16,-6 1-20-16,0-3-22 0,0 2-21 0,-2 1-22 15,2 4-17-15,-7 0-17 0,0 4-15 0,0-1-18 0,1 4-19 16,-8 0-15-16,6 7-15 0,-5 0-17 0,6 8-12 0,-6 0-12 15,5 10-10-15,-5 1-5 0,6 7-3 0,0 3-1 0,7 5 2 16,-8-1 0-16,8 4 0 0,6-3-1 0,0 2 3 16,0-2 0-16,6-1-2 0,8-7-2 0,-8 4-3 15,7-8-2-15,6 0 0 0,1-7-1 0,-1-3-1 0,1-5-2 16,-1-3 2-16,1-8-2 0,6 2 2 0,-6-10 1 0,-1-1 1 16,1-5 1-16,-1 0 3 0,1-8 11 0,0 2 10 15,-8-6 17-15,2 1 17 0,-2-4 17 0,-5 1 12 0,-1-2 9 16,1 2 1-16,0-4-4 0,-7 0-12 0,0 4-14 15,0-5-17-15,-7 0-16 0,7 1-13 0,0 3-10 0,-7 1-4 16,7-2-5-16,-6 6-7 0,6 3-13 0,-7-1-19 0,7 5-26 16,-6 3-34-16,6-4-40 0,-6 9-51 0,-2-3-61 15,2 2-61-15,6 4-57 0,-6 3-39 0,0 0-58 0,6 0-79 16,-7 3-78-16,7 4-87 0,-7 2-84 0,1 5-16 16,-1 0 16-16,1 4 24 0</inkml:trace>
  <inkml:trace contextRef="#ctx0" brushRef="#br2" timeOffset="137921.2">20391 6186 306 0,'-6'-6'766'0,"6"3"30"0,-7 3-18 0,0 0-162 16,1 3-157-16,0 3-133 0,6 6-89 0,0-1-49 15,-7 3-34-15,7 5-24 0,-6 3-20 0,-1 7-19 0,7-3-11 16,-7 8-15-16,7-2-8 0,-6 5-7 0,6-5-7 15,0 5-3-15,-6 0 2 0,6 0 0 0,0-8-4 0,-7 0-1 16,7-4-3-16,0-2 1 0,0-5-4 0,0 0-2 0,0-7-2 16,0-3-5-16,0 0 1 0,0-6-3 0,0-2-1 15,0-2-2-15,7-6 0 0,-7-3-2 0,6 0-3 0,-6-11-4 16,6 4-1-16,-6-8-5 0,7-3-3 0,-7-5-7 0,7-2-10 16,-7 0-6-16,6-6-10 0,1-2-6 0,-1 5-8 15,0-5 3-15,1 3-7 0,0 1 7 0,5 4 10 0,-4-1 9 16,-2 4 4-16,0 3 10 0,1 1 5 0,-1 4 0 15,1-2 8-15,-1 6-5 0,1 3 3 0,-1-1-3 0,0 5 7 16,2-1-4-16,-2 4 2 0,0 4 0 0,1-1 6 0,-1 1 5 16,1 4-1-16,-1 3 2 0,7-4 1 0,-6 8 3 15,0-1 7-15,5 1 9 0,-5 7 4 0,6 4 10 0,-7 3 7 16,7 4 7-16,-6 3 8 0,0 5 5 0,5 2-1 16,-4 5-4-16,-2 7-5 0,0 0-8 0,0 0-9 0,-6 7-6 15,7-3-13-15,0 3-7 0,-1 4-1 0,-6-7-7 0,7 4-2 16,-7-8-4-16,0-1-3 0,6-2-3 0,-6-9 2 0,0 2-3 15,6-6-23-15,-6-2-24 0,0-8-37 0,-6 1-48 16,6-4-48-16,0-3-56 0,-6-6-69 0,6 1-95 16,-7-7-90-16,1 0-84 0,-1-3-104 0,0-5-65 0,1 1-30 15,-6-5 11-15,4 2 40 0</inkml:trace>
  <inkml:trace contextRef="#ctx0" brushRef="#br2" timeOffset="138093.04">20424 6389 371 0,'-7'-4'826'0,"1"0"36"0,6 1 39 0,0-1-130 0,0 4-156 16,0-3-145-16,6 3-93 0,1 0-61 0,6 0-44 0,0 0-34 16,-1 3-37-16,2 1-42 0,5-4-38 0,-6 3-39 15,14 1-46-15,-8 3-43 0,0-2-46 0,1-2-58 0,-1 4-67 16,-5 0-67-16,5-4-64 0,-6 5-85 0,0-4-91 16,1 1-87-16,-2-3-83 0,-6 2-128 0,1 0-27 0,0 3 3 15,-7-4 29-15</inkml:trace>
  <inkml:trace contextRef="#ctx0" brushRef="#br2" timeOffset="139561.64">20521 7972 295 0,'-6'-8'688'16,"-1"4"5"-16,7-3-101 0,0 3-94 0,-6 1-67 0,6 0-62 15,0 3-61-15,0 0-62 0,0 3-47 0,0 4-28 16,0 0-17-16,6 8-12 0,-6 3-7 0,0 5 3 16,7-1-1-16,-7 7 1 0,6 0 4 0,-6 0-4 0,0 7-12 15,7-2-8-15,-7-1-11 0,7 0-12 0,-7 0-11 0,6-3-17 16,-6-5-15-16,6 0-15 0,-6-2-9 0,7-2-11 0,-7-7-6 16,7 1-4-16,-7 1-5 0,6-5-6 0,-6-4-11 15,6-4-10-15,-6 1-10 0,7 0-7 0,-7-8-12 0,6-3-12 16,-6 0-14-16,7-4-6 0,-7-5 1 0,0 1 1 15,7-2-2-15,-7-5-2 0,0 0-1 0,0-4 4 0,0-3 5 16,0 0 4-16,0-5 5 0,-7 2 7 0,0-5 12 0,7 0 11 16,-6 1 8-16,-1 3 7 0,7-4 12 0,-6 3 21 15,6 9 22-15,-6 0 26 0,6 3 24 0,-7 4 22 0,7 4 24 16,0-3 14-16,0 7 11 0,0 3 5 0,0-1 0 16,7 1 1-16,-7 3 1 0,12 1-1 0,-5-1-1 0,6 0 4 15,6 4 3-15,-5-3-6 0,5 3-10 0,1 0-17 0,0 0-21 16,-2 0-17-16,2-4-18 0,0 4-20 0,-1 0-14 15,7 0-13-15,-6 0-6 0,-1 0-15 0,1 0-26 0,-7 0-40 16,7 0-51-16,-8 0-56 0,2 4-66 0,-2-4-73 0,-5 3-73 16,0 1-55-16,-1-4-58 0,-6 4-63 0,0 3-55 15,-6-4-57-15,-1 5-91 0,0-1-21 0,-11 1 3 0,-2 3 16 16</inkml:trace>
  <inkml:trace contextRef="#ctx0" brushRef="#br2" timeOffset="139702.31">20606 8151 594 0,'0'7'832'0,"0"1"51"0,6 0-31 0,-6-6-135 16,8 6-139-16,-2-4-114 0,0 3-72 0,7-3-46 0,0-2-41 16,-6 3-45-16,13-1-47 0,-8-4-44 0,1 3-36 15,7 1-40-15,-7 0-48 0,6-4-55 0,1 3-59 0,-7 1-70 16,0 0-75-16,0-4-78 0,1 3-91 0,-2 0-117 0,-6-3-113 16,8 0-122-16,-8 0-99 0,1 0-38 0,-1 5 11 15,0-5 39-15</inkml:trace>
  <inkml:trace contextRef="#ctx0" brushRef="#br2" timeOffset="140545.91">20300 9279 82 0,'-7'-7'800'0,"7"3"49"0,0-3 38 0,-6 3-140 16,6 1-145-16,0 3-141 0,-6 3-105 0,6 1-65 0,0 3-46 15,0 1-37-15,0 3-29 0,0 3-27 0,0 4-19 16,0 1-23-16,0 3-16 0,6 4-11 0,-6-5-7 0,0 4-5 16,0 6-8-16,6-2 0 0,-6-3-5 0,0-1-4 0,0 4-5 15,7-2-4-15,-7-2-6 0,0 0-1 0,0-3-1 16,-7 0-5-16,7-3-2 0,0-5-4 0,0 1-2 0,0-5-2 15,0 2 0-15,-6-5-1 0,6-3-1 0,0 3 4 16,0-3 3-16,0-1 4 0,0 2 2 0,0-5 5 0,0 0-1 16,0 0-1-16,0 0-3 0,6 0-6 0,-6-5-6 0,7 5-1 15,-1-3-3-15,1 3-3 0,6 0 1 0,-7 0-1 16,8 0 3-16,-1 0 1 0,-1 0 1 0,8 0-4 0,-6 3-1 16,-2 2-5-16,8-5-3 0,-7 3 0 0,7-3-4 15,-1 4-1-15,-6-4-1 0,0 3-1 0,7 1 2 0,-8 0 0 16,2-4-3-16,-2 3-8 0,1 1-15 0,-6-1-19 0,6 1-26 15,-7 0-35-15,2-1-41 0,-2 2-47 0,-6-2-56 16,6 0-59-16,-6 1-55 0,0 0-70 0,0-1-88 0,0-3-100 16,0 0-134-16,0 0-73 0,-6 3-29 0,0-3 9 15,-2 5 39-15</inkml:trace>
  <inkml:trace contextRef="#ctx0" brushRef="#br2" timeOffset="141577.04">21075 11218 474 0,'0'0'743'0,"0"0"31"0,0-4-91 0,0 0-139 15,7-3-122-15,-7-1-111 0,6-3-83 0,-6 0-53 0,7-4-31 16,-1 4-22-16,0-4-14 0,1-2-5 0,0 2-4 0,-7 0 2 16,6 1 0-16,0-1 6 0,-6 1 4 0,0 3 2 0,0-4-1 15,-6 4 0-15,0 0-4 0,6-1-8 0,-7 2-8 16,-6-1-9-16,7 3-11 0,-14 1-12 0,7 0-9 15,-1 0-13-15,-4 3-12 0,-2 0-7 0,1 1-6 0,-1 3-6 16,0 0-4-16,1 3 0 0,-1 1-5 0,0 0 1 0,8 3 5 16,-8 0-4-16,13 4 0 0,-5 4 0 0,6 0-1 0,6 3-4 15,0 1 5-15,0 2 0 0,6 2-5 0,0 5 2 16,7 2-1-16,7 2 3 0,-8 2-1 0,8 2 2 16,-7-2 1-16,7 1 5 0,0 2 8 0,-8-3 11 0,2-2 13 15,-2 1 14-15,-5-4 19 0,-1 2 16 0,-6-6 17 0,0-3 16 16,-6 3 6-16,-1-7 0 0,-5 0-3 0,-2-2-7 0,2-5-12 15,-8 0-13-15,7-4-17 0,-7-3-28 0,-6-1-9 16,7-6-10-16,-1-1-9 0,0 1-20 0,1-5-25 16,-1-3-31-16,0 1-39 0,8-6-40 0,-1 5-59 0,0-4-68 15,0-3-71-15,6 4-59 0,0-5-45 0,1 1-81 0,6-1-91 16,0 5-104-16,0 0-108 0,6 2-37 0,1 5 20 16,0 3 31-16</inkml:trace>
  <inkml:trace contextRef="#ctx0" brushRef="#br2" timeOffset="142358.21">20411 12353 77 0,'-14'-7'810'15,"2"2"47"-15,-2-2 46 0,2 4-70 0,5 0-145 0,-6-2-164 16,13 2-103-16,0-1-53 0,0 4-30 0,7-4-16 15,6 1-22-15,-1 0-27 0,8-6-26 0,6 9-25 0,0-3-26 16,1 3-34-16,-2 3-31 0,1-3-27 0,0 0-27 16,0 5-24-16,7-1-15 0,-7-1-14 0,0 0-10 0,1 1-1 15,-9 0-11-15,2-1-19 0,0-3-25 0,-7 5-23 0,-7-2-26 16,0 0-23-16,8-3-18 0,-14 0-19 0,6 5-10 16,-12-5-3-16,6-5 5 0,-6 5 13 0,-2 0 14 0,2 0 18 15,-6-3 15-15,5 3 17 0,-6-3 16 0,6 3 17 16,-6-5 16-16,0 5 12 0,7 0 8 0,-8 0 13 0,8 0 13 15,0 0 13-15,-7 5 16 0,-1 1 17 0,8 1 15 0,-6 5 14 16,4 3 15-16,2 3 3 0,-7 4 1 0,6 3-4 16,1 1-8-16,-1 6-14 0,7-1-11 0,-6 1-13 0,6 1-16 15,0 1-12-15,0 3-9 0,0-5-7 0,0-3-6 16,0 0-4-16,6 1-3 0,-6-5-7 0,0-2-17 0,0-2-25 16,7 1-28-16,-7-7-36 0,0 4-45 0,6-6-58 0,-6 3-64 15,-6-5-60-15,6-4-59 0,0 1-83 0,-7-1-94 0,7-4-108 16,-12 1-113-16,5 0-50 0,0-1 7 0,-5-3 26 15</inkml:trace>
  <inkml:trace contextRef="#ctx0" brushRef="#br2" timeOffset="143092.5">20281 13877 724 0,'-7'-4'884'0,"0"0"24"0,7 4-19 16,0-3-151-16,0 3-167 0,0 0-124 0,7 0-78 15,6 0-55-15,0 0-22 0,0 0-3 0,6 0-28 0,1 0-43 16,6 3-45-16,1-3-40 0,-8 4-31 0,7-4-29 15,6 4-22-15,-6-4-21 0,1 3-12 0,5 1-10 0,-6-4-20 16,7 5-27-16,-7-5-37 0,-7 0-40 0,7 2-47 0,-6-2-42 16,-7 0-47-16,7 5-41 0,-14-5-23 0,6 0-13 15,-12-5 9-15,8 5 18 0,-8-2 33 0,0 2 37 0,-8 0 44 16,2-5 46-16,0 5 40 0,-7-4 31 0,6 4 28 16,-6 0 28-16,0 0 26 0,0 0 21 0,1 4 26 0,4 1 22 15,-4-5 34-15,5 2 30 0,-6 6 28 0,6-5 23 0,-5 5 11 16,6 3 11-16,-2 4 0 0,-4-1-2 0,5 1-15 15,0 7-8-15,1 0-15 0,-1 3-13 0,1 1-13 0,0 0-18 16,-1 3-19-16,7 0-18 0,0 0-17 0,-7 5-18 16,7-5-16-16,0 0-12 0,0-3-12 0,-6-1-14 0,6 0-16 15,0 2-28-15,0-2-41 0,0-3-51 0,0 0-65 0,-6 0-71 16,6-4-73-16,0 4-82 0,0-7-100 0,0 4-101 16,0-5-115-16,0 1-90 0,-7-5-32 0,7 5 18 0,0 0 38 15</inkml:trace>
  <inkml:trace contextRef="#ctx0" brushRef="#br2" timeOffset="143811.18">20346 15364 227 0,'-7'4'827'0,"0"0"26"0,-5 7 21 0,5-1-138 0,0 2-170 16,1 6-180-16,-1 0-109 0,-5 7-67 0,5 2-39 15,7-2-18-15,-7 5-12 0,1 2-22 0,0 1-24 0,-2-3-21 16,8 3-22-16,-6 3-8 0,6-2-4 0,-6-1-10 15,6-1-3-15,-7 1 0 0,7-4-2 0,0 4-3 0,-6-8-3 16,6 2-5-16,-7-5-3 0,7 0 0 0,0-7-5 0,0-5-2 16,-6-3-4-16,6 1 4 0,0-4-1 0,0-8-3 15,0 0-3-15,0-3-4 0,6-7-6 0,-6-1-9 16,0-4 1-16,7 1-15 0,-7-4-13 0,6-3-11 0,-6-6-16 16,7 3-11-16,-1-1-8 0,-6-1-6 0,6-7-12 0,2 4 2 15,-8-4 9-15,6-2 8 0,0 1 14 0,-6 6 16 0,7-4 15 16,0 6 14-16,-7-3 11 0,0 4 11 0,0 0 6 15,6 3 9-15,-6 0 7 0,0 0 8 0,0 4 9 16,0 1 12-16,6 2 8 0,-6 5 7 0,7-5 5 0,-7 5-2 16,6-1 4-16,1 4-7 0,0 1-7 0,-1-3-10 0,0 7-6 15,1-5-3-15,6 7-7 0,-6-4-1 0,5 5-4 0,2 3 1 16,-2 0 6-16,2 0 5 0,-1 3 6 0,6 1 4 16,-6 4 4-16,1 3 7 0,-2 0 1 0,-5 4 0 0,6-1-3 15,-7 1-1-15,7 3 1 0,-6 1 2 0,0-1 7 16,-7 3 3-16,0-2 6 0,-7 4 2 0,7-6 3 0,-7 1-1 15,1 1-4-15,-1-1-7 0,1-3-7 0,-7-4-7 0,6-1-7 16,1 3-8-16,0-10-4 0,-8 4-4 0,8-3-5 16,-1-4-2-16,1 3-5 0,-1-3-3 0,1 0-2 0,6 0-1 15,0 3-1-15,0-3-4 0,0 5 0 0,6-5-1 16,1 7 2-16,-1 0-1 0,7 1-3 0,-7 3 4 0,8 0 1 16,-1 3 0-16,0 4 1 0,-7-3 2 0,7 3 5 0,-6 0 4 15,0 5 13-15,-1-4 16 0,-6 1 17 0,-6-1 19 16,6 3 13-16,-7-4 10 0,-6 4 7 0,6-3 7 0,-6-1-2 15,0-3-14-15,1 0-18 0,-8-1-16 0,7-7-14 16,-7 1-14-16,8-5-14 0,-8 1-23 0,6-4-32 0,2 0-39 16,-1-4-45-16,-1 1-56 0,2-8-67 0,-2 4-78 0,1-4-75 15,7 0-82-15,-7-4-106 0,13-3-106 0,-7 0-154 16,1-1-46-16,6 0-8 0,-6 5 28 0,6 14 45 0</inkml:trace>
  <inkml:trace contextRef="#ctx0" brushRef="#br2" timeOffset="146451.59">12360 3205 543 0,'0'-11'774'0,"0"5"28"0,0-6-97 0,0 7-109 0,0-1-92 16,0 3-99-16,0 3-79 0,0-5-54 0,0 10-42 0,0-2-32 15,0 8-28-15,0 1-25 0,0 5-27 0,0 5-21 0,0 3-18 16,0 5-14-16,0 3-9 0,0 4-8 0,0 3-7 0,-6 4-3 16,6-4-6-16,0 4-2 0,-6 0-2 0,6-4-2 15,-6-3-5-15,6-1 0 0,-7-2-2 0,7-5-3 16,-7 1-1-16,7-9-3 0,-6 1-4 0,6-7-3 0,0-1 1 16,-7-2-1-16,7-2 0 0,-6-3-5 0,6-2 0 0,-7-2-5 15,7-3 1-15,-7 0-1 0,1-3-4 0,6-2-4 0,-6-2-1 16,0-3 0-16,-2-2 1 0,2-2 4 0,0-1 1 15,-1-3 1-15,1 3 3 0,-1 1 2 0,7-1 1 16,-7 1 6-16,7 6 8 0,-6 0 8 0,6 4 6 0,0 1 6 16,0 6 7-16,0 1 8 0,0 9 6 0,6 1 3 0,-6 4-1 15,7 0-3-15,0 8-3 0,-7-1-4 0,6 1-2 0,1 0-6 16,-7 3-2-16,6-3-7 0,0-4-3 0,-6-1-4 16,8-2 2-16,-2-5 1 0,-6-3 1 0,6 1 4 0,-6-5 3 15,6-3 1-15,-6-1 4 0,7-3 6 0,-7 0 0 16,7-3-3-16,-1-5-4 0,-6 2-6 0,7-6-6 0,-1 1-4 15,1-3-7-15,-7 2-7 0,7-6-6 0,-1 4-4 0,0-5-10 16,0 4-14-16,2-3-17 0,-2 0-26 0,0-1-26 16,1 5-30-16,-1-8-28 0,1 7-39 0,0-4-49 0,-1 1-23 15,0 1-34-15,0 2-17 0,2 1-18 0,-8-3-27 16,6 7-57-16,0 3-52 0,1-1-57 0,-7 1-122 0,0 7-50 16,0 0-30-16,0 0-9 0,7 4 26 0</inkml:trace>
  <inkml:trace contextRef="#ctx0" brushRef="#br2" timeOffset="147592.01">22326 4751 626 0,'0'-11'764'16,"0"-3"23"-16,0 2-112 0,-7 1-113 0,7 5-97 15,0-2-89-15,0 1-69 0,0 3-47 0,0 0-35 0,0 4-23 16,0 4-19-16,0 3-28 0,7 8-15 0,-7-1-13 0,6 6-10 16,-6 5 1-16,6 0-2 0,-6 4-2 0,0 0-8 15,7 5-6-15,-7-5-15 0,7 4-12 0,-7 0-11 0,6 0-13 16,-6-3-11-16,6-1-10 0,-6-4-7 0,0-3-7 15,7 0-1-15,-7-3-4 0,0-5-1 0,7-3-2 0,-7-1-2 16,0-1-1-16,0-6-4 0,0-3-6 0,0 0-12 0,6-3-13 16,-6-8-16-16,0 3-16 0,0-7-16 0,0 1-13 0,7-5-10 15,-7-2-6-15,0-1-1 0,0-4 5 0,0 1 5 16,-7-5 5-16,7-3 10 0,-6 0 9 0,6 0 12 16,-7-4 8-16,7 1 9 0,-7-1 8 0,1 3 9 0,0 2 15 15,6 3 19-15,-7 0 18 0,7 6 18 0,-7 5 21 0,7-1 21 16,0 9 17-16,-6-1 11 0,6 0 2 0,6 4 0 15,-6-1-7-15,7 5-7 0,0-1-5 0,-1 4-11 0,14 0-5 16,-7-4-5-16,-1 4-4 0,8 0-5 0,0 0-7 16,6 0-9-16,-7 0-9 0,1 0-9 0,-1 4-9 0,1-4-6 15,0 0-5-15,-1 0-7 0,0 4-20 0,1-4-30 0,-1 0-47 16,-5 0-63-16,-8 3-74 0,7 0-75 0,-6-3-83 0,-1 0-117 16,1 5-111-16,-14-1-124 0,7-1-96 0,-6 0-53 15,-8 5 22-15,2 3 46 0</inkml:trace>
  <inkml:trace contextRef="#ctx0" brushRef="#br2" timeOffset="147763.94">22364 4832 569 0,'-6'3'850'0,"6"4"50"0,0-2 23 15,0-2-142-15,6 1-163 0,1-1-128 0,0-3-80 16,-1 4-47-16,7-4-38 0,0 0-42 0,0 0-47 16,1 0-49-16,5 0-43 0,-6 0-42 0,0 0-33 0,7 0-28 15,-8 0-29-15,1 0-33 0,0 0-40 0,0 0-46 0,1 0-61 16,-2 0-64-16,2 0-70 0,-8 0-67 0,7 0-74 15,-7 0-88-15,8 0-83 0,-2 0-112 0,-4 4-80 0,-2-4-38 16,0 3 15-16,0 1 33 0</inkml:trace>
  <inkml:trace contextRef="#ctx0" brushRef="#br2" timeOffset="148529.42">22429 6172 145 0,'-6'-6'750'16,"6"1"35"-16,-6-2-1 0,-1 3-126 0,0 1-118 0,7-1-116 15,-6 4-102-15,6 0-64 0,0 0-47 0,0 0-31 16,-6 0-23-16,6 0-22 0,6 4-15 0,-6 3-4 0,0 0 1 16,6 4 10-16,-6 3 15 0,0 6 15 0,7-3 15 0,-7 10 8 15,7 2 2-15,-7 1-5 0,0 2-10 0,0 8-17 16,-7-4-18-16,7 8-19 0,-7-2-22 0,7-3-21 0,0 3-19 16,-6-3-16-16,6-6-11 0,0 0-9 0,0-4-7 15,0-3-13-15,6-4-19 0,-6-3-27 0,0-1-35 0,0-4-34 16,0-6-38-16,0 3-39 0,7-5-34 0,-7-1-27 0,0-5-17 15,0 0-2-15,0 0 11 0,0-8 11 0,0 1 33 16,-7 0 31-16,7-5 29 0,0 2 37 0,-6-5 36 0,6-4 30 16,-6 2 27-16,6-1 38 0,0-1 25 0,0-4 31 15,-7 6 45-15,7-2 38 0,0 1 35 0,0 3 39 0,7 3 20 16,-7 3 9-16,0-2-6 0,0-1-12 0,6 8-27 0,0-3-32 16,-6 4-32-16,14-1-35 0,-8 4-24 0,0 0-21 15,8 0-16-15,-1 0-16 0,0 0-13 0,-7 4-22 0,13-1-35 16,-5-3-43-16,-1 4-46 0,0-4-56 0,6 3-55 15,-5-3-67-15,-2 0-57 0,2 0-45 0,-2 4-44 0,-5-4-42 16,6 0-30-16,-6 0-23 0,5 0-21 0,-4-4-13 0,-2 1-26 16,0-1-26-16,0-3 22 0</inkml:trace>
  <inkml:trace contextRef="#ctx0" brushRef="#br2" timeOffset="148732.54">22729 6356 647 0,'0'-15'677'0,"0"4"-31"0,-6 4-44 15,6 3-38-15,-6-4-33 0,-2 6-40 0,2 2-56 0,6 2-58 16,-6 3-44-16,-1 6-32 0,1 0-26 0,6 4-26 15,-7 3-23-15,7 3-21 0,0 4-17 0,0 2-18 0,0 2-17 16,0 1-21-16,0 2-24 0,0-2-20 0,7 2-18 0,-7-1-15 16,6-3-16-16,-6-2-10 0,0-4-12 0,7 0-7 15,-7 0-3-15,6-4-3 0,-6 1-10 0,6-9-17 0,-6 5-25 16,8-8-31-16,-8 1-34 0,6-1-58 0,-6-3-53 16,0-1-48-16,0-3-51 0,0 0-41 0,0-3-35 0,0-1-52 15,0-3-60-15,-6-1-42 0,6 1-53 0,-8-4-102 0,8-3-38 16,0 2-13-16,-6 2 18 0</inkml:trace>
  <inkml:trace contextRef="#ctx0" brushRef="#br2" timeOffset="149654.29">22735 7715 192 0,'-6'-11'775'15,"6"0"39"-15,-6 4 23 0,6-1-109 0,-6 2-120 0,6 2-123 16,-8 4-98-16,8 0-59 0,0 7-39 0,0 4-30 0,0 3-38 16,0 8-40-16,0 0-32 0,0 8-21 0,0-5-18 15,8 8-14-15,-8-4-13 0,6 1-12 0,0 3-11 16,-6 0-9-16,6-4-11 0,-6 1-11 0,7-5-9 0,0 1-5 16,-1-5-6-16,-6 2-2 0,7-2-2 0,-7-6-3 0,6 4 1 15,-6-9 0-15,0 5-9 0,0-7-15 0,0 3-23 0,0-4-34 16,0-3-44-16,0 3-50 0,0-3-63 0,0-1-63 15,0 0-58-15,0-3-82 0,-6-3-86 0,6 0-88 0,0-1-115 16,-7-3-58-16,7-1-17 0,0-4 11 0,0 2 41 16</inkml:trace>
  <inkml:trace contextRef="#ctx0" brushRef="#br2" timeOffset="150560.45">22482 9093 553 0,'-20'0'891'0,"1"0"55"15,5-5 50-15,-5 5-132 0,6-3-189 0,0 3-144 16,7-3-98-16,-1-1-71 0,0 4-49 0,7-4-51 0,0 4-52 16,7-3-55-16,6-1-52 0,0 0-36 0,0 1-25 0,0 3-11 15,7-4-10-15,-1 4-7 0,1 0-3 0,0 0-2 16,-1 4-2-16,0-4-6 0,1 3-1 0,-1-3-2 0,1 4 0 15,-1 0 1-15,-5-1 2 0,-2-3-1 0,2 4-1 16,-8 0 1-16,7-1 3 0,-6-3-2 0,-7 3-1 0,6 2-2 16,-6-2 1-16,0 1 1 0,0-1 0 0,0 1 0 0,0 0 0 15,-6 3 3-15,-1 0 0 0,0 0 1 0,1 1-3 16,0-1 1-16,0 8 1 0,-8-3-1 0,8 2-2 0,-8-1 0 16,1 7-5-16,7-3 3 0,-14 6 2 0,8-2-3 31,-2 5 1-31,-5 0-9 0,6 3 3 0,0-3 5 0,-1 3 7 0,-5-3-1 0,6 4-2 0,0-5-1 0,-7 1 1 0,8-4 9 15,-2 3-2-15,2-7-5 0,5 4-1 0,-6-3-3 0,0-4 1 16,7-1 1-16,-8-3 1 0,8 0 1 0,6 0-3 16,-6-4 0-16,-1 0 0 0,7-2 0 0,0 2 0 15,0-4 0-15,0 1-3 0,0 0 1 0,0-1 2 0,7-3 2 16,-7 4 0-16,6-4 1 0,0 0 1 0,1 4 3 16,6-4 1-16,0 0 1 0,0 0 1 0,6 3-3 0,1-3-1 15,-6 0-1-15,5 0 0 0,0 5 3 0,8-5-5 0,-8 2-3 16,0 3-1-16,1-2 1 0,-1 1-5 0,7 0-10 15,-13-1-20-15,7 1-33 0,-6 0-28 0,-2-1-37 0,1-3-42 16,-6 4-46-16,-1-4-56 0,1 0-56 0,-7 0-48 0,0-4-83 16,0 1-91-16,-7-5-98 0,7 1-155 0,-13 0-49 0,0 0-4 15,7-5 27-15,-14-3 46 0</inkml:trace>
  <inkml:trace contextRef="#ctx0" brushRef="#br2" timeOffset="150763.54">22234 9389 441 0,'-6'-7'843'15,"0"3"34"-15,-2-3 28 0,2 4-131 0,6-2-168 0,6 5-136 16,2-3-78-16,4 3-44 0,1 3-26 0,7 2-16 16,-8-2-24-16,8 1-40 0,0 3-43 0,-1 0-42 15,1 4-35-15,6-4-32 0,-13 4-25 0,7 0-18 0,0 0-16 16,-8 0-11-16,8 1-8 0,-1-6-14 0,-5 1-22 0,-2 2-28 16,8-2-38-16,-7-3-42 0,-7-1-50 0,8 1-60 0,-2-1-64 15,-5 1-66-15,6-4-68 0,-7 3-95 0,7-3-98 16,-6 0-135-16,6 0-60 0,-7 5-20 0,-6-5 5 15,8 3 39-15</inkml:trace>
  <inkml:trace contextRef="#ctx0" brushRef="#br2" timeOffset="151325.98">22332 10914 823 0,'0'-5'893'16,"6"2"58"-16,-6-2-25 0,14 3-155 0,-8-6-167 0,7 4-114 15,7-3-73-15,-8 3-44 0,8 2-48 0,0-3-44 16,-1 1-48-16,1 1-52 0,0 3-47 0,-1-4-41 0,-6 4-30 15,13 0-23-15,-13 0-15 0,7 4-18 0,-8-4-21 0,1 3-26 16,1 1-35-16,-2-4-40 0,-12 5-49 0,8 1-61 16,-8-2-73-16,0-1-62 0,0 5-52 0,-8-4-58 0,2-2-65 15,-7 3-54-15,6-2-46 0,-6-3-41 0,1 5-50 16,-2-5-25-16,2 0 7 0,-8 0 52 0</inkml:trace>
  <inkml:trace contextRef="#ctx0" brushRef="#br2" timeOffset="151591.57">22410 10909 182 0,'-13'0'680'0,"0"0"0"0,7 0-56 0,-8 5-72 0,2-5-57 15,-2 4-54-15,8-1-56 0,-7 4-69 0,6 0-57 0,-6 1-36 16,7 6-31-16,-8-3-20 0,8 8-18 0,-6-5-12 16,5 4-8-16,0 0-9 0,1 4-6 0,6 1-2 0,-7-2-5 15,1 2 0-15,0 2-1 0,6 0 0 0,-8 5-2 0,8-4 0 16,-6-1-2-16,6 5-5 0,0-5-5 0,0 2-6 16,0-6-4-16,0 5-5 0,0-8-4 0,0 4-6 15,0-4-3-15,6 0-1 0,2-2-2 0,-8-1-2 0,6-1-10 16,7 0-3-16,-7-2-4 0,8-5-2 0,-2 4-1 0,8-4-7 15,-7 0-7-15,13 0-4 0,-6 1-2 0,6-5-6 0,-7 1-4 16,7-4-4-16,0 4-6 0,0-1 1 0,7-3-4 16,-7 0-14-16,0 4-29 0,-7-4-41 0,7 0-51 0,-6 0-56 15,-1 0-72-15,-5 0-77 0,-2 0-75 0,2 0-68 16,-1 0-88-16,-7-4-85 0,-6 1-77 0,0 3-128 0,0-4-19 16,-6-3 11-16,-1-1 42 0</inkml:trace>
  <inkml:trace contextRef="#ctx0" brushRef="#br2" timeOffset="151763.5">22397 11239 826 0,'-6'-7'892'0,"-1"0"49"0,7 0 16 0,0-1-149 15,0 4-175-15,0 1-126 0,7-1-84 0,5 0-61 16,-5 1-46-16,6 0-42 0,7-2-45 0,-1 5-53 0,-6 0-50 16,6 0-45-16,1 0-36 0,0 5-41 0,-1-5-47 0,1 0-52 15,0 3-59-15,-1 0-73 0,1 1-77 0,0-4-76 16,-8 4-89-16,8-1-97 0,-1 1-88 0,-5 0-94 0,-2 0-106 15,-6 3-36-15,1 0 24 0,0 4 44 0</inkml:trace>
  <inkml:trace contextRef="#ctx0" brushRef="#br2" timeOffset="152247.76">22338 12320 544 0,'0'-8'839'15,"-6"2"42"-15,6 6-34 0,-6 0-131 0,6 3-136 0,-7 4-128 16,0 8-84-16,1 0-55 0,6 3-37 0,-7 4-36 15,1 0-36-15,6 3-35 0,-6 1-31 0,6-1-31 0,0 2-25 16,0-2-15-16,0 1-18 0,0-4-13 0,0 0-9 16,6-4-7-16,-6-1-6 0,0 3-6 0,6-6-2 0,-6 1-3 15,0-4-3-15,7 0 1 0,-7-1-3 0,0-1-12 0,0-3-20 16,0-2-29-16,0 3-39 0,-7-3-54 0,7 0-62 16,-6-1-68-16,6-3-68 0,-6 0-97 0,6-3-98 0,0 3-101 15,0-8-153-15,0 8-45 0,0-7-12 0,0 0 35 16</inkml:trace>
  <inkml:trace contextRef="#ctx0" brushRef="#br2" timeOffset="152950.81">22488 14060 639 0,'6'-19'761'15,"-6"1"16"-15,8 0-105 0,-16 0-102 0,8 3-98 0,-6 1-92 16,-7 3-62-16,7 3-35 0,-14 5-20 0,8 0-14 0,-8 6-15 15,-6 4-21-15,-1 3-15 0,1 9-14 0,0 6-13 0,1 1-17 16,-1 11-10-16,-1 0-13 0,1 7-9 0,6 4-8 16,8-1-7-16,-1 0-9 0,-1 1-14 0,14-4-10 15,0 0-12-15,0-7-9 0,14-4-9 0,-1 0-9 0,13-8-7 16,-6-3-4-16,12-4 0 0,1-7 1 0,-1-3 3 0,1-8 0 16,-1-8 1-16,7-3 0 0,-6 1 0 0,-1-9 1 0,-6-3 3 15,0 0 6-15,1 1 9 0,-8-6 5 0,-6 2 3 16,0-1 2-16,-7-3-34 0,1 0-24 0,0-4 0 0,-7 0 0 15,-7 0 0-15,7 0 0 0,-13-1 0 0,6 2 0 16,-5 3 0-16,-2-1 0 0,2 4 0 0,-2 1 0 0,1 7-62 16,-6-4-100-16,6 7-53 0,-7 4-64 0,1 4-66 0,6 0-68 15,-6 7-56-15,5 0-82 0,-6 7-91 0,8 0-107 16,-1 4-129-16,-1 4-56 0,8 3 28 0,-7 4 44 0</inkml:trace>
  <inkml:trace contextRef="#ctx0" brushRef="#br2" timeOffset="153247.65">22254 15229 242 0,'-7'4'911'16,"1"3"44"-16,-7 4 39 0,7 3-49 0,-2 5-191 0,2 3-193 15,0 7-109-15,-8 0-66 0,8 5-38 0,0 2-29 16,6 1-37-16,-7 3-41 0,1 1-33 0,6-2-34 0,0-1-45 16,-7-2-39-16,7-3-31 0,0-4-13 0,0 0-11 0,7 1-9 15,-7-8-6-15,0 0-10 0,6-8-21 0,-6 1-26 0,0-4-30 16,7-4-39-16,-7 0-46 0,0-4-48 0,6 2-58 16,-6-1-64-16,0-8-59 0,0-4-48 0,0 1-63 15,0-3-81-15,6-5-82 0,-6 0-118 0,7-4-61 0,-7-2-17 16,0-2 9-16,0-2 40 0</inkml:trace>
  <inkml:trace contextRef="#ctx0" brushRef="#br2" timeOffset="155403.74">10498 3652 124 0,'0'-11'683'0,"0"-3"28"0,0 3-52 15,0-1-97-15,-6 4-77 0,6 2-63 0,0-5-57 0,0 8-45 16,-7-6-35-16,7 6-15 0,0-1-24 0,0 1-21 0,0 3-26 16,0 0-26-16,0 3-22 0,0 4-20 0,0 5-13 15,0-1-10-15,0 8-9 0,7-1 4 0,-7 3 3 0,0 8 2 16,0 1-6-16,0 0-8 0,-7 3-11 0,7 4-12 16,-7-5-11-16,7 0-12 0,0 2-15 0,-6-8-12 0,6 3-7 15,0-7-4-15,0 0-7 0,0-5-13 0,0 0-16 0,0-7-16 16,0 1-12-16,0-4-11 0,0-3-9 0,0-1-8 15,-6-3 1-15,6-3 5 0,0-1 13 0,-7-3 13 0,0-4 12 16,7 1 10-16,-6-7 12 0,-7 7 4 0,7-9 8 16,-1 5 2-16,-6 0 2 0,7-5 4 0,-2 5 6 0,-4 3 14 15,6 0 13-15,-1 3 16 0,0 1 9 0,7 7 6 0,-6-3 5 16,6 6 1-16,0 4-4 0,0 1-8 0,0 6-12 16,0 5-8-16,0-1-6 0,6 4-2 0,-6 3-4 0,0 2 1 15,7-2 0-15,0 1-3 0,-1-4 1 0,-6 3-4 16,6-3-5-16,0-3 1 0,2-1-5 0,-2-4-2 0,-6-3-3 15,6 1-2-15,-6-5-4 0,7-4-1 0,-7 1 1 0,7 0-3 16,-1-4 3-16,-6-4 1 0,7-3 3 0,-1 0-2 16,0-5 1-16,1 1 0 0,0 1-2 0,5-6 0 0,-5 2 0 15,0 0-5-15,6-5-1 0,0 1-5 0,-7-1 2 16,7 2-3-16,1-2-5 0,-2 1-6 0,-5 3-9 0,6 0-7 16,-7 0-9-16,1 4-8 0,-1 0-11 0,0 4-12 0,2 0-13 15,-8 0-18-15,6 2-14 0,-6 2-19 0,0 0-29 16,0 3-30-16,0-4-42 0,-6 0-42 0,6 1-36 0,0 3-31 15,0-3-60-15,0 3-64 0,-8 0-66 0,8 0-73 16,0 0-112-16,0 0-35 0,0 3 16 0,-6 0 23 0</inkml:trace>
  <inkml:trace contextRef="#ctx0" brushRef="#br2" timeOffset="157122.24">24311 4561 168 0,'0'0'787'0,"-6"3"43"0,0 0 4 16,0 6-142-16,-1 1-142 0,0 5-132 0,1 3-90 15,6 4-53-15,-7 0-40 0,1 7-31 0,6 5-32 0,0 1-29 16,-6 2-32-16,6 0-28 0,0 0-25 0,-8 0-17 16,8-1-9-16,0 1-15 0,0-8-3 0,-6 4-2 0,6-7-5 15,0 0-1-15,0-5 0 0,0-6-2 0,0 0 0 0,0-1 1 16,-6-6 2-16,6-1-3 0,0-3 4 0,0 0-3 15,0-4-1-15,0 0-1 0,-6-8-1 0,6 5-1 0,0-9-2 16,-8 2-1-16,8-5-5 0,-6-4 1 0,6-2-2 16,0-2-5-16,0-2-7 0,6 0-2 0,-6-9-10 0,0 1-3 15,0 0-2-15,8-4-1 0,-8 1 1 0,6 3 2 16,-6 0 5-16,6 0 6 0,0 4 8 0,-6 4 7 0,8 2 2 16,-2 2 10-16,0 2 7 0,-6 4 11 0,7 0 11 0,-1 4 7 15,1-3 3-15,0 2 4 0,-1 6 1 0,0-2-5 16,0-3-2-16,8 8-7 0,-8-1-10 0,7 1-4 0,1 3-1 15,-8 0 3-15,7 3 6 0,0 1 7 0,0 3 4 16,0 4 8-16,0 4 9 0,0 3 8 0,-6 3 3 0,5 6 2 16,2 2 2-16,-1 4-2 0,-7 3-1 0,1 1-4 0,-1 3-4 15,1 1-8-15,-1 3-5 0,0 0-9 0,2 0-9 16,-8-4-6-16,0 0-9 0,6 1-12 0,-6-9-8 0,0 5-20 16,0-7-25-16,0-1-36 0,0-4-51 0,0-6-64 0,-6-1-70 15,6-4-68-15,-8 2-109 0,2-9-113 0,0-3-118 0,-1-4-141 16,1-4-57-16,-7-3-6 0,6-1 37 0</inkml:trace>
  <inkml:trace contextRef="#ctx0" brushRef="#br2" timeOffset="157294.1">24311 4876 554 0,'-6'0'860'0,"12"-4"54"0,-6 4 18 0,8 4-156 16,-2-4-171-16,7 8-134 0,-7-6-92 0,8 6-64 15,-2 0-51-15,2 3-48 0,5-4-56 0,-6 1-47 16,0 2-55-16,0-3-54 0,0 1-64 0,7-1-68 0,-7 0-75 15,0-3-72-15,0 3-97 0,-1-3-120 0,2 0-125 0,-1-1-154 16,0 0-76-16,0 2-27 0,-1-1 5 0,2-1 43 16</inkml:trace>
  <inkml:trace contextRef="#ctx0" brushRef="#br2" timeOffset="157778.42">24254 6213 334 0,'0'-10'832'0,"0"-2"42"0,0 1 5 16,0 3-140-16,0 5-139 0,6 0-126 0,-6 3-87 0,0 3-57 16,0 5-46-16,0 1-34 0,6 8-33 0,-6 0-32 15,0 5-32-15,7 0-35 0,-1 4-22 0,-6 3-18 0,7 0-15 16,-7 4-12-16,7 0-12 0,-1-3-7 0,-6 3-9 16,6-7-12-16,0 3-4 0,2-4-2 0,-2-3-8 0,-6 1-11 15,6-6-15-15,-6 2-21 0,7-9-27 0,-7 6-27 0,0-5-41 16,0-4-54-16,0 0-57 0,-7-4-51 0,7 2-56 15,0-5-88-15,-6-5-90 0,6-2-100 0,0 0-154 0,-6-4-58 16,6-3 6-16,0-5 28 0</inkml:trace>
  <inkml:trace contextRef="#ctx0" brushRef="#br2" timeOffset="159200.14">24149 7822 230 0,'0'-12'761'0,"-6"1"47"16,-1 0-38-16,0 1-118 0,7-2-101 0,-6 1-95 0,-1 0-71 16,7 3-44-16,-6 5-34 0,6-4-31 0,-6 7-31 15,6 0-33-15,0 0-28 0,-8 7-31 0,8 4-30 0,0 4-29 16,0 4-16-16,0 6-12 0,0 0-3 0,0 4-2 0,0 5-3 15,8-1-2-15,-8 3-3 0,6 5-1 0,-6-4-5 0,6 3-4 16,1-4-7-16,6 1-7 0,-6-4-7 0,5 0-4 16,-5-7-5-16,6 3-4 0,0-7-2 0,0-4-3 15,0-4-1-15,-7 2-3 0,8-9 0 0,-2-3 0 0,2-1 1 16,-1-6 0-16,0-1 4 0,0-3-1 0,-7-9 1 0,8 6 2 16,-2-9 0-16,-5 1-2 0,-1-4 1 0,8-3-1 0,-8 3-2 15,-6-8 2-15,6 1-3 0,-6 0-2 0,0-5 0 16,0 2 0-16,0-2-4 0,7 2 2 0,-7 2 1 15,0 1-3-15,0 1 3 0,0 5 0 0,-7 4-7 0,7 5-8 16,0-1-15-16,0 8-23 0,0-5-20 0,0 9-26 0,0-4-28 16,0 7-29-16,0 0-32 0,7 4-35 0,-7-1-38 0,0 5-31 15,7-1-34-15,-7 0-31 0,0 0-60 0,6 1-60 16,-6-1-68-16,6 4-87 0,-6 4-83 0,7-1-26 16,-7 5 2-16,7-1 23 0</inkml:trace>
  <inkml:trace contextRef="#ctx0" brushRef="#br2" timeOffset="159887.56">24344 9513 201 0,'0'0'798'0,"0"-3"35"0,7 3-12 0,-7-4-149 0,7 1-154 16,-7-1-143-16,6-3-113 0,0 0-61 0,1-2-41 0,0 2-22 16,-1 1-20-16,0-2-23 0,1-3-19 0,0 4-13 15,6-4-8-15,-7 0-3 0,-6 3-1 0,6-3-3 0,1 1 4 16,0-1 1-16,-7 4 7 0,0-5 6 0,0 5 3 0,0-4 1 15,0 4 1-15,0 0 1 0,-7-1-4 0,-6 0-2 16,7 1-3-16,-7 0-3 0,6 3-4 0,-12 1-1 0,5-2-3 16,-5 2 0-16,-1 6 0 0,-6-3 0 0,7 8 0 15,-7-1-1-15,6 1 1 0,0 3-3 0,8 4-5 0,-8-1-6 16,13 4-6-16,1 1-3 0,0 3-7 0,6 3-3 0,0 1-6 16,6 0 0-16,0 3 2 0,8-3 3 0,-1 3 8 15,-1 0 3-15,2 1 18 0,-8-1 19 0,8-3 21 0,-8-1 19 16,0-3 17-16,1 1 16 0,-7-5 13 0,0 0 18 15,0 0 1-15,-7-3-169 0,1-4-2 0,0 3 0 0,-8-6 0 16,8 3 0-16,0-4 0 0,-8-2 0 0,1-5 0 0,7 0 0 16,-8 0 0-16,2-9 0 0,5 1 0 0,-6-2 0 0,0 0 0 15,0-6 0-15,0 2 0 0,-1 0 0 0,2-1-124 16,-1-4-73-16,0 4-4 0,0-3-6 0,-1 4-5 0,2 2-8 16,6-2-7-16,-2 3-10 0,-4-1-11 0,12 6-14 15,-7-5-7-15,7 3-12 0,0 1-19 0,0 2-44 0,0 3-58 16,0-2-44-16,7 1-34 0,-1 3-34 0,-6 0-43 0,0 0-62 15,6 0-50-15,-6 0 14 0</inkml:trace>
  <inkml:trace contextRef="#ctx0" brushRef="#br2" timeOffset="161309.29">24488 10921 271 0,'0'-12'870'0,"-13"2"43"0,7-2 37 16,-8 5-112-16,-6 1-184 0,1 1-168 0,6 5-105 15,-13 5-65-15,7-3-34 0,-8 9-24 0,7 1-25 16,-5 7-32-16,5 2-30 0,-6 8-28 0,6 4-24 0,1 3-16 15,6 9-17-15,0-1-10 0,0 3-8 0,13 5-9 0,-7-5-6 16,14 1-11-16,0-4-7 0,5-4-9 0,8-3-6 0,-1-5-7 16,7-2-2-16,1-5-2 0,-1-6 0 0,6-4 2 15,1-5 7-15,-7-6 5 0,7 0 9 0,-7-8 8 16,0-3 9-16,0-4 5 0,-1-4 6 0,-5-3 6 0,0 0 1 16,-7-5 2-16,-1 1-63 0,2-3-6 0,-8-4 0 0,-6-1 0 15,7 1 0-15,-7-4 0 0,0 0 0 0,-7 0 0 0,7 1 0 16,-6-2 0-16,0 1 0 0,-2 0 0 0,2 0 0 15,0 7-105-15,-1 1-68 0,1 3-40 0,-1 0-45 0,1 7-51 16,-1 1-50-16,1 3-52 0,0 0-55 0,6 4-89 16,-8 3-99-16,8 4-127 0,0 0-84 0,0 0-21 0,0 4 15 15,0 7 41-15</inkml:trace>
  <inkml:trace contextRef="#ctx0" brushRef="#br2" timeOffset="162121.7">24260 12411 697 0,'0'-7'768'0,"-6"-4"-7"0,6 4-123 0,0-1-112 0,0 1-89 16,-8 0-85-16,8 0-54 0,0-1-29 0,0 5-26 0,-6-4-7 16,6 2-10-16,0 2-9 0,0 0-14 0,0 3-11 15,0 0-13-15,-6 0-11 0,6 3-5 0,0 0-2 0,0 9 0 16,0 6 1-16,-6 1 2 0,6 9-2 0,-8 5 4 0,2 7-3 15,0 4-8-15,-7 0-14 0,6 5-19 0,0-6-61 16,7 5-61-16,-6-4 0 0,12-4 0 0,-6-3 0 0,7-4 0 16,6-8 0-16,0 0 0 0,7-2 0 0,-8-9 0 15,8 1 0-15,0-4 0 0,5-7 0 0,-5-4 0 0,7 0 0 16,-1-7-30-16,-7-4-2 0,7-4 6 0,-6 1 0 0,0-1 6 16,-1-7 6-16,-6 4 3 0,0-5 2 0,-1-2 0 0,2 0-4 15,-8-5-4-15,1-3-6 0,-1 0-5 0,-6-4-4 16,7 1-3-16,-7 3 2 0,0-4 2 0,0 8 5 15,0 3 6-15,0 1 16 0,0 6 15 0,0 5 12 0,0 2 8 16,-7 5 2-16,7 0 4 0,0 7 0 0,-6 7 1 0,6 0-5 16,-7 8-6-16,7 7-8 0,-6-3-3 0,6 6-2 0,-6 4-3 15,6-3-1-15,0 8-3 0,-8-7-3 0,8 0-8 16,8-1-17-16,-8-1-22 0,6 1-32 0,-6-7-32 0,6 2-40 16,-6-6-47-16,7 3-49 0,-7-7-53 0,6 0-52 15,-6 1-43-15,7-6-36 0,-7-2-62 0,6 0-69 0,-6-1-71 16,7-3-111-16,-7 0-59 0,6-3-15 0,-6-1 15 0,6 0 30 15</inkml:trace>
  <inkml:trace contextRef="#ctx0" brushRef="#br2" timeOffset="163027.85">24169 13910 486 0,'0'-4'753'0,"-7"0"26"15,0 1-100-15,1 0-121 0,0 3-103 0,6-5-93 0,-7 5-61 16,0 0-28-16,7 0-11 0,-6 8-4 0,6-1-2 15,0 1-8-15,0 6-6 0,0 5-6 0,-7 3-6 0,7 3-7 16,0 1-13-16,-6 0-18 0,6 2-20 0,-6 6-23 16,6-1-24-16,-8-1-22 0,2 5-20 0,6-4-21 0,-6 1-16 15,6-2-12-15,0-2-13 0,0-5-8 0,6 1-10 0,-6-4-16 16,0 0-25-16,6-4-31 0,-6 1-37 0,0-5-48 0,8-3-50 16,-8 1-51-16,0-6-51 0,0-2-40 0,6 0-26 15,-6-4-15-15,6 0-23 0,-6-4-33 0,7 0-33 16,-7-2-21-16,0-6-8 0,6 1-3 0,-6 0 9 0,0-4 22 15,7 1 51-15,-7-4 94 0,0 3 111 0,-7 0 111 0,7 1 115 16,0-1 113-16,0 0 117 0,-6 3 108 0,6 2 73 0,0-1 46 16,0 5 17-16,0-6 2 0,0 4-13 0,0 1-32 15,0 3-46-15,0 1-52 0,0 0-35 0,6-2-32 16,1 2-26-16,6 3-26 0,-7 0-22 0,1 0-22 0,6 0-26 16,0 0-26-16,-6 3-28 0,6-3-28 0,-1 5-21 0,2-2-19 15,-8-3-25-15,8 3-34 0,-2-3-41 0,1 4-50 0,1-4-57 16,-2 4-57-16,2-8-55 0,5 4-62 0,-6-4-79 15,0 1-75-15,7 0-63 0,-8-2-64 0,8-2-88 16,-7 0-43-16,0-4-9 0,0 4 33 0</inkml:trace>
  <inkml:trace contextRef="#ctx0" brushRef="#br2" timeOffset="163199.78">24534 14016 119 0,'-14'0'815'0,"8"-4"52"0,-1 4 32 0,1 0-107 15,-1 0-126-15,1 4-121 0,-1 3-105 0,1 4-64 16,6 4-57-16,-6 0-32 0,6 4-35 0,0-2-36 0,0 2-39 15,0 3-34-15,0 1-32 0,0 2-23 0,0 0-23 0,6 1-18 16,-6-1-19-16,0 1-24 0,0-1-26 0,0 0-33 16,0 2-40-16,0-2-53 0,0-3-59 0,-6 4-61 0,6-1-57 15,0 2-47-15,-8-2-65 0,2 4-74 0,6-4-72 16,-6 5-67-16,-1-3-101 0,0 2-41 0,1 0-2 0,0 3 20 16</inkml:trace>
  <inkml:trace contextRef="#ctx0" brushRef="#br2" timeOffset="163715.26">24149 15466 596 0,'-13'0'840'0,"0"5"37"0,6 3-56 15,1-2-158-15,0 5-175 0,-2 4-121 0,2 3-74 0,0 5-44 16,0-2-28-16,-1 5-28 0,0 4-19 0,1-5-10 16,6 8-13-16,-7-4-31 0,7 1-22 0,-6 3-19 0,6-4-10 15,-6 0-8-15,6 1-15 0,0-1-16 0,0-7-10 16,0 3-10-16,0-7-5 0,0 4-4 0,0-7-3 0,0-4-1 16,0 0-4-16,0 0 0 0,0-8-4 0,0 5-2 0,0-8-2 15,0 0-3-15,0-4 2 0,6-3-3 0,-6-4 5 16,0-4 1-16,0 1 1 0,6-4 2 0,-6-1 4 0,0-4 4 15,7 2-3-15,-7-8-4 0,6 3-6 0,-6-3-10 16,7 0-4-16,0-5-7 0,-1 5-10 0,0-3-6 0,0-2-6 16,2 2 8-16,-2 2 4 0,0 1 5 0,1 0 5 0,-1 3 7 15,1 3 5-15,0 6 8 0,-1-3 6 0,0 3-2 16,8 2 5-16,-8 4 5 0,0 0 3 0,1 4 7 0,0-1 6 16,6 5 10-16,-1-4 9 0,-4 7 11 0,4 3 12 15,2 4 11-15,-8 1 10 0,7 3 7 0,0 7 4 0,-6 0 2 16,5 5-2-16,2 5-6 0,-8 2-8 0,0-1-11 0,7 8-10 15,-6-3-14-15,0 2-9 0,-1 1-11 0,-6-2-6 16,6-1-6-16,-6 3-5 0,0-4-2 0,0-1-8 0,0-1-10 16,0-4-22-16,-6 0-26 0,6-2-41 0,-6-3-53 15,6-3-62-15,-7-1-68 0,0-6-72 0,7-2-97 0,-6-2-95 16,6-5-93-16,0-3-117 0,0 0-65 0,-7-3-9 0,1-5 19 16,0 0 51-16</inkml:trace>
  <inkml:trace contextRef="#ctx0" brushRef="#br2" timeOffset="163871.5">24162 15746 659 0,'-13'-5'945'0,"7"1"49"0,-1 1 44 16,-6-1-160-16,13 4-213 0,-7-3-167 0,7 3-112 0,0 0-70 15,7-4-48-15,-1 4-43 0,8 0-41 0,-8 0-42 16,7 4-34-16,6-1-30 0,-5 1-33 0,5 3-39 0,1-2-50 16,0 1-59-16,-1 5-71 0,-6-3-81 0,6 2-83 15,1-2-92-15,-7 3-120 0,7-3-123 0,-8-5-155 0,8 4-72 16,-7-2-19-16,0 2 21 0,-6-4 45 0</inkml:trace>
  <inkml:trace contextRef="#ctx0" brushRef="#br2" timeOffset="165637.01">2526 3359 645 0,'0'0'830'16,"-6"4"33"-16,0-1-90 0,-1 4-148 0,0 2-152 0,1 1-110 16,6 5-68-16,-6-1-49 0,6 8-31 0,0 1-28 0,0 2-30 15,0 1-26-15,0 3-31 0,0 4-25 0,6 1-22 0,-6-2-15 16,0 0-10-16,6-2-10 0,-6 3-8 0,7-3-4 0,-7-5-4 15,7 1-4-15,-7-1-10 0,6-7-10 0,-6 2-13 16,6-3-13-16,-6-2-7 0,0-3-10 0,0-2-6 0,0-3-1 16,0 1 5-16,-6-4 1 0,6-1 5 0,0-3 6 0,-6 0 2 15,-1 0 8-15,0-3 8 0,7-1 1 0,-6-4 3 0,0-3 11 16,-1 5 5-16,-6-6 6 0,6-3 7 0,-5 1 2 16,5-2 6-16,0-1 5 0,-5 2 5 0,4-3 10 0,2 4 16 0,0 2 19 15,-1 1 16-15,1 4 17 0,6 3 5 0,-7 1 2 16,7 3 4-16,0 3-6 0,0 4-5 0,0 4-9 0,7 8-11 15,-7-5-12-15,6 8-8 0,-6 0 1 0,7 1-3 0,-1-1-4 16,0-1-8-16,2 5-8 0,-2-8-8 0,7 5-1 0,-6-9-1 16,-1 0-7-16,0-2-5 0,7-1-2 0,-6 0 2 0,-7-8 2 15,7 4 6-15,-1-2 2 0,0-5 4 0,1-5 4 0,0 2 4 16,-1-4 0-16,0-1-2 0,1-3-4 0,-1 1-3 16,1-6-2-16,0 2-6 0,-1-1-6 0,0 0-8 0,2-2-12 15,-2 2-18-15,6 1-20 0,-12-5-31 0,7 4-34 0,0 5-42 16,-1-3-52-16,-6 3-51 0,0-5-48 0,7 8-58 0,-7-4-76 15,6 0-79-15,0 4-83 0,2-5-129 0,-8 2-47 0,6 2-13 16,0-2 13-16</inkml:trace>
  <inkml:trace contextRef="#ctx0" brushRef="#br2" timeOffset="167527.37">26142 4657 527 0,'-6'-4'736'0,"6"-1"-33"16,0 2-98-16,-7-1-86 0,7 1-74 0,0-1-59 15,0 4-52-15,-7-4-40 0,7 4-27 0,0 0-24 0,-6 0-23 16,6 0-22-16,-6 0-20 0,6 0-23 0,0 4-16 0,-7 0-21 15,7-1-13-15,0 9-8 0,0-5 0 0,-7 4-1 16,7 7 5-16,0 0 7 0,-6 4 8 0,6 4 9 0,0 3 5 16,0 0-4-16,-7 8-7 0,7-3-7 0,0 2-15 15,-6 0-19-15,6 0-15 0,0 1-18 0,0 0-14 0,0 0-11 16,0-4-9-16,6-4-6 0,-6 1-2 0,7-5-3 0,-7-3-3 16,6-4-4-16,-6-3-3 0,7-4-2 0,-7-4-2 15,0 1-1-15,7-5 4 0,-1 2 0 0,-6-10 2 0,6 2 0 16,1-8 4-16,0 0 3 0,-1-4 2 0,0-3 0 15,1 0-6-15,-1-4 4 0,1 0 0 0,0-3 1 0,-1-6-1 16,0-1-4-16,2 2-3 0,-2-2 0 0,0 2-3 0,0 1-1 16,1 3 0-16,0 5 2 0,-7 6 1 0,6 0 4 15,-6 3 3-15,7 5 3 0,-7 4 1 0,6 3 8 0,-6 8 7 16,6 2 7-16,-6 9 8 0,8-1 8 0,-8 7 7 16,6 1 6-16,0 7 7 0,0 0-3 0,2 4-3 0,4-5-7 15,-5 5-8-15,13 0-12 0,-8-5-4 0,8-2-7 0,-1-4-7 16,-5-4-4-16,4 0-3 0,2-7-1 0,0-5 1 15,-7 1 4-15,7-7 2 0,-8-8 0 0,2 1 3 0,5-5 3 16,-6-2 2-16,-6-9 2 0,5 1 3 0,-4-4-8 16,-2 0-12-16,0-4 0 0,-6-3 0 0,7 0 0 0,-7-5 0 15,0 2 0-15,0-2 0 0,0-5 0 0,0 2 0 0,0-4-10 16,0 5-54-16,0-5-19 0,0 4-16 0,6 1-20 0,-6 3-18 16,0 4-16-16,0 3-13 0,0 5-12 0,0 2-15 15,0 4-19-15,0 5-28 0,0-2-32 0,0 5-37 16,0 3-28-16,0 4-39 0,0 0-51 0,-6 0-60 0,6 8-70 15,0-1-81-15,0 8-101 0,0-1-21 0,0 9 5 0,0-2 36 16</inkml:trace>
  <inkml:trace contextRef="#ctx0" brushRef="#br2" timeOffset="168121.05">26037 6078 172 0,'0'-8'801'0,"0"-3"37"0,0 4 34 15,-6-4-124-15,6 4-137 0,-6-1-138 0,-1 1-87 16,7 3-56-16,-6 0-36 0,6 2-31 0,-7 2-33 0,7 2-33 16,0 2-34-16,-7 7-24 0,7-1-20 0,0 13-12 15,-6-1-4-15,6 7-5 0,0 4 0 0,0 1 0 0,6 6 1 16,-6 4-5-16,7-1-11 0,0 1-12 0,-1 0-12 0,7 0-6 15,-7-7-9-15,14 0-13 0,-6-5-11 0,5-2-9 16,-6-5-5-16,6-3-2 0,1-3-2 0,-7-4-4 0,7-4 1 16,0-8 1-16,-8 1-1 0,8-8 0 0,-1-3 1 15,-5 0-1-15,-2-8 0 0,2-4 1 0,5 2-1 0,-13-6-6 16,8-2-4-16,-8-5-3 0,6-3-7 0,-4 1-2 0,-2-5-8 16,0-4-3-16,1 1-1 0,-1 0 2 0,1 0 2 15,0-1 4-15,-7 5 9 0,6 6 5 0,0 1 10 0,-6 7 13 16,0 4 8-16,0 0 11 0,0 7 5 0,0 7 1 15,0 0 0-15,0 4 2 0,-6 8-1 0,6 6-5 0,-6 1 2 16,6 7-3-16,-7 3 2 0,7 2 1 0,-7 5 5 0,1-3-1 16,6 4 1-16,0 4-5 0,0-4-5 0,0 4-9 15,0-5-4-15,0 1-2 0,0-4-11 0,6 1-12 0,-6-4-21 16,7-1-28-16,0-6-37 0,-7 2-35 0,6-5-46 16,-6-2-49-16,0-3-51 0,6-4-49 0,-6 1-39 0,0-1-32 15,0-3-50-15,0-4-75 0,6 0-77 0,-12-4-99 0,6 0-96 16,0-2-38-16,-6-6-1 0,6 5 35 0</inkml:trace>
  <inkml:trace contextRef="#ctx0" brushRef="#br2" timeOffset="169542.78">26227 7894 573 0,'0'-8'918'0,"-7"5"49"0,7-4 40 0,-7 3-172 16,7 4-192-16,-6-3-141 0,6-1-92 0,6 0-63 0,1 4-45 15,0 0-40-15,6-4-45 0,7 4-34 0,-8-3-34 0,8 3-30 16,-1 0-23-16,1 0-23 0,0 0-25 0,-1 0-24 0,7 3-26 16,-14-3-31-16,8 0-35 0,-6 4-42 0,-1-4-50 15,-7 0-49-15,0 0-47 0,1 0-54 0,-7 0-38 16,0 0-26-16,0 0-16 0,0-4-19 0,-13 1-28 0,7 3-23 15,-7-4-16-15,6 1 3 0,-12-1-3 0,5 0 4 0,2-3 16 16,-8 3 39-16,1 1 82 0,5 0 89 0,-5-1 86 16,6-1 84-16,-6 5 83 0,5 0 78 0,2-3 77 0,4 3 76 15,-4 0 60-15,5 3 46 0,-6-3 33 0,6 0 16 16,1 5 2-16,6-1-2 0,-6-4-15 0,0 3-21 0,6 4-31 16,-8-3-29-16,8 7-18 0,-6-1-13 0,6 2-5 0,-6 5-6 15,-1 0-7-15,7 4-16 0,-7 1-18 0,1 0-23 16,-1 3-24-16,7 1-17 0,-6 4-22 0,6-1-21 0,-6 0-22 15,6-4-16-15,0 4-13 0,0 1-12 0,0-4-7 16,0 0-10-16,6-5-3 0,-6 2-4 0,6-2 1 0,-6-3-1 16,0 1-3-16,7-1-3 0,-7-3-2 0,6-4 1 0,1 0-4 15,-7 0 1-15,7 0-2 0,-7-4 3 0,6 1 0 16,-6-4 2-16,6 2 1 0,2-2-3 0,-8 0 3 0,6-1-1 16,0-3 0-16,0 5-4 0,8-5-1 0,-1 0 0 15,-1 0-4-15,2 0 1 0,-2 0 1 0,2 0-3 0,5-5-3 16,-5 5-8-16,4-3-12 0,2-1-22 0,-7 4-27 0,1 0-40 15,-2-4-42-15,2 4-47 0,-8 0-56 0,0 0-60 16,1 0-63-16,-7-3-62 0,7 0-91 0,-1-6-88 0,-6 3-107 16,0-5-113-16,0 3-44 0,0-2 17 0,0-2 43 0</inkml:trace>
  <inkml:trace contextRef="#ctx0" brushRef="#br2" timeOffset="169730.32">26181 8176 252 0,'0'-2'868'0,"-6"2"51"15,6-5 51-15,0 2-95 0,0-2-156 0,6 2-160 0,0 3-122 16,2-4-102-16,4 1-56 0,1-1-49 0,7 0-45 16,-8 4-53-16,8-3-58 0,0 3-60 0,-7 0-57 0,7 3-56 15,-2-3-62-15,-4 4-61 0,5 0-60 0,-5-1-55 16,4 1-47-16,-4-1-63 0,-8 5-60 0,8-1-58 0,-8 1-65 16,1-1-105-16,-7 1-30 0,6 3 9 0,-6 0 40 0</inkml:trace>
  <inkml:trace contextRef="#ctx0" brushRef="#br2" timeOffset="170261.45">26037 9232 256 0,'-6'6'807'0,"-7"6"33"0,0 3 24 15,0-1-136-15,1 4-170 0,4 4-161 0,-4 4-98 0,-2 0-52 16,8-1-34-16,-1 5-25 0,1-1-27 0,0 1-35 16,-1-5-32-16,7 4-17 0,0-6-18 0,0 2-20 15,0-3-14-15,0-5-9 0,0 3-5 0,0-9-3 0,0 3-1 16,0-6 0-16,0-1-4 0,0 0 3 0,0-3 3 0,0-1 2 15,0-3 2-15,0 0-2 0,0-3 2 0,-7-1-2 0,7-3-2 16,0-4-2-16,0-1-4 0,0 2-4 0,0-5 0 16,0-3-4-16,0-1-5 0,7-2-6 0,-7-5-11 0,7 0-8 15,-7-6-8-15,6-1-9 0,0-1-8 0,-6-2-5 16,13-1-3-16,-6 5 8 0,0-2 7 0,-1 1 6 0,0 4 9 16,8 0 10-16,-8 4 7 0,0 2 8 0,1 4 7 0,0 1 1 15,-1 4 3-15,1 2 7 0,-1 2 2 0,0 3 4 16,2 3 4-16,4 0 5 0,-6 4 5 0,8 4 3 0,-8 3 5 15,7-3 7-15,-6 11 10 0,6-5 10 0,0 9 10 16,0 3 8-16,0 0 9 0,0 7 7 0,0 0 11 0,1 8 1 16,-2 3 1-16,-6 4-5 0,8 0-5 0,-1 4-12 0,-7-4-11 15,8 0-12-15,-8 0-13 0,0-1-13 0,0-2-12 16,-6-4-10-16,8-5-12 0,-2 2-6 0,-6-5-8 0,0-3-17 16,0-5-29-16,-6-2-37 0,6-5-57 0,-8 1-67 0,2-4-73 15,0-3-97-15,-8-6-119 0,8-2-116 0,-7-2-134 16,0-3-96-16,6-2-39 0,-11 0 21 0,4-8 45 15</inkml:trace>
  <inkml:trace contextRef="#ctx0" brushRef="#br2" timeOffset="170402.12">25972 9513 344 0,'0'0'901'0,"-6"-3"55"0,6-1 55 0,6 4-143 16,-6 0-159-16,0 4-146 0,14-4-114 0,-8 3-81 15,7-3-57-15,0 0-50 0,0 5-58 0,1-2-56 0,4 1-68 16,-4-1-67-16,5 5-75 0,1-5-82 0,0 5-92 0,-1-5-95 15,1 4-123-15,0-2-147 0,-2-5-161 0,2 3-127 16,-1 1-75-16,-5-1 7 0,6 1 43 0,-8 0 66 0</inkml:trace>
  <inkml:trace contextRef="#ctx0" brushRef="#br2" timeOffset="171651.92">26390 10847 230 0,'6'-10'724'0,"0"-5"37"15,-6 4-92-15,0 3-88 0,0-2-65 0,0 2-56 16,0 1-59-16,0 3-60 0,0 0-46 0,0 1-33 0,0 3-26 15,-6 0-16-15,0 7-14 0,6 4-4 0,0 0-6 0,-7 7-1 16,7 5-3-16,-7 2 0 0,1 0-7 0,6 2-7 16,0 5-8-16,0-3-15 0,0 4-15 0,0-4-18 0,0 5-13 15,0-2-16-15,0-3-13 0,6 5-15 0,-6-5-50 16,7-3-15-16,0-4 0 0,-7 3 0 0,6-6 0 0,-6-1 0 16,6 0 0-16,0-2 0 0,-6-6 0 0,0 1 0 0,8-3 0 15,-8-1 0-15,6 0-93 0,-6-3-43 0,0-1-35 0,0 1-44 16,0 0-49-16,0-4-50 0,0 0-48 0,0 0-51 15,0 0-42-15,0-4-76 0,0 0-88 0,0 1-102 16,0-1-106-16,0 4-38 0,0 0 16 0,0 0 37 0</inkml:trace>
  <inkml:trace contextRef="#ctx0" brushRef="#br2" timeOffset="172136.24">26455 12511 288 0,'6'-8'741'15,"0"1"49"-15,1 0-35 0,0-1-108 0,-7 5-81 0,0-1-75 16,0 0-69-16,0 4-46 0,-7 0-24 0,7 0-24 0,-7 4-24 16,-5 3-29-16,5 1-36 0,-6-1-30 0,0 8-26 15,-7-4-16-15,8 7-17 0,-8 0-20 0,7 1-18 0,-7 6-17 16,1 1-16-16,-1-1-16 0,-6 5-18 0,6-1-12 16,1 4-14-16,-1-4-15 0,-6 0-20 0,7 1-29 0,-1-5-32 15,8 1-41-15,-2-1-50 0,2-2-63 0,5-5-75 0,-6 0-69 16,6 1-61-16,1-9-85 0,0 2-91 0,6-5-95 15,-8-4-121-15,2 1-41 0,6-4 0 0,0-4 29 0,0 4 51 16</inkml:trace>
  <inkml:trace contextRef="#ctx0" brushRef="#br2" timeOffset="172370.59">26077 12441 255 0,'0'-4'853'0,"0"0"46"16,0 1 57-16,6 3-96 0,1 7-153 0,-1 0-134 15,8 5-82-15,-2-2-43 0,2 5-17 0,-2 4-23 0,8 3-34 16,-1-1-44-16,1 1-53 0,6 4-52 0,-7-1-121 0,7 5-104 16,1-4 0-16,-1 3 0 0,-6-3 0 0,5-1 0 15,-5 1 0-15,0-1 0 0,-1 1 0 0,1-3 0 0,-8-3 0 16,2-1 0-16,-2-1 0 0,-5 1 0 0,0-1 0 0,-7-6-121 16,6 6-180-16,-6-7-69 0,-6 4-66 0,6-1-53 15,0-3-53-15,0-4-86 0,0 0-103 0,0-2-160 0,0 2-36 16,0-7 8-16,6 3 45 0,-6 1 46 0</inkml:trace>
  <inkml:trace contextRef="#ctx0" brushRef="#br2" timeOffset="173417.36">26037 14155 382 0,'-6'4'805'0,"0"1"36"0,-1 1 12 0,1 5-146 15,-1-1-165-15,0 6-140 0,1 2-84 0,6 4-48 16,0 0-25-16,0 3-28 0,0-3-26 0,0 8-40 0,6-4-38 16,-6-1-29-16,0 0-22 0,7 1-19 0,-7-3-11 0,0-1-6 15,7-1-6-15,-7-2-5 0,0-1-2 0,0-3-6 16,6-1-2-16,-6 1 2 0,0-4-1 0,0-3-1 0,0-1-1 15,-6-4 0-15,6 2-4 0,0-5-7 0,0 0-7 16,-7 0-7-16,7-5-6 0,0-3-12 0,-7 1-14 0,7-4-11 16,0-3-7-16,0-4-4 0,0-1-3 0,0-3-2 0,-6-4-7 15,6 1 3-15,0-4 2 0,0-1 3 0,0 1 7 16,6-4 1-16,-6 4 8 0,0-1 8 0,0 1 8 0,-6 4 16 16,6-1 6-16,0 3 10 0,0 2 13 0,0 3 12 15,0-1 11-15,0 5 9 0,0-1 10 0,0 0 1 0,0 4 11 16,0 1 2-16,0-1-5 0,0 3-3 0,0 0-8 0,6 1-5 15,-6 0-8-15,7 0-6 0,0-1-12 0,-7 5-2 16,6-4-3-16,1 2-1 0,-1 2 2 0,0-4-3 0,-6 7 1 16,8-4 2-16,-2 0 1 0,0 1 3 0,0 3 0 15,-6 0 0-15,8 0-2 0,-2 0-1 0,0 0-2 0,1 0 3 16,-1 0 0-16,1 3-2 0,0-3-1 0,-1 4 3 0,0 0-2 16,1-4 3-16,0 3-3 0,-7 1 5 0,6-1-5 15,0-3-2-15,1 5 2 0,-7-5-6 0,6 0 0 0,1 3-4 16,-7-3 5-16,0 0-9 0,7 0 5 0,-7 0 3 0,0 0 2 15,0 4 1-15,0-4 3 0,0 0 2 0,0 0 0 16,0 3-1-16,6-3 1 0,-6 0 1 0,0 4-3 0,0 0 1 16,0-1-3-16,6 1 2 0,-6 0-2 0,0-1 9 15,8 4-4-15,-8 1-5 0,0 0-1 0,0-1 0 0,6 0-3 16,-6 5 1-16,0-2 4 0,-6 1-3 0,6 4 8 16,0-4 7-16,-8 0 8 0,2 3 6 0,6-3 9 0,-6 4 2 15,-1-5 1-15,-6 2-2 0,6-1-7 0,-5 0 0 0,5-3-6 16,-6-1-2-16,7 0-4 0,-1-3 2 0,0-1 3 15,1 1-2-15,6 0 3 0,-7-1-3 0,7 1-6 0,0-4-3 16,0 3 0-16,7 2-5 0,-7-2-6 0,6 0-2 16,1 1-1-16,6 3-2 0,0 4 8 0,-6-2-2 0,12 1-1 15,-6 1 5-15,6 0 10 0,-5 4 8 0,-2-1 8 0,8 1 12 16,-13-1 12-16,5 4 13 0,-4 1 13 0,-2-4 10 16,-6 3 6-16,-6-3 6 0,6-1 7 0,-8 1 4 0,-4 0-6 15,5-1-8-15,-6-3-11 0,0 0-16 0,1-3-13 0,-2 2-16 16,1-6-15-16,0 3-26 0,-6-3-28 0,5 0-33 15,2-1-37-15,-2-3-43 0,-5 0-52 0,5-3-62 0,2-1-67 16,-2 0-59-16,2-3-70 0,-1-4-97 0,-1 3-97 16,8-6-132-16,0 3-75 0,0-3-17 0,-2-1 9 0,8 5 42 15</inkml:trace>
  <inkml:trace contextRef="#ctx0" brushRef="#br2" timeOffset="174011.04">25927 15789 350 0,'-6'19'828'0,"-1"-1"34"15,0 0 31-15,-5 0-149 0,5 4-172 0,0-2-151 0,1-3-93 16,-1 5-48-16,7-7-38 0,-6 4-37 0,6-9-38 0,0 5-41 15,0-5-40-15,0-2-28 0,0-1-16 0,0-3-14 16,0-1-6-16,0-3-3 0,0 0 1 0,0-3 1 0,6-4 2 16,-6 0 2-16,7-5-1 0,-1-2-2 0,1-4-4 15,-7-1-2-15,7-4-3 0,-1-2-4 0,0 0-5 0,1-4-4 16,0 0-4-16,5-5 0 0,-5 1-5 0,-1 0-1 0,8 0-2 16,-8 4 2-16,8-1 0 0,-8 1 1 0,0 4 2 15,0 3 0-15,1-4 5 0,0 8 1 0,-1 0-1 0,1 4-1 16,-1-3-1-16,0 3 0 0,2 7 1 0,-2-4 3 15,0 4 1-15,0 3 5 0,2 4 8 0,4 0 10 0,-5 4 18 16,6 3 11-16,-6 4 15 0,5 0 12 0,2 8 11 0,-2 3 7 16,1 0-1-16,1 3-5 0,-8 4-13 0,8 1-10 15,-8 2-16-15,6 2-14 0,-5-1-13 0,6-1-10 0,-6 4-9 16,-1-2-5-16,8-4-3 0,-8 2-9 0,0-2-23 16,-6-4-17-16,6-1-28 0,-6-3-51 0,0 0-42 0,0 0-54 15,0-4-62-15,-6 1-56 0,0-9-65 0,0 2-98 0,-2-8-93 16,2-4-81-16,-7 0-117 0,0-4-47 0,0-3 4 15,1 0 28-15</inkml:trace>
  <inkml:trace contextRef="#ctx0" brushRef="#br2" timeOffset="174136.03">25980 15873 498 0,'-14'-6'975'0,"1"-2"58"0,0 4 46 0,0-3-110 0,7 7-180 16,-1-4-196-16,0 1-152 0,1 3-106 0,6 0-72 16,6 0-54-16,-6 0-45 0,14 7-44 0,-2-7-64 0,8 7-68 15,-1-3-77-15,1-4-90 0,0 3-109 0,5 2-108 0,1-2-167 16,1-6-187-16,-1 3-185 0,0-5-92 0,0 5-10 15,1-3 32-15,-9 6 71 0</inkml:trace>
  <inkml:trace contextRef="#ctx0" brushRef="#br2" timeOffset="176745.18">6388 3312 98 0,'0'-18'784'0,"0"2"31"0,0 2 16 15,0 2-125-15,-6-2-147 0,6 3-140 0,0 4-92 16,-6 0-50-16,6 3-29 0,0 0-20 0,0 4-16 16,0 0-24-16,0 4-23 0,0 7-30 0,6 4-23 0,-6-1-23 15,6 8-15-15,1 3-8 0,0 5-2 0,-7 0 0 0,6 2-7 16,-6 5-3-16,6 0-11 0,-6 3-1 0,8-3-7 0,-8 0-3 15,0-4-8-15,0-4-9 0,0 0 1 0,6-4-5 16,-6 0-4-16,0-2-5 0,6-4-10 0,-6-5-12 16,0 1-9-16,0-5-13 0,0 2-16 0,0-9-15 0,-6 5-10 15,6-8-8-15,-6 3-2 0,-2-6 2 0,2 3 6 0,0-4 10 16,-1-3 11-16,0-5 13 0,1 5 11 0,-7-4 7 0,7-3 8 16,-8 2 6-16,8 1 6 0,0 2 9 0,6-4 6 15,-7 6 10-15,0 4 7 0,7-1 9 0,0 4 8 0,0 4 7 16,0-1 4-16,7 9-1 0,0-1-2 0,-7 3-5 15,6 1-4-15,0 3-9 0,1 1-3 0,0-1-2 0,-1-4-2 16,1 5 0-16,-1-9 1 0,7 5 1 0,-6-7 0 0,-1 3 5 16,0-8 1-16,2 1-2 0,-2 0-2 0,0-4-1 15,1-4-2-15,-1-3-5 0,7 0 2 0,-6-5-4 16,-1 1-8-16,8-3-11 0,-8-1-18 0,7 0-23 0,-7-2-33 16,7-2-35-16,0 4-44 0,-6 1-45 0,6-5-42 0,-7 5-40 15,8-1-43-15,-8 0-66 0,0 4-71 0,1 0-79 16,-1 4-113-16,1 0-73 0,-7-1-34 0,0 8 2 0</inkml:trace>
  <inkml:trace contextRef="#ctx0" brushRef="#br2" timeOffset="178151.21">28252 4734 265 0,'0'-5'758'0,"0"2"36"0,-7-1-73 0,7 0-130 16,0 4-111-16,0 0-102 0,0 0-83 0,0 4-48 15,-6 8-32-15,6-2-30 0,0 7-24 0,0 3-19 0,0 2-17 16,0 7-14-16,0-4-14 0,0 9-15 0,0-2-13 0,0 1-6 16,0 0-1-16,0 1 1 0,6-2-6 0,-6 1 0 0,0-4 4 15,7 1 2-15,-7-4 1 0,0-4-2 0,0 0-5 16,0-8-10-16,0 1 3 0,0-1-7 0,0-7-12 15,0 5-7-15,0-9-10 0,0 5-6 0,0-8-5 0,0 0-6 16,-7 0-7-16,7-8-11 0,-6 1-13 0,6-1-10 0,0-6-5 16,0 3-7-16,-6-8-6 0,6-2 1 0,0-1 1 0,-6-4 5 15,6 0 7-15,0-3 7 0,0-4 5 0,-8-4 4 16,8 0 6-16,0-2 6 0,-6-5 2 0,0 0 7 16,6 3 9-16,-7 1 9 0,7 4 10 0,0 2 12 0,-7 2 12 15,7 7 9-15,0-2 6 0,0 8 3 0,0 1 1 0,0 1-1 16,0 2-4-16,7 0-2 0,0 4-4 0,-1 4 0 0,0-1 1 15,8 5 5-15,-2-1 5 0,2 4 9 0,5 4 10 16,-5-1 9-16,4 5 8 0,2-1 2 0,0 4 1 16,-1 0 2-16,1 4 2 0,-1 3-2 0,-5-4-3 0,-2 5-7 15,2 3-4-15,-2-4 1 0,2 4 5 0,-8 0-1 0,-6-3-2 16,7 3-7-16,-7-9-53 0,0 7-30 0,-7-3 0 0,7-2 0 16,-6-4 0-16,-1 0 0 0,0 1 0 0,1-2 0 15,-8 1 0-15,8-3 0 0,-6 0 0 0,5-6 0 0,-6 3-49 16,0 2-186-16,-7-3-74 0,8-1-82 0,-2 1-72 15,1 0-71-15,0-1-98 0,0 1-109 0,1-4-153 0,-2 3-50 16,8-3-1-16,6 0 29 0,0 0 51 0</inkml:trace>
  <inkml:trace contextRef="#ctx0" brushRef="#br2" timeOffset="179401.08">28525 6353 626 0,'0'3'854'0,"0"-3"49"0,0 0-96 0,0 0-122 0,0-3-124 15,0-2-120-15,0-2-89 0,0 0-71 0,0 0-54 16,0-4-52-16,7-1-47 0,-7 5-41 0,7-4-27 15,-1 0-21-15,-6 0-9 0,7 0-6 0,-7 0-4 0,6 0 5 16,-6 0 5-16,0 0 2 0,0 0 2 0,0-1 6 0,0 3 1 16,-6-2 3-16,-1-1 2 0,1 5-4 0,-8-4-5 15,2 4-3-15,-2 3-7 0,-5 1-5 0,-1-2-7 0,-6 5-4 16,0 8-2-16,7-4-4 0,-7 3-3 0,0 4-2 16,6 1 0-16,1 1-4 0,-1 6 1 0,1-1-3 0,5 1-1 15,8-1-2-15,0 3 0 0,6 2 0 0,6 3-1 0,-6-1 2 16,13 1 2-16,-6 4-2 0,12-2 2 0,-5 1 1 0,4 5 3 15,2-5 4-15,0 1 5 0,-1-2 14 0,1 2 14 16,-7-4 17-16,7-1 18 0,-8-3 16 0,-6 0 21 16,2-4 15-16,-2 0 11 0,0-2 3 0,-6-2-5 0,-6-2-7 15,0-5-12-15,-2 3-13 0,2-6-18 0,-13 0-18 0,6-1-16 16,-6-6-13-16,-1 3-12 0,0-4-19 0,1-3-3 0,-1 0-1 16,0 0-27-16,-5-5-23 0,5-2-26 0,0 3-34 15,1-4-35-15,-1 4-35 0,8-4-30 0,-8-3-35 16,7 3-32-16,0 4-31 0,6-3-26 0,1 3-15 0,6 3-8 15,0 1-23-15,0 2-51 0,0 3-53 0,6-2-51 0,1 4-67 16,-1 4-114-16,8-2-43 0,-8 6-2 0,7 1 27 0</inkml:trace>
  <inkml:trace contextRef="#ctx0" brushRef="#br2" timeOffset="180463.47">27913 7656 736 0,'-6'-3'840'16,"6"-1"53"-16,-7 0-107 0,1 1-128 0,6 3-118 0,0-4-97 15,0 1-60-15,0 3-41 0,6-4-39 0,7 4-38 16,1-3-35-16,5 3-31 0,0 0-26 0,8 0-22 0,-1 3-24 16,0-3-22-16,7 0-18 0,-1 4-18 0,1-1-14 0,-1-3-15 15,7 4-10-15,-7-4-6 0,1 0-9 0,-1 3-5 0,-5-3-8 16,-1 0-10-16,0 0-16 0,-7 0-21 0,-5 0-21 15,-2 4-23-15,-6-4-16 0,2 0-20 0,-8 4-19 16,0-1-14-16,-8 1-4 0,2-1-5 0,-6 2 3 0,-2-1 4 16,1-1 4-16,1 0 3 0,-2-3 20 0,-5 4 20 0,6 0 18 15,0-4 22-15,-1 3 15 0,2-3 17 0,-2 4 19 0,8-4 36 16,-7 4 28-16,7-1 28 0,-8 1 30 0,8 3 26 16,0 4 25-16,-8 0 18 0,14 5 15 0,-6-2 2 15,0 4-4-15,-1 4-7 0,7 0-12 0,-7 0-15 0,7 3-12 16,0 2-7-16,0 2-11 0,-6-4-13 0,6 4-16 0,0-4-17 15,0 6-13-15,0-6-8 0,0 0-13 0,0 1-13 0,0-4-11 16,6 0-8-16,-6 0-5 0,0-3-10 0,0-1-19 16,0-3-29-16,0 3-37 0,0-7-41 0,0 0-48 15,0 4-57-15,0-5-62 0,-6 1-60 0,6-3-48 0,0 0-61 16,0-6-76-16,0 3-80 0,0-5-99 0,0 0-83 0,0 0-26 16,0 0 13-16,0 0 35 0</inkml:trace>
  <inkml:trace contextRef="#ctx0" brushRef="#br2" timeOffset="181276">28350 9371 490 0,'0'0'772'0,"0"-3"12"16,-7 3-128-16,7-5-131 0,0-2-112 0,0 4-103 0,7-5-81 15,-7 1-58-15,0 0-40 0,0 0-31 0,7-4-24 0,-1-1-19 16,0 1-16-16,0-3-9 0,8-1-3 0,-8 0 6 0,1 4 10 15,-1-3 8-15,1 3 12 0,0 0 17 0,-1 0 11 16,-6 4 13-16,0-5 8 0,0 5-4 0,0-4-6 16,-6 4-7-16,-1 0-14 0,0 2-14 0,-6-2-15 0,7 4-10 15,-8-5-15-15,2 5-7 0,-1-1-6 0,-7 4-7 0,0 0-1 16,8 0-3-16,-2 0 0 0,-5 4-1 0,6 3-3 0,0 0-1 16,1 5 1-16,4-2-1 0,2 5-1 0,0 4-1 15,6-1 0-15,0 4-2 0,6 3 4 0,0 1 12 16,2 3 16-16,-2 4 17 0,6 1 16 0,2 2 16 0,-1-3 18 15,-1 4 15-15,2-1 9 0,-2-3-2 0,-5 0-3 0,6-3 5 16,-6-1-1-16,-1-4 2 0,1 1-4 0,-7-8 3 16,0 0 5-16,0 1 6 0,-7-9-4 0,1 2-11 0,-7-1-9 15,-1-7-14-15,2-1-25 0,-2-3-67 0,-5 0 0 16,-1-7 0-16,8 3 0 0,-8-7 0 0,0 3 0 0,7-6 0 16,-6-1 0-16,6 0-33 0,-7-2-99 0,7-5-43 0,0 3-49 15,0-4-53-15,1 6-45 0,-2-5-42 0,8 4-34 0,-1-1-17 16,7 5-31-16,-6 3-53 0,6-1-51 0,6 9-41 15,-6-1-56-15,7 4-103 0,-7 0-31 0,12 12 6 16,-4 2 38-16</inkml:trace>
  <inkml:trace contextRef="#ctx0" brushRef="#br2" timeOffset="182307.14">27998 10767 336 0,'-6'0'778'16,"-1"0"10"-16,7 0-57 0,-7 3-131 0,1 5-118 0,-1 3-110 15,1 3-75-15,6 5-42 0,-6 2-26 0,-1 5-1 16,0 4-25-16,1-1-14 0,6 4-22 0,-6 3-26 0,-1 1-26 16,7 0-21-16,0 3-13 0,-7 0-10 0,7-2-12 0,7-6-12 15,-7 4-13-15,0-6-6 0,7-1-1 0,-1-3-4 16,-6-4-6-16,0-4-4 0,6-3-3 0,-6-4-2 16,7 0-3-16,-7-4 0 0,0-3-2 0,0-1-2 0,0-3-4 15,0 0-4-15,0-3-8 0,0-1-11 0,0-3-13 0,-7 0-13 16,7-8-13-16,0 0-13 0,-6-3-15 0,6 0-10 0,-6-8-7 15,6 0 0-15,-7 0 2 0,7-3 3 0,0-4 7 16,-7 3 12-16,7-2 18 0,0 3 15 0,0-1 11 16,0 4 11-16,0 1 13 0,0-1 7 0,0 5 5 0,0-2 2 15,0 2-1-15,0 2 2 0,7 1 3 0,-7-4 0 0,0 7-1 16,0-3 1-16,0 4-1 0,7-1 1 0,-7-4-2 0,6 9 0 16,-6-5-1-16,6 4 2 0,1-5 1 0,0 6 3 15,-1-1-1-15,0 0 0 0,1-1 0 0,6 2 0 0,-6 3 2 16,-1-1-4-16,8 1 0 0,-8 0 0 0,6 3 0 15,-5 4 3-15,6-4 3 0,0 4 4 0,-7 4 6 0,8 0 8 16,-1-1 6-16,0 4 7 0,0 5 8 0,-7-1 7 16,8 0 0-16,-2 3 5 0,-5 1-4 0,6 0-4 0,-7 3 0 15,1-3-5-15,-1 3-3 0,1-3-2 0,0 3-2 0,-7 0-3 16,0 0 0-16,0-3-1 0,-7 3-4 0,7-3-5 0,-7 0-3 16,1-4-1-16,-1 3-10 0,-5-3-2 0,5 1-2 15,0-2-3-15,-5-2-2 0,5-1 0 0,0-3-2 16,-6-1-6-16,7 2 3 0,6-3-3 0,-7-2-5 0,1 5-1 15,6-5-3-15,0 0-1 0,6 3 1 0,-6-3 3 0,7 8 1 16,-1-2 0-16,1 2 5 0,-1 4 3 0,8 2 3 16,-2 0 1-16,2 5 3 0,-8-2 0 0,7 6 0 0,0-2 8 15,0 2 2-15,-7 3 7 0,8-1 13 0,-8 1 13 16,-6-5 9-16,6 5 15 0,-6-3 10 0,-6-5 9 0,0 4 10 16,0-4 5-16,-8 0-3 0,1-3-4 0,0-1-7 0,0-3-11 15,-7 0-8-15,8-3-14 0,-8 0-11 0,7-4-13 16,-7-4-11-16,8 0-9 0,-8-4-11 0,7-1-15 0,-1-1-19 15,2-2-23-15,-8 0-32 0,14-7-38 0,-8 5-40 16,8-5-55-16,-7-3-48 0,7 0-39 0,-1-4-34 0,0 0-43 16,7 0-55-16,-6 3-49 0,6-3-61 0,-6 5-71 0,6-2-90 15,6 4-33-15,-6 5 4 0,0-2 33 0</inkml:trace>
  <inkml:trace contextRef="#ctx0" brushRef="#br2" timeOffset="183291.41">28057 12430 35 0,'0'-3'673'15,"-7"-5"27"-15,7 4-67 0,-6 0-99 0,6-3-81 16,0 4-63-16,-7-1-51 0,7 0-48 0,-7 1-45 0,7-1-39 16,-6 4-34-16,6 0-20 0,0 0-12 0,0 7-9 0,-6 1-4 15,6 2-8-15,0 6-10 0,0 4 0 0,0-1 3 16,0 6 2-16,0 2 4 0,6 2-5 0,-6 1-7 0,0-1-8 16,0 4-8-16,6 0-11 0,-6-4-10 0,7 4-13 15,-7-3-17-15,7-1-11 0,-7 0-6 0,6-4-7 0,-6-3-7 16,7 0-4-16,-7-4-3 0,0 1-4 0,6-4-5 0,-6 0-12 15,0-5-15-15,0-2-18 0,0-1-22 0,0 0-22 16,0-3-26-16,0-4-20 0,0 0-17 0,0 0-5 0,0-4-1 16,0-3 4-16,0 0 11 0,0-1 19 0,-6-2 23 15,6-2 20-15,-7-2 19 0,7-2 22 0,0 3 29 0,0 1 30 16,0-2 34-16,0 3 33 0,0 3 28 0,0-3 24 0,0 4 14 16,0 3 9-16,0 1-7 0,0-1-7 0,7 1-21 15,-1 3-28-15,-6 0-23 0,6 0-21 0,8 3-14 0,-8-3-16 16,1 4-27-16,6-1-42 0,0 5-55 0,0-5-57 15,0 2-56-15,0-2-57 0,0 0-83 0,6-3-89 0,-5 0-74 16,-2 0-63-16,-4 0-62 0,4 0-75 0,1-3-32 0,-6-5 18 16</inkml:trace>
  <inkml:trace contextRef="#ctx0" brushRef="#br2" timeOffset="183463.33">28343 12628 276 0,'0'-12'768'0,"-6"2"56"0,-1 2-50 15,1 1-77-15,-1 3-76 0,0 4-80 0,1 0-86 0,0 8-58 16,0 3-41-16,-2-1-38 0,2 9-36 0,6-1-37 0,-6 4-30 15,6 0-31-15,0 0-29 0,-7 4-32 0,7 0-29 16,7-1-26-16,-7 1-20 0,0-1-17 0,6 0-27 16,-6 2-25-16,6-1-32 0,-6-5-41 0,8 5-54 0,-8-4-67 15,0 3-66-15,6-3-76 0,-6 1-82 0,0-4-108 0,0-2-113 16,0 2-135-16,0-5-68 0,-6 5-25 0,6-1 12 0,0 1 41 16</inkml:trace>
  <inkml:trace contextRef="#ctx0" brushRef="#br2" timeOffset="184197.56">27888 14243 681 0,'-7'0'820'0,"0"4"37"16,1 3-86-16,0 8-142 0,-2-1-139 0,2 1-105 0,0 7-67 16,-1-1-43-16,1 6-36 0,-1 2-39 0,7-4-44 0,-6 5-38 15,6 0-37-15,0-4-28 0,0 2-21 0,6-2-13 16,-6-4-11-16,7 0-6 0,-1-4-4 0,-6 1-11 0,7-4-5 16,-7-1-7-16,6-3-2 0,-6-4-3 0,0-4-1 15,0 1 0-15,0 1-1 0,0-5 1 0,0-5 3 0,0 1 5 16,0-2 1-16,0-5-1 0,0 0-6 0,0-4-7 0,6-3-2 15,-6-5-5-15,0 1-2 0,8-3-5 0,-8-1-5 16,6 1-2-16,-6-9 4 0,0 5 9 0,0-4 8 0,6 1 9 16,-6-2 6-16,0 1 6 0,0 4 8 0,7 0 11 15,-7 4 9-15,0-1 16 0,0 3 13 0,7 3 13 0,-7-3 9 16,0 4 10-16,6-3 7 0,-6 8 5 0,6-1 1 0,1 1-9 16,-7 3-4-16,6-1-4 0,8 1-2 0,-2 4 3 15,2 3 0-15,-2 1 3 0,1 3 3 0,7 0 6 0,-6 3-3 16,-2 5-6-16,8-1-4 0,-7 5-8 0,-1-2-9 15,-4 1-10-15,4 3-9 0,-12 5-9 0,7-4-7 0,-7 3-4 16,0 0-2-16,-7-3-4 0,1 7-2 0,0-7-3 0,-2 3 0 16,-4 1-3-16,-1-5 0 0,6 1 1 0,-6-5-1 15,1 1 1-15,-2 0-2 0,8-3 1 0,-8-1 0 0,8-2 2 16,-7-3-1-16,7 6 1 0,-1-5 2 0,7 1 5 0,-7 4 14 16,1-6 6-16,6 6 19 0,0 0 16 0,0-1 15 15,6 4 12-15,-6-3 7 0,0 2 0 0,7 1-10 0,0 0-6 16,-1 1-17-16,7 2-16 0,-7-3-16 0,8 3-11 15,-8 2-8-15,8-5-10 0,-2 4-12 0,1-1-18 0,0 0-22 16,0 1-31-16,1 0-33 0,-8-1-39 0,7 1-39 16,0-1-35-16,0 1-41 0,-7 4-41 0,8-4-39 0,-8 3-42 15,0-1-73-15,1 2-80 0,6-1-98 0,-13 1-163 0,6-2-53 16,7 3-8-16,-6 2 27 0</inkml:trace>
  <inkml:trace contextRef="#ctx0" brushRef="#br2" timeOffset="184853.74">27705 15529 453 0,'-7'-3'986'0,"-5"-5"57"0,5 5 42 0,1-4-81 0,6 3-213 15,0-1-182-15,0 2-126 0,13-4-77 0,-1 3-57 0,8 1-47 16,0 0-47-16,5 3-48 0,9-5-53 0,-9 5-90 0,7 0-64 15,8 0 0-15,-7 5 0 0,-1-5 0 0,7 0 0 0,-7 3 0 16,1-3-44-16,-7 3-77 0,7-3-25 0,-13 0-23 16,6 4-19-16,-14-4-2 0,1 0 10 0,-6 0 20 15,0 4 25-15,-7-4 25 0,0 0 26 0,0-4 21 0,-7 4 28 16,0 0 17-16,-6-4 15 0,7 4 14 0,-7-3 13 0,6 3 15 16,1 0 14-16,-7 0 15 0,6 0 11 0,-6 3 11 0,7 1 6 15,-1 3 1-15,-6 1-4 0,13 6-8 0,-6-3-8 16,0 8-8-16,6-1-9 0,-8 3-6 0,8 5-6 15,0-3-9-15,0 2-4 0,0 4-2 0,0-3 0 0,0 4-3 16,0-2-4-16,0 2-5 0,0-4-3 0,0-1-1 0,0 1-3 16,0-1-5-16,0-2-5 0,0-1-3 0,8-5-1 0,-8-2-2 15,0 4-10-15,0-9-32 0,0 2-31 0,0-2-27 16,0-2-28-16,0-1-39 0,-8 0-52 0,8-2-53 16,0-2-56-16,-6-3-33 0,6 0-30 0,0-3-66 0,-6-4-76 15,6-1-80-15,-7 0-87 0,7-3-93 0,-6 1-24 0,6-2 10 16,-7 1 33-16</inkml:trace>
  <inkml:trace contextRef="#ctx0" brushRef="#br2" timeOffset="186541.06">30095 4546 482 0,'0'-7'878'0,"0"0"25"0,0-1 0 16,0 4-172-16,0 4-184 0,0 0-139 0,0 4-78 16,-6 7-45-16,6 0-19 0,-7 7-4 0,1 4-6 0,6 3-6 15,-7 5-17-15,7 7-22 0,-6-1-20 0,6 1-23 0,0 4-23 16,0-1-21-16,0 0-23 0,0 1-16 0,0-5-18 0,0-3-16 16,6 3-16-16,-6-6-8 0,7 0-6 0,-7-5-3 15,6 0-4-15,1-6-7 0,-7-1-15 0,0-3-19 16,6 0-26-16,-6-8-34 0,0 0-42 0,0 1-51 0,0-5-61 15,0-3-73-15,0 0-63 0,0 0-57 0,0-7-87 0,0 0-94 16,0-4-108-16,0 0-148 0,0-4-51 0,6 0 7 16,2-3 24-16</inkml:trace>
  <inkml:trace contextRef="#ctx0" brushRef="#br2" timeOffset="187525.32">29874 6223 233 0,'-7'-3'793'0,"7"-4"50"0,-6 3-38 0,-1 1-101 0,7 0-91 15,0-2-96-15,0 1-83 0,0 1-48 0,0-2-33 16,0 3-25-16,7-2-30 0,6 1-35 0,-7-2-37 0,8 5-31 15,5 0-25-15,0 0-24 0,1 0-26 0,6 5-22 0,0-2-21 16,0 1-18-16,7 3-14 0,-1 0-12 0,-6-2-10 16,7 1-10-16,-7 2-4 0,0-5-19 0,0 5-21 0,-7-5-28 15,1 5-31-15,0-5-39 0,-7 1-35 0,-7 0-39 0,0-1-42 16,2-3-32-16,-8 4-29 0,0 0-13 0,-8-4-3 16,2 0 8-16,0-4 14 0,-7 4 21 0,-1 0 28 0,2 0 36 15,-2 0 33-15,2 4 33 0,-8-4 35 0,7 3 28 16,0-3 22-16,0 3 18 0,0 2 20 0,0-5 22 0,6 0 33 15,-6 3 26-15,7 1 29 0,-7-1 35 0,7 1 34 16,-2 3 31-16,8 1 31 0,-6 2 21 0,0 9 17 0,-1-5 9 16,1 9 5-16,-1-1-4 0,7 6-3 0,-6-1 1 0,6 6-4 15,-7 0-9-15,7-1-14 0,-6 5-17 0,6 0-16 16,0 0-21-16,0-1-22 0,6 1-27 0,-6-4-30 0,7 0-20 16,-1 0-20-16,-6-4-15 0,7 1-13 0,-1-8-30 0,1 3-3 15,-7-7-6-15,6 0-52 0,0-3-47 0,2 0-49 16,-8-8-54-16,0 5-61 0,6-9-74 0,-6 4-71 0,0-7-69 15,0 0-91-15,0-4-91 0,0 1-110 0,0-5-107 16,0-3-52-16,0 0 27 0,0 1 46 0</inkml:trace>
  <inkml:trace contextRef="#ctx0" brushRef="#br2" timeOffset="188353.43">29991 7733 560 0,'0'-7'710'16,"-6"-1"-48"-16,6 1-110 0,0 0-95 0,-7 3-73 16,7-3-55-16,0 3-49 0,0 4-46 0,-7 0-27 0,7 8-11 15,0-1-14-15,0 4-12 0,0 7-7 0,0 1-6 0,0 3-4 16,0 3-5-16,0 4-5 0,0 0-15 0,0 5-8 15,0-1-8-15,0 0-2 0,0 0-6 0,0-1-7 0,7 2-8 16,0-2-10-16,-7 2-14 0,6-5-8 0,-6-4-11 16,7 5-11-16,-1-4-12 0,-6-5-10 0,6-2-4 0,1-1-12 15,-7-7-16-15,0 0-22 0,7 1-26 0,-7-5-25 0,0 0-30 16,0-3-35-16,0-1-30 0,0-3-24 0,0 0-15 16,-7-3-9-16,7-1 1 0,0-3 3 0,0-5 14 0,-7 1 26 15,7 0 23-15,0-4 13 0,0 1 35 0,0-1 33 16,-6 0 30-16,6-2 30 0,0 2 35 0,0 0 33 0,0 0 30 15,0 0 47-15,0 1 29 0,-6 3 30 0,6 0 27 0,0 0 22 16,0 0 8-16,6 4 4 0,-6-1-1 0,0 1-14 16,0 0-23-16,6 3-25 0,1-3-26 0,0 7-29 0,-1-4-25 15,0 4-23-15,8 0-21 0,-8 0-17 0,7 4-21 0,7-4-34 16,-8 4-40-16,2-4-51 0,5 3-59 0,-6-3-62 16,7 4-63-16,-1-4-82 0,1 0-95 0,-1-4-88 0,-5 4-84 15,6-3-94-15,-2-5-65 0,-4 5-7 0,-1-4 20 16</inkml:trace>
  <inkml:trace contextRef="#ctx0" brushRef="#br2" timeOffset="188556.45">30382 7899 598 0,'-7'-8'811'0,"1"0"26"0,-1 5-76 0,-6-5-92 15,6 5-86-15,1 3-96 0,0 0-69 0,0 3-46 0,-2 1-30 16,2 3-26-16,6 4-23 0,0 4-28 0,0 4-24 16,0-4-23-16,0 6-23 0,0 1-26 0,6-1-26 0,-6 2-27 15,8 3-26-15,-2-1-24 0,0-3-20 0,0 0-17 16,1 4-12-16,0-3-21 0,-1 2-20 0,1-7-25 0,-1 3-31 15,-6-2-34-15,7-4-42 0,0 3-49 0,-1-3-49 0,-6-1-50 16,0 1-53-16,6 0-45 0,-6-4-57 0,0-3-84 16,0-2-94-16,0-2-127 0,0-4-75 0,0 7-27 0,-6 1 14 15,6-4 30-15</inkml:trace>
  <inkml:trace contextRef="#ctx0" brushRef="#br2" timeOffset="189446.99">29959 9100 539 0,'-7'-4'837'0,"7"-4"48"0,-7 5-66 0,7-4-126 0,0 3-119 15,0 1-115-15,0-1-71 0,7 0-47 0,-7 1-33 16,7 3-26-16,5-4-31 0,2 4-33 0,5 0-33 0,-6 0-27 16,6 4-26-16,8-4-27 0,-8 3-26 0,8 1-24 15,-2 0-17-15,1-1-15 0,0 1-11 0,0-4-12 0,1 4-16 16,-1-1-20-16,0 0-27 0,-7-3-23 0,1 5-29 0,-1-5-29 16,-6 0-35-16,0 3-26 0,-6-3-18 0,0 0-15 15,-1 4-5-15,-6-4 3 0,0 0 9 0,0 0 14 0,-6 0 26 16,-1 0 25-16,0-4 26 0,1 4 33 0,-1 0 26 15,1 0 22-15,-8 0 19 0,8 4 19 0,0-4 7 0,0 0 14 16,-8 0 20-16,8 3 16 0,-1-3 21 0,1 4 23 0,-1-4 21 16,0 7 21-16,1-3 22 0,0 3 21 0,0 5 14 15,-8 2 9-15,14 1 8 0,-6 3 5 0,-1-1 3 0,0 6 4 16,1 3 2-16,-1 0-2 0,1 3-7 0,6 0-9 16,0 0-10-16,-6 4-15 0,6-3-14 0,6-1-19 0,-6-3-20 15,0-1-22-15,6 1-16 0,-6-1-19 0,7 1-15 0,-7-3-12 16,6-3-11-16,-6 3-8 0,7-9-4 0,-7 5-9 15,7-4-19-15,-7-5-24 0,6 2-36 0,-6-5-38 0,0 0-47 16,0 1-53-16,0-5-54 0,0 2-53 0,0-3-48 16,6-2-41-16,-6 0-45 0,0 0-65 0,0-2-64 0,0 2-77 15,0-5-129-15,0-2-41 0,8 3-3 0,-8-3 26 0</inkml:trace>
  <inkml:trace contextRef="#ctx0" brushRef="#br2" timeOffset="190478.18">29926 10895 194 0,'-6'-4'821'0,"-1"4"27"0,7 0 35 0,-7 4-150 16,1 0-145-16,0 6-136 0,6 5-83 0,-8 0-44 0,2 7-25 15,0-1-18-15,-1 5-28 0,1 0-35 0,-1 4-33 0,7 2-32 16,-6-2-25-16,-1 2-26 0,7 2-24 0,0-5-20 16,-6 0-16-16,6 0-6 0,0-3-11 0,0-5-6 0,-6-1-6 15,6-2-5-15,0-4-2 0,0 1 1 0,0-8-2 16,0 1 0-16,0-1 1 0,0-7 0 0,0 0-2 0,0 0 0 15,-8-3 1-15,8-5-1 0,0 1-2 0,0-8-6 0,0 1-8 16,8-5-7-16,-8 1-6 0,0-8-11 0,6 0-10 16,0 0-18-16,1-6-6 0,-1 3 0 0,1-5 2 0,-1-2-1 15,7 3 7-15,-7-3 8 0,8 2 7 0,-8 2 17 16,8 2 8-16,-8 5 3 0,0-1 5 0,1 0 6 0,-7 4 3 16,6 4 6-16,1 0 7 0,0 3 4 0,-7 1 3 0,0 6 1 15,6-3 3-15,-6 4-3 0,6 4 0 0,1-2-2 16,0 2 0-16,-1 3 4 0,1 3 6 0,-1 5 12 0,7-1 8 15,-6 4 15-15,5 4 12 0,2 3 7 0,-1 1 7 16,-7 6 5-16,7-3-2 0,-6 8-1 0,5-5-6 0,-4 8-7 16,4-4-10-16,-5 4-9 0,-1 1-11 0,1-2-13 0,-1 0-7 15,1 5-9-15,-7-7-11 0,0 3-18 0,6-3-27 16,-6-2-35-16,0-2-43 0,-6-3-54 0,6-2-69 0,-7-3-76 16,1 1-71-16,-1-4-83 0,-6-5-96 0,1 1-97 0,-2-3-108 15,1-5-108-15,0-3-21 0,0 0 23 0,1 0 45 16</inkml:trace>
  <inkml:trace contextRef="#ctx0" brushRef="#br2" timeOffset="190634.35">29886 11169 66 0,'-6'-3'834'0,"6"-5"50"0,0 5 39 0,-6-1-67 0,6 0-149 16,6 4-162-16,-6-3-119 0,6 3-82 0,2 0-56 0,-2 0-43 16,7 3-38-16,0 1-46 0,0-4-49 0,0 4-59 0,6-1-63 15,-5 5-69-15,5-5-78 0,-6 9-84 0,6-4-92 16,-5-2-129-16,5 2-140 0,1 3-166 0,0 0-92 0,-1 0-43 15,-6 3 8-15,6 1 39 0</inkml:trace>
  <inkml:trace contextRef="#ctx0" brushRef="#br2" timeOffset="191540.59">29776 12511 90 0,'0'-11'702'0,"0"0"45"0,0 3-81 0,-6-3-115 15,6 7-100-15,0-3-74 0,0 7-66 0,-7 0-46 16,7 7-43-16,0 1-25 0,0 7-19 0,0 3-13 0,0 0-7 16,0 4-15-16,0 0-7 0,0 4-17 0,0 0-14 15,0-1-9-15,0 1-12 0,7-1-15 0,-7 0-9 0,0-2-9 0,0-2-9 16,0-2-2-16,6-1-7 0,-6 1-9 0,0-8-7 15,0 0-3-15,0 0-5 0,0-4-3 0,0 0-2 16,7-4 1-16,-7 2-3 0,0-1 2 0,0-4-6 0,0-4-6 16,-7 4-4-16,7-8-8 0,0 5-7 0,0-8-8 0,0 0-5 15,0 0-5-15,0-4-1 0,0-3-1 0,0 0 0 0,0 0 4 16,0-5 0-16,0-3 3 0,0 5 0 0,0-9-1 16,0 1-1-16,0 0-2 0,0-5 3 0,0 2 0 15,7-1 6-15,-7 0 2 0,0 3 6 0,6 1 3 0,-6 0 8 16,0 3 8-16,6 5 1 0,-6-2 7 0,7 4 10 0,-7 2 9 15,7 2 10-15,-7 4 9 0,6 0 7 0,-6 1 6 0,6 2 7 16,2 4 3-16,-2-1 0 0,0 3 0 0,1-2 1 16,-1 4 3-16,7 4 1 0,0-2 6 0,1 7 5 15,5-1 5-15,0-2-2 0,-6 5-3 0,7 1-5 0,-7 2-6 16,7-3-4-16,-8 4-7 0,2-1-9 0,-8 4-10 0,0 1-5 16,2-1-8-16,-8-3-3 0,0 7-5 0,-8-8-3 0,2 8-6 15,0-7-6-15,-8 4-6 0,2-6-8 0,-8 3-8 16,7-1-12-16,0-4-7 0,-7 3-8 0,8-7-2 0,-2 1 2 15,2-1 2-15,-2-4 6 0,1 2 9 0,7-2 20 0,-1 1 19 16,1-1 20-16,-1 1 14 0,1-4 13 0,6 4 19 16,0-1 19-16,0 1 19 0,0 3 9 0,6 0 10 0,1 5 4 15,-1-5 0-15,1 4-4 0,6 1-10 0,-7 2-12 16,8-3-17-16,-2 0-16 0,2 3-20 0,-2-3-16 0,1 1-9 16,1 2-8-16,-2-3-7 0,2-1-5 0,5 2-3 15,-6-5-4-15,0 4-7 0,1-4-10 0,-2 1-21 0,1-1-28 16,-6 1-34-16,6-1-42 0,-7 0-43 0,0 0-58 0,2 4-62 15,-2-3-60-15,0-2-50 0,1 3-76 0,-7-6-88 16,6 2-98-16,-6 1-151 0,0-2-48 0,7 3-12 0,-7-4 24 16,0 4 38-16</inkml:trace>
  <inkml:trace contextRef="#ctx0" brushRef="#br2" timeOffset="192274.89">29763 14141 91 0,'0'0'789'0,"-7"0"24"16,1 0 26-16,6 3-139 0,-6-3-157 0,-1 8-149 0,0-1-89 15,1 4-34-15,6 3-31 0,-6 1-13 0,6 4-12 0,-7 3-17 16,7 3-19-16,0-3-19 0,0 5-18 0,-6-2-17 16,6 0-18-16,0 1-14 0,6-1-20 0,-6 1-18 0,0-3-14 15,0-5-11-15,0-1-10 0,7 2-7 0,-7-1-6 16,0-7-4-16,0 0 2 0,6-3-5 0,-6-2 1 0,0 2 0 15,0-4 1-15,0-4 1 0,0 0 2 0,0-4-2 0,0 1 3 16,0-5 1-16,-6 1-3 0,6-4-1 0,0-4-1 16,6 1-2-16,-6-5 1 0,0 1-1 0,0-8-2 15,6 1 1-15,-6-1-3 0,0 1 2 0,0-5-6 0,0 4 5 16,0 1 1-16,0 3 3 0,0 0 7 0,0 4 10 0,0 3 14 16,0 0 6-16,0 4 14 0,0 3-3 0,0 6 1 0,7 2-7 15,-7 2 0-15,7 6-3 0,-1 3-3 0,7 4-1 16,-6 3 6-16,6 4 8 0,6 0 6 0,0 5 11 0,-5-2-3 15,5 4-1-15,7-4-3 0,-6 4-4 0,0-3-6 16,5 0-1-16,-5-1 1 0,0-6 4 0,-1-1 4 0,-6 1 1 16,-6-5 5-16,5-3 10 0,-4-4 18 0,-2 1-50 0,0-5-42 15,-6-3 0-15,0 0 0 0,0-3 0 0,0-5 0 16,0-2 0-16,0-1 0 0,0 0 0 0,0-8 0 0,0 5 0 16,-6-9 0-16,6 1 0 0,0-3 0 0,0-5 0 15,0 1 0-15,6-3 0 0,-6-5 0 0,0 0 0 0,7 1-92 16,-7-5-207-16,6 4-32 0,-6 5-31 0,0-1-35 0,7-1-41 15,-7 9-56-15,0-1-78 0,6 8-103 0,1 3-158 0,-1 4-58 16,8 4-20-16,-8 4 21 0,7 3 45 0</inkml:trace>
  <inkml:trace contextRef="#ctx0" brushRef="#br2" timeOffset="192962.31">29588 15269 633 0,'-8'-4'899'0,"8"1"14"0,-6-1 19 0,12 0-172 0,-6-2-221 0,8 1-167 16,-2 2-90-16,14-1-52 0,-8-3-21 0,8 3-13 16,-1 4-19-16,7-3-30 0,1 3-34 0,-1-4-26 0,0 4-31 15,-1 4-16-15,-5-4-17 0,6 0-9 0,-6 3-6 0,-1-3-3 16,1 4-3-16,-7 0 5 0,0-1 3 0,-7-3-1 0,1 4 5 16,-1-1 9-16,-6 2 14 0,7-2 13 0,-7 0 10 15,0 1 4-15,0 0 4 0,-7-1 6 0,7 5-2 16,-6-1-7-16,-1 0-10 0,1 1-11 0,-7 3-10 0,0-1-7 15,7 1-7-15,-14 5-7 0,7 2-1 0,-7-4-2 0,8 9-2 16,-8-5 0-16,0 3 1 0,1 1 1 0,-1 1-1 0,0-6-1 16,1 2 2-16,6 3 0 0,-6-4 0 0,5 1 2 15,2-1 2-15,5 0 4 0,-6-2 2 0,6-2 3 16,1-3-2-16,0 0 3 0,6 0 3 0,-8 0 3 0,8-5 1 16,0 3-1-16,0 1 4 0,0-2 3 0,0-1 3 0,8 0 1 15,-2 0-4-15,7 1 0 0,-7-1-1 0,8 3-3 0,4-2-4 16,-4-1-5-16,6 1-4 0,-1 0-2 0,1-1-4 15,-1 0-3-15,1 0-4 0,-1 1-2 0,0-1-4 16,1 1-6-16,-7-1-9 0,7-3-12 0,-8-1-13 0,2-3-22 16,-1 0-24-16,-6 0-33 0,5-3-33 0,-5-1-38 0,-1 0-44 15,1-3-56-15,-7 3-62 0,7-6-63 0,-7 2-89 0,0-3-94 16,0 0-103-16,-7-3-140 0,0-2-60 0,1-1-6 16,-1-2 37-16,1 4 54 0</inkml:trace>
  <inkml:trace contextRef="#ctx0" brushRef="#br2" timeOffset="193118.6">29724 15482 903 0,'-6'0'964'0,"-1"0"43"0,1 0 32 0,6 0-187 16,-7 3-213-16,14 1-155 0,-7 0-98 0,13-1-52 0,-7 5-29 15,7-4-17-15,6 3-32 0,-5-4-45 0,5 5-42 16,1-5-40-16,0 5-35 0,5-5-41 0,-5 5-48 0,0-4-53 16,6-4-58-16,-7 3-61 0,-6 0-80 0,6 1-93 0,-5 0-92 15,-8-1-116-15,7-3-132 0,0 0-157 0,-6 0-105 16,-1-3-55-16,0 3 8 0,2-4 45 0</inkml:trace>
  <inkml:trace contextRef="#ctx0" brushRef="#br2" timeOffset="195540.16">29665 15529 139 0,'-6'0'239'0,"6"0"-23"15,-6 0-21-15,6 0-14 0,0-3-10 0,-7 3-4 16,7 0 9-16,0 0 15 0,-7 0 20 0,7 0 21 0,0-4 16 16,0 4 8-16,0 0 1 0,-6-4-2 0,6 4-10 0,0 0-13 15,0 0-12-15,0 0-6 0,0 0-4 0,0 0 4 16,0 0 9-16,0-3 13 0,0 3 6 0,-7-4 3 0,7 4 6 15,0-3 1-15,0-1-3 0,0 4-8 0,-6-5-10 16,6 2-11-16,0 3-12 0,0-3-9 0,0 3-16 0,0 0-17 16,-6 0-15-16,6 0-18 0,0 0-17 0,0 0-20 0,0 0-17 15,0 3-78-15,0 0-1 0,0-3 0 0,0 5 0 16,0-1 0-16,6-1 0 0,0 4 0 0,1-3 0 0,-1 3 0 16,8-3 0-16,-2 3 0 0,2-4 0 0,5-3 0 15,-6 5 0-15,0-5-55 0,0 0-54 0,0 0-22 0,-7 4-16 16,8-4-14-16,-8 0-9 0,1 0-3 0,-7 3-2 0,0-3-5 15,0 0-12-15,0 0-20 0,0 0-24 0,0 0-27 0,-7 0-31 16,1 0-44-16,-1-3-69 0,7 3-80 0,-7-4-87 16,1-1-118-16,0 5-69 0,-1-3-28 0,0 3-1 15,7 0 33-15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38.4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18300 4609 315 0,'-6'0'801'0,"0"0"29"0,-1 0 4 16,7 0-167-16,-7 0-156 0,7-5-145 0,0 5-83 0,-6 0-47 15,6-3-37-15,0 3-26 0,0 0-28 0,0 0-21 16,0-3-22-16,6 3-26 0,1-5-21 0,-7 5-13 0,7-3-3 16,5 3 8-16,-5 0 6 0,6 0 8 0,0 0 5 15,0 0 6-15,0 3 0 0,1-3 2 0,-2 5-5 0,8-2-12 16,-1 0-8-16,1 2-9 0,6-3-8 0,0-2-5 0,0 5-1 15,0-5-6-15,6 3 0 0,1-3-3 0,-1 0-2 16,1 0-4-16,0 0-1 0,0 0-3 0,6 0 0 0,-7 0 0 16,1 0-1-16,-7 0 0 0,0 0-3 0,7-3 2 15,-15 3-1-15,9 0 0 0,-7 0-1 0,-8-5 1 0,8 5-4 16,-14 0 2-16,8 0 0 0,-8 0 0 0,1 0-1 0,-1 0 6 16,0 0 6-16,-6 0 7 0,7 0 6 0,-7 5 6 15,0-5 2-15,0 3 4 0,-7-3 2 0,7 4-5 0,-6 0-3 16,0-1-8-16,-7 5-4 0,-1-1-7 0,2 1-6 15,-2-1-6-15,-5 4-5 0,-1 0-5 0,0-1-6 0,-5 1-7 16,-1 0-4-16,0 1-2 0,0 2-2 0,-1-3-7 16,-5 4 2-16,6-4 3 0,-7 0 1 0,1 4 5 0,-1-8 0 15,7 4 1-15,-7-4 4 0,7 4 9 0,-6-3 1 0,6-1 2 16,0 0 2-16,0 0 4 0,0 1 1 0,0 0 2 16,6-1-1-16,1 0 1 0,-1-3 0 0,7 3 0 0,0 0 0 15,0 0-2-15,0-2 1 0,6-2-1 0,-5 0 0 0,12 1 0 16,-7 0 1-16,0-1-1 0,7-3-3 0,0 4 1 0,0-4 1 15,0 4 2-15,0-4-1 0,7 3 1 0,0 1 1 16,-1-4 0-16,0 4 6 0,8-1-2 0,-8 1-3 16,7 0-1-16,0-1 2 0,0 1 1 0,7 0-1 0,-7 2 1 15,13-1 2-15,0-1-1 0,0 2 3 0,0-2 2 0,7 0 0 16,6-1-3-16,-7 5-1 0,7-5 0 0,7 4-4 16,-7-2-1-16,6-2 2 0,1 1 0 0,-1-4-2 0,-5 4 1 15,-1-4 0-15,0 3 0 0,-7 1 2 0,1-4-1 16,-1 0-2-16,-6 4-2 0,-6-4-4 0,-1 3-6 0,1-3-2 15,-6 0-1-15,-2 0-1 0,-5 0 2 0,-7 0-1 0,0-3 2 16,-7 3 1-16,1 0 5 0,-14 0-1 0,0 0 1 16,1 0-6-16,-7 0-5 0,-6 0-5 0,-7 0-5 0,-1 0-6 15,-5 0-5-15,-1 0-2 0,-6 0-4 0,6 0 6 16,-5 3 3-16,5-3 5 0,-7 4 7 0,8 4 6 0,-1-5 7 16,7 4 6-16,0 1 6 0,1-1 4 0,5 0 2 0,7 0 1 15,6 1 1-15,0-1 4 0,7-3 0 0,1 3-5 16,12-3 0-16,-7 3-1 0,14-2 2 0,-1-3 0 0,0 2 2 15,14 0 1-15,-1 0 5 0,1-1 9 0,13 1 4 0,-1-4 2 16,1 0 3-16,6 0 3 0,0 0-1 0,0 0-5 16,6 0 0-16,1 0-6 0,-7 0-4 0,7 0-4 0,-1 0-5 15,-6 4-2-15,1-4-4 0,-7 2 1 0,-1-2-3 16,1 5-3-16,-7-5-2 0,0 4 0 0,-7-4-1 0,1 3-1 16,-8-3-2-16,2 4-1 0,-1-4 3 0,-7 0 3 15,0 0-1-15,1 0 0 0,-7 0-2 0,7 0-14 0,-7 0-18 16,0 0-28-16,-7-4-42 0,0 4-50 0,1-3-45 0,0 3-56 15,-1-4-51-15,-6 4-68 0,6 0-91 0,-5 0-97 16,-2 0-125-16,8 0-75 0,-13 0-36 0,5 4-2 0,2-4 24 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41.0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20176 4960 623 0,'0'-4'863'16,"-6"4"24"-16,6-3-5 0,0 3-214 0,0 0-217 0,0-4-150 16,-7 4-82-16,7 0-47 0,0 0-23 0,7 0-12 0,-7 0-9 15,6 0-12-15,0 0-21 0,2-4-11 0,-2 4-14 0,7 0-2 16,-7 0-1-16,7 0 6 0,0 0 11 0,-7 0 12 15,8-3 9-15,-8 3 8 0,8 0 3 0,-8 0 3 16,7 0-1-16,-7 0 0 0,8 0-6 0,-8 0-10 0,7 0-11 16,0 0-9-16,-6 0-6 0,5 0-9 0,8-4-6 0,-6 4-9 15,-2 0-8-15,8 0-9 0,-1-4-3 0,1 4-6 0,-1 0-2 16,1-3-7-16,6 3-4 0,-6 0 0 0,5-3-5 16,1 3 1-16,0 0 2 0,7-5-2 0,-7 5 0 15,0 0 2-15,7 0 0 0,-1-3-1 0,-5 3 1 0,5-4-1 16,1 1-1-16,-1 3 1 0,1-4 0 0,-1 0-1 15,1 1-1-15,-1-1-1 0,1 0 1 0,-7 1-1 0,6 3 0 0,-5-5-5 16,-1 5 1-16,0 0-2 0,0 0 1 0,-1 0-1 16,2 0-1-16,-7 0 2 0,-1 0-1 0,0 0 2 15,1 5-2-15,-1-2 2 0,1 1 0 0,0-4-2 0,-1 4 1 16,1-1-1-16,0 1 2 0,-1 0-2 0,0-4 3 0,8 3-1 16,-8 1 0-16,7-4 1 0,-6 0 0 0,6 0-2 0,-7 0 1 15,7 3 0-15,-6-3-1 0,-1 0-2 0,1 0 2 16,0 0 1-16,-8 5-2 0,8-5 0 0,-1 3 0 15,-5-3 2-15,-2 0 0 0,2 3 0 0,-2-3 0 0,2 0 0 16,-1 0 2-16,-1 4 0 0,2-4-3 0,-2 0 2 0,2 0 0 16,5 0 1-16,1 0-2 0,-8 0 1 0,8 0-2 0,0 0 1 15,-1 0-1-15,1 0-1 0,0-4 0 0,5 4 1 16,-5 0-1-16,6 0-1 0,0-3-4 0,1 3 1 0,5 0 3 16,-7 0 0-16,2 0-1 0,-1 0 0 0,6 0 1 15,-5 0 0-15,5 0 4 0,-6 0-2 0,0 0-1 0,1 0 1 16,-2-3 0-16,8 3-1 0,-7 0-1 0,0 0 0 0,0 3 2 15,-6-3 0-15,6 0-1 0,-7 0-2 0,7 3 1 16,-6-3 0-16,-1 4 0 0,-5 0-2 0,-2-4 0 0,8 3-1 16,-7 1-2-16,0-4 2 0,0 4 0 0,0-4 1 15,0 3 0-15,-7-3 3 0,14 4-1 0,-7-4 2 0,1 4 3 16,4-4-3-16,2 3-1 0,-1-3-1 0,-5 4 2 0,6-4-2 16,-1 0 0-16,1 4 1 0,-2-4-1 0,2 3 0 15,7-3 2-15,-8 4 0 0,0-4 0 0,8 4 0 0,-8-4-1 16,0 3 0-16,8-3 0 0,-7 3-1 0,-2-3 0 0,9 0-2 15,-7 0-2-15,-1 5 3 0,7-5 1 0,-6 0 0 16,-1 0 0-16,0 4 4 0,1-4-1 0,0 0-2 0,-1 0 0 16,1 0-2-16,-1 0 1 0,1 0-1 0,6 3 1 15,-6-3-5-15,5 0 3 0,-5 3 1 0,6-3-1 0,0 0 3 16,1 0 1-16,-8 0-1 0,7 4 2 0,0-4 0 0,0 0-2 16,0 0-1-16,0 4 0 0,-7-4 0 0,8 3-1 0,-7-3 1 15,-2 0 0-15,2 0-1 0,-1 5 1 0,1-5 3 16,-6 0 2-16,5 3-2 0,-6-3 1 0,0 0-1 15,-1 0 1-15,2 3 2 0,-1-3 5 0,0 0 3 0,0-3 13 16,0 3 7-16,0 0-34 0,7 0 0 0,-1 0 0 0,1 0 0 16,6 0 0-16,0 0 0 0,-1 0 0 0,2-3 0 15,-1 3 0-15,6 0 0 0,-5 0 0 0,5 0 0 0,1 0 0 16,-7 0 0-16,6 0 0 0,-6 0 0 0,7 3 0 0,-7-3 0 16,0 3 0-16,0-3 0 0,0 0 0 0,0 5 0 15,0-5 0-15,0 0 0 0,-7 2 0 0,8-2 0 0,-1 0 0 16,0 0 0-16,0 0 0 0,0 0 0 0,-7 0 0 15,7 0 0-15,-6 0 0 0,7 0 0 0,-9 0 0 0,2 0 0 16,0 0 0-16,-1 0 0 0,7 5 0 0,-6-5 0 0,-1 3 0 16,1-3 0-16,6 4 0 0,-7-4 0 0,1 0 0 0,6 4 0 15,-6-4 0-15,-1 0 0 0,1 0 0 0,-7 3 0 16,7-3 0-16,-1 0 0 0,-6 0 0 0,7 0 0 0,-1 0 0 16,-6 0 0-16,0 0 0 0,7 0 0 0,-7 0 0 0,0-3 0 15,0 3 0-15,-1 0 0 0,8 0 0 0,-7-4 0 16,13 4 0-16,-6 0 0 0,0-4 0 0,5 4 0 0,-5 0 0 15,6 0 0-15,-6 4 0 0,5-4 0 0,-5 0 0 0,6 4 0 16,1-4 0-16,-1 3 0 0,-7-3 0 0,7 4 0 16,0-4 0-16,0 0 0 0,-7 4 0 0,7-4 0 0,1 0 0 15,-1 0 0-15,-6 0 0 0,5 0 0 0,1 0 0 16,0 0 0-16,-6 0 0 0,7 0 0 0,-9 0 0 0,2 0 0 16,-1 0 0-16,7 0 0 0,-6 0 0 0,0 0 0 0,-1 0 0 15,1 0 0-15,-1 0 0 0,1 0 0 0,-8 0 0 0,8 0 0 16,-6 0 0-16,-1 0 0 0,-1 0 0 0,-5 0 0 15,6 0 0-15,-7 0 0 0,1 0 0 0,0 0 0 0,-7 0 0 16,6 0 0-16,-6 0 0 0,7 3 0 0,-7-3 0 16,0 0 0-16,6 0 0 0,-6 0 0 0,0 0 0 0,7 0 0 15,-7 0 0-15,0-3 0 0,6 3 0 0,-6 0 0 0,7 0 0 16,-1 0 0-16,0 0 0 0,-6-4 0 0,8 4 0 0,-2 0 0 16,0 0 0-16,1 0 0 0,6 0 0 0,-7 0 0 15,1-4 0-15,5 4 0 0,-4 0 0 0,-2-3 0 0,0 3 0 16,1 0 0-16,0 0 0 0,-7-4 0 0,6 8 0 15,1-4 0-15,-7 0 0 0,6 0 0 0,0 0 0 0,-6 0 0 16,7 0 0-16,0 0 0 0,-7 3 0 0,6-6 0 16,0 3 0-16,-6 0 0 0,7 0 0 0,-7 0 0 0,0 0 0 15,7 0 0-15,-7 0 0 0,0 0 0 0,0 0 0 0,6 0-10 16,-6 0-141-16,0 0-36 0,-6 3-43 0,6-3-56 0,-7 4-64 16,0-4-67-16,-5 4-93 0,5-1-130 0,-6-3-166 15,0 4-99-15,0-1-51 0,-6 5 6 0,-1-4 34 0,0-1 58 16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43.2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28077 4902 77 0,'0'0'532'0,"-8"0"-34"0,8-4-51 0,-6 4-46 16,6 0-34-16,-6 0-35 0,-1 0-18 0,1 0-19 0,6-4-20 15,-7 4-25-15,7 0-30 0,-7 0-24 0,7 0-19 16,-6 0-1-16,6 0-5 0,0 0 2 0,-6 0 3 0,6 4 4 16,0-4 5-16,-6 0 2 0,6 0 4 0,0 4-1 0,-8-4-2 15,8 0-6-15,0 0-6 0,0 3-12 0,0-3-9 16,0 0-11-16,-6-3-13 0,6 3-15 0,0 0-16 0,6 0-8 16,-6 0-11-16,0 0-9 0,8 3-11 0,-2-3-7 15,0 0-4-15,7 4-4 0,-6-4-3 0,12 4-5 0,-5-4-3 16,-2 3 0-16,8-3-1 0,-7 4-4 0,7-4-3 0,-1 3-1 15,0-3 0-15,1 5-1 0,-1-5-2 0,7 3-2 16,-6-3-15-16,-1 3-6 0,1-3 0 0,6 0 0 0,-6 4 0 16,-1-4 0-16,7 0 0 0,-6 4 0 0,-1-4 0 15,7 0 0-15,-6 0 0 0,-1 0 0 0,7 0 0 0,-6 0 0 16,0 0 0-16,5 3 0 0,-5-3 0 0,0 0 0 0,-1 4 0 16,1-4 0-16,0 0 0 0,-1 0 0 0,7 4 0 0,-6-4 0 15,-1 0 0-15,7 0 0 0,-6 0 0 0,6 0 0 16,-1-4 0-16,-5 4 0 0,6 0 0 0,1 0 0 0,-1 0 0 15,-1 0 0-15,1 0 0 0,1 0 0 0,-8 0 0 16,8 4 0-16,-2-4 0 0,-5 3 0 0,6-3 0 0,-6 4 0 16,5-4 0-16,-5 4 0 0,0-4 0 0,-1 3 0 0,1-3 0 15,0 4 0-15,-2-4 0 0,9 0 0 0,-7 4 0 0,-2-4 0 16,2 3 0-16,7-3 0 0,-9 4 0 0,2 0 0 16,0-4 0-16,7 3 0 0,-9 0 0 0,2 2 0 0,-1-5 0 15,1 4 0-15,0-1 0 0,-1 0 0 0,-5-3 0 16,4 4 0-16,2 0 0 0,0-1 0 0,-7 2 0 0,7-5 0 15,-8 3 0-15,8-3 0 0,-1 3 0 0,1-3 0 0,0 0 0 16,-7 0 0-16,6 0 0 0,0 0 0 0,-5 0 0 16,6 0 0-16,-8 0 0 0,1 0 0 0,7 0 0 0,-7 0 0 15,0 0 0-15,0 0 0 0,7 0 0 0,-14 0 0 0,14 0 0 16,-14 5 0-16,7-5 0 0,-6 2 0 0,6-2 0 16,-7 5 0-16,8-5 0 0,-8 3 0 0,7-3 0 0,0 4 0 15,-7-4 0-15,1 4 0 0,6-4 0 0,0 3 0 0,-7-3 0 16,1 4 0-16,6-4 0 0,-7 4 0 0,7-4 0 15,1 3 0-15,-8-3 0 0,8 4 0 0,-2-4 0 0,-6 3 0 16,8-3 0-16,-8 5 0 0,7-5 0 0,-7 3 0 0,2-3 0 16,-2 0 0-16,0 4 0 0,0-4 0 0,1 0 0 15,0 0 0-15,-1 0 0 0,-6 0 0 0,7 0 0 0,-7 0 0 16,0 0 0-16,0 0 0 0,6 0 0 0,-6 0 0 0,0 0 0 16,0 0 0-16,0 0 0 0,0 0 0 0,0 0 0 15,0 0 0-15,0-4 0 0,0 4 0 0,0 0 0 0,0-3 0 16,0 3 0-16,-6-5 0 0,6 5 0 0,0 0-78 0,-7-3-111 15,7-1-49-15,-6 1-54 0,-1-1-64 0,0 4-64 16,1-4-66-16,0 1-105 0,-8-1-112 0,8 4-166 0,-7-4-63 16,7 1-13-16,-1 3 23 0,-6 0 53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46.5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18008 6542 33 0,'0'0'795'0,"0"5"25"0,0-2 17 0,-8-3-139 0,8 4-160 15,0-4-143-15,-6 0-100 0,6 0-61 0,0 0-21 16,0 0-12-16,0 0-1 0,0 0-2 0,0 0-9 0,6-4-15 15,2 1-17-15,-8-2-9 0,6 2-19 0,7-1-12 16,-6 1-11-16,6-1-5 0,-7 0-6 0,7 1-4 0,0 3-9 16,0-4-2-16,-6 0 1 0,6 1-3 0,0-1 1 0,6 4-5 15,-5-3-1-15,-2 3-2 0,8-5 5 0,-7 2-2 16,7 3-6-16,-1-4-3 0,-6 1-4 0,6 3-3 0,1-4-5 16,0 4-5-16,-1-3-5 0,1 3-5 0,6 0-6 15,-7 0-3-15,1 0-3 0,0 0-3 0,6 0-1 0,-7 0-3 16,1 3 3-16,-1-3 0 0,7 4 3 0,-6-4-20 0,6 3-5 15,-7-3 0-15,7 4 0 0,0-4 0 0,0 0 0 16,1 0 0-16,-1 0 0 0,-1-4 0 0,1 4 0 0,7-3 0 16,-7-1 0-16,6 4 0 0,-5-3 0 0,-1-1 0 15,0 4 0-15,7-4 0 0,-7 0 0 0,0 4 0 0,-1-3 0 16,1 3 0-16,-6 0 0 0,6 0 0 0,1 0 0 0,-2 0 0 16,-5 3 0-16,0 1 0 0,6-4 0 0,-7 4 0 0,1-4 0 15,-1 0 0-15,0 4 0 0,8-4 0 0,-15 0 0 16,8 3 0-16,0-3 0 0,-1 0 0 0,1 4 0 0,0-1 0 15,5-3 0-15,-5 4 0 0,6-4 0 0,0 0 0 16,7 0 0-16,-1 0 0 0,-5 0 0 0,5 0 0 0,1 0 0 16,-1 0 0-16,-6 3 0 0,7-3 0 0,-1 5 0 0,1-5 0 15,-1 0 0-15,-5 3 0 0,-1-3 0 0,6 4 0 0,-7-1 0 16,9 1 0-16,-9 0 0 0,8-4 0 0,-7 3 0 16,6 1 0-16,-5-4 0 0,5 4 0 0,-6-1 0 0,7 1 0 15,-7-4 0-15,7 3 0 0,-1-3 0 0,1 0 0 16,-1-3 0-16,-6 3 0 0,7 0 0 0,-1 0 0 0,-6 0 0 15,7 0 0-15,-1 0 0 0,-5 0 0 0,5 0 0 0,-6 0 0 16,7 0 0-16,-7 0 0 0,0 0 0 0,7 0 0 16,-7 0 0-16,-1 0 0 0,1 0 0 0,-6 3 0 0,7-3 0 15,-9 5 0-15,2-5 0 0,7 3 0 0,-9-3 0 0,2 4 0 16,0-4 0-16,-1 0 0 0,1 0 0 0,0 3 0 16,-1-3 0-16,1 0 0 0,0 0 0 0,5 0 0 0,-5 0 0 15,0 0 0-15,-1-3 0 0,1 3 0 0,-1 0 0 16,0 0 0-16,1 0 0 0,-1 0 0 0,7 3 0 0,-6-3 0 15,0 4 0-15,5-4 0 0,-5 0 0 0,6 0 0 0,-6 4 0 16,-1-4 0-16,7 0 0 0,1 0 0 0,5 0 0 0,1 0 0 16,-1 0 0-16,1-4 0 0,-1 4 0 0,1 0 0 15,-1 0 0-15,1-4 0 0,7 4 0 0,-8-3 0 0,7 3 0 16,0-4 0-16,-1 1 0 0,2-2 0 0,5 5 0 16,-6-3 0-16,7-1 0 0,7 4 0 0,-8-3 0 0,1-1 0 15,5 0 0-15,-5 1 0 0,6-1 0 0,-6 0 0 0,6 1 0 16,-7-1 0-16,2 4 0 0,4 0 0 0,-5-3 0 0,-7 3 0 15,7 0 0-15,-1 3 0 0,-6-3 0 0,1 0 0 16,-1 0 0-16,-1 0 0 0,1 0 0 0,1 0 0 0,-1 0 0 16,0 0 0-16,-7 0 0 0,7 0 0 0,1 0 0 15,-1-3 0-15,-1 3 0 0,2-5 0 0,-1 5 0 0,0-3 0 16,0 3 0-16,0-4 0 0,0 4 0 0,0 0 0 0,0 0 0 16,1 0 0-16,-2 0 0 0,-5 0 0 0,-1 0 0 0,7-3 0 15,-6 3 0-15,-1 0 0 0,2 0 0 0,-9 3 0 16,7-3 0-16,1 0 0 0,0 0 0 0,0 0 0 0,0 0 0 15,-1 0 0-15,7 0 0 0,-7-3 0 0,1 3 0 16,-1 0 0-16,1 0 0 0,-1 0 0 0,1 0 0 0,-1-4 0 16,1 4 0-16,-1 0 0 0,2 0 0 0,-9-3 0 0,8 3 0 15,0 0 0-15,-8 0 0 0,8 0 0 0,-1 0 0 0,-5 0 0 16,5 0 0-16,1 0 0 0,0 0 0 0,0 0 0 0,-1 0 0 16,7 0 0-16,-7 0 0 0,7-4 0 0,-6 4 0 15,7 0 0-15,-8 0 0 0,7 0 0 0,-7 0 0 16,7 0 0-16,-6 0 0 0,-1-4 0 0,1 4 0 0,-1 0 0 15,1-4 0-15,0 4 0 0,0 0 0 0,-8 0 0 0,7 4 0 16,2-4 0-16,-2 0 0 0,1 0 0 0,-1 0 0 16,7 0 0-16,-6 0 0 0,-1 0 0 0,1 4 0 0,6-4 0 15,-7 0 0-15,8 0 0 0,-1 0 0 0,-1-4 0 0,9 4 0 16,-2 0 0-16,-5 0 0 0,5-4 0 0,1 4 0 16,-1 0 0-16,-6-3 0 0,7 3 0 0,-1 0 0 0,-6 0 0 15,0 0 0-15,0 3 0 0,-6-3 0 0,6 0 0 16,-7 4 0-16,1-4 0 0,0 4 0 0,0-4 0 0,-8 4 0 15,7-4 0-15,2 3 0 0,-9-3 0 0,8 0 0 0,6 0 0 16,-6 0 0-16,-1 4 0 0,1-4 0 0,6 0 0 0,-7 0 0 16,1 0 0-16,-1 0 0 0,8 0 0 0,-7 3 0 15,-1-3 0-15,1 0 0 0,-7 4 0 0,6-4 0 0,1 3 0 16,-1 2 0-16,1-5 0 0,6 0 0 0,-7 0 0 16,1 0 0-16,5 0 0 0,-4 0 0 0,5 0 0 0,-7 0 0 15,7-5 0-15,0 5 0 0,-7-3 0 0,8 3 0 0,-1 0 0 16,0-4 0-16,1 4 0 0,-8 0 0 0,7 4 0 0,0-4 0 15,-7 0 0-15,7 0 0 0,-5 0 0 0,-2 3 0 0,7-3 0 16,-7 5 0-16,1-5 0 0,-1 3 0 0,7-3 0 16,-6 4 0-16,-1-4 0 0,1 3 0 0,0-3 0 15,6 0 0-15,-6 0 0 0,5 0 0 0,1 0 0 0,1-3 0 16,-1 3 0-16,0 0 0 0,-1 0 0 0,2 0 0 0,-7 0 0 16,5 0 0-16,-5 0 0 0,0 0 0 0,-7 0 0 0,0 0 0 15,0 3 0-15,-7-3 0 0,1 4 0 0,0-4 0 16,-8 4 0-16,8-1 0 0,-7-3 0 0,-7 4 0 0,8-4 0 15,-8 0 0-15,0 4 0 0,1-4 0 0,0 0 0 16,-1 0 0-16,-6 3 0 0,7-3 0 0,-1 0 0 0,-6 0 0 16,6 0 0-16,-6 4 0 0,8-4 0 0,-2 0 0 0,-6 0 0 15,6-4 0-15,0 4 0 0,1 0 0 0,6 0 0 0,-6 0 0 16,13 4 0-16,-8-4 0 0,8 0 0 0,-1 0 0 16,1 3 0-16,0-3 0 0,6 0 0 0,-7 5 0 0,7-5 0 15,0 3 0-15,1 1 0 0,-1-4 0 0,-1 0 0 16,1 3 0-16,0 1 0 0,1-4 0 0,-1 0 0 0,-7 4 0 15,7-4 0-15,0 3 0 0,0 1 0 0,-6-1 0 0,5 1 0 16,-5 1 0-16,0-3 0 0,-7 3 0 0,7-5 0 0,-14 0 0 16,7 0 0-16,-6 0 0 0,6 0 0 0,-7 0 0 15,0 0 0-15,1 0 0 0,0 0 0 0,-1 0 0 0,-6 0 0 16,6 0 0-16,-6 0 0 0,8 0 0 0,-8 0 0 16,0 0 0-16,6 0 0 0,-6 0 0 0,6 0 0 0,-6 0 0 15,7 0 0-15,-7-5 0 0,6 5 0 0,1 0 0 16,-7-2 0-16,6 2 0 0,1 0 0 0,-1 0 0 0,0-5 0 15,2 5 0-15,4 0 0 0,-5-4 0 0,6 4 0 0,-7-3 0 16,7-1 0-16,1 4 0 0,-2-3 0 0,2-1 0 0,-2 0 0 16,1 1 0-16,1 3 0 0,-8 0 0 0,8-4 0 15,-2 4 0-15,-6 0 0 0,1 0 0 0,6 0 0 0,-6 4 0 16,5-4 0-16,-4 0 0 0,-2 0 0 0,0 0 0 16,0 3 0-16,1-3 0 0,0 4 0 0,-1-4 0 0,1 0 0 15,-1 4 0-15,1-4 0 0,6 0 0 0,-7 0 0 0,0 3 0 16,2-3 0-16,-2 0 0 0,0 0 0 0,1 0 0 0,-1 0 0 15,1 0 0-15,0 0 0 0,-1 4 0 0,0-4 0 16,0 0 0-16,2 0 0 0,-8 0 0 0,6 0 0 0,0 3 0 16,-6-3 0-16,7 0 0 0,-7 0 0 0,7 0 0 15,-7 0 0-15,0 0-8 0,6 0-46 0,-6 0-30 0,0 0-37 16,0-3-53-16,-6-1-57 0,6 4-69 0,-7-3-75 0,7-5-69 16,-13 5-98-16,7-9-109 0,-2 5-129 0,-4-4-114 0,-8-3-51 15,1-1 8-15,-1 4 44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48.1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18444 8070 149 0,'-6'0'806'0,"6"0"27"0,0 4 23 0,-8-4-154 0,8 0-170 15,0 4-157-15,-6-4-101 0,6 0-57 0,0 0-33 16,0 0-18-16,0 0-14 0,6 0-14 0,-6 0-6 0,8 0-14 16,-2 0-9-16,0 0-6 0,8 0-1 0,-8 0-1 0,7 0 8 15,0 0 2-15,0 0 2 0,0 3 4 0,0-3-2 16,0 0-5-16,7 4-6 0,0-4-9 0,-8 0-12 0,8 0-8 15,-7 3-3-15,7-3-7 0,-2 5-3 0,-4-2-1 16,5-3-2-16,1 4 1 0,6-1-3 0,-7-3-4 0,7 0-2 16,-6 4-2-16,6-4 1 0,0 0 0 0,0 0 2 0,0 4-1 15,6-4-4-15,-5 0-1 0,5 3 1 0,-6-3-1 16,1 4-2-16,5 0-5 0,-6-4-2 0,7 3-25 0,-7 1-12 16,6-4 0-16,1 3 0 0,-7-3 0 0,7 0 0 15,-1 0 0-15,1 4 0 0,-1-4 0 0,1 0 0 0,-1-4 0 16,1 4 0-16,-1 0 0 0,1-3 0 0,-1-1 0 0,1 4 0 15,-1-3 0-15,1 3 0 0,-7-4 0 0,6 0 0 0,-5 4 0 16,-1-3 0-16,0 3 0 0,-6 0 0 0,-1 0 0 16,1 0 0-16,-1 0 0 0,-6 0 0 0,0 0 0 0,1 0 0 15,-2 0 0-15,2 0 0 0,-2 0 0 0,1 0 0 16,1 0 0-16,-2 0 0 0,8 0 0 0,-7 0 0 0,7 0 0 16,-1 0 0-16,0 0 0 0,1 0 0 0,-1 3 0 0,1-3 0 15,0 0 0-15,6 0 0 0,-7 0 0 0,7 0 0 16,-6 0 0-16,6 0 0 0,0 0 0 0,0 4 0 0,0-4 0 15,-6 0 0-15,6 0 0 0,-1 0 0 0,2 4 0 0,-8-4 0 16,8-4 0-16,-1 4 0 0,-1 0 0 0,1-4 0 16,0 4 0-16,1 0 0 0,-1-3 0 0,0 3 0 0,0 0 0 15,-1 0 0-15,2 0 0 0,-7 0 0 0,6-4 0 0,0 4 0 16,-7 0 0-16,1 0 0 0,-1 0 0 0,1 4 0 16,0-4 0-16,-2 0 0 0,-4 0 0 0,-1 0 0 0,0 0 0 15,0-4 0-15,-7 4 0 0,8 0 0 0,-8-4 0 0,0 4 0 16,-6 0 0-16,7 4 0 0,-7-4 0 0,7 0 0 15,-7 0 0-15,0 0 0 0,6 0 0 0,-6 0 0 0,0-4 0 16,7 4 0-16,-7 0 0 0,0 0 0 0,6 0 0 16,-6 0 0-16,6 0 0 0,-6 0 0 0,7-3 0 0,0 3 0 15,5-4 0-15,-5 1 0 0,0-2 0 0,-1 2 0 0,7 3 0 16,-7 0 0-16,1-4 0 0,0 1 0 0,-1 3 0 0,0-4 0 16,-6 4 0-16,8-4 0 0,-8 4 0 0,0 0 0 15,6 0 0-15,-6 0 0 0,0 0 0 0,0 4 0 0,0-4 0 16,-6 0 0-16,6 0 0 0,0 4 0 0,0-4 0 15,-8 0 0-15,8 0 0 0,0 0 0 0,0 0 0 0,0 0 0 16,0 0 0-16,-6 0 0 0,6 0 0 0,0-4 0 0,-6 4 0 16,6 0 0-16,0 0 0 0,-7 0-113 0,7-4-75 0,-7 4-59 15,1 0-69-15,0 0-74 0,-1 0-72 0,1 0-101 16,6 0-115-16,-7-3-138 0,0-1-97 0,1 4-43 0,0-4 13 16,-8 1 44-16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49.9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22502 8201 226 0,'0'0'685'15,"0"-2"-14"-15,0 2-87 0,0 0-79 0,0 0-61 0,6-4-41 16,-6 4-42-16,0-4-41 0,6 1-36 0,-6 3-15 16,0-4-7-16,0 4-10 0,7-4-9 0,-7 4-18 0,6-4-11 15,-6 4-15-15,7 0-12 0,-7-2-21 0,6 2-17 16,1 0-17-16,-1 0-12 0,1-5-13 0,6 5-10 0,-7 0-12 15,8 0-9-15,-8-3-8 0,7 3-9 0,0 0-4 16,6-5-6-16,-5 2-6 0,-2 3-6 0,2-4-5 0,5 4-7 16,-5 0-2-16,-2 0-2 0,8 0-1 0,-7 0 0 0,7 0-2 15,-8 0-5-15,8 0 8 0,-1 4 3 0,-5-4 4 16,5 0 4-16,0 3 3 0,1 2 0 0,-1-2 0 0,1-3 7 16,6 5-6-16,-7-3-5 0,1 2-6 0,0 0-5 15,-1 0-4-15,7 3-3 0,0-3-2 0,1-2-2 0,-1 7-2 16,0-6 0-16,-1 1-1 0,1 0 0 0,7-4-3 0,-1 3-3 15,1 1 0-15,0 0 0 0,6-4 0 0,-6 3 0 0,6 0 0 16,-7-3 0-16,7 0 0 0,1 5 0 0,-2-5 0 16,-5 0 0-16,6 4 0 0,-7-1 0 0,1-3 0 15,7 3 0-15,-14-3 0 0,6 4 0 0,1-4 0 0,-1 4 0 16,-5-4 0-16,-2 3 0 0,7 1 0 0,-6-4 0 0,1 4 0 16,-1-4 0-16,0 3 0 0,0 1 0 0,0-4 0 0,0 0 0 15,0 3 0-15,-6-3 0 0,0 5 0 0,5-5 0 0,-5 0 0 16,0 0 0-16,-1 0 0 0,-6 0 0 0,6 0 0 15,-5 0 0-15,-2 3 0 0,2-3 0 0,5 0 0 0,-6 0 0 16,0 4 0-16,1-4 0 0,-2 3 0 0,8 1 0 16,-1-4 0-16,7 4 0 0,0-1 0 0,7-3 0 0,-1 0 0 15,1 0 0-15,0 0 0 0,5 4 0 0,2-4 0 0,-1 4 0 16,0-4 0-16,7 3 0 0,-7 2 0 0,-1-3 0 0,1-2 0 16,1 5 0-16,-7 2 0 0,-1-3 0 0,7-1 0 15,-7 1 0-15,1 3 0 0,-7-3 0 0,7-1 0 0,-1 2 0 16,-6-2 0-16,1 0 0 0,5 1 0 0,-6-4 0 15,0 4 0-15,0-4 0 0,0 3 0 0,0-3 0 0,0 0 0 16,0 4 0-16,1-4 0 0,-1 0 0 0,-7 4 0 0,7-4 0 16,-6 4 0-16,-1-4 0 0,1 3 0 0,-8-3 0 0,8 0 0 15,0 0 0-15,-1 0 0 0,-5 0 0 0,5 4 0 16,0-4 0-16,1 0 0 0,-1 0 0 0,1 0 0 0,-1-4 0 16,1 4 0-16,0-3 0 0,-1 3 0 0,7 0 0 15,-6-4 0-15,0 4 0 0,5-4 0 0,1 4 0 0,-6-4 0 16,6 1 0-16,1 3 0 0,-2-4 0 0,-5 4 0 0,6 0 0 15,0 4 0-15,0-4 0 0,-7 0 0 0,7 3 0 0,1-3 0 16,-1 0 0-16,-7 0 0 0,7 0 0 0,0 0 0 16,-6 0 0-16,6 0 0 0,-7-3 0 0,7 3 0 0,0-4 0 15,-7 4 0-15,8 0 0 0,-7-4 0 0,6 4 0 16,-7-3 0-16,1 0 0 0,6 3 0 0,-6-5 0 0,5 5 0 16,-5-3 0-16,0 3 0 0,6 0 0 0,-7-4 0 15,7 4 0-15,-6 0 0 0,5 0 0 0,-5-3 0 0,0 3 0 16,6 0 0-16,-7 0 0 0,7 0 0 0,-6-4 0 0,-1 4 0 15,7 0 0-15,-6 0 0 0,6-4 0 0,-7 4 0 0,7 0 0 16,-6-3 0-16,7 3 0 0,-2 0 0 0,1-4 0 16,0 0 0-16,0 1 0 0,1 3 0 0,-1-5 0 0,0 5 0 15,-1 0 0-15,8 0 0 0,-7-2 0 0,0-3 0 16,0 2 0-16,1 3 0 0,-1-4 0 0,0 4 0 0,-1-4 0 16,-5 4 0-16,0 0 0 0,-1 0 0 0,-6 0 0 0,0 0 0 15,-7 0 0-15,8-3 0 0,-8 3 0 0,1 0 0 0,-1 0 0 16,1 0 0-16,-7 0 0 0,6 0 0 0,1 0 0 15,-1 0 0-15,0-4 0 0,-6 4 0 0,8 0 0 0,-2-4 0 16,-6 4 0-16,6-3 0 0,-6-1 0 0,0 4 0 16,7 0 0-16,-7 0 0 0,0 0 0 0,7-3 0 0,-7 3 0 15,0 0 0-15,0 0 0 0,0 0 0 0,0 0 0 0,0 0 0 16,0 0 0-16,0 0 0 0,0 0 0 0,0 0 0 0,0 0 0 16,0 0 0-16,0 0 0 0,0 0 0 0,0 0 0 15,0 0 0-15,0 0 0 0,0 0 0 0,0 0 0 0,0 0 0 16,0 0 0-16,0-5 0 0,0 5 0 0,0 0 0 15,0 0 0-15,0-3 0 0,0 3 0 0,0 0 0 0,6 0 0 16,-6 0 0-16,0 0 0 0,0 0 0 0,0 0 0 0,0 0 0 16,0 0 0-16,0 0 0 0,0 0 0 0,0 0 0 15,0 0 0-15,0 0 0 0,0 0 0 0,0 0 0 0,0 0 0 16,0 0 0-16,0 0 0 0,0 0 0 0,0 0 0 0,0-4 0 16,-6 1 0-16,6 3 0 0,-7-4-307 0,-6 4-160 15,7-4-146-15,-2 1-183 0,-4-1-236 0,-1 0-75 0,-7 1-21 16,8 0 17-16,-8-1 72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0.8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29945 8056 448 0,'-6'-5'752'0,"-1"-2"25"0,7 4-114 0,-6-5-113 0,0 1-93 16,-1 0-80-16,7-1-60 0,-7 1-24 0,1 0-12 0,0 0-4 16,6-1-8-16,-8 5-17 0,8-1-23 0,0-3-26 15,0 3-27-15,0 0-27 0,8 1-24 0,-8 3-21 16,12-4-21-16,-5 4-15 0,6 0-9 0,0 0-11 0,7 0-9 15,-1 0-4-15,7 4-4 0,-6-1-7 0,12-3-2 0,1 8-4 16,-1-4 0-16,1 3-1 0,6 0 2 0,0 0 1 16,0 1 2-16,0 2 2 0,-7 1 2 0,8 0 1 0,-7 0 2 15,6 4 2-15,-7 0 2 0,-6-4 2 0,1 4 2 16,-2-1 5-16,1 4 5 0,-12-7 2 0,4 4 2 0,-4 1 2 16,-1-2-1-16,0-3 1 0,-6 0-3 0,-1 0-4 0,0 0-5 15,0 0-6-15,2-1-3 0,-8-2-4 0,6-1-6 16,-6 0-4-16,0-3-3 0,6-1-2 0,-6 2-4 0,0-5 0 15,0 3-3-15,0-3-1 0,7 0-2 0,-7 0 2 0,0 0-2 16,0 0-1-16,0 0 4 0,0 0-2 0,7 0 0 16,-7 0-2-16,0 0 0 0,0 0 0 0,0 0 1 0,0 0-2 15,6 0-3-15,-12 0 2 0,6 0-1 0,0 0-2 0,0 0 1 16,0 0 0-16,0 0-3 0,0 0 2 0,0 0-1 16,0 0-3-16,0 0 0 0,0 0-5 0,0 0-7 0,0 0-9 15,0 0-11-15,-7 0-10 0,7 0-11 0,0 0-13 16,0 0-12-16,7 0-11 0,-7 0-5 0,0 4-5 0,0-4 2 15,0 3 0-15,0-3 1 0,-7 0 2 0,7 0-5 0,0 4-9 16,0-4-18-16,0 4-30 0,-7-4-39 0,1 3-44 16,6-3-52-16,-6-3-60 0,-2 3-92 0,2-4-108 15,6 0-131-15,-6-3-104 0,0 4-47 0,-1-5 4 0,0 1 24 16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2.4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18444 9646 595 0,'-6'0'732'0,"6"0"-38"0,-8 0-112 16,8 0-94-16,-6 0-76 0,6 0-71 0,-6 0-61 15,6 0-45-15,0 0-30 0,0 0-25 0,0-3-10 16,0 3-13-16,6 0-10 0,0 0-4 0,-6 0-4 0,14-5-4 16,-8 5 3-16,1 0 4 0,6 0 1 0,-7 0-4 0,7-3-5 15,-6 3-8-15,6 0-12 0,0-4-11 0,6 4-11 0,-6 0-13 16,7 0-14-16,0 4-13 0,-1-4-10 0,1 3-11 15,0-3-7-15,5 5-7 0,1-2-1 0,0 0-4 16,0 1-3-16,7 3-1 0,-7-4-2 0,7 2 0 0,-7-2 1 16,6 5 1-16,1-5-4 0,-1 1 2 0,1 3 1 0,6-3 0 15,-7-1 1-15,1 1-1 0,-1-1-2 0,2 2-1 16,-2-2-3-16,1 1 1 0,-1-1-3 0,1 1 1 0,-1 0 0 16,-6-1 0-16,1 1 0 0,5-4 0 0,-7 4 1 15,2-4-1-15,5 0 0 0,-6 0 1 0,0 0-1 0,1 0 0 16,-1 0 1-16,-7 0-2 0,7-4 1 0,0 4 1 0,0 0-1 15,-6 0 1-15,5 0 0 0,2-4-2 0,-7 4 0 16,6 0 2-16,0-3-1 0,-7 3 0 0,7-4 0 0,-6 4-2 16,6 0 0-16,-7 0 1 0,1 0 1 0,-1 0-1 15,1 4 1-15,0-4-2 0,-1 0 1 0,1 3 2 0,-1-3 1 16,0 0-3-16,1 0 0 0,-7 0 1 0,7-3-1 0,-8 3 0 16,8 0 2-16,-7 0-3 0,7 0 2 0,-8 0 1 15,2 0 1-15,-1 3-2 0,0-3 1 0,0 4 2 0,0-4-3 16,0 4 3-16,0-4-3 0,0 3 1 0,-6-3-1 15,5 5 0-15,-5-5 0 0,6 2-1 0,-7-2 1 0,2 0-1 16,4 5 3-16,-5-5-1 0,6-5 0 0,-7 5 3 0,7 0-2 16,1 0-1-16,-2-2 1 0,-5 2 1 0,6-5-3 15,0 5 0-15,0-3 1 0,0-1-3 0,7 4 2 0,-8-4-2 16,1 4 0-16,1 0 0 0,-2 0 1 0,2 0 2 0,-2 0-2 16,-5 0 0-16,6 0 0 0,-6 0 0 0,5 0 1 15,-4 4 0-15,-2-4 0 0,0 0-1 0,0 0 1 0,1 0 1 16,6 0 2-16,-6 0 0 0,-1 0 2 0,8 0-1 15,-8 0 1-15,6 0-1 0,-4 0 0 0,4 0 1 0,1 4-1 16,1-8-1-16,-2 4-2 0,2 0-1 0,-2 0-1 0,-5 0-2 16,6 0-5-16,-6 0-9 0,5 0-13 0,-4 0-19 0,-2 0-29 15,0 0-36-15,0 0-49 0,-6 0-66 0,7 0-71 16,-7 0-81-16,0 0-127 0,0 0-146 0,0 0-188 16,0 0-79-16,0 0-22 0,0 0 21 0,0 0 47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3.9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22397 9690 498 0,'0'3'781'0,"6"-3"17"0,-6-3-129 0,0-1-128 16,7 4-106-16,0-4-93 0,-1 1-66 0,0-1-37 0,2 0-17 15,-2 1-13-15,7-2-12 0,-7 2-15 0,7 0-15 0,0-1-18 16,1 4-17-16,-2-4-15 0,1 1-14 0,7 0-10 16,-7-2-6-16,6 5-4 0,1 0-8 0,-7-3-5 0,7-1-3 15,0 4-7-15,-2-5-8 0,2 5-5 0,-1 0-7 16,1 0-4-16,6-2-1 0,-7 2-4 0,8-4 0 0,-1 4 0 16,-6-3 3-16,6 3 2 0,0 0 5 0,-1 0 2 0,8 0 1 15,-7 0 1-15,0 0 1 0,7-5 1 0,-7 5-2 16,6 0-2-16,-5 0-5 0,5 0-3 0,1 0-2 0,-1 0-3 15,1 0-4-15,-1 0-4 0,1 0-2 0,6 0-3 16,0-3-3-16,0 3-1 0,0 0-6 0,7-3 0 0,-7 3-1 16,7 0-3-16,-7 0-1 0,-1 0-2 0,1 3 0 0,1-3 0 15,-1 3 0-15,-7 2-4 0,1-2 3 0,-1 1-1 16,1-2 2-16,-1 3-1 0,-5 2 1 0,-1-2-1 0,6 1 1 16,-5-2-1-16,5 3-1 0,-6 1 1 0,7-5 2 15,-7 5 0-15,7-1-1 0,-7-3 1 0,6 3-1 0,-7-4 1 16,2 4-1-16,5-2 0 0,-6-2-2 0,7 1 2 0,-7-1 0 15,0 1 1-15,0 0 0 0,7-1 2 0,-7 1 0 16,7 0-1-16,-1-4 1 0,1 3-2 0,-1-3 3 0,7 0 0 16,-6 5 1-16,5-5-1 0,2 0 3 0,-1 0 1 15,-7 0 1-15,7 0-1 0,1 0 1 0,-7 0-3 0,-1 0 1 16,1 2-1-16,-1-2-1 0,1 0-3 0,-1 0 1 0,-6 5-1 16,7-5-1-16,-7 0 0 0,0 3-1 0,-1-3 0 15,2 4 2-15,-1-4 0 0,0 0 0 0,0 4 0 0,7-4 1 16,-7 0 0-16,0 0 3 0,7 0 0 0,-8 0 1 15,7 0 0-15,-5 0 0 0,-1-4 2 0,0 4 0 0,0 0 1 16,0 0-3-16,1 0 0 0,-2 4 0 0,1-4-1 0,-6 0-1 16,6 0 0-16,0 0-2 0,0-4-2 0,0 4 2 15,0 0-2-15,0 0 2 0,0 0-1 0,1 0-2 0,-9 0-1 16,9 0 2-16,-1 0 1 0,0 0 0 0,0 0-2 0,1 4-1 16,-2-4 1-16,1 0-2 0,0 0 2 0,0 3-1 15,1-3-1-15,5 0 1 0,1 0 2 0,-7-3-1 0,6 3 0 16,1 0 3-16,-1 0-1 0,1-4-1 0,-1 4 0 15,-6-4 0-15,7 4-1 0,-7 0 0 0,0-3-2 0,0 3 0 16,0 0 0-16,0 0 1 0,-6 0 0 0,-1 3-3 0,7-3 3 16,-6 0-1-16,0 0 1 0,-1 4 0 0,1-4 1 15,-1 0-2-15,0 0 2 0,8 4 0 0,-7-4-1 0,-2 0 2 16,2 0-1-16,7 0 2 0,-9 3-2 0,9-3 0 16,-7 0-1-16,6 0-1 0,-1 0-4 0,-5 0-5 0,6 4-6 15,-6-4-7-15,-1 0-3 0,7 0-6 0,-6 4 2 0,-1-4-3 16,1 3-9-16,6-3-5 0,-7 4-5 0,1-4 1 0,0 3 1 15,6-3 0-15,-7 5-2 0,1-5 5 0,-8 3 9 16,8-3 9-16,-7 4 6 0,7-4 3 0,-8 3-2 16,2-3-2-16,-1 0 4 0,0 0-4 0,0 0 0 0,-7 0 2 15,8 0 2-15,-8 0 2 0,7 0 5 0,-6-3 6 0,6 3-1 16,-7 0 2-16,7-4 1 0,-6 4 1 0,5 0 0 0,2 0 2 16,-1-3 1-16,-1 3 0 0,2 0 1 0,6 0-1 15,-1-5 1-15,-6 5 1 0,6 0-1 0,1-3 1 16,0 3 1-16,-8 0 1 0,8 0 1 0,-1 0-1 0,1 0 0 15,-1 0-1-15,1 0 2 0,0 0-4 0,-8 0-1 0,2 0 1 16,-1 0 0-16,-1 0 1 0,-4 3-1 0,4 2-1 0,-5-5 0 16,-1 3 4-16,1-3-1 0,-7 4 0 0,6-4-1 15,-6 3 1-15,0-3 3 0,0 0 2 0,0 0-1 16,0 4-4-16,0-4-5 0,-6 0-11 0,6 0-33 0,0 0-46 16,-7 0-82-16,7 0-78 0,-6-4-89 0,6 4-137 0,0-3-161 15,-7-1-225-15,7 1-72 0,0-5-27 0,-6 8 36 0,6-4 43 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4.7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29861 9638 485 0,'0'-3'711'0,"0"-1"-53"0,-7-1-100 16,7-1-78-16,0 3-53 0,0-5-37 0,7 0-31 15,-7 1-25-15,6 3-25 0,1-3-8 0,-7 4-13 0,6-5-9 16,0 5-13-16,-6 3-15 0,8-4-18 0,-2 4-24 0,7 0-19 16,-6 0-18-16,5 0-14 0,1 4-16 0,1-4-12 0,-2 3-12 15,8 1-13-15,-1 0-12 0,1-1-12 0,0 4-15 16,6-7-12-16,-7 4-12 0,7 1-12 0,0-3-11 15,1-2-7-15,-8 5-6 0,7-5-3 0,-6 0-9 0,6 0-9 16,-7 0-19-16,1-5-24 0,-8 5-31 0,8-2-40 0,-7-3-49 16,-6 1-57-16,6 1-61 0,-7-4-57 0,-6 3-46 0,0-3-42 15,0 0-65-15,0 2-60 0,-6-2-60 0,-1 4-73 16,-6-5-82-16,0 5-25 0,1-1 11 0,-8 0 37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5.6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18190 11012 159 0,'-13'7'808'16,"6"-2"40"-16,1-3 4 0,0 3-138 0,6-2-133 15,-8-3-118-15,8 0-86 0,0 3-40 0,8-3-19 0,-2-3-14 16,0 3-8-16,7 0-10 0,7-3-17 0,0 3-27 16,-1-5-25-16,7 5-23 0,0 0-25 0,0-2-18 0,0 2-24 15,7 0-20-15,-1 0-14 0,1 0-10 0,-7 0-12 0,7 0-15 16,-7 2-14-16,6-2-15 0,-5 0-27 0,-2 0 0 15,1 5 0-15,-6-5 0 0,6 0 0 0,-7 0 0 0,1 0 0 16,0 0 0-16,-1 0 0 0,-6 0 0 0,0 0 0 16,-1 0 0-16,2 0 0 0,-8 0 0 0,8 0 0 0,-8 0 0 15,1 0 0-15,-1 0 0 0,0 0 0 0,1 0 0 0,0 3 0 16,-1-3 0-16,0 0-52 0,1 0-72 0,-7 0-35 0,7 0-39 16,-7 0-43-16,6 3-51 0,-6-3-60 0,0 0-57 15,0 5-60-15,0-5-87 0,7 0-100 0,-7 0-135 0,0 0-72 16,0 0-25-16,0 0 12 0,6 3 34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7.1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20489 11184 147 0,'0'0'736'0,"0"0"27"15,-7-3-85-15,7 3-129 0,0 0-114 0,0 0-96 0,0 0-80 16,7 0-57-16,-7 0-27 0,6 0-15 0,-6-5-2 16,7 5-2-16,-1-3 1 0,7 3 3 0,1 0-4 0,-8-4-2 15,7 4-4-15,6 0-9 0,-6 0-10 0,1 0-13 16,6 4-8-16,-2-4-12 0,2 0-14 0,-1 0-7 0,1 3-7 15,0-3-4-15,6 0-5 0,-1 5-5 0,2-5-3 0,5 0-8 16,-6 0 2-16,7 0-4 0,6 0-1 0,-6-5 2 16,0 5 1-16,6-3 4 0,-1 3 7 0,1-4 8 0,1 4 4 15,5-3 5-15,-6-1-2 0,1 4-2 0,-1 0-6 0,-1-4-7 16,-5 4-9-16,7 0-7 0,-2 4-8 0,1-4-5 16,0 0-4-16,1 4-3 0,-1-4-1 0,-1 0-3 0,1 3 2 15,7-3-2-15,-7 0 0 0,0 0 2 0,7 0-1 16,-7 0 4-16,7 0 3 0,-7 0 1 0,0 4 3 0,7-4-1 15,-7 0 1-15,-1 3-7 0,1-3 0 0,1 5 0 0,-1-5-3 16,0 3-2-16,-7 2-4 0,8-5-2 0,-1 3-3 0,-7 0 4 16,7 1-4-16,0-4-3 0,1 0 0 0,-2 0-1 15,1 0 0-15,1 0-2 0,-1-4-1 0,0 1 0 16,7 0 0-16,-7-2 0 0,6 2 0 0,-5 3 1 0,5-8 0 16,-7 8 5-16,2-4-2 0,-1 1 2 0,-6-1 1 0,-1 4 1 15,1-4-1-15,-7 4-1 0,0 0-1 0,7 0-2 0,-15 0 8 16,9 0-5-16,-7-3-4 0,6 3-2 0,-7 0 1 15,1-4-1-15,-8 4 0 0,8 0 0 0,0 0-7 16,6 0 6-16,-7-4 3 0,7 4 1 0,0-3 0 0,1 3 2 16,-1-4 1-16,-1 1-2 0,1-2 0 0,0 5-2 0,7-3-1 15,-7 0 0-15,0-1 0 0,1 4-1 0,-1 0-2 0,-1 0 1 16,-5-4-1-16,0 4 0 0,-1 4-1 0,1-4 1 16,0 0 0-16,-8 4 0 0,1-4 1 0,7 3 0 0,-8 0 0 15,2-3 1-15,6 5 0 0,-8-2 0 0,1-3 2 16,1 4 0-16,4-4-1 0,2 0-1 0,0 0 0 0,-7 0 1 15,7 0-2-15,6 0 1 0,-7 0-4 0,1 0 2 0,0 0-1 16,-1 0 3-16,-6 0-1 0,6 0-1 0,1 0 0 16,-7 0-3-16,0 0-2 0,6 3 0 0,-5-3-1 0,-2 4-2 15,2 0 3-15,-8-4-2 0,7 3 2 0,-7 1 2 16,8-4 3-16,-8 0 1 0,0 0 1 0,2 0-2 0,-2 0-1 16,0 4 3-16,1-4 3 0,-1 0-1 0,1 0 0 0,-7 0 0 15,6 0 0-15,-6 0 3 0,7 0-2 0,-7 0-1 16,0 0 0-16,6 0 0 0,-6 0-2 0,6 0 1 0,-6 0 1 15,8 0-3-15,-2 0 1 0,-6 0 1 0,6 0 1 16,1 3-2-16,-1-3 0 0,1 0 1 0,6 0-1 0,-7 0 2 16,8 0 3-16,-8 0-2 0,7 0 2 0,0 0-7 0,-7 0 2 15,7 0 3-15,1 0 1 0,-8 0-1 0,0 0-2 16,1 0 0-16,0 4-1 0,-1-4 5 0,1 0-2 0,-1 3-3 16,1-3-2-16,-7 0 0 0,6 5-4 0,-6-5-1 15,0 0-2-15,7 0-1 0,-7 0-4 0,0 3-3 0,0-3-5 16,0 0-10-16,0 0-2 0,0 0-8 0,6 0-12 0,-6 0-18 15,0 0-19-15,0 0-22 0,0 0-30 0,0 0-40 16,0 5-64-16,-6-5-77 0,6 0-75 0,-7 0-119 0,7 0-139 16,-6-5-191-16,6 5-73 0,0 0-34 0,-7 5 6 15,1-2 47-15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8.3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26018 11276 347 0,'0'0'780'16,"0"0"23"-16,-6 0-94 0,6 0-128 0,0-4-112 0,0 4-103 16,0 0-67-16,-7-4-39 0,7 4-21 0,0 0-16 15,0 0-14-15,0 0-16 0,0 0-22 0,0 0-16 0,7 0-18 16,-7 0-9-16,6 0 2 0,1 0 1 0,5 4 2 15,-4-4 4-15,4 0-2 0,2 0-3 0,-2 0-6 0,1 0-9 16,7 0-9-16,-7 0-11 0,6 0-7 0,-6 4-12 0,7-4-11 16,-6 3-12-16,4 1-9 0,2 0-6 0,7-1-10 0,-9 1-6 15,15-1-6-15,-7 1-2 0,7 4 0 0,5-5-2 16,-4 1-2-16,11 0-1 0,-6-1 1 0,1-3 4 16,5 3 3-16,1-3 2 0,-7 0 0 0,6 0 3 0,-5 5 2 15,-2-2-1-15,1 2 0 0,0-5-6 0,1 3-2 0,-8 1-3 16,7-1 0-16,0 5-4 0,-7-5-2 0,8 1-3 15,-7 0 1-15,6 3 1 0,-7-4-2 0,7-3-3 0,0 4 5 16,1 0 3-16,-2-4 4 0,7 0 7 0,-5 0-10 16,5 0-11-16,1 0 0 0,-7 0 0 0,0 0 0 0,1 3 0 15,-1-3 0-15,-7 4 0 0,1-4 0 0,-7 4 0 0,6-4 0 16,-5 3 0-16,-1 1 0 0,-1 0 0 0,1 0 0 0,-6-1 0 16,6-3 0-16,1 4 0 0,-2-1 0 0,7-3 0 15,-5 0 0-15,5 4 0 0,-6-4 0 0,7 0 0 0,-1 0 0 16,-6 0 0-16,13 0 0 0,-6 0 0 0,0 0 0 0,6 0 0 15,-6 0 0-15,-7 0 0 0,6 0 0 0,-6 4 0 16,0-4 0-16,0 3 0 0,0 1 0 0,0 0 0 0,-6-4 0 16,-1 3 0-16,7-3 0 0,-6 3 0 0,-1-3 0 15,7 4 0-15,-6-4 0 0,6 0 0 0,1 0 0 0,-8 0 0 16,7 0 0-16,0 0 0 0,6 5 0 0,-5-5 0 0,5 0 0 16,1 0 0-16,-1 0 0 0,1 0 0 0,6 0 0 0,0 0 0 15,0 0 0-15,0 3 0 0,7-3 0 0,-7 0 0 16,6 3 0-16,-5-3 0 0,5 0 0 0,-6 0 0 15,7 5 0-15,-1-5 0 0,1 3 0 0,-1-3 0 0,1 3 0 16,-1-3 0-16,1 0 0 0,0 5 0 0,-8-5 0 0,2 0 0 16,-1 0 0-16,-6 3 0 0,-1-3 0 0,-6 0 0 0,7 0 0 15,-7 0 0-15,-7 0 0 0,1 0 0 0,6 0 0 0,-13 0 0 16,6-3 0-16,-6 3 0 0,7-5 0 0,-14 5 0 16,8-3 0-16,-2 0 0 0,-5-2 0 0,6 5 0 15,-6-3 0-15,-1 3 0 0,-6 0 0 0,6-3 0 0,-6 3 0 16,8 0 0-16,-8 0 0 0,0 0 0 0,0 0 0 0,6 0 0 15,-6 0 0-15,0 0 0 0,0 0 0 0,0 0 0 0,0-5 0 16,0 5 0-16,0 0-17 0,0 0-184 0,-6 0-56 0,-2 0-66 16,-4 0-70-16,-1 0-62 0,-1 0-83 0,-4 0-93 15,-2 0-111-15,0 0-161 0,-6 0-42 0,0 0 5 16,0 0 38-16,-6 0 54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7:59.2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18353 12433 184 0,'0'4'866'16,"6"0"41"-16,-6-4 27 0,0 3-140 0,0-3-173 0,0 3-157 15,0-3-107-15,0 0-59 0,6 0-32 0,2 5-20 0,4-5-9 16,1-5-7-16,7 5-2 0,6-3-18 0,0 0-21 16,7-1-22-16,-1 0-22 0,1 1-20 0,-1 0-19 15,7-2-17-15,-7 2-16 0,1 3-10 0,-1 0-13 0,1 0-10 16,-7 0-8-16,0 0-8 0,7 3-5 0,-7-3-3 0,0 5-2 16,-6-2 2-16,-1 0 0 0,1 1-3 0,-7 0-1 0,0-4 1 15,0 3 0-15,-1-3-4 0,-4 0-1 0,-2 3 0 16,0-3-4-16,-6 0-5 0,7 0-13 0,-7 0-17 0,7 5-23 15,-7-5-33-15,0 0-40 0,-7 0-46 0,7 4-63 16,-7-4-76-16,1 3-73 0,-8 2-79 0,2-3-109 0,6-2-120 16,-8 0-164-16,8 0-71 0,-7 0-18 0,13 0 21 0,-14 0 45 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8:01.2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20417 12811 730 0,'0'0'802'0,"0"0"-15"0,7 0-139 0,-7 0-133 0,0 0-116 16,0 0-102-16,6 0-64 0,-6 0-34 0,7-3-23 15,-1 3-16-15,7-5-9 0,-7 5-10 0,8-3-11 0,-1-1-9 16,0 1-7-16,6-1-6 0,-5 0 0 0,5 1 4 0,-6-1 0 15,6 4-2-15,-5-4-3 0,6 4-7 0,-2-3-6 16,-4 3-3-16,5 0-7 0,1 0 0 0,-1 0-3 0,1 0 0 16,0 0 1-16,-2 0 0 0,9 0-2 0,-1 0-2 15,0 0-2-15,7 3-6 0,-7-3-3 0,6 0-6 0,1 0-2 16,-1 0-6-16,1-3-6 0,-1 3-8 0,1 0-5 0,-1 0-5 16,-5 3-7-16,5-3-7 0,1 0-6 0,-7 0-3 15,6 0-3-15,1 0 1 0,-1 4-1 0,1-4 1 16,-1 0 3-16,1 0 6 0,-1 4-1 0,1-4 1 0,7 0 2 15,-2 0 1-15,-5 0-1 0,6-4-1 0,1 4 0 0,-2-4-3 16,-5 4-1-16,6-3-1 0,0 3-1 0,0-5-3 0,-6 3-1 16,-1 2-2-16,7 0-2 0,-6 0 0 0,-1 2 0 15,1-2 0-15,-7 0-1 0,6 5 2 0,-5-5 0 0,5 0 0 16,-12 3-1-16,6-3 2 0,-1 4-1 0,-5-4-1 16,7 4 1-16,-8-4 0 0,7 0-1 0,-6 0 2 0,6-4 2 15,-6 4-1-15,12-4 2 0,-7 1 2 0,2-2 1 0,5 3-1 16,1-3 1-16,-1 2 2 0,2-1 0 0,-2-3 1 15,1 3-2-15,-1 0-2 0,1 4-2 0,-1-3 2 0,1 0-1 16,-1 3-3-16,-6-4 0 0,7 4-2 0,-1 0-1 0,-5 0 2 16,5 0-1-16,-6-5 0 0,7 5-2 0,-7 0 1 15,-1 0 0-15,8 0 0 0,-7 0 0 0,0 0 0 0,7-3 1 16,-7-1 0-16,6 1 4 0,-5-1 3 0,5 1 5 16,1-1 3-16,-7 0 5 0,6 4 4 0,1-3-16 0,-1-1-9 15,1 0 0-15,-1 1 0 0,1 3 0 0,6-8 0 0,-6 8 0 16,0-3 0-16,5-1 0 0,-5 0 0 0,6 1 0 15,-7 0 0-15,8-2 0 0,-7 2 0 0,5 3 0 0,-5-4 0 16,6 4 0-16,-1-5 0 0,-5 5 0 0,7-2 0 0,-8 2 0 16,1 0 0-16,6-4 0 0,-7 4 0 0,1-3 0 15,6-1 0-15,-6 4 0 0,6-4 0 0,-7 4 0 0,1-3 0 16,-1 3 0-16,1-5 0 0,-1 5 0 0,1 0 0 0,-1-2 0 16,-5 2 0-16,5 0 0 0,-6 0 0 0,7 0 0 15,-7 0 0-15,6 0 0 0,1 0 0 0,-7 0 0 0,7 0 0 16,-7 0 0-16,0 0 0 0,7 0 0 0,-7 0 0 0,-1 0 0 15,7 0 0-15,-5 0 0 0,5 0 0 0,-6 0 0 16,7 0 0-16,-7 0 0 0,7 0 0 0,-1 0 0 0,1 0 0 16,-1 0 0-16,1 0 0 0,-1 0 0 0,1 0 0 15,0 0 0-15,6-5 0 0,0 5 0 0,0 0 0 0,0 0 0 16,0-3 0-16,0 3 0 0,0 0 0 0,1 0 0 0,-2 0 0 16,1-4 0-16,7 4 0 0,-7 0 0 0,6-4 0 0,-5 4 0 15,5-3 0-15,1 3 0 0,-1-4 0 0,2 4 0 16,-2-4 0-16,1 4 0 0,-1 0 0 0,-6 0 0 0,0 0 0 15,0 0 0-15,-6 0 0 0,6 0 0 0,-7 0 0 16,-6 0 0-16,7-3 0 0,-7 3 0 0,0 0 0 0,0 0 0 16,-7 0 0-16,1 0 0 0,-7 0 0 0,0-4 0 0,0 4 0 15,1 0 0-15,-8 0 0 0,0 0 0 0,-6 0 0 0,7 0 0 16,-7 0 0-16,7 0 0 0,-7 0 0 0,0 0 0 16,6 0 0-16,-6 0 0 0,0 0 0 0,0 0 0 0,0 0 0 15,6-3 0-15,1 3 0 0,-7 0 0 0,6 0 0 16,1 0 0-16,0 0 0 0,-1 0 0 0,0 0 0 0,8 0 0 15,-2 0 0-15,1 0 0 0,1 0 0 0,-8 0 0 0,14 3 0 16,-8-3 0-16,2 7 0 0,5-7 0 0,1 4-5 0,-8 0-12 16,8-1 7-16,0 1 4 0,6 0-1 0,-7-1 2 15,8 2-2-15,-1 2 0 0,0-4 5 0,7 1 4 0,-1 3-2 16,1-3 1-16,-7 3-1 0,13-3-3 0,-13 4-4 16,13-5 0-16,-7 4-1 0,1-3-3 0,-1 2 1 0,1-1-1 15,-1 2 3-15,1-3 1 0,-1-1 4 0,1 1 1 0,-7 0 0 16,0-4 1-16,0 3-1 0,0 1 1 0,1-4 4 15,-8 3-2-15,-6-3-2 0,6 0 1 0,-5 4-1 0,-8-4 0 16,7 0 2-16,-6 0-2 0,-7 0-3 0,6 0 3 16,-6 0 4-16,6 0 3 0,-6 0 3 0,0 3 0 0,7-3-1 15,-7 0 0-15,0 0 9 0,0-3-5 0,0 3-5 0,6 0-2 16,-6 0-4-16,7-4-2 0,-7 4 0 0,7 0 3 16,5 0-11-16,-4-3 5 0,4 3 1 0,-6 0 4 0,8 0-3 15,-1-4 1-15,-1 4 0 0,2 0 0 0,-1 0 1 16,0-3-2-16,0 3 1 0,0 0-4 0,0-4 4 0,0 4 1 15,0 0-1-15,-7-4-3 0,14 4 4 0,-7 0-2 0,1 0-1 16,-2 0 4-16,-6 4-3 0,1-4 0 0,0 0 1 16,-1 4 1-16,1-4 0 0,-1 0 1 0,0 0 0 0,-6 0 1 15,8 0 1-15,-8 0-2 0,6 0 1 0,-6 0 1 16,0 0 0-16,6 0-3 0,-6 0 0 0,0 0 0 0,0 0 1 16,0 0 1-16,0 0 0 0,6-4-1 0,-6 4-2 0,0 0 2 15,0 0 1-15,0 0-1 0,0 0 0 0,0 0-5 16,0 0-12-16,0 0-19 0,0 0-29 0,0 0-44 0,0 0-53 15,0 0-65-15,0 0-80 0,0 0-85 0,0 0-90 16,0 0-129-16,-6 0-137 0,6 0-185 0,0 0-53 0,0 0-2 16,-6 4 38-16,6 3 62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8:01.7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29835 12833 13 0,'13'-4'746'0,"-7"4"33"0,-6-3-30 15,7-1-121-15,6 4-116 0,-13-4-97 0,6 4-74 0,0 0-39 16,2-3-17-16,4 3-5 0,-5 0 1 0,6-4-14 16,0 4-14-16,0 4-21 0,0-4-25 0,7 3-18 0,-1-3-16 15,1 4-15-15,0-4-13 0,5 4-9 0,-5-1-13 0,6 1-15 16,0 3-14-16,0-3-16 0,0-1-15 0,0 2-13 0,0 1-14 15,0-6-8-15,0 8-9 0,1-8-13 0,-2 3-2 16,-5 0 1-16,6-3-3 0,-6 5 0 0,-1-5 1 16,1 0-9-16,-2 0 1 0,2 0 2 0,-6-5-16 0,-1 2-20 15,-1 0-26-15,-4-1-34 0,-2 0-41 0,-6 1-41 0,0 0-58 16,0 3-59-16,0-5-56 0,-6 2-46 0,-2-1-69 0,-4 0-77 16,-1 1-83-16,-1-1-108 0,-6 1-74 0,-5-1-16 15,-1 4 19-15,0-4 28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8:02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18489 14265 265 0,'0'0'758'16,"-6"4"32"-16,-1-4-102 0,1 0-113 0,6 0-96 0,-6 0-79 15,6 0-70-15,-7 0-43 0,7 0-31 0,0 0-22 16,0 3-18-16,0-3-16 0,0 5-13 0,7-5-20 0,-1 0-12 16,7 3-6-16,-7-3-1 0,8 3-5 0,5 1-1 0,-6 0-6 15,6-1-10-15,7 1-9 0,-6 3-13 0,13-3-13 16,-7 1-12-16,6-3-8 0,1 6-12 0,6-5-10 0,7 1-8 16,-1 4-8-16,1-6-6 0,5 3-6 0,2-2-4 15,6 1-4-15,-7-4-1 0,7 4-3 0,-2-4-2 0,9 4 0 16,-8-4-2-16,8 3-1 0,-1-3-2 0,-6 4-1 0,0 0-1 15,-2-1 0-15,-4 0-2 0,-1 2-1 0,-1-2-6 16,-4 1-10-16,-9-1-1 0,2 5-3 0,-1-5-2 0,-6 5 2 16,5-5 0-16,-11 1 0 0,5-1 6 0,-6 2 8 15,7-2 4-15,-7 1 5 0,6 3 0 0,-5-7 0 0,5 4 0 16,1-1 0-16,-7 1 0 0,6-4 1 0,1 4 1 0,-7-1-4 16,7 2 1-16,-8-3 2 0,8 3-1 0,-7-2 1 15,6 0-1-15,-6 2 0 0,0-2 0 0,1 1 0 0,-1-4 0 16,0 4 0-16,0-1 1 0,-7 0 1 0,-5-3 3 0,5 0 6 15,-6 0 6-15,0 0 6 0,1 0 5 0,-2 0 4 16,1-3 5-16,0 0 4 0,-6 3 3 0,-1-4-5 0,0 4-2 16,2 0-6-16,-2-4-4 0,0 4-5 0,0-3-2 15,1 3-8-15,0 0-5 0,-1 0-3 0,1-5-4 0,-1 5-1 16,-6 0 2-16,7 0-1 0,0-3-1 0,-7 3 0 0,6 0-2 16,-6 0 2-16,6-3 1 0,-6 3 0 0,0 0-5 15,6 0-8-15,-6 0-15 0,0 0-22 0,0 0-31 0,0-5-52 16,0 5-70-16,-6 0-91 0,0 0-99 0,0 0-127 15,-1 0-149-15,0 0-198 0,1 5-90 0,-7-5-39 0,6 3 10 16,-6 0 49-16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8:04.4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22782 14254 176 0,'0'-3'665'0,"-8"-1"-30"0,8 0-80 0,0 4-85 0,-6-3-67 15,6-1-54-15,0 1-48 0,0-2-51 0,0 2-46 0,0 3-42 16,0-4-32-16,6 4-17 0,-6-3-10 0,0 3-6 15,8 0-4-15,-2 0 3 0,0 3 2 0,1-3 3 0,6 0 11 16,0 4 6-16,0-4 2 0,0 3 2 0,0 2 3 16,6-5 3-16,-5 3 3 0,5 1 2 0,1-1-5 0,-1-3-7 15,1 4-8-15,0 0-8 0,-2-1-9 0,2-3-11 0,7 4-12 16,-9-4-8-16,2 4-9 0,7-4-7 0,-8 0-9 16,7 3-6-16,0-3-8 0,0 0-3 0,0 0-5 0,1 0-4 15,-1 0 0-15,6 0 0 0,1 0-1 0,-1 0 1 16,1 0 0-16,6 0 2 0,-7 0 1 0,7 0 2 0,1 0 2 15,-2 0 3-15,1 0 5 0,1 4 5 0,5-4 4 0,-6 0 4 16,7 0 4-16,-7 0 2 0,7 0 2 0,-7 0-6 16,0-4-3-16,7 4-2 0,-7 0-8 0,-1 4-6 0,1-4-6 15,1 0-6-15,-1 0-6 0,-7 0 1 0,1 0-3 16,6 0-1-16,-7 0-1 0,1 0-1 0,-7 0 1 0,6-4-1 16,1 4-1-16,-1 0-1 0,-5 0 0 0,5 0 0 0,1-3 2 15,-1-1 1-15,1 4 3 0,0-4 5 0,0 1 8 16,5-1 4-16,-5 0 4 0,6 1 5 0,0-1 1 0,7 1 1 15,-8-2-3-15,1 5-3 0,7-3-8 0,-7-1-4 0,0 1-4 16,1 3-5-16,-8 0-3 0,7-4-1 0,-6 4-1 16,-1 0-2-16,-6 0-1 0,7 0 0 0,-1 4 1 0,-5-4 0 15,5 0-1-15,-6 0-2 0,7-4 2 0,-1 4 0 16,-6 0 1-16,7-4 0 0,0 1 0 0,-7 3-1 0,6-4 1 16,1 0 2-16,-1 1 0 0,1-2-2 0,-1 3 0 0,1-3 3 15,-1 2-2-15,1-1-1 0,-1 0 2 0,8 1-1 16,-7 3-1-16,-1-4 2 0,1 4-1 0,-1-2-2 0,1 2 0 15,5 0 2-15,-5 0-2 0,-1 0 0 0,1 0 1 16,-1 0 0-16,1 0-1 0,-1-5 3 0,-5 5 1 0,5 0-2 16,1-4-1-16,0 1-1 0,0 3 0 0,-1-5 1 15,1 2 0-15,6 3-4 0,-7-3 1 0,1-1 0 0,5 0 2 16,-5 1-1-16,7-1 1 0,-8 0-2 0,7 4 1 0,-7 0 2 16,7 0 0-16,-6 0 0 0,-1 0 1 0,2 0-1 15,-2 0 2-15,-6 0-1 0,6 4 1 0,2-4 0 0,-9 0-1 16,7 0 0-16,1 0-1 0,0-4-2 0,0 4 1 0,6 0 1 15,-7 0 0-15,7-3-1 0,0 3 1 0,7-4 1 16,-7 4 0-16,7-4 1 0,5 4 0 0,-5 4-2 0,-1-4 0 16,1 4 0-16,7-4-1 0,-8 3-1 0,0-3 1 15,1 4-2-15,-1 0 0 0,1-1 5 0,-7 1-2 0,0 0 0 16,7-1 0-16,-7 0-7 0,0-3-8 0,-6 5-8 0,6-2-6 16,-6 1-8-16,-1-4-1 0,1 0 1 0,-1 0-1 15,-6 0 6-15,1 0 11 0,-1 0 8 0,-7-4 6 0,1 4 2 16,-2 0 3-16,2-3 1 0,-6 3 1 0,5 0 0 15,-6 0-3-15,0 0 0 0,-7 0 3 0,8 3 0 0,-8-3-4 16,1 0-4-16,-1 0-5 0,7 0-4 0,-6 0-2 0,5 0-3 16,2 4-4-16,-1-4 2 0,0 0 4 0,6 5 4 15,1-5 3-15,6 0 6 0,0 2 1 0,0-2 3 0,13 4-1 16,-6-4-4-16,-1 3-5 0,7 1-5 0,0 3-4 16,1-2-2-16,-1-3-2 0,-7 6 1 0,7-4 3 0,-7 0 2 15,1 3 1-15,-1-3 4 0,-5-1 4 0,5 4 4 0,-6-2 3 16,-6-2 0-16,7 1-1 0,-9-1 6 0,2-3 2 15,-7 4 7-15,7-4 6 0,0 0 4 0,-8 0 5 0,1 0 4 16,1-4 4-16,-8 4 1 0,6-3 6 0,-4-1 2 16,4 4 1-16,-5-3-2 0,6-5-2 0,-6 8-2 0,-1-4-4 15,7 1-4-15,-6 3-7 0,-1-4-6 0,0 0-10 0,1 4-13 16,0-3-18-16,6-1-15 0,-7 0-24 0,0 4-21 16,1-3-14-16,0 3-16 0,-1-5-10 0,8 5-5 0,-8-2 1 15,0 2 6-15,7-5 11 0,-6 5 9 0,6 0 5 0,-7 0-4 16,0 0-8-16,2 0-18 0,-2 5-24 0,0-5-25 15,1 0-25-15,-7 2-25 0,7-2-25 0,-7 5-17 0,0-5-39 16,-7 3-51-16,7-3-51 0,-13 4-52 0,7-4-70 16,-2 4-105-16,2-4-52 0,-7 3-24 0,0-3 28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8:05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18047 15679 322 0,'0'0'765'0,"0"0"44"0,0 0-77 0,0 0-107 16,0 4-88-16,0-4-83 0,0 0-71 0,0 0-42 16,0 0-24-16,0-4-23 0,0 4-32 0,0 0-27 0,6 0-31 15,-6-3-24-15,6 3-22 0,8-3-15 0,-8-2-14 0,7 2-12 16,7-1-9-16,-7-1-8 0,6 5-7 0,7-2-9 16,-6 2-7-16,5 0-8 0,2-4-9 0,5 4-6 15,1 0-6-15,-1 4-4 0,8-4-7 0,-8 0-7 0,7 2-7 16,0-2-5-16,7 5-7 0,-1-1-4 0,-5-1-2 0,5 2-4 15,8-5-1-15,-8 3 1 0,7-3 0 0,0 0 0 0,0 0 2 16,0 0 4-16,7-3 3 0,0 3 6 0,6-8 6 16,0 4 0-16,0-1 4 0,6 3 0 0,1 2-1 15,6 0-2-15,-6 0-4 0,0 0 0 0,-1 0-10 0,1 2-3 16,0-2-4-16,-7 5-2 0,6-1-1 0,-5-1 1 0,-1 2 0 16,0-2-7-16,0 0 5 0,-6 1-3 0,6-4 2 0,0 0-4 15,-7 4-2-15,7-4-3 0,0-4-2 0,0 4 1 16,0-4 0-16,-6 4 0 0,0-3 1 0,0 3 3 0,-7 0 1 15,-1 0-1-15,2 0-3 0,-7 0-5 0,-7 0-9 0,0 0-9 16,-7 3-11-16,-6-3-7 0,1 4-7 0,-1-4-5 16,-7 4 1-16,-6-4 1 0,0 3 11 0,0 0 10 0,0-3 9 15,-7 5 11-15,8-1 6 0,-8-1 7 0,1-3 4 16,-1 4 5-16,1-1 0 0,-1-3-4 0,7 4 4 0,1-4 2 16,-2 0 0-16,1 0 3 0,7 0-2 0,0 0 2 0,-1 0-2 15,7 0 2-15,0 0-1 0,0 0-2 0,0 4 0 16,1-4-2-16,5 0 0 0,-6 3-1 0,7-3-1 0,-1 4-1 15,1-4 1-15,-1 3-3 0,1 1-2 0,-1-1 0 16,1-3 0-16,-1 4-5 0,1 1 0 0,-1-2-1 0,1-3-1 16,-7 3 3-16,0 1-1 0,7 0-2 0,-7-1-5 0,0-3 0 15,-7 3-5-15,1 2-7 0,-1-2-3 0,-5 2-5 16,-2-5-1-16,-5 2 3 0,6-2 4 0,-13 5 6 0,6-5 7 16,1 0 7-16,0 0 6 0,-7 3 7 0,6-3 2 15,-6 0 4-15,7 0 1 0,-7 0 0 0,6 0 1 0,0 0 2 16,8 0-1-16,-8 0 1 0,8 0 1 0,-2 0-7 0,8 0 1 15,-7 0 0-15,7 0-4 0,-1-3 0 0,7 3 1 16,-6 0-2-16,6 0-2 0,-7 0 2 0,7 0 0 0,-6 0-2 16,6 0 2-16,-7 0 0 0,1-5 0 0,-1 5 1 15,1 0 0-15,0 0 2 0,-1-2 0 0,-6 2-1 0,0 0 0 16,0 0-1-16,-6 0 1 0,5 0 2 0,-12 0 3 0,7 0 6 16,0 0 8-16,-7 0 11 0,6 0 5 0,-6 0 5 15,0 0 4-15,0 0 3 0,0 0 1 0,0 0-5 0,0 0-7 16,0 0-8-16,0 0-2 0,0 0-5 0,0 0-4 15,0 0-5-15,0 0-5 0,6-5-3 0,-6 5-7 0,0 0-13 16,-6 0-14-16,6 0-21 0,0 0-25 0,-6 0-32 0,6 0-41 16,-7 0-48-16,0 0-56 0,1 0-51 0,0 0-62 15,-8 5-88-15,8-5-114 0,-7 0-132 0,0 0-130 0,6 0-73 16,-13 0 2-16,8 2 19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4-23T08:33:31.1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2435 4459 706 0,'-6'2'746'0,"6"3"3"0,-6-2-117 15,-2 1-137-15,8 3-131 0,0-3-115 0,0 7-50 0,0 0-51 16,0 0-35-16,0 7-31 0,0 0-21 0,8 5-15 16,-2 2-10-16,-6 1 0 0,6 4-20 0,-6 2 11 0,0 1 8 15,7 4 13-15,-7-1 2 0,7 1 3 0,-7-4 5 0,0 0 2 16,0 0 3-16,6-4 0 0,-6 0-5 0,0-3-11 0,0 0-5 15,6-8-4-15,-6 1-9 0,0-1-5 0,0-7-8 0,0-1-9 16,0 1 1-16,0-3 1 0,0-1-1 0,0-3-4 0,0-4-4 16,0 0 0-16,0 0-3 0,0-4-5 0,0 0-8 0,-6 1-5 15,6-5-7-15,0-3-10 0,-6 1-6 0,6-1-6 16,0-4-7-16,-7-3-4 0,7-1 0 0,0 1-8 0,0-4-1 16,-7 0 6-16,7-4 3 0,0 1 2 0,0-4 6 0,0 3 10 15,0-3 6-15,-6-5 14 0,6 5 7 0,-6 0 13 0,-2-4 1 16,8 3 7-16,-6 1 4 0,6 0 3 0,0 4 5 0,-6-5 3 15,6 8 6-15,0-3 1 0,0 2 13 0,0 5 9 0,0 0 10 16,0-1 3-16,0 5 8 0,6 0 5 0,-6-2 5 16,6-2 4-16,-6 8 0 0,8-5 3 0,-2 0 3 0,0 4 0 15,1 4-6-15,0-4-4 0,-1 3-4 0,7 2-3 0,0 1-4 16,-6 2-2-16,5 3-6 0,8 0-1 0,-7 8-1 0,0-2 0 16,6 2-2-16,-5 5-6 0,5 3-5 0,-6 2-10 15,6 1 0-15,-5 6 4 0,-2-3-1 0,-5 3 3 0,6 2 6 16,-6 2 7-16,-1-4 15 0,1 0 8 0,-7 1 3 0,0 0 3 15,0-4 11-15,0 0 10 0,0-3 5 0,-7 2 4 0,1-6-9 16,-1 1 4-16,-6-6-3 0,6 1-8 0,1-5-13 0,-6 3-20 16,-2-2-11-16,1-7-15 0,0 4-8 0,6-4-18 15,-5 0-18-15,-2-4-20 0,2 4-28 0,-2-7-33 0,8 3-40 16,-7-1-44-16,7-1-49 0,-1 2-55 0,0 1-48 0,1-5-55 16,0 4-43-16,6 2-59 0,-7-3-75 0,14 2-87 0,-7-1-118 15,6 4-70-15,-6-4-32 0,0 4 13 0,0 0 37 0</inkml:trace>
  <inkml:trace contextRef="#ctx0" brushRef="#br0" timeOffset="953.08">2656 6250 645 0,'0'-8'704'0,"0"5"-72"0,0-5-107 0,0 0-90 16,0 2-65-16,0-2-54 0,0 2-45 0,0-3-37 0,7 1-30 15,-7-1-22-15,-7 4-16 0,7-6-9 0,0 9-7 16,-6-7-6-16,6 2 2 0,-6 4-9 0,0-1-9 0,6 4-15 16,-8 0-11-16,-4 0-13 0,5 4-17 0,1 3-17 0,-8 5-19 15,8 1-12-15,-6 1-12 0,4 9 0 0,-4-1-9 0,5 4-3 16,0 7-2-16,1 0 2 0,-1 4-1 0,7-5 0 0,0 5 1 15,0 0-1-15,0 0 2 0,7-5 1 0,-1-2-1 0,1-1-1 16,6-4 3-16,1 1-3 0,-2-4-2 0,1-7 0 16,7 0-1-16,-8-5 2 0,8-2 1 0,-7-8 2 0,0 0-1 15,7-8 3-15,-7 1 7 0,-1-8 2 0,-4-3 6 16,4-1 8-16,1-6 8 0,-6-1 13 0,0-3 11 0,-7-4 6 16,6 1 6-16,-6-5 2 0,6 0-2 0,-12 0-11 15,6 1-7-15,0-1-12 0,-6 0-12 0,-1 5-7 0,0-1-10 16,1 0-5-16,-1 3-3 0,-5 5 3 0,4-1-4 0,2 8-2 15,0-4-3-15,0 7-13 0,-8 1-17 0,8 2-25 0,-1 5-34 16,1 1-56-16,-1 6-48 0,0 0-57 0,7 0-48 0,-6 6-48 16,6-2-67-16,-6 3-82 0,6 3-74 0,0 2-72 0,0 3-95 15,0 0-41-15,0 3 3 0,6 3 29 0</inkml:trace>
  <inkml:trace contextRef="#ctx0" brushRef="#br0" timeOffset="1640.44">2461 7521 471 0,'0'-8'734'0,"0"5"-21"0,-6-1-96 0,6 1-90 0,0-5-76 16,0 8-71-16,0-3-73 0,0 3-61 0,-6 0-44 16,6 0-35-16,0 3-21 0,6 1-18 0,-6 7-14 0,0 0-12 15,6 7 4-15,-6 0 7 0,0 7 6 0,7 6 4 0,-7 1-4 16,6 1-7-16,-6 4-8 0,0-3-6 0,7 2-14 0,-7 1-12 16,0-5-11-16,0 5-11 0,7-8-8 0,-7 0-6 0,0 1-7 15,6-8-7-15,-6-1-5 0,6 1-6 0,-6-3-6 0,0-4-3 16,0-5 1-16,7-2-9 0,-7-1-6 0,0 1-11 15,0-5-13-15,0-3-18 0,0 0-20 0,0 0-25 0,0-7-31 16,-7 0-24-16,7 0-25 0,0-8-16 0,0 0-8 0,0-4-3 16,-6-6 1-16,6-1 12 0,-6-3 17 0,6-4 27 0,-7 1 27 15,7-6 22-15,-7 2 21 0,7-1 20 0,-6 1 17 0,-1 2 12 16,7 5 13-16,-6 0 13 0,6 4 17 0,-6 3 23 0,6 0 21 16,0 3 24-16,-7 4 27 0,7 5 28 0,0 2 25 15,0 1 15-15,0-1 9 0,-7 1-2 0,7 3-2 0,7 1-2 16,-7 3-8-16,0 0-5 0,7-4-7 0,-1 4-3 0,0 0-5 15,1 0 4-15,6 0-3 0,0 0-2 0,0 4-1 0,0-4-13 16,0 0-11-16,7 3-15 0,-8 1-16 0,8 0-15 0,0-1-13 16,-1 1-16-16,1 0-15 0,-1 3-10 0,1-4-7 15,0 5-5-15,-2-4-3 0,2 3-4 0,0-3-8 0,-7-1-20 16,-1 1-27-16,2 3-31 0,-8-4-39 0,8-3-39 0,-8 4-52 16,-6 1-68-16,0-2-59 0,0-3-57 0,0 3-73 15,-6-3-79-15,-1 0-82 0,0 0-92 0,-5 0-123 0,4 0-28 16,-10 0 16-16,4 5 41 0</inkml:trace>
  <inkml:trace contextRef="#ctx0" brushRef="#br0" timeOffset="1827.99">2474 7822 264 0,'0'3'839'0,"0"4"44"0,0 0 63 0,0-3-104 0,7 3-139 16,-7-3-145-16,7 3-90 0,5-3-59 0,-5 0-47 0,6-1-28 15,0 1-53-15,0 0-58 0,0-1-55 0,1 0-46 0,4 2-33 16,-4-2-23-16,-1 2-18 0,7-5-16 0,-2 4-13 15,-4-1-10-15,-1-3-6 0,0 3-13 0,0 1-25 0,-1-4-33 16,2 0-40-16,-8 4-50 0,1-1-56 0,-1-3-63 16,-6 4-64-16,7-4-53 0,-7 0-58 0,7 0-77 0,-7 0-80 15,0 0-93-15,0 0-112 0,0 0-39 0,0 0 9 0,0 0 30 16</inkml:trace>
  <inkml:trace contextRef="#ctx0" brushRef="#br0" timeOffset="2655.96">2358 9235 363 0,'0'0'774'0,"0"0"43"16,-8 0-76-16,8 0-125 0,0 3-115 0,-6 2-112 0,6 2-83 15,0 4-49-15,-6 0-31 0,6 4-24 0,0 3-20 0,0 1-18 16,0 2-23-16,0 5-16 0,0-1-7 0,0 5-15 0,0 3-11 16,0-4-12-16,0 1-12 0,0-1-8 0,6 0-8 0,-6-4-10 15,0 0-11-15,0-2-5 0,6-1-6 0,-6-3-3 16,0-2-6-16,0-2 0 0,0-4-3 0,0-3-1 0,0 0 0 16,0-6 1-16,0 3 1 0,0-5 1 0,0 0-1 0,0-5-2 15,0 3-1-15,0-6-2 0,0-3-5 0,0-4-3 0,0-3-5 16,-6 0 0-16,6-4-1 0,0-9-2 0,0 6-1 0,0-7-1 15,0-1 1-15,0 0-1 0,0-1 1 0,0 2-1 0,0-1 3 16,0 0 2-16,6 4 1 0,-6 3 0 0,0-3 1 16,8 3 3-16,-8 0 0 0,6 1 3 0,0 3-2 0,-6 0 0 15,6 0 0-15,8 0-4 0,-8 3 1 0,1 4 1 0,5-2 0 16,-4 2 1-16,4 0 3 0,-5 4 0 0,6 0-1 0,0 0 6 16,-7 4-2-16,8-1-1 0,-2 5 0 0,-5 0-1 0,6 3-1 15,0 0 2-15,0 3 0 0,0 4 3 0,-7 4 8 0,8 5 5 16,-2-2 9-16,-5 8 8 0,6 3 12 0,0 4 8 15,-7 4 7-15,2 4 4 0,4 0 0 0,-6 3 2 0,8 4-3 16,-8 0-1-16,1 0-10 0,-1 3-5 0,1-2-2 0,0-2-4 16,-7-2-2-16,6-1-6 0,-6-3-5 0,6-4-8 15,-6 0-1-15,0-4-6 0,0-7-3 0,6 0-4 0,-6 0-1 16,0-8-4-16,-6 2-7 0,6-6-17 0,0 0-29 16,-6-5-41-16,0-2-48 0,-1 1-55 0,0-4-58 0,1-4-59 0,-7 1-49 15,6-5-46-15,0-3-57 0,-5 0-50 0,-2-7-46 16,2 0-47-16,5 0-63 0,-13-4-72 0,8-1-13 0,-8-3 21 15</inkml:trace>
  <inkml:trace contextRef="#ctx0" brushRef="#br0" timeOffset="2796.56">2358 9481 426 0,'-8'-5'800'0,"8"3"47"0,0-3-56 16,0 5-99-16,0 0-101 0,8 0-104 0,-2 0-83 0,0 0-59 16,0 0-37-16,8 0-38 0,-1 5-42 0,-1-5-44 0,8 0-42 15,0 0-37-15,-7 0-32 0,7 2-26 0,-1 3-39 0,0-1-35 16,1-1-45-16,-7 1-56 0,7 0-60 0,-8-1-66 15,2 1-58-15,-1-1-57 0,-1 4-68 0,2-2-71 0,-2 2-64 16,-5-4-71-16,0 1-111 0,-1 3-27 0,-6-7 3 0,7 8 33 16</inkml:trace>
  <inkml:trace contextRef="#ctx0" brushRef="#br0" timeOffset="4733.92">2240 10869 94 0,'0'-4'722'0,"0"1"41"0,0-1-60 0,0 4-108 0,0-4-83 15,0 1-74-15,0-1-75 0,0 0-53 0,0 4-41 0,0-3-32 16,0 3-32-16,0-3-27 0,0 3-32 0,0 0-31 16,0-5-18-16,0 5-27 0,0 0-21 0,0 0-19 0,0 5-14 15,0-5-9-15,0 0-4 0,0 3 5 0,6 0 12 0,-6 5 15 16,0-1 11-16,0 4 13 0,7 4 10 0,-7 2 5 0,0 6 4 15,0-1-4-15,0 4-8 0,-7-1-13 0,7 4-10 0,0 4-8 16,0-3-8-16,0 3-4 0,0-4-5 0,7 1-6 0,-7-1-4 16,0-3-1-16,6-5-2 0,1 1-5 0,-7-4 1 15,7 1-2-15,-1-9 0 0,0 3 1 0,-6-6 0 0,7 0 0 16,0-7 0-16,-1 0 1 0,7-4 1 0,-7 1 2 0,1-4-3 16,0-6 0-16,-1 3 1 0,8-5-1 0,-8-3-1 0,0 3-2 15,0-6 1-15,-6 2 0 0,7-6 2 0,0 3-1 0,-7-1-2 16,6 2 0-16,1-1 1 0,-7 3 3 0,6 1-1 15,-6 4-1-15,0 3-3 0,6 3 2 0,-6 0-2 0,0 8 6 16,8 0 5-16,-8 8 5 0,6 3 2 0,-6 4 7 0,6 3 9 16,1 4 5-16,0-1 5 0,-1 5-2 0,0 5-3 0,7-6-2 15,1 0 1-15,5-2-5 0,-6 2-5 0,6-7-4 0,-5 0 0 16,6 1-1-16,-2-8 2 0,9 0 0 0,-7 0-1 16,-2-8-1-16,2 1 1 0,0-8 4 0,-7 1 1 0,-1-4 2 15,8-1 1-15,-7-3 3 0,-6-4 5 0,6 1 5 0,-7-5 4 16,0 1-1-16,2-3 0 0,-2-2-2 0,-6-2-4 15,0-5-5-15,0 1-6 0,0 0-5 0,0-1-7 0,0-2-6 16,-6 2-3-16,6-3-2 0,0 4-5 0,-8 3-7 0,8 1-9 16,0 3-17-16,-6 3-23 0,6 1-28 0,-6 7-33 15,6 0-40-15,-6-1-48 0,6 9-53 0,0-4-66 0,0 7-63 16,-7 0-78-16,7 0-97 0,7 4-105 0,-7-1-139 16,6 4-80-16,-6 4-29 0,12 4 32 0,-4 3 55 0</inkml:trace>
  <inkml:trace contextRef="#ctx0" brushRef="#br0" timeOffset="5515.02">2546 12353 571 0,'0'-4'765'16,"0"1"-29"-16,0 3-85 0,0-5-91 0,-7 3-75 0,7 2-77 0,0 0-72 15,0 0-54-15,0 2-36 0,0 3-29 0,-6 2-26 0,6 4-25 16,0 3-26-16,0 5-10 0,0 3-8 0,0 3-5 16,0 1-10-16,0 7-8 0,6-3-4 0,-6 6-9 0,0 1-12 15,0-4-10-15,0 3-11 0,7-3-8 0,-7 0-8 0,0-3-4 16,7-1-10-16,-7-3-5 0,6 0-4 0,-6-9-5 0,6 3-3 16,-6-3-4-16,8-7-3 0,-8 2-6 0,6-4-6 0,-6-1-6 15,0-4-1-15,0 1-1 0,0-4 0 0,0-4 0 0,0 1 4 16,0-4 4-16,0-4 5 0,0-5 0 0,0 2-1 15,-6-4-1-15,6-4-6 0,0 0-9 0,-8-8-6 0,2 1-10 16,6-4-4-16,-6 0-2 0,-1-3-5 0,7-1 0 0,-7 0 6 16,7 1 7-16,0 2 8 0,0 2 10 0,0 0 4 15,0 1 4-15,0 2 6 0,0 0 1 0,7 7 3 0,-7-3 3 16,7 6-3-16,5-3 1 0,-4 7 3 0,-2 1 4 0,6 3 2 16,2 0 7-16,-1 3 4 0,7 1 8 0,-2 7 7 0,-4 0 7 15,12 4 4-15,-7 4 4 0,1 2 3 0,6 5 8 0,-7-1 0 16,1 8-2-16,0 0 1 0,-7 1-2 0,6 6 4 15,-6-4 6-15,0 4 7 0,-6 1 5 0,6-1 8 16,-13-3 10-16,6 0 9 0,-6-1 14 0,-6-3 7 0,6 0 9 16,-7-3 3-16,1-1 0 0,-1-4 1 0,-6 1-86 0,0 0-53 15,0-4 0-15,0-4 0 0,-7 0 0 0,8 0 0 0,-2-3 0 16,2-4 0-16,-8 0 0 0,7 0 0 0,-1-4 0 0,2-3 0 16,-1 0 0-16,0 0-173 0,0-4-110 0,-1 0-48 15,8 0-52-15,-6 0-42 0,12 2-37 0,-8 0-50 0,2 1-65 16,6 0-64-16,0 6-76 0,0 2-116 0,6-5-30 0,2 10 20 15,-2-3 40-15</inkml:trace>
  <inkml:trace contextRef="#ctx0" brushRef="#br0" timeOffset="6155.62">2703 13880 464 0,'0'-3'782'0,"0"-5"28"0,0 5-76 0,0-1-94 16,-7 4-88-16,7-4-96 0,0 8-79 0,0 0-57 0,0-1-41 15,-7 8-32-15,7 0-32 0,0 8-30 0,-6-1-21 0,6 1-12 16,0 3-4-16,0 3-2 0,0-3 1 0,0 3 3 0,0 5-6 16,0-4 1-16,0 3-5 0,0 0-8 0,6-3-10 0,-6 3-8 15,0-3-10-15,0 3-13 0,7-7-14 0,-7 5-15 16,0-6-13-16,0-3-9 0,7 4-37 0,-7-7-3 0,0-1 0 16,0 1 0-16,0-4 0 0,6 0-56 0,-6-4-42 15,0-3-41-15,0 3-50 0,0-7-58 0,-6 5-62 0,6-5-60 16,-7-5-51-16,7 2-50 0,-7-1-71 0,7-7-72 0,-6 0-79 15,6-4-109-15,0 1-39 0,0-4-1 0,0-1 24 0</inkml:trace>
  <inkml:trace contextRef="#ctx0" brushRef="#br0" timeOffset="7014.92">2585 15265 7 0,'0'-3'748'0,"0"-1"50"15,0 4-1-15,0-4-108 0,0 4-106 0,-6 0-103 0,6 0-99 16,0 0-73-16,0 4-45 0,-6 0-36 0,6 3-23 15,0 4-27-15,0 0-21 0,0 4-13 0,6 3-6 0,-6 4-1 16,0 0 0-16,6 3-3 0,-6 1-7 0,6 3-16 0,1-3-17 16,0 4-16-16,-1-5-16 0,7 1-16 0,-7-1-13 0,8-3-13 15,-8 0-9-15,7-3-5 0,0-6-5 0,0 4-3 16,1-7 0-16,4 0 1 0,-4-1-1 0,-1-6 2 0,0-3 0 16,-6-3 0-16,5-6 2 0,2 3 0 0,-8-5 0 0,0-4 0 15,8-3 1-15,-8-1-1 0,1 1 1 0,-1-4-1 0,-6-4 1 16,6 5 0-16,-6-1-1 0,0-4-2 0,7 3 1 15,-7 2-1-15,-7-1 0 0,7 4-1 0,0 3-1 16,0 0 9-16,0 4 9 0,0 5 9 0,0-3 7 0,0 6 5 16,0 0 4-16,0 6 6 0,0 0 3 0,0 6-4 0,7 5-5 15,-7 0-7-15,0 8-5 0,7 0-1 0,-1 7 0 16,-6 5-1-16,6-1 0 0,-6 3 1 0,7 1 3 0,-7 3 4 16,0-3 3-16,0 3 8 0,0-4 7 0,0 5 4 15,-7-4 7-15,7 0 9 0,-12-5 4 0,5 0 13 0,0 2-52 16,-5-8-37-16,-1 0 0 0,-1-5 0 0,8-3 0 0,-8-2 0 15,-4-7 0-15,4 0 0 0,1-1 0 0,-7-8 0 0,8 0 0 16,-8-5 0-16,7-7 0 0,-7 6 0 0,8-8 0 16,-2-1 0-16,-5 0 0 0,6-4 0 0,0 5 0 0,1-1 0 15,4-3 0-15,-4 4 0 0,5-1 0 0,0 3 0 0,1 2 0 16,6 0 0-16,-7 2 0 0,7-4 0 0,0 5 0 0,0 0-148 16,0-1-31-16,0 5-25 0,0-1-28 0,0-3-32 0,0 7-39 15,0-4-40-15,7 1-37 0,-1-1-34 0,1 4-59 16,0 0-73-16,-1 0-78 0,0 0-99 0,2 0-77 0,4 0-18 15,-6 4 15-15,1-1 34 0</inkml:trace>
  <inkml:trace contextRef="#ctx0" brushRef="#br0" timeOffset="10514.49">4447 4616 748 0,'0'-5'819'16,"0"3"39"-16,0-3-77 0,0 2-130 0,0 0-139 0,0 3-111 15,-6 0-76-15,6 0-51 0,0 3-41 0,0 0-37 16,0 4-38-16,0 5-36 0,0 3-26 0,-6 4-13 15,6 2-3-15,0 4 1 0,0 1 9 0,0 6 5 0,0 2 6 16,-7 3 1-16,7-4 2 0,0 4-4 0,-6-1-5 0,6-3-3 16,0 3-9-16,-7-7-13 0,7 5-12 0,0-8-12 0,-6-5-10 15,6 1-8-15,0 0-8 0,0-7-7 0,0-5-4 16,-7 2-4-16,7-4-1 0,0-1 0 0,0-3-3 0,0-4-1 16,0 0 0-16,0-4-2 0,0 0-3 0,0-3-1 15,0-9-2-15,-6 6-5 0,6-5 0 0,0-3-4 0,0-3-7 16,0-2-7-16,0 2-8 0,0-2-12 0,0-3-7 0,0-2-4 15,6-2-4-15,-6 1-6 0,7 0 0 0,-1 0-1 16,-6-1 8-16,7 0 10 0,-1 4 10 0,1 1 4 16,-1 0 9-16,-6 3 8 0,6-1 9 0,8 5 8 0,-8 0 1 15,1-1 5-15,-1 5-1 0,1-1 1 0,-7 0 1 0,6 4-1 16,1-3 0-16,-1 7-2 0,1-4 1 0,6 0-1 0,-7 3 2 16,1-2 0-16,0 6-2 0,-1-4-1 0,0 5-1 15,1-1 4-15,6 0 0 0,-6 1-1 0,-1 3 0 0,8 3-2 16,-8 1 2-16,0 0 5 0,0 3 4 0,8 4 5 15,-8 0 6-15,1 4 9 0,-1 0 5 0,0 2 9 0,2 9 9 16,-2 0 9-16,0 3 3 0,0 0 2 0,1 8-1 0,0-4-2 16,-1 4-2-16,1 0-4 0,-1 2-6 0,1-2-6 15,-7 0-9-15,7-5-4 0,-1 5-3 0,-6-7-3 0,6-1-4 16,-6 0-2-16,6-3-6 0,-6 0-10 0,8-9-13 0,-8 3-27 16,0-6-34-16,0-3-44 0,0 0-55 0,0-4-71 15,-8-3-79-15,2-4-68 0,0 0-88 0,0 0-94 0,-8-7-95 16,8-1-104-16,-7-2-88 0,-1-1-22 0,2 0 32 15,-2-4 41-15</inkml:trace>
  <inkml:trace contextRef="#ctx0" brushRef="#br0" timeOffset="10686.34">4474 4898 351 0,'0'-4'846'0,"6"1"57"16,1 3 58-16,-1 0-132 0,1 0-159 0,6 3-139 0,-6-3-97 15,5 4-59-15,2 0-54 0,-2-4-59 0,1 3-59 0,7 1-55 16,-6 0-57-16,-2-4-61 0,8 3-62 0,-1 1-62 15,-5-4-67-15,4 3-69 0,2-3-71 0,0 0-81 0,-1 0-108 16,-5-3-110-16,5 3-131 0,1-4-104 0,-8 1-38 16,8 3 7-16,-7 0 33 0</inkml:trace>
  <inkml:trace contextRef="#ctx0" brushRef="#br0" timeOffset="11483.23">4317 5967 511 0,'0'-3'730'16,"0"-1"-21"-16,0 0-88 0,0 1-88 0,0 3-69 0,0 0-67 16,-6 0-71-16,6-4-58 0,0 4-31 0,0 4-47 0,0-4-32 15,0 3-22-15,0 1-18 0,0 3-11 0,0 1-2 16,0 6-3-16,0-3 3 0,0 8 10 0,0-2 8 0,0 3 6 16,0 5 3-16,0 1 5 0,0 3 1 0,0 4 0 15,-6 1 0-15,6 5-2 0,-7-2-5 0,7 3-12 0,-7 4-14 16,7 0-18-16,-6-4-17 0,6 1-12 0,0-1-16 0,-7-3-14 15,7-5-14-15,0 2-14 0,0-9-22 0,0 1-27 16,0-4-34-16,7-8-40 0,-7 4-44 0,0-6-53 0,0-5-54 16,0 1-48-16,0-5-40 0,0-3-30 0,0 0-36 15,0-7-41-15,0 0-29 0,0-4-15 0,0-4 3 0,0 0 17 16,0-4 30-16,0 2 45 0,0-2 69 0,0 1 90 0,0-1 93 16,0 2 90-16,0-1 87 0,0-1 82 0,0 1 83 15,0 3 83-15,0 0 63 0,0 4 43 0,0-4 19 0,0 5 17 16,0-2 6-16,0 2-1 0,0-2-17 0,6 5-34 15,-6 1-32-15,0-3-22 0,7 1-13 0,0 2-19 0,-1 2-20 16,0 0-29-16,1 4-30 0,0-3-31 0,5 6-28 0,1-3-28 16,-6 4-23-16,6 0-24 0,7-1-27 0,-7 0-32 15,0 5-38-15,0-4-43 0,-1 3-54 0,2-3-60 0,-1 3-63 16,0-3-56-16,0-1-52 0,0 2-68 0,0-5-72 16,-7 0-69-16,8-5-76 0,-8 2-106 0,7-1-31 0,-7 1 2 15,1-5 28-15</inkml:trace>
  <inkml:trace contextRef="#ctx0" brushRef="#br0" timeOffset="11717.55">4650 6150 667 0,'-7'-10'831'0,"7"6"26"0,-6-3-76 0,-1 3-105 0,0 1-108 16,7 3-109-16,-6 3-70 0,0 1-45 0,6 7-34 16,-6-1-36-16,6 9-34 0,0-2-28 0,-8 6-17 0,8 3-14 15,8 0-17-15,-8 3-14 0,0 0-15 0,0 0-14 0,6 4-18 16,-6 0-16-16,6-3-15 0,-6 3-14 0,0-7-12 0,6 3-13 15,-6-4-12-15,7-3-7 0,0 1-4 0,-7-2-9 16,0-6-16-16,0 0-21 0,0-4-26 0,0 0-31 16,0-4-37-16,0 0-44 0,0-4-51 0,-7 2-63 0,0-2-60 15,7-3-50-15,-6 0-49 0,6-8-76 0,-6 1-80 0,6-3-87 16,-6-1-134-16,-2-5-36 0,8-1 5 0,-6-3 32 0</inkml:trace>
  <inkml:trace contextRef="#ctx0" brushRef="#br0" timeOffset="12358.03">4558 7792 541 0,'-6'-11'791'0,"6"4"12"0,0-1-85 0,0-3-100 16,0 8-89-16,-6-5-85 0,6 5-65 0,0-2-46 0,0 5-39 15,-7 0-35-15,7 0-33 0,0 0-32 0,0 5-25 16,7 3-14-16,-7 2-8 0,0 5-3 0,0-1 0 0,0 8 1 16,6 0 4-16,-6 7 4 0,0-4-4 0,0 9-11 15,6-1-10-15,-6 0-6 0,0 0-11 0,7 4-9 0,-7-5-8 16,6 2-82-16,-6-5-12 0,7 0 0 0,-7-3 0 0,7 0 0 15,-7-8 0-15,0 4 0 0,6-4 0 0,-6-3 0 16,0-4 0-16,0-1 0 0,0-2 0 0,0 0 0 0,0-5-66 16,0 1-137-16,0-4-60 0,0 0-64 0,-6 0-64 15,-1-4-61-15,0-3-69 0,7 0-85 0,0-5-77 0,-6 1-85 16,6-3-119-16,0-1-21 0,0 4 29 0,0 0 52 0</inkml:trace>
  <inkml:trace contextRef="#ctx0" brushRef="#br0" timeOffset="13139.2">4331 9345 414 0,'0'-3'781'0,"0"-1"33"0,0 0-79 0,0 1-112 0,0-2-99 0,0 3-98 16,0 2-71-16,0-5-46 0,0 5-33 0,0-3-25 15,0 3-31-15,0 0-24 0,-7 3-22 0,7-3-14 0,0 5-8 16,0 2-3-16,0 0 0 0,0 4 2 0,0 8 1 16,0-1-4-16,0 3-5 0,0 1-10 0,0 8-13 0,0 3-10 15,0 0-11-15,0 4-14 0,7 2-9 0,-7-2-13 0,6 0-12 16,-6 0-10-16,13-5-9 0,-7-2-10 0,8-1-8 15,-2 0-6-15,2-7-3 0,-1-2-4 0,0-3-1 0,0-7-3 16,7-2 1-16,-8-4 0 0,8-4 2 0,-7-4 3 16,7-4-5-16,-8-2 1 0,2-5 3 0,5-4 1 0,-6 2-1 15,0-5-2-15,1-3-4 0,-2-1-4 0,-6 0-2 0,8-8-5 16,-8 6-7-16,7-5-3 0,-7-4 0 0,8 4-2 0,-8 0 1 16,0 0 2-16,1-1 4 0,0 9 5 0,-7 0 5 15,6 3 3-15,-6 4 4 0,0 0 7 0,0 6 9 16,0 1 4-16,0 4 5 0,-6 3 0 0,6 4 0 0,-7 4-1 15,7 3 0-15,-7 4-3 0,1 8-5 0,6-1-1 0,-6 7-3 16,6 1 3-16,-6 4 6 0,6-1 4 0,0 4 1 0,0 0-22 16,6-3-1-16,-6 2 0 0,6-3 0 0,0 4 0 15,1-7 0-15,0-1 0 0,-1 1 0 0,1-3 0 16,-1-5 0-16,8-4 0 0,-8 1 0 0,0-4-5 0,-6 0-105 16,6 1-42-16,-6-10-47 0,8 2-58 0,-8 0-71 0,-8-4-72 15,8 0-63-15,0 0-96 0,-6-8-102 0,6 6-123 16,-6-10-111-16,6 4-40 0,-6 1 14 0,-1-3 49 0</inkml:trace>
  <inkml:trace contextRef="#ctx0" brushRef="#br0" timeOffset="15201.47">4695 10874 418 0,'0'2'763'16,"0"-2"33"-16,0 4-112 0,0 0-129 0,0-4-115 15,0 0-102-15,0-4-76 0,7 4-45 0,-7-4-34 0,0-3-20 16,6 3-18-16,-6-3-15 0,7 0-15 0,-1-1-7 0,-6-3-5 16,7 4-1-16,-7 0-1 0,7 0-2 0,-7-4-4 15,6 0-4-15,-6 3-5 0,0-3-5 0,0 5-5 0,0-7-6 16,0 6-8-16,0-4-8 0,0 2-5 0,-6 0-7 16,-1 1-5-16,7 2-6 0,-13-2-5 0,6 2-6 0,1 1-4 15,-8-2-6-15,2 7-4 0,-2-4-2 0,2 4-2 0,-8 0-2 16,7 4-2-16,-7-4-4 0,8 7-2 0,-2-2-3 15,1 1-2-15,7 5 0 0,-7 0-2 0,6 4 0 0,1-1 1 16,6 1 2-16,-6 4 1 0,12 3 2 0,-6 0 3 16,6 3 1-16,8 2 2 0,-2-2 1 0,1 0-1 0,7 4 3 15,0 0 3-15,-1 1 8 0,7 3 10 0,-6-4 13 0,-1 0 16 16,-6 0 14-16,7 1 16 0,-7 0 16 0,-1-4 18 16,-4-1 15-16,-2-6 12 0,0-2 12 0,-6-2 4 0,-6-4 3 15,0 0-2-15,-2-4-13 0,-4-7-15 0,-8 0-18 16,1-3-111-16,-1-1-1 0,0-7 0 0,-5 0 0 0,5-4 0 15,-6-2 0-15,0 2 0 0,7-4 0 0,-7-3 0 0,6 5-113 16,0-6-75-16,1 1-44 0,-1 4-52 0,7-1-74 0,0 1-52 16,0 0-44-16,7 6-71 0,6-2-80 0,-6 0-87 15,6 2-141-15,6 5-52 0,0 0 11 0,1 3 24 0,6 4 42 16</inkml:trace>
  <inkml:trace contextRef="#ctx0" brushRef="#br0" timeOffset="15998.27">4272 12203 637 0,'0'0'840'0,"-6"-4"46"16,6 4-71-16,-7 0-99 0,7 0-112 0,-7 0-117 0,7-3-79 15,0 3-52-15,0 0-43 0,0-5-32 0,0 5-32 0,7 0-35 16,6 0-13-16,0 0-13 0,0 5-12 0,0-5-11 16,7 3-3-16,-1-3-17 0,1 4-16 0,6 3-18 15,-7-3-24-15,7 3-66 0,0 0-21 0,0 1 0 0,7 3 0 16,-7-4 0-16,0 1 0 0,7 2 0 0,-7-2 0 0,-1-1 0 15,1-3 0-15,1 2-72 0,-7-1-100 0,-2-1-44 0,-4-1-48 16,-1-3-36-16,0 0-25 0,-13 0-20 0,7 0-11 16,-7 0 4-16,0 0 16 0,-7-3 27 0,0-1 39 0,1-1 37 15,-7 5 42-15,-1-3 45 0,2 0 45 0,-1 3 44 16,0-4 42-16,0 4 38 0,-1-4 37 0,2 4 38 0,-2 0 38 16,2 0 37-16,-1 4 39 0,-1-4 28 0,2 4 20 0,6 2 15 15,-8-1 4-15,8 2-6 0,-1 4-6 0,0 0-10 16,7-1-14-16,-6 9-13 0,6-1-6 0,-7 1-10 0,7 3-17 15,0 3-9-15,0 5-1 0,0-1-163 0,0 4-24 16,0 0 0-16,0-4 0 0,7 5 0 0,-7-5 0 0,0 0 0 16,6-4 0-16,-6 1 0 0,7-3 0 0,-7-2 0 0,7-3 0 15,-7 1 0-15,6-5 0 0,-6-3 0 0,0 0 0 0,0-3 0 16,0-2 0-16,0-1 0 0,0-5 0 0,0 4 0 16,0-4-360-16,0 0-82 0,-6-4-58 0,6-1-55 15,-7-5-81-15,7 0-85 0,-7-2-93 0,7-6-115 0,-6 4-23 16,6-5 46-16,0 1 52 0</inkml:trace>
  <inkml:trace contextRef="#ctx0" brushRef="#br0" timeOffset="16904.41">4461 14031 754 0,'0'-4'819'0,"0"0"38"0,-6 4-102 16,6-3-139-16,-8 6-144 0,8-3-113 0,-6 8-71 0,6-5-43 16,0 9-35-16,0-6-29 0,0 10-26 0,0-1-22 15,0 2-15-15,0 5-10 0,6 0-4 0,-6 4-3 16,8 0-3-16,-8-1-8 0,6 5-8 0,-6-1-13 0,6-4-12 16,-6 5-13-16,7-4-11 0,-7-4-8 0,6-1-7 0,-6-3-4 15,7 1-5-15,-7-4-3 0,0-5-5 0,0 1-1 0,6-3-2 16,-6-4-1-16,0 0-6 0,0-1-3 0,0-6-6 15,0-1-5-15,0 0-3 0,0-7-1 0,0 1-2 16,0-6 0-16,0-2 4 0,0 0 1 0,0-8 4 0,0 4 3 16,0-7 0-16,-6-1 1 0,6 2 2 0,0-6 0 0,0 1 0 15,0 4 1-15,0-5 0 0,0 6 4 0,0-2 2 0,0 1 0 16,0 0 0-16,0 3 0 0,0 0 3 0,6 5 2 16,1-1-1-16,-7 0-1 0,6 7 2 0,1-4 1 0,0 5-1 15,-1 3 2-15,7-4 0 0,0 8 2 0,-7 0 4 16,7 3 4-16,7 0 4 0,-6 4 7 0,-2 0 3 0,8 4 3 15,-1 0 2-15,-5 3 0 0,4 0 0 0,-4 8-10 0,-1-4 1 16,0 0 0-16,0 8 0 0,-7-5-3 0,0 0 1 16,2 5-2-16,-8-4-3 0,6 3 7 0,-6-4-8 0,-6 1-2 15,6 3-4-15,-8-2-5 0,2-3-5 0,-6-1-2 0,5 2-2 16,-6-3-5-16,6 0-4 0,-6 0-5 0,0 0 1 16,1-3 0-16,4-1 2 0,-4 0 3 0,5-4 5 0,1 5 12 15,-8-4 12-15,8-4 15 0,6 5 13 0,-6-5 14 16,6 2 12-16,0-2 10 0,0 4 8 0,0-4 9 0,0 0 8 15,0 3 5-15,6 1 2 0,-6 3 0 0,6 0 1 0,1 1 4 16,0 3 8-16,-1 0-1 0,7 4-8 0,-7 0-16 16,2 3-97-16,4-4 0 0,-6 8 0 0,8-3 0 0,-8-2 0 15,7 6 0-15,-6-1 0 0,6 0 0 0,-7 0 0 16,8-4 0-16,-8 0 0 0,0-2 0 0,7-2 0 0,-6 1 0 16,0-4 0-16,-1 0 0 0,0-4-110 0,-6 0-80 0,6 1-34 15,-6-1-37-15,8-3-38 0,-8-1-45 0,0-3-43 0,0 0-41 16,-8 0-57-16,8-3-66 0,0-1-70 0,-6 0-88 15,6 1-118-15,-6-1-27 0,0 0 22 0,-1 4 43 16</inkml:trace>
  <inkml:trace contextRef="#ctx0" brushRef="#br0" timeOffset="17576.21">4461 15518 454 0,'0'-7'790'0,"0"4"42"0,0-1-73 0,0-1-105 15,0 5-96-15,0 0-89 0,0 0-67 0,-6 5-41 0,6 2-25 16,0 4-25-16,0 4-27 0,6 0-26 0,-6 6-27 15,0 1-28-15,0 4-24 0,0 0-25 0,6 3-25 0,-6 0-26 16,0 3-20-16,7-3-21 0,-7 5-16 0,0-8-14 16,6 3-12-16,-6-3-7 0,0-3-5 0,7-3-1 0,-7-1-3 15,0-4-3-15,6 0-1 0,-6-5-2 0,0-2-5 0,0-5-7 16,7 5-13-16,-7-8-11 0,0-4-8 0,0 0-10 16,0-3-14-16,0 3-15 0,0-6-10 0,0-5-6 0,0 0 2 15,0-4-3-15,0-1-3 0,0-7 2 0,0 2 4 16,0-4 11-16,0-1 10 0,-7-3 10 0,7 3 12 0,0-2 11 15,0 7 12-15,0-5 14 0,0 3 20 0,0 6 18 0,0 3 19 16,-6-1 20-16,6 1 16 0,0 7 19 0,0 0 17 16,0 1 10-16,0 1 5 0,0 3-5 0,0-2-11 0,0 2-10 15,0 1-10-15,6 2-6 0,1-6-7 0,-1 6-6 16,1 0-3-16,6-1 2 0,0 4 2 0,0-4-3 0,0 4-4 16,0 0-9-16,6 0-11 0,1 4-9 0,0 0-10 0,-1-1-8 15,-5 4-5-15,11-2-5 0,-5 3-5 0,0-2-10 16,-8 5-14-16,8-3-18 0,-1-1-31 0,-5 0-36 0,-2 1-42 15,2-1-48-15,-8 0-55 0,0 1-59 0,1-1-56 16,-7 0-49-16,0-3-59 0,0 3-78 0,0-3-76 0,-7-1-77 16,-5 1-109-16,4-1-40 0,-4 1 4 0,-8 0 38 0</inkml:trace>
  <inkml:trace contextRef="#ctx0" brushRef="#br0" timeOffset="17732.5">4526 15730 427 0,'-6'4'918'16,"6"-1"48"-16,0 1 60 0,-7-4-92 0,14 5-164 0,-7-2-169 15,6 0-112-15,0 1-63 0,1 0-37 0,6-1-33 16,0 5-48-16,0-5-55 0,0 2-57 0,1-3-64 0,4 3-132 16,-4-2 0-16,5 1 0 0,-5 3 0 0,4-7 0 0,-4 8 0 15,-1-8 0-15,0 3-129 0,0 1-134 0,-7-1-88 0,0 2-86 16,2-5-78-16,-2 0-101 0,0 0-105 0,-6 0-116 16,0-5-97-16,7-2-30 0,-7 4 31 0,-7-5 51 0</inkml:trace>
  <inkml:trace contextRef="#ctx0" brushRef="#br0" timeOffset="19982.21">6590 4579 590 0,'0'-12'812'0,"0"6"35"0,0-5-41 0,0 3-132 0,-6 1-140 15,6 0-114-15,0-1-84 0,0 5-36 0,0-1-26 0,0 0-24 16,-6 4-38-16,6 0-33 0,0 4-27 0,0 0-15 0,6-1-5 16,-6 9 1-16,0 2 2 0,6 4 8 0,-6 4 7 15,7 3 0-15,-7 5-1 0,0 3-6 0,6 0-10 16,-6 0-14-16,0 4-8 0,7-4-15 0,-7-1-22 0,0 2-74 15,7-5 0-15,-7-3 0 0,6-1 0 0,-6 1 0 0,0-7 0 16,6-2 0-16,-6 1 0 0,0-2 0 0,0-5 0 0,0-1 0 16,0-2 0-16,7-1 0 0,-7-3-84 0,0 0-132 15,0-1-80-15,-7-3-86 0,7 4-75 0,0-4-85 0,0-4-104 16,-6 1-107-16,6-1-145 0,-6-3-62 0,6 0-5 16,0 7 44-16,0 0 63 0</inkml:trace>
  <inkml:trace contextRef="#ctx0" brushRef="#br0" timeOffset="20732.13">6441 6309 110 0,'-7'-8'772'0,"7"4"48"0,0-3 13 0,0-1-101 0,0 5-109 15,0-4-114-15,0-1-95 0,0 5-65 0,-6-5-42 0,6 1-32 16,0 3-36-16,0-3-34 0,0 0-35 0,0-1-30 16,6 1-23-16,-6 0-12 0,0 4-8 0,0-2-7 15,0 1-4-15,0 1-1 0,0 3-2 0,0 0-3 0,0 0 1 16,0 3 3-16,0 1 0 0,0 1 3 0,0 5-3 0,0 5-3 16,-6 3-2-16,6 8-5 0,-6-1-10 0,6 8-9 0,0 4-9 15,0 3-8-15,0 0-9 0,0 4-8 0,0 0-8 16,6-4-5-16,0 1-3 0,7-4-4 0,-6-5-2 0,6 1-6 15,-1-3-2-15,2-9-6 0,-1 2-10 0,0-5-8 16,6-6-6-16,-5-2-6 0,-2-6-4 0,8-1-1 0,-7-3-3 16,0-3 5-16,0-5 4 0,0-3 8 0,-6 0 8 0,5-3 4 15,2-5 4-15,-8-2 3 0,1-2 6 0,-1-2 2 16,0-4 6-16,2-4 2 0,-8 2 0 0,6-5 1 0,-6 3 8 16,0 4 0-16,0 0-3 0,0 4 3 0,0 2 5 15,0 4 11-15,0 5 13 0,0 0 16 0,-6 6 11 0,6 1 19 16,0 4 12-16,0-1 6 0,0 8-16 0,0 3-85 0,0 4 0 15,0 3 0-15,0 0 0 0,0 9 0 0,0 3 0 16,0-4 0-16,0 7 0 0,6-4 0 0,-6 1 0 16,6 0 0-16,0-1 0 0,-6 1 0 0,7-4 0 0,-7-4 0 15,7 1 0-15,-1-5 0 0,1 4 0 0,-7-6 0 0,0 3 0 16,6-5-232-16,-6-2-108 0,0-1-76 0,0-3-70 0,0 3-93 16,-6-3-105-16,6-4-110 0,0 0-158 0,0 0-51 15,0 3 22-15,0-3 55 0</inkml:trace>
  <inkml:trace contextRef="#ctx0" brushRef="#br0" timeOffset="21278.94">6311 7763 386 0,'0'-4'825'0,"6"0"51"0,-6 4 7 16,0 0-117-16,6 0-123 0,1 4-129 0,0-4-73 0,-1 4-45 16,7-1-29-16,7 1-29 0,-8 4-37 0,8-5-40 15,-6 4-43-15,5-3-34 0,0 3-40 0,-6-3-33 16,7 3-31-16,-7-4-24 0,0 6-21 0,6-6-15 0,-5-3-18 16,-8 3-26-16,7 1-30 0,-6-4-38 0,-1 4-36 0,0-4-43 15,-6 0-51-15,0 0-62 0,0 0-56 0,-6-4-39 0,0 0-33 16,-1 1-37-16,-6 0-51 0,0-1-41 0,0-1-26 15,-7 2-16-15,7 0-10 0,-7-1-13 0,1 0-13 16,6 4 19-16,-6 0 45 0</inkml:trace>
  <inkml:trace contextRef="#ctx0" brushRef="#br0" timeOffset="21591.41">6317 7818 135 0,'0'0'571'0,"-6"4"35"0,-1-4-9 0,0 0-37 16,7 3-43-16,-6-3-43 0,6 7-42 0,0-3-52 16,0 3-58-16,-7 4-43 0,7 0-30 0,0 0-24 0,-6 7-17 15,6-3-18-15,0 4-23 0,-6 2-21 0,6-2-20 16,0 3-17-16,0-5-18 0,0 6-10 0,0-2-11 0,0-2-9 15,0 4-4-15,0-5-1 0,0 0 1 0,0 0 1 0,6 1 4 16,-6-1-4-16,0-3 2 0,0-1 3 0,0-3 3 16,0 3-1-16,0-5 2 0,0 1 1 0,0-3-1 0,0 1 6 15,0-1 0-15,0 1-3 0,0-5-2 0,0-3-3 16,0 4-2-16,0-1-1 0,6-3-6 0,-6 0-6 0,0 0-4 16,0 4-5-16,7-4 0 0,-7 0-2 0,6 4-6 0,1-4-22 15,6 3-11-15,-7 1 0 0,8 0 0 0,-2-1 0 16,2 4 0-16,-1-7 0 0,-1 5 0 0,8 2 0 0,-6-3 0 15,-2-1 0-15,8-3 0 0,-7 4 0 0,7-4-12 16,-8 0-138-16,1 4-60 0,-6-4-63 0,6 3-76 0,-13-3-65 16,6-3-55-16,1 3-73 0,-7-4-71 0,0-3-61 0,0 3-59 15,-7-3-87-15,1 2-30 0,-1-2 14 0,1 4 38 16</inkml:trace>
  <inkml:trace contextRef="#ctx0" brushRef="#br0" timeOffset="21747.71">6356 8111 85 0,'0'-4'861'0,"0"0"60"0,0 1 56 0,-7-1-60 16,7 4-128-16,7 0-149 0,-7-3-120 0,0 3-87 16,7 0-65-16,-1 0-52 0,1 0-52 0,-1 0-51 0,7 3-50 15,0-3-45-15,1 0-38 0,-2 4-35 0,1-4-42 16,0 3-50-16,6 1-64 0,-5-4-81 0,-1 4-97 0,0-1-93 16,0 5-105-16,0-5-130 0,0 1-131 0,7-1-159 0,-8 5-65 15,1 3-3-15,1-4 46 0,-2 4 69 0</inkml:trace>
  <inkml:trace contextRef="#ctx0" brushRef="#br0" timeOffset="22388.2">6180 9051 122 0,'-7'-2'920'0,"-5"2"63"0,5-4 55 0,1 4-49 0,6 0-160 15,-7 0-187-15,7 0-138 0,7 0-90 0,-1 0-63 0,1 0-51 16,5 0-47-16,8 0-45 0,-6 0-34 0,5 4-33 15,7-4-29-15,-6 2-28 0,5-2-24 0,1 0-19 0,7 5-15 16,-7-5-26-16,-6 4 0 0,6-4 0 0,0 0 0 0,-13 3-23 16,7-3-37-16,-8 0-23 0,1 4-18 0,-6-4-17 15,-1 0-12-15,1 0-7 0,-7 4-6 0,0-4 6 0,-7 0 17 16,1 0 14-16,-1 0 11 0,1-4 11 0,-1 4 12 16,1 0 12-16,-8-4 16 0,8 4 10 0,0 0 6 0,-1 0 8 15,-6 0 11-15,7 0 15 0,-1 4 18 0,1 3 20 0,0-3 17 16,-2 6 19-16,2 2 13 0,0 6 17 0,6 1 8 15,-7-1 2-15,7 8-6 0,-7-1-7 0,7 1-13 0,0 3-10 16,0 0-5-16,7 5-8 0,-7-5-11 0,0 0-11 16,7 1-7-16,-7-2-7 0,0-2-2 0,6 0-7 0,-6-5-10 15,0 2-5-15,0-5-2 0,0-3-1 0,0-4-4 0,6-1-5 16,-6 1-20-16,0-3-27 0,0 0-31 0,0-5-49 16,-6 1-57-16,6-2-71 0,-6-2-83 0,6 0-73 0,-7-2-70 15,0-2-94-15,7 1-99 0,-6-5-117 0,0 0-100 16,-1-3-26-16,-6 4 15 0,6-4 45 0</inkml:trace>
  <inkml:trace contextRef="#ctx0" brushRef="#br0" timeOffset="24903.56">6037 10825 426 0,'0'-3'783'0,"0"-1"38"0,0 0-54 0,0 4-116 16,0-3-113-16,0 3-109 0,0 3-73 0,-6-3-37 0,6 4-28 15,0 0-22-15,0 2-23 0,6 6-21 0,-6-1-15 16,0 7-12-16,0 0-6 0,6 9-10 0,-6-2-5 0,0 4-1 16,6 0-6-16,-6 8-15 0,0 0-15 0,0 3-10 15,8 0-16-15,-8 4-16 0,0-3-13 0,0 2-42 0,0-6-43 16,6 0 0-16,-6-4 0 0,0-4 0 0,6-7 0 16,-6 3 0-16,7-6 0 0,-7-4-135 0,7-1-74 0,-7-3-70 15,0-4-84-15,0-2-80 0,0-5-71 0,0 0-84 0,0-5-65 16,6-2-53-16,-6-4-45 0,0-3-46 0,-6-1-28 15,6-4 22-15,0 1 53 0</inkml:trace>
  <inkml:trace contextRef="#ctx0" brushRef="#br0" timeOffset="25028.54">6083 11232 704 0,'0'-14'803'15,"0"2"-17"-15,0 1-65 0,0 0-71 0,6 3-73 0,-6 5-84 16,7-1-71-16,-7-3-53 0,0 7-48 0,6-4-42 16,0 4-47-16,1 0-46 0,6 0-44 0,-7 4-31 0,8-4-32 15,-8 4-22-15,7-1-23 0,0-3-37 0,0 4-49 16,1-1-59-16,-2 2-74 0,1-5-77 0,0 3-67 0,-6-3-84 15,5 0-98-15,2 0-79 0,-8-3-70 0,1-2-71 0,6 2-83 16,-6-1 1-16,-1 1 24 0</inkml:trace>
  <inkml:trace contextRef="#ctx0" brushRef="#br0" timeOffset="25247.26">6422 10932 769 0,'0'-8'869'0,"-8"5"45"15,2 0-67-15,0 3-103 0,-1 0-111 0,0 3-110 0,1 4-76 16,-7 4-56-16,7 0-49 0,6 3-43 0,-7 9-35 15,7-2-26-15,-7 5-21 0,7 4-15 0,0 2-19 0,0 1-20 16,0 7-21-16,7-3-138 0,-7 0-4 0,0-1 0 16,0 1 0-16,7 0 0 0,-7-4 0 0,6-4 0 0,1-3 0 15,-7 0 0-15,6 0 0 0,-6-9 0 0,0 1 0 0,6-3 0 16,-6 0-129-16,0-8-147 0,0 0-82 0,0 1-84 0,0-5-66 16,0-3-90-16,-6-3-88 0,6-1-92 0,0-3-144 15,0 0-50-15,0-1 28 0,0-3 58 0</inkml:trace>
  <inkml:trace contextRef="#ctx0" brushRef="#br0" timeOffset="26090.93">6655 12491 400 0,'0'9'784'15,"7"-6"43"-15,0 5-45 0,-7-5-123 0,6 1-120 16,-6 0-114-16,0-1-81 0,7 0-48 0,-7-3-34 0,0 0-30 16,0 0-30-16,0-3-38 0,0 0-30 0,6-1-24 0,0-3-20 15,-6-4-10-15,8 2-7 0,-2-1-9 0,-6-1-7 16,6 0-3-16,-6-1-5 0,6 2-3 0,-6 0 0 0,0-2-3 15,0 5-7-15,7-4 2 0,-7 0-3 0,0 3-1 16,0-2 0-16,0 2-1 0,-7 1-2 0,7 0-4 0,0-5 0 16,0 6-10-16,-6-2-1 0,6 0-5 0,-6 2-2 0,0-3-3 15,6 3-3-15,-8 2-1 0,2-3 3 0,0 3 4 16,-1-3-2-16,1 3 2 0,-1 1 2 0,-6-1 4 0,7-4 3 16,-8 5 0-16,2 3 0 0,5-4 3 0,-6 4-1 15,0 0-2-15,-7 0-4 0,8 0-1 0,-2 4 0 0,1-4 0 16,7 3-4-16,-7 5-2 0,6-1 0 0,7 0 0 0,-6 4-2 15,6 3 0-15,0 5-3 0,6 4-2 0,1 2 3 16,-1 4 4-16,7 0 12 0,0 5 10 0,1 1 14 0,5 7 10 16,0-6 9-16,1 4 11 0,-7 1 13 0,7-5 4 15,-8 0 0-15,8 1-1 0,-7-3 2 0,1-5-20 0,-8-4-71 16,0-3 0-16,0 0 0 0,-6-4 0 0,0-2 0 0,0-2 0 16,-6-7 0-16,0 5 0 0,-8-9 0 0,2-3 0 0,-1-3 0 15,-7-2 0-15,0-2 0 0,1-3 0 0,-1-1 0 16,1-5 0-16,0-2 0 0,-1-4 0 0,0 0 0 0,1-3 0 15,5-1 0-15,2 1 0 0,-1-5 0 0,0 4 0 16,6 5-229-16,1-5-161 0,0 8-42 0,6 0-39 0,0 2-34 16,0 2-48-16,6 3-55 0,0 0-62 0,1 3-85 0,-1 1-72 15,7 4-18-15,-6 3 19 0,5 3 40 0</inkml:trace>
  <inkml:trace contextRef="#ctx0" brushRef="#br0" timeOffset="26856.5">6376 13708 149 0,'0'-11'787'0,"-7"4"42"0,7-4 38 0,0 7-119 15,0 1-128-15,-6-1-126 0,6 4-97 0,0 0-61 16,-7 0-40-16,7 7-31 0,0 1-33 0,0 3-35 0,0 7-31 16,0 0-26-16,0 4-13 0,0 0-8 0,0 4-7 0,0 0-10 15,0 3-8-15,0 0-7 0,7 1-8 0,-7-1-7 0,0 0-9 16,0 1-3-16,0-5-8 0,0 5-7 0,0-4-10 15,0-1-10-15,0-3-5 0,0 0-4 0,0-4-3 16,0 1-2-16,-7-1-2 0,7-7-1 0,0 4 6 0,0-8 6 16,-7 0 9-16,7 0 11 0,0-3 14 0,0 3 13 0,-6-7 18 15,6 4 17-15,0-4 6 0,0 0-108 0,0 0 0 0,0 0 0 16,0 0 0-16,-6-4 0 0,6 4 0 0,0 0 0 16,0 0 0-16,0 0 0 0,6 0 0 0,-6 0 0 0,0 0 0 15,0 0 0-15,6 0 0 0,1-3 0 0,6 3 0 16,-6 0 0-16,12 0 0 0,-6 3 0 0,7-3 0 0,-1 0 0 15,1 4 0-15,0-1 0 0,-1 2 0 0,0-2 0 0,1 0 0 16,-7 1 0-16,7 3 0 0,-8-3 0 0,8 0 0 16,-7-1 0-16,-7 6 0 0,8-7 0 0,-8-2 0 0,7 4 0 15,-6 0 0-15,-7-4-170 0,6 0-249 0,1 0-70 0,-7 0-63 16,0 0-98-16,6 0-115 0,-6 0-157 0,0 0-69 16,0 0-20-16,0 0 44 0,0 0 75 0</inkml:trace>
  <inkml:trace contextRef="#ctx0" brushRef="#br0" timeOffset="27575.13">6278 15071 198 0,'-6'0'903'16,"-2"0"18"-16,2 0 30 0,6 0-59 0,0 0-180 15,0 4-197-15,0-4-141 0,14 4-93 0,-8-4-53 0,7 4-33 16,0-1-22-16,6-3-25 0,1 7-27 0,0-3-30 0,5 0-25 16,-5-1-13-16,6 1-14 0,-6 0-8 0,-1-1-9 0,7 0-4 15,-6 1-6-15,-1 1-2 0,-5-2-3 0,5 0-3 16,-6 1-2-16,-7 0 1 0,7-1 2 0,-6 1-2 15,0 0 0-15,-7-4 0 0,6 0 2 0,-6 3 6 0,6-3 9 16,-6 0 8-16,0 0 14 0,0 0 6 0,0 0 4 16,0 0 5-16,-6 0 0 0,6 4-2 0,-6-4-6 0,-1 0-7 15,7 3-15-15,-7-3-2 0,1 4-7 0,-1 4-5 0,-5-1 0 16,5 0-5-16,0 4-1 0,-5 4-1 0,5 0-2 16,0 4-4-16,-6-2 0 0,0 5 2 0,7 0-2 0,-7 4-2 15,-1-3-1-15,2 2 2 0,-1 0 0 0,6 1-1 0,-6-1 2 16,1 1-1-16,4 0 0 0,-4 0-1 0,-2-1 2 0,8-3-1 15,-7 0 0-15,7-4 0 0,-1 5-1 0,-6-5 1 16,7-4 1-16,-1 0 2 0,0 2-1 0,7-5-1 16,-6-1 0-16,6-3 3 0,-6-3-1 0,6 1-3 0,0-2 1 15,-7 0 0-15,7-3 2 0,0 0 2 0,7 0 1 0,-7 0 2 16,0-3 0-16,6 3 3 0,-6-3 2 0,6-2 1 0,-6 1-2 16,7 1 1-16,0-1 1 0,-1 1-4 0,7 3 1 15,-6 3 0-15,6-3-1 0,-7 4-1 0,7-1 2 16,0 6-1-16,1-3 0 0,-8 2-2 0,13-2 1 0,-12 2-2 15,6 4-9-15,-1-5-21 0,2 0-35 0,-8-3-41 0,1 3-52 16,-1-3-61-16,1 4-73 0,-1-5-75 0,1 1-61 0,-7-1-79 16,0-3-76-16,0 0-75 0,0 0-74 0,-7-3-101 15,1-1-29-15,-1 4 25 0,1-3 39 0</inkml:trace>
  <inkml:trace contextRef="#ctx0" brushRef="#br0" timeOffset="27762.69">6343 15375 143 0,'0'-7'898'0,"-6"0"52"16,6 0 43-16,0 2-32 0,0 5-157 0,6 0-185 16,-6 0-143-16,6 5-95 0,1 2-60 0,6 0-38 0,-6 4-38 15,5 0-45-15,2 0-44 0,-2 0-45 0,2 4-35 0,5-1-27 16,-6 1-15-16,0 0-14 0,7-1-11 0,-7 5-17 0,0-5-28 16,0 1-33-16,0 0-45 0,-6-1-53 0,-1 1-64 15,0-1-69-15,8-3-72 0,-14 3-72 0,6-6-95 16,-6-1-99-16,0 1-120 0,0 0-106 0,0-1-37 0,0-7 6 15,0 0 45-15</inkml:trace>
  <inkml:trace contextRef="#ctx0" brushRef="#br0" timeOffset="30137.37">8714 4714 385 0,'-7'0'711'0,"7"4"16"0,-6-4-77 16,6 0-111-16,0 0-99 0,0-4-87 0,0 4-73 0,0-3-47 16,0-1-34-16,6 0-26 0,-6 1-21 0,7 0-21 15,-1-5-15-15,0 1-11 0,2 3-4 0,-8-3-7 0,6 3-1 16,0-3 3-16,-6 0 1 0,7-1 2 0,-1 4 3 16,-6-3-2-16,7 0-3 0,-7-1-8 0,6 0-7 0,-6 1-12 15,0-4-8-15,7 8-10 0,-7-8-9 0,0 4-7 0,0-1-9 16,0 1-5-16,0 0-5 0,0-1 0 0,0 1-4 0,0 0-3 15,0-1-3-15,-7 1-1 0,7 0 0 0,-6-1-1 16,-1 5 1-16,1-4 2 0,-1-1 5 0,1 5-1 16,-8-1-1-16,8 0 1 0,-7 1-4 0,0-2 3 0,6 3-5 15,-5 2-6-15,-2 2-4 0,8 3-3 0,-7-2-1 0,6 1-1 16,-6 3-1-16,7 1 0 0,0 2 0 0,6 1 2 0,-7 4 2 16,7 3 1-16,7 1 1 0,-1 2-3 0,0 6 5 15,1-6 0-15,6 9 2 0,6-5 0 0,-5 4 0 16,5 1 1-16,-6-1 2 0,0 1 4 0,1-5 8 0,-2 4 15 15,-5-2 18-15,6-6 25 0,-7 5 20 0,-6-8 25 0,0 4 26 16,0-7 19-16,0-4 10 0,-6-1 1 0,-1 1-9 0,-6-6-17 16,7-2-18-16,-8 0-56 0,2-3-74 0,-1-3 0 15,-7 0 0-15,7-5 0 0,0 0 0 0,0-2 0 16,0-1 0-16,0-4 0 0,0 4-8 0,6-4-146 0,-5 1-47 16,-2-1-43-16,8 1-43 0,-7-2-38 0,6 6-30 0,1-1-39 15,-1 0-40-15,1 4-46 0,0 2-62 0,6 5-68 0,0 0-92 16,0 5-93-16,0 5-38 0,0 5 12 0,0-1 44 15</inkml:trace>
  <inkml:trace contextRef="#ctx0" brushRef="#br0" timeOffset="30684.18">8369 5814 553 0,'-7'11'802'0,"7"0"25"16,-7 7-54-16,1 0-144 0,6 1-152 0,-6 6-127 0,6-3-77 15,-7 7-42-15,7 4-25 0,-7-3-24 0,1-1-23 0,6 4-40 16,-7-3-34-16,7-2-25 0,0-1-11 0,0-6-12 0,0 1-10 15,0 0-7-15,0-3-8 0,0-8-5 0,0 3-1 16,0-7 1-16,7 1-1 0,-7 0 7 0,0-6 9 16,0-2 5-16,-7 0 6 0,7-2 0 0,0-3 0 0,0-2 0 15,0 0 0-15,0-4-6 0,0-4-9 0,0 1-3 0,0-5-5 16,0 1-2-16,0-1-1 0,0-3-1 0,0 0-5 16,7-3 1-16,-7-1-4 0,6 0-4 0,1 1-1 0,0-4-6 15,-1-1-10-15,0 1-2 0,1 0-6 0,-7 3-4 16,7 0 2-16,-1 4-2 0,0 1 2 0,1-1 7 0,0 3 6 15,-1 5 6-15,1-1 6 0,-1 1 2 0,-6 3 1 0,6-1 1 16,1 9 1-16,-7-5 3 0,7 5 5 0,-1-1 8 16,0 4 7-16,1 4 4 0,0-1 9 0,-1 5 4 0,1 0 9 15,6 5 4-15,-7 3 4 0,1 2 2 0,5 7 2 16,-4 1 5-16,-2 3 4 0,7 4 6 0,-7 4 2 0,7 4 0 16,-6-2 4-16,-1 6 7 0,0-5 0 0,2 0-4 0,-2 4-9 15,0-4-6-15,-6-3-9 0,7-1-6 0,-7 1-13 16,7-7-15-16,-7-1-15 0,6-4-19 0,-6 1-29 0,0-7-41 15,0-1-51-15,-6-4-63 0,6-2-70 0,-7-2-70 16,0-2-67-16,1-5-82 0,0 1-77 0,-2-4-71 0,-4-4-70 16,5-3-100-16,-6 0-28 0,0-5 19 0,-7 2 42 0</inkml:trace>
  <inkml:trace contextRef="#ctx0" brushRef="#br0" timeOffset="30856.04">8323 6194 673 0,'0'-3'835'0,"0"-2"42"0,0 3-77 0,0 2-125 0,6 0-124 15,1 0-104-15,0 0-73 0,-1 0-44 0,0 0-36 0,8 2-36 16,-8 3-38-16,7-2-45 0,0 1-41 0,0 1-35 16,0-2-30-16,0 0-23 0,0 5-29 0,0-5-36 15,0 0-45-15,-6 5-55 0,6-4-62 0,-1 0-68 0,-4-1-64 16,4 1-79-16,1 0-98 0,-6-4-95 0,6 0-106 0,-7-4-114 16,0 4-50-16,2 4 11 0,4-1 30 0</inkml:trace>
  <inkml:trace contextRef="#ctx0" brushRef="#br0" timeOffset="31777.81">8446 8030 661 0,'0'8'837'0,"0"-2"44"0,0-1-63 0,0-3-132 16,0 3-140-16,0-5-125 0,0 0-84 0,0 0-57 0,0 0-42 16,0 0-41-16,7-5-43 0,0-2-41 0,-1 4-29 15,1-5-21-15,-1 1-10 0,1-3-3 0,-1 1 0 0,7-1 1 16,-7-5 4-16,2 5 6 0,4-5 2 0,-5 1 8 0,-1 2 5 15,1-2 3-15,-1 3 3 0,-6-4 0 0,7 4-5 16,-7 0-6-16,0-1-6 0,0 2-6 0,0-1-8 0,0 3-11 16,0-2-9-16,-7 2-5 0,1 1-4 0,-1 0-4 15,1-1-7-15,-1 5-6 0,-5-1-3 0,4 1-2 0,-4-1-7 16,-1 4-6-16,-7 0-5 0,7 0-7 0,-6 4-4 0,5-1-7 16,-5 4-5-16,6 1-2 0,0-1 0 0,7 3 3 15,-8 5 0-15,8 0 7 0,0 3 7 0,-1 1 6 0,7 0 6 16,0 2 4-16,0 5 5 0,7 0 0 0,-7-1 5 0,12 4 0 15,-5 1 0-15,0-1 4 0,5 4 6 0,-5-4 9 16,0 0 11-16,-1 5 14 0,1-6 13 0,-1-2 16 0,0 0 12 16,-6 0 17-16,0-4 13 0,0-4 11 0,-6 0 8 15,6-3 3-15,-6-4-1 0,-1 0-136 0,1-4 0 0,-1-3 0 16,0 0 0-16,-5-4 0 0,-2 0 0 0,2-8 0 0,-8 5 0 16,7-5 0-16,-1-2 0 0,-4-2 0 0,4 1 0 15,-5-3 0-15,5 3-18 0,2-4-184 0,-2 0-35 0,2 1-41 16,-1 3-44-16,-1-4-45 0,2 4-38 0,5 0-24 15,0 1-34-15,7 1-62 0,0 3-58 0,0 2-55 0,7 0-87 16,0 1-41-16,5 3-10 0,2 3 5 0</inkml:trace>
  <inkml:trace contextRef="#ctx0" brushRef="#br0" timeOffset="32402.74">8134 9184 460 0,'-13'0'954'0,"0"-3"57"0,0-2 49 16,-1 3-102-16,2 2-182 0,6 0-177 0,-1-5-125 0,7 5-81 15,-7-3-52-15,7 3-41 0,7 0-41 0,0 0-41 16,5 0-40-16,2 3-28 0,-2-3-90 0,15 5-60 0,-8-3 0 15,7 3 0-15,0-2 0 0,0 1 0 0,7 0 0 16,-1 3 0-16,-6-5 0 0,7 3 0 0,-1-1 0 0,-5-1 0 16,-1 2 0-16,-7-2 0 0,1-3 0 0,-1 3 0 0,-6-3 0 15,-7 0 0-15,2 0-68 0,-2 0-15 0,0 0 19 16,-6 0 12-16,0-3 19 0,-6 3 15 0,0-3 11 0,-2-2 2 16,2 2 5-16,-7-1 0 0,7-1 0 0,-1 3 0 15,-6 2 5-15,7-4 2 0,-8 4 2 0,8 4 0 0,0-4 1 16,-8 7 0-16,8-3 0 0,0 7-1 0,-1 3-1 0,1 1 2 15,-1 7 0-15,0 0 0 0,1 3 3 0,6 1 6 16,0 7 8-16,-6-4 4 0,6 4 2 0,0 1 3 0,0 2 5 16,0-3-18-16,0 0-23 0,0 0 0 0,0-4 0 15,-7 1 0-15,7-1 0 0,0-4 0 0,0 2 0 0,0-6 0 16,0-3 0-16,0 1 0 0,-7-1 0 0,7-3 0 0,0-4 0 16,-6-5-87-16,6 2-60 0,0-4-40 0,0 1-45 0,-6-3-51 15,-1 2-54-15,7-4-54 0,-7-4-46 0,1 2-60 16,-1-7-72-16,7-2-80 0,-6 0-100 0,0 0-73 15,-2 0-22-15,8-3 20 0,-6 0 51 0</inkml:trace>
  <inkml:trace contextRef="#ctx0" brushRef="#br0" timeOffset="34808.72">8310 10818 219 0,'-6'4'817'0,"-2"-1"36"0,2 4-11 16,0 4-131-16,0 0-151 0,-1 4-149 0,7 3-99 15,-7 4-58-15,1 1-38 0,6 2-24 0,0 5-24 0,-7-1-21 16,7 3-20-16,0 2-20 0,0-1-16 0,0-1-11 16,0 2-11-16,0-1-9 0,0-4-6 0,0-4-9 0,7-3-11 15,-7-3-6-15,0-2-6 0,0-1-6 0,0-9-2 0,6 1 0 16,-6-1-2-16,0-3-1 0,0-4-1 0,0-4 2 15,0-3 0-15,0-1-1 0,0-2-3 0,0-6-1 0,0 2-1 16,0-5 1-16,-6-3-3 0,6 1-1 0,0-5-1 16,-7 0-2-16,7-3 0 0,0 0 0 0,-6-1-1 0,6 5-2 15,0-4 3-15,0 7 0 0,0-1-2 0,0 5 2 0,0 3 3 16,0 1 3-16,0 6 3 0,0 1 5 0,0 4 8 16,0 3 12-16,6 3 15 0,1 8 12 0,-1 0 12 0,8 8 13 15,-2 6 9-15,2 0 9 0,-2 6 1 0,1 4-6 16,7 2-9-16,-7-1-12 0,6 2-15 0,1-5-12 0,-1-1-12 15,1-2-13-15,-7 0-6 0,7-5 0 0,-1-3 3 0,-6-4 3 16,1-7 6-16,-2 4 6 0,1-8 9 0,-6-3 9 16,-1-4 4-16,7 0 2 0,-7-4 0 0,-6-3-1 0,8-8-46 15,-8 4-15-15,0-7 0 0,0-4 0 0,0 0 0 0,0-8 0 16,0 1 0-16,0-1 0 0,-8-5 0 0,8 1 0 16,0-3 0-16,-6 1 0 0,6-4 0 0,-6 3 0 0,6 4 0 15,0 0-15-15,0 4-81 0,0 4-22 0,0-2-23 0,6 5-23 16,-6 4-25-16,0 3-33 0,0 5-38 0,0 2-45 15,0 1-40-15,0 3-34 0,6 1-47 0,-6 3-73 16,8-4-83-16,-8 4-114 0,6 4-98 0,0-1-39 0,1 5 10 16,0-1 22-16</inkml:trace>
  <inkml:trace contextRef="#ctx0" brushRef="#br0" timeOffset="35589.9">8661 12580 669 0,'0'11'766'0,"0"-4"20"0,0 1-111 0,0 0-120 15,0-6-105-15,0 6-81 0,0-4-52 0,0-4-32 0,0 0-25 16,0 0-18-16,0 0-25 0,0 0-31 0,7 0-21 16,-7 0-24-16,0-7-18 0,0 2-19 0,0 3-14 15,7-6-11-15,-7 0-11 0,0-3-8 0,6 4-13 0,-6-4-8 16,0 0-5-16,0 0-5 0,0 0-6 0,0-3-5 0,0 3-7 16,0-4-3-16,0 0-3 0,-6 4-1 0,6-3 0 0,-7-1 0 15,0 1 4-15,1 2 0 0,0-2 2 0,-8 3-1 16,1-1 4-16,7 2 2 0,-7 2 2 0,0 5 0 15,-7-5-4-15,7 5 1 0,0 3-2 0,-6 3-2 0,5 1-3 16,-5 3-2-16,6 1-4 0,0 7-2 0,0-1 1 0,6 4-1 16,7 4-1-16,0 0 2 0,0 8 6 0,7-1 7 0,0 0 12 15,6 4 14-15,6 1 12 0,-6-2 10 0,7 0 14 16,-7 2 13-16,6-1 8 0,-6 0 8 0,1-3 2 16,-2-5-1-16,-5 0 5 0,6-2 3 0,-13-1 3 0,0-4-21 15,0 0-95-15,0-7 0 0,-13 0 0 0,6 0 0 0,-5-4 0 16,-2-3 0-16,-5-4 0 0,-1 0 0 0,0-7 0 0,1-1 0 15,0-2 0-15,-1-2 0 0,1-2 0 0,-7-2 0 16,6 3 0-16,1-6-133 0,-1 4-169 0,0-2-67 0,7 1-64 16,1 2-51-16,4 0-61 0,2-1-79 0,0 4-99 15,6-5-170-15,6 6-41 0,0 2 16 0,8 1 38 0,-1 3 48 16</inkml:trace>
  <inkml:trace contextRef="#ctx0" brushRef="#br0" timeOffset="36089.94">8212 13877 807 0,'0'-4'900'16,"-7"0"48"-16,7 1-54 0,7-1-131 0,-7 4-154 0,7-4-116 15,5 1-69-15,-4 3-45 0,4-3-29 0,8 3-34 16,-7 0-46-16,7 0-51 0,-8 0-47 0,8 0-42 0,-1 3-34 15,1 0-26-15,0 1-24 0,5-4-17 0,-5 4-22 0,0-1-27 16,-1-3-40-16,-6 4-46 0,6 0-56 0,-5-4-65 16,-8 3-64-16,1 1-64 0,-1 1-54 0,-6-5-48 0,0 2-57 15,0 3-48-15,-6-2-36 0,-1 0-24 0,-5 1-24 16,-2 0-37-16,1 0-43 0,-6-2 5 0,-1 3 54 0</inkml:trace>
  <inkml:trace contextRef="#ctx0" brushRef="#br0" timeOffset="36386.68">8284 13953 253 0,'-13'5'747'0,"6"-5"5"0,1 0-50 0,-1 0-77 0,1 3-79 15,0-3-83-15,-2 4-87 0,2 0-62 0,6 3-44 16,-6-4-33-16,6 5-23 0,0 2-22 0,-7 5-17 0,7-4-7 16,0 7-8-16,0 1-9 0,-7-1-6 0,7 4-1 0,0 0-5 15,0 3-4-15,0-2-8 0,0-2-9 0,0 6-6 0,0-2-2 16,0 4-4-16,0-3-7 0,0 0-7 0,0-1-10 16,0 1-9-16,0-4-7 0,7 0-14 0,-7 0-12 15,0-4-5-15,7 0-12 0,-7-2-9 0,0-1-4 0,0-1 0 16,6-7-3-16,-6 4 1 0,0-4 4 0,6-3-2 0,-6 3 10 15,0-3 8-15,8 0 1 0,-2-4-29 0,0 3 0 16,1-3 0-16,-1 3 0 0,1-3 0 0,0 5 0 0,-1-2 0 16,6-3 0-16,-4 4 0 0,4-4 0 0,1 3 0 0,1-3 0 15,5 0 0-15,-6 4 0 0,0 0 0 0,7-4 0 16,-8 3 0-16,8 1 0 0,-7-4 0 0,0 4 0 0,0-4-62 16,0 3-201-16,-6-3-65 0,5 5-62 0,-4-5-47 15,-2 0-38-15,-6 0-47 0,6-5-56 0,-6 2-57 0,0-5-69 16,0 1-98-16,-6 0-30 0,0-5 3 0,-2 2 26 0</inkml:trace>
  <inkml:trace contextRef="#ctx0" brushRef="#br0" timeOffset="36574.17">8284 14236 716 0,'-6'-8'949'0,"-1"1"52"0,0 0 19 0,1 3-151 0,6 1-187 16,0-1-152-16,6 0-106 0,1 4-64 0,0-3-47 0,5 3-38 15,2 3-39-15,-2-3-43 0,8 8-45 0,-1-5-40 16,1 1-27-16,6 3-30 0,-7 0-28 0,7 1-35 0,-6-4-44 15,6 3-50-15,-7 0-56 0,1-3-68 0,0 3-74 0,-1-3-71 16,1 4-61-16,-7-5-66 0,0 0-72 0,0-3-75 16,0 4-82-16,-6 0-121 0,-1-4-18 0,0 3 17 0,-6-3 41 15</inkml:trace>
  <inkml:trace contextRef="#ctx0" brushRef="#br0" timeOffset="36996">8278 15361 522 0,'-7'-3'885'0,"0"-1"51"0,-6-1 27 0,7 2-147 15,-8 6-193-15,8 2-164 0,-7 2-103 0,0 7-63 0,0 4-43 16,0 8-46-16,0 7-41 0,7 4-37 0,-8 3-29 16,8 0-13-16,6 7-7 0,-6-2-3 0,6-1-2 0,6 0-6 15,0-4-12-15,1 1-6 0,6-9-1 0,0-7 0 16,0-2 8-16,6-4 13 0,1-8 6 0,0-8 14 0,-1-3 12 15,1-7 7-15,0-8 3 0,-1 0-1 0,1-10-5 0,-8-1-8 16,8-3-78-16,-7 0-18 0,-6-5 0 0,-1 1 0 16,1 1 0-16,-1-5 0 0,-6 0 0 0,0 0 0 0,0 2 0 15,0 1 0-15,-6 5 0 0,-1-1 0 0,1 8 0 0,-1 1 0 16,0 6 0-16,-5 0-190 0,5 8-98 0,-6 0-84 16,0 7-81-16,6 0-103 0,-6 3-115 0,7-3-133 0,0 8-159 15,6-5-58-15,-8 9 6 0,8-2 60 0,0 1 73 16</inkml:trace>
  <inkml:trace contextRef="#ctx0" brushRef="#br0" timeOffset="39167.62">10413 4572 105 0,'0'-8'912'0,"0"-3"31"0,0 4 29 0,0 3 25 0,0 4-242 16,0-3-228-16,7 6-143 0,-7-3-84 0,0 8-43 0,0 3-18 15,7 4-22-15,-7 2-36 0,6 1-31 0,-6 5-27 0,7 3-23 16,-7-1-17-16,6 1-13 0,0 3-14 0,-6-3-7 16,7 3-8-16,-7-3-11 0,7 0-10 0,-7-1-8 15,6-3-3-15,-6 0-9 0,0-4-14 0,0 1-31 0,0-1-40 16,0-7-49-16,0 4-62 0,-6-5-71 0,6 1-75 0,0 0-83 15,-7 1-102-15,7-1-98 0,-7 3-99 0,1-2-147 16,0 6-34-16,-1-4 7 0,7 4 41 0</inkml:trace>
  <inkml:trace contextRef="#ctx0" brushRef="#br0" timeOffset="39995.67">10160 6235 142 0,'-7'-7'837'0,"7"-1"40"16,-7 1 45-16,1 3-126 0,6 1-163 0,-7 0-172 0,7 6-121 15,-6-3-80-15,6 7-53 0,0 0-41 0,0 8-42 0,0 0-42 16,0 2-25-16,0 2-18 0,0 4-12 0,0-2-9 16,0 5-2-16,6-1-3 0,-6 1-2 0,0 3 2 0,7-4-7 15,-7 2-3-15,6-2 4 0,-6-3-2 0,7-3-2 16,-7 2-2-16,0-5-1 0,0-2 0 0,7-3 2 0,-7-4-2 16,0 1-6-16,0-1-9 0,0-3-8 0,0-4-13 0,0 3-15 15,0-6-14-15,0-1-23 0,0 0-8 0,0-7-6 16,0-1 0-16,0-2 4 0,0-4 9 0,0-4 12 0,0 0 14 15,0 0 18-15,0-7 8 0,0 4 10 0,0-5 7 16,0 4 6-16,0-3 3 0,0-1 2 0,0 5 6 0,0-1 0 16,0-3-1-16,6 4 1 0,-6-1 3 0,0 4-2 0,0 0 3 15,0 0-1-15,6 0-3 0,-6 7 3 0,0-3 5 16,0 4 3-16,8-1 2 0,-8 0 5 0,6 3 1 0,-6 2-5 16,6-1 4-16,0 0 5 0,1 4-1 0,0-4-1 15,-7 3-3-15,6 2-2 0,1-2-3 0,-1 0 10 0,0 5-3 16,2-1-4-16,-2 1 0 0,0-1 5 0,0 4 0 0,-6-4 2 15,7 4 5-15,0 4-2 0,-1-4-4 0,1 4 0 16,-1-1 0-16,1 1-8 0,0 3-8 0,-1 0 3 16,6-2-4-16,-4 1 3 0,-2-2 0 0,0 3-2 0,1-3 2 15,-1 3-2-15,-6 2 3 0,7-7-6 0,0 6 0 0,-1-5-2 16,0 5-1-16,-6-4 5 0,6-2-1 0,-6 3 0 0,0 2 12 16,8 1 0-16,-8-5 0 0,0 5-1 0,0-5 1 15,0 5-2-15,6-5-3 0,-6 1 0 0,0-1-8 0,0 1 1 16,0 0 3-16,0-4-1 0,0 3-3 0,0 1 0 15,-6 3-2-15,6-3 2 0,0 4 5 0,0-1 6 0,-8 0 2 16,8 4 6-16,-6-4 5 0,0 5 2 0,0-1 8 0,-1-2 5 16,0 3-1-16,1-1-4 0,-7 0 0 0,7 0-1 15,-2 0 0-15,2 0 4 0,0-3-2 0,-7-2 0 0,6-1 2 16,7 2 3-16,-6-4 2 0,6 1-5 0,-7 0-2 0,7-1-6 16,0-3-3-16,0 4-7 0,0 0-6 0,7-1-5 15,-1 4-4-15,1 1-1 0,0 0-2 0,5-1 2 0,2 3 3 16,-2 2 6-16,1 3 2 0,1-1 0 0,-2 4 14 15,2 4 12-15,-2-3 15 0,2 3 11 0,-8 0 10 0,1 0 13 16,-7 0 16-16,0 0 12 0,0-1 2 0,0 1-3 0,-7-3-7 16,1-1-9-16,-1 1-11 0,0-5-15 0,-5-3-15 15,-2 0-18-15,2 0-15 0,-2-4-12 0,1 1-18 0,1-5-20 16,-2 1-33-16,-5-4-34 0,6 0-43 0,0 0-49 16,-7-4-55-16,8-3-61 0,-8 0-57 0,7-5-50 0,-1 2-55 15,2-5-68-15,-2 1-59 0,2-5-71 0,5-4-112 0,0 3-43 16,1-3 1-16,-1 5 30 0</inkml:trace>
  <inkml:trace contextRef="#ctx0" brushRef="#br0" timeOffset="40745.58">10166 8319 763 0,'-13'15'792'0,"6"-4"24"16,7-3-134-16,-6-1-140 0,-1 1-131 0,7-5-102 0,0 0-64 15,-6-3-28-15,6 0-22 0,0 0-24 0,0 0-30 16,0-6-25-16,6 1-21 0,-6-5-8 0,7 2 0 15,-1-6-12-15,-6-1-9 0,7 0-8 0,0 1-4 0,-1-9-7 16,0 2-6-16,2-1-6 0,-2 0-7 0,6-3-7 0,-5-6-7 16,0 2-7-16,6-4-3 0,-1 1-4 0,-4-1 0 0,4-1 1 15,-6-2-1-15,8 3-2 0,-8-4 0 0,7 0 2 16,-6 5 0-16,0-1 1 0,5 3-1 0,-6 1-2 0,2 7 2 16,-2 1 2-16,-6 2-13 0,6 8 7 0,-6 0 2 15,0 4 1-15,7 2 2 0,-7 2 5 0,6 3 6 0,-6 3 6 16,0 6 20-16,7 1 4 0,0 5 8 0,-1 4 10 0,0 2 12 15,0 8 12-15,2 1 6 0,4 3 7 0,-5 7 2 16,0-4 0-16,6 9-4 0,-7-2-5 0,0 1-11 0,8 1-13 16,-8 2-11-16,0-3-12 0,8 1-10 0,-8-2-12 15,1-3-6-15,-1-3-5 0,-6 0-2 0,7-8-9 0,-7 0-21 16,6-3-28-16,-6-9-35 0,0 2-48 0,-6-4-63 0,6-5-74 16,-7-2-75-16,1-4-72 0,-1-4-85 0,1-4-82 15,-1-6-78-15,-6 2-73 0,7-7-89 0,-8 1-17 0,2-1 24 16,-1-3 57-16</inkml:trace>
  <inkml:trace contextRef="#ctx0" brushRef="#br0" timeOffset="40886.19">10270 8191 52 0,'-7'-7'812'16,"7"-1"50"-16,-6 6 40 0,6-3-104 0,0 2-138 15,0-2-140-15,0 2-111 0,0 3-76 0,6-4-48 0,1 8-39 16,6-4-36-16,-6 0-38 0,6 3-42 0,0 2-37 0,-1-2-32 16,2 4-38-16,5-3-49 0,-5 4-66 0,4-1-79 15,2-1-76-15,-6 3-105 0,5-2-132 0,7 0-133 0,-6-3-172 16,-1 3-84-16,-6 1-27 0,0 2 16 0,7 1 24 15</inkml:trace>
  <inkml:trace contextRef="#ctx0" brushRef="#br0" timeOffset="41636.12">10056 9440 364 0,'-8'0'795'0,"8"0"34"0,-6-3-74 0,6 3-131 0,-6 3-121 16,6-3-120-16,0 4-72 0,-6 3-39 0,6-3-28 15,0 7-17-15,0-1-12 0,0 6-10 0,6-2-10 0,-6 5-15 16,0-1-10-16,0 4-11 0,0 3 3 0,0-3-3 0,6 4-10 15,-6-1-15-15,0 2-17 0,0-2-12 0,0 1-14 0,0-4-17 16,0 3-22-16,0-2-18 0,0-2-10 0,0-2-10 16,0 4-21-16,0-10-33 0,0 1-42 0,0-2-49 15,0-1-57-15,0-4-64 0,0 0-63 0,0-2-57 0,0-2-39 16,6 1-22-16,-6-4-16 0,0 0-7 0,0-4 8 0,0 1 30 16,8-2 46-16,-8-2 49 0,0-3 55 0,0-2 63 0,0 2 87 15,6-5 107-15,-6 5 107 0,0-2 88 0,0-3 66 16,0 5 52-16,0-2 42 0,0-2 29 0,0 3 10 15,0-1-12-15,0 5-22 0,0-4-22 0,0 4-20 0,0 0-18 16,6 2-28-16,-6 3-30 0,7-6-32 0,-7 8-35 0,6-4-33 16,1 4-30-16,0 0-25 0,5 0-24 0,-6 0-17 15,8 0-18-15,-1 4-24 0,7-1-32 0,-8 2-46 0,2 2-58 16,5-4-66-16,-6 1-66 0,6 3-59 0,-5-3-56 16,-2 0-52-16,8-1-50 0,-7 1-36 0,1-1-21 0,-2-3-9 15,2 5-7-15,-2-5-4 0,1-5-2 0,-6 2 17 0,6 3 42 16</inkml:trace>
  <inkml:trace contextRef="#ctx0" brushRef="#br0" timeOffset="41792.35">10413 9712 315 0,'0'-12'574'16,"-6"5"49"-16,6 0 5 0,-6 3-20 0,6-3-28 0,-8 3-28 16,2 4-43-16,0 0-68 0,0 4-53 0,-1 3-42 15,0 4-33-15,1 0-33 0,-1 0-35 0,7 7-35 0,-6 0-28 16,6 5-25-16,0-1-26 0,0 3-26 0,0 1-25 16,0 3-17-16,6-4-20 0,-6 5-14 0,7-4-12 0,-7-1-18 15,6 1-13-15,-6 0-19 0,7-4-32 0,-7 0-43 16,7-4-45-16,-7-3-54 0,0-1-59 0,0-2-50 0,0-2-46 15,6-2-58-15,-6-1-66 0,0-3-64 0,0-4-73 0,0 0-98 16,0 0-59-16,-6-4-15 0,6 0 6 0</inkml:trace>
  <inkml:trace contextRef="#ctx0" brushRef="#br0" timeOffset="43760.89">9918 10895 507 0,'-6'0'900'0,"0"0"48"0,-1 0 6 0,0-4-135 0,1 4-164 16,6-4-137-16,0 4-89 0,0-3-55 0,0-1-41 0,6 4-32 15,8-4-35-15,-2 2-39 0,8 2-25 0,-1 0-18 0,7-5-14 16,1 5-19-16,-1 0-21 0,0 0-22 0,0 0-93 16,7 5-15-16,-8-5 0 0,1 2 0 0,7-2 0 0,-7 4 0 15,0 0 0-15,7-1 0 0,-13-3 0 0,6 4 0 16,-14-4-114-16,8 4-116 0,-7 0-82 0,-7-4-71 0,0 0-61 16,2 0-45-16,-2 0-46 0,-6 0-47 0,-6-4-32 0,-2 4-15 15,2-4 9-15,0 0 8 0,-7 1 21 0,0 3 25 16,0-4 55-16,-1 4 83 0,2 0 100 0</inkml:trace>
  <inkml:trace contextRef="#ctx0" brushRef="#br0" timeOffset="43917.12">10263 10887 161 0,'-12'4'312'0,"6"4"120"16,-8-8 80-16,8 7 49 0,-1-4 13 0,1 2-10 0,-1 2-16 16,0 0-26-16,1 4-47 0,0 0-54 0,0 3-41 0,6 1-32 15,0 3-31-15,0 4-32 0,0 4-27 0,6 0-25 16,-6 3-24-16,0-3-31 0,0 6-28 0,6-1-30 0,-6-2-25 16,6 0-15-16,-6 0-20 0,0 0-20 0,7-8-14 15,-7 6-11-15,0-5-5 0,7-4-8 0,-7 1-15 0,0-5-30 16,0-3-41-16,0-1-50 0,6-1-60 0,-6-3-72 0,-6-1-82 15,6-2-72-15,0-3-88 0,0 0-95 0,0-3-101 16,0-2-134-16,0-1-64 0,-7-3-8 0,7 3 27 16,-7-5 51-16</inkml:trace>
  <inkml:trace contextRef="#ctx0" brushRef="#br0" timeOffset="44604.55">10081 12690 559 0,'0'-15'782'0,"-6"4"29"0,6-3-107 0,0-1-120 0,0 1-97 16,0-1-90-16,0 4-61 0,0 0-38 0,0-1-27 0,-7 2-17 15,7 2-18-15,0 1-24 0,0 0-28 0,0 7-29 0,0 0-26 16,0 0-18-16,0 7-8 0,7 4-10 0,-7 3-7 16,0 1-4-16,6 7-1 0,-6 1 0 0,0 3 3 0,0 2-3 15,0-2-4-15,0 3-4 0,0 1-6 0,0-5-8 16,0 5-9-16,0-4-9 0,0-1-7 0,0-3-8 0,7-5-7 15,-7 3-8-15,0-10-2 0,0 5-5 0,0-8-3 0,0 4-7 16,7-7-13-16,-7 3-19 0,0-3-24 0,0-4-32 16,0 0-40-16,0 0-44 0,0-4-54 0,0 1-60 0,0-5-58 15,0 1-55-15,0-4-74 0,0 0-85 0,6-3-90 0,-6-6-127 16,0 3-62-16,6-1-11 0,-6-1 26 0,0 1 42 16</inkml:trace>
  <inkml:trace contextRef="#ctx0" brushRef="#br0" timeOffset="45307.6">10010 13840 642 0,'0'-3'758'15,"0"-1"-38"-15,0 0-99 0,0 1-100 0,0-1-79 0,0 0-72 16,-7 1-58-16,7 3-39 0,0-4-29 0,0 4-19 0,0 0-21 16,0-3-16-16,0 3-16 0,0-5-17 0,0 5-14 15,0 0-9-15,0 0-2 0,-6 0-6 0,6 0 1 16,0 0-2-16,0 0-1 0,0 0-5 0,0 5-1 0,0 2-5 15,-7 4-6-15,7 3-4 0,-7 4-7 0,7 4-8 0,-6 8-12 16,0 3-7-16,6 3-9 0,-6 5-10 0,6-1-9 0,-8 4-8 16,16-1-10-16,-8 1-5 0,6-2-4 0,0-3-5 15,0-6-3-15,8 1-3 0,-1-5-2 0,-1-7 0 0,8-4-2 16,0-4 2-16,-7-2-2 0,7-9 0 0,-2 1-1 16,2-8 0-16,0-3 0 0,-1-8-3 0,1 1 1 0,-7-4 1 15,7-1-2-15,-8-6 2 0,2 2 0 0,-2-6 3 0,2 0 2 16,-8-1 0-16,7 1-1 0,-6-4-2 0,0-3 3 15,-1 3-1-15,0 0-6 0,0 3 1 0,2-2 3 0,-2 6 2 16,-6 3 5-16,0 6 10 0,6-3 12 0,-6 10 13 16,0 0 14-16,-6 3 9 0,6 7 0 0,0 0 4 0,0 2-2 15,-6 6-32-15,6 7-32 0,0 4 0 0,-8-2 0 0,8 9 0 16,0 0 0-16,0-1 0 0,0 5 0 0,0 2 0 16,0-2 0-16,0 3 0 0,0-1 0 0,0-2 0 0,0-1 0 15,0 5 0-15,0-9 0 0,0 0 0 0,8 1-113 16,-8-4-97-16,0-4-63 0,0 4-66 0,0-7-60 0,0 0-44 15,0-4-33-15,0-1-44 0,6 1-52 0,-6 1-50 0,0-2-60 16,0-1-106-16,0 1-22 0,-6 1 3 0,6 0 31 16</inkml:trace>
  <inkml:trace contextRef="#ctx0" brushRef="#br0" timeOffset="45651.41">10355 15361 554 0,'6'-7'951'0,"-6"-1"37"0,0 5 39 0,0-2-128 0,-6 2-203 15,6 3-176-15,-7 0-122 0,1 0-69 0,0 0-26 0,-2 8-18 16,-4-5-35-16,-1 9-41 0,0 2-37 0,0 0-35 0,-7 5-18 16,0 3-16-16,1 3-17 0,-1 5-13 0,-6-1-13 15,7 3-28-15,-1-2-32 0,0 3 0 0,-5-3 0 0,5 2 0 16,8-2 0-16,-8-1 0 0,6 0 0 0,-5-4 0 16,6 2 0-16,0-2 0 0,1-3-27 0,4-4-112 0,-4-4-54 15,5 3-61-15,0-7-72 0,7-3-71 0,-6-4-61 0,6 2-71 16,-7-10-74-16,7 2-63 0,7-8-62 0,-7-3-84 15,6-1-43-15,-6-7 10 0,7 0 38 0</inkml:trace>
  <inkml:trace contextRef="#ctx0" brushRef="#br0" timeOffset="45870.19">9971 15346 749 0,'-6'-14'833'0,"-2"3"20"0,2-1-78 16,0 1-107-16,-1 4-116 0,0 0-108 0,1 3-73 15,6 1-45-15,0 6-32 0,6 1-21 0,1 3-24 16,6 8-21-16,1 0-16 0,4 7-15 0,9-1-12 0,-1 8-15 15,0 1-18-15,0 6-25 0,-1 1-28 0,-5 0-26 0,7-1-27 16,-7 1-16-16,-2 0-12 0,2-1-15 0,-1-3-10 0,1 1-6 16,-7-1-17-16,0-8-21 0,0 1-30 0,-6-1-34 15,0-7-42-15,-1 1-32 0,0-5-45 0,-6-2-54 0,0-6-52 16,0 1-45-16,0-7-45 0,-6 0-60 0,0-2-64 16,-1-6-75-16,0-3-102 0,7 0-63 0,-6-1-16 0,-7-2 12 15,6 0 45-15</inkml:trace>
  <inkml:trace contextRef="#ctx0" brushRef="#br0" timeOffset="48182.38">12107 4601 122 0,'-7'-8'760'0,"7"8"18"0,-6-3 7 0,6-5-143 0,-7 5-146 16,7 0-132-16,0-1-89 0,0 4-48 0,0-5-26 16,-7 5-13-16,7 0-7 0,0 0-9 0,0 5-11 0,7 2-11 15,-7 4-11-15,0 0-5 0,7 4 2 0,-7 3 0 16,0 5-5-16,6 2-7 0,-6 0-13 0,0 4-13 0,7-4-11 16,-7 9-13-16,0-5-12 0,0 1-12 0,0 0-9 0,6-1-12 15,-6 0-6-15,0 0-6 0,0-3-7 0,0 0-3 16,0-5-7-16,0-2-13 0,7-1-18 0,-7-3-24 0,0-1-23 15,0-7-31-15,0 4-27 0,0-7-23 0,0 3-28 16,0-7-20-16,0 4-10 0,0-4 0 0,0-4 9 0,0 1 17 16,0-5 22-16,0 5 19 0,0-8 28 0,-7 4 31 0,7-8 26 15,0 1 26-15,0 2 27 0,0-6 26 0,-6 6 20 16,6-1 26-16,0-3 25 0,0 6 23 0,0-1 24 0,6 3 18 16,-6 1 7-16,7 0-1 0,-7-1-3 0,7 5-10 15,-7-1-16-15,6 0-20 0,0 4-17 0,1 0-17 0,0 0-20 16,-1 0-11-16,7 4-14 0,-7 0-10 0,8-1-21 0,-2 1-30 15,-4-4-46-15,4 0-55 0,1 4-60 0,0-4-59 16,0 0-67-16,1 0-89 0,-8 0-82 0,6-4-77 16,-5 4-63-16,0-4-69 0,6-3-44 0,-7 3-4 0,1 1 38 15</inkml:trace>
  <inkml:trace contextRef="#ctx0" brushRef="#br0" timeOffset="48369.85">12400 4657 519 0,'0'-9'799'0,"-7"2"40"0,7 0-71 0,-6 3-100 0,6 4-94 15,-7 4-105-15,1 3-81 0,0 5-55 0,6 2-37 0,-8 8-37 16,2 0-29-16,6 1-25 0,0 2-23 0,-6 4-26 0,6 0-26 16,0 4-23-16,0 1-22 0,0-5-18 0,6 3-17 0,-6-2-20 15,6-1-24-15,2-4-43 0,-8 5-34 0,6-8-38 16,-6 4-52-16,6-1-64 0,-6-3-67 0,7 0-62 16,-7 0-75-16,0-3-73 0,0-1-87 0,0 0-94 0,0-4-132 15,0 1-39-15,0 4 19 0,0-4 16 0</inkml:trace>
  <inkml:trace contextRef="#ctx0" brushRef="#br0" timeOffset="49135.47">12263 6022 606 0,'-6'8'835'0,"6"3"32"0,-7 0-68 0,7 0-148 0,-6 7-160 0,-1 0-130 15,7 0-82-15,-7 8-48 0,7-3-28 0,0 2-24 16,0 1-28-16,0 3-35 0,0 0-30 0,0-3-25 0,0 3-18 16,0-3-13-16,7-1-7 0,-7-3-7 0,0 4-4 15,7-8-4-15,-7 4-1 0,0-3-2 0,0-4-1 0,0-1-1 16,0-3-5-16,0-4 0 0,0 0-6 0,0-2-6 0,0 2-10 15,0-7-11-15,0 0-8 0,0-4-6 0,-7 1 1 16,7-5-6-16,0-3 4 0,0 0 3 0,-7-3 8 0,7-1 6 16,0-7 7-16,-6 3 4 0,6-6 1 0,0 0 2 0,-6-5 4 15,6 1 5-15,0 0 3 0,-6-1 3 0,6-3-1 16,-8 0 3-16,8 4-1 0,-6-1 0 0,6 5 2 0,-6-1 0 16,6 1 2-16,0 6 6 0,0-4 7 0,0 6 6 15,0 2 6-15,6 0 5 0,0 4 2 0,2 0 4 0,-2 0 2 16,6 4 2-16,-5-4 2 0,13 4 1 0,-8 4 6 0,8-2 5 15,-7 5 5-15,7 0 0 0,0 5-2 0,-2 2-2 16,-4 0-3-16,-1 4-2 0,7-4-10 0,-14 8-4 0,6-4-8 16,-4 3-4-16,-2 1-1 0,0 0-6 0,-6-1 0 15,0 1-8-15,0-1-3 0,-6 1-4 0,0 0 1 0,6-4 2 16,-14 0-5-16,8 0 2 0,0-4-2 0,-1 4 2 0,-6-6 0 16,6 2 1-16,1-4 1 0,0 0-3 0,-2 2 1 15,2-2 1-15,0 1 2 0,6-4 2 0,-6 2 13 16,6 3 10-16,0-2 13 0,6 6 14 0,-6-3 15 0,6 5 15 15,8 4 10-15,-8 0 10 0,0-1-6 0,7 4-4 16,-6 1-12-16,6-1-10 0,-1 1-14 0,-4-1-14 0,4 0-14 0,-5 0-12 16,6 1-7-16,-6-5-6 0,-1 1 0 0,0-1-5 15,1-2-1-15,0-1-1 0,-1 0-5 0,-6-1-12 16,6 2-19-16,-6-5-30 0,7 0-38 0,-7 1-43 0,0-1-58 16,0-4-64-16,0 5-68 0,0-1-57 0,0-3-67 0,0 0-83 15,0-1-93-15,0 1-120 0,0-4-72 0,0 3-21 0,0-3 16 16,0 0 30-16</inkml:trace>
  <inkml:trace contextRef="#ctx0" brushRef="#br0" timeOffset="49979.13">12269 7931 675 0,'0'4'808'0,"-6"-1"31"16,6 2-116-16,0-2-148 0,6 0-138 0,-6-3-112 0,0 0-69 15,0 0-45-15,0 0-28 0,8 0-35 0,-8-3-22 16,6 0-24-16,-6-2-15 0,6 2-16 0,-6-1-8 0,6 1-6 16,1-5-1-16,-7 1 2 0,7 0 0 0,-1 0 5 0,1-1 2 15,-7 0 6-15,0 5 1 0,6-5 1 0,-6 1-3 16,0-1-6-16,0 1-2 0,-6 0-8 0,6 0-6 0,0-4-6 16,-7 8-4-16,7-6-4 0,-6-1-5 0,-1 3 1 15,0 3-1-15,1-3-1 0,0 0-2 0,0 3-3 0,-2 0-5 16,2 0 1-16,0 1-5 0,-1-1-3 0,1 4-4 0,-1-4-2 15,7 4-3-15,-7 0-2 0,1 0 0 0,0 4-2 16,0-4 1-16,-2 0-2 0,2 4-1 0,0-1 2 0,-1 5 0 16,0-4 0-16,1 3 0 0,6 4-3 0,-7-4 5 15,7 8 3-15,0-1 3 0,0 4 3 0,0 4 1 0,7 0 5 16,-7 1 8-16,6 3 7 0,1 3 1 0,0-4 5 0,5 4 3 16,-4 1 2-16,4-5 6 0,-6 1 5 0,1-1 5 15,0 1 4-15,-1-4 8 0,1-3 10 0,-7-1 13 0,6-3 15 16,-6 0 11-16,0-1 8 0,0-3 6 0,-6-4-1 0,-1 1-86 15,1-1-45-15,-1-4 0 0,-6-3 0 0,1 0 0 16,-2 0 0-16,-6 0 0 0,7-7 0 0,-6 4 0 0,6-5 0 16,0 1 0-16,-7-1 0 0,7-3 0 0,0-4 0 15,1 5 0-15,-2-5 0 0,1 3-211 0,7 2-104 0,-8-5-69 16,14 8-68-16,-6-4-62 0,0 4-82 0,6-1-94 0,0 5-92 16,0 3-135-16,0 0-30 0,0 0 21 0,0 0 55 0</inkml:trace>
  <inkml:trace contextRef="#ctx0" brushRef="#br0" timeOffset="50729.04">12029 9345 226 0,'-7'-3'892'0,"7"-1"46"16,0 0 29-16,0 4-120 0,0-3-182 0,0 3-186 16,7 0-128-16,-1 0-83 0,1 0-57 0,5 3-40 0,2 1-26 15,5-4-26-15,1 4-28 0,0-1-25 0,6-3-23 16,-1 4-17-16,1-4-12 0,0 0-5 0,1 4-4 0,-1-4 0 15,-7 0-8-15,1 3-13 0,0-3-9 0,-8 0-11 0,2 0-2 16,-8 0-5-16,0 0-1 0,1-3-3 0,-7 3 6 16,0 0 11-16,0-4 9 0,-7 4 8 0,1-4 6 0,0 4 7 15,-2-3 1-15,2-1 1 0,0 0 4 0,0 1 6 16,-1-2 13-16,-6 5 16 0,13-2 19 0,-7 2 12 0,1 0 9 16,-1 2 11-16,0 6 2 0,1 0 6 0,6 3 0 0,-6 4-6 15,0 3-6-15,6 3-3 0,0 1 6 0,-8 4 2 16,8 0 4-16,8 6-8 0,-8-2-11 0,0 3-6 0,6-3-11 15,-6 2-8-15,6-2-14 0,-6-1-12 0,6 0-10 16,1-4-4-16,-7-2-4 0,0-1-3 0,7 0-3 0,-7-3-11 16,6-5-16-16,-6 0-18 0,0-3-25 0,0-3-32 0,0-1-39 15,-6 1-51-15,6-6-59 0,-7 3-60 0,7-2-58 16,-7-3-52-16,1 0-75 0,0-3-82 0,0-2-87 0,-2-2-100 16,2 0-68-16,0-6-10 0,-1 1 19 0,1-3 40 0</inkml:trace>
  <inkml:trace contextRef="#ctx0" brushRef="#br0" timeOffset="53103.77">12224 11089 469 0,'0'-15'824'0,"0"-3"32"15,0-1 5-15,-6 6-145 0,0-6-166 0,-8 4-138 0,1 0-82 16,0 4-46-16,0 0-26 0,0 4-22 0,-6 4-26 15,5-1-40-15,-5 11-32 0,-1 0-25 0,0 8-19 0,-5 7-12 16,5 4-8-16,0 6-3 0,1 9-1 0,-1 7 6 0,1 4 9 16,6 2 6-16,7 0 5 0,-1 2 2 0,0-1-1 15,7-4-2-15,7 0-8 0,6-7-15 0,0 0-17 0,0-11-12 16,6 0-11-16,7-7-8 0,0-4-6 0,1-8-6 16,-1-6 5-16,0-8 3 0,7-4 2 0,-7-4 3 0,-1-6 1 15,1-4 3-15,0-4 2 0,-6-7 1 0,-1-1-1 0,-5-7 2 16,-2 5 1-16,2-9 0 0,-8 4-1 0,-6-6-8 15,0 2-25-15,0-3 0 0,0 4 0 0,-6-1 0 0,-1 2 0 16,0 1 0-16,-5 6 0 0,6-1 0 0,-8 4 0 16,8 3 0-16,-1 4-14 0,1 0-85 0,-1 7-45 0,0 0-59 15,1 5-73-15,6 2-91 0,-6 5-88 0,6-1-106 0,0 4-118 16,-6 4-141-16,6 3-91 0,0 0-42 0,0 12 3 16,0-5 45-16,0 9 65 0</inkml:trace>
  <inkml:trace contextRef="#ctx0" brushRef="#br0" timeOffset="53900.56">12042 12258 451 0,'-7'-4'792'0,"7"0"32"16,0 1-42-16,-6-1-138 0,6 0-122 0,-7 4-127 0,7 0-82 15,-7 0-51-15,7 4-35 0,0 0-28 0,-6 3-28 16,6 1-25-16,0-1-25 0,0 4-11 0,0 0-2 0,6 7 2 15,-6 1 7-15,0 2 12 0,0 1 11 0,0 8 8 16,0-4 8-16,0 6 4 0,0-2-3 0,0 3-4 0,0-1-8 16,0 1-16-16,0 1-17 0,0-2-20 0,0 1-20 0,0-4-20 15,0 1-13-15,0-4-15 0,0-4-9 0,0 0-14 0,0-4-21 16,7-4-31-16,-7 1-41 0,0-5-48 0,7 2-54 16,-7-5-56-16,0-3-53 0,6 4-46 0,-6-5-33 15,0-3-13-15,0 0 1 0,0-7 7 0,0 3-7 0,0-2-5 16,0-2-3-16,0-4 8 0,0 1 27 0,0-7 27 0,0 4 35 15,0-1 42-15,0-3 74 0,-6-1 90 0,6 1 104 16,0-1 106-16,-7 4 87 0,7-2 71 0,-7-2 46 0,7 5 37 16,-6 0 25-16,6-3 14 0,0 4-8 0,0 1-27 15,0 2-32-15,0-1-35 0,0 0-27 0,0 4-31 0,0-1-33 16,6 4-39-16,-6 1-39 0,7-1-34 0,6 4-30 0,-6 0-21 16,5 0-16-16,2 4-25 0,5-1-37 0,1 1-46 15,0-1-58-15,-1 2-63 0,0-2-66 0,8 1-90 0,-7-1-105 16,5-3-98-16,-5 0-106 0,0 0-111 0,-2 0-46 15,2 0 18-15,-7 4 34 0</inkml:trace>
  <inkml:trace contextRef="#ctx0" brushRef="#br0" timeOffset="54088.04">12452 12401 157 0,'-7'-8'827'0,"-5"5"63"16,4-4 57-16,2 7-66 0,-6 0-128 0,5 3-148 15,-6 4-110-15,6 4-71 0,1 0-46 0,6 4-42 0,-6 7-42 16,6 0-45-16,0 4-46 0,0-1-42 0,0 8-33 0,0-4-28 15,0 5-26-15,6-2-20 0,-6 5-20 0,0-5-19 16,6 2-22-16,-6-1-32 0,7-4-47 0,-1 0-52 0,-6-4-60 16,7 2-66-16,0 2-75 0,-7-7-71 0,0 4-71 15,6-5-88-15,-6-2-81 0,0-1-92 0,-6-3-113 0,6 0-46 16,-7 4 16-16,7-5 43 0</inkml:trace>
  <inkml:trace contextRef="#ctx0" brushRef="#br0" timeOffset="54884.82">11957 13891 655 0,'-7'5'906'0,"1"1"34"0,0 2 25 0,-1 3-161 15,0 7-218-15,1 1-173 0,0 6-97 0,6 4-44 0,-7 5-24 16,7 3-24-16,-7-1-34 0,7 4-39 0,0 0-37 0,0 1-20 16,0-1-26-16,-6 0-27 0,6-3-16 0,0-1-11 0,0-2-6 15,6-5-5-15,-6-3-1 0,0 0-2 0,0-5 0 16,0-3 2-16,0-3-1 0,7-5-1 0,-7-2 0 15,0-1-3-15,0-7-4 0,0 0-6 0,0-3-7 0,0-4-9 16,0-1-11-16,0-3-9 0,0-7-6 0,0 3-4 0,0-7-4 16,0 1-1-16,0-2-3 0,0-6-5 0,0 0-6 0,0 0-6 15,0-8-15-15,7 4-5 0,-7-4-5 0,0-3-1 16,6-1 5-16,-6 4 10 0,6-2 13 0,-6 5 15 16,7 1 21-16,-7 1 11 0,0 6 12 0,7-4 11 0,-7 10 1 15,0-3 8-15,6 2 0 0,-6 1-2 0,0 3 2 0,6-2 2 16,-6 4 1-16,7-3 1 0,-1 3 3 0,1 1-5 0,0-1 4 15,-1 0 4-15,0 4 0 0,8-3 4 0,-8 3 0 16,7 0 1-16,0 0 1 0,-6 3 5 0,5 1-1 0,2 0 0 16,-8 4 2-16,7 3-4 0,0 0-1 0,-6 0 2 15,6 3-1-15,-6 4 1 0,5-3-1 0,-5 3 1 0,0 0 0 16,-1 1 4-16,7 3 0 0,-7-4-2 0,1 3 0 0,0-2 1 16,5 3 0-16,-4 0 0 0,-2 1 3 0,0-2 2 15,0 1 6-15,-6 0 4 0,7 1 6 0,-7-2 0 0,7 1 5 16,-7 4 5-16,0-4-3 0,0 3 0 0,0-3-5 15,-7 5 2-15,7-2-4 0,-7 0-2 0,1 1 1 0,0-4-8 16,-8 4-1-16,8-4-4 0,-7 0-2 0,6-1-4 0,-6-2-1 16,1 3 0-16,-2-4-4 0,8 1 2 0,-7-5 4 15,0 2 5-15,6-3 8 0,1 3 2 0,-8-2 5 0,8-3 5 16,6 3 0-16,-6-3 0 0,0 0-8 0,6 0-4 16,0 5-11-16,0-5-5 0,0 0-9 0,6 3-3 0,0-3-6 15,7 4 1-15,0 0 1 0,0-1-3 0,1 4 5 0,5 1-2 16,-6 3 3-16,6 3-4 0,1 1 2 0,-6 3-2 15,-2 2 6-15,1 0 11 0,0 3 12 0,-6 3 16 0,-1-1 8 16,-6 4 11-16,0-2 17 0,0 0 22 0,-6 0 12 16,6-2 5-16,-13 1-5 0,-1-4-4 0,2-4-1 0,-2 0-2 15,2-2-55-15,-8-1-54 0,1-9 0 0,5 5 0 0,-5-7 0 16,6 0 0-16,-7-4 0 0,1-4 0 0,5 0 0 16,2-3 0-16,-8-3-89 0,7-5-138 0,-7-1-82 0,8 3-88 15,-2-10-78-15,-5 1-89 0,6-4-98 0,6 5-95 16,-5-5-164-16,5 0-35 0,7 0 12 0,-7 9 48 0,14-2 64 15</inkml:trace>
  <inkml:trace contextRef="#ctx0" brushRef="#br0" timeOffset="55681.62">11970 15540 800 0,'-7'8'846'15,"7"2"24"-15,-6 1-69 0,6 4-170 0,-7 3-180 0,1 1-130 16,6 3-73-16,-6 3-41 0,6 0-23 0,-7 5-24 0,7-4-25 15,0 6-34-15,0-2-26 0,0 0-22 0,0-1-12 16,0-3-10-16,0-1-6 0,7 1-2 0,-7-5-1 0,6-2-4 16,-6-1-3-16,6-3-2 0,-6-4-4 0,0 0-1 15,0-4 2-15,0-2-3 0,7-3 0 0,-7-2 0 0,0 0-1 16,0-2 1-16,0-6-1 0,0-4-3 0,6-2-4 0,-6-1 0 16,0-3-2-16,7-4-1 0,-7-3-8 0,0-1-10 15,0-4-11-15,0-2-11 0,7-2-9 0,-7-3-10 0,0 2-4 16,0-6-1-16,0 4 3 0,0 0 9 0,0 1 12 15,6 3 11-15,-6 0 12 0,0 3 11 0,6 5 4 0,-6 3 2 16,0 0 7-16,8 4 2 0,-8 4 2 0,0-1 2 0,6 4 0 16,0 3 2-16,-6 2 3 0,6-3 2 0,1 6 0 15,6-5 2-15,0 5 1 0,-7 3 5 0,8 0 5 0,-2 0 6 16,8 3 1-16,-7 2 7 0,7-2 1 0,0 5 0 16,-1 2-2-16,-6-2-3 0,6 3-4 0,-5 4-4 0,-2-1-5 15,2 1-1-15,-8-1-3 0,1 4 3 0,-7 2 1 0,0-3 2 16,0 2-1-16,0-1-3 0,-7 1-1 0,-6-5-7 15,6 4-3-15,-5-3-5 0,6-1-3 0,-8 2-6 0,1-6-1 16,0-2 1-16,0-1-3 0,7 0 2 0,-1-3 2 16,0-1 3-16,1 2 11 0,0-2 6 0,-1-3 6 0,7 3 12 15,-7 1 11-15,7 0 19 0,7-1 18 0,-7 5 16 0,7-1 6 16,5 4 6-16,-5 0 8 0,6 3 1 0,-7 5-2 16,7 0-13-16,1-1-17 0,-2 3-19 0,2 2-14 0,-2-2-14 15,2 1-13-15,-1 0-12 0,-1-4-8 0,-4 5-6 0,4-5-2 16,-6 0-5-16,1-3-11 0,6-1-17 0,-6-2-28 15,-7-2-36-15,6-2-47 0,1-1-58 0,0 0-65 0,-7-2-65 16,6-2-57-16,-6 1-58 0,6-4-86 0,-6 0-86 16,0-4-99-16,0 1-103 0,0-2-43 0,0-2 7 0,0-4 33 15</inkml:trace>
  <inkml:trace contextRef="#ctx0" brushRef="#br0" timeOffset="57947.06">14230 4491 326 0,'-6'-3'780'16,"6"-1"34"-16,0 4-5 0,-7-4-135 0,7 4-136 0,0-3-139 15,0 3-96-15,0 0-62 0,-7 0-41 0,7 3-27 0,0 5-21 16,7 2-21-16,-7 1-22 0,0 4-21 0,0 3-11 16,0 7-7-16,0 1-4 0,0 0 1 0,0 8 1 0,-7-5 3 15,7 7 1-15,0-3 8 0,-6 0 6 0,6 0 1 16,0 0-2-16,-7-7-9 0,7 0-11 0,0 0-9 0,0-9-9 15,0 2-16-15,0-5-11 0,0 0-7 0,0-5-6 0,0-3-5 16,0-2-2-16,0 0-2 0,0-4 1 0,0 0-3 16,0-4-1-16,0 0-2 0,0-6 1 0,7-1 0 0,-7 0 0 15,0-4 0-15,0-3 3 0,0-1 2 0,0-2-1 16,0-5-5-16,0 0-2 0,0 0-3 0,0-3-2 0,0-5-4 16,0 2-1-16,0 3-2 0,0 0 0 0,0-1 3 0,6 8 4 15,-6 1 2-15,0 2 2 0,0 7 4 0,7 2-1 16,-7 3 2-16,0 3 3 0,7 4 2 0,-1 4 5 0,0 7 5 15,8 0 5-15,-2 7 5 0,-5 3 5 0,6 2 5 16,6 6 3-16,-5-3 4 0,5 3 2 0,1 1 1 0,0-1-4 16,-2 0-3-16,2-3 1 0,0-1-2 0,-7-3-6 0,7 1-3 15,-1-5-3-15,1-4-4 0,-8-3-1 0,2-3 1 16,-2-1 1-16,2-3 7 0,-1-4 6 0,-7-4 4 0,8 0 2 16,-8-3 2-16,0-4 2 0,0-4-2 0,-6 5-5 15,8-9-9-15,-8 1-6 0,6-1-9 0,-6-3-4 0,0 0-9 16,0-3-12-16,0-2-17 0,0 0-20 0,-6-7-24 0,6 5-27 15,0-1-28-15,0 0-35 0,0 1-31 0,0 8-33 16,0-1-33-16,0 3-27 0,0 5-22 0,0 6-27 0,6 1-53 16,-6 4-57-16,0-1-53 0,0 8-67 0,0 3-120 15,0 1-50-15,0 2-25 0,-6 9 18 0</inkml:trace>
  <inkml:trace contextRef="#ctx0" brushRef="#br0" timeOffset="58665.74">14035 6117 514 0,'-14'5'837'16,"14"-2"5"-16,-6-3-18 0,0 11-180 0,-1-4-191 0,7 9-147 15,0 2-89-15,0-1-42 0,0 6-22 0,0 2-9 16,0 0-19-16,0 1-25 0,7 0-23 0,-7 3-17 0,6 1-20 16,0-5-15-16,-6 6-12 0,8-6-6 0,-2 0-4 0,-6-3 2 15,0-4-2-15,6 0 1 0,-6-3 0 0,0-4 0 16,0 0 0-16,0-4 0 0,0 1-1 0,0-5 0 0,0 2-3 15,0-5 0-15,0 0-3 0,0-5-1 0,0 2-5 16,0-5-1-16,0-3 1 0,0 1-5 0,0-5-3 0,-6-3 4 16,6-1-7-16,0-3-4 0,-6-3-1 0,6-1-7 0,0-3-7 15,0-4-4-15,-8-1-4 0,8-1-13 0,0-2 6 16,-6 4 1-16,6-3 1 0,-6-1 5 0,6 0 5 0,0 4 8 16,0 0 6-16,0 4 7 0,0 4 7 0,0 2 9 15,0 1 3-15,6 4 9 0,-6 0 5 0,6 6 4 0,-6-2 8 16,8 6 7-16,4 0 1 0,-5 1 3 0,6 4 8 0,0 3 1 15,-1-4 8-15,8 8 6 0,0-4 7 0,6 8 8 16,-7-1 2-16,7 4 0 0,-6 3 2 0,6 5 0 0,0-1-5 16,-6 1-3-16,0-2-6 0,-2 5-13 0,2-3-4 0,-7 3-3 15,-7-1-7-15,8 2-12 0,-8-5-3 0,-6 4-4 16,0-4-5-16,0 0-6 0,0-4-2 0,-12 3-10 0,4-3-8 16,2-3-4-16,-7 0-4 0,0 0-7 0,0-4-5 15,-7-3 0-15,8-1-1 0,-1 0 4 0,-7-3 7 0,0 0 4 16,8 0 1-16,-2-3 12 0,1 3 13 0,1-3 14 0,-2 3 16 15,8 0 12-15,0-4 7 0,-1 8 5 0,7-4 11 16,0 0 7-16,0 3 1 0,7 5-2 0,-1-1-5 0,7 0-1 16,0 4-3-16,0 3 1 0,0 2-4 0,6 1-9 15,-5 2-11-15,5-1-7 0,1 4-9 0,-8-3-8 0,8 3-6 16,0 0 0-16,-7-4-4 0,7 1-7 0,-8-1 0 0,2 0 0 16,-8-3-2-16,7-1 0 0,-7-3-1 0,1-4-9 15,0 1-8-15,-1 0-14 0,-6-5-18 0,6 1-26 0,-6-2-29 16,0 3-37-16,6-5-44 0,-6-5-43 0,0 3-43 15,0-5-34-15,0-1-47 0,-6-2-66 0,6-2-70 0,0-3-77 16,0 0-100-16,0 1-77 0,0-1-25 0,0 5-2 0,0-5 35 16</inkml:trace>
  <inkml:trace contextRef="#ctx0" brushRef="#br0" timeOffset="60446.87">14106 7547 155 0,'0'-5'734'16,"0"5"43"-16,-6-3-67 0,6 3-114 0,-6 0-105 0,6 0-94 15,-8 3-87-15,8 5-56 0,-6-1-33 0,0 8-24 0,6 7-16 16,-7 0-13-16,1 7-15 0,6 4-12 0,-7 0-8 16,7 5-10-16,-6-2-10 0,6 4-6 0,-7-4-6 15,7 6-10-15,0-7-7 0,-6 2-1 0,6-5-9 0,0-1-7 16,0-2-3-16,0-3-10 0,0-1-11 0,0-7-7 0,0 0-7 16,0-3-10-16,0 0-8 0,0-4-2 0,0-5-6 0,0-1 0 15,6-1-2-15,-6-1-1 0,0-3 0 0,0-3-1 16,0-6-4-16,0 3-5 0,0-5-6 0,0 1-6 15,0-10-9-15,7 2-8 0,-7 0-10 0,6-7-10 0,-6 2-7 16,7-6-6-16,-7-1-6 0,0 1-7 0,6-4 0 0,-6 1-1 16,7-2 2-16,-7 1 7 0,6 5 7 0,-6-6 8 0,6 5 7 15,-6 3 12-15,8 0 7 0,-2 1 12 0,-6 3 6 16,6 4 4-16,1-5 4 0,-1 6 1 0,1-3 5 0,-1 6-2 16,1-4 5-16,-1 3-3 0,8 1 2 0,-8 3 1 0,7-4 1 15,-6 4 2-15,5 5-2 0,1-6 2 0,-6 4-1 16,6 1 1-16,-7 3 2 0,1 1-2 0,6 0-1 0,-7 3 3 15,1 0 6-15,6 3 4 0,-6-3 4 0,-1 7 6 16,8-3 4-16,-8 2 5 0,0 2 3 0,0 4 5 0,8-1-2 16,-8-4 1-16,1 4 2 0,-1 0 0 0,0 3 0 0,2-2 0 15,-8 2 7-15,6-3 3 0,-6 8 1 0,6-5 2 16,-6 0-1-16,-6 5 0 0,6-1 2 0,-6-2 2 0,-2 1-6 16,2-2-7-16,0-1-4 0,-1 1-5 0,-6-4-6 15,0 4-7-15,7-4-5 0,-8-3-7 0,2-1-4 0,5 0-1 16,-6-3-3-16,6-4-3 0,1 3 3 0,0 1-2 15,-1-4-2-15,7 4-4 0,-7-4 4 0,7 3-5 0,7 0 2 16,0 6 0-16,-1-6-3 0,7 8 0 0,0 3 2 0,0-3 3 16,1 8-1-16,4 0 3 0,-4-1 1 0,5 0 0 15,-5 4 4-15,4-4 4 0,-4 4 5 0,-1 0 6 0,0-3 4 16,-6 2 7-16,-1-2 5 0,-6-1 8 0,0 0 4 0,0-3 2 0,-6-1 2 0,6-3 1 0,-14 1-2 0,1-2-4 31,7-2-5-31,-8-1-7 0,-4-3-6 0,4 0-6 0,-5-4-9 16,-1 0-8-16,0-4-16 0,1 0-19 0,-1-7-22 15,1 5-27-15,0-7-33 0,-8-1-35 0,8-1-41 0,0 1-52 0,5-1-33 0,-5-3-35 0,6 0-32 0,0 0-38 0,7-1-55 16,-2 5-60-16,8-1-61 0,-6 0-81 0,6 4-89 16,6 4-34-16,-6-1 4 0,8 8 36 0</inkml:trace>
  <inkml:trace contextRef="#ctx0" brushRef="#br0" timeOffset="60978.06">14035 9305 21 0,'-6'0'847'0,"6"3"42"0,-8 5 43 0,8 2-64 0,-6 6-158 0,6 2-164 0,-6 4-108 15,6 3-58-15,0 5-32 0,-7-1-22 0,7 4-31 0,0 0-34 31,0 0-40-31,0-4-39 0,0 3-36 0,7-1-36 0,-7-2-28 0,6-3-23 0,-6-5-20 0,6 2-17 0,-6-5-17 16,8 1-22-16,-2-9-23 0,-6 1-29 0,0 0-35 16,6-4-33-16,-6-2-37 0,0-2-40 0,0 0-40 0,0-3-39 15,0-3-35-15,0 0-26 0,0-2-28 0,0-6-52 0,0 4-60 16,7-4-61-16,-7 1-75 0,0-5-113 0,0 4-42 16,6-5 6-16,-6 2 29 0</inkml:trace>
  <inkml:trace contextRef="#ctx0" brushRef="#br0" timeOffset="61774.84">14009 11129 234 0,'0'-3'885'0,"-7"-1"41"0,7 4 36 0,0 0-132 15,-7-4-166-15,7 4-171 0,0 4-125 0,-6 0-81 0,6 2-57 16,0 9-43-16,0 0-28 0,-7 4-27 0,7 6-22 16,7 5-18-16,-7-1-10 0,0 3-8 0,0 2-6 15,6 3-8-15,-6-5-5 0,0 1-2 0,7-4-7 0,-7 2-9 16,0-3-8-16,7-6-6 0,-7 0-6 0,6-7 3 0,-6-1-7 16,0-2-5-16,0-4-1 0,6-2-2 0,-6-6 0 0,0 4-4 15,0-8 1-15,0 1-1 0,-6-5-1 0,6-3-3 16,0 0-3-16,0-4-3 0,-6-3-6 0,6-3-4 15,-7-2-2-15,7-3-10 0,0-2-9 0,-7-2-6 0,7-7-8 16,0 1-7-16,-6-1-4 0,6-3-6 0,0 3-3 0,0-3 5 16,0 3 7-16,6 1 7 0,-6 3 10 0,7-1 8 0,-7 6 11 15,7 2 9-15,-7 3 6 0,6 5 4 0,0 0 2 16,-6 4 1-16,8 3 1 0,-2-1 1 0,-6 2 0 16,6 2 4-16,1 4 5 0,-7 1 2 0,6-1 6 0,1 0 10 15,-1 4 6-15,1 4 9 0,5-4 12 0,-4 4 8 0,4 3 10 16,1 1 12-16,0 2 6 0,-6 5 4 0,6 4 8 0,6 2 4 15,-5 2 4-15,-2 6 1 0,1 3-6 0,1 5-8 16,-2 4-8-16,2-1-8 0,-2 4-11 0,-5-4-12 16,6 4-17-16,-6 1-13 0,5-6-7 0,-4 2-6 0,-2-4-6 15,0 0-12-15,-6-5-18 0,6 1-22 0,-6-8-25 0,0 1-33 16,0-7-44-16,0-1-57 0,0-3-66 0,-6-1-67 0,0-6-62 16,0 2-64-16,-8-6-85 0,8-4-81 0,-7 4-87 15,-1-8-121-15,2 0-31 0,-2-2 12 0,-5-3 43 16</inkml:trace>
  <inkml:trace contextRef="#ctx0" brushRef="#br0" timeOffset="61915.45">14035 11437 537 0,'0'-4'857'15,"0"1"50"-15,0-1 4 0,0 4-142 0,6-4-148 0,-6 4-132 16,7 0-88-16,6-3-60 0,0 3-38 0,-1 0-40 16,2 3-46-16,-1-3-47 0,6 4-50 0,-6-4-38 0,7 4-36 15,0-1-38-15,-1-3-38 0,1 4-39 0,-1-4-44 0,0 0-58 16,1 4-73-16,-1-8-78 0,7 4-98 0,-6 0-112 15,-1-4-122-15,-5 1-175 0,6 3-56 0,-8 0-14 0,1 0 20 16,-6 3 46-16</inkml:trace>
  <inkml:trace contextRef="#ctx0" brushRef="#br0" timeOffset="62852.86">14210 12528 174 0,'-6'-10'794'0,"-1"3"39"16,1-1-25-16,0 1-141 0,-1 7-135 0,0 0-130 0,1 4-104 15,0 7-64-15,-1 0-47 0,0 7-33 0,1 0-22 0,6 4-13 16,-7 4-18-16,7 0-19 0,-6 3-13 0,6 0-12 16,0-4-5-16,0 8-6 0,-7-3-4 0,7-5-1 0,0 5-3 15,0-5-1-15,0 1-4 0,0-4-2 0,0-3-2 16,0-1 0-16,0-3 0 0,0-1-2 0,0-7 0 0,0 1-2 16,0-1-3-16,0-4-3 0,0 2-1 0,0-5-5 0,0-5-3 15,7 2-4-15,-7-8-1 0,0 0-3 0,0-3-3 16,6-1 1-16,-6-3-1 0,7-8 1 0,-1 4 0 0,1-8 1 15,0 1-1-15,-1 0 6 0,0-4-2 0,1 4-4 0,0-4 3 16,-1-3-3-16,0 2-1 0,1 1-6 0,-1 0 3 16,1 0-3-16,0 4 3 0,-1-1 3 0,0 5-1 0,1-1 1 15,0 4 1-15,-1 0 10 0,0 0 0 0,8 7 5 16,-8 1 8-16,1 0 6 0,5 5 8 0,-4-1 7 0,4 6 10 16,-6 1 6-16,8 3 9 0,-1 3 4 0,-1 8 1 0,-4 1 2 15,4 2 0-15,2 7-2 0,-8 6-5 0,0-2-5 16,7 9-8-16,-6 3-10 0,0-1-8 0,-1 4-10 0,6 0-7 15,-12-4-5-15,8 6-7 0,-2-6-9 0,0 1-28 16,1-4-19-16,-7-1-25 0,7 1-36 0,-7-4-43 0,0-3-56 16,0-1-67-16,0-6-55 0,0-1-45 0,0-3-85 0,-7 0-89 15,0-8-88-15,1 0-112 0,0-3-61 0,-2-4-9 16,-4 0 10-16,-1 0 52 0</inkml:trace>
  <inkml:trace contextRef="#ctx0" brushRef="#br0" timeOffset="63009.08">14256 12734 79 0,'0'-7'811'0,"-6"2"43"0,6-2 33 0,-7 4-106 0,7-1-147 16,0 1-149-16,7 3-123 0,-7 0-70 0,6 0-58 16,0 0-46-16,8 0-32 0,-8 3-29 0,7 1-34 15,1-1-48-15,-2 1-53 0,8-1-63 0,-7 2-62 0,7-1-61 16,-2-1-67-16,-4 0-97 0,5 1-106 0,1 0-99 0,0-4-118 16,-1 3-82-16,1-3-35 0,0 4 8 0,-2 0 30 15</inkml:trace>
  <inkml:trace contextRef="#ctx0" brushRef="#br0" timeOffset="63790.25">13917 13858 590 0,'-13'-3'891'0,"0"3"44"15,7-3-2-15,0-2-159 0,-2 5-179 0,8 0-133 16,0 0-83-16,0 0-52 0,8 0-35 0,4 0-33 0,1 5-35 15,0-2-36-15,7 0-35 0,-1 5-36 0,1-5-33 0,6 1-30 16,1 0-19-16,-2 3-26 0,1-2-23 0,0 2-23 16,0-1-28-16,1-2-28 0,-1 0-37 0,-1 0-40 0,-5-2-42 15,-7-2-32-15,6 5-16 0,-12-5-15 0,6-5-6 0,-6 5 5 16,-1-2 20-16,-6-2 26 0,0 0 35 0,0 0 35 16,-6-2 28-16,-1 1 33 0,-6 3 32 0,6-3 28 0,-5 1 27 15,-2 1 28-15,-5-1 24 0,6 0 31 0,0 1 32 16,0 3 30-16,6 0 25 0,-5 0 29 0,-2 0 18 0,8 3 14 15,-1 1 6-15,-6 0-3 0,7 8-5 0,6-5-12 16,-7 7-7-16,7 0-9 0,0 5-9 0,0-1-6 0,0 8-10 16,0-1-7-16,0 4-12 0,0 1-10 0,0-1-14 0,0 4-19 15,0 0-17-15,7 0-18 0,-7-4-14 0,6 1-14 16,-6-1-10-16,7-2-7 0,-7-6-13 0,6 1-14 0,-6-4-22 16,7 0-32-16,-1-3-39 0,-6-4-47 0,0 0-57 0,7 0-68 15,-7-4-65-15,0 1-57 0,0-5-59 0,0 2-85 16,0-3-89-16,0-2-115 0,0 0-106 0,0 0-44 0,0-2 14 15,0 2 26-15</inkml:trace>
  <inkml:trace contextRef="#ctx0" brushRef="#br0" timeOffset="64618.29">13963 15298 539 0,'-7'0'927'0,"1"-3"31"0,6 3 18 0,-6-4-168 0,6 0-221 15,0 4-167-15,6-3-108 0,0 3-62 0,1 0-34 0,12-4-24 16,1 4-15-16,-1 0-17 0,14-3-27 0,-7 3-32 16,7 0-23-16,-1-4-25 0,-6 4-19 0,7 0-11 0,-1-4-8 15,-6 4-6-15,1 0-4 0,-7 0-2 0,-2 0-1 16,2 0 1-16,-7 0 2 0,-7 4-1 0,2-4 0 0,-2 0 2 15,0 4 2-15,-6-4-1 0,0 3-1 0,0-3 0 0,-6 4-1 16,6-4-2-16,-6 3 3 0,6-3-4 0,-8 4 0 0,2-4 1 16,0 4 0-16,-1-1 2 0,1 1 1 0,-8 0 2 15,8-1-2-15,-6 9 2 0,4-6-1 0,-11 10 0 16,6-1-1-16,0 2-4 0,0 6 1 0,0-2-2 0,-7 5 0 16,7 0-1-16,-6 2 0 0,6-1 0 0,0-1-1 0,0 2 2 15,0-2-3-15,0 4 1 0,6-10-1 0,-5 7 1 0,4-1 1 16,2-5 0-16,0 1 1 0,-1 0-1 0,1 1 0 15,-7-5 2-15,6 4-3 0,1-4 1 0,-8 0 1 16,8 1 0-16,0-1-2 0,-1 1 2 0,0-5 1 0,1 1-1 16,-7 0 6-16,13-5 4 0,-6-2 3 0,-1-1 6 0,7-3 7 15,-7-1 8-15,7 1 7 0,0-1 5 0,0-3 2 0,0 0-2 16,0 0-3-16,0-3 1 0,0 3-6 0,0-4-6 16,0 4-4-16,7-3-2 0,-7 3-3 0,7 0 1 15,-1 0 1-15,-6 0-3 0,13 3 0 0,-7 1-1 0,8-1-2 16,-2 5-5-16,2-1-2 0,5 0-6 0,1 1-3 0,0-1-1 15,5 0-3-15,-5 1-4 0,6 0-8 0,-6-1-11 0,5-5-19 16,-5 3-21-16,0-1-29 0,-8-4-29 0,8 3-33 16,-7-3-36-16,-7 5-36 0,8-5-34 0,-8 0-32 0,-6 0-30 15,6 0-26-15,-6-5-30 0,0 5-54 0,0-7-53 16,-6 2-56-16,6-4-70 0,-6 1-108 0,0-7-42 0,-2 0-5 16,-4 1 26-16</inkml:trace>
  <inkml:trace contextRef="#ctx0" brushRef="#br0" timeOffset="64821.38">14048 15591 285 0,'-7'-4'823'0,"1"1"33"15,6 3 34-15,0-4-125 0,0 1-139 0,6 3-128 0,-6 0-75 16,13 0-42-16,0 0-25 0,0 3-18 0,1 1-25 16,-2-1-39-16,8 5-54 0,-7-1-58 0,7 4-49 15,-1-3-38-15,0 7-28 0,-6-4-23 0,7-2-26 0,-7 8-35 16,6-7-35-16,-5 0-40 0,-1 2-42 0,-1-5-63 0,2 4-70 15,-8 0-62-15,0-4-53 0,8-2-76 0,-8 1-79 16,-6-2-87-16,7 0-137 0,-7-4-50 0,0 0-4 0,0 0 16 16,0 0 40-16</inkml:trace>
  <inkml:trace contextRef="#ctx0" brushRef="#br1" timeOffset="96029.75">2494 16808 364 0,'0'-4'702'0,"0"0"3"0,-6 4-104 15,6-3-116-15,0 3-97 0,0-4-87 0,-7 4-67 0,7 0-55 16,0-3-32-16,0 6-22 0,0-3-16 0,0 4-12 0,7 3-4 15,-7 0 2-15,6 0 1 0,-6 5 10 0,6 2 8 0,-6 4 9 16,7 1 14-16,0-1 11 0,-1 8 5 0,0-3 8 0,1 2 3 16,-1 0 2-16,1 1 2 0,0 4-1 0,-1-1-5 0,0-4-8 15,2 1-8-15,-2-1-16 0,0 1-15 0,0-5-17 0,-6 2-20 16,7-4-16-16,0-1-16 0,-1-4-13 0,-6 1-11 0,7-1-9 16,-7-3-6-16,6 0-3 0,-6-3-6 0,6-1-13 0,-6-3-18 15,0 0-28-15,0 3-33 0,0-7-40 0,0 4-51 0,0-4-64 16,-6 3-64-16,6-3-57 0,-6 0-72 0,6 0-88 0,0-3-90 0,0 3-116 15,-7-4-77-15,7-3-36 0,0-5 18 0,0 5 30 0</inkml:trace>
  <inkml:trace contextRef="#ctx0" brushRef="#br1" timeOffset="96951.52">4083 17012 9 0,'-7'-3'671'0,"1"-1"43"0,0-3-57 0,-1 3-115 16,1-3-104-16,-1 0-88 0,0-5-72 0,7 6-61 0,-6-5-43 16,6 0-29-16,0-4-19 0,0 4-13 0,6-4-4 0,-6 0-3 15,7 1 3-15,0-1 6 0,6 1 11 0,-7 3 14 0,7-1 16 16,0 5 9-16,7 0 1 0,-7 0-1 0,6 7-6 0,-6-4-7 16,7 8-13-16,-1-1-17 0,1 5-18 0,-8-1-18 15,8 4-10-15,-6 0-14 0,5 4-10 0,-6 3-11 0,-6 0-7 16,5 0-4-16,-5 7-7 0,0 2-5 0,-7 2-5 0,0 1-6 15,0 2-1-15,-7 2-3 0,0 2-4 0,1 1-6 0,0-5-6 16,-1 2-7-16,-6-5-6 0,6 0-7 0,-5-3-9 0,-2-3 0 16,8-2-2-16,-8-3 3 0,2-7 6 0,-1 0 2 15,6-3 6-15,-6-5 6 0,1 1 5 0,4-4 2 0,2-4 2 16,0 1 4-16,6-2 5 0,-7 2 9 0,7-4 9 0,7 0 10 16,-7 3 12-16,6 0 11 0,0 1 13 0,2 3 14 0,4 0 6 15,1 0 2-15,-6 0 1 0,12 3-3 0,-5 1-6 0,-2 3-9 16,2-3-12-16,5 3-14 0,-6 1-10 0,0-1-9 0,0-4-8 15,0 5-10-15,6-1-17 0,-12-3-29 0,6-1-38 16,1 4-50-16,-2-2-63 0,-5-2-72 0,6 1-76 0,-7-1-79 16,1 1-100-16,-1 0-104 0,0-4-121 0,8 0-102 0,-8 0-38 15,1 0 12-15,-1-4 37 0</inkml:trace>
  <inkml:trace contextRef="#ctx0" brushRef="#br1" timeOffset="97967.02">6356 16929 221 0,'-7'2'622'0,"1"3"-9"0,6-5-75 0,-6 0-85 0,-1 4-72 15,7-4-54-15,-7-4-52 0,7 4-42 0,-6-5-42 0,6 3-48 16,0-2-51-16,0-3-19 0,-6 0-20 0,6 0-11 0,0 2-7 16,0-2 1-16,0-1 2 0,0 1 1 0,6-3 10 0,-6 2 0 15,0 1 7-15,6-1 5 0,-6 1 3 0,7 0 0 16,-7 0-3-16,7-1-1 0,-7 1-2 0,6-1-3 0,0 1-4 15,-6-5-9-15,7 10-3 0,0-6-7 0,-7 0-5 0,6 5-1 16,1-3-3-16,-7 1-7 0,6 2-6 0,0-1 3 0,1 4 0 16,0 0-1-16,-1-5 1 0,0 5-1 0,2 5-3 0,-2-5 4 15,0 0 2-15,7 4-2 0,-6-1-7 0,-1 2-3 0,7 1 6 16,-7-3-5-16,2 2-1 0,4 1-1 0,-5-1-3 0,-1 2-2 16,1 0 4-16,-1 0 3 0,1 1-7 0,-1 2 3 15,1-2 0-15,-7 3 4 0,7 0 0 0,-7 0 4 0,0 0 1 16,0 3 0-16,0-3 4 0,0 0 4 0,0 1 0 0,0 1 3 15,-7-1 1-15,0-1 0 0,7-3 1 0,-6 3 0 0,6-4 0 16,-7 4 1-16,1-8 1 0,6 5 1 0,-7-5-2 16,7 1 1-16,0-1-2 0,-6 2-2 0,6-2-2 0,0-3-2 15,0 4-3-15,6-1-5 0,1 5-2 0,-1-5-2 0,1 5-1 16,6 0-1-16,-6-1 3 0,5 4-3 0,2 0 7 0,-2-1 9 16,1 5 15-16,-6 0 14 0,6-1 19 0,-7 5 17 15,1-1 16-15,0 0 16 0,-7 5 11 0,0-5 6 0,0 4-1 0,-7-4-7 16,0 4-8-16,1-8-9 0,0 6-15 0,-1-7-17 15,-6-1-12-15,6 2-16 0,-5-3-13 0,-2 0-6 0,2-3-12 16,5-5-14-16,-6 4-21 0,0-7-24 0,0 0-36 0,0 0-40 16,7-3-50-16,-8-1-56 0,1-4-62 0,0-2-51 0,0-1-39 15,1-7-31-15,-2-1-59 0,8-3-65 0,-8-4-55 0,2 5-62 16,5-9-101-16,1 5-27 0,6-1 10 0,0 0 27 16</inkml:trace>
  <inkml:trace contextRef="#ctx0" brushRef="#br1" timeOffset="98638.9">8278 16737 540 0,'-7'0'774'0,"0"0"20"0,-6 0-100 16,7 5-127-16,0 2-106 0,-2-2-102 0,2 4-64 0,6-1-41 15,-6 7-25-15,6-4-16 0,-7 3-15 0,7 5-25 0,0-1-36 16,0 1-27-16,-7 2-20 0,7 2-12 0,0-3-15 0,0 3-10 16,0 3-13-16,0-4-7 0,-6 0-3 0,6 3-1 0,0-2-9 15,-6-2-6-15,6 1-4 0,0 0 1 0,-7-3-1 0,7-1 0 16,0-7-1-16,0 3-3 0,-6-7 2 0,6 2 4 15,0-2 5-15,-7-4 3 0,7 1 5 0,0-4 8 0,0 4 7 16,0-4 4-16,-7-4 4 0,7 4 4 0,0-4 0 0,0 1 2 16,7 3-1-16,-7-4-2 0,0 1-4 0,7-1-4 0,-1 4-4 15,1-5-8-15,5 5-4 0,-5 0-6 0,6 5-5 0,1-1-6 16,-2-1-3-16,8 1-10 0,-7-1-14 0,7 5-25 0,-1-5-49 16,1 4-51-16,-8 1-56 0,8-1-61 0,0 1-62 0,-7-1-61 15,6-3-84-15,0-1-79 0,-5 1-62 0,-1-4-70 16,6 3-108-16,-12-6-30 0,5 3 19 0,-4-4 43 0</inkml:trace>
  <inkml:trace contextRef="#ctx0" brushRef="#br1" timeOffset="98795.08">8525 17046 21 0,'0'3'779'16,"-6"2"39"-16,-2 5 33 0,8 1-99 0,-6 4-127 0,0 3-137 16,6 0-107-16,-7 8-70 0,7 1-42 0,0-2-34 0,0 0-31 15,-6 4-36-15,6-3-43 0,6-1-42 0,-6 1-35 0,0 0-22 16,0-4-22-16,0-4-30 0,7 0-34 0,-7 0-46 0,0-3-52 15,6 0-55-15,-6-3-55 0,0-2-77 0,6-7-89 0,-6 5-77 16,8-4-89-16,-8 0-136 0,0-4-45 0,0-4-7 16,-8 0 27-16</inkml:trace>
  <inkml:trace contextRef="#ctx0" brushRef="#br1" timeOffset="99560.63">10401 16797 148 0,'-8'0'672'0,"8"3"32"0,-6-3-79 0,6 8-125 15,0-5-112-15,0 9-97 0,0-5-76 0,0 7-52 0,0 1-38 16,6 0-26-16,-6-1-15 0,0 4-15 0,8 1-8 0,-8-1-3 16,0 4-2-16,6-3-3 0,-6-1-5 0,6-3-4 0,-6 3-10 15,0-7-4-15,7 4-8 0,-7-4-4 0,0-4-6 0,0 0-3 16,7-3 1-16,-7-1 7 0,0 2 7 0,0-2 9 15,0-3 6-15,0 0 7 0,0 0 2 0,0 0 2 0,0 0 0 16,0-3-6-16,0 3-5 0,0-5-7 0,0-2-8 0,0 4-5 16,0-5-4-16,6 5-2 0,-6-5-7 0,7 5 1 0,-7-4 2 15,6-1-2-15,0 4 0 0,1-3 0 0,6 3 7 0,-7 0 3 16,1 1 14-16,6 3 17 0,0 0 19 0,0 0 25 16,0 7 21-16,1 0 18 0,-8 1 9 0,7 7 17 0,0 3 17 15,0 1 5-15,-7 2-4 0,8 1-8 0,-8-1-12 0,-6 5-6 16,6 1-5-16,1-6-17 0,-7 5-27 0,0-4-21 0,0 3-20 15,-7-5-14-15,7-3-20 0,-6 2-39 0,0-5-48 0,-2-3-65 16,-4 0-81-16,-1-4-92 0,0 1-89 0,0-5-113 16,-7-3-113-16,7-3-106 0,-6-5-114 0,6-2-68 0,-7-5-4 15,7-3 38-15,-6-5 60 0</inkml:trace>
  <inkml:trace contextRef="#ctx0" brushRef="#br1" timeOffset="99701.21">10355 16895 751 0,'6'-18'882'0,"-6"3"55"0,7 1-26 0,0-1-147 16,-1 5-167-16,0-2-129 0,-6 5-85 0,6 0-65 15,8 0-53-15,-8-2-53 0,1 7-52 0,6-6-46 0,0 5-38 16,0-2-33-16,0 2-36 0,0-1-47 0,7 4-54 0,-7-2-77 16,6 2-82-16,7 0-78 0,-6 0-121 0,5 0-127 0,2 0-128 15,5 2-157-15,-6 2-53 0,7-1 7 0,-1 5 48 16</inkml:trace>
  <inkml:trace contextRef="#ctx0" brushRef="#br1" timeOffset="100310.6">12062 16723 91 0,'0'-3'658'0,"0"0"25"0,0-2-75 0,0 2-93 16,0-1-80-16,0-3-59 0,0 3-53 0,0-3-48 0,0 3-31 15,0 1-21-15,0 3-11 0,0 0-5 0,0 0-10 0,0 0-7 16,-8 3-7-16,8 1-11 0,-6 3-23 0,6 8-16 15,-6-1-21-15,-1 12-16 0,1-1-11 0,-1 9-9 0,7 2-5 16,-7 4 4-16,7 7 4 0,0 6 1 0,0-2 1 0,0 4-3 16,7-4-6-16,6 0-8 0,0-7-11 0,1-3-10 0,4-5-13 15,2-7-12-15,7-6-7 0,-1-5-9 0,-1-3-1 0,1-8-1 16,7-7 0-16,-7-4 1 0,0-7 1 0,0-3 1 16,1-1-3-16,-9-4 0 0,-4-3 2 0,-1 4 2 0,-7 0 7 15,1 0 8-15,-7 0 8 0,0-1 4 0,-7 1 2 0,1 3 3 16,-1-2-5-16,-5 0 0 0,-2 3-13 0,2 3-23 0,-2 0-32 15,1 0-39-15,-7 4-48 0,8 7-65 0,-2 0-72 0,2 7-81 16,-8 1-100-16,13 3-120 0,-5 0-134 0,-2 3-163 16,2 1-60-16,5-1 1 0,0 9 29 0,1-5 52 0</inkml:trace>
  <inkml:trace contextRef="#ctx0" brushRef="#br1" timeOffset="100872.97">14029 16717 380 0,'-8'-8'866'0,"2"0"32"0,6 1 21 16,-6 3-148-16,6 1-182 0,0-4-163 0,6 3-103 16,0 1-64-16,2 3-42 0,4-5-31 0,1 2-28 0,0-1-31 15,6 4-30-15,1-3-32 0,6-1-23 0,-6 0-17 0,6-3-14 16,0 7-5-16,-6-4-2 0,6 1-4 0,-7 3 0 16,-6-5 0-16,6 5 0 0,-5 0 0 0,-2 0 1 0,-5 5 3 15,0-2 8-15,-1 1 14 0,1 3 8 0,-1 1 12 16,0 2 14-16,2 2 15 0,-8 2 15 0,6 4 11 0,0 1 6 15,-6 4-1-15,6 2-1 0,-6 0-7 0,8 1-10 0,-8 6-13 16,6 5-13-16,0-5-15 0,-6 10-13 0,7-6-11 0,6 1-6 16,-6 3-7-16,-1-3-6 0,6-1-12 0,-4-3-19 0,4 0-25 15,-5-3-32-15,6-5-38 0,-6 1-52 0,5-3-62 16,-4-6-67-16,-2 2-60 0,0-5-59 0,0-3-76 0,-6-3-77 16,0-1-81-16,0-7-99 0,0 0-65 0,0 0-7 0,0-4 23 15,-12-4 45-15</inkml:trace>
  <inkml:trace contextRef="#ctx0" brushRef="#br1" timeOffset="101013.58">14309 17093 244 0,'-8'-7'940'0,"-4"4"57"0,5-1 41 0,1 0-28 0,-1 4-189 0,0-3-217 15,7 3-152-15,-6 0-106 0,12 0-68 0,-6 0-45 0,7-4-36 16,6 4-33-16,-6 0-33 0,13 0-33 0,-8-4-35 16,8 4-42-16,-1 0-54 0,7 0-60 0,-6-3-68 0,-1 3-81 15,7 0-83-15,-6-5-87 0,6 3-116 0,1 2-122 0,-9-5-130 16,9 5-119-16,-7-3-55 0,-8 6 19 0,8-3 45 0</inkml:trace>
  <inkml:trace contextRef="#ctx0" brushRef="#br1" timeOffset="103935.14">15513 8866 72 0,'-6'6'735'0,"-1"2"33"0,7 0-22 0,-7-2-134 16,1-1-122-16,6-3-112 0,-6 3-92 0,6-2-65 16,0-3-43-16,0 0-28 0,0 4-24 0,0-4-19 15,0 0-15-15,0-4-10 0,0 4-6 0,0 0-1 0,6-3 4 16,-6-2 0-16,6-2 3 0,-6 4 1 0,7-8-2 16,0 3-2-16,-1-2-6 0,1-1-6 0,-1 0-8 0,0-4-8 15,2 0-11-15,4 1-7 0,-6-1-7 0,8 1-10 0,-1-4-3 16,-7 2-3-16,14 2-8 0,-8-1 0 0,2 0 1 15,5 1-2-15,1-1 0 0,-8-3 3 0,15 2-2 0,-7 3-4 16,-1-6 5-16,0 4-4 0,8 1 1 0,-8-1 0 16,8 4 0-16,-8 0-3 0,7-4 3 0,-6 5 4 0,5-1-3 15,-5 0 0-15,0 4-1 0,6-4 0 0,-7 3 0 0,7 0 2 16,-6 2 0-16,-1-3-2 0,1 6 1 0,6 0 0 16,-7-1 0-16,1 4 2 0,6 0 2 0,-6 0-2 0,-1 4 1 15,1-1 1-15,6 0 1 0,-7 6 1 0,7-3 1 0,-6 2-1 16,6 3-6-16,-1-3 1 0,-5 6 0 0,6-3 1 15,1 0-2-15,-1 4-2 0,-7-4 3 0,7 3 3 0,0-2 9 16,-6 2 6-16,-1 1 7 0,7-1 6 0,-6 1 6 16,-1 0 4-16,-5 3 5 0,4-3-2 0,2-1 0 0,-7 1 0 15,1 0-3-15,-2-1-4 0,8-3-5 0,-14 3-3 0,8-2-6 16,-1-1 1-16,-1 0-8 0,-5 0-5 0,0-4-6 0,-1 0-3 16,0 1-1-16,2-5 2 0,-2 5-4 0,0-5-2 15,1 1 0-15,-7 0 1 0,6-1 0 0,-6-3-1 16,0 4 0-16,0-4-3 0,0 0 0 0,0 4-14 0,0-4-22 15,0 0-25-15,0 0-42 0,-6 0-53 0,6 0-58 0,-7-4-60 16,7 0-63-16,-6-3-72 0,6-4-72 0,0 4-65 0,-6-8-53 16,6 5-48-16,0-9-68 0,0 4-29 0,-8 0 20 15</inkml:trace>
  <inkml:trace contextRef="#ctx0" brushRef="#br1" timeOffset="104153.93">16854 8528 458 0,'0'-7'748'0,"-6"4"-8"16,6-2-80-16,0 2-88 0,0-1-75 0,6 4-69 15,-6 0-74-15,8 4-51 0,-2-1-34 0,0 5-21 0,1-1-11 16,6 4-8-16,0 0-12 0,-1 4-20 0,-4 3-13 16,4 0-11-16,1 5-6 0,1 2-8 0,-8-3-2 0,6 4-3 15,2 3-6-15,-8-6-4 0,1 2-5 0,0 0-6 0,-7 1-10 16,0 0-11-16,0-5-13 0,0-2-18 0,-7 3-20 16,0-4-61-16,1-3 0 0,0 0 0 0,-8-1 0 0,2-2 0 15,-2-2-60-15,1-3-107 0,-7 1-65 0,-5-1-73 16,5-2-73-16,0-3-64 0,-6 6-66 0,7-8-83 0,6 4-80 15,-6-4-83-15,-1 0-123 0,7-4-34 0,0 0 24 0,0 0 44 16</inkml:trace>
  <inkml:trace contextRef="#ctx0" brushRef="#br1" timeOffset="105247.49">15611 6894 419 0,'-6'4'573'0,"6"0"-51"0,0 0-65 15,-8-1-45-15,8-3-30 0,0 0-17 0,0 4-15 16,0-4-14-16,0 0-23 0,0 0-34 0,0-4-17 0,-6 4-17 15,6 0-14-15,0 0-14 0,0 0-14 0,0-3-17 0,0 3-22 16,0-4-23-16,-6 4-26 0,6-8-22 0,0 5-19 16,0-4-15-16,0-1-12 0,6 1-12 0,-6-3-8 0,0-2-7 15,6-3-4-15,2 0-2 0,-2 1-4 0,0-1-2 16,0 0 2-16,2 1 0 0,-2-1 0 0,7 5 0 0,-7-6 1 16,8 5-1-16,-8 4-2 0,0-4 1 0,8 7-5 0,-2-3-2 15,1 7 1-15,1-3-1 0,-2 6 0 0,2 1 0 16,5 3 2-16,-6 4 1 0,0 0 1 0,7 4 0 0,-8 3-3 15,2 1 2-15,-1 3 2 0,0-1 2 0,0 1 1 16,-7 4 1-16,-6-4 0 0,6 8 4 0,-6-5 5 0,-6 1-1 16,6 3-1-16,-6 1-2 0,-7-2-2 0,6 2-1 0,-6-4 0 15,1 3-4-15,-8-7-3 0,6 4-3 0,2-4-1 16,-1-1-1-16,-1-6 0 0,2 0-2 0,-2-1-1 0,8-6-1 16,-7-1 2-16,0-3-3 0,6-1-3 0,-5-3-1 15,4 0-2-15,2-3-1 0,6-1 0 0,-6-3-1 0,6 2-2 16,0-1 4-16,0-2 3 0,6 5 0 0,-6-5 3 0,6 4 4 15,2-3 0-15,4 4 0 0,-5 3 0 0,6-4 3 16,0 4 1-16,0 4 3 0,0-4 3 0,0 3 2 0,0 1 1 16,0 3 1-16,0-2 0 0,0 1-2 0,1 2-3 15,-2-5 0-15,1 5-4 0,-6-1-7 0,6-3-14 0,-7-1-23 16,8 1-37-16,-8-4-43 0,0 0-51 0,1 0-56 0,-1 0-55 16,1-4-52-16,-1 1-47 0,1-1-58 0,-1 0-55 15,-6 1-56-15,7-2-65 0,-7 2-114 0,7-4-36 0,-7 7 5 16,0-7 37-16</inkml:trace>
  <inkml:trace contextRef="#ctx0" brushRef="#br1" timeOffset="105700.57">16080 6928 574 0,'-7'0'765'0,"7"0"31"0,0 0-104 0,-6 3-124 15,6 1-117-15,0 3-114 0,0 0-68 0,0 4-40 0,0 4-25 16,6-1-18-16,-6 1-14 0,0 0-21 0,7 2-15 0,-7 3-13 15,6 2-16-15,-6-4-14 0,7 0-10 0,-7 0-12 16,6 1-10-16,-6-4-12 0,7-1-11 0,-7 0-10 0,0-2-6 16,0-1-5-16,0-4-4 0,6 0-4 0,-6 0-2 15,0-3-3-15,0 1 0 0,0-2 2 0,0-3 1 0,0 0 7 16,0 0 0-16,0 0 0 0,0-3 0 0,-6-2 11 0,6-2-8 16,0 0-4-16,0-1-5 0,0-2-3 0,0-6-3 15,-7 6 0-15,7-5 3 0,0-3-14 0,0 3 6 0,-6-4 0 16,6 2 1-16,0-2-1 0,0 1 0 0,0-1-2 15,0 1-2-15,0 1-2 0,0 1-1 0,0 2 5 0,0-2-1 16,0 6-2-16,6-1 1 0,-6 0-1 0,7 3 1 0,-7 5 4 16,6-4 1-16,0 0-3 0,2 3 0 0,-2 0 3 15,-6 0-1-15,13 4-1 0,-7 0 4 0,1 0 0 0,6 0-4 16,-7 0 4-16,0 4 0 0,8 0 2 0,-1 0 5 0,-6 3 9 16,5 0 5-16,1 4 10 0,-6 0 10 0,6 0 9 15,-7-1 10-15,8 6 7 0,-8 2 2 0,0-4-5 0,1 5-5 16,0 0-8-16,-1 2-6 0,1-3-9 0,-7 1-12 15,6-1-6-15,-6 0-8 0,0 0-2 0,0-2-13 0,0-2-18 16,0-2-29-16,0-2-41 0,-6 1-45 0,6-4-54 0,-7 4-60 16,7-3-62-16,-6-5-49 0,6 5-64 0,0-5-70 15,0 0-61-15,0-3-54 0,0 0-72 0,0 0-58 0,0 0-7 16,6-3 13-16</inkml:trace>
  <inkml:trace contextRef="#ctx0" brushRef="#br1" timeOffset="106138.03">16568 7085 157 0,'6'-15'704'0,"1"1"31"0,-7-1-66 16,0-4-93-16,0 1-85 0,0 3-71 0,0 1-73 15,-7-1-60-15,1 4-41 0,6 0-31 0,-6 4-19 0,0-1-15 16,-2 5-15-16,2-1-17 0,-7 4-13 0,6 4-15 0,1-1-16 16,-7 9-11-16,7-1-10 0,-8 3-7 0,8 8-6 15,0-4-7-15,-1 8-5 0,7 1-9 0,-7-2-4 0,7 4-9 16,0-4-7-16,0 2-9 0,7-6-6 0,0 2-6 15,-1-2-11-15,0-7-11 0,8-2-16 0,-8-1-19 0,7-5-18 16,0-6-15-16,6-3-22 0,-5-8-22 0,-2 0-13 0,8-3-10 16,-7-4-1-16,1-4 7 0,-2 0 13 0,-6-4 13 15,8 0 19-15,-8 0 20 0,1-3 21 0,-7 0 21 0,6-4 9 16,-6-1 12-16,7-1 5 0,-7-2 3 0,-7-4 4 16,7 4 10-16,0 2 14 0,0 1 13 0,0 1 28 0,-6 7 28 15,6 5 24-15,0 2 27 0,0 5 22 0,0 2 12 0,0 4 0 16,-7 6-3-16,7 2-7 0,0 7-13 0,0 5-17 15,-6 2-15-15,6 8-10 0,0-1-8 0,0 9-5 0,0-1-7 16,0 5-5-16,6 1-11 0,-6-1-9 0,0 3-13 16,7-1-11-16,-7 1-8 0,6-1-10 0,1-3-9 0,0 0-25 15,-1 0-26-15,0 0-25 0,-6-4-31 0,6 5-34 0,2-9-47 16,-8 4-53-16,6-7-54 0,-6 4-37 0,6-5-32 16,-6-2-34-16,0 0-52 0,0-5-66 0,0 1-62 0,0-1-71 15,-6-2-114-15,6-2-40 0,-6 1 11 0,6 0 28 16</inkml:trace>
  <inkml:trace contextRef="#ctx0" brushRef="#br1" timeOffset="106841.08">15754 7924 23 0,'0'-11'771'0,"0"-3"43"0,7 1 33 15,-7 3-110-15,0 3-122 0,0-1-117 0,0 4-106 0,-7 4-75 16,7 0-57-16,0 4-40 0,0 4-38 0,-7-1-41 16,7 8-38-16,0 0-38 0,0 3-20 0,7 4-15 0,-7 0-8 15,7 0-5-15,-7 4-5 0,6-4-3 0,0 3-2 0,1-3-2 16,0 4-1-16,-1-5 1 0,1 1 0 0,-7 0 0 15,6-3 2-15,0-4 2 0,-6-1-3 0,7-3 3 0,-7 1-1 16,0-6-3-16,0 2-2 0,0-5-3 0,0 1-2 16,0-4 0-16,0 0-2 0,0 0-4 0,-7-4-4 0,7-3 0 15,-6 0-1-15,6-5-2 0,-6-2-3 0,6 0-1 16,-7-5 0-16,1-3-6 0,6 0 1 0,-7-3-5 0,0-4-3 0,7-1-8 16,-6-3-2-16,6 0-1 0,0 0-6 0,-6 4 8 15,6 0 2-15,0-1 4 0,0 4 3 0,0 1 11 16,0 3 6-16,0 4 4 0,6-1 8 0,-6 2 2 0,0 1 2 15,0 1 1-15,6 4 3 0,-6 4-5 0,7-4-1 0,0 8 6 16,-7-5 8-16,13 5 7 0,-7 3 8 0,0 0 11 0,8 0 6 16,-8 3 12-16,14-3 10 0,-14 8 2 0,7 3-3 15,7-4 3-15,-8 7 1 0,8 1-1 0,-7 1 0 16,0 1-4-16,0 2-3 0,7-1-3 0,-7 4-2 0,-6 3-5 16,6-3 0-16,-1 0 2 0,-5 4 8 0,0-3 7 0,-7-2 4 15,0 1 7-15,6-1 3 0,-12-2 0 0,6 4-2 0,-7-5-5 16,0 0-14-16,7-3-10 0,-12-1-10 0,5 1-11 15,1-4-8-15,-8 0-10 0,8-1-17 0,-7-2-25 16,0-1-32-16,0 1-42 0,0-4-48 0,0 3-63 0,-7-3-68 16,1-2-60-16,6 3-59 0,-6-5-73 0,5 0-81 0,1 0-71 15,0-5-64-15,0 3-79 0,7-2-39 0,-1 4 0 0,7-4 36 16</inkml:trace>
  <inkml:trace contextRef="#ctx0" brushRef="#br1" timeOffset="107137.92">16060 8191 112 0,'13'-7'486'0,"0"3"-46"0,7-2-52 16,-8-7-31-16,2 3-20 0,5-1-20 0,-6-4-15 16,0-3-17-16,7-1-24 0,-14 1-33 0,8-3-38 0,-8 2-36 15,7-4-21-15,-7 2-7 0,1 3-4 0,-7-1-3 16,0 1 3-16,0 0 5 0,0 4 6 0,0-2 6 0,-7 5 0 16,7 0 0-16,-6 0-3 0,-1 4-2 0,1 0-9 0,-7 3-8 15,6 0-8-15,1 1-9 0,0 3-11 0,-2 0-10 16,-4 3-4-16,5 5 0 0,1-1 2 0,-1 0 0 0,1 4 0 15,-1 4-2-15,1 0-2 0,6 3 3 0,-6 1-1 16,6-1-3-16,0 4-6 0,0 0-5 0,0-1-2 0,6 6-11 16,-6-6-3-16,6 5-4 0,-6-4-5 0,13 0-7 0,-6 0-4 15,-1-4-8-15,1 1-8 0,-1-1 5 0,8-3-3 16,-2 2-9-16,-5-5-15 0,6-1-23 0,-7 0-30 0,7-1-36 16,1-2-45-16,-8-1-54 0,7 1-59 0,0-5-58 15,-7-3-49-15,8 0-58 0,-8-3-70 0,7-1-66 0,1 0-63 16,-2-3-86-16,-6-1-62 0,8 1-13 0,-8 0 18 0</inkml:trace>
  <inkml:trace contextRef="#ctx0" brushRef="#br1" timeOffset="107372.33">16548 7957 344 0,'0'-19'828'0,"0"5"69"16,0-1-10-16,0 0-101 0,0 4-110 0,-6 0-124 0,0 8-97 15,-8-5-67-15,8 8-59 0,-7 4-55 0,0 3-44 16,6 4-40-16,-5 5-35 0,-2 2-30 0,8 0-24 0,-1 7-17 15,1-3-14-15,6 3-9 0,0-2-10 0,0 3-3 16,6-1-2-16,1-3 2 0,-1 4 1 0,8-4 0 0,-2-4-2 16,-5 4-3-16,6-3-2 0,0-1-5 0,0-3-8 0,0-1-10 15,-7 1-21-15,8-5-35 0,-2 2-50 0,-5-1-64 16,6-4-88-16,-6 5-95 0,-1-5-100 0,-6 0-137 0,6-7-135 16,2 4-145-16,-2-8-111 0,6 4-36 0,-4-4 22 15,-2 1 57-15</inkml:trace>
  <inkml:trace contextRef="#ctx0" brushRef="#br1" timeOffset="107559.78">16933 8326 185 0,'-6'0'942'0,"-2"0"19"0,-4 0 10 0,5 0 1 15,1 0-284-15,-1 0-304 0,1 0-232 0,6 0-168 16,-7 0-142-16,7 0-157 0,0-2-184 0,0-3-200 0,0 2-131 16,0 3-52-16,0 0-3 0,0-4 35 0</inkml:trace>
  <inkml:trace contextRef="#ctx0" brushRef="#br1" timeOffset="109497.03">18457 17115 650 0,'-7'-3'726'0,"7"-1"-23"0,-6 4-138 16,0-7-129-16,6-1-115 0,-8 1-103 0,8 0-81 0,0-4-49 16,0-3-26-16,8-2-16 0,-2 2-11 0,0-5-10 15,1 1-8-15,0-4-4 0,5 5 2 0,-5-6 9 0,6 4 12 16,0 1 14-16,0-3 15 0,0 2 17 0,6 4 25 0,-5-3 22 15,6 7 15-15,-2 0 12 0,2-1 4 0,-1 10 3 0,1-3 6 16,6 10-6-16,-6-3-12 0,-1 10-12 0,1 3-14 0,-1 7-15 16,1-4-14-16,0 8-13 0,-8-1-18 0,2 5-11 0,-8-1-12 15,1 4-10-15,-1 0-8 0,-6 4-5 0,0 0-5 0,0-1-5 16,-6 0-2-16,-1 0-2 0,1 1-2 0,-8 0 1 16,8-4-2-16,-8 0-3 0,2-3-2 0,-1-5 0 0,0 1 2 15,0-8 1-15,-1 0 0 0,2-2 0 0,6-6-2 0,-8-2-1 16,1-5-4-16,7 1-4 0,-8-4-5 0,2-7-2 0,6-1-1 15,-2-2 1-15,2-2 0 0,0-3 2 0,-1 0 6 0,7 1 8 16,-6 3 4-16,6 4 7 0,0 0 1 0,0-1 2 16,6 5 6-16,1-1 2 0,-1 4 3 0,0 0 3 0,8 0-6 15,-2 0-7-15,2 0 0 0,-1 4-3 0,7-1-3 0,-8 5-2 16,8-1-3-16,-1 0-9 0,-5 0-9 0,-2 1-18 0,8 2-34 16,-7-2-44-16,0-1-60 0,0 4-64 0,0-3-65 0,0 0-101 15,0-1-112-15,0-4-114 0,0 5-172 0,7-1-52 0,-8-3-9 16,8-1 27-16</inkml:trace>
  <inkml:trace contextRef="#ctx0" brushRef="#br1" timeOffset="110106.35">20424 16742 149 0,'0'-8'775'0,"0"1"26"0,6 3 15 16,-6 1-139-16,0 0-142 0,0 3-131 0,-6 3-95 0,6 4-49 15,0 3-28-15,0 2-17 0,-7 7-16 0,7-1-15 0,-6 4-19 16,6 0-20-16,-6 3-17 0,6 1-23 0,-8 4-14 16,8-1-13-16,-6-4-6 0,6 4-6 0,-6 1 0 0,6-5-3 15,-7 5-2-15,0-5 1 0,7-3-2 0,-6 4-1 0,0-4-4 16,6-4-5-16,-7-4-6 0,1 5-5 0,-1-8-9 0,0 4-6 16,7-4-5-16,-6-4-4 0,0 1-1 0,6-5 3 0,-7 1 7 15,7-1 8-15,-7 2 10 0,7-5 11 0,-6 0 8 16,6 0 6-16,0 0 1 0,0 0-1 0,6 0-1 0,1-5-4 15,-7 5-9-15,13 0-10 0,-7 0-7 0,8 0-7 0,-1 0-9 16,-1 5-1-16,2-5-5 0,6 3-7 0,-1-3-14 0,0 3-26 16,0 1-40-16,1-4-56 0,0 4-63 0,-7-4-83 0,7 3-87 15,-8-3-74-15,2 0-93 0,-2 0-93 0,-5 0-76 0,-1-3-71 16,1-1-104-16,-7-3-10 0,7-1 38 0,-7-2 48 16</inkml:trace>
  <inkml:trace contextRef="#ctx0" brushRef="#br1" timeOffset="110262.65">20593 16987 455 0,'-7'0'826'0,"7"0"57"16,-6 4-9-16,6 3-125 0,0 0-115 0,-7 8-123 16,7 3-84-16,0 5-53 0,0-1-42 0,7 3-36 0,-7 4-39 15,0 1-38-15,0 2-41 0,6 2-33 0,-6-1-34 0,0-1-29 16,7-1-22-16,-7 1-18 0,0-3-14 0,7-3-10 0,-7 0-15 16,6-5-20-16,0 2-29 0,2-5-36 0,-8-4-47 0,6 1-63 15,0 0-76-15,-6-8-76 0,6 4-74 0,-6-4-96 0,7-3-97 16,-7 0-110-16,0-4-136 0,0 0-52 0,7-4 20 15,-7 4 42-15</inkml:trace>
  <inkml:trace contextRef="#ctx0" brushRef="#br1" timeOffset="111059.36">22625 16951 527 0,'0'-8'703'0,"0"1"-51"0,0-4-101 0,0 0-93 15,7 1-76-15,-7-2-67 0,0-3-60 0,6 5-59 16,-6-2-36-16,0 1-20 0,0 4-8 0,0 0 3 0,0 0 6 16,0 2 6-16,0 2 1 0,-6 3-5 0,-1 0-6 0,0 8-11 15,1-1-11-15,-7 7-12 0,7 9-11 0,-8-2-5 0,2 5 4 16,5 8 7-16,-6 5 7 0,6 1 10 0,1 5 10 0,-1 2 6 15,1 1 2-15,6 0-3 0,6-5-11 0,1 1-14 16,-1-4-14-16,7-3-17 0,1-4-16 0,5-3-19 0,0-9-14 16,1 2-12-16,7-9-3 0,-2-3-3 0,1-4-3 0,6-7 0 15,-5 0-2-15,5-7 1 0,-6-4-1 0,1-3 3 0,-1-1-3 16,0-4-1-16,-13-3 1 0,7 0-1 0,-8 1 2 0,-6-1-2 16,-6-4 1-16,0 0 0 0,-6 5 1 0,0-2 0 15,0 2-2-15,-8 2 0 0,1 5 0 0,-7 3 0 0,8-1-6 16,-8 8-11-16,7 1-18 0,-7 3-21 0,8 3-25 0,-8 5-32 15,6-5-47-15,2 9-50 0,5 2-53 0,-6 1-54 0,6 0-49 16,1-1-73-16,0 1-82 0,6 3-89 0,-6 0-104 0,6-3-76 16,0 4-27-16,0-1 9 0,6 0 32 0</inkml:trace>
  <inkml:trace contextRef="#ctx0" brushRef="#br1" timeOffset="112090.51">24129 16855 276 0,'0'-3'653'0,"0"-1"-10"0,7 4-85 16,-7 0-78-16,0 4-66 0,0 3-55 0,7 1-49 0,-7 2-43 15,6 8-37-15,-6 1-31 0,0-2-19 0,6 6-20 16,1 3-17-16,0-1-10 0,-7 1-12 0,6-3-10 0,0 2-9 16,1-3-9-16,0 0-8 0,-1 0-10 0,1 0-8 0,-1-8-10 15,0 4-8-15,2-6-8 0,-2-1-4 0,-6-4-9 0,0 0-7 16,6 0-1-16,-6-7 1 0,0 5 2 0,0-5 0 0,0 0 2 15,0-5-3-15,0 2-4 0,0-1 3 0,0-3-4 16,6-4-7-16,-6-1-2 0,0 5-5 0,8-4-1 0,-8-3-1 16,6 2 4-16,0 2-5 0,7-1-1 0,-6 0-3 0,0 0 1 15,5 4-1-15,2 3-2 0,-8-3 1 0,7 4 0 0,0-2 2 16,0 5 1-16,0 5 2 0,0-2-2 0,7 4 3 0,-7 0 1 16,-1 4 1-16,2 4 4 0,-2 0 1 0,2-1 13 0,-1 4 13 15,0 0 16-15,-7 5 12 0,1-4 16 0,-1-1 13 16,0 3 7-16,-6-2 7 0,0-1 0 0,-6 0-2 0,6 1-7 15,-6-4-11-15,-7-1-17 0,6 1-10 0,-6-1-8 0,1-3-13 16,-2 1-16-16,-6-2-20 0,1 1-33 0,-1-7-44 0,1 3-55 16,-7-2-75-16,0-3-79 0,0-2-66 0,6 0-69 0,-5-2-89 15,-1-6-73-15,-1 0-57 0,7-6-51 0,1-1-76 16,0-7-18-16,-1-3 8 0,7-6 38 0</inkml:trace>
  <inkml:trace contextRef="#ctx0" brushRef="#br1" timeOffset="112215.55">24143 17005 467 0,'12'-14'820'0,"2"-4"59"0,-2 3 6 0,2 5-100 0,-1-2-99 15,7 1-111-15,-8 0-75 0,2 3-54 0,-2 1-53 0,1 0-56 16,1 3-68-16,-2 0-66 0,2 4-62 0,-2 0-47 0,1 0-38 16,1 0-25-16,5-3-24 0,-6 3-42 0,7-4-55 15,-1 4-80-15,1 0-102 0,0-3-103 0,-8 3-151 0,8 0-171 16,-1 0-224-16,1 3-95 0,-1-3-38 0,1 7 31 0,0-3 76 16</inkml:trace>
  <inkml:trace contextRef="#ctx0" brushRef="#br1" timeOffset="112762.38">26286 16859 52 0,'-8'3'757'0,"2"5"25"0,0 6 27 0,6-3-91 15,0 8-150-15,-6-2-140 0,6 6-90 0,0 3-39 16,0-1-14-16,0 5-5 0,0 3-12 0,0-3-21 0,6 2-30 16,0 0-34-16,0 2-26 0,8-1-26 0,-8-4-23 0,7 0-21 15,1-3-15-15,-8 0-14 0,6-4-12 0,-4-4-10 0,-2 1-11 16,0-1-7-16,1-7-8 0,-1 4-4 0,1-5-11 0,-7-2-12 16,7-5-26-16,-7 1-36 0,0 0-49 0,-7-4-60 15,0 3-61-15,1-6-57 0,6 3-57 0,-13-8-78 0,7 1-85 16,-2 0-89-16,2-5-122 0,0 2-52 0,0-5-15 0,-1 4 2 15,0-7 34-15</inkml:trace>
  <inkml:trace contextRef="#ctx0" brushRef="#br1" timeOffset="113668.46">28089 16987 151 0,'-6'-3'606'0,"6"-5"-4"0,0 5-78 0,-6-5-81 0,6 5-67 0,0-5-58 16,0 5-43-16,6-5-32 0,-6 1-36 0,6 0-36 0,-6-4-28 15,7 4-28-15,-1-5-20 0,1 5-12 0,-7-1-13 0,6 1-11 16,1 0-4-16,-1-1-5 0,1 1-9 0,0 0-7 16,-1 3-4-16,7 1 0 0,-6-1 3 0,-1 0 0 0,7 1-2 15,-7 3 0-15,8 0-1 0,-8 0 0 0,8 0 1 0,-8 0-1 16,6 0-6-16,-5 0 9 0,0 0 3 0,6 3-2 0,-7 1 0 16,0 0-2-16,2-1 1 0,-2 1 0 0,0 3 5 0,-6-3-7 15,6 4-1-15,1-1 6 0,0 0 2 0,-1 4 0 0,1-4 2 16,-7 0 3-16,6 1-3 0,1 3 1 0,-7-5 2 0,0 6 0 15,7-4 2-15,-7 3 1 0,0-5 0 0,6 6 0 16,-6-5-1-16,-6 4 0 0,6-4-2 0,0 0-3 0,0 5-3 16,-7-5-1-16,7 4-2 0,-7-4 1 0,1 5 0 0,-1-5 0 15,1-3 1-15,-1 3 4 0,0 0-3 0,-5-3 2 0,6-1 0 16,-8 2 1-16,8-2 0 0,-7 0 2 0,6 1 3 0,0-4 4 16,1 0 5-16,0 4-1 0,0-4-1 0,6 0-3 0,-8 3-4 15,8-3-6-15,0 0-9 0,8 4-8 0,-2-4-10 16,0 4-5-16,0-1 0 0,8 1-5 0,-1 3 0 0,-1 1 0 15,2 3-2-15,5-5-1 0,-6 6 2 0,7 2 0 16,-7 2 1-16,-1 2 1 0,2 0 6 0,-8 0 11 0,1 4 20 0,-1 0 24 16,-6 0 19-16,0 4 22 0,-6-4 29 0,6-1 26 15,-7 2 18-15,1-2 12 0,-8-2-29 0,2-1-161 0,-1 0 0 16,-7-2 0-16,7-1 0 0,-6-1 0 0,-1-7 0 0,7 4 0 16,-7-7 0-16,2-1 0 0,4-3 0 0,-6 0 0 0,7-3 0 15,-6-5 0-15,6 1 0 0,-7-4 0 0,14-4 0 0,-7 5 0 16,0-9 0-16,0 1 0 0,7-1 0 0,-8-6-362 0,8 3-96 15,-1-4-47-15,1-3-35 0,6 3-63 0,0-3-75 16,6 3-81-16,7 5-131 0,-7-2-35 0,8 4 26 0,-1 9 39 16</inkml:trace>
  <inkml:trace contextRef="#ctx0" brushRef="#br1" timeOffset="114277.76">29854 16914 135 0,'0'-8'731'0,"7"1"16"0,6 0 16 16,-1-1-156-16,2 1-163 0,-1 0-148 0,6 4-103 0,-6-5-51 16,7 4-31-16,0 1-18 0,-1-1-5 0,1 0-24 0,0 4-20 15,-1-3-19-15,-6 3-7 0,0 0-8 0,-1 0-2 0,2 0 5 16,-8 0-1-16,7 0 16 0,-6 3 15 0,-1 1 24 0,1-4 22 15,-7 4 19-15,6 3 18 0,-6-4 13 0,7 5 6 16,-7-1 6-16,7 4 1 0,-7 0-4 0,6 1-4 0,-6 2-3 16,6 4-2-16,-6 1 2 0,7-1-3 0,0 4-2 0,-7 3-6 15,6 2-7-15,0 5-11 0,1 1-8 0,-1 4-10 0,8-1-11 16,-8 1-12-16,0 0-11 0,2-1-8 0,-2 1-7 0,0 0-10 16,0-1-4-16,1-3-10 0,0 1-8 0,-1-5-6 15,-6-4-3-15,7 1-11 0,-1-4-23 0,-6-1-35 0,6-6-48 16,-6-1-58-16,-6 2-75 0,6-2-78 0,-6-2-76 0,-1-5-100 15,1-4-97-15,-8-3-79 0,8-3-79 0,-6-1-103 0,-2-7-6 16,1-4 20-16,-7 1 46 0</inkml:trace>
  <inkml:trace contextRef="#ctx0" brushRef="#br1" timeOffset="114418.45">30056 17342 595 0,'-6'-18'870'0,"0"0"26"0,-2 7 14 0,2-4-149 0,6 4-187 16,6 0-147-16,-6 1-92 0,14 2-52 0,-8 1-33 0,7 3-19 15,0 0-27-15,0 4-35 0,7-3-40 0,-1 6-42 0,7-3-36 16,-6 4-43-16,6-4-47 0,-7 4-58 0,7 3-71 0,0-4-75 15,-6 5-75-15,-1-1-115 0,1-3-127 0,0 0-128 16,-1-1-162-16,-5 1-50 0,-8 3-1 0,0-3 43 0</inkml:trace>
  <inkml:trace contextRef="#ctx0" brushRef="#br2" timeOffset="119833.3">4605 3176 180 0,'0'-7'681'0,"-8"0"35"0,8 2-99 0,-6 2-134 0,6-5-104 16,0 6-83-16,-6-3-61 0,6 1-48 0,0 1-42 15,0-1-31-15,0 4-19 0,6 0-15 0,-6-3-6 16,0 3 4-16,0 3 4 0,0 1 10 0,0-1 8 0,0 6 9 16,6-2 5-16,-6 4 6 0,0-2 3 0,0 8-5 0,8 0-2 15,-8 1-8-15,0 8-7 0,0-4-10 0,0 8-8 0,0-2-11 16,0 2-13-16,0 3-5 0,6 0-6 0,-6 1-2 15,0 2-5-15,6-4-4 0,-6 1-6 0,6-3-4 16,-6-1-3-16,7 0-4 0,-7-7-6 0,7 0-7 0,-7 0-2 16,6-7-5-16,-6 4 1 0,0-8-2 0,0-4-5 0,0 0-2 15,0 0-6-15,0 1-2 0,0-5-9 0,0 1-9 0,-6-1-10 16,6-3-8-16,-7 0-2 0,0 5-8 0,1-10-3 16,0 5-3-16,0-3 0 0,-8-4 3 0,8-1 4 15,-8-2 10-15,8-1 9 0,-7-5 8 0,0 2 8 0,6-1 6 16,-5 1 13-16,5-1 17 0,0 4 17 0,1 0 19 0,-1 4 14 15,7 3 12-15,-6 0 14 0,6 1 6 0,0 3 0 0,0 3-8 16,0 5-11-16,0 3-14 0,6-1-8 0,-6 5-9 16,7 4-5-16,-1-1-1 0,1 1 0 0,0-1 2 15,-1 0 2-15,0 5 0 0,1-6-3 0,6-2-7 0,-7 0 2 16,1-1-2-16,-1-3 2 0,1-3 0 0,0-1 0 0,-1 0 3 16,8-7 3-16,-8 4 4 0,0-8 0 0,0 1-2 0,8-1-4 15,-8-6-3-15,1 2-6 0,5-4-7 0,-4-2-5 16,4-1-7-16,-6 1-11 0,1 0-12 0,0-2-13 15,6 2-22-15,-7-4-21 0,1 7-21 0,6-8-25 0,-7 7-29 16,0-2-36-16,2 3-32 0,-2 1-35 0,0-5-27 0,1 4-23 16,-1-4-40-16,-6 4-61 0,7 0-66 0,0-4-68 15,-1 1-104-15,0 3-70 0,0-4-33 0,-6 4-1 0</inkml:trace>
  <inkml:trace contextRef="#ctx0" brushRef="#br2" timeOffset="121130.25">18522 4623 712 0,'-7'4'844'0,"1"-1"22"15,0 1-111-15,-1 3-164 0,0 9-174 0,1-2-122 0,-1 7-71 16,7 1-35-16,-6 8-21 0,6 3-11 0,0 0-10 0,0 7-10 16,0-4-8-16,0 6-19 0,0-3-18 0,0 1-12 15,6 1-8-15,-6-4-7 0,0 0-2 0,0-5-2 0,0-2-1 16,0-1 5-16,7-4-1 0,-7-6-1 0,0-4-4 16,0-1-3-16,0-7-3 0,0 1-6 0,0-5-8 0,-7-3-6 15,7 0-5-15,0-7-5 0,0-4-2 0,0-3-6 0,0-5-4 16,0 1-10-16,0-4-13 0,0-7-9 0,0-1-8 15,7 1-15-15,-7-8-16 0,0-3-12 0,0-1-13 0,0-6-5 16,6 3 3-16,-6 0-1 0,7-4 7 0,0 8 10 16,-7 0 12-16,6 3 10 0,-6 1 14 0,6 6 7 0,-6-2 8 15,7 5 7-15,-7 2 4 0,0 3 9 0,7 4 7 0,-7-1 1 16,6 5 4-16,-6-1 2 0,6 5 3 0,-6-2-2 16,7 5-4-16,-1-1-2 0,-6 5-4 0,7 0 2 0,0 3 3 15,5 0 1-15,-4 3 4 0,-2 0 9 0,6 5 10 16,-5 3 9-16,6 4 9 0,0 3 6 0,1 7 6 0,4 1 3 15,-4 6 2-15,-1 5 2 0,0 4-1 0,0 3-4 0,-1 1-4 16,2 2-6-16,-1 4-10 0,0-4-3 0,0 2-6 16,-7-2-11-16,8 1-10 0,-8-5-4 0,0-2-5 0,-6 3-4 15,7-9 1-15,-7 2-4 0,7-7 1 0,-7-4-2 0,0-1-9 16,-7-6-23-16,7-1-36 0,-7-6-45 0,1-2-71 16,0-6-73-16,-2-1-81 0,2-6-110 0,-6-5-114 0,5-3-119 15,0 1-161-15,-6-5-57 0,1 1-1 0,-2-5 35 16</inkml:trace>
  <inkml:trace contextRef="#ctx0" brushRef="#br2" timeOffset="121286.47">18529 5001 790 0,'0'-4'952'0,"-7"-1"34"0,7 2 28 0,0 3-178 0,0 0-211 16,0-3-161-16,7 3-102 0,-1 0-70 0,7-4-48 16,0 4-32-16,0-4-31 0,1 4-43 0,4-3-59 0,2-1-72 15,-1 0-83-15,-5 4-93 0,5-3-92 0,-6 3-88 0,7 0-105 16,-7 0-126-16,-1 0-127 0,8 3-174 0,-7 1-45 15,1 3 8-15,-2 1 35 0,-6 3 53 0</inkml:trace>
  <inkml:trace contextRef="#ctx0" brushRef="#br2" timeOffset="122208.19">18522 6172 277 0,'0'0'692'0,"0"-3"16"15,0 3-105-15,0-3-112 0,-7 3-87 0,7-5-73 0,0 5-66 16,0 0-53-16,0-2-39 0,0 2-29 0,0 0-10 0,0 2-17 15,0-2-13-15,0 0-13 0,0 0-8 0,0 0-1 16,0 0 3-16,0 5 4 0,7-2-1 0,-7 0 12 0,0 2 6 16,7-2 10-16,-7 3 7 0,0 2 3 0,0 4 4 15,0 2 2-15,0 5 2 0,0-1 1 0,0 7 2 0,0 2-5 16,0 5-6-16,0 1-11 0,-7 4-12 0,7 3-15 0,0 0-13 16,-7 1-12-16,7-5-13 0,0 5-11 0,0-8-8 15,0 3-6-15,0-7-7 0,0 0-3 0,0-2-5 0,0-2-3 16,7-7-3-16,-7 1-5 0,0-5-11 0,7-3-15 15,-7 0-15-15,0-3-22 0,0-5-27 0,0 1-31 0,0-4-41 16,0 0-47-16,0 0-46 0,-7-4-28 0,7 1-40 0,0-5-32 16,-7 1-35-16,7 0-32 0,-6-4-18 0,6-3 4 15,-6 2 18-15,-1-6 18 0,7-1 46 0,0 1 53 0,0-1 73 16,0 1 96-16,0 4 108 0,7-1 117 0,-7 1 100 16,6 3 74-16,-6 0 55 0,6 0 39 0,1 3 22 0,0 2 9 15,-1-3-13-15,0 6-36 0,7-2-41 0,-6-1-28 0,6 3-28 16,-7 3-28-16,8-5-34 0,-2 5-38 0,2-3-34 15,-8 3-32-15,7 0-29 0,1 0-37 0,-2 0-45 0,1 0-54 16,7-3-62-16,-7 3-52 0,0-7-62 0,7-2-79 16,-8 2-93-16,8 0-91 0,-7 0-90 0,-1-8-111 0,2 4-48 15,-8 0-12-15,8-3 20 0</inkml:trace>
  <inkml:trace contextRef="#ctx0" brushRef="#br2" timeOffset="122395.66">18900 6253 213 0,'-7'-3'847'0,"0"-1"59"0,1 4 47 0,0 0-112 0,-1 7-142 15,0 1-150-15,1 3-103 0,0 7-62 0,-1 1-49 0,7 2-32 16,-6 5-31-16,6 3-40 0,0 3-30 0,0 2-31 0,0 3-27 16,6-1-28-16,-6 1-22 0,7-1-25 0,-7-2-17 15,6-1-7-15,0 0-16 0,1-4-15 0,0 0-20 16,-1-6-15-16,0 2-26 0,-6-3-32 0,7-5-36 0,0 2-47 16,-7-4-48-16,0 0-57 0,6 0-61 0,-6-5-62 0,0 2-59 15,0-2-81-15,0-2-92 0,0-8-102 0,0 0-116 16,0 0-53-16,0 0 18 0,0 0 40 0</inkml:trace>
  <inkml:trace contextRef="#ctx0" brushRef="#br2" timeOffset="123020.61">18711 7891 314 0,'0'-8'791'16,"0"1"39"-16,0 0-45 0,-7 3-134 0,7 0-122 15,0 0-122-15,0 1-86 0,0 3-56 0,0 3-29 0,0 1-31 16,0 4-23-16,0 3-21 0,0 3-18 0,7 5-8 0,-7-1-6 15,7 8-3-15,-7-1-1 0,6 4-2 0,-6 1-1 16,0 3-4-16,0 4-9 0,6-5-11 0,-6 1-14 0,0 1-13 16,0-1-12-16,0-4-13 0,6 0-12 0,-6-4-9 15,0 2-8-15,8-6-6 0,-8-2-10 0,0-1-13 0,0-3-19 16,6-4-28-16,-6-1-33 0,0-2-37 0,0 0-46 0,0-5-54 16,-6 0-57-16,6 2-49 0,0-10-56 0,0 2-76 15,0 0-74-15,0-5-86 0,0 0-121 0,0-2-52 0,0 10-32 16,0 0 26-16</inkml:trace>
  <inkml:trace contextRef="#ctx0" brushRef="#br2" timeOffset="123958">18554 9393 368 0,'-6'-7'805'0,"-1"3"26"0,7-3-48 0,-6 3-133 15,0 1-118-15,6-2-116 0,0-2-83 0,-7 7-51 16,7-3-38-16,0 3-27 0,0 0-26 0,7 3-27 0,-7 4-23 16,0 1-21-16,0 7-10 0,0 3-3 0,0 4 6 0,6 7 6 15,-6 1 5-15,0 3-1 0,0 3-6 0,-6 0-5 0,6 0-8 16,0 6-13-16,6-6-14 0,0 1-14 0,1-4-14 15,-1 0-15-15,1-3-8 0,0-5-10 0,5 0-6 0,-4-6-4 16,4-4-2-16,-6-1-3 0,8-6 1 0,-1-8 1 16,-1 0 0-16,8-5-1 0,-7-2-1 0,0-3 1 0,7-5-2 15,-7-4-1-15,-1 6-4 0,2-10-3 0,-1 4-6 0,0-6-6 16,0 3-1-16,-7-4-5 0,0-3-6 0,8-1-8 16,-8-2-4-16,1-1 1 0,0-1 3 0,-1 2 1 0,-6 2 3 15,7 4 3-15,-7 1 9 0,6 3 13 0,-6 5 9 16,0 0 13-16,0 7 7 0,0 0 11 0,-6 2 9 0,6 0 6 15,0 5 2-15,-7 3 1 0,7 3-1 0,0 8-8 0,-6 0-4 16,6 3-4-16,-7 5-4 0,7 4 4 0,-7 2 2 16,7 4 2-16,0 5 7 0,0-2 5 0,0 0 0 0,0 5-1 15,7 4-3-15,-7-4-7 0,0-4-4 0,7 4-6 0,-1-5-8 16,1 1-8-16,-1 0-2 0,0-7-1 0,1 0-2 16,0 0-3-16,-1-5-1 0,7-3-12 0,-6-3-11 0,-7 0-16 15,6-3-17-15,1-6-21 0,-7 2-18 0,6-5-17 16,-6 0-17-16,0 2-8 0,0-5-10 0,0-5-11 0,0 2-10 15,0 0-18-15,0-1-20 0,-6 0-24 0,6-2-30 16,0 1-33-16,-7-2-22 0,7 0-47 0,0-1-68 0,-6 4-69 16,6-2-80-16,0-1-134 0,0-2-51 0,-7-2-10 15,7 11 10-15</inkml:trace>
  <inkml:trace contextRef="#ctx0" brushRef="#br2" timeOffset="125004.76">18933 11100 539 0,'0'0'796'0,"0"0"25"0,0-4-128 0,0 4-135 16,0-3-122-16,0-5-111 0,6 5-80 0,-6-1-48 15,0-3-36-15,6 0-30 0,-6-1-25 0,6 0-27 0,2-3-22 16,-2 5-21-16,0-6-14 0,1 1-11 0,-7 0-3 0,6 1 0 15,1-2 4-15,-7 1 8 0,7-3 14 0,-7 3 18 16,0 4 13-16,0-4 15 0,-7-1 7 0,0 4 8 0,1 2 2 16,-7-2-4-16,-1 5-12 0,-4 3-19 0,-2-4-14 15,0 8-13-15,1-4-7 0,-7 7-13 0,6 1-8 0,-7 2-5 16,9 5-2-16,-2 0 2 0,1 3-5 0,5 0-1 0,8 4-2 16,0-3 0-16,6 2 3 0,0 6-1 0,6-2 3 15,0 4-5-15,8 0 5 0,-2 0 7 0,1 5 14 0,1-1 18 16,-2 3 21-16,-6-6 27 0,8 3 28 0,-8-4 32 15,8 0 31-15,-14-3 24 0,0-5 16 0,0 2 13 0,0-4 8 16,-14-1-5-16,8-4-16 0,-8 1-118 0,2-8-99 0,-1 4 0 16,0-3 0-16,-6-5 0 0,5 1 0 0,-5-4 0 15,6 0 0-15,-7-4 0 0,7 1 0 0,1-5 0 0,-2 1 0 16,1-4 0-16,0 0-234 0,0-4-144 0,1 1-80 0,4-4-62 16,2-4-65-16,0-1-90 0,-1-2-102 0,7-1-146 0,0 4-40 15,7 4 14-15,-1 2 55 0,8 6 64 0</inkml:trace>
  <inkml:trace contextRef="#ctx0" brushRef="#br2" timeOffset="125754.68">18464 12233 423 0,'-14'-5'815'0,"8"5"54"0,0-3-36 0,-8-1-114 0,8 4-118 0,6-5-115 16,-7 5-77-16,7-2-47 0,0-2-33 0,7 4-36 16,5-3-35-16,2-1-30 0,-1 0-23 0,0 4-20 15,13 0-14-15,-7 0-25 0,7 0-20 0,-6 0-18 0,7 0-20 16,-2 0-19-16,1 4-18 0,6-4-18 0,-5 0-12 0,-1 4-7 15,-6-4-14-15,5 0-22 0,1 0-26 0,-6 0-32 0,0 0-38 16,-7 0-35-16,-1-4-40 0,2 4-38 0,-8-4-32 16,0-4-22-16,-6 6-8 0,0-6 5 0,0 0 13 0,0 5 24 15,-6-5 28-15,6 1 38 0,-6-1 37 0,-8 5 35 16,8-1 32-16,0 1 35 0,-1-1 31 0,-6 4 27 0,6 0 26 16,1 4 22-16,-8-1 26 0,8 1 27 0,0 4 24 0,0 2 17 15,-1 1 13-15,0 0 9 0,1 8 9 0,6-1 2 16,0 4 1-16,-7 4 0 0,7-1-5 0,0 9-2 15,0-2-5-15,0 1-11 0,7 7-13 0,-7-3-7 0,0 4-13 16,6-5-19-16,-6-3-17 0,0 3-18 0,7-2-17 0,-7-6-11 16,7 2-14-16,-7-1-14 0,6-7-14 0,0 1-16 0,-6-5-24 15,6 0-29-15,-6-3-40 0,8-4-44 0,-8 0-49 16,0-4-57-16,0 0-59 0,0-4-59 0,0 2-51 0,0-1-65 16,0-8-77-16,0 4-81 0,-8-5-122 0,8-1-61 15,-6-2-10-15,6 2 6 0,-6-6 37 0</inkml:trace>
  <inkml:trace contextRef="#ctx0" brushRef="#br2" timeOffset="126957.67">18606 14046 190 0,'-6'-5'741'0,"6"5"33"16,-6 0-79-16,6 0-134 0,-6 0-117 0,6 5-99 0,-8-2-89 16,8 5-56-16,0 3-29 0,0 4-20 0,0 2-10 15,0 2 1-15,0 3-4 0,0 3-9 0,8 5-6 0,-8 2-5 16,0-2 1-16,0 6-1 0,0-3-6 0,0 1-9 15,0-5-8-15,-8 0-10 0,8 0-10 0,0-3-12 0,0-4-13 16,0 0-10-16,8-4-10 0,-8-3-7 0,0-4-7 16,0-1-3-16,0-2-2 0,0-1-4 0,0-3-1 0,0 0-3 15,0-1-1-15,0-6 1 0,6-1 1 0,-6 0-2 0,0-6-1 16,0-1-2-16,0-4 0 0,0 0 0 0,0-3 0 16,6-4-2-16,-6-3-6 0,0-1-9 0,0 0-11 0,0-7-11 15,0 0-10-15,-6-4-10 0,6 4-11 0,0-7-8 0,0 4-1 16,0-1 3-16,0 0 9 0,0 4 10 0,-6 1 11 15,6 5 12-15,0 2 15 0,0-1 16 0,0 8 13 0,0-1 9 16,0 5 8-16,0-4 10 0,0 7 9 0,0 0 5 16,6 1 1-16,-6 1-1 0,6 2 3 0,0 3 5 0,1 1 3 15,6-1 0-15,0 4 5 0,1 0 1 0,-2 0 6 0,8 4 3 16,-1 3 1-16,1-3-4 0,-8 3-1 0,8 5-5 16,0-2-5-16,-1 0-3 0,-5 2-6 0,-2 3-3 0,2-5-2 15,-1 6 0-15,-7-2-1 0,0 5 0 0,1-5-4 16,-7 4-4-16,-7-3-5 0,7 4-11 0,-6-1-3 0,-7 0-5 15,7 0-3-15,-8-3-5 0,8 0-2 0,-8-1-5 0,2-3-5 16,-8 3 0-16,7-6-6 0,1 3-8 0,-2-3-8 0,2-5-5 16,-2 1-1-16,1-1 2 0,0-3 5 0,6 5 3 15,1-5 7-15,0 0 6 0,0 3 9 0,6-3 5 16,-8 0 3-16,8 4 2 0,0-1 9 0,0 1 9 0,8 3 7 16,-8 1 5-16,6 2 3 0,0-2 3 0,7 3 5 0,-6 3-1 15,6-3-5-15,0 4-10 0,0-5-8 0,-1 6-6 0,2-5-5 16,5 4-5-16,-5-5-3 0,-2 1-4 0,8 0-6 15,-7-4-11-15,0 1-19 0,0-1-26 0,0 1-37 16,0-5-46-16,0 5-59 0,-6-5-70 0,-1 2-69 0,1 2-63 16,-1-4-85-16,1 0-93 0,0 2-102 0,-7-2-148 0,6 1-45 15,-6 3 7-15,0 0 39 0</inkml:trace>
  <inkml:trace contextRef="#ctx0" brushRef="#br2" timeOffset="127488.86">18438 15526 178 0,'-8'-4'837'0,"2"0"42"0,0 4 27 0,-7 0-116 16,6 4-166-16,1 0-169 0,-1-1-110 0,1 8-67 0,0 4-46 15,-2-1-30-15,8 4-31 0,-6 5-27 0,6-2-30 0,6 2-29 16,-6 6-20-16,0 0-8 0,8 0-7 0,-2 1-4 16,-6-1-3-16,6 1-4 0,1-5-4 0,-1 4 0 0,-6-3 2 15,7 0-6-15,-1-4-5 0,-6-3-3 0,7-2-2 16,-7-2-4-16,6-4 1 0,-6 0-5 0,0-8-3 0,0 5-5 15,0-8-3-15,6 0-8 0,-6-4-6 0,0-3-7 0,8 0-9 16,-8-8-10-16,6 0-12 0,-6-2-9 0,0-2-15 16,0-8-6-16,0 0-8 0,0-4-6 0,6-1 1 0,-6-5 4 15,0-1 5-15,0 2 11 0,0-1 13 0,0 5 13 16,7 2 23-16,-7 1 23 0,0 4 22 0,0 0 23 0,0 2 19 16,0 5 18-16,-7 0 21 0,7 4 20 0,0-3 15 0,0 3 12 15,0 7 7-15,0-4-9 0,0 8-3 0,0-5-8 16,0 5-14-16,0-5-11 0,7 5-16 0,0-1-14 0,5 1-12 15,1-2-1-15,1 5-7 0,5-3-4 0,0-1-5 16,1 4-9-16,-1-3-9 0,7 3-6 0,1 0-7 0,-7-4-9 16,5 4-14-16,1 0-22 0,0-4-31 0,-6 4-41 0,-1 0-48 15,1 0-58-15,-8 4-69 0,2 0-73 0,-8-4-60 16,1 3-52-16,-7 1-64 0,0-1-64 0,-7 2-53 0,1 2-48 16,0 0-69-16,-14 4-31 0,0 0 6 0,1 3 32 15</inkml:trace>
  <inkml:trace contextRef="#ctx0" brushRef="#br2" timeOffset="127629.51">18430 15702 116 0,'-6'10'827'0,"6"-6"47"0,0 0 45 0,0-1-82 16,6 1-132-16,2-1-150 0,-2-3-107 0,7 0-66 0,0 0-42 15,0 0-35-15,7 0-34 0,-8 0-41 0,8 0-47 16,6 4-48-16,-7-4-44 0,7 3-41 0,-6-3-46 0,7 4-53 16,-9 1-64-16,2-5-81 0,7 3-89 0,-15-3-92 0,8 3-132 15,-1-3-143-15,1-3-173 0,-8 6-90 0,2-3-40 16,-1 0 19-16,-13 0 44 0</inkml:trace>
  <inkml:trace contextRef="#ctx0" brushRef="#br2" timeOffset="129707.37">8635 3294 415 0,'-6'-23'701'0,"-7"4"-16"0,0-2-99 0,6 3-106 0,1-4-86 15,-8 2-58-15,14 6-40 0,-6-4-29 0,0 7-16 0,-1-3-13 16,7 2-7-16,-6 2-11 0,6 2-14 0,-7 1-13 16,7 3-17-16,0 1-16 0,-6 3-17 0,6 3-13 0,0 1-14 15,6 7-9-15,-6 8-9 0,7-1-9 0,-7 8-2 0,6 2 0 16,-6 2-4-16,7 6-10 0,-7-3-11 0,6 4-11 15,-6 0-13-15,6 3-9 0,-6-3-9 0,8 0-6 0,-2-5-6 16,-6 5-1-16,6-8-1 0,-6 0-5 0,0-3-1 16,0-4-8-16,7 0-5 0,-7-8-7 0,0 1-2 0,0 0-5 15,-7-5-4-15,7 2-6 0,0-4-2 0,0-5 1 16,-6 5 1-16,6-8 2 0,-6 3-1 0,-2-3 2 0,8-3 1 16,-6 3 4-16,-7-8 4 0,7 2 2 0,-1-7 6 0,1 3 3 15,-7-1 3-15,7-4 1 0,-2 4 3 0,2 0 4 16,0 0-1-16,6 4 5 0,-7 0-1 0,7 3 5 0,0 0 3 15,0 4 3-15,0 0 2 0,0 4 6 0,7 3 2 0,-7 0 2 16,6 8 2-16,0-1 0 0,8 1-1 0,-8 4-1 16,1-4 2-16,6 2-7 0,-7 3-3 0,7-6-1 0,-7 0-4 15,2 2-4-15,4-6-2 0,-5-3-2 0,0 1-2 16,5-5 0-16,-5 4 0 0,-1-7 1 0,8 0 1 0,-8-3 3 16,0-4 0-16,1-1 2 0,6-3-1 0,-7 1-1 0,8-5 0 15,-8 0-4-15,1 1-8 0,-1-5-9 0,0 0-17 16,2 1-18-16,-2 0-21 0,-6 0-20 0,6-1-23 0,-6 5-21 15,0-4-21-15,7-2-18 0,-7 6-19 0,0 3-24 16,0-3-13-16,0-1-17 0,0 5-23 0,0-2-51 0,0 5-63 16,0 0-67-16,0-1-84 0,0 1-143 0,0 0-64 0,0 7-11 15,0 0 15-15</inkml:trace>
  <inkml:trace contextRef="#ctx0" brushRef="#br2" timeOffset="130816.64">20632 4751 46 0,'0'4'792'0,"0"-4"25"0,6 0 23 15,-6 0-151-15,0 0-157 0,7 0-148 0,-7-4-100 16,7 1-58-16,-1-1-30 0,-6 0-16 0,7-2-21 0,-1-2-26 15,8 0-28-15,-8-3-21 0,0 4-16 0,0-4-13 0,8-4-9 16,-8 4-3-16,1-4 0 0,-1 5 4 0,1-1 4 16,-7-5 2-16,7 6 5 0,-7-1 6 0,0 0 6 15,0 4 7-15,0-4 3 0,0 0-1 0,-7 3-2 0,0 1-5 16,-6 0-9-16,7-1-11 0,-8 1-11 0,2 0-11 0,-2 4-10 16,2-5-9-16,-8 8-1 0,1 0-8 0,-1 0-3 0,0 0 1 15,1 3-4-15,6 5 1 0,-6-1-2 0,5 0 3 16,1 5-4-16,7-2 2 0,-1 9 0 0,1-4-2 15,-1 7 3-15,7-1 0 0,0 5 2 0,7 3 0 0,-1 0-1 16,7 2 2-16,0 1 2 0,1 0-2 0,5 2 1 0,-6-1 0 16,6 0 4-16,-5 0 9 0,6 0 7 0,-8-5 12 0,-6 3 11 15,8-2 16-15,-8-3 13 0,1-1 16 0,-1-3 11 16,-6 0 12-16,0-4 6 0,-6-3 1 0,-1 0-4 16,1-4-8-16,-8 0-10 0,2-5-15 0,-2-1-15 0,-5-2-19 15,-1-3-17-15,8 0-13 0,-8-3-17 0,0-5-20 0,1 1-26 16,-1-4-31-16,-6-5-36 0,7 3-36 0,-1-1-38 0,0-6-45 15,1 3-49-15,6-2-45 0,-6 1-28 0,5-1 0 16,2 1-17-16,5 4-52 0,7-2-60 0,-7 2-57 16,7 2-77-16,7 2-108 0,-7 6-56 0,13 1-19 0,0 3 18 15</inkml:trace>
  <inkml:trace contextRef="#ctx0" brushRef="#br2" timeOffset="131535.31">20652 6498 12 0,'-7'-7'814'0,"0"-3"40"15,1 6 29-15,6 0-121 0,-6 0-156 0,0 8-159 0,-2 0-127 16,2 7-74-16,0 4-45 0,6-1-34 0,-7 8-26 16,7 0-23-16,-7 3-22 0,7 0-21 0,-6 6-14 0,6-2-10 15,0 4-4-15,-7-3-5 0,7-1-1 0,0-4 0 16,0 0-2-16,0-2-4 0,0 0-4 0,0-6-4 0,7-2-7 15,-7-4-6-15,0 0-4 0,0-4-5 0,0-4-8 0,0-3 2 16,0 0 1-16,6-3-2 0,-6-4-2 0,0-4-2 16,7-5-1-16,-7-1-1 0,0-2 4 0,0-3-2 15,0-3-5-15,0-5-1 0,0 1-6 0,0-4-4 0,-7-3-4 16,7-5 1-16,0 1-5 0,0 0-2 0,0 3-3 0,0-3 0 16,0 3 5-16,0 4 7 0,0 0 5 0,0 3 1 0,7 2 6 15,0 2 4-15,-7 3 7 0,6 2 2 0,0 3 0 16,2-1-2-16,-2 8 0 0,0-3 0 0,0 2 3 15,1 6 2-15,0-1 5 0,-1-2 3 0,1 6 7 0,-1-1 10 16,0 4 8-16,2 4 10 0,-2-1 9 0,6 6 6 0,-5 4 10 16,6 1 8-16,-6 6 7 0,6 5 3 0,0 1 4 0,-1 3-5 15,2 8-6-15,-1 0-2 0,0 3-7 0,6 0-9 16,-5 4-13-16,-2 0-9 0,8 0-13 0,-7-5-5 16,1 3-8-16,-2-6-7 0,1 1-17 0,0-4-21 0,-6-4-26 15,6-4-36-15,-6-2-47 0,-7 0-57 0,0-10-64 0,0 6-66 16,0-8-68-16,-7-4-90 0,-6 0-89 0,6-3-88 0,-6-4-118 15,0 0-58-15,1-4-5 0,-8-3 27 0</inkml:trace>
  <inkml:trace contextRef="#ctx0" brushRef="#br2" timeOffset="131691.54">20658 6619 749 0,'0'-3'820'0,"0"-2"43"0,7 5-103 0,-7 0-132 0,6 0-133 15,0 5-112-15,2-2-72 0,4 1-46 0,-6 1-46 0,8-2-44 16,-1 4-48-16,0-3-52 0,0 2-50 0,-1 2-60 15,8 0-61-15,-7-5-58 0,7 1-56 0,0 3-73 0,-1-3-102 16,1-1-108-16,0 1-114 0,5-1-152 0,-5 2-53 0,0 2-6 16,-8 0 19-16</inkml:trace>
  <inkml:trace contextRef="#ctx0" brushRef="#br2" timeOffset="132910.21">20736 7869 395 0,'-6'11'756'16,"6"3"39"-16,-7-2-102 0,7-1-111 0,0 0-93 15,0-1-88-15,0 1-69 0,0-3-52 0,-6-5-37 0,6 1-29 16,0 0-18-16,6 0-25 0,-6-4-17 0,0 0-15 0,7 0-20 16,-7 0-2-16,6 0-4 0,1-4-2 0,0-4-8 15,-1 5-4-15,0-5-9 0,0-3-10 0,2 1-7 0,-2-1-8 16,0 0-11-16,1-1-9 0,-1 1-7 0,1-3-8 15,-7-1-4-15,7 4-5 0,-7-4-3 0,0 5-5 0,0-5 1 16,-7 4 1-16,7 0 0 0,-7-4 2 0,1 4-2 0,-1 0 0 16,-5 3-3-16,4 1 2 0,-4-4-4 0,-1 8 0 15,0-1-3-15,-7 0-5 0,7 4-2 0,1 4-2 0,-8 0 0 16,7 3-5-16,-1 0 0 0,2 5 0 0,-2-1 0 16,8 3 2-16,0 5 2 0,-1-1-1 0,0 4 0 0,7 0 2 15,7 3 1-15,-7 6-1 0,7-3 5 0,5 5 5 0,-4 0 4 16,4 0 4-16,1 0 5 0,0 0 7 0,-6 3 11 15,5-2 11-15,-4-5 8 0,4 0 7 0,-6 0 10 0,1 0 8 16,-7-6 9-16,7-2 6 0,-7 2-1 0,-7-9-3 0,7 1-7 16,-7-4-8-16,1 0-41 0,-6-4-38 0,4-3 0 15,-4 0 0-15,-1-8 0 0,-7 0 0 0,8-3 0 0,-8-4 0 16,0-4-5-16,-6-3-114 0,7 0-31 0,-8-4-40 0,1 0-51 16,0-4-52-16,7 1-47 0,-7-5-33 0,6 1-27 15,0 3-19-15,1-3-35 0,6 3-37 0,6 4-37 16,1 0-50-16,0 4-93 0,6-1-49 0,0 4-22 0,0 5-6 15,6 3 35-15</inkml:trace>
  <inkml:trace contextRef="#ctx0" brushRef="#br2" timeOffset="133675.81">20580 9455 397 0,'-13'-4'822'16,"0"-3"52"-16,0 0-28 0,7 2-122 0,-8 2-117 0,8 0-140 15,-1-1-68-15,1 4-45 0,-1-4-35 0,7 4-36 16,7-3-34-16,-1 3-42 0,7 0-42 0,1 0-32 0,5-3-28 16,0 3-19-16,8 3-17 0,-7-3-15 0,5 0-16 0,1 0-14 15,0 0-12-15,0 0-15 0,7 0-16 0,-7-3-14 0,0-2-20 16,-7 2-17-16,1-1-21 0,0 0-21 0,-7 4-21 16,-1-3-7-16,-4 3-2 0,4 0 4 0,-12-4 12 15,6 4 10-15,-6-3 17 0,-6-1 18 0,0 0 19 0,0 1 14 16,-2-1 16-16,2 1 8 0,0-2 6 0,-1 2 8 0,-6-1 4 15,6 1 6-15,1-1 6 0,-6 4 7 0,4 0 4 0,2 4 9 16,0-1 12-16,-1 4 12 0,0 1 9 0,1 7 12 16,-1-1 8-16,7 8 4 0,-6 0 5 0,0 3 4 15,6 9-1-15,0-5-6 0,-8 4 1 0,8 3-5 0,8 1-6 16,-8 0-6-16,0 3-7 0,6-4-9 0,-6 1-9 0,6-4-7 16,-6 3-11-16,7-2-5 0,-1-4-6 0,-6-1-5 0,7-4-16 15,-7-3-20-15,7 0-26 0,-7 0-35 0,6-7-40 16,-6 0-50-16,0-1-52 0,6-3-55 0,-6-3-43 15,0-1-55-15,0-3-75 0,0-1-76 0,0-3-83 0,-6 0-126 16,6 0-42-16,0-3-14 0,-6-1 9 0</inkml:trace>
  <inkml:trace contextRef="#ctx0" brushRef="#br2" timeOffset="134628.78">20371 10961 129 0,'-6'-11'827'0,"6"-4"53"16,-6 4-1-16,6 1-125 0,-7-3-120 0,1 11-119 0,-8-6-97 16,8 4-67-16,0 4-52 0,-1 4-38 0,0 4-37 0,1 7-33 15,-1-5-40-15,7 9-35 0,-6 2-29 0,6 2-19 0,0 2-14 16,-6 5-11-16,6-1-9 0,0 3-8 0,6-3-3 15,-6 5-3-15,0-5-4 0,0 1-2 0,0-2-1 16,6-2-4-16,-6-8 0 0,0 1-1 0,0-1-3 0,7-6-1 16,-7-1-2-16,0-4 0 0,0 0 0 0,0-3 0 0,0-1-1 15,6-3 1-15,-6-7 0 0,0 0 4 0,0-4-3 0,0 0-3 16,0-5 0-16,-6-1 0 0,6-5 0 0,0 0-2 16,0-4 1-16,0-3-7 0,-7 0 1 0,7-1-1 0,0-6-5 15,-6 3-2-15,6-4 0 0,-6 4 0 0,6 0-3 16,0 4 3-16,0 0 1 0,0 7 5 0,-7 3 6 0,7 8 3 15,0 0 3-15,0 4 7 0,7 3 1 0,-7 4 3 0,6 4 5 16,0 7-2-16,1 3 7 0,6 5 8 0,-6 4 9 16,5 2-4-16,2 4 7 0,-1 4 0 0,-1-1-1 15,8 5 4-15,-6 4-9 0,5-1-8 0,-6-3-8 0,6 3-4 16,-5-7-4-16,5-1-2 0,0-3-5 0,1-2-5 0,-7-2-1 16,7-6-1-16,-8-1-1 0,8-7 0 0,-7 0-2 0,1-7 2 15,-2-1 1-15,1-3 1 0,0-7 2 0,-6 0-2 16,-1-4 4-16,-6-4 0 0,6 0 0 0,-6 1-3 0,0-8 0 15,-6-5 0-15,6 6-1 0,-6-8 1 0,-1 0-2 16,1-4-2-16,-1 0-1 0,0-4-7 0,1 0-10 0,0-6-13 16,6 3-15-16,-6-5-15 0,6 5-18 0,0 0-17 0,0 3-20 15,6 7-16-15,-6 5-18 0,6 3-24 0,-6 7-29 16,6 4-34-16,-6 3-29 0,0 1-23 0,7 0-16 0,0 7-26 16,-7 0-53-16,6 0-52 0,1 7-45 0,-1-2-57 0,0 2-107 15,2 1-50-15,4 2-26 0,-6 5 16 0</inkml:trace>
  <inkml:trace contextRef="#ctx0" brushRef="#br2" timeOffset="135363.12">20671 12591 210 0,'0'0'698'16,"6"0"39"-16,-6-4-103 0,8-3-115 0,-8 4-91 0,6-9-67 15,0 5-57-15,-6-4-53 0,6-3-39 0,-6 3-28 0,7-4-21 16,0-1-15-16,-1 3-9 0,1-1-12 0,-7-3-15 16,6 3-13-16,1 0-15 0,-7-1-13 0,0 4-14 0,7-4-10 15,-7 1-14-15,0-1-13 0,0 0-8 0,-7 1-4 16,7 3-3-16,-7-1-3 0,1 2 1 0,-1-1-1 0,1 4-1 15,-8 0 4-15,2-1-3 0,-2 4-2 0,2 1-1 0,-8 3-1 16,1 0 0-16,-1 3 0 0,-6 5 0 0,7-4-4 16,-1 6 4-16,0-2 3 0,1 3 1 0,-1 4-2 0,8-1-1 15,-2 5 1-15,8-1 2 0,-1 3 3 0,7 5 6 16,0 0 6-16,7 0 11 0,5 7 16 0,2-4 16 0,-1 4 12 16,6 0 18-16,1-1 19 0,-1 5 13 0,1-4 12 0,-1 0 7 15,-5 0 5-15,6 0 0 0,-14 0-1 0,6-4 1 16,-5 1-4-16,0-4-4 0,-1-4-4 0,-6-1-3 0,-6 1-4 15,6-3-7-15,-14-4-11 0,8-1-13 0,0-3-16 16,-8-4-47-16,2-2-33 0,-8-3 0 0,1-4 0 0,5 2 0 16,-5-9 0-16,-1 2 0 0,1 0 0 0,-8-4-39 0,8-4-88 15,0 1-44-15,0-4-51 0,-1-1-55 0,0 1-58 0,1 0-58 16,-1-4-43-16,7-1-47 0,0 5-64 0,6-4-61 16,1 4-67-16,0 0-107 0,6 2-36 0,0 2 3 0,6 3 21 15</inkml:trace>
  <inkml:trace contextRef="#ctx0" brushRef="#br2" timeOffset="136050.62">20561 14122 301 0,'-20'-7'825'0,"7"3"46"0,-7-3-25 0,1 3-123 0,6 1-117 0,-1-1-104 15,2 0-73-15,5 1-48 0,1 0-36 0,-1 3-32 16,7-5-20-16,7 1-30 0,6 4-36 0,-1-3-38 0,2 0-34 16,5-1-26-16,1 0-21 0,0 4-21 0,6 0-22 15,-1-3-20-15,1 3-20 0,-6 0-20 0,6 0-26 0,-7-5-32 16,7 5-44-16,-12 0-51 0,5-3-63 0,-5 3-69 0,-8 0-70 15,0 0-62-15,0-3-78 0,-6 3-76 0,0-5-66 16,-6 5-54-16,0-2-61 0,-7 2-73 0,0-5 0 0,0 5 33 16</inkml:trace>
  <inkml:trace contextRef="#ctx0" brushRef="#br2" timeOffset="136347.47">20470 14083 576 0,'-8'3'733'0,"2"0"-37"15,6 5-97-15,-6-1-88 0,6 0-73 0,-7 1-64 16,7 3-69-16,0 3-48 0,-6 1-28 0,-1 7-15 0,1 0-14 15,-1 3-11-15,1 1-11 0,0 3-16 0,6 2-13 16,-8 1-12-16,2-3-16 0,0 4-18 0,-1 0-20 0,0-3-12 16,7-2-11-16,-6 2-7 0,6-4-11 0,0-1-7 0,-6-3-9 15,6-3-3-15,0-1-3 0,0-3-5 0,0-4-6 16,0 0-4-16,0-4 0 0,0 0 0 0,0-4 8 16,0 1 5-16,0 1 8 0,-7-2 9 0,7 0 8 0,0-3 6 15,0 0 2-15,0 0 1 0,7 4-3 0,-7-4-4 0,0 0-6 16,6 0-4-16,0 4-2 0,1-4-4 0,0 0 0 0,5 3-1 15,-4-3 0-15,11 4-1 0,-6-4-6 0,0 4-3 16,7-4-5-16,-1 0-3 0,7 0-13 0,-6 0-22 16,6 0-37-16,-1-4-43 0,1 4-56 0,-6 0-75 0,0-4-73 15,-1 1-68-15,1-1-100 0,-1 0-96 0,-6-2-88 0,0 1-94 16,1-2-83-16,-8 4-23 0,-6-5 26 0,0 5 31 0</inkml:trace>
  <inkml:trace contextRef="#ctx0" brushRef="#br2" timeOffset="136534.95">20405 14471 395 0,'0'-5'937'0,"0"3"46"0,0-3 42 0,0-2-143 0,0 3-181 15,6 1-177-15,0-1-121 0,1 0-88 0,6 1-55 16,0-1-44-16,-1 4-43 0,2-3-45 0,5-2-44 16,-6 2-44-16,7 3-50 0,-1-4-50 0,1 1-58 0,-1 3-61 15,1-4-67-15,0 4-75 0,-1 0-50 0,1 4-63 0,0-1-75 16,-2 1-75-16,-4 4-83 0,-1-1-125 0,0 0-29 15,0 4 17-15,-7 1 25 0</inkml:trace>
  <inkml:trace contextRef="#ctx0" brushRef="#br2" timeOffset="136972.4">20391 15676 669 0,'0'-8'866'0,"-6"5"39"0,-1 3-46 0,-6 0-161 0,0 3-176 16,0 8-130-16,0 3-84 0,0 5-52 0,6 6-30 15,-6 4-33-15,7 2-34 0,0 5-34 0,-1 1-33 0,7-1-28 16,7 1-21-16,-1 0-13 0,0-5-10 0,14 2-7 0,-7-8-6 16,13-5-1-16,-7-2-2 0,7-8 2 0,1-4 9 15,-1-7 9-15,0-3 6 0,-7-6 14 0,7-8 15 0,-6-3 12 16,-7 0 14-16,6-3 12 0,-12-3 5 0,-1 1-1 15,1-4-2-15,-7 2-7 0,0 0-12 0,-7-4-14 0,1 2-14 16,-1 0-19-16,-5 0-19 0,-2 3-26 0,2 0-33 0,-2 4-34 16,1 0-44-16,0 5-55 0,7 5-59 0,-7 5-64 0,-7 7-72 15,7 0-95-15,0 2-117 0,0 7-138 0,1-1-135 16,-2 6-70-16,1 1 6 0,0 3 30 0</inkml:trace>
  <inkml:trace contextRef="#ctx0" brushRef="#br2" timeOffset="140128.31">12295 3356 695 0,'0'-8'768'0,"0"5"-46"0,0-4-115 0,0 3-120 0,0-4-112 15,0 5-94-15,0-1-64 0,7 0-34 0,-7 1-26 16,0 3-14-16,0-3-15 0,0 3-20 0,0 0-10 0,0 3-8 15,0-3 4-15,0 7 6 0,7-3 10 0,-7 2 10 16,6 6 11-16,-6 3 10 0,0-1 8 0,7 4 0 0,-7 1-5 16,0 3-8-16,0 3-9 0,0 1-16 0,0 3-18 0,0 4-15 15,0-4-15-15,0 4-15 0,0-3-11 0,-7-1-13 16,7 0-11-16,0-4-5 0,0 1-1 0,0-3-9 0,0-5-12 16,0-4-17-16,0 5-17 0,0-8-16 0,0-4-12 15,0 4-11-15,0-7-9 0,0 0-2 0,0-1 3 0,0-3 11 16,-6 0 16-16,-1 0 14 0,7-3 11 0,-7-5 9 0,-5 4 12 15,6-6 3-15,-2-1 9 0,-4 0 6 0,5-1 2 16,-6-2 5-16,6 0 4 0,-5-2 6 0,6-1 6 0,-8 6 12 16,8-4 11-16,-1 4 12 0,7 3 9 0,-7 5 2 15,7-1 3-15,-6 1 1 0,6 6-5 0,0 1-3 0,0 3-6 16,6 4-6-16,-6 3-8 0,7 2-1 0,0 1-4 0,-1-1-2 16,0 2-1-16,2 4-7 0,4-4-6 0,-6 0-5 15,1-3-4-15,6 0-5 0,-6 0 1 0,5-5-4 0,-4-2 0 16,4-1-1-16,-6-3 3 0,8-4-1 0,-8 0 3 15,7-4 0-15,1 1-4 0,-8-5-1 0,6-3 3 0,-4 1 1 16,4-6-1-16,-5 5-2 0,-1-4-1 0,1 5-1 0,0-5-5 16,-1 1 5-16,-6-1-1 0,6 0-7 0,0 1-6 15,-6 3-12-15,8-3-12 0,-8 1-15 0,0 3-8 0,6-5-25 16,-6 4-27-16,0 0-22 0,0 4-28 0,0-4-20 16,6 3-31-16,-6 1-26 0,0 0-28 0,0 0-35 0,0-1-41 15,0 5-58-15,0 0-62 0,0 3-70 0,0 0-91 0,0 0-91 16,0 0-28-16,0 0 9 0</inkml:trace>
  <inkml:trace contextRef="#ctx0" brushRef="#br2" timeOffset="141268.88">22078 4689 336 0,'-6'-11'768'0,"-2"4"17"0,2-1-103 16,6 2-140-16,-6-6-122 0,6 5-101 0,0-1-70 16,-6 5-35-16,6-1-19 0,0 0-12 0,0 4-10 0,0 0-3 15,0 0-5-15,0 4-6 0,0 0-1 0,6 3-6 0,-6 4-1 16,6 1 3-16,-6 2-2 0,6 4-2 0,-6 4-7 15,8 3-7-15,-8 0-8 0,6 6-8 0,0-2-8 0,1 0-9 16,-7 5-13-16,7-2-16 0,-1 1-14 0,-6 0-16 16,7-4-18-16,-7 4-8 0,6-4-7 0,-6 1-6 0,6-1-12 15,-6-7-19-15,7 4-28 0,-7-8-31 0,0 1-31 0,0-5-44 16,0-3-47-16,0 4-47 0,0-8-38 0,0 1-26 16,-7-5-15-16,7 1-9 0,0-4-8 0,-6 0-8 15,6-4-7-15,-6 1-2 0,6-5 7 0,-7-3 13 0,7 4 22 16,-6-8 31-16,6 1 41 0,0-1 58 0,0-3 68 0,0-1 75 15,0 1 71-15,0 3 78 0,6 0 77 0,-6 1 59 0,0 3 46 16,7 0 29-16,-1 0 15 0,-6 0 10 0,6 4 1 16,1 3-15-16,0 0-30 0,-1 1-29 0,7 3-28 15,-6-5-27-15,-1 5-28 0,1 0-31 0,5 0-30 0,-5 0-34 16,6 5-30-16,1-5-33 0,-8 0-41 0,7 0-46 0,0 0-49 16,0-5-50-16,-1 3-50 0,2-3-67 0,-1 2-76 0,0-5-72 15,0 1-53-15,0 0-39 0,0 0-28 0,-7-4-30 16,8 3-32-16,-8 1-10 0,-6-4 29 0</inkml:trace>
  <inkml:trace contextRef="#ctx0" brushRef="#br2" timeOffset="141440.73">22423 4806 515 0,'0'-8'589'0,"-6"2"-10"0,6 2-27 0,0 0-30 15,-7 1-26-15,7 3-27 0,-7 3-29 0,7 1-43 16,-6 6-42-16,6 5-36 0,-6 0-25 0,6 4-18 0,-7 2-17 16,7 5-19-16,0 0-28 0,0-1-29 0,0 1-28 15,0 4-30-15,0-2-29 0,7 2-24 0,-7-4-26 0,6 3-31 16,0-4-38-16,1-3-43 0,0 3-52 0,-1-2-54 0,-6-1-60 15,6 0-68-15,2 0-63 0,-2-4-70 0,0 0-74 16,-6 1-69-16,7 4-69 0,-1-6-87 0,1 2-72 16,-1-5-7-16,-6 8 19 0</inkml:trace>
  <inkml:trace contextRef="#ctx0" brushRef="#br2" timeOffset="142221.98">22293 6602 665 0,'0'-5'847'0,"0"2"42"16,-6 0-106-16,6 3-130 0,-8 3-128 0,8 0-113 0,-6 9-76 15,6-2-55-15,-6 9-43 0,6 3-42 0,0 0-40 16,0 3-36-16,0 2-29 0,0 2-26 0,0 0-21 0,6 1-14 15,-6-2-9-15,6 1-1 0,2 1-5 0,-8-1-4 16,6-4-5-16,-6 5-1 0,0-7-2 0,6-3-7 0,-6 0 3 16,7-6-8-16,-7 1 3 0,0-4 1 0,0-4-5 0,0 0-11 15,6-3-8-15,-6-1-9 0,0-6-14 0,0 3-8 16,0-7-8-16,0 0-15 0,0-5 0 0,0-2 4 0,0-4 3 16,-6-2 7-16,6 0 6 0,0-7 5 0,0-2-2 15,-7 0 19-15,7-4 3 0,-6-4 0 0,6-2 5 0,-6-2 3 16,-2-4 6-16,8-2 2 0,-6 6 11 0,6-2-2 0,0 3 4 15,-6 3 5-15,6 4 2 0,0 4 9 0,0 3 8 16,0 0 10-16,0 4 10 0,0 4 12 0,0 0 9 0,6 3 12 16,0 1 10-16,2 3 5 0,-2-1 5 0,0 5 3 15,7-4 4-15,7 4 1 0,0 0 3 0,-1 2 0 0,1-1 0 16,6 2-3-16,-6 4-3 0,5 0-7 0,1 0-8 0,0 4-7 16,-6-1-11-16,-1 5-15 0,1 2-7 0,0 1-8 15,-8 5-5-15,-5-2-5 0,-1 7-7 0,1 2-4 0,-7-1-2 16,-7 6 1-16,1-1-7 0,-7 2-12 0,7 1-13 15,-14-1-15-15,7 0-7 0,-7-6-8 0,7 2-8 0,-6-3-3 16,-1-5 3-16,7-1 8 0,-6-2 11 0,6-3 12 0,-1-3 11 16,2-1 13-16,-2 0 18 0,2-3 21 0,5-1 14 15,7 1 12-15,-6-4 9 0,-1 4 8 0,7-4 11 0,0 3 6 16,7-3 3-16,-1 5-2 0,1-3 2 0,5 3-4 0,2 2 2 16,-2-3 3-16,2 7 1 0,5-5-5 0,-6 10-9 15,6-6-11-15,1 5-10 0,-7 0 0 0,7-1-6 0,-7 6-9 16,6-7-9-16,-5 6-7 0,-2-4-26 0,1 2-5 15,-6 2 0-15,6-4 0 0,-7 3 0 0,2-4 0 0,-8-3 0 16,6 5 0-16,0-6 0 0,-6 0-57 0,0 3-48 0,6-6-48 16,-6 0-48-16,0 0-61 0,7-3-73 0,-7 0-61 15,0-4-56-15,0 3-70 0,0-6-83 0,0 3-85 0,0 0-118 16,-7-8-62-16,7 5-10 0,0-8 23 0,-6-1 43 16</inkml:trace>
  <inkml:trace contextRef="#ctx0" brushRef="#br2" timeOffset="143096.99">22729 8345 36 0,'0'4'730'0,"-6"-4"38"0,6 4-76 0,0-4-118 16,0 0-100-16,0 0-80 0,6 0-79 0,-6-4-59 15,0 0-42-15,0 1-31 0,6-1-15 0,-6-3-30 0,7 0-28 16,-7-1-25-16,7 0-17 0,-7 1-12 0,6-4-4 16,-6 3-3-16,7-2-5 0,-7-1 0 0,6 0-2 0,-6-1-2 15,6 2-6-15,-6-5 0 0,8 1 3 0,-8-1 1 16,0 5 1-16,6-6 3 0,-6 1 6 0,-6 4 8 0,6 1 10 16,0-5 0-16,-8 4-2 0,8 0 1 0,-6 0-3 0,-7 4-2 15,7-4-10-15,-1 4-7 0,-6 2-2 0,1-1-7 16,-2-2-1-16,1 4-4 0,-7 4-3 0,8-4-7 0,-8 4 1 15,7 4 0-15,-7-4-2 0,8 7 1 0,-2-2 0 0,2 1-3 16,5 6 2-16,0-5 2 0,1 8-3 0,-1 0 1 16,7 3 2-16,7 0 9 0,-1 4 7 0,1 1 11 15,12 4 8-15,-5 4 9 0,5-2 9 0,1 0 6 0,0 5 9 16,-8-2 3-16,8-3-1 0,-7 4-4 0,-1 0 0 0,2-3 5 16,-8-1 2-16,0-3-2 0,1 0-1 0,-7-5-7 0,0-3 1 15,0 1-2-15,0-4-52 0,-7-4-30 0,1 0 0 16,0-5 0-16,0-1 0 0,-8-5 0 0,1 0 0 0,0-8 0 15,0 5 0-15,1-5 0 0,-2-3 0 0,1-1 0 16,-7 2 0-16,1-5 0 0,0-3-58 0,5 3-119 0,-5-3-39 16,-1 0-39-16,0-1-41 0,8 5-40 0,-8-4-33 0,7 3-19 15,7 4-15-15,-8-3 2 0,8 5-31 0,0-1-53 16,-1 3-55-16,7-1-68 0,0 5-106 0,0-4-48 0,0 7-2 16,0 0 10-16</inkml:trace>
  <inkml:trace contextRef="#ctx0" brushRef="#br2" timeOffset="144143.85">22449 9492 541 0,'0'-7'851'0,"0"-2"44"0,0 2-80 15,7 1-128-15,6-2-127 0,-7 4-113 0,13-3-69 0,-5 7-48 16,5-7-33-16,1 2-29 0,0 5-33 0,6-3-44 15,-1 0-44-15,1-1-41 0,-6 4-32 0,6-4-22 0,-7 1-18 0,1 3-15 16,0-3-11-16,-1 3-9 0,-5-5-14 0,-2 5-15 16,2-3-13-16,-8 3-13 0,0 0-11 0,-6 0-12 15,0 0-10-15,0 0-9 0,0 0 5 0,-6 0 8 0,0 0 7 16,-8 0 10-16,8 0 9 0,-8 0 10 0,8 0 12 0,-7-4 13 16,7 4 8-16,-8 0 5 0,8 0 4 0,0 4-1 15,-8-4 15-15,8 3 20 0,0 5 18 0,-1-1 16 0,7 0 16 16,-6 8 17-16,-1 0 18 0,7 2 18 0,-7 6 2 0,7-1-2 15,0 4-7-15,7-1-3 0,-7 4-7 0,0 1-10 16,7-1-12-16,-7 1-14 0,0-1-14 0,6 3-11 0,-6-5-13 16,7 2-10-16,-1-4-10 0,-6-3-8 0,6 4-2 15,-6-7-4-15,0 3-1 0,8-8-8 0,-8 1-7 0,6-1-18 16,-6-3-21-16,0 1-28 0,0-5-31 0,0 0-36 0,0-4-40 16,0 1-48-16,-6 0-46 0,6-1-40 0,0-3-33 15,-8-3-36-15,8 3-56 0,-6-4-65 0,0-3-62 0,6 0-70 16,-7 0-122-16,1-5-33 0,-1 1 5 0,0 0 36 15</inkml:trace>
  <inkml:trace contextRef="#ctx0" brushRef="#br2" timeOffset="145487.47">22612 10880 451 0,'0'-6'729'0,"6"-3"-52"0,-6-2-90 0,7 4-73 15,-7-3-48-15,0-2-41 0,-7 5-47 0,7-4-46 0,-6 4-26 16,-1 0-17-16,1-1-18 0,-7 1-21 0,0 7-28 15,0 0-31-15,0 3-30 0,-7 9-23 0,7-2-24 16,-7 12-25-16,1 0-16 0,6 7-17 0,-6 4-11 0,5 8-10 16,2 3-8-16,5-1-6 0,0 5-7 0,1 4-1 0,12 0-6 15,-6-9 0-15,14 4-4 0,-8-6-2 0,14-4-1 16,-1-8-2-16,1-3 0 0,0-5-3 0,5-3 3 0,1-7-2 16,-6-3 1-16,6-8 3 0,0-3 1 0,-7-5 2 15,1-7 4-15,6-3 12 0,-13 0 14 0,1-4 19 0,-2-4 15 16,-6 0 17-16,8 1 11 0,-14-5 7 0,6 1 2 0,-6 0-7 15,-6 0-13-15,6-1-19 0,-7 0-13 0,-6-2-18 16,7 0-12-16,0-2-7 0,-8-3-13 0,8 4-15 0,-1 4-20 16,-6 0-22-16,6 3-33 0,1 4-34 0,0 4-43 15,0 3-52-15,-2 4-59 0,2 4-58 0,0 3-55 0,-1 1-68 16,0 6-89-16,1-3-92 0,-1 4-100 0,1 3-98 0,6-7-45 16,-6 11 19-16,-1 4 37 0</inkml:trace>
  <inkml:trace contextRef="#ctx0" brushRef="#br2" timeOffset="146096.76">22391 12189 718 0,'-7'-5'781'0,"1"-2"-24"0,-1 3-110 16,0 1-105-16,1-5-81 0,6 8-90 0,-6-3-62 0,-1 3-30 15,7 0-31-15,-7-4-29 0,7 4-30 0,0 0-30 0,-6 4-27 16,6-1-16-16,6 1-14 0,-6 7-8 0,0 1 0 16,7 2 9-16,-7 8 12 0,7 0 11 0,-1 0 5 0,-6 6 3 15,6 3 1-15,-6 5-3 0,7-3-7 0,-7 3-13 16,0 1-15-16,7 4-14 0,-7-5-16 0,0 1-14 0,0-5-14 15,0 5-12-15,6-7-11 0,-6-1-16 0,0-4-23 0,7-3-30 16,-7-3-42-16,0-1-48 0,6-3-60 0,-6-4-63 16,0 0-64-16,0-8-54 0,6 1-40 0,-6 0-48 0,0-8-49 15,0 0-41-15,0 1-27 0,0-8-23 0,0 0-23 0,0 0-31 16,-6-4-27-16,0-4 17 0</inkml:trace>
  <inkml:trace contextRef="#ctx0" brushRef="#br2" timeOffset="146237.38">22378 12609 73 0,'0'-11'708'0,"0"0"23"16,0 1-35-16,0 2-72 0,6-3-67 0,-6 4-56 0,0-1-63 15,7 1-62-15,-1-1-45 0,0 5-33 0,-6 0-31 0,14-1-31 16,-8 4-36-16,0 0-41 0,8 0-39 0,-1 0-33 16,0 0-28-16,0 4-29 0,-1-4-40 0,2 3-51 0,5 0-66 15,-6-3-70-15,7 5-73 0,-1-5-90 0,-5 0-114 16,5-5-102-16,1 5-97 0,-8-6-109 0,8 2-54 0,-7-3-1 16,0-1 35-16</inkml:trace>
  <inkml:trace contextRef="#ctx0" brushRef="#br2" timeOffset="146440.67">22782 12276 266 0,'-8'0'794'0,"2"-4"46"16,0 8-35-16,-1 0-118 0,-6-1-118 0,6 5-121 0,1 3-89 15,6 3-51-15,-6 1-29 0,6 3-30 0,-6 4-29 0,6 0-29 16,6 4-27-16,-6-1-35 0,0 1-18 0,6 4-26 16,0-2-23-16,-6-2-14 0,7 4-14 0,0-5-11 15,-1 1-9-15,1 0-1 0,-1-1-10 0,0-6-9 0,2 3-12 16,-2-4-21-16,0 1-20 0,-6-5-31 0,7 1-36 0,-7-5-41 15,0 5-48-15,0-4-39 0,0-4-36 0,0 1-44 16,0-5-67-16,0 2-63 0,0-2-64 0,0-3-72 0,0 0-110 16,0 0-52-16,-7-8 1 0,7 1 27 0</inkml:trace>
  <inkml:trace contextRef="#ctx0" brushRef="#br2" timeOffset="147549.87">22391 14005 569 0,'-7'-3'841'0,"7"-2"24"0,-13 5-75 0,6 5-162 15,1-2-167-15,-7 4-128 0,6 1-77 0,7 3-55 16,-6 4-33-16,6 3-25 0,0 1-22 0,0-2-22 0,0 5-21 15,6 3-24-15,-6 1-17 0,7 0-10 0,0 0-7 0,-1 0-4 16,0 3-4-16,1-4-3 0,-7-3-3 0,7 0 0 0,-1 1-1 16,-6-5-5-16,0-4 2 0,7 1-2 0,-7-4 0 15,0 0-2-15,0-4 3 0,0 1 0 0,0-5-1 16,0 2 5-16,0-5-4 0,0 0-4 0,0-5-4 0,-7-2-4 16,7 3-8-16,0-7-6 0,0 1-2 0,0-5-4 0,0-4 0 15,0 1 2-15,-6-4-3 0,6 0 3 0,0-4-3 0,0-2 1 16,0-2 3-16,-7 1 0 0,7 0 0 0,0 4 2 15,0-6 3-15,0 6 5 0,0 0 9 0,-7 2 3 16,7 2 3-16,0-2 3 0,0 4 1 0,0 5 2 0,0-4 6 16,0 3 4-16,0 4 2 0,0 0 4 0,0-1 2 0,0 2 4 15,7 3-1-15,-7-1 0 0,7 1-1 0,-7 0-3 0,6-1-7 16,1 1-5-16,-7 0-1 0,6 4-3 0,0-2 0 16,1-2 2-16,0 4-3 0,-1-1 1 0,0 0 2 0,2 4 5 15,-2-3 7-15,0 3 6 0,1 3 2 0,6 1 6 16,-7 3 1-16,1-3 0 0,-1 4 2 0,8 2-1 0,-8-3-9 15,0 4-6-15,7 0-6 0,-6 0-4 0,6 3-4 0,0-2-1 16,-6-1-4-16,5 0 0 0,-5 0 0 0,0 4 2 16,-1-4-2-16,0-1 4 0,1 2-1 0,-7-1 1 0,0 0 3 15,0-1-1-15,0 6 4 0,-7-5-1 0,1-1 3 16,6 1 1-16,-13 0 0 0,6 0-1 0,-5-3-4 0,-2 3 3 16,1-4-4-16,0 0 0 0,0-4-2 0,7 2-4 0,-8 2 0 15,2-7 2-15,5 5 5 0,1-3 3 0,-1 2 3 16,7-4 0-16,-6 0-1 0,6 3 0 0,6-3 2 0,-6 4-2 15,7 0-1-15,6-1 1 0,-7 2 0 0,14-3 0 16,-7 6 5-16,0 0 5 0,6 3 0 0,1-1 3 0,-7 2 1 16,6 2-2-16,-6 1 7 0,1 3 5 0,-2 0 8 0,-4 1 5 15,-2-2 9-15,-6 3 8 0,0-3 4 0,0 2 5 16,-6-1-1-16,-2 1-4 0,2-1-6 0,-7-4-6 0,0 2-10 16,0-2-9-16,0-2-7 0,-6-2-11 0,5-3-8 15,-5 1-12-15,-1-5-16 0,8 1-19 0,-8-1-25 0,0-3-31 16,1 0-36-16,-1-3-42 0,0-1-47 0,1 1-44 0,6-5-41 15,-6 1-36-15,-1 0-37 0,7-5-54 0,-7 2-60 16,14-2-62-16,-8 1-78 0,2 4-113 0,6-4-31 0,-1 4 7 16,7 7 28-16</inkml:trace>
  <inkml:trace contextRef="#ctx0" brushRef="#br2" timeOffset="148315.42">22437 15661 557 0,'0'-5'759'0,"-8"5"10"0,8 5-143 0,0-1-146 0,0 4-125 0,0 2-104 15,0 5-65-15,8 3-36 0,-8 0-20 0,6 4-12 16,-6 3-7-16,6 2-9 0,-6-2-10 0,7 4-10 15,-7-4-10-15,6 6-8 0,-6-2-5 0,0 1-3 0,7-2-8 16,-7-2-6-16,0-1-6 0,6-2-5 0,-6-4-3 0,0-2-4 16,0-2-6-16,0 0-5 0,0-5-2 0,0-3-4 0,0 2-1 15,0-6-3-15,0 0-5 0,-6-3-1 0,6 0 0 16,0-3 0-16,0-4 1 0,0-1 0 0,0-3-1 0,0-3 3 16,0-2 2-16,0-1 1 0,0-5 0 0,-7-1-1 0,7 1-5 15,-6-3 2-15,6-1-2 0,-7-3-4 0,7-1 0 0,-6 2-4 16,0-1-1-16,6-5-1 0,-8 9 0 0,2-4-1 15,6-1 3-15,-6 4 1 0,6-4 4 0,-7 10 1 16,7-6 4-16,-7 8 2 0,7-5 1 0,0 4 3 0,0 1-1 16,7 4 5-16,-7-1 3 0,7 4 0 0,-1-3 2 0,0 3 2 15,2 0 5-15,4 0-2 0,1 3 3 0,0-4-1 16,0 9-1-16,7-4 0 0,-7 7 3 0,0 0 0 0,6 0 3 16,1 7 3-16,-7 0 0 0,0 1 4 0,0 7-1 15,0-5 0-15,0 9-4 0,-7-4-1 0,-6 4-3 0,8-2-6 16,-8 1-2-16,6 1-3 0,-6-1-4 0,-6 1 3 0,6-1-4 15,-8-3 0-15,8-1-3 0,-6 1 0 0,0-4-1 16,-1 0 1-16,0-1 0 0,1-1-4 0,-7-6 0 0,7 0 3 16,-1 5 3-16,0-8 2 0,7 3 0 0,-6-3 1 15,6 3 5-15,0 2 12 0,6-2 19 0,-6 2 11 0,7 2 8 16,0 4 8-16,5 0 9 0,-5-1 10 0,6 5 2 0,0 4-5 16,-7-1-12-16,8-1-8 0,-2 2-7 0,-5 4-10 15,6-1-9-15,-6 0-10 0,5-4-9 0,-4 0-6 0,-2 0-7 16,0-3-10-16,0-3-18 0,1 2-20 0,0-7-27 15,-7 4-38-15,6-4-47 0,-6-2-61 0,0 1-66 0,0-2-61 16,7-4-83-16,-7 4-88 0,0-1-99 0,0-3-130 0,0 0-72 16,0 0-23-16,0 0 12 0,0 0 33 0</inkml:trace>
  <inkml:trace contextRef="#ctx0" brushRef="#br2" timeOffset="150549.54">10336 2700 90 0,'-14'-11'757'16,"8"4"18"-16,0-5 20 0,-1 9-170 0,7-5-176 0,-7 1-143 16,7 3-90-16,0 1-48 0,0-1-27 0,0 1-11 0,0 3-8 15,0 0 4-15,7 3 5 0,0 8 5 0,-1 0 8 0,0 8 15 16,0 2 16-16,2 8 14 0,-2 5 7 0,-6 2-3 16,6 4-7-16,-6 5-15 0,0 2-13 0,0 1-11 15,0 3-20-15,0-3-16 0,-6-1-18 0,6-4-18 0,0 2-14 16,-6-4-15-16,6-4-11 0,-8-5-12 0,8 1-4 0,0-7-6 15,-6-1-5-15,6-3-4 0,0-3-10 0,0-4-7 0,0-5-2 16,0 2-5-16,0-5-2 0,-6 0 1 0,6-3-4 16,-6-4 2-16,6 0 7 0,-7 0 3 0,0-4 6 15,1-3 2-15,-1 0 3 0,1-5-2 0,-8 2 3 0,8-2-2 16,0 1-1-16,0-3 3 0,-2 6 0 0,2 1 1 0,6 0 0 16,-6 2 1-16,6 2 1 0,0 6 5 0,0 2 4 0,6 2-2 15,-6 0 3-15,6 8 0 0,2 0 1 0,-2 3 2 16,0 4 0-16,0-4-1 0,8 5-5 0,-8-2 0 15,7-3-2-15,-6 1 0 0,0 0-1 0,-1-5-3 0,0-3-2 16,0 0 0-16,-6-4 4 0,8 1 0 0,-2-5 3 0,-6 1-1 16,0-4 2-16,6 0 4 0,1-4 1 0,-7-3-1 0,6-4-2 15,1 0 1-15,0-4-3 0,-1-3-1 0,0-1-1 16,0 1-2-16,-6-4-2 0,8 0 0 0,-2 0-2 0,0 0-1 16,1 0-1-16,-7 0-8 0,7 4-7 0,-1 0-10 15,-6 4-13-15,7-2-13 0,-7 2-16 0,6 3-20 0,-6-1-19 16,6 2-19-16,-6 0-19 0,0 2-25 0,7 1-29 0,-7-1-36 15,7 4-35-15,-7-3-33 0,6-1-41 0,-6 1-69 16,6-1-80-16,1 1-91 0,-7 0-132 0,7 4-55 0,-1-5-20 16,-6 4 3-16</inkml:trace>
  <inkml:trace contextRef="#ctx0" brushRef="#br2" timeOffset="151565.06">24534 4861 236 0,'0'-14'736'0,"0"-1"27"0,6 0-104 0,-6 1-132 0,0-1-96 15,0 0-77-15,0 1-64 0,0 3-38 0,0 3-20 0,0-3-20 16,0 4-12-16,0-1-20 0,0 8-22 0,0 0-14 16,0 4-11-16,6 4-6 0,1 2-4 0,-7 5 6 0,6 7 0 15,-6 0 8-15,7 7 3 0,-7 1-4 0,0 2-7 0,6 5-8 16,-6 0-9-16,0 4-14 0,0-6-9 0,0 7-9 16,7-3-8-16,-7-2-12 0,0 0-9 0,0 0-12 0,0-5-8 15,0-2-6-15,0-1-9 0,6-7-8 0,-6 0-3 16,0 0-4-16,6-7-9 0,-6-1-19 0,0-3-23 0,0 0-28 15,0 1-35-15,0-6-42 0,0-1-53 0,-6-3-64 0,6 3-63 16,0-2-68-16,-6-3-98 0,6-3-98 0,0-2-113 16,-7-2-129-16,7 1-55 0,0-2 17 0,0 0 32 0</inkml:trace>
  <inkml:trace contextRef="#ctx0" brushRef="#br2" timeOffset="152611.82">24410 6389 128 0,'-7'-4'739'0,"7"0"23"0,-7 1-79 16,7 3-132-16,-6 0-109 0,0 0-90 0,6 7-84 15,-7 5-58-15,7-2-36 0,0 8-23 0,0 1-11 0,0 3-12 16,0 0-12-16,0 7-16 0,0 1-3 0,0-2-3 0,7 2-7 16,-7 3-7-16,0-4-10 0,0 1-10 0,0-1-9 15,0-7-7-15,0 3-10 0,6-3-7 0,-6-7-6 0,0 0-2 16,0-1-5-16,0-3 0 0,0-2 4 0,0-7 4 16,0 2 1-16,0 0-1 0,0-1 3 0,0-6-4 0,0-1-1 15,-6 0-3-15,6-3-7 0,0-5-6 0,-7 2-4 0,7-5-3 16,-7 1-6-16,7-1 0 0,-6-4-2 0,6-2-2 15,0-5-4-15,0 1 0 0,-6-5-3 0,6 1-1 0,0-7-4 16,0 2-1-16,0-2-1 0,0 2 0 0,0 2 7 16,0 2 0-16,0 1 4 0,0 3-1 0,0 1 7 0,0 3 5 15,0 4 3-15,0 3 2 0,6 0 0 0,-6 1-1 0,0-1 2 16,6 8 1-16,-6-4 1 0,7 3-1 0,0 0-1 16,-1 2-1-16,-6 2 0 0,6 0-2 0,1 1-4 0,0 0 4 15,-1-2 3-15,7 5-2 0,-7 0-4 0,1 0 0 16,0 0-2-16,-1 5 8 0,8-5 1 0,-8 3-1 0,7-3-4 15,-7 3 3-15,1 1 8 0,6 3 1 0,-7-4 1 0,0 5-3 16,8-4 4-16,-8 3-1 0,1 1 7 0,-1-1 0 0,-6 3 2 16,7 2 2-16,-1-5 5 0,1 4 4 0,-7-4-3 15,0 5 8-15,6-1-1 0,-6-4 4 0,0 3 2 16,0-1-1-16,0-2-2 0,0 4 1 0,0-4 5 0,0 0-3 16,0 5-2-16,0-6-2 0,-6 2-2 0,6-2 3 0,-7 6-5 15,1-1-3-15,-1-4-7 0,7 5-6 0,-6-2-3 0,-7 2-3 16,7-2-9-16,-2-3-2 0,-4 5 1 0,5-5-1 15,1 0 2-15,-1 1 3 0,1-5-3 0,-7 4 2 16,13-7 5-16,-6 5-2 0,6-5-1 0,-8 0-3 0,8 3 1 16,0-3-3-16,-6 0 3 0,6 0-4 0,6 0-3 0,-6 0 2 15,8 0-1-15,-8 0-5 0,6 0 1 0,7 4 3 0,0-4-2 16,0 7 4-16,-1 0 0 0,8 0-1 0,-7 4 3 16,7 5 3-16,0-2 4 0,-1 4 4 0,0 4 9 15,-6-3 6-15,7 3 5 0,-14-1 11 0,8 5 12 0,-8-4 11 16,-6 4 7-16,7-5 7 0,-14 2 0 0,7 0-1 0,-6-3 2 15,-8 3-5-15,8-5-10 0,-14 0-11 0,7 1-11 0,1-9-9 16,-2 5-10-16,-6-4-7 0,8 0-15 0,-8-4-18 16,1-2-23-16,-1-2-27 0,1 0-36 0,6 1-48 15,-6-4-53-15,-1-4-56 0,6 1-42 0,2 0-42 0,-1-4-47 16,-1-2-65-16,2 2-67 0,5-4-59 0,0 1-68 0,1-2-107 16,0 1-45-16,-1 0 8 0,0 4 41 0</inkml:trace>
  <inkml:trace contextRef="#ctx0" brushRef="#br2" timeOffset="153221.13">24195 7854 748 0,'-7'7'787'16,"7"1"16"-16,-7 3-156 0,-5 3-173 0,12 5-162 0,-7-1-105 15,0 4-58-15,1 0-32 0,0 4-15 0,6-1-15 16,0 0-19-16,-7 2-9 0,7 2-15 0,0-4-11 0,0-3-7 16,0 0-2-16,0 1-5 0,0-5 0 0,0-3 1 0,7 0-2 15,-7-5 6-15,0 1 3 0,0-4 9 0,6-3 7 0,-6 4 7 16,0-8 5-16,0 0 1 0,0-8-4 0,0 4 1 16,0-7-10-16,0 4-10 0,6-7-14 0,-6-1-8 15,0-3-5-15,7-1-3 0,-7-3 1 0,7-4-7 0,-7 1-7 16,6-8-3-16,-6 4-3 0,6-8-7 0,1 0-3 0,-7-2-8 15,7-1-9-15,-1-2 0 0,1 3 2 0,-1 2 3 0,0 1 4 16,2 2 6-16,-2 5 4 0,0 3 8 0,0 4 8 16,2 3 5-16,-8 5 8 0,0 0-1 0,6 2-1 0,0 5 1 15,-6 0 2-15,7-1 4 0,-1 5 2 0,-6-1 11 16,7 4 3-16,6 0 15 0,-7 4 18 0,0 3 18 0,8 0 21 16,-1 4 17-16,-7 4 15 0,14-1 6 0,-7 9 5 0,0 2 3 15,0 1-4-15,0 3-8 0,-6 4-17 0,5 4-16 16,2-5-17-16,-8 5-14 0,8-1-12 0,-8-2-15 15,0 3-12-15,1-4-9 0,-1-1-13 0,1 2-9 0,-1-2-7 16,-6-2-6-16,7-5-13 0,-1 6-33 0,-6-6-43 0,0-3-47 16,0 0-38-16,0-1-54 0,-6 2-51 0,6-9-71 0,-7-3-91 15,1 1-80-15,-1-10-87 0,1 3-130 0,-1-5-48 16,-5 0-11-16,4 0 21 0</inkml:trace>
  <inkml:trace contextRef="#ctx0" brushRef="#br2" timeOffset="153408.67">24279 8016 39 0,'-6'0'913'0,"-1"-5"46"16,7 5 32-16,-6 0-66 0,6 0-182 0,0 0-192 0,6 0-135 15,1 5-99-15,-1-5-65 0,1 3-41 0,6-3-32 16,-1 3-32-16,8-3-37 0,-7 4-41 0,7-4-43 0,0 0-48 16,-1 0-48-16,1 0-54 0,-1 0-59 0,-6 0-67 15,7 0-67-15,-1-4-84 0,1 4-103 0,0-3-105 0,-1 0-130 16,-6 3-80-16,6-5-36 0,-5 1 11 0,-2 4 33 15</inkml:trace>
  <inkml:trace contextRef="#ctx0" brushRef="#br2" timeOffset="154252.26">24240 9324 650 0,'-6'-5'813'0,"6"2"35"15,-6 3-135-15,-2-3-126 0,2 3-115 0,6 0-97 0,-6 0-56 16,6 3-35-16,0 0-23 0,0 4-18 0,0 1-23 0,0 7-19 16,0-1-19-16,0 1-12 0,6 3-12 0,-6 8-10 15,0-4-2-15,6 3-6 0,2 5-6 0,-8-1-10 16,0 0-9-16,0 1-11 0,0 0-10 0,0 2-14 0,0-2-16 15,0-2-15-15,0 2-11 0,-8-4-12 0,8-1-8 0,0-2-7 16,0-2-15-16,0 1-20 0,0-7-29 0,8 0-39 0,-8-5-46 16,0 2-54-16,0-5-57 0,0 1-56 0,-8-1-44 15,8-7-33-15,8 3-17 0,-8-6 2 0,6 3 5 16,-6-7 16-16,0-1 25 0,0-4 35 0,6 2 43 0,-6-1 48 16,0-7 54-16,-6 3 62 0,6 0 81 0,0-3 78 0,0 4 71 15,0-1 62-15,-6-3 55 0,6 7 49 0,0-4 37 16,-8 4 4-16,8 0 2 0,0-1-2 0,-6 5-9 0,6 4-20 15,0-1-28-15,0-3-34 0,6 7-36 0,-6-4-19 16,8 1-35-16,-2 3-34 0,0-4-27 0,0 4-22 0,2 0-13 16,4 4-13-16,1-4-11 0,1 0-15 0,-2 3-25 0,2 1-32 15,-2-4-41-15,1 0-49 0,1 4-58 0,-2-4-61 0,8 0-53 16,-7 0-54-16,7-4-44 0,-8 4-53 0,2-4-52 16,-2 1-38-16,2-1-31 0,5 0-33 0,-12-7-53 15,6 4-49-15,-1-8 8 0</inkml:trace>
  <inkml:trace contextRef="#ctx0" brushRef="#br2" timeOffset="154486.62">24585 9440 294 0,'-6'-11'782'16,"6"4"26"-16,-7 0-43 0,-6-1-82 0,7 5-74 16,-1 3-82-16,1 3-82 0,0 5-52 0,-8-1-39 15,14 8-32-15,-6 3-28 0,6 1-31 0,0 3-33 0,0 3-28 16,0 4-26-16,6 1-22 0,0-1-24 0,2 0-21 0,-2 1-19 16,0 2-20-16,7 1-19 0,-6-3-13 0,-1 3-13 0,1-4-9 15,-1-3-8-15,0 3-4 0,2-8-4 0,-2 6-8 16,0-5-11-16,1-4-16 0,-7 1-17 0,7-2-19 15,-7-2-20-15,6-3-20 0,-6-6-18 0,0 6-12 0,0-5-8 16,0-4-8-16,0 1-9 0,0 1-8 0,-6-5-8 0,6 3-11 16,0-3-14-16,0 0-17 0,-7-3-7 0,0 3-13 0,7-5-10 15,-6-2-18-15,6 0-22 0,-6 3-41 0,6-4-38 16,0 2-44-16,-8-6-56 0,8 5-69 0,0-4-104 0,-6 0-30 16,6 0 13-16</inkml:trace>
  <inkml:trace contextRef="#ctx0" brushRef="#br2" timeOffset="155580.32">24286 10843 406 0,'-13'-3'816'0,"0"0"44"0,7-2-65 0,-2 1-136 0,2 4-134 16,0-3-117-16,6 3-67 0,0-3-26 0,12 3-12 15,-4 0-9-15,11 0-8 0,1 0-8 0,6 0-7 0,-7 3-10 16,7-3-22-16,0 0-30 0,7 3-33 0,-7-3-33 0,0 4-31 16,0-4-32-16,-1 5-24 0,2-5-24 0,-8 0-10 15,8 0-11-15,-8 0-16 0,0 0-21 0,1 0-24 0,-7-5-25 16,0 5-26-16,-6-4-29 0,-1 4-32 0,-6-3-32 15,0 0-25-15,0 3-19 0,0-4-11 0,-6 4-1 0,-1-4 1 16,0 1 10-16,-5 3 11 0,-2-4 20 0,8 0 24 0,-7 1 30 16,0-1 23-16,0 1 26 0,-1-1 24 0,2 4 20 15,5 0 24-15,1 0 31 0,-1 0 31 0,1 4 32 0,-1-1 36 16,1 4 27-16,0 1 29 0,-2-1 25 0,2 3 18 16,6 5 13-16,-6 4 13 0,6 3 5 0,0 0-7 0,0 4-6 15,0 3-13-15,0 0-16 0,0 0-12 0,0 8-23 0,0-4-27 16,0 4-27-16,0-1-19 0,6 1-19 0,-6 0-15 15,6-5-11-15,-6 1-13 0,8-3-10 0,-8-4-21 0,6-1-22 16,-6-3-32-16,6 0-34 0,-6-4-41 0,0-3-49 0,0-1-56 16,7-3-53-16,-7-2-39 0,0-3-56 0,0 2-70 15,0-5-79-15,0 1-84 0,0-4-111 0,0 0-65 0,0 0-16 16,0 0 1-16,0 0 45 0</inkml:trace>
  <inkml:trace contextRef="#ctx0" brushRef="#br2" timeOffset="156173.98">24501 12514 655 0,'-7'-7'810'0,"1"-4"15"0,-7 4-136 16,7-4-139-16,-8 3-116 0,8 2-84 0,-1-2-47 0,0 4-20 15,1-1-29-15,0 2-8 0,6 3-10 0,-7 8-8 0,7-1-15 16,0 8-17-16,0 2-11 0,0 3-8 0,0 5-7 16,0 1-3-16,7 3-8 0,-7 1-11 0,6 2-15 15,-6 5-18-15,0 0-14 0,0-5-21 0,6 5-13 0,1-4-15 16,-7-4-12-16,7 2-15 0,-7-6-9 0,6 0-6 0,0-3-3 16,-6-4-3-16,8 0-3 0,-8-3-8 0,0-4-14 0,0-4-19 15,6 2-28-15,-6-7-31 0,0 3-40 0,0-2-45 16,-6-3-54-16,6 0-57 0,0-3-59 0,-8-2-46 15,8-2-53-15,0 0-81 0,0-4-80 0,-6 0-100 0,6-4-119 16,0 1-46-16,-6-4 22 0,6 6 34 0</inkml:trace>
  <inkml:trace contextRef="#ctx0" brushRef="#br2" timeOffset="157236.32">24181 14247 470 0,'0'-4'677'0,"0"-3"-61"0,0-1-96 0,0-2-73 15,7 2-62-15,-7 1-56 0,0-5-43 0,0 2-40 16,0-1-36-16,0 0-29 0,7-1-13 0,-7-2-12 0,0 3-3 16,6-3 2-16,-6 3 4 0,0 0 0 0,0-1 4 0,0 6 1 15,0-2 4-15,0 0 0 0,0 5 1 0,0 0-2 0,0-2-6 16,0 3-6-16,0-3-8 0,0 5-7 0,0-3-15 15,0 3-12-15,0-4-17 0,0 4-17 0,0 0-18 0,0-4-13 16,0 4-14-16,0 0-11 0,0 0-7 0,0 0-8 16,0 0-8-16,0 0-1 0,0 0 2 0,7 0-2 0,-7 0-1 15,0 0 1-15,0 0-1 0,0 4 1 0,6-4 2 0,-6 0 0 16,0 4 0-16,6-4-1 0,-6 0 2 0,0 0-1 16,0 0 1-16,0-4-1 0,8 4 0 0,-8-4-1 0,0 4 2 15,6 0-1-15,-6-3 0 0,0 3 0 0,0-4 1 16,0 0-2-16,6 1 2 0,-6 3 0 0,0-4-2 0,0 4 0 15,0-3-1-15,6 3 4 0,-6-5-3 0,0 5 0 0,0 0 1 16,0-3-1-16,0 3 1 0,0 0 1 0,0 0 1 16,0 0-5-16,0 3 2 0,0-3-1 0,0 5-2 0,0-2 0 15,-6 4 0-15,6 4 2 0,-6 0-1 0,6 7 2 16,0 4-1-16,-6 4 2 0,-2 4-1 0,2-1 2 0,6 8 0 16,-6 3 0-16,6 1 0 0,0-2-1 0,0-2-1 0,6 3 0 15,-6-3-1-15,6-3 0 0,8-2-1 0,-8-3 0 16,8-3 1-16,-2-5-1 0,1-2 1 0,1-4 0 0,4-5-2 15,-4-2 1-15,-1-3 2 0,7-5 0 0,-1-5-5 0,-6-3-4 16,7-2-6-16,-1-5-3 0,-6-4-5 0,6 2-5 16,-5-5-5-16,5-3-5 0,-6-1 1 0,-6-4 3 0,5 0 0 15,2-2 0-15,-8-5 1 0,1 0-2 0,-1 1-4 16,1-4-1-16,-1-1 0 0,1 6 0 0,-1-3 4 0,0 5 4 16,2 4 5-16,-8 6 8 0,0 2 5 0,6 3 8 0,-6 3 7 15,0 7 3-15,0 1 3 0,0 7 6 0,0 4 5 16,-6 3 5-16,6 7 5 0,0 1 5 0,-8 7 0 0,8 1 2 15,-6 3 3-15,6-1-1 0,0 8-4 0,-6-4-1 16,6 8-5-16,0-4-7 0,0-1-2 0,0 1-4 0,0-3-4 16,6-1-8-16,-6 0-16 0,6 0-22 0,2-3-31 15,-8 0-35-15,6-1-49 0,-6-2-56 0,0-2-62 0,6 2-51 16,-6-2-41-16,7-6-52 0,-7 4-67 0,7-5-62 0,-7 5-59 16,6-5-70-16,-6-3-84 0,6 3-31 0,-6-2 7 15</inkml:trace>
  <inkml:trace contextRef="#ctx0" brushRef="#br2" timeOffset="157658.16">24625 15452 394 0,'6'-7'879'16,"-6"3"47"-16,0 0-10 0,0 1-149 0,0-1-162 0,-6 4-143 15,6 7-91-15,-14 1-49 0,8-1-35 0,0 7-21 16,-8 2-22-16,1-2-19 0,0 8-25 0,-6 0-20 0,-1 4-14 16,7-1-14-16,-13 5-14 0,6 3-17 0,-6 0-19 0,1 3-16 15,-1 4-14-15,-7 1-10 0,7 3-18 0,0 0-16 16,0 0-12-16,-1 3-5 0,9-6-5 0,-9 3-12 0,7-8-21 16,1 1-29-16,6-4-41 0,0-3-51 0,0-1-62 0,0-7-79 15,7-4-83-15,-8 1-72 0,14-9-77 0,-6-3-81 16,6-4-66-16,0-3-56 0,0 0-61 0,6-6-68 0,-6-5 6 15,6-4 39-15</inkml:trace>
  <inkml:trace contextRef="#ctx0" brushRef="#br2" timeOffset="157876.87">24071 15720 245 0,'-7'-18'741'0,"1"3"38"0,6 1-81 16,-7-5-107-16,1 8-90 0,6-1-81 0,0 2-68 15,0 2-42-15,0 1-19 0,6 3-10 0,1 4-9 0,-1 0-9 16,8 4-1-16,4 6-3 0,2 5-2 0,7 1-1 0,-8 10-7 15,7-1-16-15,0 4-17 0,0 7-25 0,0 1-31 0,-6 4-27 16,5 2-28-16,-5 4-31 0,0-1-23 0,-1 1-50 16,1-3-1-16,0 0 0 0,-7-4 0 0,-1 0 0 15,2-3 0-15,-2-8 0 0,-4 5-68 0,4-9-45 0,1 1-35 16,-6-4-45-16,-1-4-56 0,1 0-65 0,-7-7-64 0,0 0-55 16,6-7-69-16,-6-1-97 0,0-6-110 0,6-1-154 0,-6-7-49 15,0 4-4-15,0-8 29 0,0 4 51 0</inkml:trace>
  <inkml:trace contextRef="#ctx0" brushRef="#br2" timeOffset="160298.54">2709 3084 733 0,'0'-7'798'0,"-6"0"18"0,6 0-98 15,-7 2-164-15,7 2-150 0,0 3-108 0,0 0-61 0,-7 3-36 16,7 2-24-16,0 2-18 0,7 4-29 0,-7 3-28 0,0 5-25 15,7-1-19-15,-7 4-14 0,6 3-6 0,0 1-3 16,0 0-2-16,-6 0 0 0,8 3 1 0,-2-3-2 0,0 3-2 16,-6-4-1-16,7-3-7 0,-7 0-5 0,6-3-2 0,-6-2-5 15,7-1-1-15,-7-5-2 0,0 0-1 0,0-4-3 16,7 0 2-16,-7 1-3 0,-7-5-1 0,7-3 1 16,-7 4-6-16,1-8-1 0,-1 4-1 0,1-3 1 0,0-5-1 15,-2 5 9-15,-4-4-6 0,6-5 2 0,-8 5-2 0,1 0 3 16,7-4 1-16,-1 3-3 0,0 1 5 0,1 0-4 0,6 3 6 15,-6 0 4-15,6 4 5 0,-6-3 2 0,6 6 2 0,6-3 11 16,-6 8 6-16,6-5 5 0,0 4 5 0,-6 0 4 0,7 1 6 16,0 4-1-16,-1-5 4 0,-6 4-5 0,7-4-8 0,-1 0-4 15,1 1-2-15,0-1-4 0,-7 0-4 0,6-4-6 16,0 1-5-16,-6 1-2 0,6-5 0 0,-6 0-2 0,8 0-3 16,-2-5-4-16,0-2 1 0,1 0 3 0,-1 0-3 15,1-4-1-15,0 0-4 0,-7 0-14 0,6-3-19 0,0 1-23 16,0-1-30-16,2 3-40 0,-2-3-53 0,0 3-51 0,1-3-49 15,0-2-68-15,-1 2-89 0,1 3-96 0,-1-4-108 16,0 1-150-16,1 3-45 0,0-1 1 0,-1 1 26 0</inkml:trace>
  <inkml:trace contextRef="#ctx0" brushRef="#br2" timeOffset="161610.85">26416 4657 49 0,'-8'-4'784'0,"2"-1"36"0,-6-2 20 0,5 4-133 15,0-1-149-15,1 0-153 0,6 4-105 0,-7 0-63 16,1 0-44-16,6 8-24 0,-6-1-20 0,6 5-17 15,0 5-14-15,0 6-4 0,0 2-6 0,0 8-3 0,6 0 8 16,-6 7-6-16,6 4-6 0,-6 0-8 0,7 0-7 0,-7 3-13 16,6-2-15-16,-6 2-10 0,0-3-10 0,7-1-6 0,-7 2-6 15,0-9-5-15,7 1-8 0,-7-3-2 0,0-9-4 16,0 1-4-16,0-8-1 0,0 0-2 0,0-7-2 16,-7 1-5-16,7-9-10 0,0 0-11 0,0-3-9 0,-7-3-10 15,7 0-10-15,-6-9-6 0,6-2-6 0,-7-5-1 0,7-3 3 16,-6-6 0-16,6-2-2 0,-6-7-4 0,6 0-8 0,-8-6-5 15,8-4-3-15,0-5-2 0,0-3-2 0,0 0 4 16,0-4 11-16,0 5 10 0,0-6 14 0,0 9 10 0,8 0 10 16,-8 3 10-16,0 4 11 0,6 4 5 0,-6 3 1 0,0 4 4 15,6 4 11-15,1 4 8 0,-7 2 5 0,6 1 6 16,1 8 9-16,0-1 12 0,5 5 15 0,-6 1 15 0,14 6 7 16,-6 3 13-16,5 0 14 0,1 8 12 0,-1 3 10 15,1-1 7-15,6 8 2 0,-6 1 3 0,-1 4 0 0,7-2-2 16,-6 2-8-16,-8 6-4 0,2-4-7 0,-1 4-7 15,-1 1-6-15,2-1-9 0,-14 0-7 0,6-3-5 0,0 0-6 16,-6-1-9-16,-6-6-10 0,6-1-11 0,-6 0-9 0,6-3-9 16,-7-1-10-16,-6-2-10 0,7-2-23 0,-1-2-33 15,-6-5-45-15,6 5-50 0,-5-8-67 0,-2 3-81 0,1-3-78 16,0 0-86-16,0 0-95 0,-7-3-102 0,8 3-104 16,-1-4-161-16,-7 0-32 0,0 1 9 0,8 3 39 0</inkml:trace>
  <inkml:trace contextRef="#ctx0" brushRef="#br2" timeOffset="162517">26448 6264 535 0,'-13'-7'751'0,"6"7"26"15,-5 0-116-15,-2 4-135 0,2 7-117 0,-8-1-114 0,7 9-66 16,-1 7-34-16,-4 3-20 0,4 7-13 0,1 6-18 16,1 1-16-16,4 4-5 0,2-3-2 0,0 4-16 0,6-4-14 15,0-4-14-15,6-4-13 0,8 1-11 0,-2-7-10 16,1-1-12-16,7-7-3 0,0-4 4 0,5-6 6 0,-5-2 8 15,6-6 7-15,0-4 5 0,0-7 6 0,0 0 7 0,-6-8 1 16,6 0 1-16,-6-3 3 0,-1-1 0 0,-6-3 3 16,0-4 4-16,-1 1-1 0,-4-4-1 0,-2-1-5 0,0 1-9 15,-6-4-11-15,0-4-11 0,0 1-13 0,-6-1-10 16,6 1-9-16,-6-1-8 0,6 4-9 0,-8 0-13 0,2 3-17 16,0 5-24-16,-1-1-27 0,1 8-39 0,-1 4-45 0,1-1-61 15,-1 8-53-15,1-1-52 0,0 5-75 0,-2 3-90 0,2 3-94 16,0 5-118-16,-1 3-84 0,-6 0-26 0,7 7 7 15,-1 0 26-15</inkml:trace>
  <inkml:trace contextRef="#ctx0" brushRef="#br2" timeOffset="163267.01">26318 7726 493 0,'-7'-8'811'0,"7"5"34"0,-6 3-50 0,-1-4-146 15,7 4-141-15,-6-4-130 0,0 8-81 0,-2 0-43 16,2 3-29-16,6 7-14 0,0 2-15 0,0 6-19 0,0 3-10 16,0 1-12-16,0 6-7 0,6 2-7 0,-6 3-7 15,8-1-12-15,-8 1-10 0,6 3-8 0,0-3-12 0,-6-1-13 16,7 1-8-16,-1 0-10 0,-6-4-9 0,7-4-8 0,0-4-10 15,-7 1-7-15,6-3-5 0,-6-5-3 0,0-4-6 16,0-2-4-16,6-2-7 0,-6-3-13 0,0 1-14 0,0-8-18 16,0 0-22-16,0 0-23 0,-6-8-24 0,6 1-28 15,0-3-25-15,-6-2-18 0,6-2-15 0,0-2-16 0,-7-5-4 16,7-2 3-16,-7-2 8 0,7-4 14 0,-6-4 17 0,6-1 19 16,-7-2 25-16,1-1 29 0,0 0 25 0,-2 2 20 15,2-2 19-15,0 1 20 0,6 2 16 0,-6 1 24 0,-2 7 29 16,2 1 31-16,0 3 31 0,6 4 26 0,-7-1 26 15,1 5 12-15,6 3 10 0,0 3-5 0,0 1-10 0,0-1-15 16,6 5-14-16,1-5-15 0,-1 5-14 0,8-1-9 0,-2 4-7 16,2-3-3-16,5 3-9 0,1 0-11 0,6 3-9 15,-1-3-10-15,1 4-12 0,0-1-11 0,1 1-8 16,-1 0-8-16,6-1-14 0,-6 1-26 0,1 0-38 0,-2-1-54 16,1 1-69-16,-6-1-84 0,0 2-78 0,-14-2-105 0,7 2-113 15,-7-2-109-15,-6 0-134 0,0 1-69 0,-6 3-9 0,-7 1 25 16,0-1 51-16</inkml:trace>
  <inkml:trace contextRef="#ctx0" brushRef="#br2" timeOffset="163423.15">26331 8019 834 0,'-6'7'904'0,"-1"-3"46"0,7 4-16 16,0-5-160-16,0 0-179 0,0 2-126 0,0-3-87 0,7 3-61 16,-1-5-41-16,6 0-41 0,2 0-46 0,-1 0-42 15,0 0-48-15,6 0-54 0,1-5-60 0,0 3-66 16,-1 2-78-16,1 0-87 0,6-5-88 0,-7 5-112 0,7 0-134 15,-6 0-136-15,-1 0-176 0,7 5-56 0,-6-3 1 0,-7 3 37 16,7 2 59-16</inkml:trace>
  <inkml:trace contextRef="#ctx0" brushRef="#br2" timeOffset="164188.76">26363 9404 30 0,'-12'0'746'0,"4"0"29"0,-4 8-35 16,-1-2-129-16,6 5-121 0,-6 4-108 0,7 0-89 15,0 7-53-15,-2 0-31 0,2 0-12 0,0 7-11 0,0-3-17 16,6 3-17-16,-8 0-16 0,8-4-16 0,0 2-15 0,0-2-13 15,0 1-15-15,0-8-17 0,0 4-9 0,8-7-11 16,-8 0-9-16,0-5-12 0,6 1-6 0,-6-3 2 0,0-1 2 16,0-3 11-16,0-4-2 0,0 0 1 0,0-4-3 15,0-3 0-15,0-1-3 0,0-3-5 0,0 1-4 0,-6-5-10 16,6 0-2-16,0-7-3 0,0 4 2 0,0-8 1 0,0 4 0 16,0-8 0-16,0 2 1 0,6-6-1 0,-6 2 0 15,6-5 1-15,-6 1-4 0,6-1-1 0,-6 0-1 0,8 4 0 16,-2 0-1-16,0 3 0 0,1 5 0 0,-7 0-1 15,6 3 3-15,-6 3 0 0,7 5 1 0,0-1 1 0,-7 4 1 16,6 0-1-16,-6 1 2 0,6 5 2 0,0 2 1 0,2-1 4 16,-2 4 5-16,7 4 7 0,-7 4 4 0,1 2 10 15,6 1 10-15,-1 4 9 0,-4 7 10 0,4 0 7 0,2 3 6 16,-1 1 2-16,-7 3 2 0,7 8 0 0,0-4-6 16,0 3-7-16,0 0-9 0,0 1-10 0,0 0-8 0,0 0-9 15,1 0-10-15,-8-4-15 0,7 0-24 0,-7-1-20 0,7-3-27 16,-6-2-45-16,-7-2-54 0,6-3-65 0,-6-4-68 15,0-4-61-15,-6-2-82 0,-1-5-97 0,1 1-84 0,-1-5-78 16,-6-3-106-16,1 0-26 0,-2-3 16 0,-5-1 36 0</inkml:trace>
  <inkml:trace contextRef="#ctx0" brushRef="#br2" timeOffset="164329.35">26286 9617 216 0,'-8'-8'794'0,"2"0"44"15,0 6 21-15,6-7-138 0,0 6-137 0,-6-1-137 0,6 1-94 16,6-1-54-16,-6 4-41 0,6 0-36 0,8 0-33 15,-8 4-33-15,7-4-36 0,0 3-33 0,6 1-41 0,-5-1-47 16,5 1-60-16,1 1-60 0,-2-5-64 0,2 2-62 16,7 3-97-16,-8-2-119 0,7-3-122 0,0 3-159 0,0-3-67 15,0 5-24-15,0-2 5 0,1 3 31 0</inkml:trace>
  <inkml:trace contextRef="#ctx0" brushRef="#br2" timeOffset="165547.99">25777 10899 184 0,'-6'0'663'0,"6"0"-7"0,-6-4-98 0,-2 4-102 0,8 0-79 16,-6-4-61-16,6 4-54 0,0 0-50 0,0 0-49 15,0 0-45-15,0 0-32 0,6 0-20 0,-6 0-17 16,0 0-12-16,0 0-3 0,0 0 6 0,8 0 10 0,-8 0 12 15,0 4 13-15,0 0 6 0,6-2 8 0,-6 6 7 16,0 1 3-16,0-3-4 0,0 5-3 0,0 4-6 0,0-1-10 16,0 1-5-16,0 3-8 0,0-3-11 0,0 7-6 0,0-3-6 15,0-1-2-15,0 4-3 0,0 0 0 0,0 3 0 16,0-3 1-16,6 8 5 0,-6-4 5 0,0-1 9 0,0 4 3 16,0-4 8-16,-6 4 8 0,6 2 4 0,0-6 0 0,0 1-1 15,-6-1-2-15,6-2-6 0,0-1-6 0,0-1-9 16,0-6-7-16,0-1-8 0,0 1-4 0,0-4-4 0,6-3-2 15,-6-1-3-15,0-4 2 0,6 1-2 0,-6-4-2 16,7 0-1-16,-1-7-3 0,1 3 0 0,-1-7-6 0,1 0 0 16,5-4-4-16,-4 1-5 0,-2-7-1 0,0-2-1 0,8-3 1 15,-8 1-2-15,7-8 0 0,0 0-3 0,0 0 1 16,-7 0-1-16,14-1 0 0,-7 9-1 0,0 0-2 0,-6 3 1 16,5 3-1-16,2 8 1 0,-8 4 6 0,0 3 7 15,1 8 7-15,6 7 9 0,-6 3 11 0,5 9 13 0,-4 3 12 16,4 3 12-16,2 7 5 0,-2 1 0 0,1 0-2 0,7 3-7 15,0-4-4-15,-1 4-10 0,1-6-11 0,6-1-11 16,-7-4-8-16,7-4-3 0,6-2-2 0,-5-5 0 0,-1-3 0 16,0-4 1-16,0-8 2 0,-1 1 2 0,-5-4 1 15,0-7-1-15,-1-1-1 0,1-6-1 0,-7-1-3 0,-6 0-2 16,6-7-4-16,-7 0-3 0,-6-3-3 0,0-5-4 0,0 1-1 16,0-5-3-16,-6-1-11 0,6-6-14 0,-7-4-20 15,1 6-28-15,-1-9-33 0,0 1-35 0,1-1-37 0,0 0-41 16,-1 0-41-16,7 5-40 0,0-1-37 0,-7 1-24 15,14 1-17-15,-7 9-39 0,0 4-65 0,0 4-64 0,7 3-71 16,-7-1-122-16,6 9-39 0,-6 8-15 0,0 6 17 0</inkml:trace>
  <inkml:trace contextRef="#ctx0" brushRef="#br2" timeOffset="166454.07">26207 12632 97 0,'0'-11'681'16,"-6"-1"43"-16,0 1-80 0,-2 0-115 0,8 4-97 0,-6 4-75 15,0-2-63-15,6 5-57 0,-7 5-39 0,7 2-25 16,-7 4-28-16,1 3-16 0,6 5-12 0,0 3-14 0,0 3-9 16,0 1-6-16,0 4-10 0,0 3-8 0,0-4-7 0,0 0-9 15,6 4-6-15,-6-4 0 0,7 1 4 0,-7-1-1 16,7 0 2-16,-7-4 1 0,6 1-1 0,-6-3 2 0,0-3-5 15,0 0-1-15,0-6-10 0,0-3-4 0,0 0-6 0,0 0-3 16,0-4-5-16,0 0-6 0,0-2 0 0,0-2-4 16,0-3-3-16,0-3-4 0,-6-2-3 0,6-2-4 0,0 0 2 15,0-4-2-15,-7-3-4 0,7-5-5 0,0-4-1 16,0 3-1-16,0-7-2 0,0 2-1 0,-7-8-4 0,7 0-3 16,0-4-3-16,0-2-1 0,0-2 0 0,0-6-3 0,0-2-1 15,0 2 3-15,0 0 6 0,0 3 4 0,-6 3 7 0,6 5 10 16,0 2 6-16,0 5 10 0,0 3 13 0,-7 1-3 15,7 7 9-15,0 3 4 0,7 1 3 0,-7-2 4 16,6 9 3-16,1 0-1 0,0 0 3 0,5 2 14 0,2 5-2 16,5 0 8-16,1 9 7 0,0-6 6 0,6 8 6 0,-1 3 5 15,-5-2 5-15,6 10 2 0,-7-4 3 0,7 7-5 16,-12-3 3-16,5 9 1 0,-6-6-4 0,0 0-6 0,0 1-2 16,-6-1-6-16,-7 1-5 0,0-3-6 0,0-2-11 15,0 2-11-15,-7-6-9 0,7-2-9 0,-7 0-8 0,-5-1-7 16,5-2-8-16,1-2-5 0,-8 1-4 0,2-4-13 0,-2-2-18 15,2-3-25-15,-2 3-30 0,1-5-41 0,1 0-42 0,-2 0-46 16,2 0-55-16,-8-5-43 0,13 3-46 0,-5-6-37 16,-2 4-58-16,2-3-69 0,4 3-72 0,-4-3-77 15,5 0-126-15,1 2-43 0,-1 2 14 0,0 3 32 0</inkml:trace>
  <inkml:trace contextRef="#ctx0" brushRef="#br2" timeOffset="167438.35">26305 13837 287 0,'0'-4'770'0,"0"0"34"0,0 1-35 0,0 3-129 16,0 0-102-16,0 3-104 0,0 5-66 0,6 7-39 0,-6-1-19 16,7 4-8-16,-7 4-8 0,7 0-19 0,-1 3-27 15,-6 5-28-15,6-4-24 0,0 4-22 0,2-1-16 0,-2 0-20 16,-6 0-15-16,6 0-16 0,1 0-11 0,-7-3-16 0,0 4-13 16,6-5-14-16,-6-3-11 0,0 0-10 0,0-4-10 15,0 1-8-15,0-1-6 0,0-7-12 0,-6 0-22 0,6 0-27 16,0-4-38-16,0 1-47 0,0-5-59 0,-7 4-70 0,7-7-77 15,-6 5-65-15,6-5-72 0,-6 0-93 0,6-5-93 16,-8 2-109-16,8-4-85 0,-6 3-24 0,0-3 22 16,6 3 40-16</inkml:trace>
  <inkml:trace contextRef="#ctx0" brushRef="#br2" timeOffset="168297.62">26168 15434 186 0,'-13'0'763'0,"13"0"34"0,-7 0-20 15,7 0-118-15,-6-4-115 0,6 4-107 0,0 0-98 0,-6 0-53 16,6 0-33-16,0 4-13 0,6 3-21 0,-6 4-24 16,0 3-17-16,0 2-13 0,6 6-2 0,-6 3-1 15,7 1-5-15,-7 3-13 0,6 3-12 0,-6-1-15 0,7-2-18 16,0-3-19-16,-1-1-15 0,8 0-18 0,-8-3-15 0,6-3-13 15,2-1-7-15,-1-3-6 0,-1 0 1 0,2-8-3 0,-2 0-1 16,8-3 0-16,-7-4 1 0,1-4-1 0,-2 1 0 16,2-5-2-16,5-3 2 0,-6 1-1 0,0-5 0 0,-1 0 0 15,-4 1-1-15,4-5-1 0,2 0-4 0,-8-2-3 16,1 3-4-16,5-5 1 0,-5 0-3 0,0 3 0 0,-1 0 0 16,0 3 4-16,1 2 1 0,0-3 2 0,-1 7 4 0,-6-1-2 15,7 6 3-15,-7-2-1 0,6 8 1 0,1 0-3 16,-7 8 4-16,6 3 3 0,1 3 1 0,-7 4 7 0,6 1 9 15,0 6 14-15,-6 5 15 0,8-1 17 0,-8 0 14 0,6 8 11 16,-6 0 15-16,0 3 12 0,-6-4 5 0,6 6 3 16,-8-6 0-16,2 1-95 0,0-2-31 0,-7-1 0 0,0-1 0 15,0-4 0-15,-1 0 0 0,2-7 0 0,-8 0 0 16,1-4 0-16,5-3 0 0,-6-4 0 0,2-3 0 0,-2-1 0 16,-7-4 0-16,9-3 0 0,-2 0 0 0,-7-3 0 0,9-4 0 15,-9-1 0-15,7-6 0 0,-6 2 0 0,7-6 0 16,-1-1-1-16,1 2-263 0,0-1-33 0,-1-1-38 0,7 1-36 15,-1 0-46-15,2 0-24 0,-2 2-23 0,8 2-63 0,0 7-72 16,-1-5-84-16,7 9-135 0,-6-5-40 0,6 8 22 16,0 0 28-16</inkml:trace>
  <inkml:trace contextRef="#ctx0" brushRef="#br2" timeOffset="192858.46">6454 3205 708 0,'0'0'809'0,"-7"-3"16"0,7-1-100 0,-6 4-172 0,-1 0-181 0,7-4-122 16,-6 4-57-16,0 0-29 0,6 0-17 0,0-3-11 0,0 3-14 15,-8 0-23-15,8 0-18 0,8 3-22 0,-8 1-12 16,0 0-7-16,6 7 6 0,0-1 10 0,-6 5 11 15,7 4 11-15,-1 6 14 0,-6-3 7 0,7 8 4 0,-7-1-3 16,0 4-7-16,0 0-7 0,0 4-9 0,0-1-9 0,0-3-12 16,0-1-10-16,0 2-9 0,0-5-7 0,0 1-10 0,0-5-7 15,0 1-5-15,0-3-5 0,0-3-6 0,0-1-7 16,0-4-10-16,0 0-9 0,0-5-14 0,0 1-14 16,0-3-14-16,-7-1-15 0,7 0-11 0,-6-3-12 0,-1 0-9 15,1-4 1-15,0 0 6 0,-8-4 9 0,8-4 10 0,-8 1 14 16,8 0 12-16,-7-4 20 0,0-3 15 0,6-1 8 15,-5 0 11-15,5 5 9 0,0-2 13 0,1 1 13 0,0 5 17 16,-1-2 10-16,7 3 15 0,-7 1 14 0,7 4 12 16,0 4 12-16,0 1 7 0,7 6 3 0,-7 0 1 0,7 0 0 15,-1 0-1-15,0 3-1 0,1 0-7 0,0 5-7 0,5-4-9 16,-5-1-8-16,6 4-4 0,-6-6-3 0,5 3-7 16,-5-5-4-16,0-2-3 0,-1 3-2 0,8-3-3 0,-8-5 1 15,0 0-2-15,1 1-2 0,-1 0-7 0,1-8-1 16,-1 0 1-16,1 1-4 0,-1-8-4 0,0 0-7 0,2 0-8 15,-2-3-4-15,0-2-1 0,1-2-5 0,-1 0-6 0,1-1-5 16,-1 1-13-16,1-4-14 0,-1 3-24 0,1-1-30 16,-7 0-37-16,7 2-44 0,-1-1-51 0,0 5-61 0,1-1-56 15,0 1-47-15,-7-1-44 0,6 5-66 0,0-6-69 16,1 5-73-16,-7-4-97 0,6 5-61 0,-6-1-15 0,7 4 11 16,-7-5 40-16</inkml:trace>
  <inkml:trace contextRef="#ctx0" brushRef="#br2" timeOffset="194233.31">28187 4609 784 0,'6'-8'832'16,"-6"-3"24"-16,0 3-103 0,0 2-129 0,0 2-119 0,0-1-97 16,-6 2-50-16,6 3-33 0,-7-3-26 0,1 3-26 0,6 0-37 15,-6 0-36-15,-1 3-43 0,7 0-35 0,-7 6-28 16,7 1-15-16,-6 5-9 0,0 3-3 0,6 1 4 16,0 6 9-16,0 1 7 0,0 3 9 0,0 4 8 0,0 4 8 15,6-1 5-15,-6 5 0 0,6 3-5 0,-6 0-10 0,0-5-5 16,0 5-43-16,7-2-54 0,-7-3 0 0,0-2 0 0,7 4 0 15,-7-8 0-15,0-1 0 0,0-2 0 0,0-4 0 16,6-1 0-16,-6-7 0 0,0 1 0 0,0-5 0 0,0-3 0 16,0 0 0-16,0-8 0 0,0 5-20 0,-6-8-176 15,6 4-71-15,0-4-79 0,-7-4-87 0,7 4-81 0,-7-8-114 16,7 2-119-16,0-5-167 0,-6-4-65 0,6 0-10 0,0 4 36 16,0-7 63-16</inkml:trace>
  <inkml:trace contextRef="#ctx0" brushRef="#br2" timeOffset="195061.37">27972 6293 608 0,'-7'-3'813'0,"7"-5"37"0,0 1-96 0,-6-1-120 16,6 2-110-16,0-2-100 0,0 1-58 0,-6 3-35 0,6-3-24 15,0 3-18-15,-7-4-22 0,7 5-31 0,0-4-33 16,0 3-33-16,0 1-25 0,-7 0-16 0,7 3-14 0,0-5-14 15,0 5-7-15,0 0-6 0,0 5-1 0,0-2 0 0,0 4 5 16,0 3 5-16,-6 9 13 0,6 3 12 0,-6 7 11 16,-1 5-118-16,0 2-15 0,7 4 0 0,-6 8 0 0,-1-4 0 15,1 3 0-15,0 2 0 0,6-6 0 0,6 1 0 16,-6-4 0-16,13-3 0 0,-7-4 0 0,8-4 0 0,-2-4 0 16,2-2 0-16,5-4 0 0,1-9 0 0,0 2 0 0,-2-9 0 15,2-6 0-15,7-1 0 0,-8-7 0 0,0-4 0 0,8-2 0 16,-8-6 0-16,0-3 0 0,1 1 0 0,-7-5 0 15,1-7 0-15,-2 1 0 0,1-4 0 0,0-5 0 0,0-2 0 16,1 0-49-16,-8-2-16 0,6 9 8 0,-5 4 15 16,0 2 20-16,-7 9 30 0,6 3 19 0,-6 7 15 0,0 8 11 15,0 4 9-15,0 3-19 0,0 7-43 0,-6 4 0 0,-1 8 0 16,0 2 0-16,1 12 0 0,0 1 0 0,0 3 0 0,-2 2 0 16,8 1 0-16,-6 4 0 0,6-4 0 0,6 1 0 15,-6-4 0-15,8-1 0 0,-8-3 0 0,6-4 0 0,0 1 0 16,7-5 0-16,-6-3 0 0,-1 0 0 0,7-3 0 15,-6-4 0-15,0-1 0 0,-1-3 0 0,-6-4 0 0,6 1-309 16,-6-5-66-16,0 1-55 0,0 0-44 0,0-4-43 0,0 0-66 16,0 0-69-16,0 0-86 0,-6-4-139 0,6 0-36 15,-6 1 22-15,6-5 47 0</inkml:trace>
  <inkml:trace contextRef="#ctx0" brushRef="#br2" timeOffset="196217.54">28024 7763 745 0,'-6'-4'861'0,"6"0"45"16,6 4-69-16,-6-3-120 0,6 0-132 0,8-5-102 16,-8 3-56-16,13 2-38 0,-5-1-32 0,5 1-30 0,1-1-41 15,6 0-49-15,-6 4-46 0,-1-3-42 0,1 3-37 0,0 0-32 16,-2-4-25-16,2 4-22 0,-7-4-21 0,7 4-27 0,-8 0-35 15,-5 0-40-15,6-3-44 0,-6 3-48 0,-1 0-58 16,1 0-59-16,-7-4-54 0,0 1-41 0,0-1-31 16,-7 0-43-16,1 1-38 0,-1-5-32 0,1 2-14 0,-8 2-4 15,8-4 3-15,-6 4 8 0,-8-3 28 0,7 3 70 0,-1 4 86 16,-4 0 91-16,4 0 96 0,1 0 94 0,0 0 90 16,0 4 83-16,0 0 60 0,6-1 45 0,1 1 36 0,0 4 35 15,-1-4 38-15,0 2 37 0,7 2 18 0,-6-1 8 16,6 0 2-16,-7 4-6 0,7-4-14 0,-6 8-21 0,6 1-31 15,0-2-32-15,-7 4-17 0,1 0-8 0,6 5 0 0,-7 2 0 16,1 0-2-16,0 2-5 0,-2-2-8 0,2 0-15 16,-7 5-15-16,7-2-11 0,-1 3-15 0,0-2-17 0,7-3-13 15,-6-1-16-15,6 0-14 0,0-2-12 0,0-1-12 16,-6-4-13-16,6 4-12 0,6-3-6 0,-6-2-6 0,0-2-4 16,6 0-5-16,1-1 0 0,0-3 0 0,-1 1-1 0,7-1 0 15,-7-4-5-15,2-3-3 0,4 3 0 0,-5-4-1 16,6 2-23-16,-7-2-9 0,7 0 0 0,1-3 0 0,-2 0 0 15,8 0 0-15,-7 0 0 0,0 0 0 0,0 0 0 16,7 0 0-16,-8-3 0 0,2 3 0 0,-1-3 0 0,-1 3-72 16,-4-5-48-16,-2 2-46 0,0-1-51 0,0 4-59 0,-6-3-70 15,7-1-63-15,-7 0-54 0,-7-3-80 0,7 0-80 0,-6-5-87 16,6 1-117-16,-12 0-42 0,4 1 7 0,-4-5 29 16,-1 0 52-16</inkml:trace>
  <inkml:trace contextRef="#ctx0" brushRef="#br2" timeOffset="196389.35">28012 8096 206 0,'0'0'868'0,"6"0"57"16,-6-3 51-16,6 3-115 0,0-5-144 0,1 5-151 0,6-3-102 15,0 3-70-15,7-4-61 0,-7 1-56 0,6 3-60 16,1-4-62-16,-1 0-72 0,1 4-79 0,-1-3-84 0,1 3-88 16,0 0-93-16,6 3-89 0,-7-3-125 0,7 4-132 0,-6-4-140 15,-1 4-144-15,1-1-59 0,0 1 11 0,-1 4 47 16</inkml:trace>
  <inkml:trace contextRef="#ctx0" brushRef="#br2" timeOffset="196998.65">27763 9319 592 0,'-6'-3'1003'0,"0"3"49"0,6-3 39 0,-7-2-152 0,7 5-204 0,0 0-183 16,7 0-141-16,-1 0-95 0,0 5-56 0,8-2-43 15,6 0-35-15,-1 2-36 0,7-3-37 0,0 3-35 16,0-2-20-16,7 1-22 0,-1 0-25 0,7-4-29 0,-7 3-30 15,1-3-32-15,0 0-30 0,-1 0-31 0,1-3-33 0,-7-1-27 16,0 4-17-16,-6-4 0 0,-1 1 4 0,-6-2 11 0,-6 3 6 16,-1-3 25-16,-6 2 26 0,0-5 25 0,-6 5 24 15,-1-1 19-15,1-3 21 0,-1 3 19 0,-6 4 22 16,1-3 12-16,4 3 10 0,-4 0 14 0,-2 0 14 0,1 3 14 16,7 1 19-16,-7-1 17 0,6 5 22 0,-5 0 15 0,5 3 13 15,0 3 14-15,1 1 11 0,6 3 8 0,0 4 4 0,-7 0 4 16,7 3-1-16,0 4-4 0,0-2-9 0,0 2-15 15,0 3-16-15,7-2-14 0,-7 0-18 0,6-1-19 16,-6-4-18-16,7 4-14 0,-7-7-9 0,7 5-6 0,-1-6-1 16,-6 2-9-16,6-5-7 0,-6 0-4 0,0 0-4 0,0-3-5 15,0-3-11-15,0 1-15 0,0-1-28 0,0-2-25 0,0-2-31 16,0-4-41-16,0 3-46 0,0 0-48 0,-6-4-52 16,0 5-49-16,6-8-40 0,-7 4-66 0,0-4-75 0,1 0-82 15,-1-4-99-15,1 1-93 0,-7-2-30 0,6 2 6 16,7 3 32-16</inkml:trace>
  <inkml:trace contextRef="#ctx0" brushRef="#br2" timeOffset="198264.14">27783 10854 779 0,'0'-3'831'0,"0"-1"33"0,-6 0-133 0,6 4-121 15,0-3-126-15,0 3-103 0,0 0-66 0,0 0-44 16,0 0-34-16,0 3-25 0,0 5-21 0,0-1-33 0,0 4-13 16,0 4-11-16,0 7-2 0,0 0 1 0,-7 3 2 0,7 9-1 15,0-5-7-15,0 3-8 0,-7 5-14 0,7 0-11 16,0-1-13-16,0 1-11 0,7-4-10 0,-7 1-11 0,0-2-8 15,0-3-11-15,0-3-5 0,0 0-7 0,0-1-7 16,0-3-6-16,0-3-9 0,0-4-9 0,7-1-17 0,-7-3-24 16,0 1-26-16,0-6-29 0,0-2-27 0,0 3-26 0,0-3-26 15,-7-4-28-15,7 4-12 0,0-8-2 0,0 0 7 16,0-3 16-16,-7 0 24 0,7-5 20 0,0-2 30 0,0 0 35 16,0-5 37-16,0 1 38 0,7-1 39 0,-7 1 40 15,7 0 30-15,-1 3 34 0,-6 0 27 0,14 4 25 0,-8-3 19 16,0 6 11-16,7 1 2 0,0 0-10 0,0 3-12 0,1 0-21 15,-8 1-20-15,14 3-24 0,-8 0-25 0,1 0-22 16,1 3-28-16,-2 1-30 0,2 0-37 0,5 3-38 0,-6-4-42 16,0 1-46-16,1 0-63 0,-2 0-59 0,8-4-58 15,-14 0-37-15,7 0-25 0,-7-4-26 0,8 0-23 0,-8-3-12 16,1 0 21-16,-1-1 33 0,1-3 47 0,-7 0 48 0,0-3 60 16,6-1 75-16,-6-3 88 0,-6 0 92 0,6-5 91 15,0 1 81-15,-7 4 55 0,7-4 45 0,-6 4 39 0,6 0 33 16,0 3 22-16,-7 4 7 0,7 0-17 0,-6 3-23 15,6 8-16-15,-6 0-17 0,6 5-17 0,-8 1-21 0,2 5-20 16,6 5-19-16,0 5-14 0,-6-3-10 0,6 8-9 0,-7 3-14 16,7 2-19-16,0-2-20 0,0 0-21 0,0 3-21 15,0-2-65-15,7 0-40 0,-1-1 0 0,-6-4 0 0,6 1 0 16,-6-1 0-16,8-7 0 0,-2 4 0 0,-6-3 0 0,6-4-90 16,-6 0-92-16,7-5-57 0,-7 1-65 0,0 0-74 0,0 0-65 15,0-4-71-15,0-3-91 0,0 3-98 0,0-7-121 16,0 0-72-16,0 0-17 0,0 0 25 0,0 0 48 15</inkml:trace>
  <inkml:trace contextRef="#ctx0" brushRef="#br2" timeOffset="199092.16">28324 12558 217 0,'0'0'777'16,"0"0"35"-16,0 0-49 0,6 0-131 0,-6 0-116 0,0-4-110 15,0 1-93-15,0-1-65 0,0 0-45 0,0-3-36 0,7-1-33 16,-7 2-30-16,6-5-27 0,1 0-22 0,0 0-13 0,5 0-6 16,-6-3 0-16,2 2 11 0,-2-3 9 0,0 5 8 15,1-2 12-15,-1 5 5 0,-6 0 5 0,7-4 4 16,-7 4 1-16,0-1-6 0,0 1-9 0,0 3-6 0,-7-3-11 16,1-1-6-16,-1 5-8 0,1-4-10 0,0 2-9 0,-8 2-8 15,2 0-5-15,-2-2-6 0,1 5-3 0,-7-3-9 16,8 6-1-16,-8-3-1 0,1 5 1 0,-1-2-2 0,0 0-1 15,1 4 0-15,-1 1-1 0,1 0 5 0,6-1-4 16,-7 4 2-16,7 0 0 0,0 4 0 0,0 3 2 0,7 0-1 16,6 4 3-16,-6 0 1 0,6 4 5 0,0 3 7 0,6 0 6 15,0 1 9-15,7 3 11 0,0-3 13 0,0-2 14 16,1 1 18-16,-2 1 12 0,2-1 7 0,-2-3 5 0,1 0 4 16,-6-5 4-16,0-2 3 0,-1-1-2 0,-6-3-1 15,0 0-1-15,0-1-4 0,-6-3-3 0,-1-4-7 0,-6 0-14 16,0 1-55-16,-7-4-29 0,8-4 0 0,-8 0 0 0,7-4 0 15,-7 1 0-15,0-5 0 0,1 1 0 0,-1-4-64 0,8 0-87 16,-8-1-55-16,0-2-64 0,7 0-66 0,-6-1-62 16,6-4-54-16,0 1-66 0,0 4-74 0,0-5-64 15,7 5-48-15,6 3-60 0,-7-1-53 0,14 5 3 0,-7 3 26 16</inkml:trace>
  <inkml:trace contextRef="#ctx0" brushRef="#br2" timeOffset="199763.97">28004 13811 462 0,'0'-11'728'0,"-6"-4"-13"15,6 4-97-15,-6 1-91 0,6-2-69 0,0 1-51 0,-7 4-51 16,7 0-50-16,-7-1-37 0,7 5-34 0,0 3-34 15,-6 0-29-15,6 3-20 0,0 0-20 0,-7 9-11 0,7 2-6 16,0 4-2-16,-6 5 1 0,6-1 0 0,6 4 1 0,-6-1-1 16,0 9 1-16,0-6-2 0,0 1-4 0,7 5-9 15,-7-5-7-15,0 4 6 0,0-4-6 0,0 1-8 0,6-1-9 16,-6-2-10-16,0-2-10 0,0-4-4 0,0 2-6 16,0-5-17-16,-6 0-3 0,6-4-6 0,0-3-7 0,0 0 0 15,-7 0-5-15,7-3-1 0,0-1-1 0,0-3-1 16,0 0 0-16,0-2 2 0,0 3 4 0,0-5 4 0,0 0 5 15,0 3 6-15,0-3 9 0,0-3 6 0,0 3 3 0,7 0 1 16,-7 0 3-16,0-5-4 0,6 5-4 0,1-2-5 16,0-2-34-16,-1 0-1 0,8 0 0 0,-2 1 0 0,1-1 0 15,0 0 0-15,0-3 0 0,7 3 0 0,-7 1 0 0,6-1 0 16,1 0 0-16,-1 1 0 0,-5 3 0 0,5-4-22 0,1 4-41 16,0 0-25-16,-2 0-28 0,2 0-42 0,-1 0-46 15,1 0-52-15,-7 4-62 0,7-4-66 0,-7 0-70 16,6 3-104-16,-5-3-114 0,-2 4-152 0,-12-4-73 0,0 0-26 15,0 0 18-15,7 7 44 0</inkml:trace>
  <inkml:trace contextRef="#ctx0" brushRef="#br2" timeOffset="200435.83">27816 15416 357 0,'-13'0'861'15,"-7"-4"43"-15,14 0 48 0,-8 1-138 0,8-1-173 0,0 1-152 16,-1-2-96-16,7 2-54 0,0-1-38 0,7 1-38 15,5 3-47-15,2-4-53 0,6 4-45 0,5-4-27 0,1 4-21 16,0 0-17-16,7 0-12 0,-7 0-13 0,6 0-6 0,1 0-5 16,-7 4-4-16,0 0-6 0,1-4-2 0,-2 0-2 15,-5 3-1-15,0 1 1 0,-8-4-1 0,2 3 3 0,-8 2 6 16,7-2 10-16,-7 1 6 0,-6-1 10 0,0 5 8 0,0 3 6 16,0 3 7-16,-13 1 2 0,7 0 1 0,-7 7-4 15,0-4-5-15,0 4-6 0,0 3-9 0,-7 1-4 0,7 0-8 16,-7 3-4-16,1 0-4 0,-1 5-3 0,2-6-5 15,-2 5-3-15,6 1-2 0,-5-5-1 0,-1 0 1 0,8-3-1 16,-2 3 4-16,1-3 3 0,1-1 3 0,5-3 3 0,-6 0 7 16,13-3 3-16,-6-1 5 0,6-4 7 0,0 2 1 15,6-7 2-15,0 8-2 0,8-7-6 0,-8 0-33 0,7-1 0 16,0 1 0-16,6-2 0 0,1-5 0 0,-1 4 0 16,1-3 0-16,0-1 0 0,-1 6 0 0,7-6 0 0,-6 0 0 15,-1 1 0-15,1 0 0 0,0-4 0 0,-1 3-94 0,0-3-75 16,-6 0-31-16,1 0-24 0,-2-3-27 0,2-1-24 0,-2 0-26 15,-5 1-29-15,0-4-25 0,-1-1-23 0,1 1-44 16,-7-4-64-16,0 0-70 0,0-4-87 0,-7-2-129 0,1-2-40 16,-8 1 8-16,8-1 21 0</inkml:trace>
  <inkml:trace contextRef="#ctx0" brushRef="#br2" timeOffset="200654.5">27874 15727 812 0,'0'3'896'0,"0"-3"42"0,7 4 1 15,6-4-171-15,-7 3-178 0,7 1-108 0,7 1-62 0,0-5-34 16,-1 3-27-16,7 0-45 0,0 1-57 0,-6 0-65 0,5 2-59 16,2 2-48-16,-1-3-34 0,-6 2-23 0,6 0-16 15,-1 4-13-15,-5-4-11 0,0 0-12 0,-8 1-14 0,2 3-16 16,-1-4-17-16,-1 1-17 0,-4-1-22 0,4 4-22 16,-12-4-26-16,6-3-27 0,1 2-27 0,-7-1-30 0,7-1-29 15,-7-1-30-15,0 2-30 0,0-5-44 0,0 2-57 0,0-2-56 16,-7-2-57-16,7 2-76 0,0 0-105 0,-7-5-39 0,1 2 10 15,0-1 44-15</inkml:trace>
  <inkml:trace contextRef="#ctx0" brushRef="#br2" timeOffset="202748.09">29829 4674 653 0,'0'-7'735'0,"0"0"-62"0,0 0-109 15,-8-1-95-15,8 4-74 0,0-3-69 0,-6 3-65 0,6 4-44 16,-6-3-29-16,6 3-20 0,0 3-15 0,-7 8-15 16,7 1-12-16,-7 6-12 0,7 0 4 0,0 7 2 0,0 5 2 15,0-1 1-15,0 4-6 0,0 3-2 0,-6 1-7 0,6 0 1 16,0-4-5-16,6 4-14 0,-6 0-9 0,0-8-7 16,0 4-9-16,7-8-5 0,-7 1-7 0,0-1-9 0,0-6-11 15,0-1-1-15,0 1-5 0,0-8-2 0,0 3-3 16,0-7-4-16,0 1 0 0,0-5-1 0,0 1 2 0,0-1-2 15,0-3-2-15,-7-3-11 0,7-4 2 0,-6-1-1 0,6-3 0 16,-6 1-4-16,6-5-4 0,0-3-7 0,-7-1-6 16,1-3-1-16,6 0-12 0,-7-3-11 0,0-4-10 0,7-1-6 15,-6 0-3-15,0-2 1 0,-1-1 6 0,0 3 7 0,1 5 11 16,0-1 10-16,-1 1 9 0,7 2 5 0,-6 5 10 16,-1 4 11-16,7 3 3 0,0 0 4 0,0 2-3 0,-7 3 0 15,7 2-2-15,0 1-1 0,7 3-3 0,-7 3-7 16,7 1 1-16,6 2 3 0,-7 10 8 0,7-5 8 0,0 7 9 15,7 0 8-15,-7 5 5 0,6-5 3 0,0 3-1 16,1 2-3-16,0-1-5 0,-1 0-2 0,7 0-3 0,-6 0-7 16,-1-1-5-16,1-3-1 0,0 1-1 0,-1-4-3 0,-6 0 2 15,0-4-3-15,1 0-3 0,-2-4 0 0,-5-4 5 16,-1 5 8-16,-6-5 15 0,7-3 10 0,-7 0 6 0,6 0 6 16,-6-3 2-16,-6-5-1 0,6 1-4 0,0-4-10 0,0-3-17 15,-7-1-11-15,7-3-11 0,0-5-6 0,-6 1-7 0,6-3-10 16,0-4-15-16,0-4-13 0,0-1-14 0,0-2-18 15,0-1-13-15,0 1-13 0,0 3-12 0,0 0-2 16,0 0 5-16,0 3 1 0,0 5 1 0,0 3 4 0,0 3-1 16,0 4-4-16,0 5-1 0,0-1-9 0,0 4-19 0,0 0-20 15,0-1-19-15,0 4-24 0,0 1-15 0,0 3-6 0,6 0-9 16,-6 3-2-16,0 1-6 0,7 4-21 0,-7-1-31 16,6 0-30-16,1 4-38 0,-1-1-47 0,0 2-69 15,2 2-116-15,-2 2-54 0,0 2 8 0</inkml:trace>
  <inkml:trace contextRef="#ctx0" brushRef="#br2" timeOffset="203919.94">29854 6107 539 0,'0'0'737'0,"-6"7"-4"0,6-4-130 0,-7 9-116 15,7-1-94-15,0 3-73 0,0 4-56 0,0 1-28 16,0 3-19-16,0 4-13 0,0-1-13 0,0 4-18 0,0 5-14 16,0-1-18-16,0 4-9 0,0-5-18 0,0 5-10 15,0-5-14-15,0 2-7 0,0-5-4 0,0-4-3 0,0 0 2 16,0-2-6-16,0-4-5 0,0-1-7 0,0-4-5 0,-6-2-6 15,6-2-5-15,0-2-5 0,-6-1-5 0,6-3-3 16,0-1-4-16,-8-3-4 0,8 0-3 0,-6-3-3 0,0-5-7 16,6 1-5-16,0-4-8 0,-7-4-8 0,7-3-10 15,0-4-12-15,0 0-11 0,-7-7-9 0,7 0-9 0,0-4-9 16,-6-1-4-16,6 2-7 0,0-5-4 0,-6 0-3 0,6 1 3 16,-7 3 3-16,1-4 11 0,6 8 12 0,-7 0 8 15,7 4 14-15,-7-1 14 0,7 8 15 0,-6-5 10 0,6 9 13 16,0-1 2-16,0 4 1 0,0 0 1 0,6-1-4 15,1 6 1-15,0 2 0 0,-1 0-1 0,7 1 1 0,0-1 9 16,6 4 10-16,1 4 12 0,0-4 11 0,-1 3 10 0,7 1 6 16,-6 3 9-16,6-4 2 0,-7 2-7 0,8 2-9 15,-8 0-11-15,-6 4-9 0,7-4-10 0,-14 0-9 0,7 5-8 16,-6-1-9-16,-7-1-4 0,0 1-2 0,0 5 0 0,-7-2-1 16,1-2-3-16,-7 2-1 0,-1-3-3 0,2 0-7 15,-8 0-7-15,7 0-8 0,-7-5-9 0,8 6-4 0,-8-5-3 16,7-3 2-16,7 3 0 0,-8 0 4 0,8-2 6 15,0 2 9-15,-2-4 15 0,2 5 11 0,6 3 15 0,0-5 17 16,0 3 21-16,0 1 20 0,6 1 19 0,2 4 20 16,4-1 13-16,2 0 8 0,-2 3 5 0,1-4-5 0,1 1-12 15,5 6-13-15,1-6-13 0,-1 4-18 0,0-3-20 0,1-1-16 16,0 1-18-16,-1 0-9 0,-5-3-6 0,5 1-4 16,-6-1-7-16,0-2-2 0,0 2-1 0,0-1-3 0,-7-5-8 15,8 6-16-15,-14-5-25 0,6 1-26 0,0-1-30 16,1-4-39-16,-7 4-45 0,6-2-52 0,-6-2-45 0,0 4-51 15,0-3-38-15,0 0-58 0,0-1-66 0,0 1-77 0,0-4-86 16,-6 0-143-16,6 4-37 0,0-4 8 0,-7 0 24 16</inkml:trace>
  <inkml:trace contextRef="#ctx0" brushRef="#br2" timeOffset="205013.57">30010 7499 179 0,'0'-4'715'16,"0"1"35"-16,-6 3-84 0,6-4-127 0,0 4-103 15,0 4-85-15,-6-1-74 0,6 8-58 0,-7 0-32 0,7 7-14 16,0 4-7-16,0 3-1 0,0 6-2 0,0-2-6 0,0 7-13 16,0-3-5-16,0 5-9 0,0-2-12 0,0 1-10 0,7-5-6 15,-7 0-9-15,0 2-13 0,0-5-1 0,6 1-5 16,-6-5 2-16,0 1-8 0,0-7-10 0,-6-1-9 16,6 0-8-16,0-7-3 0,0 0-13 0,-7 0-10 0,7-4-14 15,0 0 1-15,-6-3 1 0,6 0-1 0,0-4-4 0,-7 0-11 16,7-4-9-16,-7 0-15 0,7 1-13 0,-6-4-16 0,6-4-15 15,-6-4-14-15,6 0-9 0,-7 1-4 0,0-9-4 16,1 5 1-16,6-4 1 0,-7 0 1 0,1-3 3 16,0 3 6-16,-1-4 8 0,0 0 6 0,1 4 13 0,0-3 9 15,6-1 11-15,-8 1 17 0,2-1 11 0,0 0 9 0,6 4 5 16,-7-3 1-16,1 2 5 0,-1 2 5 0,7-5 1 0,0 4-1 16,0 0 0-16,0 4 0 0,0-4 0 0,0 0 5 15,7 4-4-15,-7 0 1 0,6-1 0 0,1 0-2 16,-7 5 0-16,6-1 0 0,0 5-2 0,2-5-6 0,-2 4-2 15,0 0 2-15,1 4 0 0,0-5 2 0,-1 9 1 0,0-5 1 16,-6 2 4-16,7 1 11 0,-1 2 0 0,1 3-6 0,0-5-4 16,-1 5 2-16,7 0-1 0,-6 0 4 0,-1 0 4 15,1 0 0-15,5 5 7 0,-5-2 9 0,6 2 10 0,-7 1 7 16,8-2 6-16,-1 3-4 0,0 1 2 0,0-1-3 16,-7 4 3-16,8-4 0 0,-8 4 1 0,7 4 1 0,-7-1 3 15,1-3 7-15,-1 8 5 0,1-5 2 0,-1 2-1 0,-6 2-3 16,0-4 0-16,0 4-1 0,0-3-4 0,-6 3 0 15,-1-3-12-15,1 4-5 0,-1-2-6 0,-12-1-2 16,5-2-9-16,2 1-7 0,-8 0-3 0,7-5-9 0,1 1 2 16,-2-3 1-16,1-1-1 0,0 0-4 0,0-3-4 0,7-1-2 15,-1 1-3-15,0 0-9 0,7-4-2 0,0 0-9 0,0 0-3 16,0 0 0-16,7 0 5 0,6 3-2 0,0-3 3 16,0 7 4-16,0 1 2 0,7 0 8 0,6 6 5 0,-7-2 6 15,7 2 2-15,0 4 8 0,1 0 4 0,-1 1 11 0,-1 3 2 16,1-5 6-16,0 6 4 0,-6-1 9 0,-1-4 8 15,-5 5 10-15,-2-5 11 0,-5-1 8 0,0 2 11 0,-7-1 8 16,-14-3 7-16,8 0 0 0,-6-1-3 0,-8-2-11 16,-7-1-11-16,1 0-13 0,0-4-15 0,-6 0-13 0,-1 0-13 15,1 1-12-15,-1-5-12 0,1 1-10 0,-7-4-14 0,6 0-18 16,1-4-24-16,5 1-27 0,-5-5-30 0,6 5-37 16,6-5-49-16,-5 1-49 0,11-4-46 0,1 4-32 0,6 0-29 15,1 0-31-15,6-1-50 0,0 4-43 0,6 4-38 16,8-3-40-16,-2 6-74 0,2 1-56 0,5-1-18 0,-6 9 10 15</inkml:trace>
  <inkml:trace contextRef="#ctx0" brushRef="#br2" timeOffset="205497.92">29971 9290 151 0,'-6'-3'841'16,"6"-2"34"-16,-6 2 17 0,-1 0-116 0,0 3-168 0,1 3-170 15,-1 0-101-15,1 5-50 0,0 3-17 0,-1 7-5 16,0 1 0-16,1-1-11 0,0 8-16 0,6-1-21 0,-8 0-24 15,8 6-29-15,0-2-22 0,0 0-19 0,0 4-18 0,8-7-18 16,-8 3-21-16,0 0-16 0,0-7-12 0,6 4-6 16,-6-5-8-16,0 2-7 0,0-4-12 0,0-1-3 0,6-4-8 15,-6-2-21-15,0-2-24 0,0 1-34 0,0-4-34 0,0 1-42 16,-6-5-47-16,6 2-61 0,0-5-64 0,0 0-55 16,0-5-68-16,0 2-89 0,0-5-100 0,0 1-142 0,6-4-68 15,-6 1-23-15,7-2 15 0,-7 1 43 0</inkml:trace>
  <inkml:trace contextRef="#ctx0" brushRef="#br2" timeOffset="206310.37">29939 11005 625 0,'0'-8'726'0,"0"8"-17"16,-7 0-137-16,7 0-123 0,-6 4-102 0,6 3-79 15,-6 1-55-15,6 7-27 0,-7 2-10 0,7 3-9 0,-7 1-2 16,1 5-3-16,6 3-2 0,-6 0-10 0,6 4-9 0,0-3-10 15,-8-1-11-15,8 0-1 0,0 0-8 0,0-3-11 16,0-4-9-16,0 0-10 0,0 0-11 0,0-7-11 0,0-1-10 16,0-2-12-16,0-1-7 0,0-5-8 0,0 2-7 15,0-5-3-15,0 2-1 0,0-1-3 0,-6-4-1 0,6-4 0 16,0-1-3-16,0 2-2 0,0-5-1 0,0-3-2 0,0 0-10 16,0-7-5-16,0 0-7 0,0 0-10 0,0-4-3 15,0 0-3-15,0-5-9 0,0 2-8 0,0-4-2 0,6 0-9 16,-6 0-3-16,0-1 1 0,8 1 4 0,-8 0 3 15,6-1 8-15,-6 5 10 0,6 2 8 0,-6-1 13 0,7 5 10 16,-7-4 6-16,7 5 1 0,-7 4 4 0,6-1 5 0,-6 4 5 16,6 5 4-16,-6-3 4 0,0 1 4 0,7 2 6 15,-7 2 1-15,6 0 4 0,1 4 8 0,0 0 6 0,-1 4 7 16,7 0 6-16,0 0 11 0,0 6 10 0,0 2 8 16,0-1 6-16,1 7 1 0,-2 0-3 0,1 4 0 0,7 4-1 15,-8-5-8-15,2 6-8 0,-1 2-6 0,0 0-9 0,0-4-12 16,-7 9-9-16,8-5-10 0,-8 0-9 0,0 0-6 15,1-3-16-15,0 3-22 0,-1-3-29 0,-6-4-41 0,0 4-53 16,0-4-66-16,-6 0-67 0,-1-4-71 0,0 1-96 16,1-1-106-16,-7-4-114 0,0-3-164 0,0 1-36 0,-7-5 2 15,8 0 26-15</inkml:trace>
  <inkml:trace contextRef="#ctx0" brushRef="#br2" timeOffset="206466.61">29932 11279 493 0,'0'-7'867'0,"0"0"35"0,0-1 31 0,7 1-177 16,-1 4-198-16,1-5-156 0,0 5-100 0,5 3-66 0,-5 0-45 16,6 0-47-16,0 0-68 0,7 0-80 0,-8 3-79 15,8 1-74-15,0-4-68 0,-1 4-96 0,1-1-118 0,-1 4-137 16,1-2-182-16,0 1-50 0,-1 2-19 0,0-1 6 16,1 4 35-16</inkml:trace>
  <inkml:trace contextRef="#ctx0" brushRef="#br2" timeOffset="207185.21">29998 12496 627 0,'-7'4'748'0,"1"-1"19"16,-1 5-123-16,0 3-146 0,1 3-127 0,0 1-97 0,-1 6-50 15,0 2-25-15,1-2-11 0,-1 4-9 0,7 6-7 16,-6-6-9-16,6 0-16 0,-6 1-11 0,6 4-8 15,0-8-7-15,-7 4-9 0,7-5-2 0,0 1-6 0,0-2-11 16,0-6-10-16,0-1-13 0,0-1-14 0,0-4-13 0,0 2-8 16,0-6-10-16,0-1-10 0,0 2-5 0,0-5-5 0,0 0 1 15,0-5-1-15,0-2 0 0,0 0-3 0,7-4 0 16,-7-1 1-16,0-1-1 0,0-6 1 0,0 1-4 16,0-4-3-16,6-4-3 0,-6 1-7 0,0-4-6 0,6-4-7 15,-6-1-8-15,7 1-2 0,-7 4-1 0,6-4-1 0,-6 3 4 16,7 1 3-16,0 0 5 0,-7 4 8 0,6 0 5 0,0-2 5 15,1 5 2-15,0 4 4 0,-7-1 2 0,6 5 2 16,7-1 2-16,-13 5 0 0,13-1 1 0,-6 3-4 16,-1 0-1-16,0 5-3 0,2 0 1 0,-2 3 4 0,7 3 7 15,-7 4 5-15,7 0 10 0,-6 4 8 0,5 8 11 0,-4-1 12 16,4 4 8-16,1 7 3 0,0 1 3 0,-6 2-2 0,6 6 3 16,0-6-2-16,0 9-10 0,-6-4-10 0,5-1-8 15,-5 4-11-15,6-3-14 0,-6 3-9 0,-7-3-20 16,6-1-24-16,-6-3-28 0,0 1-38 0,0-6-46 0,-6 2-52 15,6-4-54-15,-7-5-55 0,0-2-69 0,-6-2-79 0,7-5-78 16,-7-1-83-16,6-7-111 0,-5 0-46 0,-2-4-11 0,1 0 18 16</inkml:trace>
  <inkml:trace contextRef="#ctx0" brushRef="#br2" timeOffset="207325.89">29971 12785 395 0,'0'-14'851'15,"-6"2"45"-15,6 1 45 0,0 4-139 0,0 0-172 0,0 0-168 16,0-1-103-16,6 4-69 0,1 1-51 0,0-1-42 15,6 4-43-15,-1-3-39 0,2 6-41 0,-2-3-50 0,8 4-54 16,0-1-74-16,-1 4-74 0,1-2-75 0,6 2-99 16,-7-4-121-16,14 1-131 0,-7 0-181 0,0-1-75 0,0 5-17 15,0-5 15-15,1 4 37 0</inkml:trace>
  <inkml:trace contextRef="#ctx0" brushRef="#br2" timeOffset="208122.61">29932 14012 227 0,'0'-7'783'0,"0"-1"52"0,0 1 21 0,0 0-125 0,7 0-126 15,-1 0-125-15,1 3-87 0,6 0-53 0,0 1-42 16,0-2-38-16,6 2-37 0,1 3-40 0,6 0-41 0,-6-3-36 15,5 3-26-15,8 3-21 0,-7-3-17 0,0 3-28 16,0 2-31-16,7-5-41 0,-7 3-43 0,0 1-49 0,-7 0-49 16,1-1-46-16,-7 1-38 0,0-4-24 0,-6 0-10 0,-1 3-4 15,-6 1 1-15,-6-4 14 0,-1 4 25 0,-6-4 35 16,0 3 33-16,1-3 32 0,-2 4 32 0,-5-4 42 0,5 0 54 16,2 0 62-16,-8 3 53 0,7-3 41 0,0 5 35 15,0-5 32-15,7 3 30 0,-8-3 25 0,8 4 17 0,0-1 1 16,-1 5 2-16,0 3 5 0,1-1 3 0,6 6 5 0,-7-2-2 15,7 4-3-15,-6 4-4 0,6 4-6 0,-7-4-10 16,7 8-19-16,0-5-22 0,0 4-22 0,-6 0-24 0,6 1-23 16,0-5-27-16,6 1-23 0,-6-4-21 0,0 0-15 15,0 0-13-15,0-4-10 0,0-3-13 0,7-1-23 0,-7 2-39 16,0-5-50-16,6-1-63 0,-6 1-79 0,0-3-85 0,0-5-90 16,0 5-124-16,0-5-136 0,0 1-181 0,7-1-56 0,-7-3-19 15,0 0 20-15,0 8 51 0</inkml:trace>
  <inkml:trace contextRef="#ctx0" brushRef="#br2" timeOffset="208825.65">29920 15459 7 0,'-7'0'816'0,"-6"-3"57"15,7 3 56-15,-2 0-55 0,2-4-138 0,0 4-153 16,-1-4-110-16,7 4-78 0,0-3-57 0,0 3-50 0,7-4-48 15,-1 0-37-15,0 1-41 0,8-1-31 0,6 4-23 16,-1-3-14-16,7-1-8 0,0 0-7 0,0 4-10 0,1-3-19 16,-2 3-10-16,1 0-12 0,0 0-7 0,0 3-4 0,1-3-5 15,-8 0-3-15,0 0-1 0,1 4-2 0,-7-4-2 16,1 0-1-16,-8 0-1 0,6 0 0 0,-12 0 2 0,7 4 4 16,-7-4 3-16,0 3 1 0,0-3 4 0,0 7 3 0,-7 1 2 15,1-1-1-15,-6 3-1 0,4 7-2 0,-4-3-4 16,-8 4-3-16,7 0-4 0,-7 5-1 0,1-2-3 0,-1 5-1 15,1-1-2-15,0-2 1 0,-8 6 0 0,8-3 0 16,0 2 0-16,-1-2-1 0,0 4 1 0,1-5-1 0,-1 1 0 16,0-4 1-16,7 3 0 0,1-3 3 0,-2 1 10 0,2-1 5 15,4 0 5-15,2-4 5 0,0 3 3 0,6-2 5 16,0-1 5-16,0-3 5 0,6 2-6 0,0 0 1 0,2-3-36 16,4-3-5-16,2 0 0 0,5 0 0 0,1-1 0 0,-1-3 0 15,7-2 0-15,-6-1 0 0,6-1 0 0,0-3 0 16,-1-3 0-16,2 3 0 0,-1-4 0 0,-6-4 0 0,6 4-27 15,-7-3-110-15,1-4-36 0,-8 4-37 0,8-5-39 16,-7 6-47-16,-6-5-50 0,-1 0-51 0,-6-4-57 0,0 1-86 16,0-1-92-16,-6 0-104 0,-1-4-130 0,-6 1-36 0,-7 1 15 15,8-2 43-15</inkml:trace>
  <inkml:trace contextRef="#ctx0" brushRef="#br2" timeOffset="208966.26">29945 15766 384 0,'-6'0'885'16,"6"0"37"-16,0 0 42 0,0 0-82 0,0 0-173 0,0 5-176 15,13-2-117-15,-6 2-69 0,5-3-33 0,2 3-27 16,5 2-43-16,1 0-43 0,6-3-53 0,-7 3-56 0,7-3-66 16,0 4-72-16,0-5-81 0,7 4-100 0,-7 1-97 0,0-5-127 15,7 1-154-15,-7-4-173 0,-1 4-144 0,-5-4-83 16,6 3-3-16,-13-3 54 0,7 4 73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2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5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7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4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9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7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4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7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5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76.png"/><Relationship Id="rId21" Type="http://schemas.openxmlformats.org/officeDocument/2006/relationships/image" Target="../media/image67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80.png"/><Relationship Id="rId50" Type="http://schemas.openxmlformats.org/officeDocument/2006/relationships/customXml" Target="../ink/ink28.xml"/><Relationship Id="rId55" Type="http://schemas.openxmlformats.org/officeDocument/2006/relationships/image" Target="../media/image84.png"/><Relationship Id="rId7" Type="http://schemas.openxmlformats.org/officeDocument/2006/relationships/image" Target="../media/image60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9" Type="http://schemas.openxmlformats.org/officeDocument/2006/relationships/image" Target="../media/image71.png"/><Relationship Id="rId11" Type="http://schemas.openxmlformats.org/officeDocument/2006/relationships/image" Target="../media/image62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75.png"/><Relationship Id="rId40" Type="http://schemas.openxmlformats.org/officeDocument/2006/relationships/customXml" Target="../ink/ink23.xml"/><Relationship Id="rId45" Type="http://schemas.openxmlformats.org/officeDocument/2006/relationships/image" Target="../media/image79.png"/><Relationship Id="rId53" Type="http://schemas.openxmlformats.org/officeDocument/2006/relationships/image" Target="../media/image83.png"/><Relationship Id="rId5" Type="http://schemas.openxmlformats.org/officeDocument/2006/relationships/image" Target="../media/image59.png"/><Relationship Id="rId19" Type="http://schemas.openxmlformats.org/officeDocument/2006/relationships/image" Target="../media/image66.png"/><Relationship Id="rId4" Type="http://schemas.openxmlformats.org/officeDocument/2006/relationships/customXml" Target="../ink/ink5.xml"/><Relationship Id="rId9" Type="http://schemas.openxmlformats.org/officeDocument/2006/relationships/image" Target="../media/image61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70.png"/><Relationship Id="rId30" Type="http://schemas.openxmlformats.org/officeDocument/2006/relationships/customXml" Target="../ink/ink18.xml"/><Relationship Id="rId35" Type="http://schemas.openxmlformats.org/officeDocument/2006/relationships/image" Target="../media/image74.png"/><Relationship Id="rId43" Type="http://schemas.openxmlformats.org/officeDocument/2006/relationships/image" Target="../media/image78.png"/><Relationship Id="rId48" Type="http://schemas.openxmlformats.org/officeDocument/2006/relationships/customXml" Target="../ink/ink27.xml"/><Relationship Id="rId56" Type="http://schemas.openxmlformats.org/officeDocument/2006/relationships/customXml" Target="../ink/ink31.xml"/><Relationship Id="rId8" Type="http://schemas.openxmlformats.org/officeDocument/2006/relationships/customXml" Target="../ink/ink7.xml"/><Relationship Id="rId51" Type="http://schemas.openxmlformats.org/officeDocument/2006/relationships/image" Target="../media/image82.png"/><Relationship Id="rId3" Type="http://schemas.openxmlformats.org/officeDocument/2006/relationships/image" Target="../media/image57.png"/><Relationship Id="rId12" Type="http://schemas.openxmlformats.org/officeDocument/2006/relationships/customXml" Target="../ink/ink9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20" Type="http://schemas.openxmlformats.org/officeDocument/2006/relationships/customXml" Target="../ink/ink13.xml"/><Relationship Id="rId41" Type="http://schemas.openxmlformats.org/officeDocument/2006/relationships/image" Target="../media/image77.png"/><Relationship Id="rId54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81.png"/><Relationship Id="rId57" Type="http://schemas.openxmlformats.org/officeDocument/2006/relationships/image" Target="../media/image85.png"/><Relationship Id="rId10" Type="http://schemas.openxmlformats.org/officeDocument/2006/relationships/customXml" Target="../ink/ink8.xml"/><Relationship Id="rId31" Type="http://schemas.openxmlformats.org/officeDocument/2006/relationships/image" Target="../media/image72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/Relationships>
</file>

<file path=ppt/slides/_rels/slide10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9" Type="http://schemas.openxmlformats.org/officeDocument/2006/relationships/image" Target="../media/image104.png"/><Relationship Id="rId21" Type="http://schemas.openxmlformats.org/officeDocument/2006/relationships/image" Target="../media/image95.png"/><Relationship Id="rId34" Type="http://schemas.openxmlformats.org/officeDocument/2006/relationships/customXml" Target="../ink/ink48.xml"/><Relationship Id="rId42" Type="http://schemas.openxmlformats.org/officeDocument/2006/relationships/customXml" Target="../ink/ink52.xml"/><Relationship Id="rId47" Type="http://schemas.openxmlformats.org/officeDocument/2006/relationships/image" Target="../media/image108.png"/><Relationship Id="rId50" Type="http://schemas.openxmlformats.org/officeDocument/2006/relationships/customXml" Target="../ink/ink56.xml"/><Relationship Id="rId55" Type="http://schemas.openxmlformats.org/officeDocument/2006/relationships/image" Target="../media/image112.png"/><Relationship Id="rId7" Type="http://schemas.openxmlformats.org/officeDocument/2006/relationships/image" Target="../media/image88.png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9" Type="http://schemas.openxmlformats.org/officeDocument/2006/relationships/image" Target="../media/image99.png"/><Relationship Id="rId11" Type="http://schemas.openxmlformats.org/officeDocument/2006/relationships/image" Target="../media/image90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103.png"/><Relationship Id="rId40" Type="http://schemas.openxmlformats.org/officeDocument/2006/relationships/customXml" Target="../ink/ink51.xml"/><Relationship Id="rId45" Type="http://schemas.openxmlformats.org/officeDocument/2006/relationships/image" Target="../media/image107.png"/><Relationship Id="rId53" Type="http://schemas.openxmlformats.org/officeDocument/2006/relationships/image" Target="../media/image111.png"/><Relationship Id="rId5" Type="http://schemas.openxmlformats.org/officeDocument/2006/relationships/image" Target="../media/image87.png"/><Relationship Id="rId10" Type="http://schemas.openxmlformats.org/officeDocument/2006/relationships/customXml" Target="../ink/ink36.xml"/><Relationship Id="rId19" Type="http://schemas.openxmlformats.org/officeDocument/2006/relationships/image" Target="../media/image94.png"/><Relationship Id="rId31" Type="http://schemas.openxmlformats.org/officeDocument/2006/relationships/image" Target="../media/image100.png"/><Relationship Id="rId44" Type="http://schemas.openxmlformats.org/officeDocument/2006/relationships/customXml" Target="../ink/ink53.xml"/><Relationship Id="rId52" Type="http://schemas.openxmlformats.org/officeDocument/2006/relationships/customXml" Target="../ink/ink57.xml"/><Relationship Id="rId4" Type="http://schemas.openxmlformats.org/officeDocument/2006/relationships/customXml" Target="../ink/ink33.xml"/><Relationship Id="rId9" Type="http://schemas.openxmlformats.org/officeDocument/2006/relationships/image" Target="../media/image89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98.png"/><Relationship Id="rId30" Type="http://schemas.openxmlformats.org/officeDocument/2006/relationships/customXml" Target="../ink/ink46.xml"/><Relationship Id="rId35" Type="http://schemas.openxmlformats.org/officeDocument/2006/relationships/image" Target="../media/image102.png"/><Relationship Id="rId43" Type="http://schemas.openxmlformats.org/officeDocument/2006/relationships/image" Target="../media/image106.png"/><Relationship Id="rId48" Type="http://schemas.openxmlformats.org/officeDocument/2006/relationships/customXml" Target="../ink/ink55.xml"/><Relationship Id="rId8" Type="http://schemas.openxmlformats.org/officeDocument/2006/relationships/customXml" Target="../ink/ink35.xml"/><Relationship Id="rId51" Type="http://schemas.openxmlformats.org/officeDocument/2006/relationships/image" Target="../media/image110.png"/><Relationship Id="rId3" Type="http://schemas.openxmlformats.org/officeDocument/2006/relationships/image" Target="../media/image86.png"/><Relationship Id="rId12" Type="http://schemas.openxmlformats.org/officeDocument/2006/relationships/customXml" Target="../ink/ink37.xml"/><Relationship Id="rId17" Type="http://schemas.openxmlformats.org/officeDocument/2006/relationships/image" Target="../media/image93.png"/><Relationship Id="rId25" Type="http://schemas.openxmlformats.org/officeDocument/2006/relationships/image" Target="../media/image97.png"/><Relationship Id="rId33" Type="http://schemas.openxmlformats.org/officeDocument/2006/relationships/image" Target="../media/image101.png"/><Relationship Id="rId38" Type="http://schemas.openxmlformats.org/officeDocument/2006/relationships/customXml" Target="../ink/ink50.xml"/><Relationship Id="rId46" Type="http://schemas.openxmlformats.org/officeDocument/2006/relationships/customXml" Target="../ink/ink54.xml"/><Relationship Id="rId20" Type="http://schemas.openxmlformats.org/officeDocument/2006/relationships/customXml" Target="../ink/ink41.xml"/><Relationship Id="rId41" Type="http://schemas.openxmlformats.org/officeDocument/2006/relationships/image" Target="../media/image105.png"/><Relationship Id="rId54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5" Type="http://schemas.openxmlformats.org/officeDocument/2006/relationships/image" Target="../media/image92.png"/><Relationship Id="rId23" Type="http://schemas.openxmlformats.org/officeDocument/2006/relationships/image" Target="../media/image96.png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49" Type="http://schemas.openxmlformats.org/officeDocument/2006/relationships/image" Target="../media/image109.png"/></Relationships>
</file>

<file path=ppt/slides/_rels/slide10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../media/image134.png"/><Relationship Id="rId21" Type="http://schemas.openxmlformats.org/officeDocument/2006/relationships/image" Target="../media/image123.png"/><Relationship Id="rId34" Type="http://schemas.openxmlformats.org/officeDocument/2006/relationships/customXml" Target="../ink/ink75.xml"/><Relationship Id="rId42" Type="http://schemas.openxmlformats.org/officeDocument/2006/relationships/customXml" Target="../ink/ink79.xml"/><Relationship Id="rId47" Type="http://schemas.openxmlformats.org/officeDocument/2006/relationships/image" Target="../media/image138.png"/><Relationship Id="rId50" Type="http://schemas.openxmlformats.org/officeDocument/2006/relationships/customXml" Target="../ink/ink83.xml"/><Relationship Id="rId7" Type="http://schemas.openxmlformats.org/officeDocument/2006/relationships/image" Target="../media/image115.png"/><Relationship Id="rId2" Type="http://schemas.openxmlformats.org/officeDocument/2006/relationships/customXml" Target="../ink/ink59.xml"/><Relationship Id="rId16" Type="http://schemas.openxmlformats.org/officeDocument/2006/relationships/customXml" Target="../ink/ink66.xml"/><Relationship Id="rId29" Type="http://schemas.openxmlformats.org/officeDocument/2006/relationships/image" Target="../media/image127.png"/><Relationship Id="rId11" Type="http://schemas.openxmlformats.org/officeDocument/2006/relationships/image" Target="../media/image117.png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../media/image133.png"/><Relationship Id="rId40" Type="http://schemas.openxmlformats.org/officeDocument/2006/relationships/customXml" Target="../ink/ink78.xml"/><Relationship Id="rId45" Type="http://schemas.openxmlformats.org/officeDocument/2006/relationships/image" Target="../media/image137.png"/><Relationship Id="rId53" Type="http://schemas.openxmlformats.org/officeDocument/2006/relationships/image" Target="../media/image141.png"/><Relationship Id="rId5" Type="http://schemas.openxmlformats.org/officeDocument/2006/relationships/image" Target="../media/image114.png"/><Relationship Id="rId10" Type="http://schemas.openxmlformats.org/officeDocument/2006/relationships/customXml" Target="../ink/ink63.xml"/><Relationship Id="rId19" Type="http://schemas.openxmlformats.org/officeDocument/2006/relationships/image" Target="../media/image122.png"/><Relationship Id="rId31" Type="http://schemas.openxmlformats.org/officeDocument/2006/relationships/image" Target="../media/image128.png"/><Relationship Id="rId44" Type="http://schemas.openxmlformats.org/officeDocument/2006/relationships/customXml" Target="../ink/ink80.xml"/><Relationship Id="rId52" Type="http://schemas.openxmlformats.org/officeDocument/2006/relationships/customXml" Target="../ink/ink84.xml"/><Relationship Id="rId4" Type="http://schemas.openxmlformats.org/officeDocument/2006/relationships/customXml" Target="../ink/ink60.xml"/><Relationship Id="rId9" Type="http://schemas.openxmlformats.org/officeDocument/2006/relationships/image" Target="../media/image116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126.png"/><Relationship Id="rId30" Type="http://schemas.openxmlformats.org/officeDocument/2006/relationships/customXml" Target="../ink/ink73.xml"/><Relationship Id="rId35" Type="http://schemas.openxmlformats.org/officeDocument/2006/relationships/image" Target="../media/image132.png"/><Relationship Id="rId43" Type="http://schemas.openxmlformats.org/officeDocument/2006/relationships/image" Target="../media/image136.png"/><Relationship Id="rId48" Type="http://schemas.openxmlformats.org/officeDocument/2006/relationships/customXml" Target="../ink/ink82.xml"/><Relationship Id="rId8" Type="http://schemas.openxmlformats.org/officeDocument/2006/relationships/customXml" Target="../ink/ink62.xml"/><Relationship Id="rId51" Type="http://schemas.openxmlformats.org/officeDocument/2006/relationships/image" Target="../media/image140.png"/><Relationship Id="rId3" Type="http://schemas.openxmlformats.org/officeDocument/2006/relationships/image" Target="../media/image113.png"/><Relationship Id="rId12" Type="http://schemas.openxmlformats.org/officeDocument/2006/relationships/customXml" Target="../ink/ink64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image" Target="../media/image129.png"/><Relationship Id="rId38" Type="http://schemas.openxmlformats.org/officeDocument/2006/relationships/customXml" Target="../ink/ink77.xml"/><Relationship Id="rId46" Type="http://schemas.openxmlformats.org/officeDocument/2006/relationships/customXml" Target="../ink/ink81.xml"/><Relationship Id="rId20" Type="http://schemas.openxmlformats.org/officeDocument/2006/relationships/customXml" Target="../ink/ink68.xml"/><Relationship Id="rId41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5" Type="http://schemas.openxmlformats.org/officeDocument/2006/relationships/image" Target="../media/image119.png"/><Relationship Id="rId23" Type="http://schemas.openxmlformats.org/officeDocument/2006/relationships/image" Target="../media/image124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49" Type="http://schemas.openxmlformats.org/officeDocument/2006/relationships/image" Target="../media/image13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customXml" Target="../ink/ink85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customXml" Target="../ink/ink94.xml"/><Relationship Id="rId26" Type="http://schemas.openxmlformats.org/officeDocument/2006/relationships/customXml" Target="../ink/ink98.xml"/><Relationship Id="rId39" Type="http://schemas.openxmlformats.org/officeDocument/2006/relationships/image" Target="../media/image162.png"/><Relationship Id="rId21" Type="http://schemas.openxmlformats.org/officeDocument/2006/relationships/image" Target="../media/image153.png"/><Relationship Id="rId34" Type="http://schemas.openxmlformats.org/officeDocument/2006/relationships/customXml" Target="../ink/ink102.xml"/><Relationship Id="rId7" Type="http://schemas.openxmlformats.org/officeDocument/2006/relationships/image" Target="../media/image145.png"/><Relationship Id="rId2" Type="http://schemas.openxmlformats.org/officeDocument/2006/relationships/customXml" Target="../ink/ink86.xml"/><Relationship Id="rId16" Type="http://schemas.openxmlformats.org/officeDocument/2006/relationships/customXml" Target="../ink/ink93.xml"/><Relationship Id="rId20" Type="http://schemas.openxmlformats.org/officeDocument/2006/relationships/customXml" Target="../ink/ink95.xml"/><Relationship Id="rId29" Type="http://schemas.openxmlformats.org/officeDocument/2006/relationships/image" Target="../media/image157.png"/><Relationship Id="rId41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.xml"/><Relationship Id="rId11" Type="http://schemas.openxmlformats.org/officeDocument/2006/relationships/image" Target="../media/image147.png"/><Relationship Id="rId24" Type="http://schemas.openxmlformats.org/officeDocument/2006/relationships/customXml" Target="../ink/ink97.xml"/><Relationship Id="rId32" Type="http://schemas.openxmlformats.org/officeDocument/2006/relationships/customXml" Target="../ink/ink101.xml"/><Relationship Id="rId37" Type="http://schemas.openxmlformats.org/officeDocument/2006/relationships/image" Target="../media/image161.png"/><Relationship Id="rId40" Type="http://schemas.openxmlformats.org/officeDocument/2006/relationships/customXml" Target="../ink/ink105.xml"/><Relationship Id="rId5" Type="http://schemas.openxmlformats.org/officeDocument/2006/relationships/image" Target="../media/image144.png"/><Relationship Id="rId15" Type="http://schemas.openxmlformats.org/officeDocument/2006/relationships/image" Target="../media/image149.png"/><Relationship Id="rId23" Type="http://schemas.openxmlformats.org/officeDocument/2006/relationships/image" Target="../media/image154.png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10" Type="http://schemas.openxmlformats.org/officeDocument/2006/relationships/customXml" Target="../ink/ink90.xml"/><Relationship Id="rId19" Type="http://schemas.openxmlformats.org/officeDocument/2006/relationships/image" Target="../media/image152.png"/><Relationship Id="rId31" Type="http://schemas.openxmlformats.org/officeDocument/2006/relationships/image" Target="../media/image158.png"/><Relationship Id="rId4" Type="http://schemas.openxmlformats.org/officeDocument/2006/relationships/customXml" Target="../ink/ink87.xml"/><Relationship Id="rId9" Type="http://schemas.openxmlformats.org/officeDocument/2006/relationships/image" Target="../media/image146.png"/><Relationship Id="rId14" Type="http://schemas.openxmlformats.org/officeDocument/2006/relationships/customXml" Target="../ink/ink92.xml"/><Relationship Id="rId22" Type="http://schemas.openxmlformats.org/officeDocument/2006/relationships/customXml" Target="../ink/ink96.xml"/><Relationship Id="rId27" Type="http://schemas.openxmlformats.org/officeDocument/2006/relationships/image" Target="../media/image156.png"/><Relationship Id="rId30" Type="http://schemas.openxmlformats.org/officeDocument/2006/relationships/customXml" Target="../ink/ink100.xml"/><Relationship Id="rId35" Type="http://schemas.openxmlformats.org/officeDocument/2006/relationships/image" Target="../media/image160.png"/><Relationship Id="rId8" Type="http://schemas.openxmlformats.org/officeDocument/2006/relationships/customXml" Target="../ink/ink89.xml"/><Relationship Id="rId3" Type="http://schemas.openxmlformats.org/officeDocument/2006/relationships/image" Target="../media/image143.png"/><Relationship Id="rId12" Type="http://schemas.openxmlformats.org/officeDocument/2006/relationships/customXml" Target="../ink/ink91.xml"/><Relationship Id="rId17" Type="http://schemas.openxmlformats.org/officeDocument/2006/relationships/image" Target="../media/image151.png"/><Relationship Id="rId25" Type="http://schemas.openxmlformats.org/officeDocument/2006/relationships/image" Target="../media/image155.png"/><Relationship Id="rId33" Type="http://schemas.openxmlformats.org/officeDocument/2006/relationships/image" Target="../media/image159.png"/><Relationship Id="rId38" Type="http://schemas.openxmlformats.org/officeDocument/2006/relationships/customXml" Target="../ink/ink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10334BF-0422-4A9A-BE46-AEB8C348B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98F2823-0279-49D8-928D-754B2225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2E45E95-311C-41C7-A882-6E43F080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B7299D5D-ECC5-41EB-B830-C3A35FB3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7516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88C91735-5EFE-44D1-8CC6-FDF0D11B6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D33F926C-2613-475D-AEE4-CD7D87D3B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895C1-B223-6EDC-E9DD-ABE299FC5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105525" cy="2387600"/>
          </a:xfrm>
        </p:spPr>
        <p:txBody>
          <a:bodyPr>
            <a:normAutofit/>
          </a:bodyPr>
          <a:lstStyle/>
          <a:p>
            <a:pPr algn="l"/>
            <a:r>
              <a:rPr lang="en-MY" b="1">
                <a:solidFill>
                  <a:srgbClr val="002060"/>
                </a:solidFill>
              </a:rPr>
              <a:t>Chapter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1DE05-722C-CA40-3A53-5B8C0EE1D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6105525" cy="1655762"/>
          </a:xfrm>
        </p:spPr>
        <p:txBody>
          <a:bodyPr>
            <a:normAutofit/>
          </a:bodyPr>
          <a:lstStyle/>
          <a:p>
            <a:pPr algn="l"/>
            <a:r>
              <a:rPr lang="en-MY" sz="4000" b="1">
                <a:solidFill>
                  <a:srgbClr val="002060"/>
                </a:solidFill>
              </a:rPr>
              <a:t>Classical Symmetric-Key Ciphers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1FD32A06-E9FE-4F5A-88A6-84905A72C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5675" y="0"/>
            <a:ext cx="4883277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rojan Uses Ancient Encryption to Avoid Detection">
            <a:extLst>
              <a:ext uri="{FF2B5EF4-FFF2-40B4-BE49-F238E27FC236}">
                <a16:creationId xmlns:a16="http://schemas.microsoft.com/office/drawing/2014/main" id="{8043624E-85CB-E532-2A34-BADE41E1B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1" r="24438" b="-2"/>
          <a:stretch/>
        </p:blipFill>
        <p:spPr bwMode="auto">
          <a:xfrm>
            <a:off x="7305675" y="-3319"/>
            <a:ext cx="48832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92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514350" algn="just">
              <a:buFont typeface="+mj-lt"/>
              <a:buAutoNum type="arabicPeriod"/>
            </a:pPr>
            <a:r>
              <a:rPr lang="en-MY" sz="2400"/>
              <a:t>Classical Substitution Ciphers.</a:t>
            </a:r>
          </a:p>
          <a:p>
            <a:pPr marL="742950" indent="-514350" algn="just">
              <a:buFont typeface="+mj-lt"/>
              <a:buAutoNum type="arabicPeriod"/>
            </a:pPr>
            <a:r>
              <a:rPr lang="en-MY" sz="2400"/>
              <a:t>Classical Transposition / Permutation Ciphers.</a:t>
            </a:r>
          </a:p>
          <a:p>
            <a:pPr marL="742950" indent="-514350" algn="just">
              <a:buFont typeface="+mj-lt"/>
              <a:buAutoNum type="arabicPeriod"/>
            </a:pPr>
            <a:r>
              <a:rPr lang="en-MY" sz="2400"/>
              <a:t>Product Ciphers.</a:t>
            </a:r>
          </a:p>
        </p:txBody>
      </p:sp>
    </p:spTree>
    <p:extLst>
      <p:ext uri="{BB962C8B-B14F-4D97-AF65-F5344CB8AC3E}">
        <p14:creationId xmlns:p14="http://schemas.microsoft.com/office/powerpoint/2010/main" val="184397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0" algn="just">
              <a:buNone/>
            </a:pPr>
            <a:r>
              <a:rPr lang="en-MY" sz="2000" b="1"/>
              <a:t>In the end of this Chapter 3, students should be able: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To understand and implement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classical substitution techniques</a:t>
            </a:r>
            <a:r>
              <a:rPr lang="en-MY" sz="2000"/>
              <a:t>, including monoalphabetic and polyalphabetic substitution ciphers to encrypt a message.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To understand and implement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classical transposition or permutation techniques</a:t>
            </a:r>
            <a:r>
              <a:rPr lang="en-MY" sz="2000"/>
              <a:t>, including key and keyless transposition ciphers to encrypt a message.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To understand the concept of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product cipher </a:t>
            </a:r>
            <a:r>
              <a:rPr lang="en-MY" sz="2000"/>
              <a:t>in encryption. 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To understand and perform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cryptanalysis</a:t>
            </a:r>
            <a:r>
              <a:rPr lang="en-MY" sz="2000"/>
              <a:t> to the above classical techniques in different perspectives.</a:t>
            </a:r>
          </a:p>
        </p:txBody>
      </p:sp>
    </p:spTree>
    <p:extLst>
      <p:ext uri="{BB962C8B-B14F-4D97-AF65-F5344CB8AC3E}">
        <p14:creationId xmlns:p14="http://schemas.microsoft.com/office/powerpoint/2010/main" val="208547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/>
              <a:t>Classical Symmetric-Key Ciphers (</a:t>
            </a:r>
            <a:r>
              <a:rPr lang="en-MY" sz="4000" b="1"/>
              <a:t>Overview</a:t>
            </a:r>
            <a:r>
              <a:rPr lang="en-MY" sz="400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The classical (or traditional) symmetric-key ciphers can be divided into </a:t>
            </a:r>
            <a:r>
              <a:rPr lang="en-MY" sz="2000" b="1"/>
              <a:t>two broad </a:t>
            </a:r>
            <a:r>
              <a:rPr lang="en-MY" sz="2000"/>
              <a:t>categories: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00FF"/>
                </a:solidFill>
              </a:rPr>
              <a:t>Substitution ciphers</a:t>
            </a:r>
            <a:r>
              <a:rPr lang="en-MY" sz="2000"/>
              <a:t>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/>
              <a:t>It </a:t>
            </a:r>
            <a:r>
              <a:rPr lang="en-MY" b="1"/>
              <a:t>replaces</a:t>
            </a:r>
            <a:r>
              <a:rPr lang="en-MY"/>
              <a:t> one symbol with another symbol.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/>
              <a:t>It can be categorized further into </a:t>
            </a:r>
            <a:r>
              <a:rPr lang="en-MY" b="1">
                <a:solidFill>
                  <a:srgbClr val="FF0000">
                    <a:alpha val="70000"/>
                  </a:srgbClr>
                </a:solidFill>
              </a:rPr>
              <a:t>monoalphabetic</a:t>
            </a:r>
            <a:r>
              <a:rPr lang="en-MY"/>
              <a:t> and </a:t>
            </a:r>
            <a:r>
              <a:rPr lang="en-MY" b="1">
                <a:solidFill>
                  <a:srgbClr val="FF0000">
                    <a:alpha val="70000"/>
                  </a:srgbClr>
                </a:solidFill>
              </a:rPr>
              <a:t>polyalphabetic ciphers</a:t>
            </a:r>
            <a:r>
              <a:rPr lang="en-MY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Transposition / Permutation ciphers</a:t>
            </a:r>
            <a:r>
              <a:rPr lang="en-MY" sz="2000"/>
              <a:t>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/>
              <a:t>It </a:t>
            </a:r>
            <a:r>
              <a:rPr lang="en-MY" b="1"/>
              <a:t>changes</a:t>
            </a:r>
            <a:r>
              <a:rPr lang="en-MY"/>
              <a:t> or </a:t>
            </a:r>
            <a:r>
              <a:rPr lang="en-MY" b="1"/>
              <a:t>reorder</a:t>
            </a:r>
            <a:r>
              <a:rPr lang="en-MY"/>
              <a:t> the position of the symbols.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MY"/>
              <a:t>It can be done either </a:t>
            </a:r>
            <a:r>
              <a:rPr lang="en-MY" b="1">
                <a:solidFill>
                  <a:srgbClr val="FF0000">
                    <a:alpha val="70000"/>
                  </a:srgbClr>
                </a:solidFill>
              </a:rPr>
              <a:t>keyless</a:t>
            </a:r>
            <a:r>
              <a:rPr lang="en-MY"/>
              <a:t>, or </a:t>
            </a:r>
            <a:r>
              <a:rPr lang="en-MY" b="1">
                <a:solidFill>
                  <a:srgbClr val="FF0000">
                    <a:alpha val="70000"/>
                  </a:srgbClr>
                </a:solidFill>
              </a:rPr>
              <a:t>with a key</a:t>
            </a:r>
            <a:r>
              <a:rPr lang="en-MY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197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SUBSTITUTION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405284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/>
              <a:t>Substitution Cipher – </a:t>
            </a:r>
            <a:r>
              <a:rPr lang="en-MY" b="1">
                <a:solidFill>
                  <a:srgbClr val="0000FF"/>
                </a:solidFill>
              </a:rPr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A technique that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replaces</a:t>
            </a:r>
            <a:r>
              <a:rPr lang="en-MY" sz="2000"/>
              <a:t> the letters in plaintext by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other letters / numbers / symbols</a:t>
            </a:r>
            <a:r>
              <a:rPr lang="en-MY" sz="2000"/>
              <a:t>.</a:t>
            </a:r>
          </a:p>
          <a:p>
            <a:pPr algn="just"/>
            <a:r>
              <a:rPr lang="en-MY" sz="2000"/>
              <a:t>If the plaintext is viewed as a sequence of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bits</a:t>
            </a:r>
            <a:r>
              <a:rPr lang="en-MY" sz="2000"/>
              <a:t>, then it involves replacing the plaintext bit patterns with ciphertext bit patterns.</a:t>
            </a:r>
          </a:p>
          <a:p>
            <a:pPr algn="just"/>
            <a:r>
              <a:rPr lang="en-MY" sz="2000"/>
              <a:t>Substitution technique can be further divided into </a:t>
            </a:r>
            <a:r>
              <a:rPr lang="en-MY" sz="2000" b="1"/>
              <a:t>two categories</a:t>
            </a:r>
            <a:r>
              <a:rPr lang="en-MY" sz="2000"/>
              <a:t>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/>
              <a:t>Monoalphabetic cipher.</a:t>
            </a:r>
            <a:r>
              <a:rPr lang="en-MY" sz="2000"/>
              <a:t> 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/>
              <a:t>Polyalphabetic cipher.</a:t>
            </a:r>
          </a:p>
        </p:txBody>
      </p:sp>
    </p:spTree>
    <p:extLst>
      <p:ext uri="{BB962C8B-B14F-4D97-AF65-F5344CB8AC3E}">
        <p14:creationId xmlns:p14="http://schemas.microsoft.com/office/powerpoint/2010/main" val="116374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MONOALPHABETIC</a:t>
            </a:r>
            <a:br>
              <a:rPr lang="en-MY" b="1"/>
            </a:br>
            <a:r>
              <a:rPr lang="en-MY" b="1"/>
              <a:t>SUBSTITUTION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36814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Monoalphabetic</a:t>
            </a:r>
            <a:r>
              <a:rPr lang="en-MY" sz="4400"/>
              <a:t> Substitution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b="1">
                <a:solidFill>
                  <a:srgbClr val="0000FF">
                    <a:alpha val="70000"/>
                  </a:srgbClr>
                </a:solidFill>
              </a:rPr>
              <a:t>Monoalphabetic Cipher</a:t>
            </a:r>
            <a:r>
              <a:rPr lang="en-MY" sz="24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It </a:t>
            </a:r>
            <a:r>
              <a:rPr lang="en-MY" sz="2000" b="1"/>
              <a:t>replaces one letter </a:t>
            </a:r>
            <a:r>
              <a:rPr lang="en-MY" sz="2000"/>
              <a:t>in the plaintext by another letter.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replacement is a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ONE-TO-ONE</a:t>
            </a:r>
            <a:r>
              <a:rPr lang="en-MY" sz="2000"/>
              <a:t> relation. That is, the same letter is replaced by the same other letter (</a:t>
            </a:r>
            <a:r>
              <a:rPr lang="en-MY" sz="2000" b="1"/>
              <a:t>unique</a:t>
            </a:r>
            <a:r>
              <a:rPr lang="en-MY" sz="2000"/>
              <a:t>) regardless of its position in the plaintext.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Three major monoalphabetic cipher techniques:</a:t>
            </a:r>
          </a:p>
          <a:p>
            <a:pPr marL="1371600" lvl="2" indent="-342900" algn="just">
              <a:buFont typeface="+mj-lt"/>
              <a:buAutoNum type="arabicPeriod"/>
            </a:pPr>
            <a:r>
              <a:rPr lang="en-MY" b="1">
                <a:solidFill>
                  <a:srgbClr val="C00000">
                    <a:alpha val="70000"/>
                  </a:srgbClr>
                </a:solidFill>
              </a:rPr>
              <a:t>Shift (Additive)</a:t>
            </a:r>
            <a:r>
              <a:rPr lang="en-MY"/>
              <a:t> Cipher</a:t>
            </a:r>
          </a:p>
          <a:p>
            <a:pPr marL="1371600" lvl="2" indent="-342900" algn="just">
              <a:buFont typeface="+mj-lt"/>
              <a:buAutoNum type="arabicPeriod"/>
            </a:pPr>
            <a:r>
              <a:rPr lang="en-MY" b="1">
                <a:solidFill>
                  <a:srgbClr val="C00000">
                    <a:alpha val="70000"/>
                  </a:srgbClr>
                </a:solidFill>
              </a:rPr>
              <a:t>Multiplicative</a:t>
            </a:r>
            <a:r>
              <a:rPr lang="en-MY"/>
              <a:t> Cipher</a:t>
            </a:r>
          </a:p>
          <a:p>
            <a:pPr marL="1371600" lvl="2" indent="-342900" algn="just">
              <a:buFont typeface="+mj-lt"/>
              <a:buAutoNum type="arabicPeriod"/>
            </a:pPr>
            <a:r>
              <a:rPr lang="en-MY" b="1">
                <a:solidFill>
                  <a:srgbClr val="C00000">
                    <a:alpha val="70000"/>
                  </a:srgbClr>
                </a:solidFill>
              </a:rPr>
              <a:t>Affine</a:t>
            </a:r>
            <a:r>
              <a:rPr lang="en-MY"/>
              <a:t> Cipher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32CA79-7463-9398-8D2E-A0E24F2269B8}"/>
                  </a:ext>
                </a:extLst>
              </p14:cNvPr>
              <p14:cNvContentPartPr/>
              <p14:nvPr/>
            </p14:nvContentPartPr>
            <p14:xfrm>
              <a:off x="4140360" y="3175560"/>
              <a:ext cx="1796400" cy="8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32CA79-7463-9398-8D2E-A0E24F2269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4520" y="3112200"/>
                <a:ext cx="18277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E93F35-C7B9-7442-246F-ED3B70050F8E}"/>
                  </a:ext>
                </a:extLst>
              </p14:cNvPr>
              <p14:cNvContentPartPr/>
              <p14:nvPr/>
            </p14:nvContentPartPr>
            <p14:xfrm>
              <a:off x="4208400" y="3574080"/>
              <a:ext cx="743760" cy="4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E93F35-C7B9-7442-246F-ED3B70050F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2560" y="3510720"/>
                <a:ext cx="77508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026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Shift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705" y="2178657"/>
                <a:ext cx="10515600" cy="399830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A technique of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shifting a key,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 character </a:t>
                </a:r>
                <a:r>
                  <a:rPr lang="en-MY" sz="2000"/>
                  <a:t>by certain position (either up or down).</a:t>
                </a:r>
              </a:p>
              <a:p>
                <a:pPr algn="just"/>
                <a:r>
                  <a:rPr lang="en-MY" sz="2000"/>
                  <a:t>Since it involves the shift of alphabets (A – Z), there are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MY" sz="2000"/>
                  <a:t> alphabets available. We can view it as a group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sub>
                    </m:sSub>
                  </m:oMath>
                </a14:m>
                <a:r>
                  <a:rPr lang="en-MY" sz="2000"/>
                  <a:t>, in which we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assign each letter to an integer</a:t>
                </a:r>
                <a:r>
                  <a:rPr lang="en-MY" sz="2000"/>
                  <a:t>.</a:t>
                </a:r>
              </a:p>
              <a:p>
                <a:pPr algn="just"/>
                <a:r>
                  <a:rPr lang="en-MY" sz="2000"/>
                  <a:t>It is also known as </a:t>
                </a:r>
                <a:r>
                  <a:rPr lang="en-MY" sz="2000" b="1"/>
                  <a:t>additive</a:t>
                </a:r>
                <a:r>
                  <a:rPr lang="en-MY" sz="2000"/>
                  <a:t> cipher.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705" y="2178657"/>
                <a:ext cx="10515600" cy="3998306"/>
              </a:xfrm>
              <a:blipFill>
                <a:blip r:embed="rId2"/>
                <a:stretch>
                  <a:fillRect t="-457" r="-63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8A6B921-0DFF-CE05-EE5F-A719EAA942B0}"/>
              </a:ext>
            </a:extLst>
          </p:cNvPr>
          <p:cNvSpPr txBox="1"/>
          <p:nvPr/>
        </p:nvSpPr>
        <p:spPr>
          <a:xfrm>
            <a:off x="5637320" y="2974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MY"/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5B6DE5E0-ABFC-1E37-6E5A-F89D1361E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4715" y="4492392"/>
            <a:ext cx="11042569" cy="136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0874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This form an </a:t>
                </a:r>
                <a:r>
                  <a:rPr lang="en-MY" sz="2000" b="1"/>
                  <a:t>additive cipher model </a:t>
                </a:r>
                <a:r>
                  <a:rPr lang="en-MY" sz="2000"/>
                  <a:t>with a modular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MY" sz="2000"/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F6EEBA9-0644-42E4-BBB3-646EB0BC1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895" y="2748750"/>
            <a:ext cx="10064210" cy="34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9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One of the very famous shift cipher is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Caesar cipher</a:t>
                </a:r>
                <a:r>
                  <a:rPr lang="en-MY" sz="2000">
                    <a:solidFill>
                      <a:srgbClr val="0000FF">
                        <a:alpha val="70000"/>
                      </a:srgbClr>
                    </a:solidFill>
                  </a:rPr>
                  <a:t> </a:t>
                </a:r>
                <a:r>
                  <a:rPr lang="en-MY" sz="2000"/>
                  <a:t>due to Julius Caesar.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This cipher specifically replaces a letter with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3 shifts down</a:t>
                </a:r>
                <a:r>
                  <a:rPr lang="en-MY" sz="2000"/>
                  <a:t> in the alphabets, that is the key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MY" sz="200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b="1"/>
                  <a:t>Examples</a:t>
                </a:r>
                <a:r>
                  <a:rPr lang="en-MY" sz="2000"/>
                  <a:t>: </a:t>
                </a:r>
                <a:endParaRPr lang="en-MY" sz="2000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6858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MY" sz="2000"/>
                  <a:t> 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endParaRPr lang="en-MY" sz="2000"/>
              </a:p>
              <a:p>
                <a:pPr marL="6858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000"/>
                  <a:t> (if the list of alphabet reaches the end, it will cycle again from the beginning)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These are exactly the additive ciphers with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equation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𝟐𝟔</m:t>
                        </m:r>
                      </m:e>
                    </m:d>
                  </m:oMath>
                </a14:m>
                <a:r>
                  <a:rPr lang="en-MY" sz="2000"/>
                  <a:t>. Try it yourself and observe how it works.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2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In general, one can choose any integer in the range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0,1,2,…,25</m:t>
                        </m:r>
                      </m:e>
                    </m:d>
                  </m:oMath>
                </a14:m>
                <a:r>
                  <a:rPr lang="en-MY" sz="2000"/>
                  <a:t> as the key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000"/>
                  <a:t> in shift cipher.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Examples</a:t>
                </a:r>
                <a:r>
                  <a:rPr lang="en-MY" sz="2000"/>
                  <a:t>: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MY" sz="2000"/>
                  <a:t>If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MY" sz="2000"/>
                  <a:t>, then the letter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=05</m:t>
                    </m:r>
                  </m:oMath>
                </a14:m>
                <a:r>
                  <a:rPr lang="en-MY" sz="2000"/>
                  <a:t> in encrypted into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05+13≡18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000" b="0"/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MY" sz="2000"/>
                  <a:t>If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MY" sz="2000"/>
                  <a:t>, then the letter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=05</m:t>
                    </m:r>
                  </m:oMath>
                </a14:m>
                <a:r>
                  <a:rPr lang="en-MY" sz="2000"/>
                  <a:t> in encrypted into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05+25≡30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04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000" b="0" i="1"/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MY" sz="2000"/>
                  <a:t>If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MY" sz="2000"/>
                  <a:t>, then the letter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MY" sz="2000"/>
                  <a:t> in encrypted into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3+10≡33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≡0</m:t>
                    </m:r>
                    <m:r>
                      <a:rPr lang="en-MY" sz="2000" b="0" i="0" smtClean="0">
                        <a:latin typeface="Cambria Math" panose="02040503050406030204" pitchFamily="18" charset="0"/>
                      </a:rPr>
                      <m:t>7=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MY" sz="2000"/>
                  <a:t>.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/>
                  <a:t>You can try yourself using more examples. But do you notice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any interesting point</a:t>
                </a:r>
                <a:r>
                  <a:rPr lang="en-MY" sz="2000"/>
                  <a:t>?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94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57"/>
                <a:ext cx="10515600" cy="409785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1:</a:t>
                </a:r>
                <a:r>
                  <a:rPr lang="en-MY" sz="2000" b="1"/>
                  <a:t> </a:t>
                </a:r>
                <a:r>
                  <a:rPr lang="en-MY" sz="2000"/>
                  <a:t>Encrypt the message ‘</a:t>
                </a:r>
                <a:r>
                  <a:rPr lang="en-MY" sz="2000" b="1"/>
                  <a:t>this is </a:t>
                </a:r>
                <a:r>
                  <a:rPr lang="en-MY" sz="2000" b="1" err="1"/>
                  <a:t>dr</a:t>
                </a:r>
                <a:r>
                  <a:rPr lang="en-MY" sz="2000" b="1"/>
                  <a:t> tea</a:t>
                </a:r>
                <a:r>
                  <a:rPr lang="en-MY" sz="2000"/>
                  <a:t>’ using a shift cipher with key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MY" sz="2000"/>
                  <a:t>.</a:t>
                </a:r>
              </a:p>
              <a:p>
                <a:pPr algn="just"/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The encryption equation is given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+9 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ciphertext produced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CQRBRBMACNJ</a:t>
                </a:r>
                <a:r>
                  <a:rPr lang="en-MY" sz="2000"/>
                  <a:t>.</a:t>
                </a:r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57"/>
                <a:ext cx="10515600" cy="4097856"/>
              </a:xfrm>
              <a:blipFill>
                <a:blip r:embed="rId2"/>
                <a:stretch>
                  <a:fillRect t="-44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49D3457-22BD-52F0-4263-4EB5D361D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519499"/>
                  </p:ext>
                </p:extLst>
              </p:nvPr>
            </p:nvGraphicFramePr>
            <p:xfrm>
              <a:off x="964211" y="3249801"/>
              <a:ext cx="10263578" cy="2236602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092939">
                      <a:extLst>
                        <a:ext uri="{9D8B030D-6E8A-4147-A177-3AD203B41FA5}">
                          <a16:colId xmlns:a16="http://schemas.microsoft.com/office/drawing/2014/main" val="751750337"/>
                        </a:ext>
                      </a:extLst>
                    </a:gridCol>
                    <a:gridCol w="486073">
                      <a:extLst>
                        <a:ext uri="{9D8B030D-6E8A-4147-A177-3AD203B41FA5}">
                          <a16:colId xmlns:a16="http://schemas.microsoft.com/office/drawing/2014/main" val="1787219574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464391941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599124337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082676256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229644803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152171112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63654315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203909722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1583137010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662528557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442118706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032405345"/>
                        </a:ext>
                      </a:extLst>
                    </a:gridCol>
                  </a:tblGrid>
                  <a:tr h="3727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600989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5811183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3571795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09</m:t>
                                </m:r>
                              </m:oMath>
                            </m:oMathPara>
                          </a14:m>
                          <a:endParaRPr lang="en-MY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5229634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 26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4461238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J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4672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49D3457-22BD-52F0-4263-4EB5D361D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6519499"/>
                  </p:ext>
                </p:extLst>
              </p:nvPr>
            </p:nvGraphicFramePr>
            <p:xfrm>
              <a:off x="964211" y="3249801"/>
              <a:ext cx="10263578" cy="2236602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092939">
                      <a:extLst>
                        <a:ext uri="{9D8B030D-6E8A-4147-A177-3AD203B41FA5}">
                          <a16:colId xmlns:a16="http://schemas.microsoft.com/office/drawing/2014/main" val="751750337"/>
                        </a:ext>
                      </a:extLst>
                    </a:gridCol>
                    <a:gridCol w="486073">
                      <a:extLst>
                        <a:ext uri="{9D8B030D-6E8A-4147-A177-3AD203B41FA5}">
                          <a16:colId xmlns:a16="http://schemas.microsoft.com/office/drawing/2014/main" val="1787219574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464391941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599124337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082676256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229644803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152171112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63654315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203909722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1583137010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3662528557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442118706"/>
                        </a:ext>
                      </a:extLst>
                    </a:gridCol>
                    <a:gridCol w="789506">
                      <a:extLst>
                        <a:ext uri="{9D8B030D-6E8A-4147-A177-3AD203B41FA5}">
                          <a16:colId xmlns:a16="http://schemas.microsoft.com/office/drawing/2014/main" val="2032405345"/>
                        </a:ext>
                      </a:extLst>
                    </a:gridCol>
                  </a:tblGrid>
                  <a:tr h="3727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9" t="-6557" r="-842458" b="-5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600989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4839" r="-998462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104839" r="-906202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104839" r="-799231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101" t="-104839" r="-705426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8462" t="-104839" r="-600000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3876" t="-104839" r="-504651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7692" t="-104839" r="-400769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4651" t="-104839" r="-303876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6923" t="-104839" r="-201538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5426" t="-104839" r="-103101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6154" t="-104839" r="-2308" b="-419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5811183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9" t="-208197" r="-842458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8197" r="-998462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208197" r="-906202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208197" r="-79923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101" t="-208197" r="-705426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8462" t="-208197" r="-600000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3876" t="-208197" r="-50465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7692" t="-208197" r="-400769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4651" t="-208197" r="-303876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6923" t="-208197" r="-201538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5426" t="-208197" r="-10310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6154" t="-208197" r="-2308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3571795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8197" r="-99846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308197" r="-90620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308197" r="-79923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101" t="-308197" r="-70542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8462" t="-308197" r="-6000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3876" t="-308197" r="-50465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7692" t="-308197" r="-40076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4651" t="-308197" r="-30387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6923" t="-308197" r="-201538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5426" t="-308197" r="-10310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6154" t="-308197" r="-2308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5229634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9" t="-401613" r="-842458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13" r="-998462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401613" r="-906202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401613" r="-79923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101" t="-401613" r="-705426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8462" t="-401613" r="-600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3876" t="-401613" r="-50465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7692" t="-401613" r="-40076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4651" t="-401613" r="-303876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6923" t="-401613" r="-201538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5426" t="-401613" r="-10310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6154" t="-401613" r="-2308" b="-1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461238"/>
                      </a:ext>
                    </a:extLst>
                  </a:tr>
                  <a:tr h="3727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9" t="-509836" r="-8424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J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4672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701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Cryptanalysis</a:t>
            </a:r>
            <a:r>
              <a:rPr lang="en-MY" sz="4400"/>
              <a:t> on </a:t>
            </a:r>
            <a:r>
              <a:rPr lang="en-MY" sz="4400" b="1">
                <a:solidFill>
                  <a:srgbClr val="0000FF"/>
                </a:solidFill>
              </a:rPr>
              <a:t>Shift Cipher</a:t>
            </a:r>
            <a:endParaRPr lang="en-MY" sz="40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Shift ciphers in particular are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vulnerable </a:t>
                </a:r>
                <a:r>
                  <a:rPr lang="en-MY" sz="2000"/>
                  <a:t>to ciphertext-only attack using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exhausted key searches / brute-force attacks</a:t>
                </a:r>
                <a:r>
                  <a:rPr lang="en-MY" sz="2000"/>
                  <a:t>.</a:t>
                </a:r>
              </a:p>
              <a:p>
                <a:pPr algn="just"/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Reason</a:t>
                </a:r>
                <a:r>
                  <a:rPr lang="en-MY" sz="2000"/>
                  <a:t>: The </a:t>
                </a: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key domain is very small</a:t>
                </a:r>
                <a:r>
                  <a:rPr lang="en-MY" sz="2000"/>
                  <a:t>, that there are only 26 possible keys.</a:t>
                </a:r>
              </a:p>
              <a:p>
                <a:pPr algn="just"/>
                <a:r>
                  <a:rPr lang="en-MY" sz="2000"/>
                  <a:t>One needs to just try all the </a:t>
                </a:r>
                <a:r>
                  <a:rPr lang="en-MY" sz="2000" b="1"/>
                  <a:t>26 possible shifts</a:t>
                </a:r>
                <a:r>
                  <a:rPr lang="en-MY" sz="2000"/>
                  <a:t> (specifically 25 since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sz="2000"/>
                  <a:t> is usually useless) to recover the plaintext message.</a:t>
                </a:r>
              </a:p>
              <a:p>
                <a:pPr algn="just"/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Remember</a:t>
                </a:r>
                <a:r>
                  <a:rPr lang="en-MY" sz="2000"/>
                  <a:t>: When decrypting the ciphertext, we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shift backwardly </a:t>
                </a:r>
                <a:r>
                  <a:rPr lang="en-MY" sz="2000"/>
                  <a:t>the letter using the pre-determined key, since from the equation: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𝟐𝟔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417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Cryptanalysis</a:t>
            </a:r>
            <a:r>
              <a:rPr lang="en-MY" sz="4400"/>
              <a:t> on </a:t>
            </a:r>
            <a:r>
              <a:rPr lang="en-MY" sz="4400" b="1">
                <a:solidFill>
                  <a:srgbClr val="0000FF"/>
                </a:solidFill>
              </a:rPr>
              <a:t>Shift Cipher</a:t>
            </a:r>
            <a:endParaRPr lang="en-MY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Example 2</a:t>
            </a:r>
            <a:r>
              <a:rPr lang="en-MY" sz="2000"/>
              <a:t>: Perform brute-force attack on the ciphertext ‘</a:t>
            </a:r>
            <a:r>
              <a:rPr lang="en-GB" sz="2000" b="1"/>
              <a:t>GCUAVQDTGCM</a:t>
            </a:r>
            <a:r>
              <a:rPr lang="en-GB" sz="2000"/>
              <a:t>’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algn="just">
              <a:buFont typeface="Wingdings" panose="05000000000000000000" pitchFamily="2" charset="2"/>
              <a:buChar char="Ø"/>
            </a:pPr>
            <a:endParaRPr lang="en-GB" sz="200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recovered plaintext is: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easy to break</a:t>
            </a:r>
            <a:r>
              <a:rPr lang="en-MY" sz="2000"/>
              <a:t>.</a:t>
            </a:r>
            <a:endParaRPr lang="en-MY" sz="2000" b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2404EC2-A12B-F82E-1C62-445F89713A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5610311"/>
                  </p:ext>
                </p:extLst>
              </p:nvPr>
            </p:nvGraphicFramePr>
            <p:xfrm>
              <a:off x="838200" y="2896614"/>
              <a:ext cx="8128003" cy="22250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625231">
                      <a:extLst>
                        <a:ext uri="{9D8B030D-6E8A-4147-A177-3AD203B41FA5}">
                          <a16:colId xmlns:a16="http://schemas.microsoft.com/office/drawing/2014/main" val="15265298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0891740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08351406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42561578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06934119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19366421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78504476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83794617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64736533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77157512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88082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21325234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0342709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4647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1023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18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6941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4260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2404EC2-A12B-F82E-1C62-445F89713A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5610311"/>
                  </p:ext>
                </p:extLst>
              </p:nvPr>
            </p:nvGraphicFramePr>
            <p:xfrm>
              <a:off x="838200" y="2896614"/>
              <a:ext cx="8128003" cy="22250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625231">
                      <a:extLst>
                        <a:ext uri="{9D8B030D-6E8A-4147-A177-3AD203B41FA5}">
                          <a16:colId xmlns:a16="http://schemas.microsoft.com/office/drawing/2014/main" val="15265298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08917404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08351406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42561578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06934119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4193664213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785044762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83794617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64736533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771575128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3880829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2213252344"/>
                        </a:ext>
                      </a:extLst>
                    </a:gridCol>
                    <a:gridCol w="625231">
                      <a:extLst>
                        <a:ext uri="{9D8B030D-6E8A-4147-A177-3AD203B41FA5}">
                          <a16:colId xmlns:a16="http://schemas.microsoft.com/office/drawing/2014/main" val="10342709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6557" r="-119805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106557" r="-119805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4647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206557" r="-119805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1023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306557" r="-119805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18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406557" r="-119805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6941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1" t="-506557" r="-11980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42606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A2EAF7C-7C46-E900-BD28-BDFEE24454BC}"/>
              </a:ext>
            </a:extLst>
          </p:cNvPr>
          <p:cNvSpPr txBox="1"/>
          <p:nvPr/>
        </p:nvSpPr>
        <p:spPr>
          <a:xfrm>
            <a:off x="9844348" y="3278078"/>
            <a:ext cx="1651246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MY" sz="2000"/>
              <a:t>This gives a </a:t>
            </a:r>
            <a:r>
              <a:rPr lang="en-MY" sz="2000" b="1"/>
              <a:t>meaningful</a:t>
            </a:r>
            <a:r>
              <a:rPr lang="en-MY" sz="2000"/>
              <a:t> plaintext.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006B767-F946-7F51-C3CC-79042BFED3A6}"/>
              </a:ext>
            </a:extLst>
          </p:cNvPr>
          <p:cNvSpPr/>
          <p:nvPr/>
        </p:nvSpPr>
        <p:spPr>
          <a:xfrm>
            <a:off x="9107997" y="3661623"/>
            <a:ext cx="701336" cy="248574"/>
          </a:xfrm>
          <a:prstGeom prst="lef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205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Cryptanalysis</a:t>
            </a:r>
            <a:r>
              <a:rPr lang="en-MY" sz="4400"/>
              <a:t> on </a:t>
            </a:r>
            <a:r>
              <a:rPr lang="en-MY" sz="44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Exercise 1</a:t>
            </a:r>
            <a:r>
              <a:rPr lang="en-MY" sz="2000"/>
              <a:t>: Perform cryptanalysis on the ciphertext ‘</a:t>
            </a:r>
            <a:r>
              <a:rPr lang="en-MY" sz="2000" b="1" i="0">
                <a:solidFill>
                  <a:srgbClr val="000000"/>
                </a:solidFill>
                <a:effectLst/>
              </a:rPr>
              <a:t>NCJAEZRCLASJTDPLDJ</a:t>
            </a:r>
            <a:r>
              <a:rPr lang="en-MY" sz="2000"/>
              <a:t>‘.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recovered plaintext is: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cryptography is easy</a:t>
            </a:r>
            <a:r>
              <a:rPr lang="en-MY" sz="200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374A0606-36E2-25BB-180C-EAE91D71B8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334071"/>
                  </p:ext>
                </p:extLst>
              </p:nvPr>
            </p:nvGraphicFramePr>
            <p:xfrm>
              <a:off x="1130490" y="2805919"/>
              <a:ext cx="9928499" cy="256032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662799">
                      <a:extLst>
                        <a:ext uri="{9D8B030D-6E8A-4147-A177-3AD203B41FA5}">
                          <a16:colId xmlns:a16="http://schemas.microsoft.com/office/drawing/2014/main" val="2073638708"/>
                        </a:ext>
                      </a:extLst>
                    </a:gridCol>
                    <a:gridCol w="327782">
                      <a:extLst>
                        <a:ext uri="{9D8B030D-6E8A-4147-A177-3AD203B41FA5}">
                          <a16:colId xmlns:a16="http://schemas.microsoft.com/office/drawing/2014/main" val="3606315446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758796651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690930470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81879421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544523178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030311079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397380696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38351156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206408665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0788323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403499248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249194435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11723692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31479283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341543277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40320181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260459977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05042485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995727378"/>
                        </a:ext>
                      </a:extLst>
                    </a:gridCol>
                  </a:tblGrid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7121486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9363211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11544432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694493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1887005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228170"/>
                      </a:ext>
                    </a:extLst>
                  </a:tr>
                  <a:tr h="22720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err="1"/>
                            <a:t>i</a:t>
                          </a:r>
                          <a:endParaRPr lang="en-MY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0234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374A0606-36E2-25BB-180C-EAE91D71B8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334071"/>
                  </p:ext>
                </p:extLst>
              </p:nvPr>
            </p:nvGraphicFramePr>
            <p:xfrm>
              <a:off x="1130490" y="2805919"/>
              <a:ext cx="9928499" cy="256032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662799">
                      <a:extLst>
                        <a:ext uri="{9D8B030D-6E8A-4147-A177-3AD203B41FA5}">
                          <a16:colId xmlns:a16="http://schemas.microsoft.com/office/drawing/2014/main" val="2073638708"/>
                        </a:ext>
                      </a:extLst>
                    </a:gridCol>
                    <a:gridCol w="327782">
                      <a:extLst>
                        <a:ext uri="{9D8B030D-6E8A-4147-A177-3AD203B41FA5}">
                          <a16:colId xmlns:a16="http://schemas.microsoft.com/office/drawing/2014/main" val="3606315446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758796651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690930470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81879421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544523178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030311079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397380696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38351156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206408665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0788323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403499248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249194435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211723692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31479283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341543277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403201812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260459977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1050424854"/>
                        </a:ext>
                      </a:extLst>
                    </a:gridCol>
                    <a:gridCol w="496551">
                      <a:extLst>
                        <a:ext uri="{9D8B030D-6E8A-4147-A177-3AD203B41FA5}">
                          <a16:colId xmlns:a16="http://schemas.microsoft.com/office/drawing/2014/main" val="399572737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6667" r="-1398165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71214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106667" r="-139816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93632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206667" r="-139816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115444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301639" r="-139816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06944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408333" r="-139816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1887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508333" r="-139816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469" t="-508333" r="-171481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8780" t="-508333" r="-159390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3704" t="-508333" r="-151358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561" t="-508333" r="-139512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4938" t="-508333" r="-131234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6341" t="-508333" r="-119634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6173" t="-508333" r="-111111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95122" t="-508333" r="-99756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407" t="-508333" r="-90987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93902" t="-508333" r="-79878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08642" t="-508333" r="-70864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92683" t="-508333" r="-6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9877" t="-508333" r="-50740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1463" t="-508333" r="-40122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11111" t="-508333" r="-30617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0244" t="-508333" r="-20243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12346" t="-508333" r="-1049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9024" t="-508333" r="-3659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2281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17" t="-608333" r="-139816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 err="1"/>
                            <a:t>i</a:t>
                          </a:r>
                          <a:endParaRPr lang="en-MY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0234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0CF3D3-CAD4-AAF7-BA81-778E1DCD60BF}"/>
                  </a:ext>
                </a:extLst>
              </p14:cNvPr>
              <p14:cNvContentPartPr/>
              <p14:nvPr/>
            </p14:nvContentPartPr>
            <p14:xfrm>
              <a:off x="2302200" y="2666520"/>
              <a:ext cx="360" cy="5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0CF3D3-CAD4-AAF7-BA81-778E1DCD60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2840" y="2657160"/>
                <a:ext cx="19080" cy="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7077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Cryptanalysis</a:t>
            </a:r>
            <a:r>
              <a:rPr lang="en-MY" sz="4400"/>
              <a:t> on </a:t>
            </a:r>
            <a:r>
              <a:rPr lang="en-MY" sz="4400" b="1">
                <a:solidFill>
                  <a:srgbClr val="0000FF"/>
                </a:solidFill>
              </a:rPr>
              <a:t>Shift Cipher</a:t>
            </a:r>
            <a:endParaRPr lang="en-MY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In short,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brute-force cryptanalysis </a:t>
            </a:r>
            <a:r>
              <a:rPr lang="en-MY" sz="2000"/>
              <a:t>is easy in shift cipher due to the following </a:t>
            </a: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important characteristics</a:t>
            </a:r>
            <a:r>
              <a:rPr lang="en-MY" sz="2000"/>
              <a:t>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/>
              <a:t>encryption</a:t>
            </a:r>
            <a:r>
              <a:rPr lang="en-MY" sz="2000"/>
              <a:t> and </a:t>
            </a:r>
            <a:r>
              <a:rPr lang="en-MY" sz="2000" b="1"/>
              <a:t>decryption algorithms</a:t>
            </a:r>
            <a:r>
              <a:rPr lang="en-MY" sz="2000"/>
              <a:t> are known.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There are </a:t>
            </a:r>
            <a:r>
              <a:rPr lang="en-MY" sz="2000" b="1"/>
              <a:t>only 25 keys </a:t>
            </a:r>
            <a:r>
              <a:rPr lang="en-MY" sz="2000"/>
              <a:t>to try.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/>
              <a:t>language</a:t>
            </a:r>
            <a:r>
              <a:rPr lang="en-MY" sz="2000"/>
              <a:t> of the plaintext is </a:t>
            </a:r>
            <a:r>
              <a:rPr lang="en-MY" sz="2000" b="1"/>
              <a:t>known</a:t>
            </a:r>
            <a:r>
              <a:rPr lang="en-MY" sz="2000"/>
              <a:t> and </a:t>
            </a:r>
            <a:r>
              <a:rPr lang="en-MY" sz="2000" b="1"/>
              <a:t>easily recognizable</a:t>
            </a:r>
            <a:r>
              <a:rPr lang="en-MY" sz="20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10541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Monoalphabetic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Multiplicative Cipher</a:t>
            </a:r>
            <a:endParaRPr lang="en-MY" sz="28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In multiplicative cipher, the encryption algorithm specifies the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multiplication</a:t>
                </a:r>
                <a:r>
                  <a:rPr lang="en-MY" sz="2000"/>
                  <a:t> of the plaintext by the key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000"/>
                  <a:t>, and the decryption algorithm specifies the </a:t>
                </a: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division</a:t>
                </a:r>
                <a:r>
                  <a:rPr lang="en-MY" sz="2000"/>
                  <a:t> of the ciphertext by the inverse of the key,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MY" sz="2000"/>
                  <a:t>.</a:t>
                </a:r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04FDF48-E59A-3203-F91B-058924A3A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01" y="3350593"/>
            <a:ext cx="9465597" cy="282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60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Monoalphabetic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Multiplicative Cipher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Since the decryption requires the multiplicative inverse of the key,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MY" sz="2000"/>
                  <a:t>. The chosen key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000"/>
                  <a:t>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MUST BE </a:t>
                </a:r>
                <a:r>
                  <a:rPr lang="en-MY" sz="2000"/>
                  <a:t>from the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multiplicative group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sz="2000" b="1" i="1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1" i="1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𝟐𝟔</m:t>
                        </m:r>
                      </m:sub>
                      <m:sup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MY" sz="2000"/>
                  <a:t>, which guarantee the existence of multiplicative inverse of the key,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MY" sz="2000"/>
                  <a:t>. </a:t>
                </a:r>
              </a:p>
              <a:p>
                <a:pPr algn="just"/>
                <a:r>
                  <a:rPr lang="en-MY" sz="2000" b="1"/>
                  <a:t>Multiplicative group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MY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𝟐𝟔</m:t>
                        </m:r>
                      </m:sub>
                      <m:sup>
                        <m:r>
                          <a:rPr lang="en-MY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MY" sz="2000"/>
                  <a:t>: The integer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0,1,2,…,25</m:t>
                        </m:r>
                      </m:e>
                    </m:d>
                  </m:oMath>
                </a14:m>
                <a:r>
                  <a:rPr lang="en-MY" sz="2000"/>
                  <a:t>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,26</m:t>
                            </m:r>
                          </m:e>
                        </m:d>
                      </m:e>
                    </m:func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 sz="2000"/>
                  <a:t>. Hence, there are only 12 integers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1,3,5,7,9,11,15,17,19,21,23,25</m:t>
                        </m:r>
                      </m:e>
                    </m:d>
                  </m:oMath>
                </a14:m>
                <a:r>
                  <a:rPr lang="en-MY" sz="2000"/>
                  <a:t> that satisfy this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334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Monoalphabetic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Multiplicative Cipher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57"/>
                <a:ext cx="10515600" cy="413336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3</a:t>
                </a:r>
                <a:r>
                  <a:rPr lang="en-MY" sz="2000"/>
                  <a:t>: Encrypt the message ‘</a:t>
                </a:r>
                <a:r>
                  <a:rPr lang="en-MY" sz="2000" b="1" err="1"/>
                  <a:t>wednesday</a:t>
                </a:r>
                <a:r>
                  <a:rPr lang="en-MY" sz="2000"/>
                  <a:t>’ using multiplicative cipher with key </a:t>
                </a:r>
                <a14:m>
                  <m:oMath xmlns:m="http://schemas.openxmlformats.org/officeDocument/2006/math">
                    <m:r>
                      <a:rPr lang="en-MY" sz="20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MY" sz="200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The encryption equation is given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ciphertext produced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YCVN CWVA M</a:t>
                </a:r>
                <a:r>
                  <a:rPr lang="en-MY" sz="2000"/>
                  <a:t>.</a:t>
                </a:r>
                <a:endParaRPr lang="en-MY" sz="2000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57"/>
                <a:ext cx="10515600" cy="4133366"/>
              </a:xfrm>
              <a:blipFill>
                <a:blip r:embed="rId2"/>
                <a:stretch>
                  <a:fillRect t="-442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EAB31FF-6402-3E01-2206-DE288F77B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943815"/>
                  </p:ext>
                </p:extLst>
              </p:nvPr>
            </p:nvGraphicFramePr>
            <p:xfrm>
              <a:off x="1754821" y="3429000"/>
              <a:ext cx="8682357" cy="219456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391230272"/>
                        </a:ext>
                      </a:extLst>
                    </a:gridCol>
                  </a:tblGrid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18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154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91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126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168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3EAB31FF-6402-3E01-2206-DE288F77B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943815"/>
                  </p:ext>
                </p:extLst>
              </p:nvPr>
            </p:nvGraphicFramePr>
            <p:xfrm>
              <a:off x="1754821" y="3429000"/>
              <a:ext cx="8682357" cy="219456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39123027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6667" r="-702809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278" t="-106667" r="-68874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6667" r="-7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3101" t="-106667" r="-605426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106667" r="-50076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106667" r="-40465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106667" r="-30153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8462" t="-106667" r="-20153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5426" t="-106667" r="-10310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7692" t="-106667" r="-2308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203279" r="-70280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278" t="-203279" r="-68874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3279" r="-7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3101" t="-203279" r="-605426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203279" r="-50076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203279" r="-40465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203279" r="-301538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8462" t="-203279" r="-201538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5426" t="-203279" r="-10310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7692" t="-203279" r="-2308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278" t="-308333" r="-68874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8333" r="-7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3101" t="-308333" r="-60542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308333" r="-50076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308333" r="-40465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308333" r="-30153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8462" t="-308333" r="-20153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5426" t="-308333" r="-10310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7692" t="-308333" r="-2308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408333" r="-70280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8278" t="-408333" r="-68874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8333" r="-7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3101" t="-408333" r="-60542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408333" r="-50076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408333" r="-40465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408333" r="-3015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8462" t="-408333" r="-2015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5426" t="-408333" r="-10310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7692" t="-408333" r="-2308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508333" r="-702809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5589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Monoalphabetic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Multiplicative Cipher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4</a:t>
                </a:r>
                <a:r>
                  <a:rPr lang="en-MY" sz="2000"/>
                  <a:t>: Decrypt the ciphertext ‘</a:t>
                </a:r>
                <a:r>
                  <a:rPr lang="en-MY" sz="2000" b="1"/>
                  <a:t>UAEGEAXP</a:t>
                </a:r>
                <a:r>
                  <a:rPr lang="en-MY" sz="2000"/>
                  <a:t>’ that is encrypted using multiplicative cipher with key </a:t>
                </a:r>
                <a14:m>
                  <m:oMath xmlns:m="http://schemas.openxmlformats.org/officeDocument/2006/math">
                    <m:r>
                      <a:rPr lang="en-MY" sz="20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MY" sz="2000"/>
                  <a:t>. 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</a:t>
                </a:r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n-MY" sz="2000"/>
                  <a:t>The decryption equation is given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 </a:t>
                </a:r>
              </a:p>
              <a:p>
                <a:pPr marL="800100" lvl="1" indent="-342900" algn="just">
                  <a:buFont typeface="+mj-lt"/>
                  <a:buAutoNum type="arabicPeriod"/>
                </a:pPr>
                <a:r>
                  <a:rPr lang="en-MY" sz="2000"/>
                  <a:t>We need to find the multiplicative inverse of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MY" sz="2000"/>
                  <a:t>. By the Extended Euclidean algorithm,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≡3</m:t>
                    </m:r>
                  </m:oMath>
                </a14:m>
                <a:r>
                  <a:rPr lang="en-MY" sz="200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marL="228600" indent="0" algn="just">
                  <a:buNone/>
                </a:pP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0F33A30A-94C3-25EC-A1B2-19C62910B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2114493"/>
                  </p:ext>
                </p:extLst>
              </p:nvPr>
            </p:nvGraphicFramePr>
            <p:xfrm>
              <a:off x="2227309" y="475776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0F33A30A-94C3-25EC-A1B2-19C62910B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2114493"/>
                  </p:ext>
                </p:extLst>
              </p:nvPr>
            </p:nvGraphicFramePr>
            <p:xfrm>
              <a:off x="2227309" y="475776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16022208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551594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615221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0193502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3514075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5686865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6121302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84869595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7188028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00477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10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01639" r="-90451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79776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01639" r="-70375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01639" r="-5985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01639" r="-5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01639" r="-4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01639" r="-3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01639" r="-2022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01639" r="-10074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01639" r="-1504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17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201639" r="-90451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639" r="-7977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201639" r="-70375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201639" r="-5985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201639" r="-5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201639" r="-4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201639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201639" r="-2022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201639" r="-10074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201639" r="-150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5372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301639" r="-9045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639" r="-7977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301639" r="-70375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301639" r="-5985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772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2522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Monoalphabetic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Multiplicative Cipher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71550" lvl="1" indent="-514350" algn="just">
                  <a:buFont typeface="+mj-lt"/>
                  <a:buAutoNum type="arabicPeriod" startAt="3"/>
                </a:pPr>
                <a:r>
                  <a:rPr lang="en-MY" sz="2000"/>
                  <a:t>Hence, the decryption equation is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×3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recovered plaintext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I am smart</a:t>
                </a:r>
                <a:r>
                  <a:rPr lang="en-MY" sz="200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E76A2E5-C2D0-0D51-D475-3F44C7C8D1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837446"/>
                  </p:ext>
                </p:extLst>
              </p:nvPr>
            </p:nvGraphicFramePr>
            <p:xfrm>
              <a:off x="2149474" y="2843074"/>
              <a:ext cx="7893052" cy="219456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</a:tblGrid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69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E76A2E5-C2D0-0D51-D475-3F44C7C8D1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837446"/>
                  </p:ext>
                </p:extLst>
              </p:nvPr>
            </p:nvGraphicFramePr>
            <p:xfrm>
              <a:off x="2149474" y="2843074"/>
              <a:ext cx="7893052" cy="219456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6667" r="-62977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106667" r="-598684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106667" r="-605426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106667" r="-50076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106667" r="-40076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106667" r="-303876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106667" r="-20153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106667" r="-10310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106667" r="-2308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203279" r="-62977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203279" r="-59868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203279" r="-605426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203279" r="-50076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203279" r="-40076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203279" r="-303876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203279" r="-201538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203279" r="-10310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203279" r="-2308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308333" r="-59868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308333" r="-60542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308333" r="-50076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308333" r="-40076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308333" r="-30387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308333" r="-20153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308333" r="-10310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308333" r="-2308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408333" r="-62977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408333" r="-59868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408333" r="-60542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408333" r="-50076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408333" r="-40076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408333" r="-30387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408333" r="-2015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408333" r="-10310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408333" r="-2308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508333" r="-62977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09973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Affine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The </a:t>
                </a:r>
                <a:r>
                  <a:rPr lang="en-MY" sz="2000" b="1"/>
                  <a:t>combination</a:t>
                </a:r>
                <a:r>
                  <a:rPr lang="en-MY" sz="2000"/>
                  <a:t> of both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additive and multiplicative </a:t>
                </a:r>
                <a:r>
                  <a:rPr lang="en-MY" sz="2000"/>
                  <a:t>cipher techniques using a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pair of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0000FF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/>
                <a:r>
                  <a:rPr lang="en-MY" sz="2000"/>
                  <a:t>The plaintext is first encrypted using multiplicative cipher with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sz="2000"/>
                  <a:t>, and next encrypted further using additive cipher with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02EBDF-86EA-861A-6F5B-1CCBE6A94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9" y="3762604"/>
            <a:ext cx="8186921" cy="299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37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Affine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/>
                  <a:t>Based on the diagram,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encryption</a:t>
                </a:r>
                <a:r>
                  <a:rPr lang="en-MY" sz="2000"/>
                  <a:t> algorithm of the affine cipher can be simplified into the equation:</a:t>
                </a: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</m:oMath>
                  </m:oMathPara>
                </a14:m>
                <a:endParaRPr lang="en-MY" sz="2000"/>
              </a:p>
              <a:p>
                <a:pPr marL="228600" indent="0" algn="just">
                  <a:buNone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/>
                  <a:t>Likewise,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decryption</a:t>
                </a:r>
                <a:r>
                  <a:rPr lang="en-MY" sz="2000"/>
                  <a:t> algorithm of the affine cipher can be simplified into the equation:</a:t>
                </a:r>
                <a:r>
                  <a:rPr lang="en-MY" sz="2000" b="0"/>
                  <a:t> </a:t>
                </a: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MY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</m:oMath>
                  </m:oMathPara>
                </a14:m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983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Affine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57"/>
                <a:ext cx="10515600" cy="435530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5</a:t>
                </a:r>
                <a:r>
                  <a:rPr lang="en-MY" sz="2000"/>
                  <a:t>: Encrypt the message ‘</a:t>
                </a:r>
                <a:r>
                  <a:rPr lang="en-MY" sz="2000" b="1"/>
                  <a:t>security</a:t>
                </a:r>
                <a:r>
                  <a:rPr lang="en-MY" sz="2000"/>
                  <a:t>’ using affine cipher with the key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11,16</m:t>
                        </m:r>
                      </m:e>
                    </m:d>
                  </m:oMath>
                </a14:m>
                <a:r>
                  <a:rPr lang="en-MY" sz="2000"/>
                  <a:t>. </a:t>
                </a:r>
              </a:p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The encryption equation is given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×11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+16 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r>
                  <a:rPr lang="en-MY" sz="2000"/>
                  <a:t>The ciphertext produced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GIMC VARU</a:t>
                </a:r>
                <a:r>
                  <a:rPr lang="en-MY" sz="2000"/>
                  <a:t>.</a:t>
                </a:r>
                <a:endParaRPr lang="en-MY" sz="2000" b="1"/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57"/>
                <a:ext cx="10515600" cy="4355308"/>
              </a:xfrm>
              <a:blipFill>
                <a:blip r:embed="rId2"/>
                <a:stretch>
                  <a:fillRect t="-559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C88A742-6228-39BA-E980-286ED73BA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2621898"/>
                  </p:ext>
                </p:extLst>
              </p:nvPr>
            </p:nvGraphicFramePr>
            <p:xfrm>
              <a:off x="2149474" y="3331345"/>
              <a:ext cx="7893052" cy="25603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</a:tblGrid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MY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280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  <a:tr h="245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574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C88A742-6228-39BA-E980-286ED73BA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2621898"/>
                  </p:ext>
                </p:extLst>
              </p:nvPr>
            </p:nvGraphicFramePr>
            <p:xfrm>
              <a:off x="2149474" y="3331345"/>
              <a:ext cx="7893052" cy="25603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084793">
                      <a:extLst>
                        <a:ext uri="{9D8B030D-6E8A-4147-A177-3AD203B41FA5}">
                          <a16:colId xmlns:a16="http://schemas.microsoft.com/office/drawing/2014/main" val="1631262515"/>
                        </a:ext>
                      </a:extLst>
                    </a:gridCol>
                    <a:gridCol w="361597">
                      <a:extLst>
                        <a:ext uri="{9D8B030D-6E8A-4147-A177-3AD203B41FA5}">
                          <a16:colId xmlns:a16="http://schemas.microsoft.com/office/drawing/2014/main" val="1553776916"/>
                        </a:ext>
                      </a:extLst>
                    </a:gridCol>
                    <a:gridCol w="921527">
                      <a:extLst>
                        <a:ext uri="{9D8B030D-6E8A-4147-A177-3AD203B41FA5}">
                          <a16:colId xmlns:a16="http://schemas.microsoft.com/office/drawing/2014/main" val="395571211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049754348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203545973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159189800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789185954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142421219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855883382"/>
                        </a:ext>
                      </a:extLst>
                    </a:gridCol>
                    <a:gridCol w="789305">
                      <a:extLst>
                        <a:ext uri="{9D8B030D-6E8A-4147-A177-3AD203B41FA5}">
                          <a16:colId xmlns:a16="http://schemas.microsoft.com/office/drawing/2014/main" val="30700928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6667" r="-629775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83017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106667" r="-598684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106667" r="-605426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106667" r="-500769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106667" r="-400769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106667" r="-303876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106667" r="-201538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106667" r="-103101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106667" r="-2308" b="-5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1561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206667" r="-62977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206667" r="-598684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206667" r="-605426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206667" r="-50076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206667" r="-40076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206667" r="-303876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206667" r="-20153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206667" r="-10310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206667" r="-2308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75586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301639" r="-62977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301639" r="-59868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301639" r="-605426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301639" r="-50076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301639" r="-40076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301639" r="-303876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301639" r="-201538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301639" r="-10310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301639" r="-2308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51218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408333" r="-59868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408333" r="-60542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408333" r="-50076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408333" r="-40076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408333" r="-30387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408333" r="-20153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408333" r="-10310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408333" r="-2308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564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508333" r="-62977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6579" t="-508333" r="-59868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326" t="-508333" r="-60542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231" t="-508333" r="-50076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9231" t="-508333" r="-40076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3876" t="-508333" r="-30387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462" t="-508333" r="-201538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4651" t="-508333" r="-10310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7692" t="-508333" r="-2308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02617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2" t="-608333" r="-62977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5745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1763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Affine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Exercise 2</a:t>
                </a:r>
                <a:r>
                  <a:rPr lang="en-MY" sz="2000"/>
                  <a:t>: Perform decryption on the ciphertext ‘</a:t>
                </a:r>
                <a:r>
                  <a:rPr lang="en-MY" sz="2000" b="1"/>
                  <a:t>GOJCBITONB</a:t>
                </a:r>
                <a:r>
                  <a:rPr lang="en-MY" sz="2000"/>
                  <a:t>’ that is encrypted using affine cipher with the key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7,25</m:t>
                        </m:r>
                      </m:e>
                    </m:d>
                  </m:oMath>
                </a14:m>
                <a:r>
                  <a:rPr lang="en-MY" sz="2000" b="0"/>
                  <a:t>.</a:t>
                </a:r>
              </a:p>
              <a:p>
                <a:pPr algn="just"/>
                <a:r>
                  <a:rPr lang="en-MY" sz="2000" b="1">
                    <a:solidFill>
                      <a:schemeClr val="accent6">
                        <a:lumMod val="50000"/>
                        <a:alpha val="70000"/>
                      </a:schemeClr>
                    </a:solidFill>
                  </a:rPr>
                  <a:t>Solution</a:t>
                </a:r>
                <a:r>
                  <a:rPr lang="en-MY" sz="2000"/>
                  <a:t>: 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The decryption equation is given by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−25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We need to find the multiplicative inverse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MY" sz="2000"/>
                  <a:t>. By the Extended Euclidean algorithm,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MY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−11≡15</m:t>
                    </m:r>
                  </m:oMath>
                </a14:m>
                <a:r>
                  <a:rPr lang="en-MY" sz="2000"/>
                  <a:t>.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3ACF85E-D9A4-EA6B-73FD-DB3269D54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315232"/>
                  </p:ext>
                </p:extLst>
              </p:nvPr>
            </p:nvGraphicFramePr>
            <p:xfrm>
              <a:off x="2032000" y="4666970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34468797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01353492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84449434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5739857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17400895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7600778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4224428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1718177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803684754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752488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MY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MY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9057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491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592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815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B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500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3ACF85E-D9A4-EA6B-73FD-DB3269D54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315232"/>
                  </p:ext>
                </p:extLst>
              </p:nvPr>
            </p:nvGraphicFramePr>
            <p:xfrm>
              <a:off x="2032000" y="4666970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3446879772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01353492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84449434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5739857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217400895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76007789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42244289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171817777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803684754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7524887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639" r="-90451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639" r="-79776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639" r="-70375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639" r="-59850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639" r="-5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639" r="-40300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639" r="-3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639" r="-2022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639" r="-10074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639" r="-15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9057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101639" r="-90451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79776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101639" r="-70375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101639" r="-598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101639" r="-5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101639" r="-40300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101639" r="-3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101639" r="-2022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101639" r="-10074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101639" r="-1504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491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201639" r="-90451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639" r="-79776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201639" r="-70375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201639" r="-5985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201639" r="-5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201639" r="-40300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201639" r="-3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201639" r="-2022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201639" r="-10074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201639" r="-1504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5921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301639" r="-90451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639" r="-7977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301639" r="-70375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301639" r="-5985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256" t="-301639" r="-5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256" t="-301639" r="-40300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761" t="-301639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3008" t="-301639" r="-2022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7015" t="-301639" r="-10074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3759" t="-301639" r="-1504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815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2" t="-401639" r="-9045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7977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04" t="-401639" r="-70375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54" t="-401639" r="-5985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55000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86784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Affine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71550" lvl="1" indent="-514350" algn="just">
                  <a:buFont typeface="+mj-lt"/>
                  <a:buAutoNum type="arabicPeriod" startAt="3"/>
                </a:pPr>
                <a:r>
                  <a:rPr lang="en-MY" sz="2000"/>
                  <a:t>Hence, the decryption equation is </a:t>
                </a:r>
                <a14:m>
                  <m:oMath xmlns:m="http://schemas.openxmlformats.org/officeDocument/2006/math">
                    <m:r>
                      <a:rPr lang="en-MY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MY" sz="2000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−25</m:t>
                        </m:r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MY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MY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MY" sz="2000">
                            <a:latin typeface="Cambria Math" panose="02040503050406030204" pitchFamily="18" charset="0"/>
                          </a:rPr>
                          <m:t> 26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marL="742950" indent="-514350" algn="just">
                  <a:buFont typeface="+mj-lt"/>
                  <a:buAutoNum type="arabicPeriod" startAt="3"/>
                </a:pPr>
                <a:endParaRPr lang="en-MY" sz="2000"/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recovered plaintext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brute force</a:t>
                </a:r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958DC657-9225-6183-1037-1103D0DBC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7054915"/>
                  </p:ext>
                </p:extLst>
              </p:nvPr>
            </p:nvGraphicFramePr>
            <p:xfrm>
              <a:off x="1297127" y="2708264"/>
              <a:ext cx="9597745" cy="256032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48640">
                      <a:extLst>
                        <a:ext uri="{9D8B030D-6E8A-4147-A177-3AD203B41FA5}">
                          <a16:colId xmlns:a16="http://schemas.microsoft.com/office/drawing/2014/main" val="359684538"/>
                        </a:ext>
                      </a:extLst>
                    </a:gridCol>
                    <a:gridCol w="350985">
                      <a:extLst>
                        <a:ext uri="{9D8B030D-6E8A-4147-A177-3AD203B41FA5}">
                          <a16:colId xmlns:a16="http://schemas.microsoft.com/office/drawing/2014/main" val="393639009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528545405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1800131367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101530358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4162481151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107688718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4147090561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824462539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3647642475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312041773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384284890"/>
                        </a:ext>
                      </a:extLst>
                    </a:gridCol>
                  </a:tblGrid>
                  <a:tr h="3398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b="0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J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810747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681510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kumimoji="0" lang="en-MY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venir Next LT Pro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30025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5503721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algn="ctr"/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−285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−165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−240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−345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−360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−255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−90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−165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−180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−360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5598148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54294"/>
                      </a:ext>
                    </a:extLst>
                  </a:tr>
                  <a:tr h="33980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MY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65545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958DC657-9225-6183-1037-1103D0DBC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7054915"/>
                  </p:ext>
                </p:extLst>
              </p:nvPr>
            </p:nvGraphicFramePr>
            <p:xfrm>
              <a:off x="1297127" y="2708264"/>
              <a:ext cx="9597745" cy="256032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48640">
                      <a:extLst>
                        <a:ext uri="{9D8B030D-6E8A-4147-A177-3AD203B41FA5}">
                          <a16:colId xmlns:a16="http://schemas.microsoft.com/office/drawing/2014/main" val="359684538"/>
                        </a:ext>
                      </a:extLst>
                    </a:gridCol>
                    <a:gridCol w="350985">
                      <a:extLst>
                        <a:ext uri="{9D8B030D-6E8A-4147-A177-3AD203B41FA5}">
                          <a16:colId xmlns:a16="http://schemas.microsoft.com/office/drawing/2014/main" val="393639009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528545405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1800131367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101530358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4162481151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107688718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4147090561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824462539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3647642475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3120417732"/>
                        </a:ext>
                      </a:extLst>
                    </a:gridCol>
                    <a:gridCol w="799812">
                      <a:extLst>
                        <a:ext uri="{9D8B030D-6E8A-4147-A177-3AD203B41FA5}">
                          <a16:colId xmlns:a16="http://schemas.microsoft.com/office/drawing/2014/main" val="238428489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8" t="-6667" r="-670244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J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8107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27" t="-106667" r="-904580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27" t="-106667" r="-804580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485" t="-106667" r="-69848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290" t="-106667" r="-603817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290" t="-106667" r="-503817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6970" t="-106667" r="-400000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3053" t="-106667" r="-303053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053" t="-106667" r="-203053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455" t="-106667" r="-10151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3817" t="-106667" r="-2290" b="-5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68151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8" t="-206667" r="-670244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27" t="-206667" r="-90458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27" t="-206667" r="-80458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485" t="-206667" r="-69848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290" t="-206667" r="-60381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290" t="-206667" r="-50381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6970" t="-206667" r="-4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3053" t="-206667" r="-303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053" t="-206667" r="-203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455" t="-206667" r="-10151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3817" t="-206667" r="-2290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9300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8" t="-301639" r="-67024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27" t="-301639" r="-90458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27" t="-301639" r="-80458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485" t="-301639" r="-69848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290" t="-301639" r="-60381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290" t="-301639" r="-50381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6970" t="-301639" r="-4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3053" t="-301639" r="-303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053" t="-301639" r="-203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455" t="-301639" r="-101515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3817" t="-301639" r="-2290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5037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27" t="-408333" r="-90458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27" t="-408333" r="-80458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485" t="-408333" r="-69848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290" t="-408333" r="-60381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290" t="-408333" r="-50381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6970" t="-408333" r="-4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3053" t="-408333" r="-30305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053" t="-408333" r="-20305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455" t="-408333" r="-10151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3817" t="-408333" r="-2290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5981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8" t="-508333" r="-67024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27" t="-508333" r="-90458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527" t="-508333" r="-80458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485" t="-508333" r="-69848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290" t="-508333" r="-60381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290" t="-508333" r="-50381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6970" t="-508333" r="-4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3053" t="-508333" r="-30305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053" t="-508333" r="-20305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5455" t="-508333" r="-10151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3817" t="-508333" r="-229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542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8" t="-608333" r="-67024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65545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6007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Security Issues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All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shift</a:t>
                </a:r>
                <a:r>
                  <a:rPr lang="en-MY" sz="2000"/>
                  <a:t>,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multiplicative</a:t>
                </a:r>
                <a:r>
                  <a:rPr lang="en-MY" sz="2000"/>
                  <a:t> and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affine ciphers</a:t>
                </a:r>
                <a:r>
                  <a:rPr lang="en-MY" sz="2000"/>
                  <a:t> have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small key domain</a:t>
                </a:r>
                <a:r>
                  <a:rPr lang="en-MY" sz="2000"/>
                  <a:t>, that are a maximum of 26 possible keys only, hence they are very </a:t>
                </a:r>
                <a:r>
                  <a:rPr lang="en-MY" sz="2000" b="1"/>
                  <a:t>vulnerable to brute-force </a:t>
                </a:r>
                <a:r>
                  <a:rPr lang="en-MY" sz="2000"/>
                  <a:t>cryptanalysis.</a:t>
                </a:r>
              </a:p>
              <a:p>
                <a:pPr algn="just"/>
                <a:r>
                  <a:rPr lang="en-MY" sz="2000" b="1"/>
                  <a:t>Alternative solution for better security</a:t>
                </a:r>
                <a:r>
                  <a:rPr lang="en-MY" sz="2000"/>
                  <a:t>: </a:t>
                </a: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Permute</a:t>
                </a:r>
                <a:r>
                  <a:rPr lang="en-MY" sz="2000"/>
                  <a:t> the alphabets </a:t>
                </a: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randomly</a:t>
                </a:r>
                <a:r>
                  <a:rPr lang="en-MY" sz="2000"/>
                  <a:t> instead of shifting it constantly. </a:t>
                </a:r>
              </a:p>
              <a:p>
                <a:pPr algn="just"/>
                <a:r>
                  <a:rPr lang="en-MY" sz="2000"/>
                  <a:t>Permutation of all the 26 alphabets give you a total of about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𝟐𝟔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!=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𝟎𝟑</m:t>
                    </m:r>
                    <m:r>
                      <a:rPr lang="en-MY" sz="2000" b="1" i="1" smtClean="0">
                        <a:solidFill>
                          <a:srgbClr val="FF0000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𝟐𝟔</m:t>
                        </m:r>
                      </m:sup>
                    </m:sSup>
                  </m:oMath>
                </a14:m>
                <a:r>
                  <a:rPr lang="en-MY" sz="2000">
                    <a:solidFill>
                      <a:srgbClr val="FF0000">
                        <a:alpha val="70000"/>
                      </a:srgbClr>
                    </a:solidFill>
                  </a:rPr>
                  <a:t>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possible keys</a:t>
                </a:r>
                <a:r>
                  <a:rPr lang="en-MY" sz="2000"/>
                  <a:t>. That’s A LOT !!!</a:t>
                </a:r>
              </a:p>
              <a:p>
                <a:pPr algn="just"/>
                <a:r>
                  <a:rPr lang="en-MY" sz="2000" b="1"/>
                  <a:t>Note:</a:t>
                </a:r>
                <a:r>
                  <a:rPr lang="en-MY" sz="2000"/>
                  <a:t> If you think this is secure enough, we will learn later that there is an efficient cryptanalysis on this alternative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813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Monoalphabetic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Security Issues</a:t>
            </a:r>
            <a:endParaRPr lang="en-MY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6</a:t>
            </a:r>
            <a:r>
              <a:rPr lang="en-MY" sz="2000"/>
              <a:t>: Suppose now Alice and Bob agreed on the randomized alphabets between plaintext and ciphertext, as follows.</a:t>
            </a:r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To encrypt a message ‘hello Bob’, the produced ciphertext is now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CRDDYOYO</a:t>
            </a:r>
            <a:r>
              <a:rPr lang="en-MY" sz="2000"/>
              <a:t>’.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000"/>
          </a:p>
          <a:p>
            <a:pPr algn="just"/>
            <a:r>
              <a:rPr lang="en-MY" sz="2000" b="1"/>
              <a:t>Note</a:t>
            </a:r>
            <a:r>
              <a:rPr lang="en-MY" sz="2000"/>
              <a:t>: There is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no specific key </a:t>
            </a:r>
            <a:r>
              <a:rPr lang="en-MY" sz="2000"/>
              <a:t>to shift any of these alphabetic, it seems more secure, right?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A9B05B72-784D-3B92-0D2F-E47FE2CBB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526" y="3240350"/>
            <a:ext cx="10344947" cy="78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70697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Besides brute-force attack, the most common cryptanalysis on substitution cipher is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statistical attack </a:t>
            </a:r>
            <a:r>
              <a:rPr lang="en-MY" sz="2000"/>
              <a:t>known as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FREQUENCY ANALYSIS</a:t>
            </a:r>
            <a:r>
              <a:rPr lang="en-MY" sz="2000"/>
              <a:t>.</a:t>
            </a:r>
          </a:p>
          <a:p>
            <a:pPr algn="just"/>
            <a:r>
              <a:rPr lang="en-MY" sz="2000"/>
              <a:t>Assuming that common plaintext-ciphertext are written in English, and an attacker is well familiar with the nature of such a language, the </a:t>
            </a: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frequency of occurrence of an English letter can be predicted efficiently</a:t>
            </a:r>
            <a:r>
              <a:rPr lang="en-MY" sz="2000"/>
              <a:t>.</a:t>
            </a:r>
          </a:p>
          <a:p>
            <a:pPr algn="just"/>
            <a:r>
              <a:rPr lang="en-MY" sz="2000"/>
              <a:t>For example, the letter ‘</a:t>
            </a:r>
            <a:r>
              <a:rPr lang="en-MY" sz="2000" b="1"/>
              <a:t>E</a:t>
            </a:r>
            <a:r>
              <a:rPr lang="en-MY" sz="2000"/>
              <a:t>’ always appear with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HIGHEST frequency </a:t>
            </a:r>
            <a:r>
              <a:rPr lang="en-MY" sz="2000"/>
              <a:t>in an English text. </a:t>
            </a:r>
          </a:p>
        </p:txBody>
      </p:sp>
    </p:spTree>
    <p:extLst>
      <p:ext uri="{BB962C8B-B14F-4D97-AF65-F5344CB8AC3E}">
        <p14:creationId xmlns:p14="http://schemas.microsoft.com/office/powerpoint/2010/main" val="251125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The table below shows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overall frequency of occurrence of letters</a:t>
            </a:r>
            <a:r>
              <a:rPr lang="en-MY" sz="2000"/>
              <a:t> in an English text in general.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59E35-A583-0058-5247-3A9ACF257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06" y="3014520"/>
            <a:ext cx="9488187" cy="33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70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  <a:endParaRPr lang="en-MY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Besides a single letter, English words often comes in some specific letter combinations, either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two-letter (bigrams) group</a:t>
            </a:r>
            <a:r>
              <a:rPr lang="en-MY" sz="2000"/>
              <a:t>, or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three-letter (trigrams) group</a:t>
            </a:r>
            <a:r>
              <a:rPr lang="en-MY" sz="2000"/>
              <a:t>.</a:t>
            </a:r>
          </a:p>
          <a:p>
            <a:pPr algn="just"/>
            <a:r>
              <a:rPr lang="en-MY" sz="2000"/>
              <a:t>Examples of bigrams: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</a:t>
            </a:r>
            <a:r>
              <a:rPr lang="en-MY" sz="2000" err="1"/>
              <a:t>e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</a:t>
            </a:r>
            <a:r>
              <a:rPr lang="en-MY" sz="2000" err="1"/>
              <a:t>ree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</a:t>
            </a:r>
            <a:r>
              <a:rPr lang="en-MY" sz="2000" err="1"/>
              <a:t>ey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</a:t>
            </a:r>
            <a:r>
              <a:rPr lang="en-MY" sz="2000" err="1"/>
              <a:t>em</a:t>
            </a:r>
            <a:r>
              <a:rPr lang="en-MY" sz="2000"/>
              <a:t>, etc.</a:t>
            </a:r>
          </a:p>
          <a:p>
            <a:pPr algn="just"/>
            <a:r>
              <a:rPr lang="en-MY" sz="2000"/>
              <a:t>Examples of trigrams: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THE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THE</a:t>
            </a:r>
            <a:r>
              <a:rPr lang="en-MY" sz="2000" err="1"/>
              <a:t>me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THE</a:t>
            </a:r>
            <a:r>
              <a:rPr lang="en-MY" sz="2000" err="1"/>
              <a:t>y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THE</a:t>
            </a:r>
            <a:r>
              <a:rPr lang="en-MY" sz="2000" err="1"/>
              <a:t>ir</a:t>
            </a:r>
            <a:r>
              <a:rPr lang="en-MY" sz="2000"/>
              <a:t>, </a:t>
            </a:r>
            <a:r>
              <a:rPr lang="en-MY" sz="2000" b="1" err="1">
                <a:solidFill>
                  <a:srgbClr val="FF0000">
                    <a:alpha val="70000"/>
                  </a:srgbClr>
                </a:solidFill>
              </a:rPr>
              <a:t>THE</a:t>
            </a:r>
            <a:r>
              <a:rPr lang="en-MY" sz="2000" err="1"/>
              <a:t>m</a:t>
            </a:r>
            <a:r>
              <a:rPr lang="en-MY" sz="2000"/>
              <a:t>, etc.</a:t>
            </a:r>
          </a:p>
          <a:p>
            <a:pPr algn="just"/>
            <a:r>
              <a:rPr lang="en-MY" sz="2000"/>
              <a:t>The table below shows the groups of common bigrams and trigrams in English texts.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112CC-95CE-4A89-6E39-559E8373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00" y="4445720"/>
            <a:ext cx="10439800" cy="179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52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/>
              <a:t>The technique of frequency analysis: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sz="2000" b="1">
                <a:solidFill>
                  <a:srgbClr val="0000FF">
                    <a:alpha val="70000"/>
                  </a:srgbClr>
                </a:solidFill>
              </a:rPr>
              <a:t>Count</a:t>
            </a:r>
            <a:r>
              <a:rPr lang="en-GB" sz="2000"/>
              <a:t> the relative frequencies of letters, and the resulting pattern in the ciphertext.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Compare</a:t>
            </a:r>
            <a:r>
              <a:rPr lang="en-GB" sz="2000"/>
              <a:t> the relative frequencies to the standard frequency distribution for English.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sz="2000" b="1">
                <a:solidFill>
                  <a:srgbClr val="0000FF">
                    <a:alpha val="70000"/>
                  </a:srgbClr>
                </a:solidFill>
              </a:rPr>
              <a:t>Search</a:t>
            </a:r>
            <a:r>
              <a:rPr lang="en-GB" sz="2000"/>
              <a:t> for the frequency of bigrams and trigrams.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Combine</a:t>
            </a:r>
            <a:r>
              <a:rPr lang="en-GB" sz="2000"/>
              <a:t> the results to identify the meaningful words.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GB" sz="2000" b="1">
                <a:solidFill>
                  <a:srgbClr val="0000FF">
                    <a:alpha val="70000"/>
                  </a:srgbClr>
                </a:solidFill>
              </a:rPr>
              <a:t>Repeat</a:t>
            </a:r>
            <a:r>
              <a:rPr lang="en-GB" sz="2000"/>
              <a:t> the analysis of frequencies with </a:t>
            </a: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trial and error </a:t>
            </a:r>
            <a:r>
              <a:rPr lang="en-GB" sz="2000"/>
              <a:t>to find a possible solution for other letters.</a:t>
            </a:r>
          </a:p>
          <a:p>
            <a:pPr marL="685800" indent="-457200" algn="just">
              <a:buFont typeface="+mj-lt"/>
              <a:buAutoNum type="arabicPeriod"/>
            </a:pPr>
            <a:endParaRPr lang="en-GB" sz="2000"/>
          </a:p>
          <a:p>
            <a:pPr marL="685800" indent="-457200" algn="just">
              <a:buFont typeface="+mj-lt"/>
              <a:buAutoNum type="arabicPeriod"/>
            </a:pPr>
            <a:endParaRPr lang="en-GB" sz="2000"/>
          </a:p>
          <a:p>
            <a:pPr marL="685800" indent="-457200" algn="just">
              <a:buFont typeface="+mj-lt"/>
              <a:buAutoNum type="arabicPeriod"/>
            </a:pPr>
            <a:endParaRPr lang="en-GB" sz="2000"/>
          </a:p>
          <a:p>
            <a:pPr marL="685800" indent="-457200" algn="just">
              <a:buFont typeface="+mj-lt"/>
              <a:buAutoNum type="arabicPeriod"/>
            </a:pPr>
            <a:endParaRPr lang="en-MY" sz="2000"/>
          </a:p>
        </p:txBody>
      </p:sp>
    </p:spTree>
    <p:extLst>
      <p:ext uri="{BB962C8B-B14F-4D97-AF65-F5344CB8AC3E}">
        <p14:creationId xmlns:p14="http://schemas.microsoft.com/office/powerpoint/2010/main" val="710932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Why</a:t>
            </a:r>
            <a:r>
              <a:rPr lang="en-MY" sz="2000"/>
              <a:t> is frequency analysis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effective</a:t>
            </a:r>
            <a:r>
              <a:rPr lang="en-MY" sz="2000"/>
              <a:t> on monoalphabetic substitution cipher?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b="1"/>
              <a:t>Reason</a:t>
            </a:r>
            <a:r>
              <a:rPr lang="en-MY" sz="2000"/>
              <a:t>: Monoalphabetic substitution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does not change the relative frequency of the letters</a:t>
            </a:r>
            <a:r>
              <a:rPr lang="en-MY" sz="2000"/>
              <a:t>, be it in plaintext or ciphertext.</a:t>
            </a:r>
          </a:p>
          <a:p>
            <a:pPr algn="just"/>
            <a:endParaRPr lang="en-MY" sz="2000"/>
          </a:p>
          <a:p>
            <a:pPr algn="just"/>
            <a:r>
              <a:rPr lang="en-MY" sz="2000"/>
              <a:t>This elegant method is introduced by Al-</a:t>
            </a:r>
            <a:r>
              <a:rPr lang="en-MY" sz="2000" err="1"/>
              <a:t>Kindi</a:t>
            </a:r>
            <a:r>
              <a:rPr lang="en-MY" sz="2000"/>
              <a:t>, an Arabic scientist in 9</a:t>
            </a:r>
            <a:r>
              <a:rPr lang="en-MY" sz="2000" baseline="30000"/>
              <a:t>th</a:t>
            </a:r>
            <a:r>
              <a:rPr lang="en-MY" sz="2000"/>
              <a:t> century.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Mentioned in his book entitled ‘</a:t>
            </a:r>
            <a:r>
              <a:rPr lang="en-MY" sz="2000" b="1" i="1">
                <a:solidFill>
                  <a:srgbClr val="C00000">
                    <a:alpha val="70000"/>
                  </a:srgbClr>
                </a:solidFill>
              </a:rPr>
              <a:t>Manuscript on Deciphering Cryptographic Messages</a:t>
            </a:r>
            <a:r>
              <a:rPr lang="en-MY" sz="2000"/>
              <a:t>’ that gave rise to the birth of cryptanalysis.</a:t>
            </a:r>
          </a:p>
        </p:txBody>
      </p:sp>
    </p:spTree>
    <p:extLst>
      <p:ext uri="{BB962C8B-B14F-4D97-AF65-F5344CB8AC3E}">
        <p14:creationId xmlns:p14="http://schemas.microsoft.com/office/powerpoint/2010/main" val="1186663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Monoalphabetic</a:t>
            </a:r>
            <a:r>
              <a:rPr lang="en-MY" sz="3600"/>
              <a:t> Substitution – </a:t>
            </a:r>
            <a:r>
              <a:rPr lang="en-MY" sz="3600">
                <a:solidFill>
                  <a:srgbClr val="0000FF"/>
                </a:solidFill>
              </a:rPr>
              <a:t>Frequency Analysis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 dirty="0">
                <a:solidFill>
                  <a:srgbClr val="C00000">
                    <a:alpha val="70000"/>
                  </a:srgbClr>
                </a:solidFill>
                <a:highlight>
                  <a:srgbClr val="FFFF00"/>
                </a:highlight>
              </a:rPr>
              <a:t>Exercise 1</a:t>
            </a:r>
            <a:r>
              <a:rPr lang="en-MY" sz="2000" dirty="0"/>
              <a:t>: Try to use frequency analysis to break this ciphertext (It may take some time at the beginning).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D9D17-4525-B157-BEA0-79FAF556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93" y="3084187"/>
            <a:ext cx="9920213" cy="167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22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POLYALPHABETIC</a:t>
            </a:r>
            <a:br>
              <a:rPr lang="en-MY" b="1"/>
            </a:br>
            <a:r>
              <a:rPr lang="en-MY" b="1"/>
              <a:t>SUBSTITUTION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489423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Polyalphabetic</a:t>
            </a:r>
            <a:r>
              <a:rPr lang="en-MY" sz="4800"/>
              <a:t> Substitution Cipher</a:t>
            </a:r>
            <a:endParaRPr lang="en-MY" sz="4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Each occurrence of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a letter</a:t>
                </a:r>
                <a:r>
                  <a:rPr lang="en-MY" sz="2000">
                    <a:solidFill>
                      <a:srgbClr val="0000FF">
                        <a:alpha val="70000"/>
                      </a:srgbClr>
                    </a:solidFill>
                  </a:rPr>
                  <a:t> </a:t>
                </a:r>
                <a:r>
                  <a:rPr lang="en-MY" sz="2000"/>
                  <a:t>may have a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different substitute</a:t>
                </a:r>
                <a:r>
                  <a:rPr lang="en-MY" sz="2000"/>
                  <a:t>.</a:t>
                </a:r>
              </a:p>
              <a:p>
                <a:pPr algn="just"/>
                <a:r>
                  <a:rPr lang="en-MY" sz="2000"/>
                  <a:t>The replacement is a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ONE-TO-MANY</a:t>
                </a:r>
                <a:r>
                  <a:rPr lang="en-MY" sz="2000"/>
                  <a:t> relation. That is, the same letter in a plaintext may be replaced by different letters in the ciphertext, </a:t>
                </a:r>
                <a:r>
                  <a:rPr lang="en-MY" sz="2000" b="1">
                    <a:solidFill>
                      <a:schemeClr val="accent6">
                        <a:lumMod val="75000"/>
                        <a:alpha val="70000"/>
                      </a:schemeClr>
                    </a:solidFill>
                  </a:rPr>
                  <a:t>depending of its position in the plaintext and the key used</a:t>
                </a:r>
                <a:r>
                  <a:rPr lang="en-MY" sz="2000"/>
                  <a:t>.</a:t>
                </a:r>
              </a:p>
              <a:p>
                <a:pPr algn="just"/>
                <a:r>
                  <a:rPr lang="en-MY" sz="2000"/>
                  <a:t>In other words, the key used here is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a stream of subkeys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/>
                  <a:t>, rather than just a single-key. Each subkey encrypts a particular letter at that position, and the </a:t>
                </a:r>
                <a:r>
                  <a:rPr lang="en-MY" sz="2000" b="1"/>
                  <a:t>keystream is recycled </a:t>
                </a:r>
                <a:r>
                  <a:rPr lang="en-MY" sz="2000"/>
                  <a:t>for a longer plaintext message. </a:t>
                </a:r>
              </a:p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Advantage</a:t>
                </a:r>
                <a:r>
                  <a:rPr lang="en-MY" sz="2000"/>
                  <a:t> of polyalphabetic substitution: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It </a:t>
                </a:r>
                <a:r>
                  <a:rPr lang="en-MY" sz="2000" b="1"/>
                  <a:t>hides</a:t>
                </a:r>
                <a:r>
                  <a:rPr lang="en-MY" sz="2000"/>
                  <a:t> the letter frequency of the underlying message, hence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survive against</a:t>
                </a:r>
                <a:r>
                  <a:rPr lang="en-MY" sz="2000"/>
                  <a:t> the </a:t>
                </a:r>
                <a:r>
                  <a:rPr lang="en-MY" sz="2000" b="1"/>
                  <a:t>single-letter frequency analysis</a:t>
                </a:r>
                <a:r>
                  <a:rPr lang="en-MY" sz="2000"/>
                  <a:t>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48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Polyalphabetic</a:t>
            </a:r>
            <a:r>
              <a:rPr lang="en-MY" sz="4800"/>
              <a:t> Substitution Cipher</a:t>
            </a:r>
            <a:endParaRPr lang="en-MY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Some common polyalphabetic cipher techniques: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Autokey</a:t>
            </a:r>
            <a:r>
              <a:rPr lang="en-MY" sz="2000"/>
              <a:t> Cipher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Playfair</a:t>
            </a:r>
            <a:r>
              <a:rPr lang="en-MY" sz="2000"/>
              <a:t> Cipher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Vigenère</a:t>
            </a:r>
            <a:r>
              <a:rPr lang="en-MY" sz="2000"/>
              <a:t> Cipher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Rotor</a:t>
            </a:r>
            <a:r>
              <a:rPr lang="en-MY" sz="2000"/>
              <a:t> Cipher and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Enigma Machine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 err="1">
                <a:solidFill>
                  <a:srgbClr val="006400">
                    <a:alpha val="70000"/>
                  </a:srgbClr>
                </a:solidFill>
              </a:rPr>
              <a:t>Vernam</a:t>
            </a:r>
            <a:r>
              <a:rPr lang="en-MY" sz="2000"/>
              <a:t> Cipher and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One-Time Pad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Hill</a:t>
            </a:r>
            <a:r>
              <a:rPr lang="en-MY" sz="2000"/>
              <a:t> Cipher (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Optional</a:t>
            </a:r>
            <a:r>
              <a:rPr lang="en-MY" sz="20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9693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Autokey Cipher</a:t>
            </a:r>
            <a:endParaRPr lang="en-MY" sz="3600" b="1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/>
              <a:t>A simple polyalphabetic substitution cipher.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/>
              <a:t>The key is a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stream of subkeys</a:t>
            </a:r>
            <a:r>
              <a:rPr lang="en-MY" sz="2000"/>
              <a:t> used to encrypt the corresponding character in the plaintext: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first subkey </a:t>
            </a:r>
            <a:r>
              <a:rPr lang="en-MY" sz="2000"/>
              <a:t>is a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pre-determined secret value</a:t>
            </a:r>
            <a:r>
              <a:rPr lang="en-MY" sz="200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subsequent subkeys </a:t>
            </a:r>
            <a:r>
              <a:rPr lang="en-MY" sz="2000"/>
              <a:t>are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characters from the plaintext (in order)</a:t>
            </a:r>
            <a:r>
              <a:rPr lang="en-MY" sz="200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 i="1"/>
              <a:t>Autokey:</a:t>
            </a:r>
            <a:r>
              <a:rPr lang="en-MY" sz="2000"/>
              <a:t> The subkeys are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automatically created </a:t>
            </a:r>
            <a:r>
              <a:rPr lang="en-MY" sz="2000"/>
              <a:t>from the plaintext characters during the encryption process.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MY" sz="2000"/>
          </a:p>
          <a:p>
            <a:pPr algn="just">
              <a:buFont typeface="Courier New" panose="02070309020205020404" pitchFamily="49" charset="0"/>
              <a:buChar char="o"/>
            </a:pPr>
            <a:endParaRPr lang="en-MY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792F8-4CFC-56A1-E6C2-F004A76F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51" y="5077480"/>
            <a:ext cx="8548097" cy="10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28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Autokey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7</a:t>
                </a:r>
                <a:r>
                  <a:rPr lang="en-MY" sz="2000"/>
                  <a:t>: Using the initial subkey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MY" sz="2000"/>
                  <a:t>, encrypt the message ‘Good morning’ using autokey cipher. 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00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/>
                  <a:t>The ciphertext produced is: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TUCR PAFE VVT</a:t>
                </a:r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 b="-22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BBD4C6C-0227-B3F3-8BB4-ADC67CB7E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15776"/>
                  </p:ext>
                </p:extLst>
              </p:nvPr>
            </p:nvGraphicFramePr>
            <p:xfrm>
              <a:off x="838200" y="3081125"/>
              <a:ext cx="10515596" cy="24117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212542">
                      <a:extLst>
                        <a:ext uri="{9D8B030D-6E8A-4147-A177-3AD203B41FA5}">
                          <a16:colId xmlns:a16="http://schemas.microsoft.com/office/drawing/2014/main" val="4002654999"/>
                        </a:ext>
                      </a:extLst>
                    </a:gridCol>
                    <a:gridCol w="405242">
                      <a:extLst>
                        <a:ext uri="{9D8B030D-6E8A-4147-A177-3AD203B41FA5}">
                          <a16:colId xmlns:a16="http://schemas.microsoft.com/office/drawing/2014/main" val="331543247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267875344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65973509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3056618761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43372582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164909186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48216984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34494145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56717429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3214943205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39657052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401942887"/>
                        </a:ext>
                      </a:extLst>
                    </a:gridCol>
                  </a:tblGrid>
                  <a:tr h="4019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err="1"/>
                            <a:t>i</a:t>
                          </a:r>
                          <a:endParaRPr lang="en-MY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124885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921244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689927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789326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720346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5418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BBD4C6C-0227-B3F3-8BB4-ADC67CB7E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15776"/>
                  </p:ext>
                </p:extLst>
              </p:nvPr>
            </p:nvGraphicFramePr>
            <p:xfrm>
              <a:off x="838200" y="3081125"/>
              <a:ext cx="10515596" cy="2411700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1212542">
                      <a:extLst>
                        <a:ext uri="{9D8B030D-6E8A-4147-A177-3AD203B41FA5}">
                          <a16:colId xmlns:a16="http://schemas.microsoft.com/office/drawing/2014/main" val="4002654999"/>
                        </a:ext>
                      </a:extLst>
                    </a:gridCol>
                    <a:gridCol w="405242">
                      <a:extLst>
                        <a:ext uri="{9D8B030D-6E8A-4147-A177-3AD203B41FA5}">
                          <a16:colId xmlns:a16="http://schemas.microsoft.com/office/drawing/2014/main" val="331543247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267875344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65973509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3056618761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43372582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164909186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482169848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234494145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56717429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3214943205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1396570523"/>
                        </a:ext>
                      </a:extLst>
                    </a:gridCol>
                    <a:gridCol w="808892">
                      <a:extLst>
                        <a:ext uri="{9D8B030D-6E8A-4147-A177-3AD203B41FA5}">
                          <a16:colId xmlns:a16="http://schemas.microsoft.com/office/drawing/2014/main" val="401942887"/>
                        </a:ext>
                      </a:extLst>
                    </a:gridCol>
                  </a:tblGrid>
                  <a:tr h="401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" t="-6061" r="-768844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 err="1"/>
                            <a:t>i</a:t>
                          </a:r>
                          <a:endParaRPr lang="en-MY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124885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106061" r="-1008333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6061" r="-900752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6061" r="-800752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06061" r="-700752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545" t="-106061" r="-606061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9248" t="-106061" r="-501504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9248" t="-106061" r="-401504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9248" t="-106061" r="-301504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818" t="-106061" r="-203788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8496" t="-106061" r="-102256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496" t="-106061" r="-2256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921244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" t="-202985" r="-768844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202985" r="-1008333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2985" r="-900752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2985" r="-800752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02985" r="-700752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545" t="-202985" r="-606061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9248" t="-202985" r="-501504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9248" t="-202985" r="-401504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9248" t="-202985" r="-301504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818" t="-202985" r="-203788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8496" t="-202985" r="-102256" b="-310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496" t="-202985" r="-2256" b="-3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689927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pPr algn="ctr"/>
                          <a:endParaRPr lang="en-MY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307576" r="-1008333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7576" r="-900752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7576" r="-800752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307576" r="-700752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545" t="-307576" r="-606061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9248" t="-307576" r="-501504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9248" t="-307576" r="-401504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9248" t="-307576" r="-301504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818" t="-307576" r="-203788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8496" t="-307576" r="-102256" b="-2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496" t="-307576" r="-2256" b="-2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789326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" t="-407576" r="-768844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73" t="-407576" r="-1008333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7576" r="-900752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7576" r="-800752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407576" r="-700752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545" t="-407576" r="-606061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9248" t="-407576" r="-501504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9248" t="-407576" r="-401504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9248" t="-407576" r="-301504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818" t="-407576" r="-203788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8496" t="-407576" r="-102256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496" t="-407576" r="-2256" b="-1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720346"/>
                      </a:ext>
                    </a:extLst>
                  </a:tr>
                  <a:tr h="4019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" t="-507576" r="-768844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54186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668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Autokey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/>
              <a:t>Observations</a:t>
            </a:r>
            <a:r>
              <a:rPr lang="en-MY" sz="2000"/>
              <a:t> from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7</a:t>
            </a:r>
            <a:r>
              <a:rPr lang="en-MY" sz="2000"/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The character ‘</a:t>
            </a:r>
            <a:r>
              <a:rPr lang="en-MY" sz="2000" b="1"/>
              <a:t>o</a:t>
            </a:r>
            <a:r>
              <a:rPr lang="en-MY" sz="2000"/>
              <a:t>’ is encrypted into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two different ciphertext </a:t>
            </a:r>
            <a:r>
              <a:rPr lang="en-MY" sz="2000"/>
              <a:t>characters of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U</a:t>
            </a:r>
            <a:r>
              <a:rPr lang="en-MY" sz="2000"/>
              <a:t>’ and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</a:t>
            </a:r>
            <a:r>
              <a:rPr lang="en-MY" sz="2000"/>
              <a:t>’.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The ciphertext character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V</a:t>
            </a:r>
            <a:r>
              <a:rPr lang="en-MY" sz="2000"/>
              <a:t>’ is an output of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two different plaintext </a:t>
            </a:r>
            <a:r>
              <a:rPr lang="en-MY" sz="2000"/>
              <a:t>characters ‘</a:t>
            </a:r>
            <a:r>
              <a:rPr lang="en-MY" sz="2000" b="1" err="1"/>
              <a:t>i</a:t>
            </a:r>
            <a:r>
              <a:rPr lang="en-MY" sz="2000"/>
              <a:t>’ and ‘</a:t>
            </a:r>
            <a:r>
              <a:rPr lang="en-MY" sz="2000" b="1"/>
              <a:t>n</a:t>
            </a:r>
            <a:r>
              <a:rPr lang="en-MY" sz="2000"/>
              <a:t>’.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The same plaintext character ‘</a:t>
            </a:r>
            <a:r>
              <a:rPr lang="en-MY" sz="2000" b="1"/>
              <a:t>g</a:t>
            </a:r>
            <a:r>
              <a:rPr lang="en-MY" sz="2000"/>
              <a:t>’ is encrypted into the same ciphertext character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</a:t>
            </a:r>
            <a:r>
              <a:rPr lang="en-MY" sz="2000"/>
              <a:t>’ due to coincident of the subkey streams and its position during encryption. </a:t>
            </a:r>
          </a:p>
        </p:txBody>
      </p:sp>
    </p:spTree>
    <p:extLst>
      <p:ext uri="{BB962C8B-B14F-4D97-AF65-F5344CB8AC3E}">
        <p14:creationId xmlns:p14="http://schemas.microsoft.com/office/powerpoint/2010/main" val="1994375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FF0000"/>
                </a:solidFill>
              </a:rPr>
              <a:t>Security</a:t>
            </a:r>
            <a:r>
              <a:rPr lang="en-MY" sz="4000" b="1">
                <a:solidFill>
                  <a:srgbClr val="C00000"/>
                </a:solidFill>
              </a:rPr>
              <a:t> </a:t>
            </a:r>
            <a:r>
              <a:rPr lang="en-MY" sz="4000"/>
              <a:t>on </a:t>
            </a:r>
            <a:r>
              <a:rPr lang="en-MY" sz="4000" b="1">
                <a:solidFill>
                  <a:srgbClr val="0000FF"/>
                </a:solidFill>
              </a:rPr>
              <a:t>Autokey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57"/>
            <a:ext cx="10515600" cy="4239898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 dirty="0"/>
              <a:t>Advantage</a:t>
            </a:r>
            <a:r>
              <a:rPr lang="en-MY" sz="2000" dirty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It </a:t>
            </a:r>
            <a:r>
              <a:rPr lang="en-MY" sz="2000" b="1" dirty="0">
                <a:solidFill>
                  <a:srgbClr val="7030A0">
                    <a:alpha val="70000"/>
                  </a:srgbClr>
                </a:solidFill>
              </a:rPr>
              <a:t>hides the single-letter frequency analysis</a:t>
            </a:r>
            <a:r>
              <a:rPr lang="en-MY" sz="2000" dirty="0"/>
              <a:t>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 dirty="0"/>
              <a:t>Disadvantage</a:t>
            </a:r>
            <a:r>
              <a:rPr lang="en-MY" sz="2000" dirty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It is still vulnerable to brute-force attack since it is an </a:t>
            </a:r>
            <a:r>
              <a:rPr lang="en-MY" sz="2000" b="1" dirty="0">
                <a:solidFill>
                  <a:srgbClr val="C00000">
                    <a:alpha val="70000"/>
                  </a:srgbClr>
                </a:solidFill>
              </a:rPr>
              <a:t>additive cipher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An attacker may just need to </a:t>
            </a:r>
            <a:r>
              <a:rPr lang="en-MY" sz="2000" b="1" dirty="0">
                <a:solidFill>
                  <a:srgbClr val="0000FF">
                    <a:alpha val="70000"/>
                  </a:srgbClr>
                </a:solidFill>
              </a:rPr>
              <a:t>keep trying all the 25 possible pre-determined values</a:t>
            </a:r>
            <a:r>
              <a:rPr lang="en-MY" sz="2000" dirty="0"/>
              <a:t> to recover the first character, and then use it to analyse the subsequent ciphertext (since the 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subsequent subkeys are the plaintext characters</a:t>
            </a:r>
            <a:r>
              <a:rPr lang="en-MY" sz="2000" dirty="0"/>
              <a:t>).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 dirty="0"/>
              <a:t>Remedy</a:t>
            </a:r>
            <a:r>
              <a:rPr lang="en-MY" sz="2000" dirty="0"/>
              <a:t>: Use </a:t>
            </a:r>
            <a:r>
              <a:rPr lang="en-MY" sz="2000" b="1" dirty="0">
                <a:solidFill>
                  <a:srgbClr val="006400">
                    <a:alpha val="70000"/>
                  </a:srgbClr>
                </a:solidFill>
              </a:rPr>
              <a:t>larger key domain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Instead of a single pre-determined key, we may use </a:t>
            </a:r>
            <a:r>
              <a:rPr lang="en-MY" sz="2000" b="1" dirty="0">
                <a:solidFill>
                  <a:schemeClr val="accent4">
                    <a:lumMod val="50000"/>
                    <a:alpha val="70000"/>
                  </a:schemeClr>
                </a:solidFill>
              </a:rPr>
              <a:t>multiple pre-determined key streams</a:t>
            </a:r>
            <a:r>
              <a:rPr lang="en-MY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63817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 b="1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/>
                  <a:t>A polyalphabetic cipher that was invented in 1854 by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Charles Wheatstone</a:t>
                </a:r>
                <a:r>
                  <a:rPr lang="en-MY" sz="2000"/>
                  <a:t>, but named after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Baron Playfair </a:t>
                </a:r>
                <a:r>
                  <a:rPr lang="en-MY" sz="2000"/>
                  <a:t>for promoting its use.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/>
                  <a:t>The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secret key</a:t>
                </a:r>
                <a:r>
                  <a:rPr lang="en-MY" sz="2000"/>
                  <a:t> is made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MY" sz="2000"/>
                  <a:t> alphabet letters arranged in 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5×5</m:t>
                    </m:r>
                  </m:oMath>
                </a14:m>
                <a:r>
                  <a:rPr lang="en-MY" sz="2000"/>
                  <a:t> matrix (Letter ‘</a:t>
                </a:r>
                <a:r>
                  <a:rPr lang="en-MY" sz="2000" b="1"/>
                  <a:t>I</a:t>
                </a:r>
                <a:r>
                  <a:rPr lang="en-MY" sz="2000"/>
                  <a:t>’ and ‘</a:t>
                </a:r>
                <a:r>
                  <a:rPr lang="en-MY" sz="2000" b="1"/>
                  <a:t>J</a:t>
                </a:r>
                <a:r>
                  <a:rPr lang="en-MY" sz="2000"/>
                  <a:t>’ are paired in the same entry)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/>
                  <a:t> </a:t>
                </a: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Idea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plaintext is separated into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bigrams </a:t>
                </a:r>
                <a:r>
                  <a:rPr lang="en-MY" sz="2000"/>
                  <a:t>(2-letter pairs) as a unit, and encrypted into a ciphertext bigrams.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If the pair contains the same character, a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bogus letter </a:t>
                </a:r>
                <a:r>
                  <a:rPr lang="en-MY" sz="2000"/>
                  <a:t>(usually ‘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x</a:t>
                </a:r>
                <a:r>
                  <a:rPr lang="en-MY" sz="2000"/>
                  <a:t>’) is inserted to separate them.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A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keyword</a:t>
                </a:r>
                <a:r>
                  <a:rPr lang="en-MY" sz="2000"/>
                  <a:t> (minus duplicates) is used to fill the matrix entries.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4CB3E2D-F0CA-64FE-DFD7-F35B46507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18" y="3160753"/>
            <a:ext cx="414564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25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 b="1"/>
              <a:t>Procedures/rules</a:t>
            </a:r>
            <a:r>
              <a:rPr lang="en-MY" sz="2000"/>
              <a:t> of Playfair cipher encryption: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Plaintext is split into bigrams,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repeating letters</a:t>
            </a:r>
            <a:r>
              <a:rPr lang="en-MY" sz="2000"/>
              <a:t> that are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in the same pair </a:t>
            </a:r>
            <a:r>
              <a:rPr lang="en-MY" sz="2000"/>
              <a:t>and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last single letter</a:t>
            </a:r>
            <a:r>
              <a:rPr lang="en-MY" sz="2000"/>
              <a:t> are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separated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/padded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with a bogus </a:t>
            </a:r>
            <a:r>
              <a:rPr lang="en-MY" sz="2000"/>
              <a:t>(usually ‘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x</a:t>
            </a:r>
            <a:r>
              <a:rPr lang="en-MY" sz="2000"/>
              <a:t>’).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Two plaintext letters that fall in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same row </a:t>
            </a:r>
            <a:r>
              <a:rPr lang="en-MY" sz="2000"/>
              <a:t>of the matrix are each replaced by the letter to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RIGHT</a:t>
            </a:r>
            <a:r>
              <a:rPr lang="en-MY" sz="2000"/>
              <a:t>, with the 1</a:t>
            </a:r>
            <a:r>
              <a:rPr lang="en-MY" sz="2000" baseline="30000"/>
              <a:t>st</a:t>
            </a:r>
            <a:r>
              <a:rPr lang="en-MY" sz="2000"/>
              <a:t> element of the row circularly following the last.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Two plaintext letters that fall in the </a:t>
            </a:r>
            <a:r>
              <a:rPr lang="en-MY" sz="2000" b="1">
                <a:solidFill>
                  <a:srgbClr val="002060">
                    <a:alpha val="70000"/>
                  </a:srgbClr>
                </a:solidFill>
              </a:rPr>
              <a:t>same column </a:t>
            </a:r>
            <a:r>
              <a:rPr lang="en-MY" sz="2000"/>
              <a:t>of the matrix are each replaced by the letter </a:t>
            </a:r>
            <a:r>
              <a:rPr lang="en-MY" sz="2000" b="1">
                <a:solidFill>
                  <a:srgbClr val="002060">
                    <a:alpha val="70000"/>
                  </a:srgbClr>
                </a:solidFill>
              </a:rPr>
              <a:t>BENEATH</a:t>
            </a:r>
            <a:r>
              <a:rPr lang="en-MY" sz="2000"/>
              <a:t>, with the top element of the column circularly following the last.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Otherwise, each plaintext letter in pair is replaced by the letter that </a:t>
            </a:r>
            <a:r>
              <a:rPr lang="en-MY" sz="2000" b="1">
                <a:solidFill>
                  <a:srgbClr val="006400"/>
                </a:solidFill>
              </a:rPr>
              <a:t>lies in its own row and the column</a:t>
            </a:r>
            <a:r>
              <a:rPr lang="en-MY" sz="2000"/>
              <a:t> occupied by the other plaintext letter.</a:t>
            </a:r>
          </a:p>
        </p:txBody>
      </p:sp>
    </p:spTree>
    <p:extLst>
      <p:ext uri="{BB962C8B-B14F-4D97-AF65-F5344CB8AC3E}">
        <p14:creationId xmlns:p14="http://schemas.microsoft.com/office/powerpoint/2010/main" val="845680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8</a:t>
            </a:r>
            <a:r>
              <a:rPr lang="en-MY" sz="2000"/>
              <a:t>:Perform encryption on the message ‘</a:t>
            </a:r>
            <a:r>
              <a:rPr lang="en-MY" sz="2000" b="1"/>
              <a:t>parallel</a:t>
            </a:r>
            <a:r>
              <a:rPr lang="en-MY" sz="2000"/>
              <a:t>’ using Playfair cipher with the keyword ‘</a:t>
            </a:r>
            <a:r>
              <a:rPr lang="en-MY" sz="2000" b="1" err="1"/>
              <a:t>monday</a:t>
            </a:r>
            <a:r>
              <a:rPr lang="en-MY" sz="2000"/>
              <a:t>’.</a:t>
            </a:r>
          </a:p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Solution</a:t>
            </a:r>
            <a:r>
              <a:rPr lang="en-MY" sz="2000"/>
              <a:t>: 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plaintext is split into bigrams: pa </a:t>
            </a:r>
            <a:r>
              <a:rPr lang="en-MY" sz="2000" err="1"/>
              <a:t>ra</a:t>
            </a:r>
            <a:r>
              <a:rPr lang="en-MY" sz="2000"/>
              <a:t> lx le lx.</a:t>
            </a:r>
          </a:p>
          <a:p>
            <a:pPr marL="685800" indent="-457200">
              <a:buFont typeface="+mj-lt"/>
              <a:buAutoNum type="arabicPeriod"/>
            </a:pPr>
            <a:r>
              <a:rPr lang="en-MY" sz="2000"/>
              <a:t>Fill the matrix with </a:t>
            </a:r>
            <a:r>
              <a:rPr lang="en-MY" sz="2000" b="1"/>
              <a:t>keyword first</a:t>
            </a:r>
            <a:r>
              <a:rPr lang="en-MY" sz="2000"/>
              <a:t>, then followed by </a:t>
            </a:r>
            <a:br>
              <a:rPr lang="en-MY" sz="2000"/>
            </a:br>
            <a:r>
              <a:rPr lang="en-MY" sz="2000"/>
              <a:t>the remaining letters in </a:t>
            </a:r>
            <a:r>
              <a:rPr lang="en-MY" sz="2000" b="1"/>
              <a:t>alphabetical order </a:t>
            </a:r>
            <a:r>
              <a:rPr lang="en-MY" sz="2000"/>
              <a:t>(see </a:t>
            </a:r>
            <a:br>
              <a:rPr lang="en-MY" sz="2000"/>
            </a:br>
            <a:r>
              <a:rPr lang="en-MY" sz="2000"/>
              <a:t>right).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Encrypt according the procedures/rules given.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4F8BB2-EAEB-D2C3-BB78-6757453A7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65650"/>
              </p:ext>
            </p:extLst>
          </p:nvPr>
        </p:nvGraphicFramePr>
        <p:xfrm>
          <a:off x="7961545" y="2850306"/>
          <a:ext cx="3392255" cy="3151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78451">
                  <a:extLst>
                    <a:ext uri="{9D8B030D-6E8A-4147-A177-3AD203B41FA5}">
                      <a16:colId xmlns:a16="http://schemas.microsoft.com/office/drawing/2014/main" val="1603751822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86836628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2594129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991186698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144855078"/>
                    </a:ext>
                  </a:extLst>
                </a:gridCol>
              </a:tblGrid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D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84568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02558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36057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580696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764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518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514350">
              <a:buFont typeface="+mj-lt"/>
              <a:buAutoNum type="arabicPeriod" startAt="4"/>
            </a:pPr>
            <a:r>
              <a:rPr lang="en-MY" sz="2000" dirty="0"/>
              <a:t>According to the matrix, the bigram ‘pa’ is encrypted</a:t>
            </a:r>
            <a:br>
              <a:rPr lang="en-MY" sz="2000" dirty="0"/>
            </a:br>
            <a:r>
              <a:rPr lang="en-MY" sz="2000" dirty="0"/>
              <a:t>into ‘TM’. ‘p’ slides to ‘T’ and ‘a’ slides to ‘M’ (you can </a:t>
            </a:r>
            <a:br>
              <a:rPr lang="en-MY" sz="2000" dirty="0"/>
            </a:br>
            <a:r>
              <a:rPr lang="en-MY" sz="2000" dirty="0"/>
              <a:t>view as they are </a:t>
            </a:r>
            <a:r>
              <a:rPr lang="en-MY" sz="2000" b="1" dirty="0"/>
              <a:t>sliding to the corner</a:t>
            </a:r>
            <a:r>
              <a:rPr lang="en-MY" sz="2000" dirty="0"/>
              <a:t> end of each </a:t>
            </a:r>
            <a:br>
              <a:rPr lang="en-MY" sz="2000" dirty="0"/>
            </a:br>
            <a:r>
              <a:rPr lang="en-MY" sz="2000" dirty="0"/>
              <a:t>row and column in the ‘box’).</a:t>
            </a:r>
          </a:p>
          <a:p>
            <a:pPr marL="742950" indent="-514350">
              <a:buFont typeface="+mj-lt"/>
              <a:buAutoNum type="arabicPeriod" startAt="4"/>
            </a:pPr>
            <a:r>
              <a:rPr lang="en-MY" sz="2000" dirty="0"/>
              <a:t>The procedures are repeated for all the bigrams.</a:t>
            </a:r>
          </a:p>
          <a:p>
            <a:pPr marL="742950" indent="-514350">
              <a:buFont typeface="+mj-lt"/>
              <a:buAutoNum type="arabicPeriod" startAt="4"/>
            </a:pPr>
            <a:endParaRPr lang="en-MY" sz="2000" dirty="0"/>
          </a:p>
          <a:p>
            <a:pPr marL="742950" indent="-514350">
              <a:buFont typeface="+mj-lt"/>
              <a:buAutoNum type="arabicPeriod" startAt="4"/>
            </a:pPr>
            <a:endParaRPr lang="en-MY" sz="2000" dirty="0"/>
          </a:p>
          <a:p>
            <a:r>
              <a:rPr lang="en-MY" sz="2000" dirty="0"/>
              <a:t>The produced ciphertext is: 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TMTN KZKF KZ</a:t>
            </a:r>
            <a:r>
              <a:rPr lang="en-MY" sz="2000" dirty="0"/>
              <a:t>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A821BF2-2AB9-9A17-4A6D-796873190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29349"/>
              </p:ext>
            </p:extLst>
          </p:nvPr>
        </p:nvGraphicFramePr>
        <p:xfrm>
          <a:off x="8166470" y="2604784"/>
          <a:ext cx="2983884" cy="336100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91942">
                  <a:extLst>
                    <a:ext uri="{9D8B030D-6E8A-4147-A177-3AD203B41FA5}">
                      <a16:colId xmlns:a16="http://schemas.microsoft.com/office/drawing/2014/main" val="1114666097"/>
                    </a:ext>
                  </a:extLst>
                </a:gridCol>
                <a:gridCol w="1491942">
                  <a:extLst>
                    <a:ext uri="{9D8B030D-6E8A-4147-A177-3AD203B41FA5}">
                      <a16:colId xmlns:a16="http://schemas.microsoft.com/office/drawing/2014/main" val="3097285846"/>
                    </a:ext>
                  </a:extLst>
                </a:gridCol>
              </a:tblGrid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Ciphertext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991171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700567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 dirty="0" err="1"/>
                        <a:t>ra</a:t>
                      </a:r>
                      <a:endParaRPr lang="en-MY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TN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175273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34875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434695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KZ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66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3845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9</a:t>
            </a:r>
            <a:r>
              <a:rPr lang="en-MY" sz="2000"/>
              <a:t>: Perform encryption on the message ‘</a:t>
            </a:r>
            <a:r>
              <a:rPr lang="en-MY" sz="2000" b="1"/>
              <a:t>balloon</a:t>
            </a:r>
            <a:r>
              <a:rPr lang="en-MY" sz="2000"/>
              <a:t>’ using Playfair cipher with the keyword ‘</a:t>
            </a:r>
            <a:r>
              <a:rPr lang="en-MY" sz="2000" b="1"/>
              <a:t>monarchy</a:t>
            </a:r>
            <a:r>
              <a:rPr lang="en-MY" sz="2000"/>
              <a:t>’.</a:t>
            </a:r>
          </a:p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Solution</a:t>
            </a:r>
            <a:r>
              <a:rPr lang="en-MY" sz="2000"/>
              <a:t>: 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plaintext is split into bigrams: </a:t>
            </a:r>
            <a:r>
              <a:rPr lang="en-MY" sz="2000" err="1"/>
              <a:t>ba</a:t>
            </a:r>
            <a:r>
              <a:rPr lang="en-MY" sz="2000"/>
              <a:t> lx lo on.</a:t>
            </a:r>
          </a:p>
          <a:p>
            <a:pPr marL="685800" indent="-457200">
              <a:buFont typeface="+mj-lt"/>
              <a:buAutoNum type="arabicPeriod"/>
            </a:pPr>
            <a:r>
              <a:rPr lang="en-MY" sz="2000"/>
              <a:t>Fill the matrix with </a:t>
            </a:r>
            <a:r>
              <a:rPr lang="en-MY" sz="2000" b="1"/>
              <a:t>keyword first</a:t>
            </a:r>
            <a:r>
              <a:rPr lang="en-MY" sz="2000"/>
              <a:t>, then followed by </a:t>
            </a:r>
            <a:br>
              <a:rPr lang="en-MY" sz="2000"/>
            </a:br>
            <a:r>
              <a:rPr lang="en-MY" sz="2000"/>
              <a:t>the remaining letters in </a:t>
            </a:r>
            <a:r>
              <a:rPr lang="en-MY" sz="2000" b="1"/>
              <a:t>alphabetical order </a:t>
            </a:r>
            <a:r>
              <a:rPr lang="en-MY" sz="2000"/>
              <a:t>(see </a:t>
            </a:r>
            <a:br>
              <a:rPr lang="en-MY" sz="2000"/>
            </a:br>
            <a:r>
              <a:rPr lang="en-MY" sz="2000"/>
              <a:t>right).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Encrypt according the procedures/rules given.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4F8BB2-EAEB-D2C3-BB78-6757453A7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49325"/>
              </p:ext>
            </p:extLst>
          </p:nvPr>
        </p:nvGraphicFramePr>
        <p:xfrm>
          <a:off x="7961545" y="2850306"/>
          <a:ext cx="3392255" cy="3151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78451">
                  <a:extLst>
                    <a:ext uri="{9D8B030D-6E8A-4147-A177-3AD203B41FA5}">
                      <a16:colId xmlns:a16="http://schemas.microsoft.com/office/drawing/2014/main" val="1603751822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86836628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2594129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991186698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144855078"/>
                    </a:ext>
                  </a:extLst>
                </a:gridCol>
              </a:tblGrid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84568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C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02558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36057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580696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764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6273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514350">
              <a:buFont typeface="+mj-lt"/>
              <a:buAutoNum type="arabicPeriod" startAt="4"/>
            </a:pPr>
            <a:r>
              <a:rPr lang="en-MY" sz="2000" dirty="0"/>
              <a:t>According to the matrix, the bigram ‘</a:t>
            </a:r>
            <a:r>
              <a:rPr lang="en-MY" sz="2000" dirty="0" err="1"/>
              <a:t>ba</a:t>
            </a:r>
            <a:r>
              <a:rPr lang="en-MY" sz="2000" dirty="0"/>
              <a:t>’ is encrypted</a:t>
            </a:r>
            <a:br>
              <a:rPr lang="en-MY" sz="2000" dirty="0"/>
            </a:br>
            <a:r>
              <a:rPr lang="en-MY" sz="2000" dirty="0"/>
              <a:t>into ‘IB’ or ‘JB’ (whichever you prefer). ‘b’ drops to ‘I/J’ </a:t>
            </a:r>
            <a:br>
              <a:rPr lang="en-MY" sz="2000" dirty="0"/>
            </a:br>
            <a:r>
              <a:rPr lang="en-MY" sz="2000" dirty="0"/>
              <a:t>and ‘a’ drops to ‘B’.</a:t>
            </a:r>
          </a:p>
          <a:p>
            <a:pPr marL="742950" indent="-514350">
              <a:buFont typeface="+mj-lt"/>
              <a:buAutoNum type="arabicPeriod" startAt="4"/>
            </a:pPr>
            <a:r>
              <a:rPr lang="en-MY" sz="2000" dirty="0"/>
              <a:t>The procedures are repeated for all the bigrams.</a:t>
            </a:r>
          </a:p>
          <a:p>
            <a:pPr marL="742950" indent="-514350">
              <a:buFont typeface="+mj-lt"/>
              <a:buAutoNum type="arabicPeriod" startAt="4"/>
            </a:pPr>
            <a:endParaRPr lang="en-MY" sz="2000" dirty="0"/>
          </a:p>
          <a:p>
            <a:pPr marL="742950" indent="-514350">
              <a:buFont typeface="+mj-lt"/>
              <a:buAutoNum type="arabicPeriod" startAt="4"/>
            </a:pPr>
            <a:endParaRPr lang="en-MY" sz="2000" dirty="0"/>
          </a:p>
          <a:p>
            <a:pPr marL="742950" indent="-514350">
              <a:buFont typeface="+mj-lt"/>
              <a:buAutoNum type="arabicPeriod" startAt="4"/>
            </a:pPr>
            <a:endParaRPr lang="en-MY" sz="2000" dirty="0"/>
          </a:p>
          <a:p>
            <a:r>
              <a:rPr lang="en-MY" sz="2000" dirty="0"/>
              <a:t>The produced ciphertext is: 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IB(JB)SU PMNA</a:t>
            </a:r>
            <a:r>
              <a:rPr lang="en-MY" sz="2000" dirty="0"/>
              <a:t>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A821BF2-2AB9-9A17-4A6D-796873190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347713"/>
              </p:ext>
            </p:extLst>
          </p:nvPr>
        </p:nvGraphicFramePr>
        <p:xfrm>
          <a:off x="8166470" y="2604784"/>
          <a:ext cx="2983884" cy="28008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91942">
                  <a:extLst>
                    <a:ext uri="{9D8B030D-6E8A-4147-A177-3AD203B41FA5}">
                      <a16:colId xmlns:a16="http://schemas.microsoft.com/office/drawing/2014/main" val="1114666097"/>
                    </a:ext>
                  </a:extLst>
                </a:gridCol>
                <a:gridCol w="1491942">
                  <a:extLst>
                    <a:ext uri="{9D8B030D-6E8A-4147-A177-3AD203B41FA5}">
                      <a16:colId xmlns:a16="http://schemas.microsoft.com/office/drawing/2014/main" val="3097285846"/>
                    </a:ext>
                  </a:extLst>
                </a:gridCol>
              </a:tblGrid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Ciphertext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991171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 err="1"/>
                        <a:t>ba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IB/JB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700567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175273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34875"/>
                  </a:ext>
                </a:extLst>
              </a:tr>
              <a:tr h="56016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43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3979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Playfair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57"/>
            <a:ext cx="10515600" cy="3998306"/>
          </a:xfrm>
        </p:spPr>
        <p:txBody>
          <a:bodyPr>
            <a:normAutofit/>
          </a:bodyPr>
          <a:lstStyle/>
          <a:p>
            <a:pPr algn="just"/>
            <a:r>
              <a:rPr lang="en-MY" sz="2000" b="1" dirty="0">
                <a:solidFill>
                  <a:srgbClr val="C00000">
                    <a:alpha val="70000"/>
                  </a:srgbClr>
                </a:solidFill>
              </a:rPr>
              <a:t>Exercise 4</a:t>
            </a:r>
            <a:r>
              <a:rPr lang="en-MY" sz="2000" dirty="0"/>
              <a:t>: Perform encryption on the message ‘</a:t>
            </a:r>
            <a:r>
              <a:rPr lang="en-MY" sz="2000" b="1" dirty="0"/>
              <a:t>The class is cancelled today</a:t>
            </a:r>
            <a:r>
              <a:rPr lang="en-MY" sz="2000" dirty="0"/>
              <a:t>’ using Playfair cipher with the keyword ‘</a:t>
            </a:r>
            <a:r>
              <a:rPr lang="en-MY" sz="2000" b="1" dirty="0"/>
              <a:t>cryptography</a:t>
            </a:r>
            <a:r>
              <a:rPr lang="en-MY" sz="2000" dirty="0"/>
              <a:t>’.</a:t>
            </a:r>
          </a:p>
          <a:p>
            <a:pPr algn="just"/>
            <a:r>
              <a:rPr lang="en-MY" sz="2000" b="1" dirty="0">
                <a:solidFill>
                  <a:srgbClr val="006400">
                    <a:alpha val="70000"/>
                  </a:srgbClr>
                </a:solidFill>
              </a:rPr>
              <a:t>Solution</a:t>
            </a:r>
            <a:r>
              <a:rPr lang="en-MY" sz="2000" dirty="0"/>
              <a:t>: </a:t>
            </a:r>
          </a:p>
          <a:p>
            <a:pPr marL="685800" indent="-457200">
              <a:buFont typeface="+mj-lt"/>
              <a:buAutoNum type="arabicPeriod"/>
            </a:pPr>
            <a:r>
              <a:rPr lang="en-MY" sz="2000" dirty="0"/>
              <a:t>The plaintext is split into bigrams: </a:t>
            </a:r>
            <a:br>
              <a:rPr lang="en-MY" sz="2000" dirty="0"/>
            </a:br>
            <a:r>
              <a:rPr lang="en-MY" sz="2000" dirty="0" err="1"/>
              <a:t>th</a:t>
            </a:r>
            <a:r>
              <a:rPr lang="en-MY" sz="2000" dirty="0"/>
              <a:t> </a:t>
            </a:r>
            <a:r>
              <a:rPr lang="en-MY" sz="2000" dirty="0" err="1"/>
              <a:t>ec</a:t>
            </a:r>
            <a:r>
              <a:rPr lang="en-MY" sz="2000" dirty="0"/>
              <a:t> la </a:t>
            </a:r>
            <a:r>
              <a:rPr lang="en-MY" sz="2000" dirty="0" err="1"/>
              <a:t>sx</a:t>
            </a:r>
            <a:r>
              <a:rPr lang="en-MY" sz="2000" dirty="0"/>
              <a:t> </a:t>
            </a:r>
            <a:r>
              <a:rPr lang="en-MY" sz="2000" dirty="0" err="1"/>
              <a:t>si</a:t>
            </a:r>
            <a:r>
              <a:rPr lang="en-MY" sz="2000" dirty="0"/>
              <a:t> </a:t>
            </a:r>
            <a:r>
              <a:rPr lang="en-MY" sz="2000" dirty="0" err="1"/>
              <a:t>sc</a:t>
            </a:r>
            <a:r>
              <a:rPr lang="en-MY" sz="2000" dirty="0"/>
              <a:t> an </a:t>
            </a:r>
            <a:r>
              <a:rPr lang="en-MY" sz="2000" dirty="0" err="1"/>
              <a:t>ce</a:t>
            </a:r>
            <a:r>
              <a:rPr lang="en-MY" sz="2000" dirty="0"/>
              <a:t> lx le dt od ay.</a:t>
            </a:r>
          </a:p>
          <a:p>
            <a:pPr marL="685800" indent="-457200">
              <a:buFont typeface="+mj-lt"/>
              <a:buAutoNum type="arabicPeriod"/>
            </a:pPr>
            <a:r>
              <a:rPr lang="en-MY" sz="2000" dirty="0"/>
              <a:t>The produced ciphertext is: </a:t>
            </a:r>
            <a:br>
              <a:rPr lang="en-MY" sz="2000" dirty="0"/>
            </a:br>
            <a:r>
              <a:rPr lang="en-MY" sz="2400" b="1" dirty="0">
                <a:solidFill>
                  <a:srgbClr val="FF0000">
                    <a:alpha val="70000"/>
                  </a:srgbClr>
                </a:solidFill>
              </a:rPr>
              <a:t>PBDR NOQZ QKLT FWRD QUMD KCDL FA</a:t>
            </a:r>
            <a:r>
              <a:rPr lang="en-MY" sz="2000" dirty="0"/>
              <a:t>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4F8BB2-EAEB-D2C3-BB78-6757453A77AC}"/>
              </a:ext>
            </a:extLst>
          </p:cNvPr>
          <p:cNvGraphicFramePr>
            <a:graphicFrameLocks noGrp="1"/>
          </p:cNvGraphicFramePr>
          <p:nvPr/>
        </p:nvGraphicFramePr>
        <p:xfrm>
          <a:off x="7961545" y="2850306"/>
          <a:ext cx="3392255" cy="3151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78451">
                  <a:extLst>
                    <a:ext uri="{9D8B030D-6E8A-4147-A177-3AD203B41FA5}">
                      <a16:colId xmlns:a16="http://schemas.microsoft.com/office/drawing/2014/main" val="1603751822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86836628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25941296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3991186698"/>
                    </a:ext>
                  </a:extLst>
                </a:gridCol>
                <a:gridCol w="678451">
                  <a:extLst>
                    <a:ext uri="{9D8B030D-6E8A-4147-A177-3AD203B41FA5}">
                      <a16:colId xmlns:a16="http://schemas.microsoft.com/office/drawing/2014/main" val="144855078"/>
                    </a:ext>
                  </a:extLst>
                </a:gridCol>
              </a:tblGrid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84568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02558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360577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580696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764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9602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Security</a:t>
            </a:r>
            <a:r>
              <a:rPr lang="en-MY" sz="4400" b="1">
                <a:solidFill>
                  <a:srgbClr val="C00000"/>
                </a:solidFill>
              </a:rPr>
              <a:t> </a:t>
            </a:r>
            <a:r>
              <a:rPr lang="en-MY" sz="4400"/>
              <a:t>on </a:t>
            </a:r>
            <a:r>
              <a:rPr lang="en-MY" sz="4400" b="1">
                <a:solidFill>
                  <a:srgbClr val="0000FF"/>
                </a:solidFill>
              </a:rPr>
              <a:t>Playfair Cipher</a:t>
            </a:r>
            <a:endParaRPr lang="en-MY" sz="4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This cipher was once used as standard field system by the British army in World War I and U.S. army in World War II.</a:t>
                </a:r>
                <a:endParaRPr lang="en-MY" sz="2000" b="1"/>
              </a:p>
              <a:p>
                <a:pPr algn="just"/>
                <a:r>
                  <a:rPr lang="en-MY" sz="2000" b="1"/>
                  <a:t>Advantages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b="1">
                    <a:solidFill>
                      <a:srgbClr val="0000FF">
                        <a:alpha val="70000"/>
                      </a:srgbClr>
                    </a:solidFill>
                  </a:rPr>
                  <a:t>Security much improved </a:t>
                </a:r>
                <a:r>
                  <a:rPr lang="en-GB" sz="2000"/>
                  <a:t>over monoalphabetic cipher.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b="1">
                    <a:solidFill>
                      <a:srgbClr val="0000FF">
                        <a:alpha val="70000"/>
                      </a:srgbClr>
                    </a:solidFill>
                  </a:rPr>
                  <a:t>Brute-force attack is very difficult </a:t>
                </a:r>
                <a:r>
                  <a:rPr lang="en-GB" sz="2000"/>
                  <a:t>since it has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GB" sz="2000" b="1"/>
                  <a:t> </a:t>
                </a:r>
                <a:r>
                  <a:rPr lang="en-GB" sz="2000"/>
                  <a:t>size of key domain.</a:t>
                </a:r>
                <a:endParaRPr lang="en-MY" sz="2000"/>
              </a:p>
              <a:p>
                <a:pPr algn="just"/>
                <a:r>
                  <a:rPr lang="en-MY" sz="2000" b="1"/>
                  <a:t>Disadvantage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 b="1">
                    <a:solidFill>
                      <a:srgbClr val="FF0000">
                        <a:alpha val="70000"/>
                      </a:srgbClr>
                    </a:solidFill>
                  </a:rPr>
                  <a:t>Frequencies of bigrams are preserved</a:t>
                </a:r>
                <a:r>
                  <a:rPr lang="en-GB" sz="2000"/>
                  <a:t>. A cryptanalyst can use a </a:t>
                </a:r>
                <a:r>
                  <a:rPr lang="en-GB" sz="2000" b="1">
                    <a:solidFill>
                      <a:srgbClr val="FF0000">
                        <a:alpha val="70000"/>
                      </a:srgbClr>
                    </a:solidFill>
                  </a:rPr>
                  <a:t>ciphertext-only attack</a:t>
                </a:r>
                <a:r>
                  <a:rPr lang="en-GB" sz="2000"/>
                  <a:t> based on the bigram frequency test to find the key.</a:t>
                </a: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0083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Polyalphabetic</a:t>
            </a:r>
            <a:r>
              <a:rPr lang="en-MY" sz="3600"/>
              <a:t> Substitution –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The best known, and one of the </a:t>
                </a:r>
                <a:r>
                  <a:rPr lang="en-MY" sz="2000" b="1"/>
                  <a:t>simplest polyalphabetic substitution </a:t>
                </a:r>
                <a:r>
                  <a:rPr lang="en-MY" sz="2000"/>
                  <a:t>cipher named after </a:t>
                </a:r>
                <a:r>
                  <a:rPr lang="en-GB" sz="2000" b="1">
                    <a:solidFill>
                      <a:srgbClr val="0000FF">
                        <a:alpha val="70000"/>
                      </a:srgbClr>
                    </a:solidFill>
                  </a:rPr>
                  <a:t>Blaise de Vigenère</a:t>
                </a:r>
                <a:r>
                  <a:rPr lang="en-GB" sz="2000"/>
                  <a:t>, a French Mathematician.</a:t>
                </a:r>
              </a:p>
              <a:p>
                <a:pPr algn="just"/>
                <a:r>
                  <a:rPr lang="en-GB" sz="2000" b="1">
                    <a:solidFill>
                      <a:srgbClr val="C00000">
                        <a:alpha val="70000"/>
                      </a:srgbClr>
                    </a:solidFill>
                  </a:rPr>
                  <a:t>Idea</a:t>
                </a:r>
                <a:r>
                  <a:rPr lang="en-GB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/>
                  <a:t>The </a:t>
                </a:r>
                <a:r>
                  <a:rPr lang="en-GB" sz="2000" b="1">
                    <a:solidFill>
                      <a:srgbClr val="0000FF">
                        <a:alpha val="70000"/>
                      </a:srgbClr>
                    </a:solidFill>
                  </a:rPr>
                  <a:t>key stream is a repetition of an initial secret key stream </a:t>
                </a:r>
                <a:r>
                  <a:rPr lang="en-GB" sz="2000"/>
                  <a:t>of length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MY" sz="2000"/>
                  <a:t>, where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≤26</m:t>
                    </m:r>
                  </m:oMath>
                </a14:m>
                <a:r>
                  <a:rPr lang="en-MY" sz="200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key stream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does not </a:t>
                </a:r>
                <a:r>
                  <a:rPr lang="en-MY" sz="2000"/>
                  <a:t>depend on the plaintext characters, but its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position</a:t>
                </a:r>
                <a:r>
                  <a:rPr lang="en-MY" sz="2000"/>
                  <a:t>. That is, one can create the key stream </a:t>
                </a:r>
                <a:r>
                  <a:rPr lang="en-MY" sz="2000" b="1"/>
                  <a:t>without knowing</a:t>
                </a:r>
                <a:r>
                  <a:rPr lang="en-MY" sz="2000"/>
                  <a:t> the content of the plaintext.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68F87B-011A-5666-8C89-B798A39FC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5" y="5100590"/>
            <a:ext cx="10254210" cy="107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36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Polyalphabetic</a:t>
            </a:r>
            <a:r>
              <a:rPr lang="en-MY" sz="3600"/>
              <a:t> Substitution –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 dirty="0">
                <a:solidFill>
                  <a:srgbClr val="0000FF">
                    <a:alpha val="70000"/>
                  </a:srgbClr>
                </a:solidFill>
              </a:rPr>
              <a:t>Example 10</a:t>
            </a:r>
            <a:r>
              <a:rPr lang="en-MY" sz="2000" dirty="0"/>
              <a:t>: Perform encryption on the message ‘</a:t>
            </a:r>
            <a:r>
              <a:rPr lang="en-MY" sz="2000" b="1" dirty="0"/>
              <a:t>it is raining now</a:t>
            </a:r>
            <a:r>
              <a:rPr lang="en-MY" sz="2000" dirty="0"/>
              <a:t>’ using Vigenère cipher with the keyword ‘</a:t>
            </a:r>
            <a:r>
              <a:rPr lang="en-MY" sz="2000" b="1" dirty="0"/>
              <a:t>cloud</a:t>
            </a:r>
            <a:r>
              <a:rPr lang="en-MY" sz="2000" dirty="0"/>
              <a:t>’.</a:t>
            </a:r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  <a:p>
            <a:pPr algn="just"/>
            <a:r>
              <a:rPr lang="en-MY" sz="2000" dirty="0"/>
              <a:t>The produced ciphertext is :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 KEWMUCTBCQIYCQ</a:t>
            </a:r>
            <a:r>
              <a:rPr lang="en-MY" sz="2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DACB20-5CE4-9EBE-7C35-EDD5158634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05173"/>
                  </p:ext>
                </p:extLst>
              </p:nvPr>
            </p:nvGraphicFramePr>
            <p:xfrm>
              <a:off x="691689" y="3082625"/>
              <a:ext cx="10808622" cy="256032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142891">
                      <a:extLst>
                        <a:ext uri="{9D8B030D-6E8A-4147-A177-3AD203B41FA5}">
                          <a16:colId xmlns:a16="http://schemas.microsoft.com/office/drawing/2014/main" val="2760139820"/>
                        </a:ext>
                      </a:extLst>
                    </a:gridCol>
                    <a:gridCol w="208619">
                      <a:extLst>
                        <a:ext uri="{9D8B030D-6E8A-4147-A177-3AD203B41FA5}">
                          <a16:colId xmlns:a16="http://schemas.microsoft.com/office/drawing/2014/main" val="211336963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690244144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23192462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776803352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273377573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6352461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556354207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694900474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206976020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423502344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97415853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996892077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14280392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10333001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542483104"/>
                        </a:ext>
                      </a:extLst>
                    </a:gridCol>
                  </a:tblGrid>
                  <a:tr h="320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b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0290032"/>
                      </a:ext>
                    </a:extLst>
                  </a:tr>
                  <a:tr h="320076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9318556"/>
                      </a:ext>
                    </a:extLst>
                  </a:tr>
                  <a:tr h="3580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Keyword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3168612"/>
                      </a:ext>
                    </a:extLst>
                  </a:tr>
                  <a:tr h="320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 i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03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798259"/>
                      </a:ext>
                    </a:extLst>
                  </a:tr>
                  <a:tr h="320076">
                    <a:tc>
                      <a:txBody>
                        <a:bodyPr/>
                        <a:lstStyle/>
                        <a:p>
                          <a:pPr algn="ctr"/>
                          <a:endParaRPr lang="en-MY" i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MY" sz="18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133816"/>
                      </a:ext>
                    </a:extLst>
                  </a:tr>
                  <a:tr h="320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MY" b="0" smtClean="0">
                                    <a:latin typeface="Cambria Math" panose="02040503050406030204" pitchFamily="18" charset="0"/>
                                  </a:rPr>
                                  <m:t> 26</m:t>
                                </m:r>
                              </m:oMath>
                            </m:oMathPara>
                          </a14:m>
                          <a:endParaRPr lang="en-MY" i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3088445"/>
                      </a:ext>
                    </a:extLst>
                  </a:tr>
                  <a:tr h="3200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Q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4263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A6DACB20-5CE4-9EBE-7C35-EDD5158634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05173"/>
                  </p:ext>
                </p:extLst>
              </p:nvPr>
            </p:nvGraphicFramePr>
            <p:xfrm>
              <a:off x="691689" y="3082625"/>
              <a:ext cx="10808622" cy="2560320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142891">
                      <a:extLst>
                        <a:ext uri="{9D8B030D-6E8A-4147-A177-3AD203B41FA5}">
                          <a16:colId xmlns:a16="http://schemas.microsoft.com/office/drawing/2014/main" val="2760139820"/>
                        </a:ext>
                      </a:extLst>
                    </a:gridCol>
                    <a:gridCol w="208619">
                      <a:extLst>
                        <a:ext uri="{9D8B030D-6E8A-4147-A177-3AD203B41FA5}">
                          <a16:colId xmlns:a16="http://schemas.microsoft.com/office/drawing/2014/main" val="211336963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690244144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23192462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776803352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273377573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6352461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556354207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694900474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206976020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423502344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974158535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996892077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142803921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1103330018"/>
                        </a:ext>
                      </a:extLst>
                    </a:gridCol>
                    <a:gridCol w="675508">
                      <a:extLst>
                        <a:ext uri="{9D8B030D-6E8A-4147-A177-3AD203B41FA5}">
                          <a16:colId xmlns:a16="http://schemas.microsoft.com/office/drawing/2014/main" val="354248310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6667" r="-845213" b="-6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02900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01" t="-106667" r="-1300901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106667" r="-1200901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545" t="-106667" r="-1111818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6667" r="-10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106667" r="-9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106667" r="-8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106667" r="-7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0000" t="-106667" r="-6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0" t="-106667" r="-5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0000" t="-106667" r="-401802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0909" t="-106667" r="-305455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99099" t="-106667" r="-202703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99099" t="-106667" r="-102703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9099" t="-106667" r="-2703" b="-5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3185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Keyword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u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31686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301639" r="-84521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01" t="-301639" r="-130090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301639" r="-120090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545" t="-301639" r="-1111818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301639" r="-10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301639" r="-9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301639" r="-8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301639" r="-7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0000" t="-301639" r="-6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0" t="-301639" r="-5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0000" t="-301639" r="-40180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0909" t="-301639" r="-305455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99099" t="-301639" r="-20270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99099" t="-301639" r="-10270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9099" t="-301639" r="-2703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37982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MY" i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01" t="-408333" r="-1300901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408333" r="-1200901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545" t="-408333" r="-1111818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408333" r="-10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408333" r="-9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408333" r="-8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408333" r="-7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0000" t="-408333" r="-6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0" t="-408333" r="-5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0000" t="-408333" r="-401802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0909" t="-408333" r="-305455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99099" t="-408333" r="-202703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99099" t="-408333" r="-102703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9099" t="-408333" r="-2703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21338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508333" r="-845213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01" t="-508333" r="-130090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508333" r="-120090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545" t="-508333" r="-1111818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508333" r="-10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508333" r="-9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508333" r="-8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508333" r="-7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0000" t="-508333" r="-6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0" t="-508333" r="-5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0000" t="-508333" r="-401802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0909" t="-508333" r="-305455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99099" t="-508333" r="-202703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99099" t="-508333" r="-102703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9099" t="-508333" r="-2703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0884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608333" r="-845213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Q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Q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4263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0176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Polyalphabetic</a:t>
            </a:r>
            <a:r>
              <a:rPr lang="en-MY" sz="3600"/>
              <a:t> Substitution –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57"/>
                <a:ext cx="10515600" cy="44085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In another perspective, we can view the Vigenère cipher as a combination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MY" sz="2000"/>
                  <a:t> additive ciphers,  as illustrated below:</a:t>
                </a:r>
              </a:p>
              <a:p>
                <a:pPr algn="just"/>
                <a:endParaRPr lang="en-MY" sz="2000"/>
              </a:p>
              <a:p>
                <a:r>
                  <a:rPr lang="en-MY" sz="2000"/>
                  <a:t>(Right) Encryption of the </a:t>
                </a:r>
                <a:br>
                  <a:rPr lang="en-MY" sz="2000"/>
                </a:br>
                <a:r>
                  <a:rPr lang="en-MY" sz="2000"/>
                  <a:t>message ‘</a:t>
                </a:r>
                <a:r>
                  <a:rPr lang="en-MY" sz="2000" b="1"/>
                  <a:t>she is listening</a:t>
                </a:r>
                <a:r>
                  <a:rPr lang="en-MY" sz="2000"/>
                  <a:t>’ </a:t>
                </a:r>
                <a:br>
                  <a:rPr lang="en-MY" sz="2000"/>
                </a:br>
                <a:r>
                  <a:rPr lang="en-MY" sz="2000"/>
                  <a:t>using the keyword ‘</a:t>
                </a:r>
                <a:r>
                  <a:rPr lang="en-MY" sz="2000" b="1"/>
                  <a:t>pascal</a:t>
                </a:r>
                <a:r>
                  <a:rPr lang="en-MY" sz="2000"/>
                  <a:t>’ </a:t>
                </a:r>
                <a:br>
                  <a:rPr lang="en-MY" sz="2000"/>
                </a:br>
                <a:r>
                  <a:rPr lang="en-MY" sz="2000"/>
                  <a:t>that produces ciphertext </a:t>
                </a:r>
                <a:br>
                  <a:rPr lang="en-MY" sz="2000"/>
                </a:br>
                <a:r>
                  <a:rPr lang="en-MY" sz="2000"/>
                  <a:t>‘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HHWK SWXS LGNP CG</a:t>
                </a:r>
                <a:r>
                  <a:rPr lang="en-MY" sz="2000"/>
                  <a:t>’.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57"/>
                <a:ext cx="10515600" cy="4408574"/>
              </a:xfrm>
              <a:blipFill>
                <a:blip r:embed="rId2"/>
                <a:stretch>
                  <a:fillRect t="-41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3">
            <a:extLst>
              <a:ext uri="{FF2B5EF4-FFF2-40B4-BE49-F238E27FC236}">
                <a16:creationId xmlns:a16="http://schemas.microsoft.com/office/drawing/2014/main" id="{C86DCD82-6711-F9BE-2EC4-3997D6AB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7105" y="2800921"/>
            <a:ext cx="6729275" cy="378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884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Polyalphabetic</a:t>
            </a:r>
            <a:r>
              <a:rPr lang="en-MY" sz="3600"/>
              <a:t> Substitution –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Alternatively, we can use a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Vigenère tableau </a:t>
            </a:r>
            <a:r>
              <a:rPr lang="en-MY" sz="2000"/>
              <a:t>(in next slide) to find the output of the encryption.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MY" sz="2000"/>
              <a:t>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top row </a:t>
            </a:r>
            <a:r>
              <a:rPr lang="en-MY" sz="2000"/>
              <a:t>(small letters) represents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plaintext</a:t>
            </a:r>
            <a:r>
              <a:rPr lang="en-MY" sz="2000"/>
              <a:t> characters.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MY" sz="2000"/>
              <a:t>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leftmost column</a:t>
            </a:r>
            <a:r>
              <a:rPr lang="en-MY" sz="2000"/>
              <a:t> (capital letters) represents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keyword</a:t>
            </a:r>
            <a:r>
              <a:rPr lang="en-MY" sz="200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MY" sz="2000"/>
              <a:t>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remaining entries </a:t>
            </a:r>
            <a:r>
              <a:rPr lang="en-MY" sz="2000"/>
              <a:t>in the table are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ciphertext</a:t>
            </a:r>
            <a:r>
              <a:rPr lang="en-MY" sz="2000"/>
              <a:t> characters.</a:t>
            </a:r>
          </a:p>
          <a:p>
            <a:pPr algn="just"/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</a:t>
            </a:r>
            <a:r>
              <a:rPr lang="en-MY" sz="2000"/>
              <a:t>: The message ‘</a:t>
            </a:r>
            <a:r>
              <a:rPr lang="en-MY" sz="2000" b="1"/>
              <a:t>we are here to sleep</a:t>
            </a:r>
            <a:r>
              <a:rPr lang="en-MY" sz="2000"/>
              <a:t>’ is encrypted using the keyword ‘</a:t>
            </a:r>
            <a:r>
              <a:rPr lang="en-MY" sz="2000" b="1"/>
              <a:t>deceptive</a:t>
            </a:r>
            <a:r>
              <a:rPr lang="en-MY" sz="2000"/>
              <a:t>’. Using the Vigenère tableau: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3645182-86B4-8ACE-9F84-7840A98603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384600"/>
                  </p:ext>
                </p:extLst>
              </p:nvPr>
            </p:nvGraphicFramePr>
            <p:xfrm>
              <a:off x="2227308" y="5064443"/>
              <a:ext cx="8128008" cy="111252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451556">
                      <a:extLst>
                        <a:ext uri="{9D8B030D-6E8A-4147-A177-3AD203B41FA5}">
                          <a16:colId xmlns:a16="http://schemas.microsoft.com/office/drawing/2014/main" val="4580644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06002877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4949279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576634363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612875970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1698889061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41105146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979728604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37082005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534146670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121801569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946814822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141583764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90144826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420627023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372383876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611932168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4258042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26320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err="1"/>
                            <a:t>i</a:t>
                          </a:r>
                          <a:endParaRPr lang="en-MY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8500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MY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Z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C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V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A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M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I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W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S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U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P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T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X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/>
                            <a:t>X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9977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3645182-86B4-8ACE-9F84-7840A98603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384600"/>
                  </p:ext>
                </p:extLst>
              </p:nvPr>
            </p:nvGraphicFramePr>
            <p:xfrm>
              <a:off x="2227308" y="5064443"/>
              <a:ext cx="8128008" cy="111252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451556">
                      <a:extLst>
                        <a:ext uri="{9D8B030D-6E8A-4147-A177-3AD203B41FA5}">
                          <a16:colId xmlns:a16="http://schemas.microsoft.com/office/drawing/2014/main" val="4580644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06002877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4949279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576634363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612875970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1698889061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411051460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979728604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37082005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534146670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1218015699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946814822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141583764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90144826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420627023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3372383876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611932168"/>
                        </a:ext>
                      </a:extLst>
                    </a:gridCol>
                    <a:gridCol w="451556">
                      <a:extLst>
                        <a:ext uri="{9D8B030D-6E8A-4147-A177-3AD203B41FA5}">
                          <a16:colId xmlns:a16="http://schemas.microsoft.com/office/drawing/2014/main" val="24258042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51" t="-4918" r="-1706757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26320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51" t="-103226" r="-1706757" b="-1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/>
                            <a:t>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dirty="0" err="1"/>
                            <a:t>i</a:t>
                          </a:r>
                          <a:endParaRPr lang="en-MY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8500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51" t="-206557" r="-1706757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MY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Z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C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V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A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M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I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W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S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U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P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T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X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b="1" dirty="0"/>
                            <a:t>X</a:t>
                          </a: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9977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52256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C1C014-E93C-1EA0-D54F-31345DEA2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61" y="31301"/>
            <a:ext cx="7145877" cy="679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307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C00000"/>
                </a:solidFill>
              </a:rPr>
              <a:t>Polyalphabetic</a:t>
            </a:r>
            <a:r>
              <a:rPr lang="en-MY" sz="3600"/>
              <a:t> Substitution –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Exercise 4</a:t>
            </a:r>
            <a:r>
              <a:rPr lang="en-MY" sz="2000"/>
              <a:t>: Perform encryption on the message ‘</a:t>
            </a:r>
            <a:r>
              <a:rPr lang="en-MY" sz="2000" b="1"/>
              <a:t>The class is cancelled today</a:t>
            </a:r>
            <a:r>
              <a:rPr lang="en-MY" sz="2000"/>
              <a:t>’ using Vigenère cipher with the keyword ‘</a:t>
            </a:r>
            <a:r>
              <a:rPr lang="en-MY" sz="2000" b="1"/>
              <a:t>cryptography</a:t>
            </a:r>
            <a:r>
              <a:rPr lang="en-MY" sz="2000"/>
              <a:t>’.</a:t>
            </a:r>
          </a:p>
          <a:p>
            <a:pPr algn="just"/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Solution</a:t>
            </a:r>
            <a:r>
              <a:rPr lang="en-MY" sz="2000"/>
              <a:t>: </a:t>
            </a:r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/>
            <a:r>
              <a:rPr lang="en-MY" sz="2000"/>
              <a:t>The ciphertext produced is: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VYCR EOYJ IHJY PTCA ESJK OSHW</a:t>
            </a:r>
            <a:r>
              <a:rPr lang="en-MY" sz="2000"/>
              <a:t>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E152671-3063-DC2C-F6B5-6A8E75B77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638465"/>
              </p:ext>
            </p:extLst>
          </p:nvPr>
        </p:nvGraphicFramePr>
        <p:xfrm>
          <a:off x="543012" y="3507252"/>
          <a:ext cx="11105976" cy="167730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62749">
                  <a:extLst>
                    <a:ext uri="{9D8B030D-6E8A-4147-A177-3AD203B41FA5}">
                      <a16:colId xmlns:a16="http://schemas.microsoft.com/office/drawing/2014/main" val="1151597938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489395997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835315357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816782668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3755144174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431039567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2076900638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048104022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85223749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721888227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311486427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766690731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486982761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529802990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813379069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3486755149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912499976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2959785266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3953487213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4010766153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391841962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2454363164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4018449601"/>
                    </a:ext>
                  </a:extLst>
                </a:gridCol>
                <a:gridCol w="462749">
                  <a:extLst>
                    <a:ext uri="{9D8B030D-6E8A-4147-A177-3AD203B41FA5}">
                      <a16:colId xmlns:a16="http://schemas.microsoft.com/office/drawing/2014/main" val="131436224"/>
                    </a:ext>
                  </a:extLst>
                </a:gridCol>
              </a:tblGrid>
              <a:tr h="55910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err="1"/>
                        <a:t>i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068768"/>
                  </a:ext>
                </a:extLst>
              </a:tr>
              <a:tr h="55910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02752"/>
                  </a:ext>
                </a:extLst>
              </a:tr>
              <a:tr h="559102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979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0770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E2E5F-7B05-B076-C032-B559B39AA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47" y="-9356"/>
            <a:ext cx="7211505" cy="68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993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FF0000"/>
                </a:solidFill>
              </a:rPr>
              <a:t>Security</a:t>
            </a:r>
            <a:r>
              <a:rPr lang="en-MY" sz="3600" b="1">
                <a:solidFill>
                  <a:srgbClr val="C00000"/>
                </a:solidFill>
              </a:rPr>
              <a:t> </a:t>
            </a:r>
            <a:r>
              <a:rPr lang="en-MY" sz="3600"/>
              <a:t>on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/>
              <a:t>Advantage</a:t>
            </a:r>
            <a:r>
              <a:rPr lang="en-MY" sz="20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Vigenère cipher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does not preserve </a:t>
            </a:r>
            <a:r>
              <a:rPr lang="en-MY" sz="2000"/>
              <a:t>the frequency of characters, hence the letter frequencies are hidden.</a:t>
            </a:r>
          </a:p>
          <a:p>
            <a:pPr algn="just"/>
            <a:r>
              <a:rPr lang="en-MY" sz="2000" b="1"/>
              <a:t>Disadvantage</a:t>
            </a:r>
            <a:r>
              <a:rPr lang="en-MY" sz="20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/>
              <a:t>The knowledge of the plaintext structure is </a:t>
            </a: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not lost completely</a:t>
            </a:r>
            <a:r>
              <a:rPr lang="en-GB" sz="200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/>
              <a:t>Cryptanalysis is still possible via: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/>
              <a:t>Finding the </a:t>
            </a:r>
            <a:r>
              <a:rPr lang="en-GB" sz="2000" b="1">
                <a:solidFill>
                  <a:srgbClr val="7030A0">
                    <a:alpha val="70000"/>
                  </a:srgbClr>
                </a:solidFill>
              </a:rPr>
              <a:t>key length</a:t>
            </a:r>
            <a:r>
              <a:rPr lang="en-GB" sz="2000"/>
              <a:t>. For example, the </a:t>
            </a:r>
            <a:r>
              <a:rPr lang="en-GB" sz="2000" b="1" err="1">
                <a:solidFill>
                  <a:srgbClr val="006400">
                    <a:alpha val="70000"/>
                  </a:srgbClr>
                </a:solidFill>
              </a:rPr>
              <a:t>Kasiski</a:t>
            </a:r>
            <a:r>
              <a:rPr lang="en-GB" sz="2000" b="1">
                <a:solidFill>
                  <a:srgbClr val="006400">
                    <a:alpha val="70000"/>
                  </a:srgbClr>
                </a:solidFill>
              </a:rPr>
              <a:t> test</a:t>
            </a:r>
            <a:r>
              <a:rPr lang="en-GB" sz="200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/>
              <a:t>Finding the </a:t>
            </a:r>
            <a:r>
              <a:rPr lang="en-GB" sz="2000" b="1">
                <a:solidFill>
                  <a:srgbClr val="7030A0">
                    <a:alpha val="70000"/>
                  </a:srgbClr>
                </a:solidFill>
              </a:rPr>
              <a:t>key</a:t>
            </a:r>
            <a:r>
              <a:rPr lang="en-GB" sz="2000"/>
              <a:t>.</a:t>
            </a:r>
            <a:endParaRPr lang="en-MY" sz="2000"/>
          </a:p>
        </p:txBody>
      </p:sp>
    </p:spTree>
    <p:extLst>
      <p:ext uri="{BB962C8B-B14F-4D97-AF65-F5344CB8AC3E}">
        <p14:creationId xmlns:p14="http://schemas.microsoft.com/office/powerpoint/2010/main" val="26766026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>
                <a:solidFill>
                  <a:srgbClr val="FF0000"/>
                </a:solidFill>
              </a:rPr>
              <a:t>Security</a:t>
            </a:r>
            <a:r>
              <a:rPr lang="en-MY" sz="3600" b="1">
                <a:solidFill>
                  <a:srgbClr val="C00000"/>
                </a:solidFill>
              </a:rPr>
              <a:t> </a:t>
            </a:r>
            <a:r>
              <a:rPr lang="en-MY" sz="3600"/>
              <a:t>on </a:t>
            </a:r>
            <a:r>
              <a:rPr lang="en-MY" sz="3600" b="1">
                <a:solidFill>
                  <a:srgbClr val="0000FF"/>
                </a:solidFill>
              </a:rPr>
              <a:t>Vigenère Cipher</a:t>
            </a:r>
            <a:endParaRPr lang="en-MY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56"/>
                <a:ext cx="10515600" cy="399830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Cryptanalysis</a:t>
                </a:r>
                <a:r>
                  <a:rPr lang="en-MY" sz="2000"/>
                  <a:t> on Vigenère cipher (common practice):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GB" sz="2000"/>
                  <a:t>Determine the </a:t>
                </a:r>
                <a:r>
                  <a:rPr lang="en-GB" sz="2000" b="1">
                    <a:solidFill>
                      <a:srgbClr val="006400">
                        <a:alpha val="70000"/>
                      </a:srgbClr>
                    </a:solidFill>
                  </a:rPr>
                  <a:t>length of the keyword</a:t>
                </a:r>
                <a:r>
                  <a:rPr lang="en-GB" sz="200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/>
                  <a:t>If two identical sequences of plaintext letters occur at a distance that is an integer multiple of the keyword length, they will generate identical ciphertext sequences.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GB" sz="2000"/>
                  <a:t>By looking for common factors in the </a:t>
                </a:r>
                <a:r>
                  <a:rPr lang="en-GB" sz="2000" b="1"/>
                  <a:t>displacements</a:t>
                </a:r>
                <a:r>
                  <a:rPr lang="en-GB" sz="2000"/>
                  <a:t> of the various repeated sequences in the ciphertext, the analyst guess the length of keyword.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GB" sz="2000"/>
                  <a:t>If the keyword length is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/>
                  <a:t>, then the cipher consists of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000" b="1">
                    <a:solidFill>
                      <a:srgbClr val="0000FF">
                        <a:alpha val="70000"/>
                      </a:srgbClr>
                    </a:solidFill>
                  </a:rPr>
                  <a:t> monoalphabetic ciphers</a:t>
                </a:r>
                <a:r>
                  <a:rPr lang="en-GB" sz="2000"/>
                  <a:t>.</a:t>
                </a:r>
              </a:p>
              <a:p>
                <a:pPr marL="685800" indent="-457200" algn="just">
                  <a:buFont typeface="+mj-lt"/>
                  <a:buAutoNum type="arabicPeriod"/>
                </a:pPr>
                <a:r>
                  <a:rPr lang="en-US" sz="2000"/>
                  <a:t>Use the </a:t>
                </a:r>
                <a:r>
                  <a:rPr lang="en-US" sz="2000" b="1">
                    <a:solidFill>
                      <a:srgbClr val="FF0000">
                        <a:alpha val="70000"/>
                      </a:srgbClr>
                    </a:solidFill>
                  </a:rPr>
                  <a:t>frequency analysis</a:t>
                </a:r>
                <a:r>
                  <a:rPr lang="en-US" sz="2000"/>
                  <a:t> of the plaintext language to attack each of the monoalphabetic ciphers separately.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56"/>
                <a:ext cx="10515600" cy="3998307"/>
              </a:xfrm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5373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Rotor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Idea</a:t>
            </a:r>
            <a:r>
              <a:rPr lang="en-MY" sz="20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It uses the monoalphabetic substitution technique, but changes the mapping between the plaintext characters and the ciphertext characters for each plaintext character.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In other word, after encrypting one plaintext character, the rotor will rotate (according to the pre-defined mapping) and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next encryption </a:t>
            </a:r>
            <a:r>
              <a:rPr lang="en-MY" sz="2000" b="1"/>
              <a:t>for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same plaintext character </a:t>
            </a:r>
            <a:r>
              <a:rPr lang="en-MY" sz="2000" b="1"/>
              <a:t>may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NOT</a:t>
            </a:r>
            <a:r>
              <a:rPr lang="en-MY" sz="2000" b="1"/>
              <a:t> necessarily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be the same</a:t>
            </a:r>
            <a:r>
              <a:rPr lang="en-MY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62843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>
                <a:solidFill>
                  <a:srgbClr val="0000FF"/>
                </a:solidFill>
              </a:rPr>
              <a:t>Rotor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The example of </a:t>
            </a:r>
            <a:r>
              <a:rPr lang="en-MY" sz="2000" b="1"/>
              <a:t>rotor cipher </a:t>
            </a:r>
            <a:r>
              <a:rPr lang="en-MY" sz="2000"/>
              <a:t>is shown below. If one encrypts the message ‘</a:t>
            </a:r>
            <a:r>
              <a:rPr lang="en-MY" sz="2000" b="1"/>
              <a:t>deaf</a:t>
            </a:r>
            <a:r>
              <a:rPr lang="en-MY" sz="2000"/>
              <a:t>’, then the ciphertext produced will be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ECDC</a:t>
            </a:r>
            <a:r>
              <a:rPr lang="en-MY" sz="2000"/>
              <a:t>’. (Do you know why ‘</a:t>
            </a:r>
            <a:r>
              <a:rPr lang="en-MY" sz="2000" b="1"/>
              <a:t>f</a:t>
            </a:r>
            <a:r>
              <a:rPr lang="en-MY" sz="2000"/>
              <a:t>’ is encrypted to ‘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</a:t>
            </a:r>
            <a:r>
              <a:rPr lang="en-MY" sz="2000"/>
              <a:t>’?)</a:t>
            </a:r>
          </a:p>
          <a:p>
            <a:pPr marL="228600" indent="0" algn="just">
              <a:buNone/>
            </a:pPr>
            <a:endParaRPr lang="en-MY" sz="200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D967D11-3AF9-DCCD-D299-1B8A3493F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4874" y="3429000"/>
            <a:ext cx="7482252" cy="2832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37900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FF0000"/>
                </a:solidFill>
              </a:rPr>
              <a:t>Security</a:t>
            </a:r>
            <a:r>
              <a:rPr lang="en-MY" sz="4000" b="1">
                <a:solidFill>
                  <a:srgbClr val="C00000"/>
                </a:solidFill>
              </a:rPr>
              <a:t> </a:t>
            </a:r>
            <a:r>
              <a:rPr lang="en-MY" sz="4000"/>
              <a:t>on </a:t>
            </a:r>
            <a:r>
              <a:rPr lang="en-MY" sz="4000" b="1">
                <a:solidFill>
                  <a:srgbClr val="0000FF"/>
                </a:solidFill>
              </a:rPr>
              <a:t>Rotor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/>
                  <a:t>The demonstrated example is just taking </a:t>
                </a:r>
                <a:r>
                  <a:rPr lang="en-MY" sz="2000" b="1"/>
                  <a:t>6 letters in the rotor</a:t>
                </a:r>
                <a:r>
                  <a:rPr lang="en-MY" sz="2000"/>
                  <a:t>, and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permute (map) </a:t>
                </a:r>
                <a:r>
                  <a:rPr lang="en-MY" sz="2000"/>
                  <a:t>them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randomly</a:t>
                </a:r>
                <a:r>
                  <a:rPr lang="en-MY" sz="2000"/>
                  <a:t>., there will be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chemeClr val="tx1">
                            <a:alpha val="7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MY" sz="2000" b="1" i="1" smtClean="0">
                        <a:solidFill>
                          <a:schemeClr val="tx1">
                            <a:alpha val="70000"/>
                          </a:schemeClr>
                        </a:solidFill>
                        <a:latin typeface="Cambria Math" panose="02040503050406030204" pitchFamily="18" charset="0"/>
                      </a:rPr>
                      <m:t>!=</m:t>
                    </m:r>
                    <m:r>
                      <a:rPr lang="en-MY" sz="2000" b="1" i="1" smtClean="0">
                        <a:solidFill>
                          <a:schemeClr val="tx1">
                            <a:alpha val="70000"/>
                          </a:schemeClr>
                        </a:solidFill>
                        <a:latin typeface="Cambria Math" panose="02040503050406030204" pitchFamily="18" charset="0"/>
                      </a:rPr>
                      <m:t>𝟕𝟐𝟎</m:t>
                    </m:r>
                  </m:oMath>
                </a14:m>
                <a:r>
                  <a:rPr lang="en-MY" sz="2000" b="1">
                    <a:solidFill>
                      <a:schemeClr val="tx1">
                        <a:alpha val="70000"/>
                      </a:schemeClr>
                    </a:solidFill>
                  </a:rPr>
                  <a:t> different possible mappings</a:t>
                </a:r>
                <a:r>
                  <a:rPr lang="en-MY" sz="2000"/>
                  <a:t>. Imagine if this is done on 26 letters……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000" b="1"/>
                  <a:t>Advantage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It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resistant</a:t>
                </a:r>
                <a:r>
                  <a:rPr lang="en-MY" sz="2000"/>
                  <a:t> to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brute-force attack</a:t>
                </a:r>
                <a:r>
                  <a:rPr lang="en-MY" sz="200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It is also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much more resistant </a:t>
                </a:r>
                <a:r>
                  <a:rPr lang="en-MY" sz="2000"/>
                  <a:t>to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statistical attack</a:t>
                </a:r>
                <a:r>
                  <a:rPr lang="en-MY" sz="2000"/>
                  <a:t>, as it </a:t>
                </a:r>
                <a:r>
                  <a:rPr lang="en-MY" sz="2000" b="1">
                    <a:solidFill>
                      <a:schemeClr val="tx1">
                        <a:alpha val="70000"/>
                      </a:schemeClr>
                    </a:solidFill>
                  </a:rPr>
                  <a:t>does NOT preserve </a:t>
                </a:r>
                <a:r>
                  <a:rPr lang="en-MY" sz="2000"/>
                  <a:t>letter frequency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6435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300" b="1">
                <a:solidFill>
                  <a:srgbClr val="FF0000"/>
                </a:solidFill>
              </a:rPr>
              <a:t>Advancement</a:t>
            </a:r>
            <a:r>
              <a:rPr lang="en-MY" sz="3300" b="1">
                <a:solidFill>
                  <a:srgbClr val="C00000"/>
                </a:solidFill>
              </a:rPr>
              <a:t> </a:t>
            </a:r>
            <a:r>
              <a:rPr lang="en-MY" sz="3300"/>
              <a:t>on </a:t>
            </a:r>
            <a:r>
              <a:rPr lang="en-MY" sz="3300" b="1">
                <a:solidFill>
                  <a:srgbClr val="0000FF"/>
                </a:solidFill>
              </a:rPr>
              <a:t>Rotor Cipher </a:t>
            </a:r>
            <a:r>
              <a:rPr lang="en-MY" sz="3300"/>
              <a:t>– </a:t>
            </a:r>
            <a:r>
              <a:rPr lang="en-MY" sz="3300" b="1"/>
              <a:t>the </a:t>
            </a:r>
            <a:r>
              <a:rPr lang="en-MY" sz="3300" b="1">
                <a:solidFill>
                  <a:srgbClr val="006400"/>
                </a:solidFill>
              </a:rPr>
              <a:t>Enigma Machine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000"/>
              <a:t>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Enigma Machine </a:t>
            </a:r>
            <a:r>
              <a:rPr lang="en-MY" sz="2000"/>
              <a:t>was designed based on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the idea of rotor cipher</a:t>
            </a:r>
            <a:r>
              <a:rPr lang="en-MY" sz="200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000"/>
              <a:t>It was originally invented by </a:t>
            </a:r>
            <a:r>
              <a:rPr lang="en-MY" sz="2000" err="1"/>
              <a:t>Sherbius</a:t>
            </a:r>
            <a:r>
              <a:rPr lang="en-MY" sz="2000"/>
              <a:t>, but later modified by German army and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used extensively during the World War II</a:t>
            </a:r>
            <a:r>
              <a:rPr lang="en-MY" sz="200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MY" sz="2000"/>
              <a:t>The Enigma Machine defeated all the existing cryptography </a:t>
            </a:r>
            <a:br>
              <a:rPr lang="en-MY" sz="2000"/>
            </a:br>
            <a:r>
              <a:rPr lang="en-MY" sz="2000"/>
              <a:t>techniques at that time,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thought to be very secure</a:t>
            </a:r>
            <a:r>
              <a:rPr lang="en-MY" sz="200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MY" sz="2000"/>
              <a:t>This machine was broken by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Alan Turing</a:t>
            </a:r>
            <a:r>
              <a:rPr lang="en-MY" sz="2000"/>
              <a:t>, which believed to </a:t>
            </a:r>
            <a:br>
              <a:rPr lang="en-MY" sz="2000"/>
            </a:b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shorten the WWII by at least 2 years</a:t>
            </a:r>
            <a:r>
              <a:rPr lang="en-MY" sz="2000"/>
              <a:t>.</a:t>
            </a:r>
          </a:p>
        </p:txBody>
      </p:sp>
      <p:pic>
        <p:nvPicPr>
          <p:cNvPr id="1026" name="Picture 2" descr="Enigma machine - Wikipedia">
            <a:extLst>
              <a:ext uri="{FF2B5EF4-FFF2-40B4-BE49-F238E27FC236}">
                <a16:creationId xmlns:a16="http://schemas.microsoft.com/office/drawing/2014/main" id="{F945AC19-A88D-D66B-0D67-B646CD925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268" y="3429000"/>
            <a:ext cx="2962953" cy="322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9628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300" b="1">
                <a:solidFill>
                  <a:srgbClr val="FF0000"/>
                </a:solidFill>
              </a:rPr>
              <a:t>Advancement</a:t>
            </a:r>
            <a:r>
              <a:rPr lang="en-MY" sz="3300" b="1">
                <a:solidFill>
                  <a:srgbClr val="C00000"/>
                </a:solidFill>
              </a:rPr>
              <a:t> </a:t>
            </a:r>
            <a:r>
              <a:rPr lang="en-MY" sz="3300"/>
              <a:t>on </a:t>
            </a:r>
            <a:r>
              <a:rPr lang="en-MY" sz="3300" b="1">
                <a:solidFill>
                  <a:srgbClr val="0000FF"/>
                </a:solidFill>
              </a:rPr>
              <a:t>Rotor Cipher </a:t>
            </a:r>
            <a:r>
              <a:rPr lang="en-MY" sz="3300"/>
              <a:t>– </a:t>
            </a:r>
            <a:r>
              <a:rPr lang="en-MY" sz="3300" b="1"/>
              <a:t>the </a:t>
            </a:r>
            <a:r>
              <a:rPr lang="en-MY" sz="3300" b="1">
                <a:solidFill>
                  <a:srgbClr val="006400"/>
                </a:solidFill>
              </a:rPr>
              <a:t>Enigma Machine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MY" sz="2000"/>
              <a:t>The right shows the schematic of the </a:t>
            </a:r>
            <a:br>
              <a:rPr lang="en-MY" sz="2000"/>
            </a:br>
            <a:r>
              <a:rPr lang="en-MY" sz="2000"/>
              <a:t>Enigma machine.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MY" sz="2000"/>
              <a:t>The complete and detailed procedures</a:t>
            </a:r>
            <a:br>
              <a:rPr lang="en-MY" sz="2000"/>
            </a:br>
            <a:r>
              <a:rPr lang="en-MY" sz="2000"/>
              <a:t>can be referred to the main reference</a:t>
            </a:r>
            <a:br>
              <a:rPr lang="en-MY" sz="2000"/>
            </a:br>
            <a:r>
              <a:rPr lang="en-MY" sz="2000"/>
              <a:t>book by </a:t>
            </a:r>
            <a:r>
              <a:rPr lang="en-MY" sz="2000" err="1"/>
              <a:t>Forouzan</a:t>
            </a:r>
            <a:r>
              <a:rPr lang="en-MY" sz="2000"/>
              <a:t> [1], page 79 – 80.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7848-0ED5-6A03-C93C-44B723A89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777" y="1985017"/>
            <a:ext cx="5257800" cy="41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184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Polyalphabetic</a:t>
            </a:r>
            <a:r>
              <a:rPr lang="en-MY" sz="4000"/>
              <a:t> Substitution – </a:t>
            </a:r>
            <a:r>
              <a:rPr lang="en-MY" sz="4000" b="1" err="1">
                <a:solidFill>
                  <a:srgbClr val="0000FF"/>
                </a:solidFill>
              </a:rPr>
              <a:t>Vernam</a:t>
            </a:r>
            <a:r>
              <a:rPr lang="en-MY" sz="4000" b="1">
                <a:solidFill>
                  <a:srgbClr val="0000FF"/>
                </a:solidFill>
              </a:rPr>
              <a:t>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/>
                  <a:t>The </a:t>
                </a:r>
                <a:r>
                  <a:rPr lang="en-US" sz="2000" err="1"/>
                  <a:t>Vernam</a:t>
                </a:r>
                <a:r>
                  <a:rPr lang="en-US" sz="2000"/>
                  <a:t> cipher was introduced by </a:t>
                </a:r>
                <a:r>
                  <a:rPr lang="en-US" sz="2000" b="1">
                    <a:solidFill>
                      <a:srgbClr val="0000FF">
                        <a:alpha val="70000"/>
                      </a:srgbClr>
                    </a:solidFill>
                  </a:rPr>
                  <a:t>Gilbert </a:t>
                </a:r>
                <a:r>
                  <a:rPr lang="en-US" sz="2000" b="1" err="1">
                    <a:solidFill>
                      <a:srgbClr val="0000FF">
                        <a:alpha val="70000"/>
                      </a:srgbClr>
                    </a:solidFill>
                  </a:rPr>
                  <a:t>Vernam</a:t>
                </a:r>
                <a:r>
                  <a:rPr lang="en-US" sz="2000" b="1">
                    <a:solidFill>
                      <a:srgbClr val="0000FF">
                        <a:alpha val="70000"/>
                      </a:srgbClr>
                    </a:solidFill>
                  </a:rPr>
                  <a:t> </a:t>
                </a:r>
                <a:r>
                  <a:rPr lang="en-US" sz="2000"/>
                  <a:t>in 1918.</a:t>
                </a:r>
              </a:p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Idea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plaintext is encrypted using a keystream that is having the </a:t>
                </a:r>
                <a:r>
                  <a:rPr lang="en-MY" sz="2000" b="1">
                    <a:solidFill>
                      <a:schemeClr val="tx1">
                        <a:alpha val="70000"/>
                      </a:schemeClr>
                    </a:solidFill>
                  </a:rPr>
                  <a:t>SAME LENGTH </a:t>
                </a:r>
                <a:r>
                  <a:rPr lang="en-MY" sz="2000"/>
                  <a:t>of the plaintext.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Instead of using binary operations as in other substitution cipher, </a:t>
                </a:r>
                <a:r>
                  <a:rPr lang="en-MY" sz="2000" err="1"/>
                  <a:t>Vernam</a:t>
                </a:r>
                <a:r>
                  <a:rPr lang="en-MY" sz="2000"/>
                  <a:t> cipher operates on </a:t>
                </a:r>
                <a:r>
                  <a:rPr lang="en-MY" sz="2000" b="1">
                    <a:solidFill>
                      <a:schemeClr val="tx1">
                        <a:alpha val="70000"/>
                      </a:schemeClr>
                    </a:solidFill>
                  </a:rPr>
                  <a:t>binary data (with bits of 0 and 1) </a:t>
                </a:r>
                <a:r>
                  <a:rPr lang="en-MY" sz="2000" b="1"/>
                  <a:t>using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exclusive-OR function</a:t>
                </a:r>
                <a:r>
                  <a:rPr lang="en-MY" sz="2000"/>
                  <a:t>.</a:t>
                </a:r>
              </a:p>
              <a:p>
                <a:pPr lvl="1" algn="just"/>
                <a:r>
                  <a:rPr lang="en-MY" sz="2000"/>
                  <a:t>Hence, 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plaintext</m:t>
                      </m:r>
                      <m:r>
                        <a:rPr lang="en-MY" sz="2000" b="0" i="0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key</m:t>
                      </m:r>
                      <m:r>
                        <a:rPr lang="en-MY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ciphertext</m:t>
                      </m:r>
                    </m:oMath>
                  </m:oMathPara>
                </a14:m>
                <a:endParaRPr lang="en-MY" sz="200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MY" sz="200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iphertext</m:t>
                      </m:r>
                      <m:r>
                        <a:rPr lang="en-MY" sz="2000" b="0" i="0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key</m:t>
                      </m:r>
                      <m:r>
                        <a:rPr lang="en-MY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000" b="0" i="0" smtClean="0">
                          <a:latin typeface="Cambria Math" panose="02040503050406030204" pitchFamily="18" charset="0"/>
                        </a:rPr>
                        <m:t>plaintext</m:t>
                      </m:r>
                    </m:oMath>
                  </m:oMathPara>
                </a14:m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6505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F847E-1897-0A44-1C32-81F076D9538A}"/>
              </a:ext>
            </a:extLst>
          </p:cNvPr>
          <p:cNvSpPr/>
          <p:nvPr/>
        </p:nvSpPr>
        <p:spPr>
          <a:xfrm>
            <a:off x="3258105" y="4177810"/>
            <a:ext cx="5965516" cy="1393794"/>
          </a:xfrm>
          <a:prstGeom prst="rect">
            <a:avLst/>
          </a:prstGeom>
          <a:solidFill>
            <a:srgbClr val="FFF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300" b="1">
                <a:solidFill>
                  <a:srgbClr val="FF0000"/>
                </a:solidFill>
              </a:rPr>
              <a:t>Advancement</a:t>
            </a:r>
            <a:r>
              <a:rPr lang="en-MY" sz="3300" b="1">
                <a:solidFill>
                  <a:srgbClr val="C00000"/>
                </a:solidFill>
              </a:rPr>
              <a:t> </a:t>
            </a:r>
            <a:r>
              <a:rPr lang="en-MY" sz="3300"/>
              <a:t>on </a:t>
            </a:r>
            <a:r>
              <a:rPr lang="en-MY" sz="3300" b="1" err="1">
                <a:solidFill>
                  <a:srgbClr val="0000FF"/>
                </a:solidFill>
              </a:rPr>
              <a:t>Vernam</a:t>
            </a:r>
            <a:r>
              <a:rPr lang="en-MY" sz="3300" b="1">
                <a:solidFill>
                  <a:srgbClr val="0000FF"/>
                </a:solidFill>
              </a:rPr>
              <a:t> Cipher </a:t>
            </a:r>
            <a:r>
              <a:rPr lang="en-MY" sz="3300"/>
              <a:t>– </a:t>
            </a:r>
            <a:r>
              <a:rPr lang="en-MY" sz="3300" b="1"/>
              <a:t>the </a:t>
            </a:r>
            <a:r>
              <a:rPr lang="en-MY" sz="3300" b="1">
                <a:solidFill>
                  <a:srgbClr val="006400"/>
                </a:solidFill>
              </a:rPr>
              <a:t>One-Time Pad </a:t>
            </a:r>
            <a:endParaRPr lang="en-MY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Advanced from the idea of </a:t>
            </a:r>
            <a:r>
              <a:rPr lang="en-MY" sz="2000" err="1"/>
              <a:t>Vernam</a:t>
            </a:r>
            <a:r>
              <a:rPr lang="en-MY" sz="2000"/>
              <a:t> cipher,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One-Time Pad </a:t>
            </a:r>
            <a:r>
              <a:rPr lang="en-MY" sz="2000"/>
              <a:t>is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ONLY</a:t>
            </a:r>
            <a:r>
              <a:rPr lang="en-MY" sz="2000"/>
              <a:t> cipher that is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UNBREAKABLE </a:t>
            </a:r>
            <a:r>
              <a:rPr lang="en-MY" sz="2000"/>
              <a:t>!!! A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perfect cipher with perfect secrecy </a:t>
            </a:r>
            <a:r>
              <a:rPr lang="en-MY" sz="2000"/>
              <a:t>(wow).</a:t>
            </a:r>
          </a:p>
          <a:p>
            <a:pPr algn="just"/>
            <a:r>
              <a:rPr lang="en-MY" sz="2000"/>
              <a:t>This cipher is encrypted using a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completely random chosen key </a:t>
            </a:r>
            <a:r>
              <a:rPr lang="en-MY" sz="2000"/>
              <a:t>that has the </a:t>
            </a:r>
            <a:r>
              <a:rPr lang="en-MY" sz="2000" b="1">
                <a:solidFill>
                  <a:srgbClr val="002060">
                    <a:alpha val="70000"/>
                  </a:srgbClr>
                </a:solidFill>
              </a:rPr>
              <a:t>SAME length</a:t>
            </a:r>
            <a:r>
              <a:rPr lang="en-MY" sz="2000"/>
              <a:t> as the plaintext.</a:t>
            </a:r>
          </a:p>
          <a:p>
            <a:pPr algn="just"/>
            <a:endParaRPr lang="en-MY" sz="2000"/>
          </a:p>
          <a:p>
            <a:pPr marL="228600" indent="0" algn="ctr">
              <a:buNone/>
            </a:pPr>
            <a:r>
              <a:rPr lang="en-MY" sz="3200" b="1"/>
              <a:t>Why not everyone use it, </a:t>
            </a:r>
          </a:p>
          <a:p>
            <a:pPr marL="228600" indent="0" algn="ctr">
              <a:buNone/>
            </a:pPr>
            <a:r>
              <a:rPr lang="en-MY" sz="3200" b="1"/>
              <a:t>since it is so perfect, right?</a:t>
            </a:r>
          </a:p>
          <a:p>
            <a:pPr algn="just"/>
            <a:endParaRPr lang="en-MY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603D2-AB9E-89B9-2772-0F756024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621" y="2558849"/>
            <a:ext cx="453039" cy="42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766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300" b="1">
                <a:solidFill>
                  <a:srgbClr val="FF0000"/>
                </a:solidFill>
              </a:rPr>
              <a:t>Advancement</a:t>
            </a:r>
            <a:r>
              <a:rPr lang="en-MY" sz="3300" b="1">
                <a:solidFill>
                  <a:srgbClr val="C00000"/>
                </a:solidFill>
              </a:rPr>
              <a:t> </a:t>
            </a:r>
            <a:r>
              <a:rPr lang="en-MY" sz="3300"/>
              <a:t>on </a:t>
            </a:r>
            <a:r>
              <a:rPr lang="en-MY" sz="3300" b="1" err="1">
                <a:solidFill>
                  <a:srgbClr val="0000FF"/>
                </a:solidFill>
              </a:rPr>
              <a:t>Vernam</a:t>
            </a:r>
            <a:r>
              <a:rPr lang="en-MY" sz="3300" b="1">
                <a:solidFill>
                  <a:srgbClr val="0000FF"/>
                </a:solidFill>
              </a:rPr>
              <a:t> Cipher </a:t>
            </a:r>
            <a:r>
              <a:rPr lang="en-MY" sz="3300"/>
              <a:t>– </a:t>
            </a:r>
            <a:r>
              <a:rPr lang="en-MY" sz="3300" b="1"/>
              <a:t>the </a:t>
            </a:r>
            <a:r>
              <a:rPr lang="en-MY" sz="3300" b="1">
                <a:solidFill>
                  <a:srgbClr val="006400"/>
                </a:solidFill>
              </a:rPr>
              <a:t>One-Time Pad </a:t>
            </a:r>
            <a:endParaRPr lang="en-MY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b="1"/>
              <a:t>Practical issue of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One-Time Pad</a:t>
            </a:r>
            <a:r>
              <a:rPr lang="en-MY" sz="2000"/>
              <a:t>:</a:t>
            </a:r>
          </a:p>
          <a:p>
            <a:pPr algn="just"/>
            <a:r>
              <a:rPr lang="en-MY" sz="2000"/>
              <a:t>Almost impossible to implement it commercially, since each communication requires a newly generated secret key that is as long as plaintext text.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GB" sz="2000" b="1">
                <a:solidFill>
                  <a:srgbClr val="0000FF">
                    <a:alpha val="70000"/>
                  </a:srgbClr>
                </a:solidFill>
              </a:rPr>
              <a:t>Producing large quantities </a:t>
            </a:r>
            <a:r>
              <a:rPr lang="en-GB" sz="2000"/>
              <a:t>of random keys becomes a challenging task.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Distributing and protecting</a:t>
            </a:r>
            <a:r>
              <a:rPr lang="en-GB" sz="2000">
                <a:solidFill>
                  <a:srgbClr val="FF0000">
                    <a:alpha val="70000"/>
                  </a:srgbClr>
                </a:solidFill>
              </a:rPr>
              <a:t> </a:t>
            </a:r>
            <a:r>
              <a:rPr lang="en-GB" sz="2000"/>
              <a:t>these keys becomes a problem.</a:t>
            </a:r>
          </a:p>
          <a:p>
            <a:pPr marL="457200" lvl="1" indent="0" algn="just">
              <a:buNone/>
            </a:pPr>
            <a:endParaRPr lang="en-GB" sz="2000"/>
          </a:p>
          <a:p>
            <a:pPr algn="just"/>
            <a:r>
              <a:rPr lang="en-MY" sz="2000"/>
              <a:t>Still, it is useful for small-scale implementation such as sending small secret message between you and your friends. </a:t>
            </a:r>
          </a:p>
        </p:txBody>
      </p:sp>
    </p:spTree>
    <p:extLst>
      <p:ext uri="{BB962C8B-B14F-4D97-AF65-F5344CB8AC3E}">
        <p14:creationId xmlns:p14="http://schemas.microsoft.com/office/powerpoint/2010/main" val="35367833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Polyalphabetic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Hill Cipher (</a:t>
            </a:r>
            <a:r>
              <a:rPr lang="en-MY" sz="3200">
                <a:solidFill>
                  <a:srgbClr val="FF0000"/>
                </a:solidFill>
              </a:rPr>
              <a:t>Optional</a:t>
            </a:r>
            <a:r>
              <a:rPr lang="en-MY" sz="3200" b="1">
                <a:solidFill>
                  <a:srgbClr val="0000FF"/>
                </a:solidFill>
              </a:rPr>
              <a:t>)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/>
                  <a:t>A polyalphabetic cipher invented by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Lester S. Hill </a:t>
                </a:r>
                <a:r>
                  <a:rPr lang="en-MY" sz="2000"/>
                  <a:t>in 1929 that is based on </a:t>
                </a:r>
                <a:r>
                  <a:rPr lang="en-MY" sz="2000" b="1"/>
                  <a:t>Linear Algebra (matrices)</a:t>
                </a:r>
                <a:r>
                  <a:rPr lang="en-MY" sz="200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Idea</a:t>
                </a:r>
                <a:r>
                  <a:rPr lang="en-MY" sz="200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Unlike all the previously discussed cipher techniques which encrypt message as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plaintext stream</a:t>
                </a:r>
                <a:r>
                  <a:rPr lang="en-MY" sz="2000"/>
                  <a:t>, Hill cipher is performed via </a:t>
                </a:r>
                <a:r>
                  <a:rPr lang="en-MY" sz="2000" b="1">
                    <a:solidFill>
                      <a:srgbClr val="006400">
                        <a:alpha val="70000"/>
                      </a:srgbClr>
                    </a:solidFill>
                  </a:rPr>
                  <a:t>dividing plaintext into equal-size blocks</a:t>
                </a:r>
                <a:r>
                  <a:rPr lang="en-MY" sz="2000"/>
                  <a:t>. Hence, it is categorized as </a:t>
                </a:r>
                <a:r>
                  <a:rPr lang="en-MY" sz="2000" b="1">
                    <a:solidFill>
                      <a:srgbClr val="006400">
                        <a:alpha val="70000"/>
                      </a:srgbClr>
                    </a:solidFill>
                  </a:rPr>
                  <a:t>block ciphers</a:t>
                </a:r>
                <a:r>
                  <a:rPr lang="en-MY" sz="2000"/>
                  <a:t>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key is a square matrix of dimension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MY" sz="2000" b="1" i="1" smtClean="0">
                        <a:solidFill>
                          <a:srgbClr val="0000FF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sz="2000" b="1" i="1" smtClean="0">
                        <a:solidFill>
                          <a:srgbClr val="0000FF">
                            <a:alpha val="70000"/>
                          </a:srgb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MY" sz="2000"/>
                  <a:t>. Here, 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MY" sz="2000"/>
                  <a:t> represents the block size.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0902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Polyalphabetic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Hill Cipher (</a:t>
            </a:r>
            <a:r>
              <a:rPr lang="en-MY" sz="3200">
                <a:solidFill>
                  <a:srgbClr val="FF0000"/>
                </a:solidFill>
              </a:rPr>
              <a:t>Optional</a:t>
            </a:r>
            <a:r>
              <a:rPr lang="en-MY" sz="3200" b="1">
                <a:solidFill>
                  <a:srgbClr val="0000FF"/>
                </a:solidFill>
              </a:rPr>
              <a:t>)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In general, let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𝐊</m:t>
                    </m:r>
                  </m:oMath>
                </a14:m>
                <a:r>
                  <a:rPr lang="en-MY" sz="2000"/>
                  <a:t> be the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MY" sz="2000"/>
                  <a:t> key matrix, and </a:t>
                </a:r>
                <a14:m>
                  <m:oMath xmlns:m="http://schemas.openxmlformats.org/officeDocument/2006/math"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MY" sz="2000"/>
                  <a:t> be the column vector (a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MY" sz="2000"/>
                  <a:t> matrix), then:</a:t>
                </a: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𝐊𝐏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</m:oMath>
                  </m:oMathPara>
                </a14:m>
                <a:endParaRPr lang="en-MY" sz="2000" b="1"/>
              </a:p>
              <a:p>
                <a:pPr algn="just"/>
                <a:r>
                  <a:rPr lang="en-MY" sz="2000"/>
                  <a:t>Recall that in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modular multiplication operation</a:t>
                </a:r>
                <a:r>
                  <a:rPr lang="en-MY" sz="2000"/>
                  <a:t>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multiplicative inverse must exists</a:t>
                </a:r>
                <a:r>
                  <a:rPr lang="en-MY" sz="2000"/>
                  <a:t> for reserve operation to be valid. Hence, in this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modular matrix multiplication</a:t>
                </a:r>
                <a:r>
                  <a:rPr lang="en-MY" sz="2000"/>
                  <a:t>, the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multiplicative inverse </a:t>
                </a:r>
                <a:r>
                  <a:rPr lang="en-MY" sz="2000"/>
                  <a:t>corresponds to its </a:t>
                </a:r>
                <a:r>
                  <a:rPr lang="en-MY" sz="2000" b="1">
                    <a:solidFill>
                      <a:srgbClr val="006400">
                        <a:alpha val="70000"/>
                      </a:srgbClr>
                    </a:solidFill>
                  </a:rPr>
                  <a:t>DETERMINANT</a:t>
                </a:r>
                <a:r>
                  <a:rPr lang="en-MY" sz="200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2246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Polyalphabetic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Hill Cipher (</a:t>
            </a:r>
            <a:r>
              <a:rPr lang="en-MY" sz="3200">
                <a:solidFill>
                  <a:srgbClr val="FF0000"/>
                </a:solidFill>
              </a:rPr>
              <a:t>Optional</a:t>
            </a:r>
            <a:r>
              <a:rPr lang="en-MY" sz="3200" b="1">
                <a:solidFill>
                  <a:srgbClr val="0000FF"/>
                </a:solidFill>
              </a:rPr>
              <a:t>)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11</a:t>
                </a:r>
                <a:r>
                  <a:rPr lang="en-MY" sz="2000"/>
                  <a:t>: Encrypt the message ‘</a:t>
                </a:r>
                <a:r>
                  <a:rPr lang="en-MY" sz="2000" b="1"/>
                  <a:t>pay</a:t>
                </a:r>
                <a:r>
                  <a:rPr lang="en-MY" sz="2000"/>
                  <a:t>’ using Hill cipher with the following key. </a:t>
                </a:r>
                <a:endParaRPr lang="en-MY" sz="2000" b="1" i="0">
                  <a:latin typeface="Cambria Math" panose="02040503050406030204" pitchFamily="18" charset="0"/>
                </a:endParaRP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𝐊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Y" sz="2000"/>
              </a:p>
              <a:p>
                <a:pPr marL="228600" indent="0" algn="just">
                  <a:buNone/>
                </a:pPr>
                <a:endParaRPr lang="en-MY" sz="2000"/>
              </a:p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Assign the message their corresponding integer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sub>
                    </m:sSub>
                  </m:oMath>
                </a14:m>
                <a:r>
                  <a:rPr lang="en-MY" sz="2000"/>
                  <a:t> to form a message vector.</a:t>
                </a: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MY" sz="2000"/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8759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Polyalphabetic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Hill Cipher (</a:t>
            </a:r>
            <a:r>
              <a:rPr lang="en-MY" sz="3200">
                <a:solidFill>
                  <a:srgbClr val="FF0000"/>
                </a:solidFill>
              </a:rPr>
              <a:t>Optional</a:t>
            </a:r>
            <a:r>
              <a:rPr lang="en-MY" sz="3200" b="1">
                <a:solidFill>
                  <a:srgbClr val="0000FF"/>
                </a:solidFill>
              </a:rPr>
              <a:t>)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Then,</a:t>
                </a:r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𝐊𝐏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MY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MY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𝟖𝟏𝟗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𝟒𝟖𝟔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MY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MY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MY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MY" sz="2000" b="1" i="1" smtClean="0"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MY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</m:oMath>
                  </m:oMathPara>
                </a14:m>
                <a:endParaRPr lang="en-MY" sz="2000"/>
              </a:p>
              <a:p>
                <a:pPr marL="228600" indent="0" algn="just">
                  <a:buNone/>
                </a:pPr>
                <a:endParaRPr lang="en-MY" sz="2000"/>
              </a:p>
              <a:p>
                <a:pPr algn="just"/>
                <a:r>
                  <a:rPr lang="en-MY" sz="2000"/>
                  <a:t>The produced ciphertext is: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sz="20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𝟏𝟖</m:t>
                              </m:r>
                            </m:e>
                          </m:mr>
                        </m:m>
                      </m:e>
                    </m:d>
                    <m:r>
                      <a:rPr lang="en-MY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MY" sz="2000" b="1" i="1">
                                <a:solidFill>
                                  <a:srgbClr val="FF0000">
                                    <a:alpha val="7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MY" sz="2000" b="1" i="1" smtClean="0">
                                  <a:solidFill>
                                    <a:srgbClr val="FF0000">
                                      <a:alpha val="7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solidFill>
                                    <a:srgbClr val="FF0000">
                                      <a:alpha val="7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solidFill>
                                    <a:srgbClr val="FF0000">
                                      <a:alpha val="7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6554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200" b="1">
                <a:solidFill>
                  <a:srgbClr val="C00000"/>
                </a:solidFill>
              </a:rPr>
              <a:t>Polyalphabetic</a:t>
            </a:r>
            <a:r>
              <a:rPr lang="en-MY" sz="3200"/>
              <a:t> Substitution – </a:t>
            </a:r>
            <a:r>
              <a:rPr lang="en-MY" sz="3200" b="1">
                <a:solidFill>
                  <a:srgbClr val="0000FF"/>
                </a:solidFill>
              </a:rPr>
              <a:t>Hill Cipher (</a:t>
            </a:r>
            <a:r>
              <a:rPr lang="en-MY" sz="3200">
                <a:solidFill>
                  <a:srgbClr val="FF0000"/>
                </a:solidFill>
              </a:rPr>
              <a:t>Optional</a:t>
            </a:r>
            <a:r>
              <a:rPr lang="en-MY" sz="3200" b="1">
                <a:solidFill>
                  <a:srgbClr val="0000FF"/>
                </a:solidFill>
              </a:rPr>
              <a:t>)</a:t>
            </a:r>
            <a:endParaRPr lang="en-MY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/>
                  <a:t>To perform decryption, one needs to find the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inverse key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p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MY" sz="2000" b="1" i="0" smtClean="0">
                            <a:solidFill>
                              <a:srgbClr val="FF0000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MY" sz="2000"/>
                  <a:t>, and compute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000"/>
              </a:p>
              <a:p>
                <a:pPr marL="2286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MY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0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p>
                          <m:r>
                            <a:rPr lang="en-MY" sz="20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MY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MY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MY" sz="2000" b="0" i="0" smtClean="0">
                              <a:latin typeface="Cambria Math" panose="02040503050406030204" pitchFamily="18" charset="0"/>
                            </a:rPr>
                            <m:t> 26</m:t>
                          </m:r>
                        </m:e>
                      </m:d>
                    </m:oMath>
                  </m:oMathPara>
                </a14:m>
                <a:endParaRPr lang="en-MY" sz="2000" b="1"/>
              </a:p>
              <a:p>
                <a:pPr algn="just"/>
                <a:r>
                  <a:rPr lang="en-MY" sz="2000"/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p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MY" sz="20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MY" sz="2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MY" sz="2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MY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/>
                <a:endParaRPr lang="en-MY" sz="2000"/>
              </a:p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Note:</a:t>
                </a:r>
                <a:r>
                  <a:rPr lang="en-MY" sz="2000"/>
                  <a:t> We may not have enough time to simulate the Hill cipher in the lecture class, but we will do it during the </a:t>
                </a:r>
                <a:r>
                  <a:rPr lang="en-MY" sz="2000" b="1"/>
                  <a:t>tutorial sessions</a:t>
                </a:r>
                <a:r>
                  <a:rPr lang="en-MY" sz="2000"/>
                  <a:t>, as it requires some time to compute the matrix and multiplicative inverses (if you are not familiar or forgotten about matrices).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5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0124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4000" b="1">
                <a:solidFill>
                  <a:srgbClr val="FF0000"/>
                </a:solidFill>
              </a:rPr>
              <a:t>Security</a:t>
            </a:r>
            <a:r>
              <a:rPr lang="en-MY" sz="4000" b="1">
                <a:solidFill>
                  <a:srgbClr val="C00000"/>
                </a:solidFill>
              </a:rPr>
              <a:t> </a:t>
            </a:r>
            <a:r>
              <a:rPr lang="en-MY" sz="4000"/>
              <a:t>on </a:t>
            </a:r>
            <a:r>
              <a:rPr lang="en-MY" sz="4000" b="1">
                <a:solidFill>
                  <a:srgbClr val="0000FF"/>
                </a:solidFill>
              </a:rPr>
              <a:t>Hill Cipher (</a:t>
            </a:r>
            <a:r>
              <a:rPr lang="en-MY" sz="4000">
                <a:solidFill>
                  <a:srgbClr val="FF0000"/>
                </a:solidFill>
              </a:rPr>
              <a:t>Optional</a:t>
            </a:r>
            <a:r>
              <a:rPr lang="en-MY" sz="4000" b="1">
                <a:solidFill>
                  <a:srgbClr val="0000FF"/>
                </a:solidFill>
              </a:rPr>
              <a:t>)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000" b="1"/>
              <a:t>Advantage</a:t>
            </a:r>
            <a:r>
              <a:rPr lang="en-MY" sz="20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Hill cipher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hides the single-letter frequency information</a:t>
            </a:r>
            <a:r>
              <a:rPr lang="en-MY" sz="2000"/>
              <a:t>, therefore survive the frequency analysis.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larger dimension of key matrix provide higher security level.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sz="2000" b="1"/>
              <a:t>Disadvantage</a:t>
            </a:r>
            <a:r>
              <a:rPr lang="en-MY" sz="200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It is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computational more costly </a:t>
            </a:r>
            <a:r>
              <a:rPr lang="en-MY" sz="2000"/>
              <a:t>since larger dimension of key matrices requires more computational power.</a:t>
            </a:r>
          </a:p>
        </p:txBody>
      </p:sp>
    </p:spTree>
    <p:extLst>
      <p:ext uri="{BB962C8B-B14F-4D97-AF65-F5344CB8AC3E}">
        <p14:creationId xmlns:p14="http://schemas.microsoft.com/office/powerpoint/2010/main" val="12278044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TRANSPOSITION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34438792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/>
              <a:t>Transposition Ciphers - </a:t>
            </a:r>
            <a:r>
              <a:rPr lang="en-MY" sz="4800" b="1">
                <a:solidFill>
                  <a:srgbClr val="0000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Transposition ciphers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does not </a:t>
            </a:r>
            <a:r>
              <a:rPr lang="en-MY" sz="2000"/>
              <a:t>substitute one symbol for another, instead it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changes the location (or position)</a:t>
            </a:r>
            <a:r>
              <a:rPr lang="en-MY" sz="2000"/>
              <a:t> of the symbols.</a:t>
            </a:r>
          </a:p>
          <a:p>
            <a:pPr algn="just"/>
            <a:r>
              <a:rPr lang="en-MY" sz="2000"/>
              <a:t>In other words, transposition ciphers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REORDER (or permute)</a:t>
            </a:r>
            <a:r>
              <a:rPr lang="en-MY" sz="2000"/>
              <a:t> the symbols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without changing</a:t>
            </a:r>
            <a:r>
              <a:rPr lang="en-MY" sz="2000"/>
              <a:t> its actual (original) symbols.</a:t>
            </a:r>
          </a:p>
          <a:p>
            <a:pPr algn="just"/>
            <a:r>
              <a:rPr lang="en-MY" sz="2000"/>
              <a:t>Transposition ciphers can be further divided into </a:t>
            </a:r>
            <a:r>
              <a:rPr lang="en-MY" sz="2000" b="1"/>
              <a:t>two categories</a:t>
            </a:r>
            <a:r>
              <a:rPr lang="en-MY" sz="2000"/>
              <a:t>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Keyless</a:t>
            </a:r>
            <a:r>
              <a:rPr lang="en-MY" sz="2000" b="1"/>
              <a:t> Transposition cipher</a:t>
            </a:r>
            <a:r>
              <a:rPr lang="en-MY" sz="2000"/>
              <a:t>.</a:t>
            </a:r>
            <a:endParaRPr lang="en-MY" sz="2000" b="1"/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Keyed</a:t>
            </a:r>
            <a:r>
              <a:rPr lang="en-MY" sz="2000" b="1"/>
              <a:t> Transposition cipher</a:t>
            </a:r>
            <a:r>
              <a:rPr lang="en-MY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06006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KEYLESS</a:t>
            </a:r>
            <a:br>
              <a:rPr lang="en-MY" b="1"/>
            </a:br>
            <a:r>
              <a:rPr lang="en-MY" b="1"/>
              <a:t>TRANSPOSITION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5307738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Keyless</a:t>
            </a:r>
            <a:r>
              <a:rPr lang="en-MY" sz="4800"/>
              <a:t> Transposition - </a:t>
            </a:r>
            <a:r>
              <a:rPr lang="en-MY" sz="4800" b="1">
                <a:solidFill>
                  <a:srgbClr val="0000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This technique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does not</a:t>
            </a:r>
            <a:r>
              <a:rPr lang="en-MY" sz="2000">
                <a:solidFill>
                  <a:srgbClr val="FF0000">
                    <a:alpha val="70000"/>
                  </a:srgbClr>
                </a:solidFill>
              </a:rPr>
              <a:t> </a:t>
            </a:r>
            <a:r>
              <a:rPr lang="en-MY" sz="2000"/>
              <a:t>required any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key</a:t>
            </a:r>
            <a:r>
              <a:rPr lang="en-MY" sz="2000"/>
              <a:t> in permuting the plaintext characters. </a:t>
            </a:r>
          </a:p>
          <a:p>
            <a:pPr algn="just"/>
            <a:r>
              <a:rPr lang="en-MY" sz="2000"/>
              <a:t>There are generally </a:t>
            </a:r>
            <a:r>
              <a:rPr lang="en-MY" sz="2000" b="1"/>
              <a:t>two approaches </a:t>
            </a:r>
            <a:r>
              <a:rPr lang="en-MY" sz="2000"/>
              <a:t>in the keyless transposition cipher: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chemeClr val="accent6">
                    <a:lumMod val="75000"/>
                    <a:alpha val="70000"/>
                  </a:schemeClr>
                </a:solidFill>
              </a:rPr>
              <a:t>plaintext</a:t>
            </a:r>
            <a:r>
              <a:rPr lang="en-MY" sz="2000"/>
              <a:t> characters are arranged </a:t>
            </a:r>
            <a:r>
              <a:rPr lang="en-MY" sz="2000" b="1">
                <a:solidFill>
                  <a:schemeClr val="accent6">
                    <a:lumMod val="75000"/>
                    <a:alpha val="70000"/>
                  </a:schemeClr>
                </a:solidFill>
              </a:rPr>
              <a:t>column-by-column</a:t>
            </a:r>
            <a:r>
              <a:rPr lang="en-MY" sz="2000"/>
              <a:t>, and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ciphertext</a:t>
            </a:r>
            <a:r>
              <a:rPr lang="en-MY" sz="2000"/>
              <a:t> is written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row-by-row</a:t>
            </a:r>
            <a:r>
              <a:rPr lang="en-MY" sz="2000"/>
              <a:t>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plaintext</a:t>
            </a:r>
            <a:r>
              <a:rPr lang="en-MY" sz="2000"/>
              <a:t> characters are arranged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row-by-row</a:t>
            </a:r>
            <a:r>
              <a:rPr lang="en-MY" sz="2000"/>
              <a:t>, and the </a:t>
            </a: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ciphertext</a:t>
            </a:r>
            <a:r>
              <a:rPr lang="en-MY" sz="2000"/>
              <a:t> is written </a:t>
            </a: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column-by-column</a:t>
            </a:r>
            <a:r>
              <a:rPr lang="en-MY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4567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Rail Fence cipher </a:t>
            </a:r>
            <a:r>
              <a:rPr lang="en-MY" sz="2000"/>
              <a:t>is the example of 1</a:t>
            </a:r>
            <a:r>
              <a:rPr lang="en-MY" sz="2000" baseline="30000"/>
              <a:t>st</a:t>
            </a:r>
            <a:r>
              <a:rPr lang="en-MY" sz="2000"/>
              <a:t> approach in keyless transposition cipher.</a:t>
            </a:r>
          </a:p>
          <a:p>
            <a:pPr algn="just"/>
            <a:r>
              <a:rPr lang="en-MY" sz="2000"/>
              <a:t>It arranges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plaintext into two lines as a zigzag pattern </a:t>
            </a:r>
            <a:r>
              <a:rPr lang="en-MY" sz="2000"/>
              <a:t>(column-by-column), and next the corresponding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ciphertext is read and written row-by-row</a:t>
            </a:r>
            <a:r>
              <a:rPr lang="en-MY" sz="2000"/>
              <a:t>.</a:t>
            </a:r>
          </a:p>
          <a:p>
            <a:pPr algn="just"/>
            <a:endParaRPr lang="en-MY" sz="2000"/>
          </a:p>
          <a:p>
            <a:pPr algn="just"/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12</a:t>
            </a:r>
            <a:r>
              <a:rPr lang="en-MY" sz="2000"/>
              <a:t>: Encrypt the message ‘</a:t>
            </a:r>
            <a:r>
              <a:rPr lang="en-MY" sz="2000" b="1"/>
              <a:t>meet you tonight</a:t>
            </a:r>
            <a:r>
              <a:rPr lang="en-MY" sz="2000"/>
              <a:t>’ using </a:t>
            </a:r>
            <a:r>
              <a:rPr lang="en-MY" sz="2000" b="1"/>
              <a:t>rail fence </a:t>
            </a:r>
            <a:r>
              <a:rPr lang="en-MY" sz="2000"/>
              <a:t>cipher.</a:t>
            </a:r>
          </a:p>
          <a:p>
            <a:pPr algn="just"/>
            <a:endParaRPr lang="en-MY" sz="2000"/>
          </a:p>
          <a:p>
            <a:pPr algn="just"/>
            <a:endParaRPr lang="en-MY" sz="2000"/>
          </a:p>
          <a:p>
            <a:pPr algn="just"/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Solution</a:t>
            </a:r>
            <a:r>
              <a:rPr lang="en-MY" sz="2000"/>
              <a:t>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/>
              <a:t>The produced ciphertext is: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MEYU OIHE TOTN GT</a:t>
            </a:r>
            <a:r>
              <a:rPr lang="en-MY" sz="2000"/>
              <a:t>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7C5186-07FE-7CA5-F5D2-38AE88BB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97612"/>
              </p:ext>
            </p:extLst>
          </p:nvPr>
        </p:nvGraphicFramePr>
        <p:xfrm>
          <a:off x="1495418" y="4395019"/>
          <a:ext cx="9201164" cy="7895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57226">
                  <a:extLst>
                    <a:ext uri="{9D8B030D-6E8A-4147-A177-3AD203B41FA5}">
                      <a16:colId xmlns:a16="http://schemas.microsoft.com/office/drawing/2014/main" val="2499808641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2420707979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2356727128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2150173284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3718257517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3568787147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1087029737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1066352722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3935807980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808093776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3321849782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1806443015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3418717810"/>
                    </a:ext>
                  </a:extLst>
                </a:gridCol>
                <a:gridCol w="657226">
                  <a:extLst>
                    <a:ext uri="{9D8B030D-6E8A-4147-A177-3AD203B41FA5}">
                      <a16:colId xmlns:a16="http://schemas.microsoft.com/office/drawing/2014/main" val="2055495514"/>
                    </a:ext>
                  </a:extLst>
                </a:gridCol>
              </a:tblGrid>
              <a:tr h="39477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895354"/>
                  </a:ext>
                </a:extLst>
              </a:tr>
              <a:tr h="39477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072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7690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Depth (Rows): 2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Ciphertext: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TEETE TDYSO OADRH WAHRO AISHT NDY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624558"/>
              </p:ext>
            </p:extLst>
          </p:nvPr>
        </p:nvGraphicFramePr>
        <p:xfrm>
          <a:off x="587406" y="3839577"/>
          <a:ext cx="11017188" cy="10118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471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968632864"/>
                    </a:ext>
                  </a:extLst>
                </a:gridCol>
                <a:gridCol w="393471">
                  <a:extLst>
                    <a:ext uri="{9D8B030D-6E8A-4147-A177-3AD203B41FA5}">
                      <a16:colId xmlns:a16="http://schemas.microsoft.com/office/drawing/2014/main" val="40485208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8189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Depth (Rows): 3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Ciphertext: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TEEDS ODHWA HROAI SHTND YETTY OAR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630429"/>
              </p:ext>
            </p:extLst>
          </p:nvPr>
        </p:nvGraphicFramePr>
        <p:xfrm>
          <a:off x="570885" y="4316767"/>
          <a:ext cx="11014472" cy="151773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96863286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40485208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6262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Depth (Rows): 4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Ciphertext: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TTDOD HAHOA SHNDE EETYS OARWR ITY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488134"/>
              </p:ext>
            </p:extLst>
          </p:nvPr>
        </p:nvGraphicFramePr>
        <p:xfrm>
          <a:off x="570885" y="4245745"/>
          <a:ext cx="11014472" cy="20236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96863286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40485208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6894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</a:t>
            </a:r>
            <a:r>
              <a:rPr lang="en-MY" sz="4400" b="1"/>
              <a:t> </a:t>
            </a:r>
            <a:r>
              <a:rPr lang="en-MY" sz="4400"/>
              <a:t>Transposition Cipher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Consider the same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Example 12</a:t>
            </a:r>
            <a:r>
              <a:rPr lang="en-MY" sz="2000"/>
              <a:t>, we now encrypt this message using the 2</a:t>
            </a:r>
            <a:r>
              <a:rPr lang="en-MY" sz="2000" baseline="30000"/>
              <a:t>nd</a:t>
            </a:r>
            <a:r>
              <a:rPr lang="en-MY" sz="2000"/>
              <a:t> approach in keyless transposition cipher (see right).</a:t>
            </a:r>
          </a:p>
          <a:p>
            <a:r>
              <a:rPr lang="en-MY" sz="2000"/>
              <a:t>Here, the plaintext message ‘</a:t>
            </a:r>
            <a:r>
              <a:rPr lang="en-MY" sz="2000" b="1"/>
              <a:t>meet you tonight</a:t>
            </a:r>
            <a:r>
              <a:rPr lang="en-MY" sz="2000"/>
              <a:t>’ is arranged </a:t>
            </a:r>
            <a:br>
              <a:rPr lang="en-MY" sz="2000"/>
            </a:br>
            <a:r>
              <a:rPr lang="en-MY" sz="2000"/>
              <a:t>row-by-row first, next the ciphertext is written column-by-</a:t>
            </a:r>
            <a:br>
              <a:rPr lang="en-MY" sz="2000"/>
            </a:br>
            <a:r>
              <a:rPr lang="en-MY" sz="2000"/>
              <a:t>column.</a:t>
            </a:r>
          </a:p>
          <a:p>
            <a:r>
              <a:rPr lang="en-MY" sz="2000"/>
              <a:t>The produced ciphertext is: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MYOH EONT EUIT TG</a:t>
            </a:r>
            <a:r>
              <a:rPr lang="en-MY" sz="2000"/>
              <a:t>.</a:t>
            </a:r>
          </a:p>
          <a:p>
            <a:endParaRPr lang="en-MY" sz="2000"/>
          </a:p>
          <a:p>
            <a:pPr algn="just"/>
            <a:r>
              <a:rPr lang="en-MY" sz="2000" b="1">
                <a:solidFill>
                  <a:srgbClr val="002060">
                    <a:alpha val="70000"/>
                  </a:srgbClr>
                </a:solidFill>
              </a:rPr>
              <a:t>Note:</a:t>
            </a:r>
            <a:r>
              <a:rPr lang="en-MY" sz="2000"/>
              <a:t> The number of columns is upon personal preferences. For a longer plaintext message, one may consider adding more columns.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B6A1CEC-24DA-3910-FBEC-D09321AC7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22673"/>
              </p:ext>
            </p:extLst>
          </p:nvPr>
        </p:nvGraphicFramePr>
        <p:xfrm>
          <a:off x="9204418" y="2639537"/>
          <a:ext cx="2309180" cy="221186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77295">
                  <a:extLst>
                    <a:ext uri="{9D8B030D-6E8A-4147-A177-3AD203B41FA5}">
                      <a16:colId xmlns:a16="http://schemas.microsoft.com/office/drawing/2014/main" val="2947598715"/>
                    </a:ext>
                  </a:extLst>
                </a:gridCol>
                <a:gridCol w="577295">
                  <a:extLst>
                    <a:ext uri="{9D8B030D-6E8A-4147-A177-3AD203B41FA5}">
                      <a16:colId xmlns:a16="http://schemas.microsoft.com/office/drawing/2014/main" val="1366997299"/>
                    </a:ext>
                  </a:extLst>
                </a:gridCol>
                <a:gridCol w="577295">
                  <a:extLst>
                    <a:ext uri="{9D8B030D-6E8A-4147-A177-3AD203B41FA5}">
                      <a16:colId xmlns:a16="http://schemas.microsoft.com/office/drawing/2014/main" val="974574334"/>
                    </a:ext>
                  </a:extLst>
                </a:gridCol>
                <a:gridCol w="577295">
                  <a:extLst>
                    <a:ext uri="{9D8B030D-6E8A-4147-A177-3AD203B41FA5}">
                      <a16:colId xmlns:a16="http://schemas.microsoft.com/office/drawing/2014/main" val="2721156661"/>
                    </a:ext>
                  </a:extLst>
                </a:gridCol>
              </a:tblGrid>
              <a:tr h="552966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88391"/>
                  </a:ext>
                </a:extLst>
              </a:tr>
              <a:tr h="552966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785838"/>
                  </a:ext>
                </a:extLst>
              </a:tr>
              <a:tr h="552966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427682"/>
                  </a:ext>
                </a:extLst>
              </a:tr>
              <a:tr h="552966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2793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</a:t>
            </a:r>
            <a:r>
              <a:rPr lang="en-MY" sz="4400" b="1"/>
              <a:t> </a:t>
            </a:r>
            <a:r>
              <a:rPr lang="en-MY" sz="4400"/>
              <a:t>Transposition Cipher </a:t>
            </a:r>
            <a:endParaRPr lang="en-MY" sz="44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Columns: 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MY" sz="2000"/>
              <a:t>Ciphertext: </a:t>
            </a:r>
            <a:br>
              <a:rPr lang="en-MY" sz="2000"/>
            </a:b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TATIOD HTOSTR EHDSAY WEAONX ERYHDZ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24809"/>
              </p:ext>
            </p:extLst>
          </p:nvPr>
        </p:nvGraphicFramePr>
        <p:xfrm>
          <a:off x="7910005" y="2532353"/>
          <a:ext cx="3284735" cy="343233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56947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</a:tblGrid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793370"/>
                  </a:ext>
                </a:extLst>
              </a:tr>
              <a:tr h="572055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627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328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</a:t>
            </a:r>
            <a:r>
              <a:rPr lang="en-MY" sz="4400" b="1"/>
              <a:t> </a:t>
            </a:r>
            <a:r>
              <a:rPr lang="en-MY" sz="4400"/>
              <a:t>Transposition Cipher </a:t>
            </a:r>
            <a:endParaRPr lang="en-MY" sz="44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Columns: 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MY" sz="2000"/>
              <a:t>Ciphertext:</a:t>
            </a:r>
            <a:br>
              <a:rPr lang="en-MY" sz="2000"/>
            </a:b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TTDOD HHAHD EEYOR WRITY ETSAX AOSNZ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293315"/>
              </p:ext>
            </p:extLst>
          </p:nvPr>
        </p:nvGraphicFramePr>
        <p:xfrm>
          <a:off x="7640712" y="2178657"/>
          <a:ext cx="3713088" cy="3570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18848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618848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618848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618848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618848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618848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</a:tblGrid>
              <a:tr h="71404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71404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71404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71404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  <a:tr h="71404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81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6919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</a:t>
            </a:r>
            <a:r>
              <a:rPr lang="en-MY" sz="4400" b="1"/>
              <a:t> </a:t>
            </a:r>
            <a:r>
              <a:rPr lang="en-MY" sz="4400"/>
              <a:t>Transposition Cipher </a:t>
            </a:r>
            <a:endParaRPr lang="en-MY" sz="44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Plaintext: </a:t>
            </a:r>
            <a:r>
              <a:rPr lang="en-MY" sz="2000" b="1"/>
              <a:t>the weather today is so hot and dry</a:t>
            </a:r>
            <a:endParaRPr lang="en-MY" sz="200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/>
              <a:t>Columns: 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MY" sz="2000"/>
              <a:t>Ciphertext:</a:t>
            </a:r>
            <a:br>
              <a:rPr lang="en-MY" sz="2000"/>
            </a:b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THYT HEIA ERSN WTSD WOOD ADHR TAOY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67265"/>
              </p:ext>
            </p:extLst>
          </p:nvPr>
        </p:nvGraphicFramePr>
        <p:xfrm>
          <a:off x="7066627" y="3082769"/>
          <a:ext cx="4572001" cy="317598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53143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</a:tblGrid>
              <a:tr h="79399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79399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79399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79399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1778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Security</a:t>
            </a:r>
            <a:r>
              <a:rPr lang="en-MY" sz="4400" b="1">
                <a:solidFill>
                  <a:srgbClr val="C00000"/>
                </a:solidFill>
              </a:rPr>
              <a:t> </a:t>
            </a:r>
            <a:r>
              <a:rPr lang="en-MY" sz="4400"/>
              <a:t>on </a:t>
            </a:r>
            <a:r>
              <a:rPr lang="en-MY" sz="4400" b="1">
                <a:solidFill>
                  <a:srgbClr val="0000FF"/>
                </a:solidFill>
              </a:rPr>
              <a:t>Keyless Transposition Cipher</a:t>
            </a:r>
            <a:endParaRPr lang="en-MY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The </a:t>
            </a:r>
            <a:r>
              <a:rPr lang="en-MY" sz="2000" b="1">
                <a:solidFill>
                  <a:srgbClr val="C00000">
                    <a:alpha val="70000"/>
                  </a:srgbClr>
                </a:solidFill>
              </a:rPr>
              <a:t>permutation</a:t>
            </a:r>
            <a:r>
              <a:rPr lang="en-MY" sz="2000"/>
              <a:t> of the keyless transposition cipher is done on the whole plaintext message to create whole ciphertext.</a:t>
            </a:r>
          </a:p>
          <a:p>
            <a:pPr algn="just"/>
            <a:r>
              <a:rPr lang="en-MY" sz="2000"/>
              <a:t>As no key is involved in the keyless transposition cipher, it is very vulnerable to many cryptanalytic attacks, especially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ciphertext-only attack</a:t>
            </a:r>
            <a:r>
              <a:rPr lang="en-MY" sz="2000"/>
              <a:t>.</a:t>
            </a:r>
          </a:p>
          <a:p>
            <a:pPr algn="just"/>
            <a:r>
              <a:rPr lang="en-MY" sz="2000"/>
              <a:t>One may even to </a:t>
            </a:r>
            <a:r>
              <a:rPr lang="en-MY" sz="2000" b="1"/>
              <a:t>able to guess</a:t>
            </a:r>
            <a:r>
              <a:rPr lang="en-MY" sz="2000"/>
              <a:t> whether keyless transposition cipher has been used based on 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ciphertext itself </a:t>
            </a:r>
            <a:r>
              <a:rPr lang="en-MY" sz="2000"/>
              <a:t>only.  (Logically do you know why?)</a:t>
            </a:r>
          </a:p>
        </p:txBody>
      </p:sp>
    </p:spTree>
    <p:extLst>
      <p:ext uri="{BB962C8B-B14F-4D97-AF65-F5344CB8AC3E}">
        <p14:creationId xmlns:p14="http://schemas.microsoft.com/office/powerpoint/2010/main" val="14106376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KEYED</a:t>
            </a:r>
            <a:br>
              <a:rPr lang="en-MY" b="1"/>
            </a:br>
            <a:r>
              <a:rPr lang="en-MY" b="1"/>
              <a:t>TRANSPOSITION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411068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In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keyed</a:t>
            </a:r>
            <a:r>
              <a:rPr lang="en-MY" sz="2000"/>
              <a:t> transposition cipher, the plaintext is split into blocks of pre-determined fixed size.</a:t>
            </a:r>
          </a:p>
          <a:p>
            <a:pPr algn="just"/>
            <a:r>
              <a:rPr lang="en-MY" sz="2000"/>
              <a:t>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permutation</a:t>
            </a:r>
            <a:r>
              <a:rPr lang="en-MY" sz="2000"/>
              <a:t> is then performed upon these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blocks of plaintext </a:t>
            </a:r>
            <a:r>
              <a:rPr lang="en-MY" sz="2000"/>
              <a:t>using a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key</a:t>
            </a:r>
            <a:r>
              <a:rPr lang="en-MY" sz="2000"/>
              <a:t>. This key determines the permutations of the plaintext characters in each block.</a:t>
            </a:r>
          </a:p>
        </p:txBody>
      </p:sp>
    </p:spTree>
    <p:extLst>
      <p:ext uri="{BB962C8B-B14F-4D97-AF65-F5344CB8AC3E}">
        <p14:creationId xmlns:p14="http://schemas.microsoft.com/office/powerpoint/2010/main" val="12217886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13</a:t>
                </a:r>
                <a:r>
                  <a:rPr lang="en-MY" sz="2000"/>
                  <a:t>: Encrypt the message ‘</a:t>
                </a:r>
                <a:r>
                  <a:rPr lang="en-MY" sz="2000" b="1"/>
                  <a:t>meet you tonight at your house</a:t>
                </a:r>
                <a:r>
                  <a:rPr lang="en-MY" sz="2000"/>
                  <a:t>’ using transposition cipher with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Since the key given consist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MY" sz="2000"/>
                  <a:t> numbers, the message is parted into 5-letter blocks.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Next, permute the message in each block using the key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506F8BF-1889-9856-C76C-EDC8604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880067"/>
              </p:ext>
            </p:extLst>
          </p:nvPr>
        </p:nvGraphicFramePr>
        <p:xfrm>
          <a:off x="778526" y="4276542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90B0E3-10A9-6F74-C41C-E6E64AFDC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64967"/>
              </p:ext>
            </p:extLst>
          </p:nvPr>
        </p:nvGraphicFramePr>
        <p:xfrm>
          <a:off x="2975378" y="4268912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40D5D28-4E68-71F2-241C-A116402E5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24333"/>
              </p:ext>
            </p:extLst>
          </p:nvPr>
        </p:nvGraphicFramePr>
        <p:xfrm>
          <a:off x="5172230" y="4268912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 err="1"/>
                        <a:t>i</a:t>
                      </a:r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C25BC339-761B-A662-DD90-0DC93B518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686661"/>
              </p:ext>
            </p:extLst>
          </p:nvPr>
        </p:nvGraphicFramePr>
        <p:xfrm>
          <a:off x="7369082" y="4268912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E1BD8F46-EB33-FA44-74AA-627B16033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072644"/>
              </p:ext>
            </p:extLst>
          </p:nvPr>
        </p:nvGraphicFramePr>
        <p:xfrm>
          <a:off x="9565934" y="4273689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281D40A0-D4CD-02C5-420F-3F8D917C2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166433"/>
              </p:ext>
            </p:extLst>
          </p:nvPr>
        </p:nvGraphicFramePr>
        <p:xfrm>
          <a:off x="778526" y="5600794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FAA343A-E66B-B679-5C33-2AD2339DF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198988"/>
              </p:ext>
            </p:extLst>
          </p:nvPr>
        </p:nvGraphicFramePr>
        <p:xfrm>
          <a:off x="2975378" y="5593164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B08B0271-0826-A4B9-08E5-1EE63ADF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590401"/>
              </p:ext>
            </p:extLst>
          </p:nvPr>
        </p:nvGraphicFramePr>
        <p:xfrm>
          <a:off x="5172230" y="5593164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2E2418FF-4D2A-1F0A-1899-BEE13BDDC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33701"/>
              </p:ext>
            </p:extLst>
          </p:nvPr>
        </p:nvGraphicFramePr>
        <p:xfrm>
          <a:off x="7369082" y="5593164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B9FC089-2919-F1A8-6AC8-96D6F859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695278"/>
              </p:ext>
            </p:extLst>
          </p:nvPr>
        </p:nvGraphicFramePr>
        <p:xfrm>
          <a:off x="9565934" y="5597941"/>
          <a:ext cx="1847540" cy="3693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508">
                  <a:extLst>
                    <a:ext uri="{9D8B030D-6E8A-4147-A177-3AD203B41FA5}">
                      <a16:colId xmlns:a16="http://schemas.microsoft.com/office/drawing/2014/main" val="77553768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434928865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4145123211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678666586"/>
                    </a:ext>
                  </a:extLst>
                </a:gridCol>
                <a:gridCol w="369508">
                  <a:extLst>
                    <a:ext uri="{9D8B030D-6E8A-4147-A177-3AD203B41FA5}">
                      <a16:colId xmlns:a16="http://schemas.microsoft.com/office/drawing/2014/main" val="300465764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6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0290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:r>
                  <a:rPr lang="en-MY" sz="2000"/>
                  <a:t>Now, the ciphertext can be written and sent as:</a:t>
                </a:r>
                <a:br>
                  <a:rPr lang="en-MY" sz="2000"/>
                </a:b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YMETE NOUOT AIGTH ATMUO EHOSU</a:t>
                </a:r>
              </a:p>
              <a:p>
                <a:pPr algn="just"/>
                <a:r>
                  <a:rPr lang="en-MY" sz="2000"/>
                  <a:t>When receiver receives the ciphertext, he will first find the inverse of the permutation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</m:oMath>
                </a14:m>
                <a:r>
                  <a:rPr lang="en-MY" sz="2000"/>
                  <a:t>, and next permute these ciphertext letter in the similar way to recover the message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r>
                  <a:rPr lang="en-MY" sz="2000"/>
                  <a:t>In this case,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inverse permutation key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7906AD7-6415-3422-C61C-E75B5E75F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39096"/>
              </p:ext>
            </p:extLst>
          </p:nvPr>
        </p:nvGraphicFramePr>
        <p:xfrm>
          <a:off x="4173492" y="4412777"/>
          <a:ext cx="3845015" cy="7984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69003">
                  <a:extLst>
                    <a:ext uri="{9D8B030D-6E8A-4147-A177-3AD203B41FA5}">
                      <a16:colId xmlns:a16="http://schemas.microsoft.com/office/drawing/2014/main" val="2070432505"/>
                    </a:ext>
                  </a:extLst>
                </a:gridCol>
                <a:gridCol w="769003">
                  <a:extLst>
                    <a:ext uri="{9D8B030D-6E8A-4147-A177-3AD203B41FA5}">
                      <a16:colId xmlns:a16="http://schemas.microsoft.com/office/drawing/2014/main" val="3130459482"/>
                    </a:ext>
                  </a:extLst>
                </a:gridCol>
                <a:gridCol w="769003">
                  <a:extLst>
                    <a:ext uri="{9D8B030D-6E8A-4147-A177-3AD203B41FA5}">
                      <a16:colId xmlns:a16="http://schemas.microsoft.com/office/drawing/2014/main" val="3929531571"/>
                    </a:ext>
                  </a:extLst>
                </a:gridCol>
                <a:gridCol w="769003">
                  <a:extLst>
                    <a:ext uri="{9D8B030D-6E8A-4147-A177-3AD203B41FA5}">
                      <a16:colId xmlns:a16="http://schemas.microsoft.com/office/drawing/2014/main" val="2419020660"/>
                    </a:ext>
                  </a:extLst>
                </a:gridCol>
                <a:gridCol w="769003">
                  <a:extLst>
                    <a:ext uri="{9D8B030D-6E8A-4147-A177-3AD203B41FA5}">
                      <a16:colId xmlns:a16="http://schemas.microsoft.com/office/drawing/2014/main" val="3089569592"/>
                    </a:ext>
                  </a:extLst>
                </a:gridCol>
              </a:tblGrid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792844"/>
                  </a:ext>
                </a:extLst>
              </a:tr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667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C1A5A3-C868-D6EA-989F-FE8FC30EA065}"/>
              </a:ext>
            </a:extLst>
          </p:cNvPr>
          <p:cNvSpPr txBox="1"/>
          <p:nvPr/>
        </p:nvSpPr>
        <p:spPr>
          <a:xfrm>
            <a:off x="2259109" y="4488819"/>
            <a:ext cx="1459054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Encryption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34ACF27-A191-EC89-B2A2-48A4FD1A1AA5}"/>
              </a:ext>
            </a:extLst>
          </p:cNvPr>
          <p:cNvSpPr/>
          <p:nvPr/>
        </p:nvSpPr>
        <p:spPr>
          <a:xfrm>
            <a:off x="3821540" y="4412776"/>
            <a:ext cx="248575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E3A0E-53EA-657B-A901-69BA25C6A377}"/>
              </a:ext>
            </a:extLst>
          </p:cNvPr>
          <p:cNvSpPr txBox="1"/>
          <p:nvPr/>
        </p:nvSpPr>
        <p:spPr>
          <a:xfrm>
            <a:off x="8421478" y="4488819"/>
            <a:ext cx="1492717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Decryption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C2E9C2B-31DD-05C1-0D53-A8CCCE02488D}"/>
              </a:ext>
            </a:extLst>
          </p:cNvPr>
          <p:cNvSpPr/>
          <p:nvPr/>
        </p:nvSpPr>
        <p:spPr>
          <a:xfrm flipV="1">
            <a:off x="8121884" y="4412777"/>
            <a:ext cx="200938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7146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14</a:t>
                </a:r>
                <a:r>
                  <a:rPr lang="en-MY" sz="2000"/>
                  <a:t>: Encrypt the message ‘</a:t>
                </a:r>
                <a:r>
                  <a:rPr lang="en-MY" sz="2000" b="1"/>
                  <a:t>meet you tonight at your house</a:t>
                </a:r>
                <a:r>
                  <a:rPr lang="en-MY" sz="2000"/>
                  <a:t>’ using transposition cipher with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6,2,5,1,3,4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  <a:p>
                <a:pPr algn="just"/>
                <a:r>
                  <a:rPr lang="en-MY" sz="2000" b="1">
                    <a:solidFill>
                      <a:srgbClr val="C0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Since the key given consist of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MY" sz="2000"/>
                  <a:t> numbers, the message is parted into 6-letter blocks.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MY" sz="2000"/>
                  <a:t>Next, permute the message in each block using the key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  <a:p>
                <a:pPr marL="914400" lvl="1" indent="-457200" algn="just">
                  <a:buFont typeface="+mj-lt"/>
                  <a:buAutoNum type="arabicPeriod"/>
                </a:pP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10AF8AFE-39AD-5360-D83D-7B5EB63D9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74706"/>
              </p:ext>
            </p:extLst>
          </p:nvPr>
        </p:nvGraphicFramePr>
        <p:xfrm>
          <a:off x="405164" y="4177810"/>
          <a:ext cx="2234460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9700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509B0A0-F53D-45E8-53BC-939FD55BA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784543"/>
              </p:ext>
            </p:extLst>
          </p:nvPr>
        </p:nvGraphicFramePr>
        <p:xfrm>
          <a:off x="2814960" y="4177810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16" name="Table 14">
            <a:extLst>
              <a:ext uri="{FF2B5EF4-FFF2-40B4-BE49-F238E27FC236}">
                <a16:creationId xmlns:a16="http://schemas.microsoft.com/office/drawing/2014/main" id="{E89208E3-D085-6984-058E-C19C1140B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78721"/>
              </p:ext>
            </p:extLst>
          </p:nvPr>
        </p:nvGraphicFramePr>
        <p:xfrm>
          <a:off x="5098987" y="4177810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17" name="Table 14">
            <a:extLst>
              <a:ext uri="{FF2B5EF4-FFF2-40B4-BE49-F238E27FC236}">
                <a16:creationId xmlns:a16="http://schemas.microsoft.com/office/drawing/2014/main" id="{E268FCB0-5679-77E3-4A52-0AEC4194B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858131"/>
              </p:ext>
            </p:extLst>
          </p:nvPr>
        </p:nvGraphicFramePr>
        <p:xfrm>
          <a:off x="7383014" y="4177810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18" name="Table 14">
            <a:extLst>
              <a:ext uri="{FF2B5EF4-FFF2-40B4-BE49-F238E27FC236}">
                <a16:creationId xmlns:a16="http://schemas.microsoft.com/office/drawing/2014/main" id="{4F74F696-5D4D-F49A-2539-4597BD4A8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75949"/>
              </p:ext>
            </p:extLst>
          </p:nvPr>
        </p:nvGraphicFramePr>
        <p:xfrm>
          <a:off x="9667041" y="4177810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19" name="Table 14">
            <a:extLst>
              <a:ext uri="{FF2B5EF4-FFF2-40B4-BE49-F238E27FC236}">
                <a16:creationId xmlns:a16="http://schemas.microsoft.com/office/drawing/2014/main" id="{663EAA28-004A-E11D-DEA4-E2640FE7C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67543"/>
              </p:ext>
            </p:extLst>
          </p:nvPr>
        </p:nvGraphicFramePr>
        <p:xfrm>
          <a:off x="405164" y="5537573"/>
          <a:ext cx="2234460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9700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72952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5FA0941-5F6B-8E70-D542-45BF4F251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655622"/>
              </p:ext>
            </p:extLst>
          </p:nvPr>
        </p:nvGraphicFramePr>
        <p:xfrm>
          <a:off x="2814960" y="5537573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21" name="Table 14">
            <a:extLst>
              <a:ext uri="{FF2B5EF4-FFF2-40B4-BE49-F238E27FC236}">
                <a16:creationId xmlns:a16="http://schemas.microsoft.com/office/drawing/2014/main" id="{48CDE2CA-9380-1A32-24FA-72376C952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22560"/>
              </p:ext>
            </p:extLst>
          </p:nvPr>
        </p:nvGraphicFramePr>
        <p:xfrm>
          <a:off x="5098987" y="5537573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DAF77860-E82A-A964-196C-F3C3AF355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217"/>
              </p:ext>
            </p:extLst>
          </p:nvPr>
        </p:nvGraphicFramePr>
        <p:xfrm>
          <a:off x="7383014" y="5537573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  <p:graphicFrame>
        <p:nvGraphicFramePr>
          <p:cNvPr id="23" name="Table 14">
            <a:extLst>
              <a:ext uri="{FF2B5EF4-FFF2-40B4-BE49-F238E27FC236}">
                <a16:creationId xmlns:a16="http://schemas.microsoft.com/office/drawing/2014/main" id="{2CC2F44D-D3F3-6746-8DC4-0F161100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27750"/>
              </p:ext>
            </p:extLst>
          </p:nvPr>
        </p:nvGraphicFramePr>
        <p:xfrm>
          <a:off x="9667041" y="5537573"/>
          <a:ext cx="2108691" cy="4166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8891">
                  <a:extLst>
                    <a:ext uri="{9D8B030D-6E8A-4147-A177-3AD203B41FA5}">
                      <a16:colId xmlns:a16="http://schemas.microsoft.com/office/drawing/2014/main" val="1886842036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83173197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4045810515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2643111961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1151713989"/>
                    </a:ext>
                  </a:extLst>
                </a:gridCol>
                <a:gridCol w="351960">
                  <a:extLst>
                    <a:ext uri="{9D8B030D-6E8A-4147-A177-3AD203B41FA5}">
                      <a16:colId xmlns:a16="http://schemas.microsoft.com/office/drawing/2014/main" val="3784863795"/>
                    </a:ext>
                  </a:extLst>
                </a:gridCol>
              </a:tblGrid>
              <a:tr h="416677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32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1756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:r>
                  <a:rPr lang="en-MY" sz="2000"/>
                  <a:t>Now, the ciphertext can be written and sent as:</a:t>
                </a:r>
                <a:br>
                  <a:rPr lang="en-MY" sz="2000"/>
                </a:br>
                <a:r>
                  <a:rPr lang="en-MY" sz="2000" b="1">
                    <a:solidFill>
                      <a:srgbClr val="FF0000"/>
                    </a:solidFill>
                  </a:rPr>
                  <a:t>OEYMET GTIUON OTYHAT SRUUHO XXZEZX</a:t>
                </a:r>
              </a:p>
              <a:p>
                <a:pPr algn="just"/>
                <a:r>
                  <a:rPr lang="en-MY" sz="2000"/>
                  <a:t>When receiver receives the ciphertext, he will first find the inverse of the permutation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6,2,5,1,3,4</m:t>
                        </m:r>
                      </m:e>
                    </m:d>
                  </m:oMath>
                </a14:m>
                <a:r>
                  <a:rPr lang="en-MY" sz="2000"/>
                  <a:t>, and next permute these ciphertext letter in the similar way to recover the message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r>
                  <a:rPr lang="en-MY" sz="2000"/>
                  <a:t>In this case,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inverse permutation key is </a:t>
                </a: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CC1A5A3-C868-D6EA-989F-FE8FC30EA065}"/>
              </a:ext>
            </a:extLst>
          </p:cNvPr>
          <p:cNvSpPr txBox="1"/>
          <p:nvPr/>
        </p:nvSpPr>
        <p:spPr>
          <a:xfrm>
            <a:off x="1810467" y="4432271"/>
            <a:ext cx="1459054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Encryption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34ACF27-A191-EC89-B2A2-48A4FD1A1AA5}"/>
              </a:ext>
            </a:extLst>
          </p:cNvPr>
          <p:cNvSpPr/>
          <p:nvPr/>
        </p:nvSpPr>
        <p:spPr>
          <a:xfrm>
            <a:off x="3368779" y="4359510"/>
            <a:ext cx="248575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E3A0E-53EA-657B-A901-69BA25C6A377}"/>
              </a:ext>
            </a:extLst>
          </p:cNvPr>
          <p:cNvSpPr txBox="1"/>
          <p:nvPr/>
        </p:nvSpPr>
        <p:spPr>
          <a:xfrm>
            <a:off x="9094152" y="4432271"/>
            <a:ext cx="1492717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Decryption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C2E9C2B-31DD-05C1-0D53-A8CCCE02488D}"/>
              </a:ext>
            </a:extLst>
          </p:cNvPr>
          <p:cNvSpPr/>
          <p:nvPr/>
        </p:nvSpPr>
        <p:spPr>
          <a:xfrm flipV="1">
            <a:off x="8805544" y="4359510"/>
            <a:ext cx="200938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56602AB-A80A-17D5-702E-C69C8075F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895036"/>
              </p:ext>
            </p:extLst>
          </p:nvPr>
        </p:nvGraphicFramePr>
        <p:xfrm>
          <a:off x="3705024" y="4359510"/>
          <a:ext cx="5012850" cy="7984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5475">
                  <a:extLst>
                    <a:ext uri="{9D8B030D-6E8A-4147-A177-3AD203B41FA5}">
                      <a16:colId xmlns:a16="http://schemas.microsoft.com/office/drawing/2014/main" val="2220322306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3892622681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4025086895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099051886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4181217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527005586"/>
                    </a:ext>
                  </a:extLst>
                </a:gridCol>
              </a:tblGrid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78540"/>
                  </a:ext>
                </a:extLst>
              </a:tr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47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7048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>
                <a:solidFill>
                  <a:srgbClr val="C00000"/>
                </a:solidFill>
              </a:rPr>
              <a:t>Keyed</a:t>
            </a:r>
            <a:r>
              <a:rPr lang="en-MY" sz="4800" b="1"/>
              <a:t> </a:t>
            </a:r>
            <a:r>
              <a:rPr lang="en-MY" sz="4800"/>
              <a:t>Transposition Ciphers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71550" lvl="1" indent="-514350">
                  <a:buFont typeface="+mj-lt"/>
                  <a:buAutoNum type="arabicPeriod" startAt="3"/>
                </a:pPr>
                <a:r>
                  <a:rPr lang="en-MY" sz="2000"/>
                  <a:t>Now, the ciphertext can be written and sent as:</a:t>
                </a:r>
                <a:br>
                  <a:rPr lang="en-MY" sz="2000"/>
                </a:br>
                <a:r>
                  <a:rPr lang="en-MY" sz="2000" b="1">
                    <a:solidFill>
                      <a:srgbClr val="FF0000"/>
                    </a:solidFill>
                  </a:rPr>
                  <a:t>OEYMET GTIUON OTYHAT SRUUHO XXZEZX</a:t>
                </a:r>
              </a:p>
              <a:p>
                <a:pPr algn="just"/>
                <a:r>
                  <a:rPr lang="en-MY" sz="2000"/>
                  <a:t>When receiver receives the ciphertext, he will first find the inverse of the permutation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6,2,5,1,3,4</m:t>
                        </m:r>
                      </m:e>
                    </m:d>
                  </m:oMath>
                </a14:m>
                <a:r>
                  <a:rPr lang="en-MY" sz="2000"/>
                  <a:t>, and next permute these ciphertext letter in the similar way to recover the message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r>
                  <a:rPr lang="en-MY" sz="2000"/>
                  <a:t>In this case, the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inverse permutation key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000" b="1" i="1" smtClean="0">
                            <a:solidFill>
                              <a:srgbClr val="0000FF">
                                <a:alpha val="7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MY" sz="200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CC1A5A3-C868-D6EA-989F-FE8FC30EA065}"/>
              </a:ext>
            </a:extLst>
          </p:cNvPr>
          <p:cNvSpPr txBox="1"/>
          <p:nvPr/>
        </p:nvSpPr>
        <p:spPr>
          <a:xfrm>
            <a:off x="1810467" y="4432271"/>
            <a:ext cx="1459054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Encryption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34ACF27-A191-EC89-B2A2-48A4FD1A1AA5}"/>
              </a:ext>
            </a:extLst>
          </p:cNvPr>
          <p:cNvSpPr/>
          <p:nvPr/>
        </p:nvSpPr>
        <p:spPr>
          <a:xfrm>
            <a:off x="3368779" y="4359510"/>
            <a:ext cx="248575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E3A0E-53EA-657B-A901-69BA25C6A377}"/>
              </a:ext>
            </a:extLst>
          </p:cNvPr>
          <p:cNvSpPr txBox="1"/>
          <p:nvPr/>
        </p:nvSpPr>
        <p:spPr>
          <a:xfrm>
            <a:off x="9094152" y="4432271"/>
            <a:ext cx="1492717" cy="646331"/>
          </a:xfrm>
          <a:prstGeom prst="rect">
            <a:avLst/>
          </a:prstGeom>
          <a:solidFill>
            <a:srgbClr val="FFE48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MY" b="1"/>
              <a:t>Decryption </a:t>
            </a:r>
          </a:p>
          <a:p>
            <a:pPr algn="ctr"/>
            <a:r>
              <a:rPr lang="en-MY" b="1"/>
              <a:t>Order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C2E9C2B-31DD-05C1-0D53-A8CCCE02488D}"/>
              </a:ext>
            </a:extLst>
          </p:cNvPr>
          <p:cNvSpPr/>
          <p:nvPr/>
        </p:nvSpPr>
        <p:spPr>
          <a:xfrm flipV="1">
            <a:off x="8805544" y="4359510"/>
            <a:ext cx="200938" cy="7984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56602AB-A80A-17D5-702E-C69C8075FE9B}"/>
              </a:ext>
            </a:extLst>
          </p:cNvPr>
          <p:cNvGraphicFramePr>
            <a:graphicFrameLocks noGrp="1"/>
          </p:cNvGraphicFramePr>
          <p:nvPr/>
        </p:nvGraphicFramePr>
        <p:xfrm>
          <a:off x="3705024" y="4359510"/>
          <a:ext cx="5012850" cy="79841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5475">
                  <a:extLst>
                    <a:ext uri="{9D8B030D-6E8A-4147-A177-3AD203B41FA5}">
                      <a16:colId xmlns:a16="http://schemas.microsoft.com/office/drawing/2014/main" val="2220322306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3892622681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4025086895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099051886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4181217"/>
                    </a:ext>
                  </a:extLst>
                </a:gridCol>
                <a:gridCol w="835475">
                  <a:extLst>
                    <a:ext uri="{9D8B030D-6E8A-4147-A177-3AD203B41FA5}">
                      <a16:colId xmlns:a16="http://schemas.microsoft.com/office/drawing/2014/main" val="1527005586"/>
                    </a:ext>
                  </a:extLst>
                </a:gridCol>
              </a:tblGrid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78540"/>
                  </a:ext>
                </a:extLst>
              </a:tr>
              <a:tr h="399208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47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4541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 dirty="0"/>
              <a:t>KEYLESS + KEYED </a:t>
            </a:r>
            <a:br>
              <a:rPr lang="en-MY" b="1" dirty="0"/>
            </a:br>
            <a:r>
              <a:rPr lang="en-MY" b="1" dirty="0"/>
              <a:t>TRANSPOSITION</a:t>
            </a:r>
            <a:br>
              <a:rPr lang="en-MY" b="1" dirty="0"/>
            </a:br>
            <a:r>
              <a:rPr lang="en-MY" b="1" dirty="0"/>
              <a:t>CIPHERS</a:t>
            </a:r>
            <a:br>
              <a:rPr lang="en-MY" b="1" dirty="0"/>
            </a:br>
            <a:r>
              <a:rPr lang="en-MY" b="1" dirty="0"/>
              <a:t>(</a:t>
            </a:r>
            <a:r>
              <a:rPr lang="en-MY" b="1" dirty="0">
                <a:solidFill>
                  <a:srgbClr val="FF0000"/>
                </a:solidFill>
              </a:rPr>
              <a:t>Columnar</a:t>
            </a:r>
            <a:r>
              <a:rPr lang="en-MY" b="1" dirty="0"/>
              <a:t> Transposition Ciphers)</a:t>
            </a:r>
          </a:p>
        </p:txBody>
      </p:sp>
    </p:spTree>
    <p:extLst>
      <p:ext uri="{BB962C8B-B14F-4D97-AF65-F5344CB8AC3E}">
        <p14:creationId xmlns:p14="http://schemas.microsoft.com/office/powerpoint/2010/main" val="320401188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040"/>
            <a:ext cx="10515600" cy="3998306"/>
          </a:xfrm>
        </p:spPr>
        <p:txBody>
          <a:bodyPr>
            <a:normAutofit/>
          </a:bodyPr>
          <a:lstStyle/>
          <a:p>
            <a:pPr algn="just"/>
            <a:r>
              <a:rPr lang="en-MY" sz="2000"/>
              <a:t>To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increase the security </a:t>
            </a:r>
            <a:r>
              <a:rPr lang="en-MY" sz="2000" b="1"/>
              <a:t>of the transposition cipher</a:t>
            </a:r>
            <a:r>
              <a:rPr lang="en-MY" sz="2000"/>
              <a:t>, both keyless and keyed approaches are used instead of one.</a:t>
            </a:r>
          </a:p>
          <a:p>
            <a:pPr algn="just"/>
            <a:r>
              <a:rPr lang="en-MY" sz="2000"/>
              <a:t>The </a:t>
            </a:r>
            <a:r>
              <a:rPr lang="en-MY" sz="2000" b="1"/>
              <a:t>encryption process </a:t>
            </a:r>
            <a:r>
              <a:rPr lang="en-MY" sz="2000"/>
              <a:t>is done in </a:t>
            </a:r>
            <a:r>
              <a:rPr lang="en-MY" sz="2000" b="1"/>
              <a:t>three (3) steps</a:t>
            </a:r>
            <a:r>
              <a:rPr lang="en-MY" sz="2000"/>
              <a:t>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plaintext</a:t>
            </a:r>
            <a:r>
              <a:rPr lang="en-MY" sz="2000"/>
              <a:t> is written into a table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row-by-row</a:t>
            </a:r>
            <a:r>
              <a:rPr lang="en-MY" sz="2000"/>
              <a:t>. The </a:t>
            </a:r>
            <a:r>
              <a:rPr lang="en-MY" sz="2000" b="1">
                <a:solidFill>
                  <a:schemeClr val="accent6">
                    <a:lumMod val="75000"/>
                    <a:alpha val="70000"/>
                  </a:schemeClr>
                </a:solidFill>
              </a:rPr>
              <a:t>number of columns </a:t>
            </a:r>
            <a:r>
              <a:rPr lang="en-MY" sz="2000"/>
              <a:t>is dependent on the </a:t>
            </a:r>
            <a:r>
              <a:rPr lang="en-MY" sz="2000" b="1">
                <a:solidFill>
                  <a:schemeClr val="accent6">
                    <a:lumMod val="75000"/>
                    <a:alpha val="70000"/>
                  </a:schemeClr>
                </a:solidFill>
              </a:rPr>
              <a:t>permutation key</a:t>
            </a:r>
            <a:r>
              <a:rPr lang="en-MY" sz="2000">
                <a:solidFill>
                  <a:schemeClr val="accent6">
                    <a:lumMod val="75000"/>
                    <a:alpha val="70000"/>
                  </a:schemeClr>
                </a:solidFill>
              </a:rPr>
              <a:t> </a:t>
            </a:r>
            <a:r>
              <a:rPr lang="en-MY" sz="2000"/>
              <a:t>used. If there is any remaining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blank entry </a:t>
            </a:r>
            <a:r>
              <a:rPr lang="en-MY" sz="2000"/>
              <a:t>in the table, </a:t>
            </a:r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pad it with some random letters </a:t>
            </a:r>
            <a:r>
              <a:rPr lang="en-MY" sz="2000"/>
              <a:t>(usually ‘</a:t>
            </a:r>
            <a:r>
              <a:rPr lang="en-MY" sz="2000" b="1"/>
              <a:t>x</a:t>
            </a:r>
            <a:r>
              <a:rPr lang="en-MY" sz="2000"/>
              <a:t>’ or ‘</a:t>
            </a:r>
            <a:r>
              <a:rPr lang="en-MY" sz="2000" b="1"/>
              <a:t>z</a:t>
            </a:r>
            <a:r>
              <a:rPr lang="en-MY" sz="2000"/>
              <a:t>’). 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Permutation</a:t>
            </a:r>
            <a:r>
              <a:rPr lang="en-MY" sz="2000"/>
              <a:t> is done by reordering the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columns</a:t>
            </a:r>
            <a:r>
              <a:rPr lang="en-MY" sz="2000"/>
              <a:t>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/>
              <a:t>The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permuted ciphertext</a:t>
            </a:r>
            <a:r>
              <a:rPr lang="en-MY" sz="2000"/>
              <a:t> table is read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column-by-column</a:t>
            </a:r>
            <a:r>
              <a:rPr lang="en-MY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56108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15</a:t>
                </a:r>
                <a:r>
                  <a:rPr lang="en-MY" sz="2000"/>
                  <a:t>: Using the same plaintext ‘</a:t>
                </a:r>
                <a:r>
                  <a:rPr lang="en-MY" sz="2000" b="1"/>
                  <a:t>meet you tonight at your house</a:t>
                </a:r>
                <a:r>
                  <a:rPr lang="en-MY" sz="2000"/>
                  <a:t>’ and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000"/>
                  <a:t>in </a:t>
                </a:r>
                <a:r>
                  <a:rPr lang="en-MY" sz="2000" b="1">
                    <a:solidFill>
                      <a:srgbClr val="0000FF">
                        <a:alpha val="70000"/>
                      </a:srgbClr>
                    </a:solidFill>
                  </a:rPr>
                  <a:t>Example 13</a:t>
                </a:r>
                <a:r>
                  <a:rPr lang="en-MY" sz="2000"/>
                  <a:t>. Perform the </a:t>
                </a:r>
                <a:r>
                  <a:rPr lang="en-MY" sz="2000" b="1">
                    <a:solidFill>
                      <a:srgbClr val="006400">
                        <a:alpha val="70000"/>
                      </a:srgbClr>
                    </a:solidFill>
                  </a:rPr>
                  <a:t>encryption</a:t>
                </a:r>
                <a:r>
                  <a:rPr lang="en-MY" sz="2000"/>
                  <a:t> using the combination of keyless and keyed transposition cipher. </a:t>
                </a:r>
              </a:p>
              <a:p>
                <a:pPr algn="just"/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Solution</a:t>
                </a:r>
                <a:r>
                  <a:rPr lang="en-MY" sz="2000"/>
                  <a:t>: Refer to the three steps given in the previous slides.</a:t>
                </a:r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r>
                  <a:rPr lang="en-MY" sz="2000"/>
                  <a:t>The produced ciphertext is:</a:t>
                </a:r>
                <a:br>
                  <a:rPr lang="en-MY" sz="2000"/>
                </a:b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YNARE MOITH EUGYO TOTUS ETHOU</a:t>
                </a:r>
              </a:p>
              <a:p>
                <a:pPr algn="just"/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C33CC0-2F0D-A969-0A12-9607223D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51981"/>
              </p:ext>
            </p:extLst>
          </p:nvPr>
        </p:nvGraphicFramePr>
        <p:xfrm>
          <a:off x="6442229" y="3896649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12772D-FE33-384E-79D0-B081051AD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332330"/>
              </p:ext>
            </p:extLst>
          </p:nvPr>
        </p:nvGraphicFramePr>
        <p:xfrm>
          <a:off x="9468774" y="3896649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1E33E075-6894-2934-4C06-2EE1BB101424}"/>
              </a:ext>
            </a:extLst>
          </p:cNvPr>
          <p:cNvSpPr/>
          <p:nvPr/>
        </p:nvSpPr>
        <p:spPr>
          <a:xfrm>
            <a:off x="8714050" y="4722920"/>
            <a:ext cx="685552" cy="861134"/>
          </a:xfrm>
          <a:prstGeom prst="rightArrow">
            <a:avLst/>
          </a:prstGeom>
          <a:solidFill>
            <a:srgbClr val="FFF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83264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  <a:endParaRPr lang="en-MY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 dirty="0"/>
              <a:t>To decrypt the ciphertext using this </a:t>
            </a:r>
            <a:r>
              <a:rPr lang="en-MY" sz="2000" dirty="0">
                <a:solidFill>
                  <a:srgbClr val="242A41"/>
                </a:solidFill>
              </a:rPr>
              <a:t>combined</a:t>
            </a:r>
            <a:r>
              <a:rPr lang="en-MY" sz="2000" dirty="0"/>
              <a:t> approach, we reverse the 3 steps: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dirty="0"/>
              <a:t> The </a:t>
            </a:r>
            <a:r>
              <a:rPr lang="en-MY" sz="2000" b="1" dirty="0">
                <a:solidFill>
                  <a:srgbClr val="006400">
                    <a:alpha val="70000"/>
                  </a:srgbClr>
                </a:solidFill>
              </a:rPr>
              <a:t>permuted ciphertext</a:t>
            </a:r>
            <a:r>
              <a:rPr lang="en-MY" sz="2000" dirty="0"/>
              <a:t> is written into a table </a:t>
            </a:r>
            <a:r>
              <a:rPr lang="en-MY" sz="2000" b="1" dirty="0">
                <a:solidFill>
                  <a:srgbClr val="006400">
                    <a:alpha val="70000"/>
                  </a:srgbClr>
                </a:solidFill>
              </a:rPr>
              <a:t>column-by-column</a:t>
            </a:r>
            <a:r>
              <a:rPr lang="en-MY" sz="2000" dirty="0"/>
              <a:t>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00FF">
                    <a:alpha val="70000"/>
                  </a:srgbClr>
                </a:solidFill>
              </a:rPr>
              <a:t>Permutation</a:t>
            </a:r>
            <a:r>
              <a:rPr lang="en-MY" sz="2000" dirty="0"/>
              <a:t> is </a:t>
            </a:r>
            <a:r>
              <a:rPr lang="en-MY" sz="2000" b="1" dirty="0">
                <a:solidFill>
                  <a:schemeClr val="tx1">
                    <a:alpha val="70000"/>
                  </a:schemeClr>
                </a:solidFill>
              </a:rPr>
              <a:t>inverted </a:t>
            </a:r>
            <a:r>
              <a:rPr lang="en-MY" sz="2000" dirty="0"/>
              <a:t>by reordering the </a:t>
            </a:r>
            <a:r>
              <a:rPr lang="en-MY" sz="2000" b="1" dirty="0">
                <a:solidFill>
                  <a:srgbClr val="0000FF">
                    <a:alpha val="70000"/>
                  </a:srgbClr>
                </a:solidFill>
              </a:rPr>
              <a:t>columns </a:t>
            </a:r>
            <a:r>
              <a:rPr lang="en-MY" sz="2000" dirty="0">
                <a:solidFill>
                  <a:srgbClr val="242A41">
                    <a:alpha val="70000"/>
                  </a:srgbClr>
                </a:solidFill>
              </a:rPr>
              <a:t>using the </a:t>
            </a:r>
            <a:r>
              <a:rPr lang="en-MY" sz="2000" b="1" dirty="0">
                <a:solidFill>
                  <a:schemeClr val="accent6">
                    <a:lumMod val="75000"/>
                    <a:alpha val="70000"/>
                  </a:schemeClr>
                </a:solidFill>
              </a:rPr>
              <a:t>inverted permutation key</a:t>
            </a:r>
            <a:r>
              <a:rPr lang="en-MY" sz="2000" dirty="0"/>
              <a:t>.</a:t>
            </a:r>
          </a:p>
          <a:p>
            <a:pPr marL="685800" indent="-457200" algn="just">
              <a:buFont typeface="+mj-lt"/>
              <a:buAutoNum type="arabicPeriod"/>
            </a:pPr>
            <a:r>
              <a:rPr lang="en-MY" sz="2000" dirty="0"/>
              <a:t>The 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plaintext</a:t>
            </a:r>
            <a:r>
              <a:rPr lang="en-MY" sz="2000" dirty="0"/>
              <a:t> table is read </a:t>
            </a:r>
            <a:r>
              <a:rPr lang="en-MY" sz="2000" b="1" dirty="0">
                <a:solidFill>
                  <a:srgbClr val="FF0000">
                    <a:alpha val="70000"/>
                  </a:srgbClr>
                </a:solidFill>
              </a:rPr>
              <a:t>row-by-row</a:t>
            </a:r>
            <a:r>
              <a:rPr lang="en-MY" sz="2000" dirty="0"/>
              <a:t>.</a:t>
            </a:r>
          </a:p>
          <a:p>
            <a:pPr algn="just"/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8774344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FF0000"/>
                </a:solidFill>
              </a:rPr>
              <a:t>Security</a:t>
            </a:r>
            <a:r>
              <a:rPr lang="en-MY" sz="4400" b="1">
                <a:solidFill>
                  <a:srgbClr val="C00000"/>
                </a:solidFill>
              </a:rPr>
              <a:t> </a:t>
            </a:r>
            <a:r>
              <a:rPr lang="en-MY" sz="4400"/>
              <a:t>on </a:t>
            </a:r>
            <a:r>
              <a:rPr lang="en-MY" sz="4400" b="1">
                <a:solidFill>
                  <a:srgbClr val="0000FF"/>
                </a:solidFill>
              </a:rPr>
              <a:t>Transposition Cipher</a:t>
            </a:r>
            <a:endParaRPr lang="en-MY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000"/>
              <a:t>Transposition cipher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DOES NOT </a:t>
            </a:r>
            <a:r>
              <a:rPr lang="en-MY" sz="2000"/>
              <a:t>change the letter frequency in the ciphertext, it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only REORDERS</a:t>
            </a:r>
            <a:r>
              <a:rPr lang="en-MY" sz="2000"/>
              <a:t> the letters. Hence, it is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vulnerable to frequency analysis</a:t>
            </a:r>
            <a:r>
              <a:rPr lang="en-MY" sz="2000"/>
              <a:t> (statistical attack). </a:t>
            </a:r>
          </a:p>
          <a:p>
            <a:pPr algn="just"/>
            <a:r>
              <a:rPr lang="en-MY" sz="2000"/>
              <a:t>Since the plaintext is written into a table, an attacker could guess the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key-length</a:t>
            </a:r>
            <a:r>
              <a:rPr lang="en-MY" sz="2000"/>
              <a:t> (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number of columns</a:t>
            </a:r>
            <a:r>
              <a:rPr lang="en-MY" sz="2000"/>
              <a:t>) used in the ciphertext, this leads to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brute-force attack</a:t>
            </a:r>
            <a:r>
              <a:rPr lang="en-MY" sz="2000"/>
              <a:t>. This attack is easier for a shorter-length plaintext.</a:t>
            </a:r>
          </a:p>
          <a:p>
            <a:pPr algn="just"/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Pattern attack</a:t>
            </a:r>
            <a:r>
              <a:rPr lang="en-MY" sz="2000"/>
              <a:t>: Some ciphertext may reveal some </a:t>
            </a:r>
            <a:r>
              <a:rPr lang="en-MY" sz="2000" b="1">
                <a:solidFill>
                  <a:srgbClr val="0000FF">
                    <a:alpha val="70000"/>
                  </a:srgbClr>
                </a:solidFill>
              </a:rPr>
              <a:t>repeated patterns</a:t>
            </a:r>
            <a:r>
              <a:rPr lang="en-MY" sz="2000"/>
              <a:t>, resulting attack able to </a:t>
            </a:r>
            <a:r>
              <a:rPr lang="en-MY" sz="2000" b="1">
                <a:solidFill>
                  <a:srgbClr val="FF0000">
                    <a:alpha val="70000"/>
                  </a:srgbClr>
                </a:solidFill>
              </a:rPr>
              <a:t>guess the number of columns </a:t>
            </a:r>
            <a:r>
              <a:rPr lang="en-MY" sz="2000"/>
              <a:t>used in the keyed transposition cipher.</a:t>
            </a:r>
          </a:p>
          <a:p>
            <a:pPr algn="just"/>
            <a:r>
              <a:rPr lang="en-MY" sz="2000" b="1">
                <a:solidFill>
                  <a:schemeClr val="tx1">
                    <a:alpha val="70000"/>
                  </a:schemeClr>
                </a:solidFill>
              </a:rPr>
              <a:t>Security enhancement</a:t>
            </a:r>
            <a:r>
              <a:rPr lang="en-MY" sz="2000"/>
              <a:t>: </a:t>
            </a:r>
            <a:r>
              <a:rPr lang="en-MY" sz="2000" b="1">
                <a:solidFill>
                  <a:srgbClr val="006400">
                    <a:alpha val="70000"/>
                  </a:srgbClr>
                </a:solidFill>
              </a:rPr>
              <a:t>Double</a:t>
            </a:r>
            <a:r>
              <a:rPr lang="en-MY" sz="2000"/>
              <a:t> transposition cipher. The same process is repeated for the 1</a:t>
            </a:r>
            <a:r>
              <a:rPr lang="en-MY" sz="2000" baseline="30000"/>
              <a:t>st</a:t>
            </a:r>
            <a:r>
              <a:rPr lang="en-MY" sz="2000"/>
              <a:t> output ciphertext to generate 2</a:t>
            </a:r>
            <a:r>
              <a:rPr lang="en-MY" sz="2000" baseline="30000"/>
              <a:t>nd</a:t>
            </a:r>
            <a:r>
              <a:rPr lang="en-MY" sz="2000"/>
              <a:t> ciphertext.</a:t>
            </a:r>
          </a:p>
        </p:txBody>
      </p:sp>
    </p:spTree>
    <p:extLst>
      <p:ext uri="{BB962C8B-B14F-4D97-AF65-F5344CB8AC3E}">
        <p14:creationId xmlns:p14="http://schemas.microsoft.com/office/powerpoint/2010/main" val="256671255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dirty="0"/>
                  <a:t>Using the same plaintext ‘</a:t>
                </a:r>
                <a:r>
                  <a:rPr lang="en-MY" sz="2000" b="1" dirty="0"/>
                  <a:t>meet you tonight at your house</a:t>
                </a:r>
                <a:r>
                  <a:rPr lang="en-MY" sz="2000" dirty="0"/>
                  <a:t>’ and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</m:oMath>
                </a14:m>
                <a:r>
                  <a:rPr lang="en-MY" sz="2000" dirty="0"/>
                  <a:t>. The following is the output of the FIRST encryption. </a:t>
                </a:r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marL="228600" indent="0" algn="just">
                  <a:buNone/>
                </a:pPr>
                <a:endParaRPr lang="en-MY" sz="2000" dirty="0"/>
              </a:p>
              <a:p>
                <a:pPr marL="228600" indent="0" algn="just">
                  <a:buNone/>
                </a:pPr>
                <a:r>
                  <a:rPr lang="en-MY" sz="2000" dirty="0"/>
                  <a:t>Ciphertext: </a:t>
                </a:r>
                <a:r>
                  <a:rPr lang="en-MY" sz="2000" b="1" dirty="0">
                    <a:solidFill>
                      <a:srgbClr val="FF0000">
                        <a:alpha val="70000"/>
                      </a:srgbClr>
                    </a:solidFill>
                  </a:rPr>
                  <a:t>YNARE MOITH EUGYO TOTUS ETHOU</a:t>
                </a:r>
                <a:endParaRPr lang="en-MY" sz="2000" dirty="0"/>
              </a:p>
              <a:p>
                <a:pPr algn="just"/>
                <a:endParaRPr lang="en-MY" sz="2000" dirty="0"/>
              </a:p>
              <a:p>
                <a:pPr marL="228600" indent="0" algn="just">
                  <a:buNone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 b="-22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C33CC0-2F0D-A969-0A12-9607223D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434040"/>
              </p:ext>
            </p:extLst>
          </p:nvPr>
        </p:nvGraphicFramePr>
        <p:xfrm>
          <a:off x="3528134" y="3133169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12772D-FE33-384E-79D0-B081051AD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775880"/>
              </p:ext>
            </p:extLst>
          </p:nvPr>
        </p:nvGraphicFramePr>
        <p:xfrm>
          <a:off x="6554679" y="3133169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1E33E075-6894-2934-4C06-2EE1BB101424}"/>
              </a:ext>
            </a:extLst>
          </p:cNvPr>
          <p:cNvSpPr/>
          <p:nvPr/>
        </p:nvSpPr>
        <p:spPr>
          <a:xfrm>
            <a:off x="5799955" y="3959440"/>
            <a:ext cx="685552" cy="861134"/>
          </a:xfrm>
          <a:prstGeom prst="rightArrow">
            <a:avLst/>
          </a:prstGeom>
          <a:solidFill>
            <a:srgbClr val="FFF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59660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 dirty="0"/>
                  <a:t>Now, we perform SECOND stage of Columnar Transposition Cipher, using the same permutation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</m:oMath>
                </a14:m>
                <a:endParaRPr lang="en-MY" sz="2000" dirty="0"/>
              </a:p>
              <a:p>
                <a:pPr algn="just"/>
                <a:r>
                  <a:rPr lang="en-MY" sz="2000" dirty="0"/>
                  <a:t>From 1</a:t>
                </a:r>
                <a:r>
                  <a:rPr lang="en-MY" sz="2000" baseline="30000" dirty="0"/>
                  <a:t>st</a:t>
                </a:r>
                <a:r>
                  <a:rPr lang="en-MY" sz="2000" dirty="0"/>
                  <a:t> encryption :</a:t>
                </a:r>
                <a:r>
                  <a:rPr lang="en-MY" sz="2000" b="1" dirty="0">
                    <a:solidFill>
                      <a:srgbClr val="FF0000">
                        <a:alpha val="70000"/>
                      </a:srgbClr>
                    </a:solidFill>
                  </a:rPr>
                  <a:t> YNARE MOITH EUGYO TOTUS ETHOU</a:t>
                </a:r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algn="just"/>
                <a:endParaRPr lang="en-MY" sz="2000" dirty="0"/>
              </a:p>
              <a:p>
                <a:pPr marL="228600" indent="0" algn="just">
                  <a:buNone/>
                </a:pPr>
                <a:endParaRPr lang="en-MY" sz="2000" dirty="0"/>
              </a:p>
              <a:p>
                <a:pPr marL="228600" indent="0" algn="just">
                  <a:buNone/>
                </a:pPr>
                <a:r>
                  <a:rPr lang="en-MY" sz="2000" dirty="0"/>
                  <a:t>Ciphertext: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 b="-22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C33CC0-2F0D-A969-0A12-9607223D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86981"/>
              </p:ext>
            </p:extLst>
          </p:nvPr>
        </p:nvGraphicFramePr>
        <p:xfrm>
          <a:off x="3528134" y="3485896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12772D-FE33-384E-79D0-B081051AD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02020"/>
              </p:ext>
            </p:extLst>
          </p:nvPr>
        </p:nvGraphicFramePr>
        <p:xfrm>
          <a:off x="6554679" y="3485896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1E33E075-6894-2934-4C06-2EE1BB101424}"/>
              </a:ext>
            </a:extLst>
          </p:cNvPr>
          <p:cNvSpPr/>
          <p:nvPr/>
        </p:nvSpPr>
        <p:spPr>
          <a:xfrm>
            <a:off x="5799955" y="4312167"/>
            <a:ext cx="685552" cy="861134"/>
          </a:xfrm>
          <a:prstGeom prst="rightArrow">
            <a:avLst/>
          </a:prstGeom>
          <a:solidFill>
            <a:srgbClr val="FFF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8182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>
                <a:solidFill>
                  <a:srgbClr val="C00000"/>
                </a:solidFill>
              </a:rPr>
              <a:t>Keyless </a:t>
            </a:r>
            <a:r>
              <a:rPr lang="en-MY" sz="4400" b="1">
                <a:solidFill>
                  <a:srgbClr val="0000FF"/>
                </a:solidFill>
              </a:rPr>
              <a:t>+</a:t>
            </a:r>
            <a:r>
              <a:rPr lang="en-MY" sz="4400" b="1">
                <a:solidFill>
                  <a:srgbClr val="C00000"/>
                </a:solidFill>
              </a:rPr>
              <a:t> Keyed </a:t>
            </a:r>
            <a:r>
              <a:rPr lang="en-MY" sz="4400"/>
              <a:t>Transposition Cipher</a:t>
            </a:r>
            <a:endParaRPr lang="en-MY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000"/>
                  <a:t>Now, we perform SECOND stage of Columnar Transposition Cipher, using the same permutation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5,1,2,4,3</m:t>
                        </m:r>
                      </m:e>
                    </m:d>
                  </m:oMath>
                </a14:m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algn="just"/>
                <a:endParaRPr lang="en-MY" sz="2000"/>
              </a:p>
              <a:p>
                <a:pPr marL="228600" indent="0" algn="just">
                  <a:buNone/>
                </a:pPr>
                <a:endParaRPr lang="en-MY" sz="2000"/>
              </a:p>
              <a:p>
                <a:pPr marL="228600" indent="0" algn="just">
                  <a:buNone/>
                </a:pPr>
                <a:r>
                  <a:rPr lang="en-MY" sz="2000"/>
                  <a:t>Ciphertext: </a:t>
                </a:r>
                <a:r>
                  <a:rPr lang="en-MY" sz="2000" b="1">
                    <a:solidFill>
                      <a:srgbClr val="FF0000">
                        <a:alpha val="70000"/>
                      </a:srgbClr>
                    </a:solidFill>
                  </a:rPr>
                  <a:t>EHOSU YMETE NOUOT RTYUO AIGTH</a:t>
                </a:r>
              </a:p>
              <a:p>
                <a:pPr marL="228600" indent="0" algn="just">
                  <a:buNone/>
                </a:pPr>
                <a:endParaRPr lang="en-MY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E760E-FD28-0F2B-87A3-DB38B2BD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57" r="-580" b="-22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3C33CC0-2F0D-A969-0A12-9607223DA965}"/>
              </a:ext>
            </a:extLst>
          </p:cNvPr>
          <p:cNvGraphicFramePr>
            <a:graphicFrameLocks noGrp="1"/>
          </p:cNvGraphicFramePr>
          <p:nvPr/>
        </p:nvGraphicFramePr>
        <p:xfrm>
          <a:off x="3528134" y="3221945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12772D-FE33-384E-79D0-B081051AD534}"/>
              </a:ext>
            </a:extLst>
          </p:cNvPr>
          <p:cNvGraphicFramePr>
            <a:graphicFrameLocks noGrp="1"/>
          </p:cNvGraphicFramePr>
          <p:nvPr/>
        </p:nvGraphicFramePr>
        <p:xfrm>
          <a:off x="6554679" y="3221945"/>
          <a:ext cx="2202650" cy="21945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40530">
                  <a:extLst>
                    <a:ext uri="{9D8B030D-6E8A-4147-A177-3AD203B41FA5}">
                      <a16:colId xmlns:a16="http://schemas.microsoft.com/office/drawing/2014/main" val="115894066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75226337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2475498550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302981942"/>
                    </a:ext>
                  </a:extLst>
                </a:gridCol>
                <a:gridCol w="440530">
                  <a:extLst>
                    <a:ext uri="{9D8B030D-6E8A-4147-A177-3AD203B41FA5}">
                      <a16:colId xmlns:a16="http://schemas.microsoft.com/office/drawing/2014/main" val="933761503"/>
                    </a:ext>
                  </a:extLst>
                </a:gridCol>
              </a:tblGrid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01327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26056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err="1"/>
                        <a:t>i</a:t>
                      </a:r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329864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137165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8378"/>
                  </a:ext>
                </a:extLst>
              </a:tr>
              <a:tr h="281180"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/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68326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1E33E075-6894-2934-4C06-2EE1BB101424}"/>
              </a:ext>
            </a:extLst>
          </p:cNvPr>
          <p:cNvSpPr/>
          <p:nvPr/>
        </p:nvSpPr>
        <p:spPr>
          <a:xfrm>
            <a:off x="5799955" y="4048216"/>
            <a:ext cx="685552" cy="861134"/>
          </a:xfrm>
          <a:prstGeom prst="rightArrow">
            <a:avLst/>
          </a:prstGeom>
          <a:solidFill>
            <a:srgbClr val="FFF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920060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PRODUCT</a:t>
            </a:r>
            <a:br>
              <a:rPr lang="en-MY" b="1"/>
            </a:br>
            <a:r>
              <a:rPr lang="en-MY" b="1"/>
              <a:t>CIPHERS</a:t>
            </a:r>
          </a:p>
        </p:txBody>
      </p:sp>
    </p:spTree>
    <p:extLst>
      <p:ext uri="{BB962C8B-B14F-4D97-AF65-F5344CB8AC3E}">
        <p14:creationId xmlns:p14="http://schemas.microsoft.com/office/powerpoint/2010/main" val="15726244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/>
              <a:t>Product Cipher -</a:t>
            </a:r>
            <a:r>
              <a:rPr lang="en-MY" sz="4800" b="1"/>
              <a:t> </a:t>
            </a:r>
            <a:r>
              <a:rPr lang="en-MY" sz="4800" b="1">
                <a:solidFill>
                  <a:srgbClr val="0000FF"/>
                </a:solidFill>
              </a:rPr>
              <a:t>Overview</a:t>
            </a:r>
            <a:endParaRPr lang="en-MY" sz="480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GB" sz="2000"/>
              <a:t>Ciphers using substitutions </a:t>
            </a: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or</a:t>
            </a:r>
            <a:r>
              <a:rPr lang="en-GB" sz="2000"/>
              <a:t> transpositions are not secure because of language characteristics.</a:t>
            </a:r>
          </a:p>
          <a:p>
            <a:pPr algn="just" eaLnBrk="1" hangingPunct="1">
              <a:lnSpc>
                <a:spcPct val="90000"/>
              </a:lnSpc>
              <a:buNone/>
            </a:pPr>
            <a:endParaRPr lang="en-GB" sz="2000"/>
          </a:p>
          <a:p>
            <a:pPr algn="just" eaLnBrk="1" hangingPunct="1">
              <a:lnSpc>
                <a:spcPct val="90000"/>
              </a:lnSpc>
            </a:pPr>
            <a:r>
              <a:rPr lang="en-GB" sz="2000"/>
              <a:t>Hence, </a:t>
            </a:r>
            <a:r>
              <a:rPr lang="en-GB" sz="2000" b="1">
                <a:solidFill>
                  <a:srgbClr val="FF0000">
                    <a:alpha val="70000"/>
                  </a:srgbClr>
                </a:solidFill>
              </a:rPr>
              <a:t>product cipher </a:t>
            </a:r>
            <a:r>
              <a:rPr lang="en-GB" sz="2000"/>
              <a:t>uses several ciphers in succession or combination to make the ciphertext harder to cryptanalyze. </a:t>
            </a:r>
          </a:p>
          <a:p>
            <a:pPr algn="just" eaLnBrk="1" hangingPunct="1">
              <a:lnSpc>
                <a:spcPct val="90000"/>
              </a:lnSpc>
            </a:pPr>
            <a:endParaRPr lang="en-GB" sz="2000"/>
          </a:p>
          <a:p>
            <a:pPr algn="just" eaLnBrk="1" hangingPunct="1">
              <a:lnSpc>
                <a:spcPct val="90000"/>
              </a:lnSpc>
            </a:pPr>
            <a:r>
              <a:rPr lang="en-GB" sz="2000" b="1">
                <a:solidFill>
                  <a:srgbClr val="0000FF">
                    <a:alpha val="70000"/>
                  </a:srgbClr>
                </a:solidFill>
              </a:rPr>
              <a:t>Examples</a:t>
            </a:r>
            <a:r>
              <a:rPr lang="en-GB" sz="2000"/>
              <a:t>:</a:t>
            </a:r>
          </a:p>
          <a:p>
            <a:pPr marL="914400" lvl="1" indent="-457200" algn="just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GB" sz="2000"/>
              <a:t>Two substitutions make a more complex substitution.</a:t>
            </a:r>
          </a:p>
          <a:p>
            <a:pPr marL="914400" lvl="1" indent="-457200" algn="just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GB" sz="2000"/>
              <a:t>Two transpositions make a more complex transposition.</a:t>
            </a:r>
          </a:p>
          <a:p>
            <a:pPr marL="914400" lvl="1" indent="-457200" algn="just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GB" sz="2000"/>
              <a:t>A substitution followed by a transposition makes a new much secure cipher.</a:t>
            </a:r>
          </a:p>
          <a:p>
            <a:pPr marL="742950" indent="-514350" algn="just">
              <a:buFont typeface="+mj-lt"/>
              <a:buAutoNum type="arabicPeriod"/>
            </a:pPr>
            <a:endParaRPr lang="en-MY" sz="2000"/>
          </a:p>
        </p:txBody>
      </p:sp>
    </p:spTree>
    <p:extLst>
      <p:ext uri="{BB962C8B-B14F-4D97-AF65-F5344CB8AC3E}">
        <p14:creationId xmlns:p14="http://schemas.microsoft.com/office/powerpoint/2010/main" val="28107212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Main References for Chapter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60E-FD28-0F2B-87A3-DB38B2BD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err="1">
                <a:ea typeface="Gulim" pitchFamily="34" charset="-127"/>
              </a:rPr>
              <a:t>Forouzan</a:t>
            </a:r>
            <a:r>
              <a:rPr lang="en-US" altLang="ko-KR" sz="2000">
                <a:ea typeface="Gulim" pitchFamily="34" charset="-127"/>
              </a:rPr>
              <a:t>, B.A. </a:t>
            </a:r>
            <a:r>
              <a:rPr lang="en-US" sz="2000"/>
              <a:t>“</a:t>
            </a:r>
            <a:r>
              <a:rPr lang="en-US" sz="2000" b="1" i="1"/>
              <a:t>Introduction to Cryptography and Network Security</a:t>
            </a:r>
            <a:r>
              <a:rPr lang="en-US" sz="200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/>
              <a:t>Stallings, W.  “</a:t>
            </a:r>
            <a:r>
              <a:rPr lang="en-US" sz="2000" b="1" i="1"/>
              <a:t>Cryptography and Network Security: Principles and Practices</a:t>
            </a:r>
            <a:r>
              <a:rPr lang="en-US" sz="2000"/>
              <a:t>”, Fifth Edition, Pearson Prentice Hall, 2011.</a:t>
            </a:r>
          </a:p>
        </p:txBody>
      </p:sp>
    </p:spTree>
    <p:extLst>
      <p:ext uri="{BB962C8B-B14F-4D97-AF65-F5344CB8AC3E}">
        <p14:creationId xmlns:p14="http://schemas.microsoft.com/office/powerpoint/2010/main" val="30693685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444555"/>
          </a:xfrm>
        </p:spPr>
        <p:txBody>
          <a:bodyPr/>
          <a:lstStyle/>
          <a:p>
            <a:pPr algn="ctr"/>
            <a:r>
              <a:rPr lang="en-MY" b="1"/>
              <a:t>~ THE END </a:t>
            </a:r>
            <a:r>
              <a:rPr lang="en-MY" b="1">
                <a:sym typeface="Wingdings" panose="05000000000000000000" pitchFamily="2" charset="2"/>
              </a:rPr>
              <a:t> ~</a:t>
            </a:r>
            <a:endParaRPr lang="en-MY" b="1"/>
          </a:p>
        </p:txBody>
      </p:sp>
    </p:spTree>
    <p:extLst>
      <p:ext uri="{BB962C8B-B14F-4D97-AF65-F5344CB8AC3E}">
        <p14:creationId xmlns:p14="http://schemas.microsoft.com/office/powerpoint/2010/main" val="40262794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67089"/>
              </p:ext>
            </p:extLst>
          </p:nvPr>
        </p:nvGraphicFramePr>
        <p:xfrm>
          <a:off x="785451" y="3332163"/>
          <a:ext cx="10227724" cy="20236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48408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438340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F71B24-36C8-A24B-E869-69DD8E3DA876}"/>
              </a:ext>
            </a:extLst>
          </p:cNvPr>
          <p:cNvSpPr txBox="1"/>
          <p:nvPr/>
        </p:nvSpPr>
        <p:spPr>
          <a:xfrm>
            <a:off x="2019694" y="1821933"/>
            <a:ext cx="7897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FLYILDODENTPLULFLEPTOSOSIL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2DCD30-1C42-568A-6429-5BECE6D18490}"/>
                  </a:ext>
                </a:extLst>
              </p14:cNvPr>
              <p14:cNvContentPartPr/>
              <p14:nvPr/>
            </p14:nvContentPartPr>
            <p14:xfrm>
              <a:off x="888480" y="3574080"/>
              <a:ext cx="265320" cy="70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2DCD30-1C42-568A-6429-5BECE6D184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640" y="3510720"/>
                <a:ext cx="2966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0090B1-422F-C360-D206-39BFC92C462F}"/>
                  </a:ext>
                </a:extLst>
              </p14:cNvPr>
              <p14:cNvContentPartPr/>
              <p14:nvPr/>
            </p14:nvContentPartPr>
            <p14:xfrm>
              <a:off x="1242360" y="4069800"/>
              <a:ext cx="255960" cy="69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0090B1-422F-C360-D206-39BFC92C4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6520" y="4006440"/>
                <a:ext cx="2872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377D2D-6001-FC05-F707-247A3A2151FD}"/>
                  </a:ext>
                </a:extLst>
              </p14:cNvPr>
              <p14:cNvContentPartPr/>
              <p14:nvPr/>
            </p14:nvContentPartPr>
            <p14:xfrm>
              <a:off x="1692720" y="3639960"/>
              <a:ext cx="272160" cy="71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377D2D-6001-FC05-F707-247A3A2151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6880" y="3576600"/>
                <a:ext cx="3034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943CF3-4438-FC43-7CB1-7A091DEC6D5F}"/>
                  </a:ext>
                </a:extLst>
              </p14:cNvPr>
              <p14:cNvContentPartPr/>
              <p14:nvPr/>
            </p14:nvContentPartPr>
            <p14:xfrm>
              <a:off x="2060640" y="4060440"/>
              <a:ext cx="213840" cy="72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943CF3-4438-FC43-7CB1-7A091DEC6D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44800" y="3997080"/>
                <a:ext cx="2451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C11156-4ABD-DEBC-1D71-5E740B4F43AE}"/>
                  </a:ext>
                </a:extLst>
              </p14:cNvPr>
              <p14:cNvContentPartPr/>
              <p14:nvPr/>
            </p14:nvContentPartPr>
            <p14:xfrm>
              <a:off x="2468880" y="3616200"/>
              <a:ext cx="262800" cy="49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C11156-4ABD-DEBC-1D71-5E740B4F43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53040" y="3552840"/>
                <a:ext cx="2941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FDD2FD-410B-25F9-AEBF-C4F210E75416}"/>
                  </a:ext>
                </a:extLst>
              </p14:cNvPr>
              <p14:cNvContentPartPr/>
              <p14:nvPr/>
            </p14:nvContentPartPr>
            <p14:xfrm>
              <a:off x="2806200" y="4061880"/>
              <a:ext cx="241920" cy="66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FDD2FD-410B-25F9-AEBF-C4F210E754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0360" y="3998520"/>
                <a:ext cx="2732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C7EC5E-69C0-92B5-3AEC-6269CEDE6776}"/>
                  </a:ext>
                </a:extLst>
              </p14:cNvPr>
              <p14:cNvContentPartPr/>
              <p14:nvPr/>
            </p14:nvContentPartPr>
            <p14:xfrm>
              <a:off x="3268440" y="3641400"/>
              <a:ext cx="227520" cy="4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C7EC5E-69C0-92B5-3AEC-6269CEDE67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2600" y="3578040"/>
                <a:ext cx="2588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A6C5BDD-652B-68E1-BCF3-AD714FCABE15}"/>
                  </a:ext>
                </a:extLst>
              </p14:cNvPr>
              <p14:cNvContentPartPr/>
              <p14:nvPr/>
            </p14:nvContentPartPr>
            <p14:xfrm>
              <a:off x="3607920" y="4083120"/>
              <a:ext cx="281880" cy="38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A6C5BDD-652B-68E1-BCF3-AD714FCABE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92080" y="4019760"/>
                <a:ext cx="3132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B51460-DC67-97AD-86EB-1D5369B85296}"/>
                  </a:ext>
                </a:extLst>
              </p14:cNvPr>
              <p14:cNvContentPartPr/>
              <p14:nvPr/>
            </p14:nvContentPartPr>
            <p14:xfrm>
              <a:off x="4079520" y="3601440"/>
              <a:ext cx="225360" cy="46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B51460-DC67-97AD-86EB-1D5369B852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63680" y="3538080"/>
                <a:ext cx="256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9E2C7CE-2FBA-11D8-2472-39C537380A40}"/>
                  </a:ext>
                </a:extLst>
              </p14:cNvPr>
              <p14:cNvContentPartPr/>
              <p14:nvPr/>
            </p14:nvContentPartPr>
            <p14:xfrm>
              <a:off x="4419720" y="4087080"/>
              <a:ext cx="262440" cy="26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9E2C7CE-2FBA-11D8-2472-39C537380A4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03880" y="4023720"/>
                <a:ext cx="293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78EEEC8-175A-85AE-9061-CD6C3E3C7D51}"/>
                  </a:ext>
                </a:extLst>
              </p14:cNvPr>
              <p14:cNvContentPartPr/>
              <p14:nvPr/>
            </p14:nvContentPartPr>
            <p14:xfrm>
              <a:off x="4832280" y="3628080"/>
              <a:ext cx="232200" cy="24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78EEEC8-175A-85AE-9061-CD6C3E3C7D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6440" y="3564720"/>
                <a:ext cx="2635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096BE6E-6CD6-E10A-6759-AE0D7C47E442}"/>
                  </a:ext>
                </a:extLst>
              </p14:cNvPr>
              <p14:cNvContentPartPr/>
              <p14:nvPr/>
            </p14:nvContentPartPr>
            <p14:xfrm>
              <a:off x="5235120" y="4083120"/>
              <a:ext cx="213840" cy="18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096BE6E-6CD6-E10A-6759-AE0D7C47E44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19280" y="4019760"/>
                <a:ext cx="2451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7D90AF-D287-87BE-B984-6969EC702635}"/>
                  </a:ext>
                </a:extLst>
              </p14:cNvPr>
              <p14:cNvContentPartPr/>
              <p14:nvPr/>
            </p14:nvContentPartPr>
            <p14:xfrm>
              <a:off x="5641200" y="3650400"/>
              <a:ext cx="248400" cy="42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7D90AF-D287-87BE-B984-6969EC70263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25360" y="3587040"/>
                <a:ext cx="279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4D71AE-D9C7-04A8-3817-F414D1AF1FA7}"/>
                  </a:ext>
                </a:extLst>
              </p14:cNvPr>
              <p14:cNvContentPartPr/>
              <p14:nvPr/>
            </p14:nvContentPartPr>
            <p14:xfrm>
              <a:off x="5995080" y="4142520"/>
              <a:ext cx="225360" cy="21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4D71AE-D9C7-04A8-3817-F414D1AF1FA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79240" y="4079160"/>
                <a:ext cx="2566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EFAEF35-3F88-8CB0-7C61-4295DF018594}"/>
                  </a:ext>
                </a:extLst>
              </p14:cNvPr>
              <p14:cNvContentPartPr/>
              <p14:nvPr/>
            </p14:nvContentPartPr>
            <p14:xfrm>
              <a:off x="6396120" y="3658320"/>
              <a:ext cx="248760" cy="43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EFAEF35-3F88-8CB0-7C61-4295DF0185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80280" y="3594960"/>
                <a:ext cx="28008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B324248-F1B7-72C6-206E-4A413CFCDCBA}"/>
                  </a:ext>
                </a:extLst>
              </p14:cNvPr>
              <p14:cNvContentPartPr/>
              <p14:nvPr/>
            </p14:nvContentPartPr>
            <p14:xfrm>
              <a:off x="6721560" y="4019760"/>
              <a:ext cx="201960" cy="19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B324248-F1B7-72C6-206E-4A413CFCDCB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05720" y="3956400"/>
                <a:ext cx="2332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7C7F9BE-BB3B-7C22-4015-A1CD181F2C80}"/>
                  </a:ext>
                </a:extLst>
              </p14:cNvPr>
              <p14:cNvContentPartPr/>
              <p14:nvPr/>
            </p14:nvContentPartPr>
            <p14:xfrm>
              <a:off x="7221240" y="3676680"/>
              <a:ext cx="162000" cy="37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7C7F9BE-BB3B-7C22-4015-A1CD181F2C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05400" y="3613320"/>
                <a:ext cx="1933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7CCCBFC-E2C3-46A7-8151-70E1564AB798}"/>
                  </a:ext>
                </a:extLst>
              </p14:cNvPr>
              <p14:cNvContentPartPr/>
              <p14:nvPr/>
            </p14:nvContentPartPr>
            <p14:xfrm>
              <a:off x="7598520" y="4066920"/>
              <a:ext cx="181080" cy="270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7CCCBFC-E2C3-46A7-8151-70E1564AB79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82680" y="4003560"/>
                <a:ext cx="2124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7959D58-F8E7-3B79-4DE2-00EBAF77FA13}"/>
                  </a:ext>
                </a:extLst>
              </p14:cNvPr>
              <p14:cNvContentPartPr/>
              <p14:nvPr/>
            </p14:nvContentPartPr>
            <p14:xfrm>
              <a:off x="8011440" y="3609360"/>
              <a:ext cx="258120" cy="33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7959D58-F8E7-3B79-4DE2-00EBAF77FA1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995600" y="3546000"/>
                <a:ext cx="2894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74533AC-C51C-9781-03CC-DD2A5A46E9BE}"/>
                  </a:ext>
                </a:extLst>
              </p14:cNvPr>
              <p14:cNvContentPartPr/>
              <p14:nvPr/>
            </p14:nvContentPartPr>
            <p14:xfrm>
              <a:off x="8389080" y="4130280"/>
              <a:ext cx="246240" cy="43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74533AC-C51C-9781-03CC-DD2A5A46E9B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73240" y="4066920"/>
                <a:ext cx="2775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8FC30D6-413A-48B2-A119-A1AADB4A00F6}"/>
                  </a:ext>
                </a:extLst>
              </p14:cNvPr>
              <p14:cNvContentPartPr/>
              <p14:nvPr/>
            </p14:nvContentPartPr>
            <p14:xfrm>
              <a:off x="8740440" y="3675240"/>
              <a:ext cx="239760" cy="32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8FC30D6-413A-48B2-A119-A1AADB4A00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24600" y="3611880"/>
                <a:ext cx="2710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8AED7C-22BC-D00B-583D-CBF0853CE1DC}"/>
                  </a:ext>
                </a:extLst>
              </p14:cNvPr>
              <p14:cNvContentPartPr/>
              <p14:nvPr/>
            </p14:nvContentPartPr>
            <p14:xfrm>
              <a:off x="9158040" y="4097520"/>
              <a:ext cx="215640" cy="14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8AED7C-22BC-D00B-583D-CBF0853CE1D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142200" y="4034160"/>
                <a:ext cx="2469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B0318CE-253A-2B93-F9FD-77F499EF456B}"/>
                  </a:ext>
                </a:extLst>
              </p14:cNvPr>
              <p14:cNvContentPartPr/>
              <p14:nvPr/>
            </p14:nvContentPartPr>
            <p14:xfrm>
              <a:off x="9603360" y="3621240"/>
              <a:ext cx="199440" cy="32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B0318CE-253A-2B93-F9FD-77F499EF45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87520" y="3557880"/>
                <a:ext cx="230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B77BFD-7F6E-9146-DE5C-62CF5CF4D204}"/>
                  </a:ext>
                </a:extLst>
              </p14:cNvPr>
              <p14:cNvContentPartPr/>
              <p14:nvPr/>
            </p14:nvContentPartPr>
            <p14:xfrm>
              <a:off x="9912960" y="4077360"/>
              <a:ext cx="251280" cy="36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B77BFD-7F6E-9146-DE5C-62CF5CF4D20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97120" y="4014000"/>
                <a:ext cx="2826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15BABB4-EF6C-8703-F8BC-8D7A42BC7617}"/>
                  </a:ext>
                </a:extLst>
              </p14:cNvPr>
              <p14:cNvContentPartPr/>
              <p14:nvPr/>
            </p14:nvContentPartPr>
            <p14:xfrm>
              <a:off x="10313640" y="3625560"/>
              <a:ext cx="246600" cy="24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15BABB4-EF6C-8703-F8BC-8D7A42BC761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97800" y="3562200"/>
                <a:ext cx="2779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C968ABB-1C00-BA11-C2CE-9D6F9F75F903}"/>
                  </a:ext>
                </a:extLst>
              </p14:cNvPr>
              <p14:cNvContentPartPr/>
              <p14:nvPr/>
            </p14:nvContentPartPr>
            <p14:xfrm>
              <a:off x="10719360" y="4120920"/>
              <a:ext cx="234720" cy="23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C968ABB-1C00-BA11-C2CE-9D6F9F75F90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03520" y="4057560"/>
                <a:ext cx="26604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395EB62-9F86-4A52-DFB4-15130A5D6B0F}"/>
                  </a:ext>
                </a:extLst>
              </p14:cNvPr>
              <p14:cNvContentPartPr/>
              <p14:nvPr/>
            </p14:nvContentPartPr>
            <p14:xfrm>
              <a:off x="900000" y="1817280"/>
              <a:ext cx="9651240" cy="2412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395EB62-9F86-4A52-DFB4-15130A5D6B0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90640" y="1807920"/>
                <a:ext cx="9669960" cy="24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EA3669B-89FA-22F6-F9B5-847ABDCFCAE1}"/>
                  </a:ext>
                </a:extLst>
              </p14:cNvPr>
              <p14:cNvContentPartPr/>
              <p14:nvPr/>
            </p14:nvContentPartPr>
            <p14:xfrm>
              <a:off x="1043280" y="1812240"/>
              <a:ext cx="9838080" cy="24703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EA3669B-89FA-22F6-F9B5-847ABDCFCAE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3920" y="1802880"/>
                <a:ext cx="9856800" cy="24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51102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/>
        </p:nvGraphicFramePr>
        <p:xfrm>
          <a:off x="785451" y="3332163"/>
          <a:ext cx="10227724" cy="20236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48408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438340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F71B24-36C8-A24B-E869-69DD8E3DA876}"/>
              </a:ext>
            </a:extLst>
          </p:cNvPr>
          <p:cNvSpPr txBox="1"/>
          <p:nvPr/>
        </p:nvSpPr>
        <p:spPr>
          <a:xfrm>
            <a:off x="2019694" y="1821933"/>
            <a:ext cx="7897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FLYILDODENTPLULFLEPTOSOSIL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C7F081-631F-DEC2-5AEC-72371946B80C}"/>
                  </a:ext>
                </a:extLst>
              </p14:cNvPr>
              <p14:cNvContentPartPr/>
              <p14:nvPr/>
            </p14:nvContentPartPr>
            <p14:xfrm>
              <a:off x="839160" y="3580560"/>
              <a:ext cx="262800" cy="2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C7F081-631F-DEC2-5AEC-72371946B8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320" y="3517200"/>
                <a:ext cx="294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61D66F2-0B55-B511-ED63-FC2238E3ED71}"/>
                  </a:ext>
                </a:extLst>
              </p14:cNvPr>
              <p14:cNvContentPartPr/>
              <p14:nvPr/>
            </p14:nvContentPartPr>
            <p14:xfrm>
              <a:off x="1218960" y="4042080"/>
              <a:ext cx="248760" cy="266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61D66F2-0B55-B511-ED63-FC2238E3ED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3120" y="3978720"/>
                <a:ext cx="280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E4E1588-ED77-FEC8-51FC-DF47154BBE62}"/>
                  </a:ext>
                </a:extLst>
              </p14:cNvPr>
              <p14:cNvContentPartPr/>
              <p14:nvPr/>
            </p14:nvContentPartPr>
            <p14:xfrm>
              <a:off x="1645560" y="4570920"/>
              <a:ext cx="239760" cy="41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E4E1588-ED77-FEC8-51FC-DF47154BBE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9720" y="4507560"/>
                <a:ext cx="2710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511960F-53FC-44DB-5E26-2DAB498BF413}"/>
                  </a:ext>
                </a:extLst>
              </p14:cNvPr>
              <p14:cNvContentPartPr/>
              <p14:nvPr/>
            </p14:nvContentPartPr>
            <p14:xfrm>
              <a:off x="2046960" y="4060440"/>
              <a:ext cx="244080" cy="64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511960F-53FC-44DB-5E26-2DAB498BF4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31120" y="3997080"/>
                <a:ext cx="275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1E86A7-9528-82D5-D62A-30295F6A3315}"/>
                  </a:ext>
                </a:extLst>
              </p14:cNvPr>
              <p14:cNvContentPartPr/>
              <p14:nvPr/>
            </p14:nvContentPartPr>
            <p14:xfrm>
              <a:off x="2449800" y="3630600"/>
              <a:ext cx="248760" cy="33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1E86A7-9528-82D5-D62A-30295F6A33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33960" y="3567240"/>
                <a:ext cx="280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DE5994B-45CF-5DF5-5E91-8AF0B0119CC2}"/>
                  </a:ext>
                </a:extLst>
              </p14:cNvPr>
              <p14:cNvContentPartPr/>
              <p14:nvPr/>
            </p14:nvContentPartPr>
            <p14:xfrm>
              <a:off x="2860200" y="4126320"/>
              <a:ext cx="225360" cy="216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DE5994B-45CF-5DF5-5E91-8AF0B0119C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44360" y="4062960"/>
                <a:ext cx="2566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68D037A-39C8-1B83-58FD-0BDEA23E056C}"/>
                  </a:ext>
                </a:extLst>
              </p14:cNvPr>
              <p14:cNvContentPartPr/>
              <p14:nvPr/>
            </p14:nvContentPartPr>
            <p14:xfrm>
              <a:off x="3242160" y="4561920"/>
              <a:ext cx="202320" cy="20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68D037A-39C8-1B83-58FD-0BDEA23E05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26320" y="4498560"/>
                <a:ext cx="2336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A9B35EE-3DE9-8408-8831-A41E9E391D7E}"/>
                  </a:ext>
                </a:extLst>
              </p14:cNvPr>
              <p14:cNvContentPartPr/>
              <p14:nvPr/>
            </p14:nvContentPartPr>
            <p14:xfrm>
              <a:off x="3601080" y="4082040"/>
              <a:ext cx="246600" cy="26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A9B35EE-3DE9-8408-8831-A41E9E391D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85240" y="4018680"/>
                <a:ext cx="2779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7D7C9DB-E874-CF6C-E58A-D65AF9FE5A8B}"/>
                  </a:ext>
                </a:extLst>
              </p14:cNvPr>
              <p14:cNvContentPartPr/>
              <p14:nvPr/>
            </p14:nvContentPartPr>
            <p14:xfrm>
              <a:off x="4039560" y="3643920"/>
              <a:ext cx="220680" cy="34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7D7C9DB-E874-CF6C-E58A-D65AF9FE5A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23720" y="3580560"/>
                <a:ext cx="2520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BEDFD2F-C72A-739E-951F-D4340D26C1C9}"/>
                  </a:ext>
                </a:extLst>
              </p14:cNvPr>
              <p14:cNvContentPartPr/>
              <p14:nvPr/>
            </p14:nvContentPartPr>
            <p14:xfrm>
              <a:off x="4358520" y="4113360"/>
              <a:ext cx="262800" cy="36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BEDFD2F-C72A-739E-951F-D4340D26C1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42680" y="4050000"/>
                <a:ext cx="2941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C858CFF-B6E8-D501-1270-DBC6B7A4C0B8}"/>
                  </a:ext>
                </a:extLst>
              </p14:cNvPr>
              <p14:cNvContentPartPr/>
              <p14:nvPr/>
            </p14:nvContentPartPr>
            <p14:xfrm>
              <a:off x="4762080" y="4541760"/>
              <a:ext cx="213480" cy="27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C858CFF-B6E8-D501-1270-DBC6B7A4C0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46240" y="4478400"/>
                <a:ext cx="2448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265274A-A9AF-AF8C-2B26-6021186D9926}"/>
                  </a:ext>
                </a:extLst>
              </p14:cNvPr>
              <p14:cNvContentPartPr/>
              <p14:nvPr/>
            </p14:nvContentPartPr>
            <p14:xfrm>
              <a:off x="5221440" y="4091040"/>
              <a:ext cx="262800" cy="45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265274A-A9AF-AF8C-2B26-6021186D99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05600" y="4027680"/>
                <a:ext cx="2941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5A2696F-AEEC-499A-FC92-841411FCADC3}"/>
                  </a:ext>
                </a:extLst>
              </p14:cNvPr>
              <p14:cNvContentPartPr/>
              <p14:nvPr/>
            </p14:nvContentPartPr>
            <p14:xfrm>
              <a:off x="5594400" y="3683520"/>
              <a:ext cx="192240" cy="277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5A2696F-AEEC-499A-FC92-841411FCAD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78560" y="3620160"/>
                <a:ext cx="2235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3734715-6BB2-3643-4565-A24D45CC427B}"/>
                  </a:ext>
                </a:extLst>
              </p14:cNvPr>
              <p14:cNvContentPartPr/>
              <p14:nvPr/>
            </p14:nvContentPartPr>
            <p14:xfrm>
              <a:off x="5929560" y="4132080"/>
              <a:ext cx="225360" cy="9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3734715-6BB2-3643-4565-A24D45CC427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13720" y="4068720"/>
                <a:ext cx="256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96017BC-F22A-69E9-214C-6035985B6F93}"/>
                  </a:ext>
                </a:extLst>
              </p14:cNvPr>
              <p14:cNvContentPartPr/>
              <p14:nvPr/>
            </p14:nvContentPartPr>
            <p14:xfrm>
              <a:off x="6328080" y="4576320"/>
              <a:ext cx="304920" cy="28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96017BC-F22A-69E9-214C-6035985B6F9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12240" y="4512960"/>
                <a:ext cx="3362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177CCB7-1AD2-D709-4D2F-AC949F4C70C9}"/>
                  </a:ext>
                </a:extLst>
              </p14:cNvPr>
              <p14:cNvContentPartPr/>
              <p14:nvPr/>
            </p14:nvContentPartPr>
            <p14:xfrm>
              <a:off x="6780600" y="4133160"/>
              <a:ext cx="241560" cy="34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177CCB7-1AD2-D709-4D2F-AC949F4C70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64760" y="4069800"/>
                <a:ext cx="272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B5D7E75-5AAE-E37E-EF7B-3B7447E204E6}"/>
                  </a:ext>
                </a:extLst>
              </p14:cNvPr>
              <p14:cNvContentPartPr/>
              <p14:nvPr/>
            </p14:nvContentPartPr>
            <p14:xfrm>
              <a:off x="7153200" y="3655800"/>
              <a:ext cx="230040" cy="18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B5D7E75-5AAE-E37E-EF7B-3B7447E204E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37360" y="3592440"/>
                <a:ext cx="2613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9B24BDE-D4D7-793E-ACE3-C42327F601D9}"/>
                  </a:ext>
                </a:extLst>
              </p14:cNvPr>
              <p14:cNvContentPartPr/>
              <p14:nvPr/>
            </p14:nvContentPartPr>
            <p14:xfrm>
              <a:off x="7563600" y="4133160"/>
              <a:ext cx="241920" cy="295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9B24BDE-D4D7-793E-ACE3-C42327F601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47760" y="4069800"/>
                <a:ext cx="27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96B0EDB-421B-984A-4F9F-D7853CCF57EC}"/>
                  </a:ext>
                </a:extLst>
              </p14:cNvPr>
              <p14:cNvContentPartPr/>
              <p14:nvPr/>
            </p14:nvContentPartPr>
            <p14:xfrm>
              <a:off x="7929360" y="4584240"/>
              <a:ext cx="251280" cy="360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96B0EDB-421B-984A-4F9F-D7853CCF57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913520" y="4520880"/>
                <a:ext cx="2826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BA927A4-B690-EE8F-AA1A-9CF48D9B51EC}"/>
                  </a:ext>
                </a:extLst>
              </p14:cNvPr>
              <p14:cNvContentPartPr/>
              <p14:nvPr/>
            </p14:nvContentPartPr>
            <p14:xfrm>
              <a:off x="8330040" y="4164840"/>
              <a:ext cx="312120" cy="20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BA927A4-B690-EE8F-AA1A-9CF48D9B51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14200" y="4101480"/>
                <a:ext cx="3434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706E4A-3B8E-4A5D-525C-DC5BA0DB703D}"/>
                  </a:ext>
                </a:extLst>
              </p14:cNvPr>
              <p14:cNvContentPartPr/>
              <p14:nvPr/>
            </p14:nvContentPartPr>
            <p14:xfrm>
              <a:off x="8693640" y="3649320"/>
              <a:ext cx="234720" cy="226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706E4A-3B8E-4A5D-525C-DC5BA0DB703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677800" y="3585960"/>
                <a:ext cx="266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8BDFA0B-D783-77D3-F79A-8582083CEA62}"/>
                  </a:ext>
                </a:extLst>
              </p14:cNvPr>
              <p14:cNvContentPartPr/>
              <p14:nvPr/>
            </p14:nvContentPartPr>
            <p14:xfrm>
              <a:off x="9132120" y="4134240"/>
              <a:ext cx="248760" cy="28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8BDFA0B-D783-77D3-F79A-8582083CEA6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116280" y="4070880"/>
                <a:ext cx="280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CCE42A5-7F37-F9BD-8351-DDE38CE55789}"/>
                  </a:ext>
                </a:extLst>
              </p14:cNvPr>
              <p14:cNvContentPartPr/>
              <p14:nvPr/>
            </p14:nvContentPartPr>
            <p14:xfrm>
              <a:off x="9549360" y="4643640"/>
              <a:ext cx="204480" cy="18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CCE42A5-7F37-F9BD-8351-DDE38CE5578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33520" y="4580280"/>
                <a:ext cx="2358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A872FB9-30EC-04CB-5BDA-3FE372BA9CB7}"/>
                  </a:ext>
                </a:extLst>
              </p14:cNvPr>
              <p14:cNvContentPartPr/>
              <p14:nvPr/>
            </p14:nvContentPartPr>
            <p14:xfrm>
              <a:off x="9943560" y="4145040"/>
              <a:ext cx="234720" cy="122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A872FB9-30EC-04CB-5BDA-3FE372BA9C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927720" y="4081680"/>
                <a:ext cx="2660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4BDDAB1-6398-B3AA-3727-DB15FEA22362}"/>
                  </a:ext>
                </a:extLst>
              </p14:cNvPr>
              <p14:cNvContentPartPr/>
              <p14:nvPr/>
            </p14:nvContentPartPr>
            <p14:xfrm>
              <a:off x="10283400" y="3631680"/>
              <a:ext cx="253440" cy="38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4BDDAB1-6398-B3AA-3727-DB15FEA2236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67560" y="3568320"/>
                <a:ext cx="2847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7C6AEBC-48B9-8B2D-F18C-FF6E281505D1}"/>
                  </a:ext>
                </a:extLst>
              </p14:cNvPr>
              <p14:cNvContentPartPr/>
              <p14:nvPr/>
            </p14:nvContentPartPr>
            <p14:xfrm>
              <a:off x="10764000" y="4100040"/>
              <a:ext cx="220680" cy="201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7C6AEBC-48B9-8B2D-F18C-FF6E281505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48160" y="4036680"/>
                <a:ext cx="2520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599C894-E4A5-7B9E-98D4-958B2AC4A8AC}"/>
                  </a:ext>
                </a:extLst>
              </p14:cNvPr>
              <p14:cNvContentPartPr/>
              <p14:nvPr/>
            </p14:nvContentPartPr>
            <p14:xfrm>
              <a:off x="914040" y="1760760"/>
              <a:ext cx="9948960" cy="3021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599C894-E4A5-7B9E-98D4-958B2AC4A8A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4680" y="1751400"/>
                <a:ext cx="9967680" cy="30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3884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CDDD-7585-DA2B-44FB-D284CA4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>
                <a:solidFill>
                  <a:srgbClr val="C00000"/>
                </a:solidFill>
              </a:rPr>
              <a:t>Keyless</a:t>
            </a:r>
            <a:r>
              <a:rPr lang="en-MY" sz="4000" b="1"/>
              <a:t> </a:t>
            </a:r>
            <a:r>
              <a:rPr lang="en-MY" sz="4000"/>
              <a:t>Transposition</a:t>
            </a:r>
            <a:r>
              <a:rPr lang="en-MY" sz="4000" b="1"/>
              <a:t> – </a:t>
            </a:r>
            <a:r>
              <a:rPr lang="en-MY" sz="4000" b="1">
                <a:solidFill>
                  <a:srgbClr val="0000FF"/>
                </a:solidFill>
              </a:rPr>
              <a:t>Rail Fence Cipher</a:t>
            </a:r>
            <a:endParaRPr lang="en-MY" sz="4000">
              <a:solidFill>
                <a:srgbClr val="0000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C4C8C6-FD6B-1BEF-2908-0E1095E5D361}"/>
              </a:ext>
            </a:extLst>
          </p:cNvPr>
          <p:cNvGraphicFramePr>
            <a:graphicFrameLocks noGrp="1"/>
          </p:cNvGraphicFramePr>
          <p:nvPr/>
        </p:nvGraphicFramePr>
        <p:xfrm>
          <a:off x="785451" y="3332163"/>
          <a:ext cx="10227724" cy="20236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3374">
                  <a:extLst>
                    <a:ext uri="{9D8B030D-6E8A-4147-A177-3AD203B41FA5}">
                      <a16:colId xmlns:a16="http://schemas.microsoft.com/office/drawing/2014/main" val="346206975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65635833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7319671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955431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3261024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08405261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394463810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9231406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465372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1049316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66559502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98229944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263783452"/>
                    </a:ext>
                  </a:extLst>
                </a:gridCol>
                <a:gridCol w="348408">
                  <a:extLst>
                    <a:ext uri="{9D8B030D-6E8A-4147-A177-3AD203B41FA5}">
                      <a16:colId xmlns:a16="http://schemas.microsoft.com/office/drawing/2014/main" val="1768061299"/>
                    </a:ext>
                  </a:extLst>
                </a:gridCol>
                <a:gridCol w="438340">
                  <a:extLst>
                    <a:ext uri="{9D8B030D-6E8A-4147-A177-3AD203B41FA5}">
                      <a16:colId xmlns:a16="http://schemas.microsoft.com/office/drawing/2014/main" val="215450149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50955485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36134874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513680709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54906003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1677332101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433201234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7831394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169215778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523062035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3935559997"/>
                    </a:ext>
                  </a:extLst>
                </a:gridCol>
                <a:gridCol w="393374">
                  <a:extLst>
                    <a:ext uri="{9D8B030D-6E8A-4147-A177-3AD203B41FA5}">
                      <a16:colId xmlns:a16="http://schemas.microsoft.com/office/drawing/2014/main" val="2625929058"/>
                    </a:ext>
                  </a:extLst>
                </a:gridCol>
              </a:tblGrid>
              <a:tr h="505912"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24951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07580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460587"/>
                  </a:ext>
                </a:extLst>
              </a:tr>
              <a:tr h="505912"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883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F71B24-36C8-A24B-E869-69DD8E3DA876}"/>
              </a:ext>
            </a:extLst>
          </p:cNvPr>
          <p:cNvSpPr txBox="1"/>
          <p:nvPr/>
        </p:nvSpPr>
        <p:spPr>
          <a:xfrm>
            <a:off x="2019694" y="1821933"/>
            <a:ext cx="7897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FLYILDODENTPLULFLEPTOSOSIL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0E55E7-C8AB-AF40-2477-5B6B491E5170}"/>
                  </a:ext>
                </a:extLst>
              </p14:cNvPr>
              <p14:cNvContentPartPr/>
              <p14:nvPr/>
            </p14:nvContentPartPr>
            <p14:xfrm>
              <a:off x="846000" y="3585960"/>
              <a:ext cx="277200" cy="1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0E55E7-C8AB-AF40-2477-5B6B491E51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0160" y="3522600"/>
                <a:ext cx="3085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745E80-E568-E9CE-78F8-4EE36D0A8B85}"/>
                  </a:ext>
                </a:extLst>
              </p14:cNvPr>
              <p14:cNvContentPartPr/>
              <p14:nvPr/>
            </p14:nvContentPartPr>
            <p14:xfrm>
              <a:off x="1216800" y="4110840"/>
              <a:ext cx="30276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745E80-E568-E9CE-78F8-4EE36D0A8B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0960" y="4047480"/>
                <a:ext cx="3340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222A7C-14F7-6F1A-5D23-B9401FFA8209}"/>
                  </a:ext>
                </a:extLst>
              </p14:cNvPr>
              <p14:cNvContentPartPr/>
              <p14:nvPr/>
            </p14:nvContentPartPr>
            <p14:xfrm>
              <a:off x="1652760" y="4568400"/>
              <a:ext cx="265320" cy="22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222A7C-14F7-6F1A-5D23-B9401FFA82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36920" y="4505040"/>
                <a:ext cx="2966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113D7F-67FE-02D1-D295-C98604D6C2D7}"/>
                  </a:ext>
                </a:extLst>
              </p14:cNvPr>
              <p14:cNvContentPartPr/>
              <p14:nvPr/>
            </p14:nvContentPartPr>
            <p14:xfrm>
              <a:off x="2025720" y="5094720"/>
              <a:ext cx="272160" cy="39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113D7F-67FE-02D1-D295-C98604D6C2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9880" y="5031360"/>
                <a:ext cx="3034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3BFD518-117A-EAE0-6015-620A17597670}"/>
                  </a:ext>
                </a:extLst>
              </p14:cNvPr>
              <p14:cNvContentPartPr/>
              <p14:nvPr/>
            </p14:nvContentPartPr>
            <p14:xfrm>
              <a:off x="2400840" y="4655520"/>
              <a:ext cx="316800" cy="23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3BFD518-117A-EAE0-6015-620A175976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5000" y="4592160"/>
                <a:ext cx="3481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517096-CD28-F2C0-0EC2-593BD24207EE}"/>
                  </a:ext>
                </a:extLst>
              </p14:cNvPr>
              <p14:cNvContentPartPr/>
              <p14:nvPr/>
            </p14:nvContentPartPr>
            <p14:xfrm>
              <a:off x="2813400" y="4172760"/>
              <a:ext cx="227520" cy="3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517096-CD28-F2C0-0EC2-593BD24207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7560" y="4109400"/>
                <a:ext cx="2588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14D8816-1178-4005-B62D-B4721D69805D}"/>
                  </a:ext>
                </a:extLst>
              </p14:cNvPr>
              <p14:cNvContentPartPr/>
              <p14:nvPr/>
            </p14:nvContentPartPr>
            <p14:xfrm>
              <a:off x="3589560" y="4117320"/>
              <a:ext cx="258120" cy="28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14D8816-1178-4005-B62D-B4721D6980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3720" y="4053960"/>
                <a:ext cx="2894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30AF54-F70F-785D-7C37-C357A62B1986}"/>
                  </a:ext>
                </a:extLst>
              </p14:cNvPr>
              <p14:cNvContentPartPr/>
              <p14:nvPr/>
            </p14:nvContentPartPr>
            <p14:xfrm>
              <a:off x="4030560" y="4600080"/>
              <a:ext cx="175680" cy="2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30AF54-F70F-785D-7C37-C357A62B19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14720" y="4536720"/>
                <a:ext cx="2070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B842E22-0A0A-41F4-8E2C-EBBE72C9E859}"/>
                  </a:ext>
                </a:extLst>
              </p14:cNvPr>
              <p14:cNvContentPartPr/>
              <p14:nvPr/>
            </p14:nvContentPartPr>
            <p14:xfrm>
              <a:off x="4389120" y="5103720"/>
              <a:ext cx="260280" cy="13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B842E22-0A0A-41F4-8E2C-EBBE72C9E8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73280" y="5040360"/>
                <a:ext cx="2916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5F07426-0EDA-4F2A-D376-F0CD83B9CC84}"/>
                  </a:ext>
                </a:extLst>
              </p14:cNvPr>
              <p14:cNvContentPartPr/>
              <p14:nvPr/>
            </p14:nvContentPartPr>
            <p14:xfrm>
              <a:off x="4797000" y="4653000"/>
              <a:ext cx="230040" cy="21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5F07426-0EDA-4F2A-D376-F0CD83B9CC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81160" y="4589640"/>
                <a:ext cx="2613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7BE2923-ACCC-646F-766F-E0AD51BD66D1}"/>
                  </a:ext>
                </a:extLst>
              </p14:cNvPr>
              <p14:cNvContentPartPr/>
              <p14:nvPr/>
            </p14:nvContentPartPr>
            <p14:xfrm>
              <a:off x="5155560" y="4147560"/>
              <a:ext cx="265320" cy="16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7BE2923-ACCC-646F-766F-E0AD51BD66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9720" y="4084200"/>
                <a:ext cx="2966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F06EAFA-FB39-15DB-3A21-3E9ED50D67F8}"/>
                  </a:ext>
                </a:extLst>
              </p14:cNvPr>
              <p14:cNvContentPartPr/>
              <p14:nvPr/>
            </p14:nvContentPartPr>
            <p14:xfrm>
              <a:off x="5556600" y="3639960"/>
              <a:ext cx="253440" cy="18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06EAFA-FB39-15DB-3A21-3E9ED50D67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40760" y="3576600"/>
                <a:ext cx="2847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BC9A77-6E41-DA0B-FB32-F141A57280C3}"/>
                  </a:ext>
                </a:extLst>
              </p14:cNvPr>
              <p14:cNvContentPartPr/>
              <p14:nvPr/>
            </p14:nvContentPartPr>
            <p14:xfrm>
              <a:off x="5966640" y="4115880"/>
              <a:ext cx="209160" cy="10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BC9A77-6E41-DA0B-FB32-F141A57280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50800" y="4052520"/>
                <a:ext cx="2404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D86DC74-0AF7-3576-A773-039D7E3D4B59}"/>
                  </a:ext>
                </a:extLst>
              </p14:cNvPr>
              <p14:cNvContentPartPr/>
              <p14:nvPr/>
            </p14:nvContentPartPr>
            <p14:xfrm>
              <a:off x="6344280" y="4608000"/>
              <a:ext cx="263160" cy="29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D86DC74-0AF7-3576-A773-039D7E3D4B5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28440" y="4544640"/>
                <a:ext cx="294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A7D38E-A171-5F71-9F25-E609B069E1A3}"/>
                  </a:ext>
                </a:extLst>
              </p14:cNvPr>
              <p14:cNvContentPartPr/>
              <p14:nvPr/>
            </p14:nvContentPartPr>
            <p14:xfrm>
              <a:off x="6768360" y="5086800"/>
              <a:ext cx="239760" cy="26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A7D38E-A171-5F71-9F25-E609B069E1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52520" y="5023440"/>
                <a:ext cx="271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D9AC4AA-1FBA-36CA-F17A-FD7B2B605669}"/>
                  </a:ext>
                </a:extLst>
              </p14:cNvPr>
              <p14:cNvContentPartPr/>
              <p14:nvPr/>
            </p14:nvContentPartPr>
            <p14:xfrm>
              <a:off x="7207200" y="4635720"/>
              <a:ext cx="195120" cy="25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9AC4AA-1FBA-36CA-F17A-FD7B2B6056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91360" y="4572360"/>
                <a:ext cx="2264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656309E-6C92-1FD6-F6BC-D89AA689E7BA}"/>
                  </a:ext>
                </a:extLst>
              </p14:cNvPr>
              <p14:cNvContentPartPr/>
              <p14:nvPr/>
            </p14:nvContentPartPr>
            <p14:xfrm>
              <a:off x="7584480" y="4159440"/>
              <a:ext cx="174240" cy="12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656309E-6C92-1FD6-F6BC-D89AA689E7B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68640" y="4096080"/>
                <a:ext cx="2055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BAB828-D6E4-5163-3AD9-AFC51C92D778}"/>
                  </a:ext>
                </a:extLst>
              </p14:cNvPr>
              <p14:cNvContentPartPr/>
              <p14:nvPr/>
            </p14:nvContentPartPr>
            <p14:xfrm>
              <a:off x="7957440" y="3646440"/>
              <a:ext cx="216000" cy="8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BAB828-D6E4-5163-3AD9-AFC51C92D77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41600" y="3583080"/>
                <a:ext cx="2473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3F0A5CA-2AA9-B36B-1A56-540955F76B7C}"/>
                  </a:ext>
                </a:extLst>
              </p14:cNvPr>
              <p14:cNvContentPartPr/>
              <p14:nvPr/>
            </p14:nvContentPartPr>
            <p14:xfrm>
              <a:off x="8365680" y="4169880"/>
              <a:ext cx="206280" cy="16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3F0A5CA-2AA9-B36B-1A56-540955F76B7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49840" y="4106520"/>
                <a:ext cx="2376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E9FF85C-AA30-2F2E-8EAC-4DAAC78A25B5}"/>
                  </a:ext>
                </a:extLst>
              </p14:cNvPr>
              <p14:cNvContentPartPr/>
              <p14:nvPr/>
            </p14:nvContentPartPr>
            <p14:xfrm>
              <a:off x="8710200" y="4609080"/>
              <a:ext cx="204120" cy="20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E9FF85C-AA30-2F2E-8EAC-4DAAC78A25B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94360" y="4545720"/>
                <a:ext cx="2354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BA9067C-F972-22A0-E212-E4D8CFF01725}"/>
                  </a:ext>
                </a:extLst>
              </p14:cNvPr>
              <p14:cNvContentPartPr/>
              <p14:nvPr/>
            </p14:nvContentPartPr>
            <p14:xfrm>
              <a:off x="9134640" y="5081400"/>
              <a:ext cx="197280" cy="5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BA9067C-F972-22A0-E212-E4D8CFF0172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18800" y="5018040"/>
                <a:ext cx="2286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829AFEA-2B22-4BBA-76E1-FCABCF41A7B6}"/>
                  </a:ext>
                </a:extLst>
              </p14:cNvPr>
              <p14:cNvContentPartPr/>
              <p14:nvPr/>
            </p14:nvContentPartPr>
            <p14:xfrm>
              <a:off x="9521280" y="4654080"/>
              <a:ext cx="192600" cy="17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829AFEA-2B22-4BBA-76E1-FCABCF41A7B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05440" y="4590720"/>
                <a:ext cx="2239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930118E-BCA0-1D7B-BB5F-699702B95760}"/>
                  </a:ext>
                </a:extLst>
              </p14:cNvPr>
              <p14:cNvContentPartPr/>
              <p14:nvPr/>
            </p14:nvContentPartPr>
            <p14:xfrm>
              <a:off x="9917640" y="4178160"/>
              <a:ext cx="232200" cy="25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930118E-BCA0-1D7B-BB5F-699702B9576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01800" y="4114800"/>
                <a:ext cx="263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52D557E-0F56-839F-4045-D3B72F882728}"/>
                  </a:ext>
                </a:extLst>
              </p14:cNvPr>
              <p14:cNvContentPartPr/>
              <p14:nvPr/>
            </p14:nvContentPartPr>
            <p14:xfrm>
              <a:off x="10311480" y="3651840"/>
              <a:ext cx="230040" cy="13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52D557E-0F56-839F-4045-D3B72F8827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95640" y="3588480"/>
                <a:ext cx="261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772AB01-CACC-72E8-AF4E-BA2C93D37003}"/>
                  </a:ext>
                </a:extLst>
              </p14:cNvPr>
              <p14:cNvContentPartPr/>
              <p14:nvPr/>
            </p14:nvContentPartPr>
            <p14:xfrm>
              <a:off x="10632600" y="4111920"/>
              <a:ext cx="225360" cy="27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772AB01-CACC-72E8-AF4E-BA2C93D3700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616760" y="4048560"/>
                <a:ext cx="256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D8B73FA-5059-223D-3E5E-F31CB9320705}"/>
                  </a:ext>
                </a:extLst>
              </p14:cNvPr>
              <p14:cNvContentPartPr/>
              <p14:nvPr/>
            </p14:nvContentPartPr>
            <p14:xfrm>
              <a:off x="909360" y="1803960"/>
              <a:ext cx="9946440" cy="3465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D8B73FA-5059-223D-3E5E-F31CB932070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0000" y="1794600"/>
                <a:ext cx="9965160" cy="348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7943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E644EE1-84D9-3EBC-4855-FA84BDF23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45731"/>
              </p:ext>
            </p:extLst>
          </p:nvPr>
        </p:nvGraphicFramePr>
        <p:xfrm>
          <a:off x="627407" y="1417248"/>
          <a:ext cx="4821285" cy="451221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88755">
                  <a:extLst>
                    <a:ext uri="{9D8B030D-6E8A-4147-A177-3AD203B41FA5}">
                      <a16:colId xmlns:a16="http://schemas.microsoft.com/office/drawing/2014/main" val="3767797105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161812568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611508249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959565753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781457946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48316627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176792545"/>
                    </a:ext>
                  </a:extLst>
                </a:gridCol>
              </a:tblGrid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472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892774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7734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521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295336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97018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3019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722957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F156048-25B6-18F9-D3A9-2888B7F88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367869"/>
              </p:ext>
            </p:extLst>
          </p:nvPr>
        </p:nvGraphicFramePr>
        <p:xfrm>
          <a:off x="6360475" y="1417248"/>
          <a:ext cx="4821285" cy="451221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88755">
                  <a:extLst>
                    <a:ext uri="{9D8B030D-6E8A-4147-A177-3AD203B41FA5}">
                      <a16:colId xmlns:a16="http://schemas.microsoft.com/office/drawing/2014/main" val="3767797105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161812568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611508249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959565753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781457946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48316627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176792545"/>
                    </a:ext>
                  </a:extLst>
                </a:gridCol>
              </a:tblGrid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472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892774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7734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521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295336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97018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3019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72295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AEF54366-606A-133A-A969-F90D5B3958CF}"/>
              </a:ext>
            </a:extLst>
          </p:cNvPr>
          <p:cNvSpPr txBox="1"/>
          <p:nvPr/>
        </p:nvSpPr>
        <p:spPr>
          <a:xfrm>
            <a:off x="1661867" y="290049"/>
            <a:ext cx="8868265" cy="174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WUEA IXBA PYRS NHSR PSTS BHRT OAFL </a:t>
            </a:r>
            <a:endParaRPr lang="en-US" sz="200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 Unicode MS"/>
              <a:cs typeface="Arial Unicode MS"/>
            </a:endParaRPr>
          </a:p>
          <a:p>
            <a:pPr marL="27051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STTB AIUS OUHA FHIZ EIOI ITHT ARNZ</a:t>
            </a:r>
            <a:endParaRPr lang="en-US" sz="200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 Unicode MS"/>
              <a:cs typeface="Arial Unicode MS"/>
            </a:endParaRPr>
          </a:p>
          <a:p>
            <a:pPr marL="27051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 </a:t>
            </a:r>
            <a:endParaRPr lang="en-US" sz="200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 Unicode MS"/>
              <a:cs typeface="Arial Unicode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FEB92BC-976A-B7FC-35A7-759D4576010C}"/>
                  </a:ext>
                </a:extLst>
              </p14:cNvPr>
              <p14:cNvContentPartPr/>
              <p14:nvPr/>
            </p14:nvContentPartPr>
            <p14:xfrm>
              <a:off x="806400" y="287280"/>
              <a:ext cx="10138320" cy="6063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FEB92BC-976A-B7FC-35A7-759D457601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040" y="277920"/>
                <a:ext cx="10157040" cy="608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5686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E644EE1-84D9-3EBC-4855-FA84BDF23A23}"/>
              </a:ext>
            </a:extLst>
          </p:cNvPr>
          <p:cNvGraphicFramePr>
            <a:graphicFrameLocks noGrp="1"/>
          </p:cNvGraphicFramePr>
          <p:nvPr/>
        </p:nvGraphicFramePr>
        <p:xfrm>
          <a:off x="627407" y="1417248"/>
          <a:ext cx="4821285" cy="451221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88755">
                  <a:extLst>
                    <a:ext uri="{9D8B030D-6E8A-4147-A177-3AD203B41FA5}">
                      <a16:colId xmlns:a16="http://schemas.microsoft.com/office/drawing/2014/main" val="3767797105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161812568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611508249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959565753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781457946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48316627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176792545"/>
                    </a:ext>
                  </a:extLst>
                </a:gridCol>
              </a:tblGrid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472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892774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7734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521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295336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97018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3019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722957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F156048-25B6-18F9-D3A9-2888B7F88B12}"/>
              </a:ext>
            </a:extLst>
          </p:cNvPr>
          <p:cNvGraphicFramePr>
            <a:graphicFrameLocks noGrp="1"/>
          </p:cNvGraphicFramePr>
          <p:nvPr/>
        </p:nvGraphicFramePr>
        <p:xfrm>
          <a:off x="6360475" y="1417248"/>
          <a:ext cx="4821285" cy="451221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88755">
                  <a:extLst>
                    <a:ext uri="{9D8B030D-6E8A-4147-A177-3AD203B41FA5}">
                      <a16:colId xmlns:a16="http://schemas.microsoft.com/office/drawing/2014/main" val="3767797105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161812568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611508249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959565753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781457946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348316627"/>
                    </a:ext>
                  </a:extLst>
                </a:gridCol>
                <a:gridCol w="688755">
                  <a:extLst>
                    <a:ext uri="{9D8B030D-6E8A-4147-A177-3AD203B41FA5}">
                      <a16:colId xmlns:a16="http://schemas.microsoft.com/office/drawing/2014/main" val="1176792545"/>
                    </a:ext>
                  </a:extLst>
                </a:gridCol>
              </a:tblGrid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472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892774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773433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521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295336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97018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301999"/>
                  </a:ext>
                </a:extLst>
              </a:tr>
              <a:tr h="564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72295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664AE6-8AE5-1D08-918A-EEA5A0B6CD58}"/>
                  </a:ext>
                </a:extLst>
              </p14:cNvPr>
              <p14:cNvContentPartPr/>
              <p14:nvPr/>
            </p14:nvContentPartPr>
            <p14:xfrm>
              <a:off x="6576480" y="1652400"/>
              <a:ext cx="333360" cy="22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664AE6-8AE5-1D08-918A-EEA5A0B6CD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0640" y="1589040"/>
                <a:ext cx="3646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E7BC22-7B22-5735-0F78-CE9395331128}"/>
                  </a:ext>
                </a:extLst>
              </p14:cNvPr>
              <p14:cNvContentPartPr/>
              <p14:nvPr/>
            </p14:nvContentPartPr>
            <p14:xfrm>
              <a:off x="7258680" y="1758960"/>
              <a:ext cx="2363760" cy="7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E7BC22-7B22-5735-0F78-CE9395331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2840" y="1695600"/>
                <a:ext cx="23950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CAA38E-D6B9-30DE-F053-3616BC9ECF6B}"/>
                  </a:ext>
                </a:extLst>
              </p14:cNvPr>
              <p14:cNvContentPartPr/>
              <p14:nvPr/>
            </p14:nvContentPartPr>
            <p14:xfrm>
              <a:off x="10079280" y="1761840"/>
              <a:ext cx="856080" cy="6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CAA38E-D6B9-30DE-F053-3616BC9ECF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63440" y="1698480"/>
                <a:ext cx="8874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75D53A-2C60-15AC-FA41-19F85F40767B}"/>
                  </a:ext>
                </a:extLst>
              </p14:cNvPr>
              <p14:cNvContentPartPr/>
              <p14:nvPr/>
            </p14:nvContentPartPr>
            <p14:xfrm>
              <a:off x="6477840" y="2327760"/>
              <a:ext cx="4506840" cy="4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75D53A-2C60-15AC-FA41-19F85F4076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62000" y="2264400"/>
                <a:ext cx="45381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3BB1CBC-AE50-27BD-F009-C24C8C93DA6E}"/>
                  </a:ext>
                </a:extLst>
              </p14:cNvPr>
              <p14:cNvContentPartPr/>
              <p14:nvPr/>
            </p14:nvContentPartPr>
            <p14:xfrm>
              <a:off x="6632640" y="2900160"/>
              <a:ext cx="1004040" cy="2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3BB1CBC-AE50-27BD-F009-C24C8C93DA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16800" y="2836800"/>
                <a:ext cx="10353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4731E9-2074-924B-47C3-5DCFFAD4E97A}"/>
                  </a:ext>
                </a:extLst>
              </p14:cNvPr>
              <p14:cNvContentPartPr/>
              <p14:nvPr/>
            </p14:nvContentPartPr>
            <p14:xfrm>
              <a:off x="8100720" y="2935440"/>
              <a:ext cx="1941480" cy="90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4731E9-2074-924B-47C3-5DCFFAD4E9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84880" y="2872080"/>
                <a:ext cx="19728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488A9F6-CFC4-460C-70FC-8149A7862125}"/>
                  </a:ext>
                </a:extLst>
              </p14:cNvPr>
              <p14:cNvContentPartPr/>
              <p14:nvPr/>
            </p14:nvContentPartPr>
            <p14:xfrm>
              <a:off x="10758960" y="2863080"/>
              <a:ext cx="303120" cy="128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488A9F6-CFC4-460C-70FC-8149A78621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43120" y="2799720"/>
                <a:ext cx="3344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F35E45-02B1-B66A-1AE5-19EFE6A3BD39}"/>
                  </a:ext>
                </a:extLst>
              </p14:cNvPr>
              <p14:cNvContentPartPr/>
              <p14:nvPr/>
            </p14:nvContentPartPr>
            <p14:xfrm>
              <a:off x="6630480" y="3467160"/>
              <a:ext cx="902880" cy="45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F35E45-02B1-B66A-1AE5-19EFE6A3BD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14640" y="3403800"/>
                <a:ext cx="9342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5E32B67-27DB-2998-F534-5AEA92326F21}"/>
                  </a:ext>
                </a:extLst>
              </p14:cNvPr>
              <p14:cNvContentPartPr/>
              <p14:nvPr/>
            </p14:nvContentPartPr>
            <p14:xfrm>
              <a:off x="8062920" y="3458160"/>
              <a:ext cx="2058840" cy="72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5E32B67-27DB-2998-F534-5AEA92326F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47080" y="3394800"/>
                <a:ext cx="20901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5DC996-2865-1395-EE93-0AF38045D5E1}"/>
                  </a:ext>
                </a:extLst>
              </p14:cNvPr>
              <p14:cNvContentPartPr/>
              <p14:nvPr/>
            </p14:nvContentPartPr>
            <p14:xfrm>
              <a:off x="10747440" y="3430080"/>
              <a:ext cx="187920" cy="39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5DC996-2865-1395-EE93-0AF38045D5E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731600" y="3366720"/>
                <a:ext cx="2192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9EB226A-9DEF-E261-B631-02C7B6F03733}"/>
                  </a:ext>
                </a:extLst>
              </p14:cNvPr>
              <p14:cNvContentPartPr/>
              <p14:nvPr/>
            </p14:nvContentPartPr>
            <p14:xfrm>
              <a:off x="6534000" y="3964320"/>
              <a:ext cx="277200" cy="12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9EB226A-9DEF-E261-B631-02C7B6F0373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18160" y="3900960"/>
                <a:ext cx="3085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92E1C2-B05A-302C-4880-60CD3CBB9BB7}"/>
                  </a:ext>
                </a:extLst>
              </p14:cNvPr>
              <p14:cNvContentPartPr/>
              <p14:nvPr/>
            </p14:nvContentPartPr>
            <p14:xfrm>
              <a:off x="7373520" y="4002480"/>
              <a:ext cx="1531440" cy="29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92E1C2-B05A-302C-4880-60CD3CBB9BB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57680" y="3939120"/>
                <a:ext cx="1562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378ABFA-B672-CD27-8AB2-E6CE12E294FB}"/>
                  </a:ext>
                </a:extLst>
              </p14:cNvPr>
              <p14:cNvContentPartPr/>
              <p14:nvPr/>
            </p14:nvContentPartPr>
            <p14:xfrm>
              <a:off x="9361800" y="4056480"/>
              <a:ext cx="1557360" cy="77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378ABFA-B672-CD27-8AB2-E6CE12E294F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45960" y="3993120"/>
                <a:ext cx="15886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AB283D-00A9-3375-2BB9-01D02A07E622}"/>
                  </a:ext>
                </a:extLst>
              </p14:cNvPr>
              <p14:cNvContentPartPr/>
              <p14:nvPr/>
            </p14:nvContentPartPr>
            <p14:xfrm>
              <a:off x="6607080" y="4470840"/>
              <a:ext cx="251280" cy="17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AB283D-00A9-3375-2BB9-01D02A07E62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91240" y="4407480"/>
                <a:ext cx="282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80574BB-0263-588D-8014-44534EBAE17B}"/>
                  </a:ext>
                </a:extLst>
              </p14:cNvPr>
              <p14:cNvContentPartPr/>
              <p14:nvPr/>
            </p14:nvContentPartPr>
            <p14:xfrm>
              <a:off x="7350120" y="4527720"/>
              <a:ext cx="2841840" cy="84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80574BB-0263-588D-8014-44534EBAE1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34280" y="4464360"/>
                <a:ext cx="28731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4055130-8989-395E-E378-5E3ED6B3C4F5}"/>
                  </a:ext>
                </a:extLst>
              </p14:cNvPr>
              <p14:cNvContentPartPr/>
              <p14:nvPr/>
            </p14:nvContentPartPr>
            <p14:xfrm>
              <a:off x="10740600" y="4611960"/>
              <a:ext cx="255960" cy="24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4055130-8989-395E-E378-5E3ED6B3C4F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24760" y="4548600"/>
                <a:ext cx="2872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A20689E-9301-2BA2-9F14-1074C530E9FD}"/>
                  </a:ext>
                </a:extLst>
              </p14:cNvPr>
              <p14:cNvContentPartPr/>
              <p14:nvPr/>
            </p14:nvContentPartPr>
            <p14:xfrm>
              <a:off x="6644520" y="5135400"/>
              <a:ext cx="909720" cy="84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A20689E-9301-2BA2-9F14-1074C530E9F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28680" y="5072040"/>
                <a:ext cx="9410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F744187-4F8D-B137-2222-07E780F9FA84}"/>
                  </a:ext>
                </a:extLst>
              </p14:cNvPr>
              <p14:cNvContentPartPr/>
              <p14:nvPr/>
            </p14:nvContentPartPr>
            <p14:xfrm>
              <a:off x="8196480" y="5079960"/>
              <a:ext cx="2575080" cy="57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F744187-4F8D-B137-2222-07E780F9FA8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80640" y="5016600"/>
                <a:ext cx="26064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2C58D56-E383-8B80-A0C6-582DA0407238}"/>
                  </a:ext>
                </a:extLst>
              </p14:cNvPr>
              <p14:cNvContentPartPr/>
              <p14:nvPr/>
            </p14:nvContentPartPr>
            <p14:xfrm>
              <a:off x="6496920" y="5634000"/>
              <a:ext cx="1742040" cy="50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2C58D56-E383-8B80-A0C6-582DA040723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81080" y="5570640"/>
                <a:ext cx="17733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3B19D18-6F44-4E4A-A530-41C13935285F}"/>
                  </a:ext>
                </a:extLst>
              </p14:cNvPr>
              <p14:cNvContentPartPr/>
              <p14:nvPr/>
            </p14:nvContentPartPr>
            <p14:xfrm>
              <a:off x="806400" y="949680"/>
              <a:ext cx="10138320" cy="5416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3B19D18-6F44-4E4A-A530-41C13935285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7040" y="940320"/>
                <a:ext cx="10157040" cy="54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534920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AnalogousFromLightSeedRightStep">
      <a:dk1>
        <a:srgbClr val="000000"/>
      </a:dk1>
      <a:lt1>
        <a:srgbClr val="FFFFFF"/>
      </a:lt1>
      <a:dk2>
        <a:srgbClr val="242A41"/>
      </a:dk2>
      <a:lt2>
        <a:srgbClr val="E8E2E7"/>
      </a:lt2>
      <a:accent1>
        <a:srgbClr val="44B557"/>
      </a:accent1>
      <a:accent2>
        <a:srgbClr val="47B386"/>
      </a:accent2>
      <a:accent3>
        <a:srgbClr val="50AFB0"/>
      </a:accent3>
      <a:accent4>
        <a:srgbClr val="59A7E0"/>
      </a:accent4>
      <a:accent5>
        <a:srgbClr val="7789E5"/>
      </a:accent5>
      <a:accent6>
        <a:srgbClr val="7B59E0"/>
      </a:accent6>
      <a:hlink>
        <a:srgbClr val="AE69A2"/>
      </a:hlink>
      <a:folHlink>
        <a:srgbClr val="7F7F7F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F14E76C8-1DC8-4C20-A46F-99391635D104}"/>
</file>

<file path=customXml/itemProps2.xml><?xml version="1.0" encoding="utf-8"?>
<ds:datastoreItem xmlns:ds="http://schemas.openxmlformats.org/officeDocument/2006/customXml" ds:itemID="{629418C7-7907-4D7A-B660-7785B2E1FA85}"/>
</file>

<file path=customXml/itemProps3.xml><?xml version="1.0" encoding="utf-8"?>
<ds:datastoreItem xmlns:ds="http://schemas.openxmlformats.org/officeDocument/2006/customXml" ds:itemID="{4A7738A8-A25E-489F-A5A7-9E7837F895DB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7406</Words>
  <Application>Microsoft Office PowerPoint</Application>
  <PresentationFormat>Widescreen</PresentationFormat>
  <Paragraphs>2127</Paragraphs>
  <Slides>110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20" baseType="lpstr">
      <vt:lpstr>Gulim</vt:lpstr>
      <vt:lpstr>Arial</vt:lpstr>
      <vt:lpstr>Avenir Next LT Pro</vt:lpstr>
      <vt:lpstr>Calibri</vt:lpstr>
      <vt:lpstr>Cambria Math</vt:lpstr>
      <vt:lpstr>Courier New</vt:lpstr>
      <vt:lpstr>Sabon Next LT</vt:lpstr>
      <vt:lpstr>Times New Roman</vt:lpstr>
      <vt:lpstr>Wingdings</vt:lpstr>
      <vt:lpstr>LuminousVTI</vt:lpstr>
      <vt:lpstr>Chapter 3</vt:lpstr>
      <vt:lpstr>Outlines</vt:lpstr>
      <vt:lpstr>Learning Objectives</vt:lpstr>
      <vt:lpstr>Classical Symmetric-Key Ciphers (Overview)</vt:lpstr>
      <vt:lpstr>SUBSTITUTION CIPHERS</vt:lpstr>
      <vt:lpstr>Substitution Cipher – Overview </vt:lpstr>
      <vt:lpstr>MONOALPHABETIC SUBSTITUTION CIPHERS</vt:lpstr>
      <vt:lpstr>Monoalphabetic Substitution Cipher</vt:lpstr>
      <vt:lpstr>Monoalphabetic Substitution – Shift Cipher</vt:lpstr>
      <vt:lpstr>Monoalphabetic Substitution – Shift Cipher</vt:lpstr>
      <vt:lpstr>Monoalphabetic Substitution – Shift Cipher</vt:lpstr>
      <vt:lpstr>Monoalphabetic Substitution – Shift Cipher</vt:lpstr>
      <vt:lpstr>Monoalphabetic Substitution – Shift Cipher</vt:lpstr>
      <vt:lpstr>Cryptanalysis on Shift Cipher</vt:lpstr>
      <vt:lpstr>Cryptanalysis on Shift Cipher</vt:lpstr>
      <vt:lpstr>Cryptanalysis on Shift Cipher</vt:lpstr>
      <vt:lpstr>Cryptanalysis on Shift Cipher</vt:lpstr>
      <vt:lpstr>Monoalphabetic Substitution – Multiplicative Cipher</vt:lpstr>
      <vt:lpstr>Monoalphabetic Substitution – Multiplicative Cipher</vt:lpstr>
      <vt:lpstr>Monoalphabetic Substitution – Multiplicative Cipher</vt:lpstr>
      <vt:lpstr>Monoalphabetic Substitution – Multiplicative Cipher</vt:lpstr>
      <vt:lpstr>Monoalphabetic Substitution – Multiplicative Cipher</vt:lpstr>
      <vt:lpstr>Monoalphabetic Substitution – Affine Cipher</vt:lpstr>
      <vt:lpstr>Monoalphabetic Substitution – Affine Cipher</vt:lpstr>
      <vt:lpstr>Monoalphabetic Substitution – Affine Cipher</vt:lpstr>
      <vt:lpstr>Monoalphabetic Substitution – Affine Cipher</vt:lpstr>
      <vt:lpstr>Monoalphabetic Substitution – Affine Cipher</vt:lpstr>
      <vt:lpstr>Monoalphabetic Substitution – Security Issues</vt:lpstr>
      <vt:lpstr>Monoalphabetic Substitution – Security Issues</vt:lpstr>
      <vt:lpstr>Monoalphabetic Substitution – Frequency Analysis</vt:lpstr>
      <vt:lpstr>Monoalphabetic Substitution – Frequency Analysis</vt:lpstr>
      <vt:lpstr>Monoalphabetic Substitution – Frequency Analysis</vt:lpstr>
      <vt:lpstr>Monoalphabetic Substitution – Frequency Analysis</vt:lpstr>
      <vt:lpstr>Monoalphabetic Substitution – Frequency Analysis</vt:lpstr>
      <vt:lpstr>Monoalphabetic Substitution – Frequency Analysis</vt:lpstr>
      <vt:lpstr>POLYALPHABETIC SUBSTITUTION CIPHERS</vt:lpstr>
      <vt:lpstr>Polyalphabetic Substitution Cipher</vt:lpstr>
      <vt:lpstr>Polyalphabetic Substitution Cipher</vt:lpstr>
      <vt:lpstr>Polyalphabetic Substitution – Autokey Cipher</vt:lpstr>
      <vt:lpstr>Polyalphabetic Substitution – Autokey Cipher</vt:lpstr>
      <vt:lpstr>Polyalphabetic Substitution – Autokey Cipher</vt:lpstr>
      <vt:lpstr>Security on Autokey Cipher</vt:lpstr>
      <vt:lpstr>Polyalphabetic Substitution – Playfair Cipher</vt:lpstr>
      <vt:lpstr>Polyalphabetic Substitution – Playfair Cipher</vt:lpstr>
      <vt:lpstr>Polyalphabetic Substitution – Playfair Cipher</vt:lpstr>
      <vt:lpstr>Polyalphabetic Substitution – Playfair Cipher</vt:lpstr>
      <vt:lpstr>Polyalphabetic Substitution – Playfair Cipher</vt:lpstr>
      <vt:lpstr>Polyalphabetic Substitution – Playfair Cipher</vt:lpstr>
      <vt:lpstr>Polyalphabetic Substitution – Playfair Cipher</vt:lpstr>
      <vt:lpstr>Security on Playfair Cipher</vt:lpstr>
      <vt:lpstr>Polyalphabetic Substitution – Vigenère Cipher</vt:lpstr>
      <vt:lpstr>Polyalphabetic Substitution – Vigenère Cipher</vt:lpstr>
      <vt:lpstr>Polyalphabetic Substitution – Vigenère Cipher</vt:lpstr>
      <vt:lpstr>Polyalphabetic Substitution – Vigenère Cipher</vt:lpstr>
      <vt:lpstr>PowerPoint Presentation</vt:lpstr>
      <vt:lpstr>Polyalphabetic Substitution – Vigenère Cipher</vt:lpstr>
      <vt:lpstr>PowerPoint Presentation</vt:lpstr>
      <vt:lpstr>Security on Vigenère Cipher</vt:lpstr>
      <vt:lpstr>Security on Vigenère Cipher</vt:lpstr>
      <vt:lpstr>Polyalphabetic Substitution – Rotor Cipher</vt:lpstr>
      <vt:lpstr>Polyalphabetic Substitution – Rotor Cipher</vt:lpstr>
      <vt:lpstr>Security on Rotor Cipher</vt:lpstr>
      <vt:lpstr>Advancement on Rotor Cipher – the Enigma Machine </vt:lpstr>
      <vt:lpstr>Advancement on Rotor Cipher – the Enigma Machine </vt:lpstr>
      <vt:lpstr>Polyalphabetic Substitution – Vernam Cipher</vt:lpstr>
      <vt:lpstr>Advancement on Vernam Cipher – the One-Time Pad </vt:lpstr>
      <vt:lpstr>Advancement on Vernam Cipher – the One-Time Pad </vt:lpstr>
      <vt:lpstr>Polyalphabetic Substitution – Hill Cipher (Optional)</vt:lpstr>
      <vt:lpstr>Polyalphabetic Substitution – Hill Cipher (Optional)</vt:lpstr>
      <vt:lpstr>Polyalphabetic Substitution – Hill Cipher (Optional)</vt:lpstr>
      <vt:lpstr>Polyalphabetic Substitution – Hill Cipher (Optional)</vt:lpstr>
      <vt:lpstr>Polyalphabetic Substitution – Hill Cipher (Optional)</vt:lpstr>
      <vt:lpstr>Security on Hill Cipher (Optional)</vt:lpstr>
      <vt:lpstr>TRANSPOSITION CIPHERS</vt:lpstr>
      <vt:lpstr>Transposition Ciphers - Overview</vt:lpstr>
      <vt:lpstr>KEYLESS TRANSPOSITION CIPHERS</vt:lpstr>
      <vt:lpstr>Keyless Transposition - Overview</vt:lpstr>
      <vt:lpstr>Keyless Transposition – Rail Fence Cipher</vt:lpstr>
      <vt:lpstr>Keyless Transposition – Rail Fence Cipher</vt:lpstr>
      <vt:lpstr>Keyless Transposition – Rail Fence Cipher</vt:lpstr>
      <vt:lpstr>Keyless Transposition – Rail Fence Cipher</vt:lpstr>
      <vt:lpstr>Keyless Transposition Cipher </vt:lpstr>
      <vt:lpstr>Keyless Transposition Cipher </vt:lpstr>
      <vt:lpstr>Keyless Transposition Cipher </vt:lpstr>
      <vt:lpstr>Keyless Transposition Cipher </vt:lpstr>
      <vt:lpstr>Security on Keyless Transposition Cipher</vt:lpstr>
      <vt:lpstr>KEYED TRANSPOSITION CIPHERS</vt:lpstr>
      <vt:lpstr>Keyed Transposition Ciphers</vt:lpstr>
      <vt:lpstr>Keyed Transposition Ciphers</vt:lpstr>
      <vt:lpstr>Keyed Transposition Ciphers</vt:lpstr>
      <vt:lpstr>Keyed Transposition Ciphers</vt:lpstr>
      <vt:lpstr>Keyed Transposition Ciphers</vt:lpstr>
      <vt:lpstr>Keyed Transposition Ciphers</vt:lpstr>
      <vt:lpstr>KEYLESS + KEYED  TRANSPOSITION CIPHERS (Columnar Transposition Ciphers)</vt:lpstr>
      <vt:lpstr>Keyless + Keyed Transposition Cipher</vt:lpstr>
      <vt:lpstr>Keyless + Keyed Transposition Cipher</vt:lpstr>
      <vt:lpstr>Keyless + Keyed Transposition Cipher</vt:lpstr>
      <vt:lpstr>Security on Transposition Cipher</vt:lpstr>
      <vt:lpstr>Keyless + Keyed Transposition Cipher</vt:lpstr>
      <vt:lpstr>Keyless + Keyed Transposition Cipher</vt:lpstr>
      <vt:lpstr>Keyless + Keyed Transposition Cipher</vt:lpstr>
      <vt:lpstr>PRODUCT CIPHERS</vt:lpstr>
      <vt:lpstr>Product Cipher - Overview</vt:lpstr>
      <vt:lpstr>Main References for Chapter 3</vt:lpstr>
      <vt:lpstr>~ THE END  ~</vt:lpstr>
      <vt:lpstr>Keyless Transposition – Rail Fence Cipher</vt:lpstr>
      <vt:lpstr>Keyless Transposition – Rail Fence Cipher</vt:lpstr>
      <vt:lpstr>Keyless Transposition – Rail Fence Cipher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Tea Boon Chian</dc:creator>
  <cp:lastModifiedBy>Tea Boon Chian</cp:lastModifiedBy>
  <cp:revision>1</cp:revision>
  <dcterms:created xsi:type="dcterms:W3CDTF">2023-10-25T09:14:40Z</dcterms:created>
  <dcterms:modified xsi:type="dcterms:W3CDTF">2024-04-23T08:39:56Z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