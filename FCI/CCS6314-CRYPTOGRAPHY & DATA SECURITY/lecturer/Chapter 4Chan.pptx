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4"/>
  </p:sldMasterIdLst>
  <p:sldIdLst>
    <p:sldId id="256" r:id="rId5"/>
    <p:sldId id="257" r:id="rId6"/>
    <p:sldId id="258" r:id="rId7"/>
    <p:sldId id="260" r:id="rId8"/>
    <p:sldId id="259" r:id="rId9"/>
    <p:sldId id="350" r:id="rId10"/>
    <p:sldId id="261" r:id="rId11"/>
    <p:sldId id="299" r:id="rId12"/>
    <p:sldId id="262" r:id="rId13"/>
    <p:sldId id="354" r:id="rId14"/>
    <p:sldId id="352" r:id="rId15"/>
    <p:sldId id="300" r:id="rId16"/>
    <p:sldId id="301" r:id="rId17"/>
    <p:sldId id="355" r:id="rId18"/>
    <p:sldId id="356" r:id="rId19"/>
    <p:sldId id="357" r:id="rId20"/>
    <p:sldId id="302" r:id="rId21"/>
    <p:sldId id="303" r:id="rId22"/>
    <p:sldId id="304" r:id="rId23"/>
    <p:sldId id="305" r:id="rId24"/>
    <p:sldId id="358" r:id="rId25"/>
    <p:sldId id="359" r:id="rId26"/>
    <p:sldId id="306" r:id="rId27"/>
    <p:sldId id="307" r:id="rId28"/>
    <p:sldId id="308" r:id="rId29"/>
    <p:sldId id="309" r:id="rId30"/>
    <p:sldId id="360" r:id="rId31"/>
    <p:sldId id="361" r:id="rId32"/>
    <p:sldId id="364" r:id="rId33"/>
    <p:sldId id="366" r:id="rId34"/>
    <p:sldId id="311" r:id="rId35"/>
    <p:sldId id="362" r:id="rId36"/>
    <p:sldId id="376" r:id="rId37"/>
    <p:sldId id="375" r:id="rId38"/>
    <p:sldId id="363" r:id="rId39"/>
    <p:sldId id="365" r:id="rId40"/>
    <p:sldId id="377" r:id="rId41"/>
    <p:sldId id="313" r:id="rId42"/>
    <p:sldId id="367" r:id="rId43"/>
    <p:sldId id="368" r:id="rId44"/>
    <p:sldId id="374" r:id="rId45"/>
    <p:sldId id="314" r:id="rId46"/>
    <p:sldId id="373" r:id="rId47"/>
    <p:sldId id="369" r:id="rId48"/>
    <p:sldId id="315" r:id="rId49"/>
    <p:sldId id="379" r:id="rId50"/>
    <p:sldId id="380" r:id="rId51"/>
    <p:sldId id="316" r:id="rId52"/>
    <p:sldId id="370" r:id="rId53"/>
    <p:sldId id="317" r:id="rId54"/>
    <p:sldId id="378" r:id="rId55"/>
    <p:sldId id="318" r:id="rId56"/>
    <p:sldId id="320" r:id="rId57"/>
    <p:sldId id="319" r:id="rId58"/>
    <p:sldId id="321" r:id="rId59"/>
    <p:sldId id="371" r:id="rId60"/>
    <p:sldId id="323" r:id="rId61"/>
    <p:sldId id="324" r:id="rId62"/>
    <p:sldId id="325" r:id="rId63"/>
    <p:sldId id="326" r:id="rId64"/>
    <p:sldId id="327" r:id="rId65"/>
    <p:sldId id="328" r:id="rId66"/>
    <p:sldId id="329" r:id="rId67"/>
    <p:sldId id="330" r:id="rId68"/>
    <p:sldId id="331" r:id="rId69"/>
    <p:sldId id="332" r:id="rId70"/>
    <p:sldId id="333" r:id="rId71"/>
    <p:sldId id="334" r:id="rId72"/>
    <p:sldId id="381" r:id="rId73"/>
    <p:sldId id="382" r:id="rId74"/>
    <p:sldId id="372" r:id="rId75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DF3D8"/>
    <a:srgbClr val="9BE6B1"/>
    <a:srgbClr val="000000"/>
    <a:srgbClr val="FEDABA"/>
    <a:srgbClr val="FEB97D"/>
    <a:srgbClr val="FFD5E8"/>
    <a:srgbClr val="FFBB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22097D-A94C-4D06-8169-7985FC97A1C7}" v="1" dt="2024-03-27T05:24:30.1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theme" Target="theme/theme1.xml"/><Relationship Id="rId8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presProps" Target="presProp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a Boon Chian" userId="ab84e6a5-2079-4f96-af03-c8dde00dcc75" providerId="ADAL" clId="{BD22097D-A94C-4D06-8169-7985FC97A1C7}"/>
    <pc:docChg chg="modSld">
      <pc:chgData name="Tea Boon Chian" userId="ab84e6a5-2079-4f96-af03-c8dde00dcc75" providerId="ADAL" clId="{BD22097D-A94C-4D06-8169-7985FC97A1C7}" dt="2024-03-27T05:24:30.104" v="0" actId="20577"/>
      <pc:docMkLst>
        <pc:docMk/>
      </pc:docMkLst>
      <pc:sldChg chg="modSp">
        <pc:chgData name="Tea Boon Chian" userId="ab84e6a5-2079-4f96-af03-c8dde00dcc75" providerId="ADAL" clId="{BD22097D-A94C-4D06-8169-7985FC97A1C7}" dt="2024-03-27T05:24:30.104" v="0" actId="20577"/>
        <pc:sldMkLst>
          <pc:docMk/>
          <pc:sldMk cId="2367744918" sldId="307"/>
        </pc:sldMkLst>
        <pc:spChg chg="mod">
          <ac:chgData name="Tea Boon Chian" userId="ab84e6a5-2079-4f96-af03-c8dde00dcc75" providerId="ADAL" clId="{BD22097D-A94C-4D06-8169-7985FC97A1C7}" dt="2024-03-27T05:24:30.104" v="0" actId="20577"/>
          <ac:spMkLst>
            <pc:docMk/>
            <pc:sldMk cId="2367744918" sldId="307"/>
            <ac:spMk id="3" creationId="{437C062D-9FA6-B2AB-C1C5-FB9F1B32B963}"/>
          </ac:spMkLst>
        </pc:spChg>
      </pc:sldChg>
    </pc:docChg>
  </pc:docChgLst>
  <pc:docChgLst>
    <pc:chgData name="Tea Boon Chian" userId="ab84e6a5-2079-4f96-af03-c8dde00dcc75" providerId="ADAL" clId="{BCD63874-66BF-4774-B263-6717FFA9A447}"/>
    <pc:docChg chg="undo redo custSel addSld delSld modSld sldOrd">
      <pc:chgData name="Tea Boon Chian" userId="ab84e6a5-2079-4f96-af03-c8dde00dcc75" providerId="ADAL" clId="{BCD63874-66BF-4774-B263-6717FFA9A447}" dt="2023-12-26T00:52:43.225" v="24874" actId="113"/>
      <pc:docMkLst>
        <pc:docMk/>
      </pc:docMkLst>
      <pc:sldChg chg="modSp mod">
        <pc:chgData name="Tea Boon Chian" userId="ab84e6a5-2079-4f96-af03-c8dde00dcc75" providerId="ADAL" clId="{BCD63874-66BF-4774-B263-6717FFA9A447}" dt="2023-11-14T12:24:49.466" v="24829" actId="20577"/>
        <pc:sldMkLst>
          <pc:docMk/>
          <pc:sldMk cId="4085534820" sldId="257"/>
        </pc:sldMkLst>
        <pc:spChg chg="mod">
          <ac:chgData name="Tea Boon Chian" userId="ab84e6a5-2079-4f96-af03-c8dde00dcc75" providerId="ADAL" clId="{BCD63874-66BF-4774-B263-6717FFA9A447}" dt="2023-11-05T04:31:26.890" v="7" actId="20577"/>
          <ac:spMkLst>
            <pc:docMk/>
            <pc:sldMk cId="4085534820" sldId="257"/>
            <ac:spMk id="2" creationId="{51768E25-4CC3-F98C-2223-FDAE86041D8A}"/>
          </ac:spMkLst>
        </pc:spChg>
        <pc:spChg chg="mod">
          <ac:chgData name="Tea Boon Chian" userId="ab84e6a5-2079-4f96-af03-c8dde00dcc75" providerId="ADAL" clId="{BCD63874-66BF-4774-B263-6717FFA9A447}" dt="2023-11-14T12:24:49.466" v="24829" actId="20577"/>
          <ac:spMkLst>
            <pc:docMk/>
            <pc:sldMk cId="4085534820" sldId="257"/>
            <ac:spMk id="3" creationId="{437C062D-9FA6-B2AB-C1C5-FB9F1B32B963}"/>
          </ac:spMkLst>
        </pc:spChg>
      </pc:sldChg>
      <pc:sldChg chg="modSp add mod">
        <pc:chgData name="Tea Boon Chian" userId="ab84e6a5-2079-4f96-af03-c8dde00dcc75" providerId="ADAL" clId="{BCD63874-66BF-4774-B263-6717FFA9A447}" dt="2023-12-26T00:52:43.225" v="24874" actId="113"/>
        <pc:sldMkLst>
          <pc:docMk/>
          <pc:sldMk cId="1061536329" sldId="258"/>
        </pc:sldMkLst>
        <pc:spChg chg="mod">
          <ac:chgData name="Tea Boon Chian" userId="ab84e6a5-2079-4f96-af03-c8dde00dcc75" providerId="ADAL" clId="{BCD63874-66BF-4774-B263-6717FFA9A447}" dt="2023-11-05T04:33:12.154" v="91" actId="20577"/>
          <ac:spMkLst>
            <pc:docMk/>
            <pc:sldMk cId="1061536329" sldId="258"/>
            <ac:spMk id="2" creationId="{51768E25-4CC3-F98C-2223-FDAE86041D8A}"/>
          </ac:spMkLst>
        </pc:spChg>
        <pc:spChg chg="mod">
          <ac:chgData name="Tea Boon Chian" userId="ab84e6a5-2079-4f96-af03-c8dde00dcc75" providerId="ADAL" clId="{BCD63874-66BF-4774-B263-6717FFA9A447}" dt="2023-12-26T00:52:43.225" v="24874" actId="113"/>
          <ac:spMkLst>
            <pc:docMk/>
            <pc:sldMk cId="1061536329" sldId="258"/>
            <ac:spMk id="3" creationId="{437C062D-9FA6-B2AB-C1C5-FB9F1B32B963}"/>
          </ac:spMkLst>
        </pc:spChg>
      </pc:sldChg>
      <pc:sldChg chg="modSp add mod">
        <pc:chgData name="Tea Boon Chian" userId="ab84e6a5-2079-4f96-af03-c8dde00dcc75" providerId="ADAL" clId="{BCD63874-66BF-4774-B263-6717FFA9A447}" dt="2023-11-09T00:12:57.279" v="1864"/>
        <pc:sldMkLst>
          <pc:docMk/>
          <pc:sldMk cId="2466580168" sldId="259"/>
        </pc:sldMkLst>
        <pc:spChg chg="mod">
          <ac:chgData name="Tea Boon Chian" userId="ab84e6a5-2079-4f96-af03-c8dde00dcc75" providerId="ADAL" clId="{BCD63874-66BF-4774-B263-6717FFA9A447}" dt="2023-11-08T12:07:12.216" v="1330" actId="207"/>
          <ac:spMkLst>
            <pc:docMk/>
            <pc:sldMk cId="2466580168" sldId="259"/>
            <ac:spMk id="2" creationId="{51768E25-4CC3-F98C-2223-FDAE86041D8A}"/>
          </ac:spMkLst>
        </pc:spChg>
        <pc:spChg chg="mod">
          <ac:chgData name="Tea Boon Chian" userId="ab84e6a5-2079-4f96-af03-c8dde00dcc75" providerId="ADAL" clId="{BCD63874-66BF-4774-B263-6717FFA9A447}" dt="2023-11-09T00:12:57.279" v="1864"/>
          <ac:spMkLst>
            <pc:docMk/>
            <pc:sldMk cId="2466580168" sldId="259"/>
            <ac:spMk id="3" creationId="{437C062D-9FA6-B2AB-C1C5-FB9F1B32B963}"/>
          </ac:spMkLst>
        </pc:spChg>
      </pc:sldChg>
      <pc:sldChg chg="delSp modSp add mod ord">
        <pc:chgData name="Tea Boon Chian" userId="ab84e6a5-2079-4f96-af03-c8dde00dcc75" providerId="ADAL" clId="{BCD63874-66BF-4774-B263-6717FFA9A447}" dt="2023-11-08T12:08:29.914" v="1402"/>
        <pc:sldMkLst>
          <pc:docMk/>
          <pc:sldMk cId="2089367178" sldId="260"/>
        </pc:sldMkLst>
        <pc:spChg chg="mod">
          <ac:chgData name="Tea Boon Chian" userId="ab84e6a5-2079-4f96-af03-c8dde00dcc75" providerId="ADAL" clId="{BCD63874-66BF-4774-B263-6717FFA9A447}" dt="2023-11-08T12:07:39.498" v="1367" actId="20577"/>
          <ac:spMkLst>
            <pc:docMk/>
            <pc:sldMk cId="2089367178" sldId="260"/>
            <ac:spMk id="2" creationId="{51768E25-4CC3-F98C-2223-FDAE86041D8A}"/>
          </ac:spMkLst>
        </pc:spChg>
        <pc:spChg chg="del">
          <ac:chgData name="Tea Boon Chian" userId="ab84e6a5-2079-4f96-af03-c8dde00dcc75" providerId="ADAL" clId="{BCD63874-66BF-4774-B263-6717FFA9A447}" dt="2023-11-08T12:07:18.083" v="1331" actId="478"/>
          <ac:spMkLst>
            <pc:docMk/>
            <pc:sldMk cId="2089367178" sldId="260"/>
            <ac:spMk id="3" creationId="{437C062D-9FA6-B2AB-C1C5-FB9F1B32B963}"/>
          </ac:spMkLst>
        </pc:spChg>
      </pc:sldChg>
      <pc:sldChg chg="modSp add mod">
        <pc:chgData name="Tea Boon Chian" userId="ab84e6a5-2079-4f96-af03-c8dde00dcc75" providerId="ADAL" clId="{BCD63874-66BF-4774-B263-6717FFA9A447}" dt="2023-11-09T00:38:44.617" v="3074" actId="20577"/>
        <pc:sldMkLst>
          <pc:docMk/>
          <pc:sldMk cId="1532172127" sldId="261"/>
        </pc:sldMkLst>
        <pc:spChg chg="mod">
          <ac:chgData name="Tea Boon Chian" userId="ab84e6a5-2079-4f96-af03-c8dde00dcc75" providerId="ADAL" clId="{BCD63874-66BF-4774-B263-6717FFA9A447}" dt="2023-11-08T12:09:26.398" v="1466" actId="207"/>
          <ac:spMkLst>
            <pc:docMk/>
            <pc:sldMk cId="1532172127" sldId="261"/>
            <ac:spMk id="2" creationId="{51768E25-4CC3-F98C-2223-FDAE86041D8A}"/>
          </ac:spMkLst>
        </pc:spChg>
        <pc:spChg chg="mod">
          <ac:chgData name="Tea Boon Chian" userId="ab84e6a5-2079-4f96-af03-c8dde00dcc75" providerId="ADAL" clId="{BCD63874-66BF-4774-B263-6717FFA9A447}" dt="2023-11-09T00:38:44.617" v="3074" actId="20577"/>
          <ac:spMkLst>
            <pc:docMk/>
            <pc:sldMk cId="1532172127" sldId="261"/>
            <ac:spMk id="3" creationId="{437C062D-9FA6-B2AB-C1C5-FB9F1B32B963}"/>
          </ac:spMkLst>
        </pc:spChg>
      </pc:sldChg>
      <pc:sldChg chg="modSp add mod">
        <pc:chgData name="Tea Boon Chian" userId="ab84e6a5-2079-4f96-af03-c8dde00dcc75" providerId="ADAL" clId="{BCD63874-66BF-4774-B263-6717FFA9A447}" dt="2023-11-09T03:42:27.565" v="3304" actId="20577"/>
        <pc:sldMkLst>
          <pc:docMk/>
          <pc:sldMk cId="3599512710" sldId="262"/>
        </pc:sldMkLst>
        <pc:spChg chg="mod">
          <ac:chgData name="Tea Boon Chian" userId="ab84e6a5-2079-4f96-af03-c8dde00dcc75" providerId="ADAL" clId="{BCD63874-66BF-4774-B263-6717FFA9A447}" dt="2023-11-08T12:14:29.077" v="1780" actId="20577"/>
          <ac:spMkLst>
            <pc:docMk/>
            <pc:sldMk cId="3599512710" sldId="262"/>
            <ac:spMk id="2" creationId="{51768E25-4CC3-F98C-2223-FDAE86041D8A}"/>
          </ac:spMkLst>
        </pc:spChg>
        <pc:spChg chg="mod">
          <ac:chgData name="Tea Boon Chian" userId="ab84e6a5-2079-4f96-af03-c8dde00dcc75" providerId="ADAL" clId="{BCD63874-66BF-4774-B263-6717FFA9A447}" dt="2023-11-09T03:42:27.565" v="3304" actId="20577"/>
          <ac:spMkLst>
            <pc:docMk/>
            <pc:sldMk cId="3599512710" sldId="262"/>
            <ac:spMk id="3" creationId="{437C062D-9FA6-B2AB-C1C5-FB9F1B32B963}"/>
          </ac:spMkLst>
        </pc:spChg>
      </pc:sldChg>
      <pc:sldChg chg="add del">
        <pc:chgData name="Tea Boon Chian" userId="ab84e6a5-2079-4f96-af03-c8dde00dcc75" providerId="ADAL" clId="{BCD63874-66BF-4774-B263-6717FFA9A447}" dt="2023-11-09T00:13:23.319" v="1905" actId="47"/>
        <pc:sldMkLst>
          <pc:docMk/>
          <pc:sldMk cId="4075386809" sldId="263"/>
        </pc:sldMkLst>
      </pc:sldChg>
      <pc:sldChg chg="add del">
        <pc:chgData name="Tea Boon Chian" userId="ab84e6a5-2079-4f96-af03-c8dde00dcc75" providerId="ADAL" clId="{BCD63874-66BF-4774-B263-6717FFA9A447}" dt="2023-11-09T00:13:22.262" v="1904" actId="47"/>
        <pc:sldMkLst>
          <pc:docMk/>
          <pc:sldMk cId="205216251" sldId="264"/>
        </pc:sldMkLst>
      </pc:sldChg>
      <pc:sldChg chg="add del">
        <pc:chgData name="Tea Boon Chian" userId="ab84e6a5-2079-4f96-af03-c8dde00dcc75" providerId="ADAL" clId="{BCD63874-66BF-4774-B263-6717FFA9A447}" dt="2023-11-09T00:13:22.129" v="1903" actId="47"/>
        <pc:sldMkLst>
          <pc:docMk/>
          <pc:sldMk cId="2459896632" sldId="265"/>
        </pc:sldMkLst>
      </pc:sldChg>
      <pc:sldChg chg="add del">
        <pc:chgData name="Tea Boon Chian" userId="ab84e6a5-2079-4f96-af03-c8dde00dcc75" providerId="ADAL" clId="{BCD63874-66BF-4774-B263-6717FFA9A447}" dt="2023-11-09T00:13:22.007" v="1902" actId="47"/>
        <pc:sldMkLst>
          <pc:docMk/>
          <pc:sldMk cId="309002937" sldId="266"/>
        </pc:sldMkLst>
      </pc:sldChg>
      <pc:sldChg chg="add del">
        <pc:chgData name="Tea Boon Chian" userId="ab84e6a5-2079-4f96-af03-c8dde00dcc75" providerId="ADAL" clId="{BCD63874-66BF-4774-B263-6717FFA9A447}" dt="2023-11-09T00:13:21.888" v="1901" actId="47"/>
        <pc:sldMkLst>
          <pc:docMk/>
          <pc:sldMk cId="3071714114" sldId="267"/>
        </pc:sldMkLst>
      </pc:sldChg>
      <pc:sldChg chg="add del">
        <pc:chgData name="Tea Boon Chian" userId="ab84e6a5-2079-4f96-af03-c8dde00dcc75" providerId="ADAL" clId="{BCD63874-66BF-4774-B263-6717FFA9A447}" dt="2023-11-09T00:13:21.771" v="1900" actId="47"/>
        <pc:sldMkLst>
          <pc:docMk/>
          <pc:sldMk cId="3804915396" sldId="268"/>
        </pc:sldMkLst>
      </pc:sldChg>
      <pc:sldChg chg="add del">
        <pc:chgData name="Tea Boon Chian" userId="ab84e6a5-2079-4f96-af03-c8dde00dcc75" providerId="ADAL" clId="{BCD63874-66BF-4774-B263-6717FFA9A447}" dt="2023-11-09T00:13:21.639" v="1899" actId="47"/>
        <pc:sldMkLst>
          <pc:docMk/>
          <pc:sldMk cId="3747095219" sldId="269"/>
        </pc:sldMkLst>
      </pc:sldChg>
      <pc:sldChg chg="add del">
        <pc:chgData name="Tea Boon Chian" userId="ab84e6a5-2079-4f96-af03-c8dde00dcc75" providerId="ADAL" clId="{BCD63874-66BF-4774-B263-6717FFA9A447}" dt="2023-11-09T00:13:21.525" v="1898" actId="47"/>
        <pc:sldMkLst>
          <pc:docMk/>
          <pc:sldMk cId="1012270087" sldId="270"/>
        </pc:sldMkLst>
      </pc:sldChg>
      <pc:sldChg chg="add del">
        <pc:chgData name="Tea Boon Chian" userId="ab84e6a5-2079-4f96-af03-c8dde00dcc75" providerId="ADAL" clId="{BCD63874-66BF-4774-B263-6717FFA9A447}" dt="2023-11-09T00:13:21.391" v="1897" actId="47"/>
        <pc:sldMkLst>
          <pc:docMk/>
          <pc:sldMk cId="1239454903" sldId="271"/>
        </pc:sldMkLst>
      </pc:sldChg>
      <pc:sldChg chg="add del">
        <pc:chgData name="Tea Boon Chian" userId="ab84e6a5-2079-4f96-af03-c8dde00dcc75" providerId="ADAL" clId="{BCD63874-66BF-4774-B263-6717FFA9A447}" dt="2023-11-09T00:13:21.283" v="1896" actId="47"/>
        <pc:sldMkLst>
          <pc:docMk/>
          <pc:sldMk cId="2674569225" sldId="272"/>
        </pc:sldMkLst>
      </pc:sldChg>
      <pc:sldChg chg="add del">
        <pc:chgData name="Tea Boon Chian" userId="ab84e6a5-2079-4f96-af03-c8dde00dcc75" providerId="ADAL" clId="{BCD63874-66BF-4774-B263-6717FFA9A447}" dt="2023-11-09T00:13:21.156" v="1895" actId="47"/>
        <pc:sldMkLst>
          <pc:docMk/>
          <pc:sldMk cId="952156256" sldId="273"/>
        </pc:sldMkLst>
      </pc:sldChg>
      <pc:sldChg chg="add del">
        <pc:chgData name="Tea Boon Chian" userId="ab84e6a5-2079-4f96-af03-c8dde00dcc75" providerId="ADAL" clId="{BCD63874-66BF-4774-B263-6717FFA9A447}" dt="2023-11-09T00:13:21.028" v="1894" actId="47"/>
        <pc:sldMkLst>
          <pc:docMk/>
          <pc:sldMk cId="2390060295" sldId="274"/>
        </pc:sldMkLst>
      </pc:sldChg>
      <pc:sldChg chg="add del">
        <pc:chgData name="Tea Boon Chian" userId="ab84e6a5-2079-4f96-af03-c8dde00dcc75" providerId="ADAL" clId="{BCD63874-66BF-4774-B263-6717FFA9A447}" dt="2023-11-09T00:13:20.915" v="1893" actId="47"/>
        <pc:sldMkLst>
          <pc:docMk/>
          <pc:sldMk cId="3984930895" sldId="275"/>
        </pc:sldMkLst>
      </pc:sldChg>
      <pc:sldChg chg="add del">
        <pc:chgData name="Tea Boon Chian" userId="ab84e6a5-2079-4f96-af03-c8dde00dcc75" providerId="ADAL" clId="{BCD63874-66BF-4774-B263-6717FFA9A447}" dt="2023-11-09T00:13:20.802" v="1892" actId="47"/>
        <pc:sldMkLst>
          <pc:docMk/>
          <pc:sldMk cId="822756953" sldId="276"/>
        </pc:sldMkLst>
      </pc:sldChg>
      <pc:sldChg chg="add del">
        <pc:chgData name="Tea Boon Chian" userId="ab84e6a5-2079-4f96-af03-c8dde00dcc75" providerId="ADAL" clId="{BCD63874-66BF-4774-B263-6717FFA9A447}" dt="2023-11-09T00:13:20.669" v="1891" actId="47"/>
        <pc:sldMkLst>
          <pc:docMk/>
          <pc:sldMk cId="1717048576" sldId="277"/>
        </pc:sldMkLst>
      </pc:sldChg>
      <pc:sldChg chg="add del">
        <pc:chgData name="Tea Boon Chian" userId="ab84e6a5-2079-4f96-af03-c8dde00dcc75" providerId="ADAL" clId="{BCD63874-66BF-4774-B263-6717FFA9A447}" dt="2023-11-09T00:13:20.560" v="1890" actId="47"/>
        <pc:sldMkLst>
          <pc:docMk/>
          <pc:sldMk cId="2692117076" sldId="278"/>
        </pc:sldMkLst>
      </pc:sldChg>
      <pc:sldChg chg="add del">
        <pc:chgData name="Tea Boon Chian" userId="ab84e6a5-2079-4f96-af03-c8dde00dcc75" providerId="ADAL" clId="{BCD63874-66BF-4774-B263-6717FFA9A447}" dt="2023-11-09T00:13:20.431" v="1889" actId="47"/>
        <pc:sldMkLst>
          <pc:docMk/>
          <pc:sldMk cId="3675004160" sldId="279"/>
        </pc:sldMkLst>
      </pc:sldChg>
      <pc:sldChg chg="add del">
        <pc:chgData name="Tea Boon Chian" userId="ab84e6a5-2079-4f96-af03-c8dde00dcc75" providerId="ADAL" clId="{BCD63874-66BF-4774-B263-6717FFA9A447}" dt="2023-11-09T00:13:20.320" v="1888" actId="47"/>
        <pc:sldMkLst>
          <pc:docMk/>
          <pc:sldMk cId="220625501" sldId="280"/>
        </pc:sldMkLst>
      </pc:sldChg>
      <pc:sldChg chg="add del">
        <pc:chgData name="Tea Boon Chian" userId="ab84e6a5-2079-4f96-af03-c8dde00dcc75" providerId="ADAL" clId="{BCD63874-66BF-4774-B263-6717FFA9A447}" dt="2023-11-09T00:13:20.116" v="1887" actId="47"/>
        <pc:sldMkLst>
          <pc:docMk/>
          <pc:sldMk cId="4122723413" sldId="281"/>
        </pc:sldMkLst>
      </pc:sldChg>
      <pc:sldChg chg="add del">
        <pc:chgData name="Tea Boon Chian" userId="ab84e6a5-2079-4f96-af03-c8dde00dcc75" providerId="ADAL" clId="{BCD63874-66BF-4774-B263-6717FFA9A447}" dt="2023-11-09T00:13:19.988" v="1886" actId="47"/>
        <pc:sldMkLst>
          <pc:docMk/>
          <pc:sldMk cId="2754656622" sldId="282"/>
        </pc:sldMkLst>
      </pc:sldChg>
      <pc:sldChg chg="add del">
        <pc:chgData name="Tea Boon Chian" userId="ab84e6a5-2079-4f96-af03-c8dde00dcc75" providerId="ADAL" clId="{BCD63874-66BF-4774-B263-6717FFA9A447}" dt="2023-11-09T00:13:19.818" v="1885" actId="47"/>
        <pc:sldMkLst>
          <pc:docMk/>
          <pc:sldMk cId="1784204320" sldId="283"/>
        </pc:sldMkLst>
      </pc:sldChg>
      <pc:sldChg chg="add del">
        <pc:chgData name="Tea Boon Chian" userId="ab84e6a5-2079-4f96-af03-c8dde00dcc75" providerId="ADAL" clId="{BCD63874-66BF-4774-B263-6717FFA9A447}" dt="2023-11-09T00:13:19.787" v="1884" actId="47"/>
        <pc:sldMkLst>
          <pc:docMk/>
          <pc:sldMk cId="3633265082" sldId="284"/>
        </pc:sldMkLst>
      </pc:sldChg>
      <pc:sldChg chg="add del">
        <pc:chgData name="Tea Boon Chian" userId="ab84e6a5-2079-4f96-af03-c8dde00dcc75" providerId="ADAL" clId="{BCD63874-66BF-4774-B263-6717FFA9A447}" dt="2023-11-09T00:13:19.756" v="1883" actId="47"/>
        <pc:sldMkLst>
          <pc:docMk/>
          <pc:sldMk cId="2288269799" sldId="285"/>
        </pc:sldMkLst>
      </pc:sldChg>
      <pc:sldChg chg="add del">
        <pc:chgData name="Tea Boon Chian" userId="ab84e6a5-2079-4f96-af03-c8dde00dcc75" providerId="ADAL" clId="{BCD63874-66BF-4774-B263-6717FFA9A447}" dt="2023-11-09T00:13:19.713" v="1882" actId="47"/>
        <pc:sldMkLst>
          <pc:docMk/>
          <pc:sldMk cId="2908885792" sldId="286"/>
        </pc:sldMkLst>
      </pc:sldChg>
      <pc:sldChg chg="add del">
        <pc:chgData name="Tea Boon Chian" userId="ab84e6a5-2079-4f96-af03-c8dde00dcc75" providerId="ADAL" clId="{BCD63874-66BF-4774-B263-6717FFA9A447}" dt="2023-11-09T00:13:19.683" v="1881" actId="47"/>
        <pc:sldMkLst>
          <pc:docMk/>
          <pc:sldMk cId="3514174867" sldId="287"/>
        </pc:sldMkLst>
      </pc:sldChg>
      <pc:sldChg chg="add del">
        <pc:chgData name="Tea Boon Chian" userId="ab84e6a5-2079-4f96-af03-c8dde00dcc75" providerId="ADAL" clId="{BCD63874-66BF-4774-B263-6717FFA9A447}" dt="2023-11-09T00:13:19.652" v="1880" actId="47"/>
        <pc:sldMkLst>
          <pc:docMk/>
          <pc:sldMk cId="1407832822" sldId="288"/>
        </pc:sldMkLst>
      </pc:sldChg>
      <pc:sldChg chg="add del">
        <pc:chgData name="Tea Boon Chian" userId="ab84e6a5-2079-4f96-af03-c8dde00dcc75" providerId="ADAL" clId="{BCD63874-66BF-4774-B263-6717FFA9A447}" dt="2023-11-09T00:13:19.619" v="1879" actId="47"/>
        <pc:sldMkLst>
          <pc:docMk/>
          <pc:sldMk cId="2155735694" sldId="289"/>
        </pc:sldMkLst>
      </pc:sldChg>
      <pc:sldChg chg="add del">
        <pc:chgData name="Tea Boon Chian" userId="ab84e6a5-2079-4f96-af03-c8dde00dcc75" providerId="ADAL" clId="{BCD63874-66BF-4774-B263-6717FFA9A447}" dt="2023-11-09T00:13:19.586" v="1878" actId="47"/>
        <pc:sldMkLst>
          <pc:docMk/>
          <pc:sldMk cId="2944608998" sldId="290"/>
        </pc:sldMkLst>
      </pc:sldChg>
      <pc:sldChg chg="add del">
        <pc:chgData name="Tea Boon Chian" userId="ab84e6a5-2079-4f96-af03-c8dde00dcc75" providerId="ADAL" clId="{BCD63874-66BF-4774-B263-6717FFA9A447}" dt="2023-11-09T00:13:19.557" v="1877" actId="47"/>
        <pc:sldMkLst>
          <pc:docMk/>
          <pc:sldMk cId="556748886" sldId="291"/>
        </pc:sldMkLst>
      </pc:sldChg>
      <pc:sldChg chg="add del">
        <pc:chgData name="Tea Boon Chian" userId="ab84e6a5-2079-4f96-af03-c8dde00dcc75" providerId="ADAL" clId="{BCD63874-66BF-4774-B263-6717FFA9A447}" dt="2023-11-09T00:13:19.534" v="1876" actId="47"/>
        <pc:sldMkLst>
          <pc:docMk/>
          <pc:sldMk cId="2107858919" sldId="292"/>
        </pc:sldMkLst>
      </pc:sldChg>
      <pc:sldChg chg="add del">
        <pc:chgData name="Tea Boon Chian" userId="ab84e6a5-2079-4f96-af03-c8dde00dcc75" providerId="ADAL" clId="{BCD63874-66BF-4774-B263-6717FFA9A447}" dt="2023-11-09T00:13:19.489" v="1875" actId="47"/>
        <pc:sldMkLst>
          <pc:docMk/>
          <pc:sldMk cId="1366007727" sldId="293"/>
        </pc:sldMkLst>
      </pc:sldChg>
      <pc:sldChg chg="add del">
        <pc:chgData name="Tea Boon Chian" userId="ab84e6a5-2079-4f96-af03-c8dde00dcc75" providerId="ADAL" clId="{BCD63874-66BF-4774-B263-6717FFA9A447}" dt="2023-11-09T00:13:19.465" v="1874" actId="47"/>
        <pc:sldMkLst>
          <pc:docMk/>
          <pc:sldMk cId="1247784477" sldId="294"/>
        </pc:sldMkLst>
      </pc:sldChg>
      <pc:sldChg chg="add del">
        <pc:chgData name="Tea Boon Chian" userId="ab84e6a5-2079-4f96-af03-c8dde00dcc75" providerId="ADAL" clId="{BCD63874-66BF-4774-B263-6717FFA9A447}" dt="2023-11-09T00:13:19.426" v="1873" actId="47"/>
        <pc:sldMkLst>
          <pc:docMk/>
          <pc:sldMk cId="2815461173" sldId="295"/>
        </pc:sldMkLst>
      </pc:sldChg>
      <pc:sldChg chg="add del">
        <pc:chgData name="Tea Boon Chian" userId="ab84e6a5-2079-4f96-af03-c8dde00dcc75" providerId="ADAL" clId="{BCD63874-66BF-4774-B263-6717FFA9A447}" dt="2023-11-09T00:13:19.403" v="1872" actId="47"/>
        <pc:sldMkLst>
          <pc:docMk/>
          <pc:sldMk cId="894409031" sldId="296"/>
        </pc:sldMkLst>
      </pc:sldChg>
      <pc:sldChg chg="add del">
        <pc:chgData name="Tea Boon Chian" userId="ab84e6a5-2079-4f96-af03-c8dde00dcc75" providerId="ADAL" clId="{BCD63874-66BF-4774-B263-6717FFA9A447}" dt="2023-11-09T00:13:19.363" v="1871" actId="47"/>
        <pc:sldMkLst>
          <pc:docMk/>
          <pc:sldMk cId="1814055490" sldId="297"/>
        </pc:sldMkLst>
      </pc:sldChg>
      <pc:sldChg chg="add del">
        <pc:chgData name="Tea Boon Chian" userId="ab84e6a5-2079-4f96-af03-c8dde00dcc75" providerId="ADAL" clId="{BCD63874-66BF-4774-B263-6717FFA9A447}" dt="2023-11-09T00:13:18.891" v="1870" actId="47"/>
        <pc:sldMkLst>
          <pc:docMk/>
          <pc:sldMk cId="2219844242" sldId="298"/>
        </pc:sldMkLst>
      </pc:sldChg>
      <pc:sldChg chg="addSp delSp modSp add mod">
        <pc:chgData name="Tea Boon Chian" userId="ab84e6a5-2079-4f96-af03-c8dde00dcc75" providerId="ADAL" clId="{BCD63874-66BF-4774-B263-6717FFA9A447}" dt="2023-11-09T00:36:00.645" v="2855" actId="1440"/>
        <pc:sldMkLst>
          <pc:docMk/>
          <pc:sldMk cId="2651091346" sldId="299"/>
        </pc:sldMkLst>
        <pc:spChg chg="del mod">
          <ac:chgData name="Tea Boon Chian" userId="ab84e6a5-2079-4f96-af03-c8dde00dcc75" providerId="ADAL" clId="{BCD63874-66BF-4774-B263-6717FFA9A447}" dt="2023-11-09T00:09:22.135" v="1787" actId="478"/>
          <ac:spMkLst>
            <pc:docMk/>
            <pc:sldMk cId="2651091346" sldId="299"/>
            <ac:spMk id="3" creationId="{437C062D-9FA6-B2AB-C1C5-FB9F1B32B963}"/>
          </ac:spMkLst>
        </pc:spChg>
        <pc:picChg chg="add del mod">
          <ac:chgData name="Tea Boon Chian" userId="ab84e6a5-2079-4f96-af03-c8dde00dcc75" providerId="ADAL" clId="{BCD63874-66BF-4774-B263-6717FFA9A447}" dt="2023-11-09T00:35:41.135" v="2844" actId="478"/>
          <ac:picMkLst>
            <pc:docMk/>
            <pc:sldMk cId="2651091346" sldId="299"/>
            <ac:picMk id="4" creationId="{185FDB70-A62B-42CF-1220-8181482E64D9}"/>
          </ac:picMkLst>
        </pc:picChg>
        <pc:picChg chg="add mod">
          <ac:chgData name="Tea Boon Chian" userId="ab84e6a5-2079-4f96-af03-c8dde00dcc75" providerId="ADAL" clId="{BCD63874-66BF-4774-B263-6717FFA9A447}" dt="2023-11-09T00:36:00.645" v="2855" actId="1440"/>
          <ac:picMkLst>
            <pc:docMk/>
            <pc:sldMk cId="2651091346" sldId="299"/>
            <ac:picMk id="5" creationId="{A0835DBE-1E04-A620-811F-D512F0CD9F80}"/>
          </ac:picMkLst>
        </pc:picChg>
      </pc:sldChg>
      <pc:sldChg chg="addSp modSp add mod">
        <pc:chgData name="Tea Boon Chian" userId="ab84e6a5-2079-4f96-af03-c8dde00dcc75" providerId="ADAL" clId="{BCD63874-66BF-4774-B263-6717FFA9A447}" dt="2023-11-10T03:38:33.253" v="6704" actId="1076"/>
        <pc:sldMkLst>
          <pc:docMk/>
          <pc:sldMk cId="3638915452" sldId="300"/>
        </pc:sldMkLst>
        <pc:spChg chg="mod">
          <ac:chgData name="Tea Boon Chian" userId="ab84e6a5-2079-4f96-af03-c8dde00dcc75" providerId="ADAL" clId="{BCD63874-66BF-4774-B263-6717FFA9A447}" dt="2023-11-09T09:34:33.314" v="4608" actId="113"/>
          <ac:spMkLst>
            <pc:docMk/>
            <pc:sldMk cId="3638915452" sldId="300"/>
            <ac:spMk id="2" creationId="{51768E25-4CC3-F98C-2223-FDAE86041D8A}"/>
          </ac:spMkLst>
        </pc:spChg>
        <pc:spChg chg="mod">
          <ac:chgData name="Tea Boon Chian" userId="ab84e6a5-2079-4f96-af03-c8dde00dcc75" providerId="ADAL" clId="{BCD63874-66BF-4774-B263-6717FFA9A447}" dt="2023-11-09T08:59:10.313" v="3786" actId="113"/>
          <ac:spMkLst>
            <pc:docMk/>
            <pc:sldMk cId="3638915452" sldId="300"/>
            <ac:spMk id="3" creationId="{437C062D-9FA6-B2AB-C1C5-FB9F1B32B963}"/>
          </ac:spMkLst>
        </pc:spChg>
        <pc:spChg chg="add mod">
          <ac:chgData name="Tea Boon Chian" userId="ab84e6a5-2079-4f96-af03-c8dde00dcc75" providerId="ADAL" clId="{BCD63874-66BF-4774-B263-6717FFA9A447}" dt="2023-11-10T03:38:33.253" v="6704" actId="1076"/>
          <ac:spMkLst>
            <pc:docMk/>
            <pc:sldMk cId="3638915452" sldId="300"/>
            <ac:spMk id="5" creationId="{7C7B6251-DBCD-8215-015F-C3C1BEB28468}"/>
          </ac:spMkLst>
        </pc:spChg>
        <pc:spChg chg="add mod">
          <ac:chgData name="Tea Boon Chian" userId="ab84e6a5-2079-4f96-af03-c8dde00dcc75" providerId="ADAL" clId="{BCD63874-66BF-4774-B263-6717FFA9A447}" dt="2023-11-10T03:38:33.253" v="6704" actId="1076"/>
          <ac:spMkLst>
            <pc:docMk/>
            <pc:sldMk cId="3638915452" sldId="300"/>
            <ac:spMk id="6" creationId="{81D33621-1EB5-95EC-F031-5B15A9D2E4F8}"/>
          </ac:spMkLst>
        </pc:spChg>
        <pc:spChg chg="add mod">
          <ac:chgData name="Tea Boon Chian" userId="ab84e6a5-2079-4f96-af03-c8dde00dcc75" providerId="ADAL" clId="{BCD63874-66BF-4774-B263-6717FFA9A447}" dt="2023-11-10T03:38:33.253" v="6704" actId="1076"/>
          <ac:spMkLst>
            <pc:docMk/>
            <pc:sldMk cId="3638915452" sldId="300"/>
            <ac:spMk id="7" creationId="{8554D554-5D8B-C937-5553-B4A7DCF561D7}"/>
          </ac:spMkLst>
        </pc:spChg>
        <pc:picChg chg="add mod">
          <ac:chgData name="Tea Boon Chian" userId="ab84e6a5-2079-4f96-af03-c8dde00dcc75" providerId="ADAL" clId="{BCD63874-66BF-4774-B263-6717FFA9A447}" dt="2023-11-10T03:38:33.253" v="6704" actId="1076"/>
          <ac:picMkLst>
            <pc:docMk/>
            <pc:sldMk cId="3638915452" sldId="300"/>
            <ac:picMk id="4" creationId="{3A0A1772-3BBB-1A77-EB53-23A86A2A75F6}"/>
          </ac:picMkLst>
        </pc:picChg>
      </pc:sldChg>
      <pc:sldChg chg="modSp add mod">
        <pc:chgData name="Tea Boon Chian" userId="ab84e6a5-2079-4f96-af03-c8dde00dcc75" providerId="ADAL" clId="{BCD63874-66BF-4774-B263-6717FFA9A447}" dt="2023-11-10T03:39:24.276" v="6817" actId="20577"/>
        <pc:sldMkLst>
          <pc:docMk/>
          <pc:sldMk cId="76731861" sldId="301"/>
        </pc:sldMkLst>
        <pc:spChg chg="mod">
          <ac:chgData name="Tea Boon Chian" userId="ab84e6a5-2079-4f96-af03-c8dde00dcc75" providerId="ADAL" clId="{BCD63874-66BF-4774-B263-6717FFA9A447}" dt="2023-11-09T09:49:26.695" v="5404" actId="20577"/>
          <ac:spMkLst>
            <pc:docMk/>
            <pc:sldMk cId="76731861" sldId="301"/>
            <ac:spMk id="2" creationId="{51768E25-4CC3-F98C-2223-FDAE86041D8A}"/>
          </ac:spMkLst>
        </pc:spChg>
        <pc:spChg chg="mod">
          <ac:chgData name="Tea Boon Chian" userId="ab84e6a5-2079-4f96-af03-c8dde00dcc75" providerId="ADAL" clId="{BCD63874-66BF-4774-B263-6717FFA9A447}" dt="2023-11-10T03:39:24.276" v="6817" actId="20577"/>
          <ac:spMkLst>
            <pc:docMk/>
            <pc:sldMk cId="76731861" sldId="301"/>
            <ac:spMk id="3" creationId="{437C062D-9FA6-B2AB-C1C5-FB9F1B32B963}"/>
          </ac:spMkLst>
        </pc:spChg>
      </pc:sldChg>
      <pc:sldChg chg="addSp delSp modSp add mod">
        <pc:chgData name="Tea Boon Chian" userId="ab84e6a5-2079-4f96-af03-c8dde00dcc75" providerId="ADAL" clId="{BCD63874-66BF-4774-B263-6717FFA9A447}" dt="2023-11-10T03:41:29.957" v="6819" actId="14100"/>
        <pc:sldMkLst>
          <pc:docMk/>
          <pc:sldMk cId="2274962300" sldId="302"/>
        </pc:sldMkLst>
        <pc:spChg chg="mod">
          <ac:chgData name="Tea Boon Chian" userId="ab84e6a5-2079-4f96-af03-c8dde00dcc75" providerId="ADAL" clId="{BCD63874-66BF-4774-B263-6717FFA9A447}" dt="2023-11-09T12:49:40.321" v="5776" actId="20577"/>
          <ac:spMkLst>
            <pc:docMk/>
            <pc:sldMk cId="2274962300" sldId="302"/>
            <ac:spMk id="2" creationId="{51768E25-4CC3-F98C-2223-FDAE86041D8A}"/>
          </ac:spMkLst>
        </pc:spChg>
        <pc:spChg chg="mod">
          <ac:chgData name="Tea Boon Chian" userId="ab84e6a5-2079-4f96-af03-c8dde00dcc75" providerId="ADAL" clId="{BCD63874-66BF-4774-B263-6717FFA9A447}" dt="2023-11-10T03:41:29.957" v="6819" actId="14100"/>
          <ac:spMkLst>
            <pc:docMk/>
            <pc:sldMk cId="2274962300" sldId="302"/>
            <ac:spMk id="3" creationId="{437C062D-9FA6-B2AB-C1C5-FB9F1B32B963}"/>
          </ac:spMkLst>
        </pc:spChg>
        <pc:graphicFrameChg chg="add del mod">
          <ac:chgData name="Tea Boon Chian" userId="ab84e6a5-2079-4f96-af03-c8dde00dcc75" providerId="ADAL" clId="{BCD63874-66BF-4774-B263-6717FFA9A447}" dt="2023-11-09T12:51:08.613" v="5980"/>
          <ac:graphicFrameMkLst>
            <pc:docMk/>
            <pc:sldMk cId="2274962300" sldId="302"/>
            <ac:graphicFrameMk id="4" creationId="{978B1F5A-072F-2C6F-0BE1-DD3FE4B61A1D}"/>
          </ac:graphicFrameMkLst>
        </pc:graphicFrameChg>
      </pc:sldChg>
      <pc:sldChg chg="addSp delSp modSp add mod">
        <pc:chgData name="Tea Boon Chian" userId="ab84e6a5-2079-4f96-af03-c8dde00dcc75" providerId="ADAL" clId="{BCD63874-66BF-4774-B263-6717FFA9A447}" dt="2023-11-10T03:48:06.704" v="7000" actId="207"/>
        <pc:sldMkLst>
          <pc:docMk/>
          <pc:sldMk cId="776466612" sldId="303"/>
        </pc:sldMkLst>
        <pc:spChg chg="mod">
          <ac:chgData name="Tea Boon Chian" userId="ab84e6a5-2079-4f96-af03-c8dde00dcc75" providerId="ADAL" clId="{BCD63874-66BF-4774-B263-6717FFA9A447}" dt="2023-11-10T03:41:47.639" v="6822" actId="404"/>
          <ac:spMkLst>
            <pc:docMk/>
            <pc:sldMk cId="776466612" sldId="303"/>
            <ac:spMk id="2" creationId="{51768E25-4CC3-F98C-2223-FDAE86041D8A}"/>
          </ac:spMkLst>
        </pc:spChg>
        <pc:spChg chg="add del mod">
          <ac:chgData name="Tea Boon Chian" userId="ab84e6a5-2079-4f96-af03-c8dde00dcc75" providerId="ADAL" clId="{BCD63874-66BF-4774-B263-6717FFA9A447}" dt="2023-11-10T03:48:06.704" v="7000" actId="207"/>
          <ac:spMkLst>
            <pc:docMk/>
            <pc:sldMk cId="776466612" sldId="303"/>
            <ac:spMk id="3" creationId="{437C062D-9FA6-B2AB-C1C5-FB9F1B32B963}"/>
          </ac:spMkLst>
        </pc:spChg>
        <pc:picChg chg="add del mod">
          <ac:chgData name="Tea Boon Chian" userId="ab84e6a5-2079-4f96-af03-c8dde00dcc75" providerId="ADAL" clId="{BCD63874-66BF-4774-B263-6717FFA9A447}" dt="2023-11-10T03:43:17.418" v="6825"/>
          <ac:picMkLst>
            <pc:docMk/>
            <pc:sldMk cId="776466612" sldId="303"/>
            <ac:picMk id="4" creationId="{CFDAD51C-6AF8-DEB8-8715-FF062EA0D7C4}"/>
          </ac:picMkLst>
        </pc:picChg>
        <pc:picChg chg="add mod">
          <ac:chgData name="Tea Boon Chian" userId="ab84e6a5-2079-4f96-af03-c8dde00dcc75" providerId="ADAL" clId="{BCD63874-66BF-4774-B263-6717FFA9A447}" dt="2023-11-10T03:43:30.321" v="6830" actId="1076"/>
          <ac:picMkLst>
            <pc:docMk/>
            <pc:sldMk cId="776466612" sldId="303"/>
            <ac:picMk id="5" creationId="{94DEEB9C-DD82-A8D5-A718-3BC6A047D99B}"/>
          </ac:picMkLst>
        </pc:picChg>
      </pc:sldChg>
      <pc:sldChg chg="modSp add mod">
        <pc:chgData name="Tea Boon Chian" userId="ab84e6a5-2079-4f96-af03-c8dde00dcc75" providerId="ADAL" clId="{BCD63874-66BF-4774-B263-6717FFA9A447}" dt="2023-11-10T04:00:18.985" v="7250" actId="20577"/>
        <pc:sldMkLst>
          <pc:docMk/>
          <pc:sldMk cId="3448539110" sldId="304"/>
        </pc:sldMkLst>
        <pc:spChg chg="mod">
          <ac:chgData name="Tea Boon Chian" userId="ab84e6a5-2079-4f96-af03-c8dde00dcc75" providerId="ADAL" clId="{BCD63874-66BF-4774-B263-6717FFA9A447}" dt="2023-11-10T03:53:34.861" v="7003" actId="404"/>
          <ac:spMkLst>
            <pc:docMk/>
            <pc:sldMk cId="3448539110" sldId="304"/>
            <ac:spMk id="2" creationId="{51768E25-4CC3-F98C-2223-FDAE86041D8A}"/>
          </ac:spMkLst>
        </pc:spChg>
        <pc:spChg chg="mod">
          <ac:chgData name="Tea Boon Chian" userId="ab84e6a5-2079-4f96-af03-c8dde00dcc75" providerId="ADAL" clId="{BCD63874-66BF-4774-B263-6717FFA9A447}" dt="2023-11-10T04:00:18.985" v="7250" actId="20577"/>
          <ac:spMkLst>
            <pc:docMk/>
            <pc:sldMk cId="3448539110" sldId="304"/>
            <ac:spMk id="3" creationId="{437C062D-9FA6-B2AB-C1C5-FB9F1B32B963}"/>
          </ac:spMkLst>
        </pc:spChg>
      </pc:sldChg>
      <pc:sldChg chg="modSp add mod">
        <pc:chgData name="Tea Boon Chian" userId="ab84e6a5-2079-4f96-af03-c8dde00dcc75" providerId="ADAL" clId="{BCD63874-66BF-4774-B263-6717FFA9A447}" dt="2023-11-10T04:09:32.958" v="7847" actId="255"/>
        <pc:sldMkLst>
          <pc:docMk/>
          <pc:sldMk cId="1883673787" sldId="305"/>
        </pc:sldMkLst>
        <pc:spChg chg="mod">
          <ac:chgData name="Tea Boon Chian" userId="ab84e6a5-2079-4f96-af03-c8dde00dcc75" providerId="ADAL" clId="{BCD63874-66BF-4774-B263-6717FFA9A447}" dt="2023-11-10T04:01:55.762" v="7288" actId="207"/>
          <ac:spMkLst>
            <pc:docMk/>
            <pc:sldMk cId="1883673787" sldId="305"/>
            <ac:spMk id="2" creationId="{51768E25-4CC3-F98C-2223-FDAE86041D8A}"/>
          </ac:spMkLst>
        </pc:spChg>
        <pc:spChg chg="mod">
          <ac:chgData name="Tea Boon Chian" userId="ab84e6a5-2079-4f96-af03-c8dde00dcc75" providerId="ADAL" clId="{BCD63874-66BF-4774-B263-6717FFA9A447}" dt="2023-11-10T04:09:32.958" v="7847" actId="255"/>
          <ac:spMkLst>
            <pc:docMk/>
            <pc:sldMk cId="1883673787" sldId="305"/>
            <ac:spMk id="3" creationId="{437C062D-9FA6-B2AB-C1C5-FB9F1B32B963}"/>
          </ac:spMkLst>
        </pc:spChg>
      </pc:sldChg>
      <pc:sldChg chg="modSp add mod">
        <pc:chgData name="Tea Boon Chian" userId="ab84e6a5-2079-4f96-af03-c8dde00dcc75" providerId="ADAL" clId="{BCD63874-66BF-4774-B263-6717FFA9A447}" dt="2023-11-10T11:34:08.653" v="8863" actId="20577"/>
        <pc:sldMkLst>
          <pc:docMk/>
          <pc:sldMk cId="4080030977" sldId="306"/>
        </pc:sldMkLst>
        <pc:spChg chg="mod">
          <ac:chgData name="Tea Boon Chian" userId="ab84e6a5-2079-4f96-af03-c8dde00dcc75" providerId="ADAL" clId="{BCD63874-66BF-4774-B263-6717FFA9A447}" dt="2023-11-10T10:34:58.599" v="8015" actId="403"/>
          <ac:spMkLst>
            <pc:docMk/>
            <pc:sldMk cId="4080030977" sldId="306"/>
            <ac:spMk id="2" creationId="{51768E25-4CC3-F98C-2223-FDAE86041D8A}"/>
          </ac:spMkLst>
        </pc:spChg>
        <pc:spChg chg="mod">
          <ac:chgData name="Tea Boon Chian" userId="ab84e6a5-2079-4f96-af03-c8dde00dcc75" providerId="ADAL" clId="{BCD63874-66BF-4774-B263-6717FFA9A447}" dt="2023-11-10T11:34:08.653" v="8863" actId="20577"/>
          <ac:spMkLst>
            <pc:docMk/>
            <pc:sldMk cId="4080030977" sldId="306"/>
            <ac:spMk id="3" creationId="{437C062D-9FA6-B2AB-C1C5-FB9F1B32B963}"/>
          </ac:spMkLst>
        </pc:spChg>
      </pc:sldChg>
      <pc:sldChg chg="modSp add mod">
        <pc:chgData name="Tea Boon Chian" userId="ab84e6a5-2079-4f96-af03-c8dde00dcc75" providerId="ADAL" clId="{BCD63874-66BF-4774-B263-6717FFA9A447}" dt="2023-11-10T11:44:46.634" v="9559" actId="20577"/>
        <pc:sldMkLst>
          <pc:docMk/>
          <pc:sldMk cId="2367744918" sldId="307"/>
        </pc:sldMkLst>
        <pc:spChg chg="mod">
          <ac:chgData name="Tea Boon Chian" userId="ab84e6a5-2079-4f96-af03-c8dde00dcc75" providerId="ADAL" clId="{BCD63874-66BF-4774-B263-6717FFA9A447}" dt="2023-11-10T11:32:25.723" v="8724" actId="113"/>
          <ac:spMkLst>
            <pc:docMk/>
            <pc:sldMk cId="2367744918" sldId="307"/>
            <ac:spMk id="2" creationId="{51768E25-4CC3-F98C-2223-FDAE86041D8A}"/>
          </ac:spMkLst>
        </pc:spChg>
        <pc:spChg chg="mod">
          <ac:chgData name="Tea Boon Chian" userId="ab84e6a5-2079-4f96-af03-c8dde00dcc75" providerId="ADAL" clId="{BCD63874-66BF-4774-B263-6717FFA9A447}" dt="2023-11-10T11:44:46.634" v="9559" actId="20577"/>
          <ac:spMkLst>
            <pc:docMk/>
            <pc:sldMk cId="2367744918" sldId="307"/>
            <ac:spMk id="3" creationId="{437C062D-9FA6-B2AB-C1C5-FB9F1B32B963}"/>
          </ac:spMkLst>
        </pc:spChg>
      </pc:sldChg>
      <pc:sldChg chg="modSp add mod">
        <pc:chgData name="Tea Boon Chian" userId="ab84e6a5-2079-4f96-af03-c8dde00dcc75" providerId="ADAL" clId="{BCD63874-66BF-4774-B263-6717FFA9A447}" dt="2023-11-10T12:05:09.777" v="10529" actId="20577"/>
        <pc:sldMkLst>
          <pc:docMk/>
          <pc:sldMk cId="1849741596" sldId="308"/>
        </pc:sldMkLst>
        <pc:spChg chg="mod">
          <ac:chgData name="Tea Boon Chian" userId="ab84e6a5-2079-4f96-af03-c8dde00dcc75" providerId="ADAL" clId="{BCD63874-66BF-4774-B263-6717FFA9A447}" dt="2023-11-10T11:45:43.633" v="9581" actId="20577"/>
          <ac:spMkLst>
            <pc:docMk/>
            <pc:sldMk cId="1849741596" sldId="308"/>
            <ac:spMk id="2" creationId="{51768E25-4CC3-F98C-2223-FDAE86041D8A}"/>
          </ac:spMkLst>
        </pc:spChg>
        <pc:spChg chg="mod">
          <ac:chgData name="Tea Boon Chian" userId="ab84e6a5-2079-4f96-af03-c8dde00dcc75" providerId="ADAL" clId="{BCD63874-66BF-4774-B263-6717FFA9A447}" dt="2023-11-10T12:05:09.777" v="10529" actId="20577"/>
          <ac:spMkLst>
            <pc:docMk/>
            <pc:sldMk cId="1849741596" sldId="308"/>
            <ac:spMk id="3" creationId="{437C062D-9FA6-B2AB-C1C5-FB9F1B32B963}"/>
          </ac:spMkLst>
        </pc:spChg>
      </pc:sldChg>
      <pc:sldChg chg="addSp delSp modSp add mod">
        <pc:chgData name="Tea Boon Chian" userId="ab84e6a5-2079-4f96-af03-c8dde00dcc75" providerId="ADAL" clId="{BCD63874-66BF-4774-B263-6717FFA9A447}" dt="2023-11-14T00:17:19.025" v="11001" actId="123"/>
        <pc:sldMkLst>
          <pc:docMk/>
          <pc:sldMk cId="825731805" sldId="309"/>
        </pc:sldMkLst>
        <pc:spChg chg="mod">
          <ac:chgData name="Tea Boon Chian" userId="ab84e6a5-2079-4f96-af03-c8dde00dcc75" providerId="ADAL" clId="{BCD63874-66BF-4774-B263-6717FFA9A447}" dt="2023-11-10T12:11:27.547" v="10624" actId="207"/>
          <ac:spMkLst>
            <pc:docMk/>
            <pc:sldMk cId="825731805" sldId="309"/>
            <ac:spMk id="2" creationId="{51768E25-4CC3-F98C-2223-FDAE86041D8A}"/>
          </ac:spMkLst>
        </pc:spChg>
        <pc:spChg chg="mod">
          <ac:chgData name="Tea Boon Chian" userId="ab84e6a5-2079-4f96-af03-c8dde00dcc75" providerId="ADAL" clId="{BCD63874-66BF-4774-B263-6717FFA9A447}" dt="2023-11-14T00:17:19.025" v="11001" actId="123"/>
          <ac:spMkLst>
            <pc:docMk/>
            <pc:sldMk cId="825731805" sldId="309"/>
            <ac:spMk id="3" creationId="{437C062D-9FA6-B2AB-C1C5-FB9F1B32B963}"/>
          </ac:spMkLst>
        </pc:spChg>
        <pc:spChg chg="add mod">
          <ac:chgData name="Tea Boon Chian" userId="ab84e6a5-2079-4f96-af03-c8dde00dcc75" providerId="ADAL" clId="{BCD63874-66BF-4774-B263-6717FFA9A447}" dt="2023-11-14T00:15:12.855" v="10905" actId="1037"/>
          <ac:spMkLst>
            <pc:docMk/>
            <pc:sldMk cId="825731805" sldId="309"/>
            <ac:spMk id="5" creationId="{1CD7216C-D95A-583D-062C-900EED0634F0}"/>
          </ac:spMkLst>
        </pc:spChg>
        <pc:spChg chg="add mod">
          <ac:chgData name="Tea Boon Chian" userId="ab84e6a5-2079-4f96-af03-c8dde00dcc75" providerId="ADAL" clId="{BCD63874-66BF-4774-B263-6717FFA9A447}" dt="2023-11-14T00:15:12.855" v="10905" actId="1037"/>
          <ac:spMkLst>
            <pc:docMk/>
            <pc:sldMk cId="825731805" sldId="309"/>
            <ac:spMk id="6" creationId="{587FF0FB-6832-E61E-55DF-CB944667842C}"/>
          </ac:spMkLst>
        </pc:spChg>
        <pc:spChg chg="add del mod">
          <ac:chgData name="Tea Boon Chian" userId="ab84e6a5-2079-4f96-af03-c8dde00dcc75" providerId="ADAL" clId="{BCD63874-66BF-4774-B263-6717FFA9A447}" dt="2023-11-14T00:16:13.508" v="10922"/>
          <ac:spMkLst>
            <pc:docMk/>
            <pc:sldMk cId="825731805" sldId="309"/>
            <ac:spMk id="7" creationId="{AB884DC1-ECD6-B0E2-BBD2-3441787A7515}"/>
          </ac:spMkLst>
        </pc:spChg>
        <pc:picChg chg="add mod">
          <ac:chgData name="Tea Boon Chian" userId="ab84e6a5-2079-4f96-af03-c8dde00dcc75" providerId="ADAL" clId="{BCD63874-66BF-4774-B263-6717FFA9A447}" dt="2023-11-14T00:15:08.371" v="10895" actId="1076"/>
          <ac:picMkLst>
            <pc:docMk/>
            <pc:sldMk cId="825731805" sldId="309"/>
            <ac:picMk id="4" creationId="{DC7EC934-42E3-8881-203C-F8878DDC1B09}"/>
          </ac:picMkLst>
        </pc:picChg>
      </pc:sldChg>
      <pc:sldChg chg="modSp add del mod ord">
        <pc:chgData name="Tea Boon Chian" userId="ab84e6a5-2079-4f96-af03-c8dde00dcc75" providerId="ADAL" clId="{BCD63874-66BF-4774-B263-6717FFA9A447}" dt="2023-11-10T12:11:50.406" v="10625" actId="47"/>
        <pc:sldMkLst>
          <pc:docMk/>
          <pc:sldMk cId="3474279812" sldId="310"/>
        </pc:sldMkLst>
        <pc:spChg chg="mod">
          <ac:chgData name="Tea Boon Chian" userId="ab84e6a5-2079-4f96-af03-c8dde00dcc75" providerId="ADAL" clId="{BCD63874-66BF-4774-B263-6717FFA9A447}" dt="2023-11-10T12:10:45.853" v="10621" actId="207"/>
          <ac:spMkLst>
            <pc:docMk/>
            <pc:sldMk cId="3474279812" sldId="310"/>
            <ac:spMk id="2" creationId="{51768E25-4CC3-F98C-2223-FDAE86041D8A}"/>
          </ac:spMkLst>
        </pc:spChg>
      </pc:sldChg>
      <pc:sldChg chg="addSp modSp add mod ord">
        <pc:chgData name="Tea Boon Chian" userId="ab84e6a5-2079-4f96-af03-c8dde00dcc75" providerId="ADAL" clId="{BCD63874-66BF-4774-B263-6717FFA9A447}" dt="2023-11-14T01:37:16.764" v="13289" actId="1076"/>
        <pc:sldMkLst>
          <pc:docMk/>
          <pc:sldMk cId="1876648585" sldId="311"/>
        </pc:sldMkLst>
        <pc:spChg chg="mod">
          <ac:chgData name="Tea Boon Chian" userId="ab84e6a5-2079-4f96-af03-c8dde00dcc75" providerId="ADAL" clId="{BCD63874-66BF-4774-B263-6717FFA9A447}" dt="2023-11-14T01:01:46.732" v="12596" actId="404"/>
          <ac:spMkLst>
            <pc:docMk/>
            <pc:sldMk cId="1876648585" sldId="311"/>
            <ac:spMk id="2" creationId="{51768E25-4CC3-F98C-2223-FDAE86041D8A}"/>
          </ac:spMkLst>
        </pc:spChg>
        <pc:spChg chg="mod">
          <ac:chgData name="Tea Boon Chian" userId="ab84e6a5-2079-4f96-af03-c8dde00dcc75" providerId="ADAL" clId="{BCD63874-66BF-4774-B263-6717FFA9A447}" dt="2023-11-14T01:00:20.888" v="12566" actId="1076"/>
          <ac:spMkLst>
            <pc:docMk/>
            <pc:sldMk cId="1876648585" sldId="311"/>
            <ac:spMk id="3" creationId="{437C062D-9FA6-B2AB-C1C5-FB9F1B32B963}"/>
          </ac:spMkLst>
        </pc:spChg>
        <pc:spChg chg="add mod">
          <ac:chgData name="Tea Boon Chian" userId="ab84e6a5-2079-4f96-af03-c8dde00dcc75" providerId="ADAL" clId="{BCD63874-66BF-4774-B263-6717FFA9A447}" dt="2023-11-14T01:37:16.764" v="13289" actId="1076"/>
          <ac:spMkLst>
            <pc:docMk/>
            <pc:sldMk cId="1876648585" sldId="311"/>
            <ac:spMk id="5" creationId="{A2E998C0-FCB0-AF25-AA77-1A729AD5C14C}"/>
          </ac:spMkLst>
        </pc:spChg>
        <pc:spChg chg="add mod">
          <ac:chgData name="Tea Boon Chian" userId="ab84e6a5-2079-4f96-af03-c8dde00dcc75" providerId="ADAL" clId="{BCD63874-66BF-4774-B263-6717FFA9A447}" dt="2023-11-14T01:37:10.143" v="13288" actId="1076"/>
          <ac:spMkLst>
            <pc:docMk/>
            <pc:sldMk cId="1876648585" sldId="311"/>
            <ac:spMk id="6" creationId="{170280B8-459F-CCDA-566F-64E75B8628D7}"/>
          </ac:spMkLst>
        </pc:spChg>
        <pc:picChg chg="add mod">
          <ac:chgData name="Tea Boon Chian" userId="ab84e6a5-2079-4f96-af03-c8dde00dcc75" providerId="ADAL" clId="{BCD63874-66BF-4774-B263-6717FFA9A447}" dt="2023-11-14T00:58:15.492" v="12440" actId="1076"/>
          <ac:picMkLst>
            <pc:docMk/>
            <pc:sldMk cId="1876648585" sldId="311"/>
            <ac:picMk id="4" creationId="{17D2C5D7-FF22-8D14-52DD-69F2609EFE45}"/>
          </ac:picMkLst>
        </pc:picChg>
      </pc:sldChg>
      <pc:sldChg chg="addSp delSp modSp add del mod">
        <pc:chgData name="Tea Boon Chian" userId="ab84e6a5-2079-4f96-af03-c8dde00dcc75" providerId="ADAL" clId="{BCD63874-66BF-4774-B263-6717FFA9A447}" dt="2023-11-14T03:49:24.395" v="13882" actId="47"/>
        <pc:sldMkLst>
          <pc:docMk/>
          <pc:sldMk cId="4211360774" sldId="312"/>
        </pc:sldMkLst>
        <pc:spChg chg="mod">
          <ac:chgData name="Tea Boon Chian" userId="ab84e6a5-2079-4f96-af03-c8dde00dcc75" providerId="ADAL" clId="{BCD63874-66BF-4774-B263-6717FFA9A447}" dt="2023-11-14T03:49:16.198" v="13879" actId="14100"/>
          <ac:spMkLst>
            <pc:docMk/>
            <pc:sldMk cId="4211360774" sldId="312"/>
            <ac:spMk id="2" creationId="{51768E25-4CC3-F98C-2223-FDAE86041D8A}"/>
          </ac:spMkLst>
        </pc:spChg>
        <pc:spChg chg="mod">
          <ac:chgData name="Tea Boon Chian" userId="ab84e6a5-2079-4f96-af03-c8dde00dcc75" providerId="ADAL" clId="{BCD63874-66BF-4774-B263-6717FFA9A447}" dt="2023-11-14T03:49:16.182" v="13878" actId="14100"/>
          <ac:spMkLst>
            <pc:docMk/>
            <pc:sldMk cId="4211360774" sldId="312"/>
            <ac:spMk id="3" creationId="{437C062D-9FA6-B2AB-C1C5-FB9F1B32B963}"/>
          </ac:spMkLst>
        </pc:spChg>
        <pc:picChg chg="add del mod">
          <ac:chgData name="Tea Boon Chian" userId="ab84e6a5-2079-4f96-af03-c8dde00dcc75" providerId="ADAL" clId="{BCD63874-66BF-4774-B263-6717FFA9A447}" dt="2023-11-14T03:49:21.920" v="13881" actId="478"/>
          <ac:picMkLst>
            <pc:docMk/>
            <pc:sldMk cId="4211360774" sldId="312"/>
            <ac:picMk id="4" creationId="{7EED0BDE-2E6A-E044-9911-AF61C3EB5E9D}"/>
          </ac:picMkLst>
        </pc:picChg>
      </pc:sldChg>
      <pc:sldChg chg="addSp delSp modSp add mod">
        <pc:chgData name="Tea Boon Chian" userId="ab84e6a5-2079-4f96-af03-c8dde00dcc75" providerId="ADAL" clId="{BCD63874-66BF-4774-B263-6717FFA9A447}" dt="2023-11-14T04:02:04.432" v="14741" actId="1035"/>
        <pc:sldMkLst>
          <pc:docMk/>
          <pc:sldMk cId="3253170299" sldId="313"/>
        </pc:sldMkLst>
        <pc:spChg chg="mod">
          <ac:chgData name="Tea Boon Chian" userId="ab84e6a5-2079-4f96-af03-c8dde00dcc75" providerId="ADAL" clId="{BCD63874-66BF-4774-B263-6717FFA9A447}" dt="2023-11-14T04:01:29.506" v="14732" actId="20577"/>
          <ac:spMkLst>
            <pc:docMk/>
            <pc:sldMk cId="3253170299" sldId="313"/>
            <ac:spMk id="2" creationId="{51768E25-4CC3-F98C-2223-FDAE86041D8A}"/>
          </ac:spMkLst>
        </pc:spChg>
        <pc:spChg chg="mod">
          <ac:chgData name="Tea Boon Chian" userId="ab84e6a5-2079-4f96-af03-c8dde00dcc75" providerId="ADAL" clId="{BCD63874-66BF-4774-B263-6717FFA9A447}" dt="2023-11-14T04:01:45.927" v="14734" actId="207"/>
          <ac:spMkLst>
            <pc:docMk/>
            <pc:sldMk cId="3253170299" sldId="313"/>
            <ac:spMk id="3" creationId="{437C062D-9FA6-B2AB-C1C5-FB9F1B32B963}"/>
          </ac:spMkLst>
        </pc:spChg>
        <pc:picChg chg="add mod">
          <ac:chgData name="Tea Boon Chian" userId="ab84e6a5-2079-4f96-af03-c8dde00dcc75" providerId="ADAL" clId="{BCD63874-66BF-4774-B263-6717FFA9A447}" dt="2023-11-14T04:02:04.432" v="14741" actId="1035"/>
          <ac:picMkLst>
            <pc:docMk/>
            <pc:sldMk cId="3253170299" sldId="313"/>
            <ac:picMk id="4" creationId="{40C2CAFA-2D9F-992F-FDC5-E3235D1198F3}"/>
          </ac:picMkLst>
        </pc:picChg>
        <pc:picChg chg="add del mod">
          <ac:chgData name="Tea Boon Chian" userId="ab84e6a5-2079-4f96-af03-c8dde00dcc75" providerId="ADAL" clId="{BCD63874-66BF-4774-B263-6717FFA9A447}" dt="2023-11-14T03:58:30.957" v="14645" actId="478"/>
          <ac:picMkLst>
            <pc:docMk/>
            <pc:sldMk cId="3253170299" sldId="313"/>
            <ac:picMk id="5" creationId="{BF9701F5-9AD7-5478-7C85-D347E818D3BA}"/>
          </ac:picMkLst>
        </pc:picChg>
        <pc:picChg chg="add mod">
          <ac:chgData name="Tea Boon Chian" userId="ab84e6a5-2079-4f96-af03-c8dde00dcc75" providerId="ADAL" clId="{BCD63874-66BF-4774-B263-6717FFA9A447}" dt="2023-11-14T04:02:04.432" v="14741" actId="1035"/>
          <ac:picMkLst>
            <pc:docMk/>
            <pc:sldMk cId="3253170299" sldId="313"/>
            <ac:picMk id="6" creationId="{0A9C3C76-7159-72D8-3B02-AD992F636493}"/>
          </ac:picMkLst>
        </pc:picChg>
        <pc:picChg chg="add del mod">
          <ac:chgData name="Tea Boon Chian" userId="ab84e6a5-2079-4f96-af03-c8dde00dcc75" providerId="ADAL" clId="{BCD63874-66BF-4774-B263-6717FFA9A447}" dt="2023-11-14T03:59:30.314" v="14669" actId="478"/>
          <ac:picMkLst>
            <pc:docMk/>
            <pc:sldMk cId="3253170299" sldId="313"/>
            <ac:picMk id="7" creationId="{0F562ACC-CF40-42C4-E008-BCAF0C4AE4B1}"/>
          </ac:picMkLst>
        </pc:picChg>
        <pc:picChg chg="add mod">
          <ac:chgData name="Tea Boon Chian" userId="ab84e6a5-2079-4f96-af03-c8dde00dcc75" providerId="ADAL" clId="{BCD63874-66BF-4774-B263-6717FFA9A447}" dt="2023-11-14T04:02:04.432" v="14741" actId="1035"/>
          <ac:picMkLst>
            <pc:docMk/>
            <pc:sldMk cId="3253170299" sldId="313"/>
            <ac:picMk id="8" creationId="{5C0AA061-DED9-D46D-6483-92498FD7BC45}"/>
          </ac:picMkLst>
        </pc:picChg>
      </pc:sldChg>
      <pc:sldChg chg="addSp modSp add mod">
        <pc:chgData name="Tea Boon Chian" userId="ab84e6a5-2079-4f96-af03-c8dde00dcc75" providerId="ADAL" clId="{BCD63874-66BF-4774-B263-6717FFA9A447}" dt="2023-11-14T06:34:28.961" v="16156" actId="20577"/>
        <pc:sldMkLst>
          <pc:docMk/>
          <pc:sldMk cId="892055088" sldId="314"/>
        </pc:sldMkLst>
        <pc:spChg chg="mod">
          <ac:chgData name="Tea Boon Chian" userId="ab84e6a5-2079-4f96-af03-c8dde00dcc75" providerId="ADAL" clId="{BCD63874-66BF-4774-B263-6717FFA9A447}" dt="2023-11-14T04:13:58.151" v="15285" actId="20577"/>
          <ac:spMkLst>
            <pc:docMk/>
            <pc:sldMk cId="892055088" sldId="314"/>
            <ac:spMk id="2" creationId="{51768E25-4CC3-F98C-2223-FDAE86041D8A}"/>
          </ac:spMkLst>
        </pc:spChg>
        <pc:spChg chg="mod">
          <ac:chgData name="Tea Boon Chian" userId="ab84e6a5-2079-4f96-af03-c8dde00dcc75" providerId="ADAL" clId="{BCD63874-66BF-4774-B263-6717FFA9A447}" dt="2023-11-14T06:34:28.961" v="16156" actId="20577"/>
          <ac:spMkLst>
            <pc:docMk/>
            <pc:sldMk cId="892055088" sldId="314"/>
            <ac:spMk id="3" creationId="{437C062D-9FA6-B2AB-C1C5-FB9F1B32B963}"/>
          </ac:spMkLst>
        </pc:spChg>
        <pc:picChg chg="add mod">
          <ac:chgData name="Tea Boon Chian" userId="ab84e6a5-2079-4f96-af03-c8dde00dcc75" providerId="ADAL" clId="{BCD63874-66BF-4774-B263-6717FFA9A447}" dt="2023-11-14T06:29:05.741" v="15865" actId="1076"/>
          <ac:picMkLst>
            <pc:docMk/>
            <pc:sldMk cId="892055088" sldId="314"/>
            <ac:picMk id="4" creationId="{D9813B9E-95AB-10A2-0FE9-89C0123EDB0D}"/>
          </ac:picMkLst>
        </pc:picChg>
      </pc:sldChg>
      <pc:sldChg chg="modSp add mod">
        <pc:chgData name="Tea Boon Chian" userId="ab84e6a5-2079-4f96-af03-c8dde00dcc75" providerId="ADAL" clId="{BCD63874-66BF-4774-B263-6717FFA9A447}" dt="2023-11-14T12:27:10.321" v="24830" actId="404"/>
        <pc:sldMkLst>
          <pc:docMk/>
          <pc:sldMk cId="3847125166" sldId="315"/>
        </pc:sldMkLst>
        <pc:spChg chg="mod">
          <ac:chgData name="Tea Boon Chian" userId="ab84e6a5-2079-4f96-af03-c8dde00dcc75" providerId="ADAL" clId="{BCD63874-66BF-4774-B263-6717FFA9A447}" dt="2023-11-14T12:27:10.321" v="24830" actId="404"/>
          <ac:spMkLst>
            <pc:docMk/>
            <pc:sldMk cId="3847125166" sldId="315"/>
            <ac:spMk id="2" creationId="{51768E25-4CC3-F98C-2223-FDAE86041D8A}"/>
          </ac:spMkLst>
        </pc:spChg>
        <pc:spChg chg="mod">
          <ac:chgData name="Tea Boon Chian" userId="ab84e6a5-2079-4f96-af03-c8dde00dcc75" providerId="ADAL" clId="{BCD63874-66BF-4774-B263-6717FFA9A447}" dt="2023-11-14T06:56:25.634" v="18205" actId="5793"/>
          <ac:spMkLst>
            <pc:docMk/>
            <pc:sldMk cId="3847125166" sldId="315"/>
            <ac:spMk id="3" creationId="{437C062D-9FA6-B2AB-C1C5-FB9F1B32B963}"/>
          </ac:spMkLst>
        </pc:spChg>
      </pc:sldChg>
      <pc:sldChg chg="addSp delSp modSp add mod">
        <pc:chgData name="Tea Boon Chian" userId="ab84e6a5-2079-4f96-af03-c8dde00dcc75" providerId="ADAL" clId="{BCD63874-66BF-4774-B263-6717FFA9A447}" dt="2023-11-14T12:27:19.136" v="24831" actId="404"/>
        <pc:sldMkLst>
          <pc:docMk/>
          <pc:sldMk cId="671790539" sldId="316"/>
        </pc:sldMkLst>
        <pc:spChg chg="del">
          <ac:chgData name="Tea Boon Chian" userId="ab84e6a5-2079-4f96-af03-c8dde00dcc75" providerId="ADAL" clId="{BCD63874-66BF-4774-B263-6717FFA9A447}" dt="2023-11-14T06:48:34.450" v="17570" actId="478"/>
          <ac:spMkLst>
            <pc:docMk/>
            <pc:sldMk cId="671790539" sldId="316"/>
            <ac:spMk id="2" creationId="{51768E25-4CC3-F98C-2223-FDAE86041D8A}"/>
          </ac:spMkLst>
        </pc:spChg>
        <pc:spChg chg="del">
          <ac:chgData name="Tea Boon Chian" userId="ab84e6a5-2079-4f96-af03-c8dde00dcc75" providerId="ADAL" clId="{BCD63874-66BF-4774-B263-6717FFA9A447}" dt="2023-11-14T06:48:32.930" v="17569" actId="478"/>
          <ac:spMkLst>
            <pc:docMk/>
            <pc:sldMk cId="671790539" sldId="316"/>
            <ac:spMk id="3" creationId="{437C062D-9FA6-B2AB-C1C5-FB9F1B32B963}"/>
          </ac:spMkLst>
        </pc:spChg>
        <pc:spChg chg="add mod">
          <ac:chgData name="Tea Boon Chian" userId="ab84e6a5-2079-4f96-af03-c8dde00dcc75" providerId="ADAL" clId="{BCD63874-66BF-4774-B263-6717FFA9A447}" dt="2023-11-14T12:27:19.136" v="24831" actId="404"/>
          <ac:spMkLst>
            <pc:docMk/>
            <pc:sldMk cId="671790539" sldId="316"/>
            <ac:spMk id="7" creationId="{7F33D392-4636-3576-36C6-1B4D9AF5A8F6}"/>
          </ac:spMkLst>
        </pc:spChg>
        <pc:picChg chg="add del mod">
          <ac:chgData name="Tea Boon Chian" userId="ab84e6a5-2079-4f96-af03-c8dde00dcc75" providerId="ADAL" clId="{BCD63874-66BF-4774-B263-6717FFA9A447}" dt="2023-11-14T06:49:00.629" v="17574"/>
          <ac:picMkLst>
            <pc:docMk/>
            <pc:sldMk cId="671790539" sldId="316"/>
            <ac:picMk id="4" creationId="{525CB522-9493-74D8-9856-F27C6D0E12C9}"/>
          </ac:picMkLst>
        </pc:picChg>
        <pc:picChg chg="add mod">
          <ac:chgData name="Tea Boon Chian" userId="ab84e6a5-2079-4f96-af03-c8dde00dcc75" providerId="ADAL" clId="{BCD63874-66BF-4774-B263-6717FFA9A447}" dt="2023-11-14T06:50:03.459" v="17607" actId="1038"/>
          <ac:picMkLst>
            <pc:docMk/>
            <pc:sldMk cId="671790539" sldId="316"/>
            <ac:picMk id="5" creationId="{C95BBF98-832A-A014-8A30-2566AF499661}"/>
          </ac:picMkLst>
        </pc:picChg>
        <pc:picChg chg="add mod">
          <ac:chgData name="Tea Boon Chian" userId="ab84e6a5-2079-4f96-af03-c8dde00dcc75" providerId="ADAL" clId="{BCD63874-66BF-4774-B263-6717FFA9A447}" dt="2023-11-14T06:50:03.459" v="17607" actId="1038"/>
          <ac:picMkLst>
            <pc:docMk/>
            <pc:sldMk cId="671790539" sldId="316"/>
            <ac:picMk id="6" creationId="{823346FD-4C19-93D8-A6A2-8C9488D7956F}"/>
          </ac:picMkLst>
        </pc:picChg>
      </pc:sldChg>
      <pc:sldChg chg="addSp modSp add mod">
        <pc:chgData name="Tea Boon Chian" userId="ab84e6a5-2079-4f96-af03-c8dde00dcc75" providerId="ADAL" clId="{BCD63874-66BF-4774-B263-6717FFA9A447}" dt="2023-11-14T12:27:29.276" v="24833" actId="404"/>
        <pc:sldMkLst>
          <pc:docMk/>
          <pc:sldMk cId="1270439161" sldId="317"/>
        </pc:sldMkLst>
        <pc:spChg chg="mod">
          <ac:chgData name="Tea Boon Chian" userId="ab84e6a5-2079-4f96-af03-c8dde00dcc75" providerId="ADAL" clId="{BCD63874-66BF-4774-B263-6717FFA9A447}" dt="2023-11-14T12:27:29.276" v="24833" actId="404"/>
          <ac:spMkLst>
            <pc:docMk/>
            <pc:sldMk cId="1270439161" sldId="317"/>
            <ac:spMk id="2" creationId="{51768E25-4CC3-F98C-2223-FDAE86041D8A}"/>
          </ac:spMkLst>
        </pc:spChg>
        <pc:spChg chg="mod">
          <ac:chgData name="Tea Boon Chian" userId="ab84e6a5-2079-4f96-af03-c8dde00dcc75" providerId="ADAL" clId="{BCD63874-66BF-4774-B263-6717FFA9A447}" dt="2023-11-14T07:04:54.639" v="18379" actId="20577"/>
          <ac:spMkLst>
            <pc:docMk/>
            <pc:sldMk cId="1270439161" sldId="317"/>
            <ac:spMk id="3" creationId="{437C062D-9FA6-B2AB-C1C5-FB9F1B32B963}"/>
          </ac:spMkLst>
        </pc:spChg>
        <pc:picChg chg="add mod">
          <ac:chgData name="Tea Boon Chian" userId="ab84e6a5-2079-4f96-af03-c8dde00dcc75" providerId="ADAL" clId="{BCD63874-66BF-4774-B263-6717FFA9A447}" dt="2023-11-14T07:04:56.733" v="18380" actId="1076"/>
          <ac:picMkLst>
            <pc:docMk/>
            <pc:sldMk cId="1270439161" sldId="317"/>
            <ac:picMk id="4" creationId="{AD03E571-69FD-85B1-9D7E-600491C5483B}"/>
          </ac:picMkLst>
        </pc:picChg>
      </pc:sldChg>
      <pc:sldChg chg="modSp add mod">
        <pc:chgData name="Tea Boon Chian" userId="ab84e6a5-2079-4f96-af03-c8dde00dcc75" providerId="ADAL" clId="{BCD63874-66BF-4774-B263-6717FFA9A447}" dt="2023-11-14T12:27:43.242" v="24834" actId="404"/>
        <pc:sldMkLst>
          <pc:docMk/>
          <pc:sldMk cId="1043189654" sldId="318"/>
        </pc:sldMkLst>
        <pc:spChg chg="mod">
          <ac:chgData name="Tea Boon Chian" userId="ab84e6a5-2079-4f96-af03-c8dde00dcc75" providerId="ADAL" clId="{BCD63874-66BF-4774-B263-6717FFA9A447}" dt="2023-11-14T12:27:43.242" v="24834" actId="404"/>
          <ac:spMkLst>
            <pc:docMk/>
            <pc:sldMk cId="1043189654" sldId="318"/>
            <ac:spMk id="2" creationId="{51768E25-4CC3-F98C-2223-FDAE86041D8A}"/>
          </ac:spMkLst>
        </pc:spChg>
        <pc:spChg chg="mod">
          <ac:chgData name="Tea Boon Chian" userId="ab84e6a5-2079-4f96-af03-c8dde00dcc75" providerId="ADAL" clId="{BCD63874-66BF-4774-B263-6717FFA9A447}" dt="2023-11-14T07:22:26.119" v="19831" actId="20577"/>
          <ac:spMkLst>
            <pc:docMk/>
            <pc:sldMk cId="1043189654" sldId="318"/>
            <ac:spMk id="3" creationId="{437C062D-9FA6-B2AB-C1C5-FB9F1B32B963}"/>
          </ac:spMkLst>
        </pc:spChg>
      </pc:sldChg>
      <pc:sldChg chg="modSp add mod">
        <pc:chgData name="Tea Boon Chian" userId="ab84e6a5-2079-4f96-af03-c8dde00dcc75" providerId="ADAL" clId="{BCD63874-66BF-4774-B263-6717FFA9A447}" dt="2023-11-14T12:27:48.618" v="24835" actId="404"/>
        <pc:sldMkLst>
          <pc:docMk/>
          <pc:sldMk cId="4286425832" sldId="319"/>
        </pc:sldMkLst>
        <pc:spChg chg="mod">
          <ac:chgData name="Tea Boon Chian" userId="ab84e6a5-2079-4f96-af03-c8dde00dcc75" providerId="ADAL" clId="{BCD63874-66BF-4774-B263-6717FFA9A447}" dt="2023-11-14T12:27:48.618" v="24835" actId="404"/>
          <ac:spMkLst>
            <pc:docMk/>
            <pc:sldMk cId="4286425832" sldId="319"/>
            <ac:spMk id="2" creationId="{51768E25-4CC3-F98C-2223-FDAE86041D8A}"/>
          </ac:spMkLst>
        </pc:spChg>
        <pc:spChg chg="mod">
          <ac:chgData name="Tea Boon Chian" userId="ab84e6a5-2079-4f96-af03-c8dde00dcc75" providerId="ADAL" clId="{BCD63874-66BF-4774-B263-6717FFA9A447}" dt="2023-11-14T07:42:24.951" v="20138" actId="20577"/>
          <ac:spMkLst>
            <pc:docMk/>
            <pc:sldMk cId="4286425832" sldId="319"/>
            <ac:spMk id="3" creationId="{437C062D-9FA6-B2AB-C1C5-FB9F1B32B963}"/>
          </ac:spMkLst>
        </pc:spChg>
      </pc:sldChg>
      <pc:sldChg chg="addSp modSp add mod ord">
        <pc:chgData name="Tea Boon Chian" userId="ab84e6a5-2079-4f96-af03-c8dde00dcc75" providerId="ADAL" clId="{BCD63874-66BF-4774-B263-6717FFA9A447}" dt="2023-12-12T04:13:46.890" v="24872" actId="207"/>
        <pc:sldMkLst>
          <pc:docMk/>
          <pc:sldMk cId="375648247" sldId="320"/>
        </pc:sldMkLst>
        <pc:spChg chg="mod">
          <ac:chgData name="Tea Boon Chian" userId="ab84e6a5-2079-4f96-af03-c8dde00dcc75" providerId="ADAL" clId="{BCD63874-66BF-4774-B263-6717FFA9A447}" dt="2023-11-14T07:17:14.633" v="19457" actId="404"/>
          <ac:spMkLst>
            <pc:docMk/>
            <pc:sldMk cId="375648247" sldId="320"/>
            <ac:spMk id="2" creationId="{51768E25-4CC3-F98C-2223-FDAE86041D8A}"/>
          </ac:spMkLst>
        </pc:spChg>
        <pc:spChg chg="mod">
          <ac:chgData name="Tea Boon Chian" userId="ab84e6a5-2079-4f96-af03-c8dde00dcc75" providerId="ADAL" clId="{BCD63874-66BF-4774-B263-6717FFA9A447}" dt="2023-12-12T04:13:46.890" v="24872" actId="207"/>
          <ac:spMkLst>
            <pc:docMk/>
            <pc:sldMk cId="375648247" sldId="320"/>
            <ac:spMk id="3" creationId="{437C062D-9FA6-B2AB-C1C5-FB9F1B32B963}"/>
          </ac:spMkLst>
        </pc:spChg>
        <pc:picChg chg="add mod">
          <ac:chgData name="Tea Boon Chian" userId="ab84e6a5-2079-4f96-af03-c8dde00dcc75" providerId="ADAL" clId="{BCD63874-66BF-4774-B263-6717FFA9A447}" dt="2023-11-14T07:22:33.091" v="19832" actId="1076"/>
          <ac:picMkLst>
            <pc:docMk/>
            <pc:sldMk cId="375648247" sldId="320"/>
            <ac:picMk id="4" creationId="{49C431B2-A45D-4F7B-1998-7AD8A70489DB}"/>
          </ac:picMkLst>
        </pc:picChg>
      </pc:sldChg>
      <pc:sldChg chg="addSp modSp add mod">
        <pc:chgData name="Tea Boon Chian" userId="ab84e6a5-2079-4f96-af03-c8dde00dcc75" providerId="ADAL" clId="{BCD63874-66BF-4774-B263-6717FFA9A447}" dt="2023-11-14T12:27:55.915" v="24836" actId="404"/>
        <pc:sldMkLst>
          <pc:docMk/>
          <pc:sldMk cId="1551055622" sldId="321"/>
        </pc:sldMkLst>
        <pc:spChg chg="mod">
          <ac:chgData name="Tea Boon Chian" userId="ab84e6a5-2079-4f96-af03-c8dde00dcc75" providerId="ADAL" clId="{BCD63874-66BF-4774-B263-6717FFA9A447}" dt="2023-11-14T12:27:55.915" v="24836" actId="404"/>
          <ac:spMkLst>
            <pc:docMk/>
            <pc:sldMk cId="1551055622" sldId="321"/>
            <ac:spMk id="2" creationId="{51768E25-4CC3-F98C-2223-FDAE86041D8A}"/>
          </ac:spMkLst>
        </pc:spChg>
        <pc:spChg chg="mod">
          <ac:chgData name="Tea Boon Chian" userId="ab84e6a5-2079-4f96-af03-c8dde00dcc75" providerId="ADAL" clId="{BCD63874-66BF-4774-B263-6717FFA9A447}" dt="2023-11-14T07:53:33.398" v="20824" actId="20577"/>
          <ac:spMkLst>
            <pc:docMk/>
            <pc:sldMk cId="1551055622" sldId="321"/>
            <ac:spMk id="3" creationId="{437C062D-9FA6-B2AB-C1C5-FB9F1B32B963}"/>
          </ac:spMkLst>
        </pc:spChg>
        <pc:spChg chg="add mod ord">
          <ac:chgData name="Tea Boon Chian" userId="ab84e6a5-2079-4f96-af03-c8dde00dcc75" providerId="ADAL" clId="{BCD63874-66BF-4774-B263-6717FFA9A447}" dt="2023-11-14T07:48:48.728" v="20382" actId="207"/>
          <ac:spMkLst>
            <pc:docMk/>
            <pc:sldMk cId="1551055622" sldId="321"/>
            <ac:spMk id="4" creationId="{BA56ECB9-F2E9-E882-BF7F-C48B9C8873F4}"/>
          </ac:spMkLst>
        </pc:spChg>
      </pc:sldChg>
      <pc:sldChg chg="modSp add del mod">
        <pc:chgData name="Tea Boon Chian" userId="ab84e6a5-2079-4f96-af03-c8dde00dcc75" providerId="ADAL" clId="{BCD63874-66BF-4774-B263-6717FFA9A447}" dt="2023-11-14T07:53:58.082" v="20825" actId="47"/>
        <pc:sldMkLst>
          <pc:docMk/>
          <pc:sldMk cId="2175892538" sldId="322"/>
        </pc:sldMkLst>
        <pc:spChg chg="mod">
          <ac:chgData name="Tea Boon Chian" userId="ab84e6a5-2079-4f96-af03-c8dde00dcc75" providerId="ADAL" clId="{BCD63874-66BF-4774-B263-6717FFA9A447}" dt="2023-11-14T07:51:14.860" v="20575" actId="404"/>
          <ac:spMkLst>
            <pc:docMk/>
            <pc:sldMk cId="2175892538" sldId="322"/>
            <ac:spMk id="2" creationId="{51768E25-4CC3-F98C-2223-FDAE86041D8A}"/>
          </ac:spMkLst>
        </pc:spChg>
        <pc:spChg chg="mod">
          <ac:chgData name="Tea Boon Chian" userId="ab84e6a5-2079-4f96-af03-c8dde00dcc75" providerId="ADAL" clId="{BCD63874-66BF-4774-B263-6717FFA9A447}" dt="2023-11-14T07:52:17.875" v="20592" actId="20577"/>
          <ac:spMkLst>
            <pc:docMk/>
            <pc:sldMk cId="2175892538" sldId="322"/>
            <ac:spMk id="3" creationId="{437C062D-9FA6-B2AB-C1C5-FB9F1B32B963}"/>
          </ac:spMkLst>
        </pc:spChg>
      </pc:sldChg>
      <pc:sldChg chg="modSp add mod">
        <pc:chgData name="Tea Boon Chian" userId="ab84e6a5-2079-4f96-af03-c8dde00dcc75" providerId="ADAL" clId="{BCD63874-66BF-4774-B263-6717FFA9A447}" dt="2023-11-14T12:28:06.548" v="24840" actId="404"/>
        <pc:sldMkLst>
          <pc:docMk/>
          <pc:sldMk cId="157726684" sldId="323"/>
        </pc:sldMkLst>
        <pc:spChg chg="mod">
          <ac:chgData name="Tea Boon Chian" userId="ab84e6a5-2079-4f96-af03-c8dde00dcc75" providerId="ADAL" clId="{BCD63874-66BF-4774-B263-6717FFA9A447}" dt="2023-11-14T12:28:06.548" v="24840" actId="404"/>
          <ac:spMkLst>
            <pc:docMk/>
            <pc:sldMk cId="157726684" sldId="323"/>
            <ac:spMk id="2" creationId="{51768E25-4CC3-F98C-2223-FDAE86041D8A}"/>
          </ac:spMkLst>
        </pc:spChg>
        <pc:spChg chg="mod">
          <ac:chgData name="Tea Boon Chian" userId="ab84e6a5-2079-4f96-af03-c8dde00dcc75" providerId="ADAL" clId="{BCD63874-66BF-4774-B263-6717FFA9A447}" dt="2023-11-14T08:38:13.141" v="21623" actId="207"/>
          <ac:spMkLst>
            <pc:docMk/>
            <pc:sldMk cId="157726684" sldId="323"/>
            <ac:spMk id="3" creationId="{437C062D-9FA6-B2AB-C1C5-FB9F1B32B963}"/>
          </ac:spMkLst>
        </pc:spChg>
      </pc:sldChg>
      <pc:sldChg chg="modSp add mod">
        <pc:chgData name="Tea Boon Chian" userId="ab84e6a5-2079-4f96-af03-c8dde00dcc75" providerId="ADAL" clId="{BCD63874-66BF-4774-B263-6717FFA9A447}" dt="2023-11-14T08:48:23.637" v="22045" actId="20577"/>
        <pc:sldMkLst>
          <pc:docMk/>
          <pc:sldMk cId="2433499335" sldId="324"/>
        </pc:sldMkLst>
        <pc:spChg chg="mod">
          <ac:chgData name="Tea Boon Chian" userId="ab84e6a5-2079-4f96-af03-c8dde00dcc75" providerId="ADAL" clId="{BCD63874-66BF-4774-B263-6717FFA9A447}" dt="2023-11-14T08:45:10.138" v="21963" actId="20577"/>
          <ac:spMkLst>
            <pc:docMk/>
            <pc:sldMk cId="2433499335" sldId="324"/>
            <ac:spMk id="2" creationId="{51768E25-4CC3-F98C-2223-FDAE86041D8A}"/>
          </ac:spMkLst>
        </pc:spChg>
        <pc:spChg chg="mod">
          <ac:chgData name="Tea Boon Chian" userId="ab84e6a5-2079-4f96-af03-c8dde00dcc75" providerId="ADAL" clId="{BCD63874-66BF-4774-B263-6717FFA9A447}" dt="2023-11-14T08:48:23.637" v="22045" actId="20577"/>
          <ac:spMkLst>
            <pc:docMk/>
            <pc:sldMk cId="2433499335" sldId="324"/>
            <ac:spMk id="3" creationId="{437C062D-9FA6-B2AB-C1C5-FB9F1B32B963}"/>
          </ac:spMkLst>
        </pc:spChg>
      </pc:sldChg>
      <pc:sldChg chg="addSp delSp modSp add mod">
        <pc:chgData name="Tea Boon Chian" userId="ab84e6a5-2079-4f96-af03-c8dde00dcc75" providerId="ADAL" clId="{BCD63874-66BF-4774-B263-6717FFA9A447}" dt="2023-11-14T08:59:06.027" v="22442" actId="14100"/>
        <pc:sldMkLst>
          <pc:docMk/>
          <pc:sldMk cId="453878566" sldId="325"/>
        </pc:sldMkLst>
        <pc:spChg chg="mod">
          <ac:chgData name="Tea Boon Chian" userId="ab84e6a5-2079-4f96-af03-c8dde00dcc75" providerId="ADAL" clId="{BCD63874-66BF-4774-B263-6717FFA9A447}" dt="2023-11-14T08:47:05.208" v="22013" actId="404"/>
          <ac:spMkLst>
            <pc:docMk/>
            <pc:sldMk cId="453878566" sldId="325"/>
            <ac:spMk id="2" creationId="{51768E25-4CC3-F98C-2223-FDAE86041D8A}"/>
          </ac:spMkLst>
        </pc:spChg>
        <pc:spChg chg="del">
          <ac:chgData name="Tea Boon Chian" userId="ab84e6a5-2079-4f96-af03-c8dde00dcc75" providerId="ADAL" clId="{BCD63874-66BF-4774-B263-6717FFA9A447}" dt="2023-11-14T08:46:44.248" v="22004" actId="478"/>
          <ac:spMkLst>
            <pc:docMk/>
            <pc:sldMk cId="453878566" sldId="325"/>
            <ac:spMk id="3" creationId="{437C062D-9FA6-B2AB-C1C5-FB9F1B32B963}"/>
          </ac:spMkLst>
        </pc:spChg>
        <pc:spChg chg="add del mod">
          <ac:chgData name="Tea Boon Chian" userId="ab84e6a5-2079-4f96-af03-c8dde00dcc75" providerId="ADAL" clId="{BCD63874-66BF-4774-B263-6717FFA9A447}" dt="2023-11-14T08:47:16.827" v="22017" actId="478"/>
          <ac:spMkLst>
            <pc:docMk/>
            <pc:sldMk cId="453878566" sldId="325"/>
            <ac:spMk id="5" creationId="{A5C50302-EDBD-FEE4-578A-C1790BA2A5F4}"/>
          </ac:spMkLst>
        </pc:spChg>
        <pc:spChg chg="add mod">
          <ac:chgData name="Tea Boon Chian" userId="ab84e6a5-2079-4f96-af03-c8dde00dcc75" providerId="ADAL" clId="{BCD63874-66BF-4774-B263-6717FFA9A447}" dt="2023-11-14T08:49:04.418" v="22057" actId="1076"/>
          <ac:spMkLst>
            <pc:docMk/>
            <pc:sldMk cId="453878566" sldId="325"/>
            <ac:spMk id="6" creationId="{697F696B-5E98-2B02-E076-54B01F2D3057}"/>
          </ac:spMkLst>
        </pc:spChg>
        <pc:spChg chg="add mod">
          <ac:chgData name="Tea Boon Chian" userId="ab84e6a5-2079-4f96-af03-c8dde00dcc75" providerId="ADAL" clId="{BCD63874-66BF-4774-B263-6717FFA9A447}" dt="2023-11-14T08:59:06.027" v="22442" actId="14100"/>
          <ac:spMkLst>
            <pc:docMk/>
            <pc:sldMk cId="453878566" sldId="325"/>
            <ac:spMk id="7" creationId="{84D5767A-FBB2-3E7D-D9B5-A12221F4DC5E}"/>
          </ac:spMkLst>
        </pc:spChg>
        <pc:picChg chg="add mod">
          <ac:chgData name="Tea Boon Chian" userId="ab84e6a5-2079-4f96-af03-c8dde00dcc75" providerId="ADAL" clId="{BCD63874-66BF-4774-B263-6717FFA9A447}" dt="2023-11-14T08:49:01.907" v="22056" actId="1076"/>
          <ac:picMkLst>
            <pc:docMk/>
            <pc:sldMk cId="453878566" sldId="325"/>
            <ac:picMk id="4" creationId="{A0DAE229-D0BD-8C40-72F6-578FE73BFC6F}"/>
          </ac:picMkLst>
        </pc:picChg>
      </pc:sldChg>
      <pc:sldChg chg="addSp modSp add mod">
        <pc:chgData name="Tea Boon Chian" userId="ab84e6a5-2079-4f96-af03-c8dde00dcc75" providerId="ADAL" clId="{BCD63874-66BF-4774-B263-6717FFA9A447}" dt="2023-11-14T11:44:56.225" v="22474" actId="114"/>
        <pc:sldMkLst>
          <pc:docMk/>
          <pc:sldMk cId="3165887866" sldId="326"/>
        </pc:sldMkLst>
        <pc:spChg chg="mod">
          <ac:chgData name="Tea Boon Chian" userId="ab84e6a5-2079-4f96-af03-c8dde00dcc75" providerId="ADAL" clId="{BCD63874-66BF-4774-B263-6717FFA9A447}" dt="2023-11-14T08:57:50.312" v="22440" actId="403"/>
          <ac:spMkLst>
            <pc:docMk/>
            <pc:sldMk cId="3165887866" sldId="326"/>
            <ac:spMk id="2" creationId="{51768E25-4CC3-F98C-2223-FDAE86041D8A}"/>
          </ac:spMkLst>
        </pc:spChg>
        <pc:spChg chg="mod">
          <ac:chgData name="Tea Boon Chian" userId="ab84e6a5-2079-4f96-af03-c8dde00dcc75" providerId="ADAL" clId="{BCD63874-66BF-4774-B263-6717FFA9A447}" dt="2023-11-14T11:44:56.225" v="22474" actId="114"/>
          <ac:spMkLst>
            <pc:docMk/>
            <pc:sldMk cId="3165887866" sldId="326"/>
            <ac:spMk id="3" creationId="{437C062D-9FA6-B2AB-C1C5-FB9F1B32B963}"/>
          </ac:spMkLst>
        </pc:spChg>
        <pc:picChg chg="add mod">
          <ac:chgData name="Tea Boon Chian" userId="ab84e6a5-2079-4f96-af03-c8dde00dcc75" providerId="ADAL" clId="{BCD63874-66BF-4774-B263-6717FFA9A447}" dt="2023-11-14T08:52:48.531" v="22339" actId="1076"/>
          <ac:picMkLst>
            <pc:docMk/>
            <pc:sldMk cId="3165887866" sldId="326"/>
            <ac:picMk id="1026" creationId="{9A71CB2C-7D73-08E5-98D2-3FDCC0552A9A}"/>
          </ac:picMkLst>
        </pc:picChg>
      </pc:sldChg>
      <pc:sldChg chg="addSp delSp modSp add mod">
        <pc:chgData name="Tea Boon Chian" userId="ab84e6a5-2079-4f96-af03-c8dde00dcc75" providerId="ADAL" clId="{BCD63874-66BF-4774-B263-6717FFA9A447}" dt="2023-11-14T08:57:25.371" v="22439" actId="1076"/>
        <pc:sldMkLst>
          <pc:docMk/>
          <pc:sldMk cId="2305570444" sldId="327"/>
        </pc:sldMkLst>
        <pc:spChg chg="mod">
          <ac:chgData name="Tea Boon Chian" userId="ab84e6a5-2079-4f96-af03-c8dde00dcc75" providerId="ADAL" clId="{BCD63874-66BF-4774-B263-6717FFA9A447}" dt="2023-11-14T08:57:20.471" v="22437" actId="404"/>
          <ac:spMkLst>
            <pc:docMk/>
            <pc:sldMk cId="2305570444" sldId="327"/>
            <ac:spMk id="2" creationId="{51768E25-4CC3-F98C-2223-FDAE86041D8A}"/>
          </ac:spMkLst>
        </pc:spChg>
        <pc:spChg chg="del">
          <ac:chgData name="Tea Boon Chian" userId="ab84e6a5-2079-4f96-af03-c8dde00dcc75" providerId="ADAL" clId="{BCD63874-66BF-4774-B263-6717FFA9A447}" dt="2023-11-14T08:57:13.867" v="22433"/>
          <ac:spMkLst>
            <pc:docMk/>
            <pc:sldMk cId="2305570444" sldId="327"/>
            <ac:spMk id="3" creationId="{437C062D-9FA6-B2AB-C1C5-FB9F1B32B963}"/>
          </ac:spMkLst>
        </pc:spChg>
        <pc:picChg chg="add mod">
          <ac:chgData name="Tea Boon Chian" userId="ab84e6a5-2079-4f96-af03-c8dde00dcc75" providerId="ADAL" clId="{BCD63874-66BF-4774-B263-6717FFA9A447}" dt="2023-11-14T08:57:25.371" v="22439" actId="1076"/>
          <ac:picMkLst>
            <pc:docMk/>
            <pc:sldMk cId="2305570444" sldId="327"/>
            <ac:picMk id="4" creationId="{30E24FCC-D488-F5EE-5D43-BFD89422D750}"/>
          </ac:picMkLst>
        </pc:picChg>
      </pc:sldChg>
      <pc:sldChg chg="modSp add mod">
        <pc:chgData name="Tea Boon Chian" userId="ab84e6a5-2079-4f96-af03-c8dde00dcc75" providerId="ADAL" clId="{BCD63874-66BF-4774-B263-6717FFA9A447}" dt="2023-11-14T11:56:04.097" v="22976" actId="21"/>
        <pc:sldMkLst>
          <pc:docMk/>
          <pc:sldMk cId="457300607" sldId="328"/>
        </pc:sldMkLst>
        <pc:spChg chg="mod">
          <ac:chgData name="Tea Boon Chian" userId="ab84e6a5-2079-4f96-af03-c8dde00dcc75" providerId="ADAL" clId="{BCD63874-66BF-4774-B263-6717FFA9A447}" dt="2023-11-14T11:45:04.842" v="22477" actId="404"/>
          <ac:spMkLst>
            <pc:docMk/>
            <pc:sldMk cId="457300607" sldId="328"/>
            <ac:spMk id="2" creationId="{51768E25-4CC3-F98C-2223-FDAE86041D8A}"/>
          </ac:spMkLst>
        </pc:spChg>
        <pc:spChg chg="mod">
          <ac:chgData name="Tea Boon Chian" userId="ab84e6a5-2079-4f96-af03-c8dde00dcc75" providerId="ADAL" clId="{BCD63874-66BF-4774-B263-6717FFA9A447}" dt="2023-11-14T11:56:04.097" v="22976" actId="21"/>
          <ac:spMkLst>
            <pc:docMk/>
            <pc:sldMk cId="457300607" sldId="328"/>
            <ac:spMk id="3" creationId="{437C062D-9FA6-B2AB-C1C5-FB9F1B32B963}"/>
          </ac:spMkLst>
        </pc:spChg>
      </pc:sldChg>
      <pc:sldChg chg="addSp modSp add mod">
        <pc:chgData name="Tea Boon Chian" userId="ab84e6a5-2079-4f96-af03-c8dde00dcc75" providerId="ADAL" clId="{BCD63874-66BF-4774-B263-6717FFA9A447}" dt="2023-11-14T11:56:22.382" v="22983" actId="1076"/>
        <pc:sldMkLst>
          <pc:docMk/>
          <pc:sldMk cId="1914791813" sldId="329"/>
        </pc:sldMkLst>
        <pc:spChg chg="mod">
          <ac:chgData name="Tea Boon Chian" userId="ab84e6a5-2079-4f96-af03-c8dde00dcc75" providerId="ADAL" clId="{BCD63874-66BF-4774-B263-6717FFA9A447}" dt="2023-11-14T11:53:15.755" v="22860" actId="404"/>
          <ac:spMkLst>
            <pc:docMk/>
            <pc:sldMk cId="1914791813" sldId="329"/>
            <ac:spMk id="2" creationId="{51768E25-4CC3-F98C-2223-FDAE86041D8A}"/>
          </ac:spMkLst>
        </pc:spChg>
        <pc:spChg chg="mod">
          <ac:chgData name="Tea Boon Chian" userId="ab84e6a5-2079-4f96-af03-c8dde00dcc75" providerId="ADAL" clId="{BCD63874-66BF-4774-B263-6717FFA9A447}" dt="2023-11-14T11:56:02.153" v="22975" actId="20577"/>
          <ac:spMkLst>
            <pc:docMk/>
            <pc:sldMk cId="1914791813" sldId="329"/>
            <ac:spMk id="3" creationId="{437C062D-9FA6-B2AB-C1C5-FB9F1B32B963}"/>
          </ac:spMkLst>
        </pc:spChg>
        <pc:picChg chg="add mod">
          <ac:chgData name="Tea Boon Chian" userId="ab84e6a5-2079-4f96-af03-c8dde00dcc75" providerId="ADAL" clId="{BCD63874-66BF-4774-B263-6717FFA9A447}" dt="2023-11-14T11:56:22.382" v="22983" actId="1076"/>
          <ac:picMkLst>
            <pc:docMk/>
            <pc:sldMk cId="1914791813" sldId="329"/>
            <ac:picMk id="4" creationId="{9EF885E8-B864-BB90-42FB-2D38D9DFFD8F}"/>
          </ac:picMkLst>
        </pc:picChg>
      </pc:sldChg>
      <pc:sldChg chg="modSp add mod">
        <pc:chgData name="Tea Boon Chian" userId="ab84e6a5-2079-4f96-af03-c8dde00dcc75" providerId="ADAL" clId="{BCD63874-66BF-4774-B263-6717FFA9A447}" dt="2023-11-14T12:02:34.812" v="23390" actId="207"/>
        <pc:sldMkLst>
          <pc:docMk/>
          <pc:sldMk cId="509556997" sldId="330"/>
        </pc:sldMkLst>
        <pc:spChg chg="mod">
          <ac:chgData name="Tea Boon Chian" userId="ab84e6a5-2079-4f96-af03-c8dde00dcc75" providerId="ADAL" clId="{BCD63874-66BF-4774-B263-6717FFA9A447}" dt="2023-11-14T11:59:11.533" v="23001" actId="113"/>
          <ac:spMkLst>
            <pc:docMk/>
            <pc:sldMk cId="509556997" sldId="330"/>
            <ac:spMk id="2" creationId="{51768E25-4CC3-F98C-2223-FDAE86041D8A}"/>
          </ac:spMkLst>
        </pc:spChg>
        <pc:spChg chg="mod">
          <ac:chgData name="Tea Boon Chian" userId="ab84e6a5-2079-4f96-af03-c8dde00dcc75" providerId="ADAL" clId="{BCD63874-66BF-4774-B263-6717FFA9A447}" dt="2023-11-14T12:02:34.812" v="23390" actId="207"/>
          <ac:spMkLst>
            <pc:docMk/>
            <pc:sldMk cId="509556997" sldId="330"/>
            <ac:spMk id="3" creationId="{437C062D-9FA6-B2AB-C1C5-FB9F1B32B963}"/>
          </ac:spMkLst>
        </pc:spChg>
      </pc:sldChg>
      <pc:sldChg chg="modSp add mod">
        <pc:chgData name="Tea Boon Chian" userId="ab84e6a5-2079-4f96-af03-c8dde00dcc75" providerId="ADAL" clId="{BCD63874-66BF-4774-B263-6717FFA9A447}" dt="2023-11-14T12:17:17.916" v="24581" actId="20577"/>
        <pc:sldMkLst>
          <pc:docMk/>
          <pc:sldMk cId="3274544457" sldId="331"/>
        </pc:sldMkLst>
        <pc:spChg chg="mod">
          <ac:chgData name="Tea Boon Chian" userId="ab84e6a5-2079-4f96-af03-c8dde00dcc75" providerId="ADAL" clId="{BCD63874-66BF-4774-B263-6717FFA9A447}" dt="2023-11-14T12:03:16.923" v="23426" actId="207"/>
          <ac:spMkLst>
            <pc:docMk/>
            <pc:sldMk cId="3274544457" sldId="331"/>
            <ac:spMk id="2" creationId="{51768E25-4CC3-F98C-2223-FDAE86041D8A}"/>
          </ac:spMkLst>
        </pc:spChg>
        <pc:spChg chg="mod">
          <ac:chgData name="Tea Boon Chian" userId="ab84e6a5-2079-4f96-af03-c8dde00dcc75" providerId="ADAL" clId="{BCD63874-66BF-4774-B263-6717FFA9A447}" dt="2023-11-14T12:17:17.916" v="24581" actId="20577"/>
          <ac:spMkLst>
            <pc:docMk/>
            <pc:sldMk cId="3274544457" sldId="331"/>
            <ac:spMk id="3" creationId="{437C062D-9FA6-B2AB-C1C5-FB9F1B32B963}"/>
          </ac:spMkLst>
        </pc:spChg>
      </pc:sldChg>
      <pc:sldChg chg="addSp delSp modSp add mod">
        <pc:chgData name="Tea Boon Chian" userId="ab84e6a5-2079-4f96-af03-c8dde00dcc75" providerId="ADAL" clId="{BCD63874-66BF-4774-B263-6717FFA9A447}" dt="2023-11-14T12:14:07.358" v="24229" actId="1076"/>
        <pc:sldMkLst>
          <pc:docMk/>
          <pc:sldMk cId="2380555114" sldId="332"/>
        </pc:sldMkLst>
        <pc:spChg chg="mod">
          <ac:chgData name="Tea Boon Chian" userId="ab84e6a5-2079-4f96-af03-c8dde00dcc75" providerId="ADAL" clId="{BCD63874-66BF-4774-B263-6717FFA9A447}" dt="2023-11-14T12:13:48.514" v="24223" actId="404"/>
          <ac:spMkLst>
            <pc:docMk/>
            <pc:sldMk cId="2380555114" sldId="332"/>
            <ac:spMk id="2" creationId="{51768E25-4CC3-F98C-2223-FDAE86041D8A}"/>
          </ac:spMkLst>
        </pc:spChg>
        <pc:spChg chg="del">
          <ac:chgData name="Tea Boon Chian" userId="ab84e6a5-2079-4f96-af03-c8dde00dcc75" providerId="ADAL" clId="{BCD63874-66BF-4774-B263-6717FFA9A447}" dt="2023-11-14T12:13:52.558" v="24224" actId="478"/>
          <ac:spMkLst>
            <pc:docMk/>
            <pc:sldMk cId="2380555114" sldId="332"/>
            <ac:spMk id="3" creationId="{437C062D-9FA6-B2AB-C1C5-FB9F1B32B963}"/>
          </ac:spMkLst>
        </pc:spChg>
        <pc:picChg chg="add mod">
          <ac:chgData name="Tea Boon Chian" userId="ab84e6a5-2079-4f96-af03-c8dde00dcc75" providerId="ADAL" clId="{BCD63874-66BF-4774-B263-6717FFA9A447}" dt="2023-11-14T12:14:07.358" v="24229" actId="1076"/>
          <ac:picMkLst>
            <pc:docMk/>
            <pc:sldMk cId="2380555114" sldId="332"/>
            <ac:picMk id="4" creationId="{43CB289A-8200-4EF9-9422-514282D75CAF}"/>
          </ac:picMkLst>
        </pc:picChg>
      </pc:sldChg>
      <pc:sldChg chg="modSp add mod">
        <pc:chgData name="Tea Boon Chian" userId="ab84e6a5-2079-4f96-af03-c8dde00dcc75" providerId="ADAL" clId="{BCD63874-66BF-4774-B263-6717FFA9A447}" dt="2023-11-14T12:19:44.767" v="24777" actId="207"/>
        <pc:sldMkLst>
          <pc:docMk/>
          <pc:sldMk cId="763835802" sldId="333"/>
        </pc:sldMkLst>
        <pc:spChg chg="mod">
          <ac:chgData name="Tea Boon Chian" userId="ab84e6a5-2079-4f96-af03-c8dde00dcc75" providerId="ADAL" clId="{BCD63874-66BF-4774-B263-6717FFA9A447}" dt="2023-11-14T12:15:05.373" v="24235" actId="113"/>
          <ac:spMkLst>
            <pc:docMk/>
            <pc:sldMk cId="763835802" sldId="333"/>
            <ac:spMk id="2" creationId="{51768E25-4CC3-F98C-2223-FDAE86041D8A}"/>
          </ac:spMkLst>
        </pc:spChg>
        <pc:spChg chg="mod">
          <ac:chgData name="Tea Boon Chian" userId="ab84e6a5-2079-4f96-af03-c8dde00dcc75" providerId="ADAL" clId="{BCD63874-66BF-4774-B263-6717FFA9A447}" dt="2023-11-14T12:19:44.767" v="24777" actId="207"/>
          <ac:spMkLst>
            <pc:docMk/>
            <pc:sldMk cId="763835802" sldId="333"/>
            <ac:spMk id="3" creationId="{437C062D-9FA6-B2AB-C1C5-FB9F1B32B963}"/>
          </ac:spMkLst>
        </pc:spChg>
      </pc:sldChg>
      <pc:sldChg chg="modSp add mod">
        <pc:chgData name="Tea Boon Chian" userId="ab84e6a5-2079-4f96-af03-c8dde00dcc75" providerId="ADAL" clId="{BCD63874-66BF-4774-B263-6717FFA9A447}" dt="2023-11-14T12:23:39.725" v="24789" actId="20577"/>
        <pc:sldMkLst>
          <pc:docMk/>
          <pc:sldMk cId="2089793967" sldId="334"/>
        </pc:sldMkLst>
        <pc:spChg chg="mod">
          <ac:chgData name="Tea Boon Chian" userId="ab84e6a5-2079-4f96-af03-c8dde00dcc75" providerId="ADAL" clId="{BCD63874-66BF-4774-B263-6717FFA9A447}" dt="2023-11-14T12:23:39.725" v="24789" actId="20577"/>
          <ac:spMkLst>
            <pc:docMk/>
            <pc:sldMk cId="2089793967" sldId="334"/>
            <ac:spMk id="2" creationId="{51768E25-4CC3-F98C-2223-FDAE86041D8A}"/>
          </ac:spMkLst>
        </pc:spChg>
        <pc:spChg chg="mod">
          <ac:chgData name="Tea Boon Chian" userId="ab84e6a5-2079-4f96-af03-c8dde00dcc75" providerId="ADAL" clId="{BCD63874-66BF-4774-B263-6717FFA9A447}" dt="2023-11-14T12:23:26.401" v="24784"/>
          <ac:spMkLst>
            <pc:docMk/>
            <pc:sldMk cId="2089793967" sldId="334"/>
            <ac:spMk id="3" creationId="{437C062D-9FA6-B2AB-C1C5-FB9F1B32B963}"/>
          </ac:spMkLst>
        </pc:spChg>
      </pc:sldChg>
      <pc:sldChg chg="add del">
        <pc:chgData name="Tea Boon Chian" userId="ab84e6a5-2079-4f96-af03-c8dde00dcc75" providerId="ADAL" clId="{BCD63874-66BF-4774-B263-6717FFA9A447}" dt="2023-11-14T12:28:45.986" v="24841" actId="47"/>
        <pc:sldMkLst>
          <pc:docMk/>
          <pc:sldMk cId="49364858" sldId="335"/>
        </pc:sldMkLst>
      </pc:sldChg>
      <pc:sldChg chg="add del">
        <pc:chgData name="Tea Boon Chian" userId="ab84e6a5-2079-4f96-af03-c8dde00dcc75" providerId="ADAL" clId="{BCD63874-66BF-4774-B263-6717FFA9A447}" dt="2023-11-14T12:23:47.601" v="24803" actId="47"/>
        <pc:sldMkLst>
          <pc:docMk/>
          <pc:sldMk cId="763752146" sldId="336"/>
        </pc:sldMkLst>
      </pc:sldChg>
      <pc:sldChg chg="add del">
        <pc:chgData name="Tea Boon Chian" userId="ab84e6a5-2079-4f96-af03-c8dde00dcc75" providerId="ADAL" clId="{BCD63874-66BF-4774-B263-6717FFA9A447}" dt="2023-11-14T12:23:46.688" v="24802" actId="47"/>
        <pc:sldMkLst>
          <pc:docMk/>
          <pc:sldMk cId="3519788173" sldId="337"/>
        </pc:sldMkLst>
      </pc:sldChg>
      <pc:sldChg chg="add del">
        <pc:chgData name="Tea Boon Chian" userId="ab84e6a5-2079-4f96-af03-c8dde00dcc75" providerId="ADAL" clId="{BCD63874-66BF-4774-B263-6717FFA9A447}" dt="2023-11-14T12:23:46.037" v="24801" actId="47"/>
        <pc:sldMkLst>
          <pc:docMk/>
          <pc:sldMk cId="3558536299" sldId="338"/>
        </pc:sldMkLst>
      </pc:sldChg>
      <pc:sldChg chg="add del">
        <pc:chgData name="Tea Boon Chian" userId="ab84e6a5-2079-4f96-af03-c8dde00dcc75" providerId="ADAL" clId="{BCD63874-66BF-4774-B263-6717FFA9A447}" dt="2023-11-14T12:23:45.881" v="24800" actId="47"/>
        <pc:sldMkLst>
          <pc:docMk/>
          <pc:sldMk cId="3826135668" sldId="339"/>
        </pc:sldMkLst>
      </pc:sldChg>
      <pc:sldChg chg="add del">
        <pc:chgData name="Tea Boon Chian" userId="ab84e6a5-2079-4f96-af03-c8dde00dcc75" providerId="ADAL" clId="{BCD63874-66BF-4774-B263-6717FFA9A447}" dt="2023-11-14T12:23:45.749" v="24799" actId="47"/>
        <pc:sldMkLst>
          <pc:docMk/>
          <pc:sldMk cId="2964873080" sldId="340"/>
        </pc:sldMkLst>
      </pc:sldChg>
      <pc:sldChg chg="add del">
        <pc:chgData name="Tea Boon Chian" userId="ab84e6a5-2079-4f96-af03-c8dde00dcc75" providerId="ADAL" clId="{BCD63874-66BF-4774-B263-6717FFA9A447}" dt="2023-11-14T12:23:45.546" v="24798" actId="47"/>
        <pc:sldMkLst>
          <pc:docMk/>
          <pc:sldMk cId="2956866342" sldId="341"/>
        </pc:sldMkLst>
      </pc:sldChg>
      <pc:sldChg chg="add del">
        <pc:chgData name="Tea Boon Chian" userId="ab84e6a5-2079-4f96-af03-c8dde00dcc75" providerId="ADAL" clId="{BCD63874-66BF-4774-B263-6717FFA9A447}" dt="2023-11-14T12:23:45.437" v="24797" actId="47"/>
        <pc:sldMkLst>
          <pc:docMk/>
          <pc:sldMk cId="3042567386" sldId="342"/>
        </pc:sldMkLst>
      </pc:sldChg>
      <pc:sldChg chg="add del">
        <pc:chgData name="Tea Boon Chian" userId="ab84e6a5-2079-4f96-af03-c8dde00dcc75" providerId="ADAL" clId="{BCD63874-66BF-4774-B263-6717FFA9A447}" dt="2023-11-14T12:23:45.309" v="24796" actId="47"/>
        <pc:sldMkLst>
          <pc:docMk/>
          <pc:sldMk cId="671035459" sldId="343"/>
        </pc:sldMkLst>
      </pc:sldChg>
      <pc:sldChg chg="add del">
        <pc:chgData name="Tea Boon Chian" userId="ab84e6a5-2079-4f96-af03-c8dde00dcc75" providerId="ADAL" clId="{BCD63874-66BF-4774-B263-6717FFA9A447}" dt="2023-11-14T12:23:45.183" v="24795" actId="47"/>
        <pc:sldMkLst>
          <pc:docMk/>
          <pc:sldMk cId="3921185147" sldId="344"/>
        </pc:sldMkLst>
      </pc:sldChg>
      <pc:sldChg chg="add del">
        <pc:chgData name="Tea Boon Chian" userId="ab84e6a5-2079-4f96-af03-c8dde00dcc75" providerId="ADAL" clId="{BCD63874-66BF-4774-B263-6717FFA9A447}" dt="2023-11-14T12:23:45.058" v="24794" actId="47"/>
        <pc:sldMkLst>
          <pc:docMk/>
          <pc:sldMk cId="2614240624" sldId="345"/>
        </pc:sldMkLst>
      </pc:sldChg>
      <pc:sldChg chg="add del">
        <pc:chgData name="Tea Boon Chian" userId="ab84e6a5-2079-4f96-af03-c8dde00dcc75" providerId="ADAL" clId="{BCD63874-66BF-4774-B263-6717FFA9A447}" dt="2023-11-14T12:23:44.941" v="24793" actId="47"/>
        <pc:sldMkLst>
          <pc:docMk/>
          <pc:sldMk cId="3337348826" sldId="346"/>
        </pc:sldMkLst>
      </pc:sldChg>
      <pc:sldChg chg="add del">
        <pc:chgData name="Tea Boon Chian" userId="ab84e6a5-2079-4f96-af03-c8dde00dcc75" providerId="ADAL" clId="{BCD63874-66BF-4774-B263-6717FFA9A447}" dt="2023-11-14T12:23:44.820" v="24792" actId="47"/>
        <pc:sldMkLst>
          <pc:docMk/>
          <pc:sldMk cId="3649888982" sldId="347"/>
        </pc:sldMkLst>
      </pc:sldChg>
      <pc:sldChg chg="add del">
        <pc:chgData name="Tea Boon Chian" userId="ab84e6a5-2079-4f96-af03-c8dde00dcc75" providerId="ADAL" clId="{BCD63874-66BF-4774-B263-6717FFA9A447}" dt="2023-11-14T12:23:44.718" v="24791" actId="47"/>
        <pc:sldMkLst>
          <pc:docMk/>
          <pc:sldMk cId="3786921173" sldId="348"/>
        </pc:sldMkLst>
      </pc:sldChg>
      <pc:sldChg chg="add del">
        <pc:chgData name="Tea Boon Chian" userId="ab84e6a5-2079-4f96-af03-c8dde00dcc75" providerId="ADAL" clId="{BCD63874-66BF-4774-B263-6717FFA9A447}" dt="2023-11-14T12:23:44.531" v="24790" actId="47"/>
        <pc:sldMkLst>
          <pc:docMk/>
          <pc:sldMk cId="4175373034" sldId="349"/>
        </pc:sldMkLst>
      </pc:sldChg>
      <pc:sldChg chg="modSp add mod ord">
        <pc:chgData name="Tea Boon Chian" userId="ab84e6a5-2079-4f96-af03-c8dde00dcc75" providerId="ADAL" clId="{BCD63874-66BF-4774-B263-6717FFA9A447}" dt="2023-11-09T00:31:48.810" v="2671"/>
        <pc:sldMkLst>
          <pc:docMk/>
          <pc:sldMk cId="3034168261" sldId="350"/>
        </pc:sldMkLst>
        <pc:spChg chg="mod">
          <ac:chgData name="Tea Boon Chian" userId="ab84e6a5-2079-4f96-af03-c8dde00dcc75" providerId="ADAL" clId="{BCD63874-66BF-4774-B263-6717FFA9A447}" dt="2023-11-09T00:31:44.140" v="2669" actId="20577"/>
          <ac:spMkLst>
            <pc:docMk/>
            <pc:sldMk cId="3034168261" sldId="350"/>
            <ac:spMk id="3" creationId="{437C062D-9FA6-B2AB-C1C5-FB9F1B32B963}"/>
          </ac:spMkLst>
        </pc:spChg>
      </pc:sldChg>
      <pc:sldChg chg="modSp add del mod">
        <pc:chgData name="Tea Boon Chian" userId="ab84e6a5-2079-4f96-af03-c8dde00dcc75" providerId="ADAL" clId="{BCD63874-66BF-4774-B263-6717FFA9A447}" dt="2023-11-09T03:42:22.988" v="3301" actId="47"/>
        <pc:sldMkLst>
          <pc:docMk/>
          <pc:sldMk cId="123998430" sldId="351"/>
        </pc:sldMkLst>
        <pc:spChg chg="mod">
          <ac:chgData name="Tea Boon Chian" userId="ab84e6a5-2079-4f96-af03-c8dde00dcc75" providerId="ADAL" clId="{BCD63874-66BF-4774-B263-6717FFA9A447}" dt="2023-11-09T03:40:59.189" v="3199" actId="5793"/>
          <ac:spMkLst>
            <pc:docMk/>
            <pc:sldMk cId="123998430" sldId="351"/>
            <ac:spMk id="3" creationId="{437C062D-9FA6-B2AB-C1C5-FB9F1B32B963}"/>
          </ac:spMkLst>
        </pc:spChg>
      </pc:sldChg>
      <pc:sldChg chg="modSp add mod">
        <pc:chgData name="Tea Boon Chian" userId="ab84e6a5-2079-4f96-af03-c8dde00dcc75" providerId="ADAL" clId="{BCD63874-66BF-4774-B263-6717FFA9A447}" dt="2023-11-09T09:26:56.735" v="4529" actId="207"/>
        <pc:sldMkLst>
          <pc:docMk/>
          <pc:sldMk cId="1172042726" sldId="352"/>
        </pc:sldMkLst>
        <pc:spChg chg="mod">
          <ac:chgData name="Tea Boon Chian" userId="ab84e6a5-2079-4f96-af03-c8dde00dcc75" providerId="ADAL" clId="{BCD63874-66BF-4774-B263-6717FFA9A447}" dt="2023-11-09T09:26:56.735" v="4529" actId="207"/>
          <ac:spMkLst>
            <pc:docMk/>
            <pc:sldMk cId="1172042726" sldId="352"/>
            <ac:spMk id="2" creationId="{51768E25-4CC3-F98C-2223-FDAE86041D8A}"/>
          </ac:spMkLst>
        </pc:spChg>
      </pc:sldChg>
      <pc:sldChg chg="addSp delSp modSp add del mod">
        <pc:chgData name="Tea Boon Chian" userId="ab84e6a5-2079-4f96-af03-c8dde00dcc75" providerId="ADAL" clId="{BCD63874-66BF-4774-B263-6717FFA9A447}" dt="2023-11-09T03:40:23.275" v="3184" actId="47"/>
        <pc:sldMkLst>
          <pc:docMk/>
          <pc:sldMk cId="3658349319" sldId="353"/>
        </pc:sldMkLst>
        <pc:spChg chg="mod">
          <ac:chgData name="Tea Boon Chian" userId="ab84e6a5-2079-4f96-af03-c8dde00dcc75" providerId="ADAL" clId="{BCD63874-66BF-4774-B263-6717FFA9A447}" dt="2023-11-09T03:39:40.894" v="3175" actId="20577"/>
          <ac:spMkLst>
            <pc:docMk/>
            <pc:sldMk cId="3658349319" sldId="353"/>
            <ac:spMk id="2" creationId="{51768E25-4CC3-F98C-2223-FDAE86041D8A}"/>
          </ac:spMkLst>
        </pc:spChg>
        <pc:picChg chg="add del mod">
          <ac:chgData name="Tea Boon Chian" userId="ab84e6a5-2079-4f96-af03-c8dde00dcc75" providerId="ADAL" clId="{BCD63874-66BF-4774-B263-6717FFA9A447}" dt="2023-11-09T03:40:21.619" v="3183" actId="21"/>
          <ac:picMkLst>
            <pc:docMk/>
            <pc:sldMk cId="3658349319" sldId="353"/>
            <ac:picMk id="3" creationId="{E36E717A-F5E5-63F9-DF91-BFDA9946575D}"/>
          </ac:picMkLst>
        </pc:picChg>
        <pc:picChg chg="del">
          <ac:chgData name="Tea Boon Chian" userId="ab84e6a5-2079-4f96-af03-c8dde00dcc75" providerId="ADAL" clId="{BCD63874-66BF-4774-B263-6717FFA9A447}" dt="2023-11-09T03:39:42.550" v="3176" actId="478"/>
          <ac:picMkLst>
            <pc:docMk/>
            <pc:sldMk cId="3658349319" sldId="353"/>
            <ac:picMk id="5" creationId="{A0835DBE-1E04-A620-811F-D512F0CD9F80}"/>
          </ac:picMkLst>
        </pc:picChg>
      </pc:sldChg>
      <pc:sldChg chg="addSp modSp add mod">
        <pc:chgData name="Tea Boon Chian" userId="ab84e6a5-2079-4f96-af03-c8dde00dcc75" providerId="ADAL" clId="{BCD63874-66BF-4774-B263-6717FFA9A447}" dt="2023-11-09T03:42:39.265" v="3310" actId="207"/>
        <pc:sldMkLst>
          <pc:docMk/>
          <pc:sldMk cId="2574844436" sldId="354"/>
        </pc:sldMkLst>
        <pc:spChg chg="mod">
          <ac:chgData name="Tea Boon Chian" userId="ab84e6a5-2079-4f96-af03-c8dde00dcc75" providerId="ADAL" clId="{BCD63874-66BF-4774-B263-6717FFA9A447}" dt="2023-11-09T03:42:39.265" v="3310" actId="207"/>
          <ac:spMkLst>
            <pc:docMk/>
            <pc:sldMk cId="2574844436" sldId="354"/>
            <ac:spMk id="3" creationId="{437C062D-9FA6-B2AB-C1C5-FB9F1B32B963}"/>
          </ac:spMkLst>
        </pc:spChg>
        <pc:picChg chg="add mod">
          <ac:chgData name="Tea Boon Chian" userId="ab84e6a5-2079-4f96-af03-c8dde00dcc75" providerId="ADAL" clId="{BCD63874-66BF-4774-B263-6717FFA9A447}" dt="2023-11-09T03:40:48.785" v="3193" actId="1076"/>
          <ac:picMkLst>
            <pc:docMk/>
            <pc:sldMk cId="2574844436" sldId="354"/>
            <ac:picMk id="4" creationId="{D127C1AC-B6AF-A7B6-CCDE-7F9E9067EC0F}"/>
          </ac:picMkLst>
        </pc:picChg>
      </pc:sldChg>
      <pc:sldChg chg="addSp delSp modSp add mod">
        <pc:chgData name="Tea Boon Chian" userId="ab84e6a5-2079-4f96-af03-c8dde00dcc75" providerId="ADAL" clId="{BCD63874-66BF-4774-B263-6717FFA9A447}" dt="2023-11-09T09:39:49.726" v="4888" actId="1076"/>
        <pc:sldMkLst>
          <pc:docMk/>
          <pc:sldMk cId="3817186148" sldId="355"/>
        </pc:sldMkLst>
        <pc:spChg chg="del">
          <ac:chgData name="Tea Boon Chian" userId="ab84e6a5-2079-4f96-af03-c8dde00dcc75" providerId="ADAL" clId="{BCD63874-66BF-4774-B263-6717FFA9A447}" dt="2023-11-09T09:38:07.462" v="4862" actId="478"/>
          <ac:spMkLst>
            <pc:docMk/>
            <pc:sldMk cId="3817186148" sldId="355"/>
            <ac:spMk id="2" creationId="{51768E25-4CC3-F98C-2223-FDAE86041D8A}"/>
          </ac:spMkLst>
        </pc:spChg>
        <pc:spChg chg="del mod">
          <ac:chgData name="Tea Boon Chian" userId="ab84e6a5-2079-4f96-af03-c8dde00dcc75" providerId="ADAL" clId="{BCD63874-66BF-4774-B263-6717FFA9A447}" dt="2023-11-09T09:38:10.580" v="4864" actId="478"/>
          <ac:spMkLst>
            <pc:docMk/>
            <pc:sldMk cId="3817186148" sldId="355"/>
            <ac:spMk id="3" creationId="{437C062D-9FA6-B2AB-C1C5-FB9F1B32B963}"/>
          </ac:spMkLst>
        </pc:spChg>
        <pc:spChg chg="add del mod">
          <ac:chgData name="Tea Boon Chian" userId="ab84e6a5-2079-4f96-af03-c8dde00dcc75" providerId="ADAL" clId="{BCD63874-66BF-4774-B263-6717FFA9A447}" dt="2023-11-09T09:38:09.001" v="4863" actId="478"/>
          <ac:spMkLst>
            <pc:docMk/>
            <pc:sldMk cId="3817186148" sldId="355"/>
            <ac:spMk id="6" creationId="{22076415-BCBD-0CE4-5349-EA77CF256540}"/>
          </ac:spMkLst>
        </pc:spChg>
        <pc:spChg chg="add del mod">
          <ac:chgData name="Tea Boon Chian" userId="ab84e6a5-2079-4f96-af03-c8dde00dcc75" providerId="ADAL" clId="{BCD63874-66BF-4774-B263-6717FFA9A447}" dt="2023-11-09T09:38:11.701" v="4865" actId="478"/>
          <ac:spMkLst>
            <pc:docMk/>
            <pc:sldMk cId="3817186148" sldId="355"/>
            <ac:spMk id="8" creationId="{1F1AF2FA-3B04-236A-9F61-B2DD08874AE2}"/>
          </ac:spMkLst>
        </pc:spChg>
        <pc:picChg chg="add mod">
          <ac:chgData name="Tea Boon Chian" userId="ab84e6a5-2079-4f96-af03-c8dde00dcc75" providerId="ADAL" clId="{BCD63874-66BF-4774-B263-6717FFA9A447}" dt="2023-11-09T09:39:45.955" v="4887" actId="1076"/>
          <ac:picMkLst>
            <pc:docMk/>
            <pc:sldMk cId="3817186148" sldId="355"/>
            <ac:picMk id="4" creationId="{4A8F75B9-59A8-310A-3E93-814B8F57ABDB}"/>
          </ac:picMkLst>
        </pc:picChg>
        <pc:picChg chg="add mod">
          <ac:chgData name="Tea Boon Chian" userId="ab84e6a5-2079-4f96-af03-c8dde00dcc75" providerId="ADAL" clId="{BCD63874-66BF-4774-B263-6717FFA9A447}" dt="2023-11-09T09:39:49.726" v="4888" actId="1076"/>
          <ac:picMkLst>
            <pc:docMk/>
            <pc:sldMk cId="3817186148" sldId="355"/>
            <ac:picMk id="9" creationId="{634E0719-0C45-DB88-ACC8-CBBFF1260F24}"/>
          </ac:picMkLst>
        </pc:picChg>
        <pc:picChg chg="add del mod">
          <ac:chgData name="Tea Boon Chian" userId="ab84e6a5-2079-4f96-af03-c8dde00dcc75" providerId="ADAL" clId="{BCD63874-66BF-4774-B263-6717FFA9A447}" dt="2023-11-09T09:39:33.657" v="4881" actId="478"/>
          <ac:picMkLst>
            <pc:docMk/>
            <pc:sldMk cId="3817186148" sldId="355"/>
            <ac:picMk id="10" creationId="{C843D386-C36A-86C2-CBC7-6AA1F1BA3CC7}"/>
          </ac:picMkLst>
        </pc:picChg>
      </pc:sldChg>
      <pc:sldChg chg="modSp add mod">
        <pc:chgData name="Tea Boon Chian" userId="ab84e6a5-2079-4f96-af03-c8dde00dcc75" providerId="ADAL" clId="{BCD63874-66BF-4774-B263-6717FFA9A447}" dt="2023-11-09T09:53:54.607" v="5743" actId="207"/>
        <pc:sldMkLst>
          <pc:docMk/>
          <pc:sldMk cId="477090192" sldId="356"/>
        </pc:sldMkLst>
        <pc:spChg chg="mod">
          <ac:chgData name="Tea Boon Chian" userId="ab84e6a5-2079-4f96-af03-c8dde00dcc75" providerId="ADAL" clId="{BCD63874-66BF-4774-B263-6717FFA9A447}" dt="2023-11-09T09:49:30.297" v="5406"/>
          <ac:spMkLst>
            <pc:docMk/>
            <pc:sldMk cId="477090192" sldId="356"/>
            <ac:spMk id="2" creationId="{51768E25-4CC3-F98C-2223-FDAE86041D8A}"/>
          </ac:spMkLst>
        </pc:spChg>
        <pc:spChg chg="mod">
          <ac:chgData name="Tea Boon Chian" userId="ab84e6a5-2079-4f96-af03-c8dde00dcc75" providerId="ADAL" clId="{BCD63874-66BF-4774-B263-6717FFA9A447}" dt="2023-11-09T09:53:54.607" v="5743" actId="207"/>
          <ac:spMkLst>
            <pc:docMk/>
            <pc:sldMk cId="477090192" sldId="356"/>
            <ac:spMk id="3" creationId="{437C062D-9FA6-B2AB-C1C5-FB9F1B32B963}"/>
          </ac:spMkLst>
        </pc:spChg>
      </pc:sldChg>
      <pc:sldChg chg="modSp add mod">
        <pc:chgData name="Tea Boon Chian" userId="ab84e6a5-2079-4f96-af03-c8dde00dcc75" providerId="ADAL" clId="{BCD63874-66BF-4774-B263-6717FFA9A447}" dt="2023-11-09T12:50:00.957" v="5779" actId="20577"/>
        <pc:sldMkLst>
          <pc:docMk/>
          <pc:sldMk cId="3296190120" sldId="357"/>
        </pc:sldMkLst>
        <pc:spChg chg="mod">
          <ac:chgData name="Tea Boon Chian" userId="ab84e6a5-2079-4f96-af03-c8dde00dcc75" providerId="ADAL" clId="{BCD63874-66BF-4774-B263-6717FFA9A447}" dt="2023-11-09T12:50:00.957" v="5779" actId="20577"/>
          <ac:spMkLst>
            <pc:docMk/>
            <pc:sldMk cId="3296190120" sldId="357"/>
            <ac:spMk id="2" creationId="{51768E25-4CC3-F98C-2223-FDAE86041D8A}"/>
          </ac:spMkLst>
        </pc:spChg>
      </pc:sldChg>
      <pc:sldChg chg="modSp add mod">
        <pc:chgData name="Tea Boon Chian" userId="ab84e6a5-2079-4f96-af03-c8dde00dcc75" providerId="ADAL" clId="{BCD63874-66BF-4774-B263-6717FFA9A447}" dt="2023-11-10T04:12:48.202" v="7908" actId="20577"/>
        <pc:sldMkLst>
          <pc:docMk/>
          <pc:sldMk cId="25358612" sldId="358"/>
        </pc:sldMkLst>
        <pc:spChg chg="mod">
          <ac:chgData name="Tea Boon Chian" userId="ab84e6a5-2079-4f96-af03-c8dde00dcc75" providerId="ADAL" clId="{BCD63874-66BF-4774-B263-6717FFA9A447}" dt="2023-11-10T04:12:48.202" v="7908" actId="20577"/>
          <ac:spMkLst>
            <pc:docMk/>
            <pc:sldMk cId="25358612" sldId="358"/>
            <ac:spMk id="3" creationId="{437C062D-9FA6-B2AB-C1C5-FB9F1B32B963}"/>
          </ac:spMkLst>
        </pc:spChg>
      </pc:sldChg>
      <pc:sldChg chg="add del">
        <pc:chgData name="Tea Boon Chian" userId="ab84e6a5-2079-4f96-af03-c8dde00dcc75" providerId="ADAL" clId="{BCD63874-66BF-4774-B263-6717FFA9A447}" dt="2023-11-09T12:51:08.613" v="5980"/>
        <pc:sldMkLst>
          <pc:docMk/>
          <pc:sldMk cId="941051783" sldId="358"/>
        </pc:sldMkLst>
      </pc:sldChg>
      <pc:sldChg chg="add del">
        <pc:chgData name="Tea Boon Chian" userId="ab84e6a5-2079-4f96-af03-c8dde00dcc75" providerId="ADAL" clId="{BCD63874-66BF-4774-B263-6717FFA9A447}" dt="2023-11-10T03:39:21.077" v="6816"/>
        <pc:sldMkLst>
          <pc:docMk/>
          <pc:sldMk cId="3111653659" sldId="358"/>
        </pc:sldMkLst>
      </pc:sldChg>
      <pc:sldChg chg="modSp add mod">
        <pc:chgData name="Tea Boon Chian" userId="ab84e6a5-2079-4f96-af03-c8dde00dcc75" providerId="ADAL" clId="{BCD63874-66BF-4774-B263-6717FFA9A447}" dt="2023-11-10T04:13:22.745" v="7940" actId="20577"/>
        <pc:sldMkLst>
          <pc:docMk/>
          <pc:sldMk cId="3008817955" sldId="359"/>
        </pc:sldMkLst>
        <pc:spChg chg="mod">
          <ac:chgData name="Tea Boon Chian" userId="ab84e6a5-2079-4f96-af03-c8dde00dcc75" providerId="ADAL" clId="{BCD63874-66BF-4774-B263-6717FFA9A447}" dt="2023-11-10T04:13:22.745" v="7940" actId="20577"/>
          <ac:spMkLst>
            <pc:docMk/>
            <pc:sldMk cId="3008817955" sldId="359"/>
            <ac:spMk id="2" creationId="{51768E25-4CC3-F98C-2223-FDAE86041D8A}"/>
          </ac:spMkLst>
        </pc:spChg>
      </pc:sldChg>
      <pc:sldChg chg="addSp delSp modSp add mod">
        <pc:chgData name="Tea Boon Chian" userId="ab84e6a5-2079-4f96-af03-c8dde00dcc75" providerId="ADAL" clId="{BCD63874-66BF-4774-B263-6717FFA9A447}" dt="2023-11-14T00:40:54.692" v="11630" actId="20577"/>
        <pc:sldMkLst>
          <pc:docMk/>
          <pc:sldMk cId="931935917" sldId="360"/>
        </pc:sldMkLst>
        <pc:spChg chg="mod">
          <ac:chgData name="Tea Boon Chian" userId="ab84e6a5-2079-4f96-af03-c8dde00dcc75" providerId="ADAL" clId="{BCD63874-66BF-4774-B263-6717FFA9A447}" dt="2023-11-14T00:35:04.409" v="11116" actId="14100"/>
          <ac:spMkLst>
            <pc:docMk/>
            <pc:sldMk cId="931935917" sldId="360"/>
            <ac:spMk id="2" creationId="{51768E25-4CC3-F98C-2223-FDAE86041D8A}"/>
          </ac:spMkLst>
        </pc:spChg>
        <pc:spChg chg="mod">
          <ac:chgData name="Tea Boon Chian" userId="ab84e6a5-2079-4f96-af03-c8dde00dcc75" providerId="ADAL" clId="{BCD63874-66BF-4774-B263-6717FFA9A447}" dt="2023-11-14T00:40:54.692" v="11630" actId="20577"/>
          <ac:spMkLst>
            <pc:docMk/>
            <pc:sldMk cId="931935917" sldId="360"/>
            <ac:spMk id="3" creationId="{437C062D-9FA6-B2AB-C1C5-FB9F1B32B963}"/>
          </ac:spMkLst>
        </pc:spChg>
        <pc:spChg chg="del">
          <ac:chgData name="Tea Boon Chian" userId="ab84e6a5-2079-4f96-af03-c8dde00dcc75" providerId="ADAL" clId="{BCD63874-66BF-4774-B263-6717FFA9A447}" dt="2023-11-14T00:30:03.379" v="11004" actId="478"/>
          <ac:spMkLst>
            <pc:docMk/>
            <pc:sldMk cId="931935917" sldId="360"/>
            <ac:spMk id="5" creationId="{1CD7216C-D95A-583D-062C-900EED0634F0}"/>
          </ac:spMkLst>
        </pc:spChg>
        <pc:spChg chg="del">
          <ac:chgData name="Tea Boon Chian" userId="ab84e6a5-2079-4f96-af03-c8dde00dcc75" providerId="ADAL" clId="{BCD63874-66BF-4774-B263-6717FFA9A447}" dt="2023-11-14T00:30:03.379" v="11004" actId="478"/>
          <ac:spMkLst>
            <pc:docMk/>
            <pc:sldMk cId="931935917" sldId="360"/>
            <ac:spMk id="6" creationId="{587FF0FB-6832-E61E-55DF-CB944667842C}"/>
          </ac:spMkLst>
        </pc:spChg>
        <pc:spChg chg="add mod">
          <ac:chgData name="Tea Boon Chian" userId="ab84e6a5-2079-4f96-af03-c8dde00dcc75" providerId="ADAL" clId="{BCD63874-66BF-4774-B263-6717FFA9A447}" dt="2023-11-14T00:40:12.208" v="11581" actId="13822"/>
          <ac:spMkLst>
            <pc:docMk/>
            <pc:sldMk cId="931935917" sldId="360"/>
            <ac:spMk id="11" creationId="{200DDF46-DDCA-1A4B-6D94-E4931AEB56B2}"/>
          </ac:spMkLst>
        </pc:spChg>
        <pc:picChg chg="del">
          <ac:chgData name="Tea Boon Chian" userId="ab84e6a5-2079-4f96-af03-c8dde00dcc75" providerId="ADAL" clId="{BCD63874-66BF-4774-B263-6717FFA9A447}" dt="2023-11-14T00:29:59.839" v="11003" actId="478"/>
          <ac:picMkLst>
            <pc:docMk/>
            <pc:sldMk cId="931935917" sldId="360"/>
            <ac:picMk id="4" creationId="{DC7EC934-42E3-8881-203C-F8878DDC1B09}"/>
          </ac:picMkLst>
        </pc:picChg>
        <pc:picChg chg="add del mod">
          <ac:chgData name="Tea Boon Chian" userId="ab84e6a5-2079-4f96-af03-c8dde00dcc75" providerId="ADAL" clId="{BCD63874-66BF-4774-B263-6717FFA9A447}" dt="2023-11-14T00:31:45.449" v="11016"/>
          <ac:picMkLst>
            <pc:docMk/>
            <pc:sldMk cId="931935917" sldId="360"/>
            <ac:picMk id="7" creationId="{2BB1C0DD-95F9-B8E1-D945-C9661D714B68}"/>
          </ac:picMkLst>
        </pc:picChg>
        <pc:picChg chg="add del mod">
          <ac:chgData name="Tea Boon Chian" userId="ab84e6a5-2079-4f96-af03-c8dde00dcc75" providerId="ADAL" clId="{BCD63874-66BF-4774-B263-6717FFA9A447}" dt="2023-11-14T00:34:28.709" v="11109" actId="478"/>
          <ac:picMkLst>
            <pc:docMk/>
            <pc:sldMk cId="931935917" sldId="360"/>
            <ac:picMk id="8" creationId="{7FEAACC7-A61C-6441-76A6-F397F49CA6E8}"/>
          </ac:picMkLst>
        </pc:picChg>
        <pc:picChg chg="add del mod">
          <ac:chgData name="Tea Boon Chian" userId="ab84e6a5-2079-4f96-af03-c8dde00dcc75" providerId="ADAL" clId="{BCD63874-66BF-4774-B263-6717FFA9A447}" dt="2023-11-14T00:34:28.709" v="11109" actId="478"/>
          <ac:picMkLst>
            <pc:docMk/>
            <pc:sldMk cId="931935917" sldId="360"/>
            <ac:picMk id="9" creationId="{7A8268B1-5391-C941-DA25-79CB15509D85}"/>
          </ac:picMkLst>
        </pc:picChg>
        <pc:picChg chg="add mod">
          <ac:chgData name="Tea Boon Chian" userId="ab84e6a5-2079-4f96-af03-c8dde00dcc75" providerId="ADAL" clId="{BCD63874-66BF-4774-B263-6717FFA9A447}" dt="2023-11-14T00:35:12.378" v="11117" actId="1076"/>
          <ac:picMkLst>
            <pc:docMk/>
            <pc:sldMk cId="931935917" sldId="360"/>
            <ac:picMk id="10" creationId="{9A3E7B65-FA7E-1632-3EDA-1B185A798AAC}"/>
          </ac:picMkLst>
        </pc:picChg>
      </pc:sldChg>
      <pc:sldChg chg="modSp add mod ord">
        <pc:chgData name="Tea Boon Chian" userId="ab84e6a5-2079-4f96-af03-c8dde00dcc75" providerId="ADAL" clId="{BCD63874-66BF-4774-B263-6717FFA9A447}" dt="2023-11-14T01:13:22.947" v="13280" actId="20577"/>
        <pc:sldMkLst>
          <pc:docMk/>
          <pc:sldMk cId="1645790499" sldId="361"/>
        </pc:sldMkLst>
        <pc:spChg chg="mod">
          <ac:chgData name="Tea Boon Chian" userId="ab84e6a5-2079-4f96-af03-c8dde00dcc75" providerId="ADAL" clId="{BCD63874-66BF-4774-B263-6717FFA9A447}" dt="2023-11-14T01:13:22.947" v="13280" actId="20577"/>
          <ac:spMkLst>
            <pc:docMk/>
            <pc:sldMk cId="1645790499" sldId="361"/>
            <ac:spMk id="3" creationId="{437C062D-9FA6-B2AB-C1C5-FB9F1B32B963}"/>
          </ac:spMkLst>
        </pc:spChg>
        <pc:picChg chg="mod">
          <ac:chgData name="Tea Boon Chian" userId="ab84e6a5-2079-4f96-af03-c8dde00dcc75" providerId="ADAL" clId="{BCD63874-66BF-4774-B263-6717FFA9A447}" dt="2023-11-14T00:49:33.018" v="12389" actId="1076"/>
          <ac:picMkLst>
            <pc:docMk/>
            <pc:sldMk cId="1645790499" sldId="361"/>
            <ac:picMk id="9" creationId="{7A8268B1-5391-C941-DA25-79CB15509D85}"/>
          </ac:picMkLst>
        </pc:picChg>
      </pc:sldChg>
      <pc:sldChg chg="addSp delSp modSp add mod">
        <pc:chgData name="Tea Boon Chian" userId="ab84e6a5-2079-4f96-af03-c8dde00dcc75" providerId="ADAL" clId="{BCD63874-66BF-4774-B263-6717FFA9A447}" dt="2023-11-14T01:37:33.310" v="13305" actId="20577"/>
        <pc:sldMkLst>
          <pc:docMk/>
          <pc:sldMk cId="209602720" sldId="362"/>
        </pc:sldMkLst>
        <pc:spChg chg="mod">
          <ac:chgData name="Tea Boon Chian" userId="ab84e6a5-2079-4f96-af03-c8dde00dcc75" providerId="ADAL" clId="{BCD63874-66BF-4774-B263-6717FFA9A447}" dt="2023-11-14T01:01:42.586" v="12595" actId="404"/>
          <ac:spMkLst>
            <pc:docMk/>
            <pc:sldMk cId="209602720" sldId="362"/>
            <ac:spMk id="2" creationId="{51768E25-4CC3-F98C-2223-FDAE86041D8A}"/>
          </ac:spMkLst>
        </pc:spChg>
        <pc:spChg chg="mod">
          <ac:chgData name="Tea Boon Chian" userId="ab84e6a5-2079-4f96-af03-c8dde00dcc75" providerId="ADAL" clId="{BCD63874-66BF-4774-B263-6717FFA9A447}" dt="2023-11-14T01:37:33.310" v="13305" actId="20577"/>
          <ac:spMkLst>
            <pc:docMk/>
            <pc:sldMk cId="209602720" sldId="362"/>
            <ac:spMk id="3" creationId="{437C062D-9FA6-B2AB-C1C5-FB9F1B32B963}"/>
          </ac:spMkLst>
        </pc:spChg>
        <pc:spChg chg="add del mod">
          <ac:chgData name="Tea Boon Chian" userId="ab84e6a5-2079-4f96-af03-c8dde00dcc75" providerId="ADAL" clId="{BCD63874-66BF-4774-B263-6717FFA9A447}" dt="2023-11-14T01:07:20.677" v="12957" actId="207"/>
          <ac:spMkLst>
            <pc:docMk/>
            <pc:sldMk cId="209602720" sldId="362"/>
            <ac:spMk id="5" creationId="{A2E998C0-FCB0-AF25-AA77-1A729AD5C14C}"/>
          </ac:spMkLst>
        </pc:spChg>
        <pc:spChg chg="mod">
          <ac:chgData name="Tea Boon Chian" userId="ab84e6a5-2079-4f96-af03-c8dde00dcc75" providerId="ADAL" clId="{BCD63874-66BF-4774-B263-6717FFA9A447}" dt="2023-11-14T01:05:54.314" v="12825" actId="1076"/>
          <ac:spMkLst>
            <pc:docMk/>
            <pc:sldMk cId="209602720" sldId="362"/>
            <ac:spMk id="6" creationId="{170280B8-459F-CCDA-566F-64E75B8628D7}"/>
          </ac:spMkLst>
        </pc:spChg>
        <pc:picChg chg="del">
          <ac:chgData name="Tea Boon Chian" userId="ab84e6a5-2079-4f96-af03-c8dde00dcc75" providerId="ADAL" clId="{BCD63874-66BF-4774-B263-6717FFA9A447}" dt="2023-11-14T01:02:17.878" v="12597" actId="478"/>
          <ac:picMkLst>
            <pc:docMk/>
            <pc:sldMk cId="209602720" sldId="362"/>
            <ac:picMk id="4" creationId="{17D2C5D7-FF22-8D14-52DD-69F2609EFE45}"/>
          </ac:picMkLst>
        </pc:picChg>
        <pc:picChg chg="add mod">
          <ac:chgData name="Tea Boon Chian" userId="ab84e6a5-2079-4f96-af03-c8dde00dcc75" providerId="ADAL" clId="{BCD63874-66BF-4774-B263-6717FFA9A447}" dt="2023-11-14T01:05:22.164" v="12811" actId="1076"/>
          <ac:picMkLst>
            <pc:docMk/>
            <pc:sldMk cId="209602720" sldId="362"/>
            <ac:picMk id="7" creationId="{AC34270D-3E52-CC41-0317-431EA4979B39}"/>
          </ac:picMkLst>
        </pc:picChg>
      </pc:sldChg>
      <pc:sldChg chg="addSp delSp modSp add mod">
        <pc:chgData name="Tea Boon Chian" userId="ab84e6a5-2079-4f96-af03-c8dde00dcc75" providerId="ADAL" clId="{BCD63874-66BF-4774-B263-6717FFA9A447}" dt="2023-11-14T01:42:00.091" v="13704" actId="1038"/>
        <pc:sldMkLst>
          <pc:docMk/>
          <pc:sldMk cId="2206928034" sldId="363"/>
        </pc:sldMkLst>
        <pc:spChg chg="mod">
          <ac:chgData name="Tea Boon Chian" userId="ab84e6a5-2079-4f96-af03-c8dde00dcc75" providerId="ADAL" clId="{BCD63874-66BF-4774-B263-6717FFA9A447}" dt="2023-11-14T01:07:07.508" v="12956" actId="20577"/>
          <ac:spMkLst>
            <pc:docMk/>
            <pc:sldMk cId="2206928034" sldId="363"/>
            <ac:spMk id="2" creationId="{51768E25-4CC3-F98C-2223-FDAE86041D8A}"/>
          </ac:spMkLst>
        </pc:spChg>
        <pc:spChg chg="mod">
          <ac:chgData name="Tea Boon Chian" userId="ab84e6a5-2079-4f96-af03-c8dde00dcc75" providerId="ADAL" clId="{BCD63874-66BF-4774-B263-6717FFA9A447}" dt="2023-11-14T01:41:28.770" v="13693" actId="207"/>
          <ac:spMkLst>
            <pc:docMk/>
            <pc:sldMk cId="2206928034" sldId="363"/>
            <ac:spMk id="3" creationId="{437C062D-9FA6-B2AB-C1C5-FB9F1B32B963}"/>
          </ac:spMkLst>
        </pc:spChg>
        <pc:spChg chg="del mod">
          <ac:chgData name="Tea Boon Chian" userId="ab84e6a5-2079-4f96-af03-c8dde00dcc75" providerId="ADAL" clId="{BCD63874-66BF-4774-B263-6717FFA9A447}" dt="2023-11-14T01:41:13.414" v="13686" actId="478"/>
          <ac:spMkLst>
            <pc:docMk/>
            <pc:sldMk cId="2206928034" sldId="363"/>
            <ac:spMk id="5" creationId="{A2E998C0-FCB0-AF25-AA77-1A729AD5C14C}"/>
          </ac:spMkLst>
        </pc:spChg>
        <pc:spChg chg="del mod">
          <ac:chgData name="Tea Boon Chian" userId="ab84e6a5-2079-4f96-af03-c8dde00dcc75" providerId="ADAL" clId="{BCD63874-66BF-4774-B263-6717FFA9A447}" dt="2023-11-14T01:39:31.217" v="13465" actId="478"/>
          <ac:spMkLst>
            <pc:docMk/>
            <pc:sldMk cId="2206928034" sldId="363"/>
            <ac:spMk id="6" creationId="{170280B8-459F-CCDA-566F-64E75B8628D7}"/>
          </ac:spMkLst>
        </pc:spChg>
        <pc:spChg chg="add">
          <ac:chgData name="Tea Boon Chian" userId="ab84e6a5-2079-4f96-af03-c8dde00dcc75" providerId="ADAL" clId="{BCD63874-66BF-4774-B263-6717FFA9A447}" dt="2023-11-14T01:41:43.319" v="13695" actId="11529"/>
          <ac:spMkLst>
            <pc:docMk/>
            <pc:sldMk cId="2206928034" sldId="363"/>
            <ac:spMk id="8" creationId="{8D3FFF8C-8DDF-9717-0B67-CAE155801063}"/>
          </ac:spMkLst>
        </pc:spChg>
        <pc:spChg chg="add mod">
          <ac:chgData name="Tea Boon Chian" userId="ab84e6a5-2079-4f96-af03-c8dde00dcc75" providerId="ADAL" clId="{BCD63874-66BF-4774-B263-6717FFA9A447}" dt="2023-11-14T01:41:46.604" v="13697" actId="1076"/>
          <ac:spMkLst>
            <pc:docMk/>
            <pc:sldMk cId="2206928034" sldId="363"/>
            <ac:spMk id="9" creationId="{B4E4EE34-7EC2-860E-55C7-20FFA6E317A2}"/>
          </ac:spMkLst>
        </pc:spChg>
        <pc:spChg chg="add mod">
          <ac:chgData name="Tea Boon Chian" userId="ab84e6a5-2079-4f96-af03-c8dde00dcc75" providerId="ADAL" clId="{BCD63874-66BF-4774-B263-6717FFA9A447}" dt="2023-11-14T01:42:00.091" v="13704" actId="1038"/>
          <ac:spMkLst>
            <pc:docMk/>
            <pc:sldMk cId="2206928034" sldId="363"/>
            <ac:spMk id="10" creationId="{AA7D024C-2FD9-A9D6-1195-395CB8A6CA23}"/>
          </ac:spMkLst>
        </pc:spChg>
        <pc:spChg chg="add mod">
          <ac:chgData name="Tea Boon Chian" userId="ab84e6a5-2079-4f96-af03-c8dde00dcc75" providerId="ADAL" clId="{BCD63874-66BF-4774-B263-6717FFA9A447}" dt="2023-11-14T01:41:55.800" v="13701" actId="1076"/>
          <ac:spMkLst>
            <pc:docMk/>
            <pc:sldMk cId="2206928034" sldId="363"/>
            <ac:spMk id="11" creationId="{D589BC13-0A8F-0490-B630-D1924A36F220}"/>
          </ac:spMkLst>
        </pc:spChg>
        <pc:picChg chg="add mod">
          <ac:chgData name="Tea Boon Chian" userId="ab84e6a5-2079-4f96-af03-c8dde00dcc75" providerId="ADAL" clId="{BCD63874-66BF-4774-B263-6717FFA9A447}" dt="2023-11-14T01:41:36.478" v="13694" actId="1076"/>
          <ac:picMkLst>
            <pc:docMk/>
            <pc:sldMk cId="2206928034" sldId="363"/>
            <ac:picMk id="4" creationId="{8D15BD37-DF5B-54CF-AEE0-AB7B4E52B73C}"/>
          </ac:picMkLst>
        </pc:picChg>
        <pc:picChg chg="del">
          <ac:chgData name="Tea Boon Chian" userId="ab84e6a5-2079-4f96-af03-c8dde00dcc75" providerId="ADAL" clId="{BCD63874-66BF-4774-B263-6717FFA9A447}" dt="2023-11-14T01:38:06.426" v="13306" actId="478"/>
          <ac:picMkLst>
            <pc:docMk/>
            <pc:sldMk cId="2206928034" sldId="363"/>
            <ac:picMk id="7" creationId="{AC34270D-3E52-CC41-0317-431EA4979B39}"/>
          </ac:picMkLst>
        </pc:picChg>
      </pc:sldChg>
      <pc:sldChg chg="addSp delSp modSp add mod">
        <pc:chgData name="Tea Boon Chian" userId="ab84e6a5-2079-4f96-af03-c8dde00dcc75" providerId="ADAL" clId="{BCD63874-66BF-4774-B263-6717FFA9A447}" dt="2023-11-14T01:36:46.906" v="13287" actId="20577"/>
        <pc:sldMkLst>
          <pc:docMk/>
          <pc:sldMk cId="3615691413" sldId="364"/>
        </pc:sldMkLst>
        <pc:spChg chg="mod">
          <ac:chgData name="Tea Boon Chian" userId="ab84e6a5-2079-4f96-af03-c8dde00dcc75" providerId="ADAL" clId="{BCD63874-66BF-4774-B263-6717FFA9A447}" dt="2023-11-14T01:11:11.918" v="13014" actId="20577"/>
          <ac:spMkLst>
            <pc:docMk/>
            <pc:sldMk cId="3615691413" sldId="364"/>
            <ac:spMk id="2" creationId="{51768E25-4CC3-F98C-2223-FDAE86041D8A}"/>
          </ac:spMkLst>
        </pc:spChg>
        <pc:spChg chg="mod">
          <ac:chgData name="Tea Boon Chian" userId="ab84e6a5-2079-4f96-af03-c8dde00dcc75" providerId="ADAL" clId="{BCD63874-66BF-4774-B263-6717FFA9A447}" dt="2023-11-14T01:36:46.906" v="13287" actId="20577"/>
          <ac:spMkLst>
            <pc:docMk/>
            <pc:sldMk cId="3615691413" sldId="364"/>
            <ac:spMk id="3" creationId="{437C062D-9FA6-B2AB-C1C5-FB9F1B32B963}"/>
          </ac:spMkLst>
        </pc:spChg>
        <pc:spChg chg="del">
          <ac:chgData name="Tea Boon Chian" userId="ab84e6a5-2079-4f96-af03-c8dde00dcc75" providerId="ADAL" clId="{BCD63874-66BF-4774-B263-6717FFA9A447}" dt="2023-11-14T01:08:54.328" v="12986" actId="478"/>
          <ac:spMkLst>
            <pc:docMk/>
            <pc:sldMk cId="3615691413" sldId="364"/>
            <ac:spMk id="5" creationId="{1CD7216C-D95A-583D-062C-900EED0634F0}"/>
          </ac:spMkLst>
        </pc:spChg>
        <pc:spChg chg="del">
          <ac:chgData name="Tea Boon Chian" userId="ab84e6a5-2079-4f96-af03-c8dde00dcc75" providerId="ADAL" clId="{BCD63874-66BF-4774-B263-6717FFA9A447}" dt="2023-11-14T01:08:53.718" v="12985" actId="478"/>
          <ac:spMkLst>
            <pc:docMk/>
            <pc:sldMk cId="3615691413" sldId="364"/>
            <ac:spMk id="6" creationId="{587FF0FB-6832-E61E-55DF-CB944667842C}"/>
          </ac:spMkLst>
        </pc:spChg>
        <pc:picChg chg="del">
          <ac:chgData name="Tea Boon Chian" userId="ab84e6a5-2079-4f96-af03-c8dde00dcc75" providerId="ADAL" clId="{BCD63874-66BF-4774-B263-6717FFA9A447}" dt="2023-11-14T01:08:51.378" v="12984" actId="478"/>
          <ac:picMkLst>
            <pc:docMk/>
            <pc:sldMk cId="3615691413" sldId="364"/>
            <ac:picMk id="4" creationId="{DC7EC934-42E3-8881-203C-F8878DDC1B09}"/>
          </ac:picMkLst>
        </pc:picChg>
        <pc:picChg chg="add mod">
          <ac:chgData name="Tea Boon Chian" userId="ab84e6a5-2079-4f96-af03-c8dde00dcc75" providerId="ADAL" clId="{BCD63874-66BF-4774-B263-6717FFA9A447}" dt="2023-11-14T01:11:37.701" v="13019" actId="1076"/>
          <ac:picMkLst>
            <pc:docMk/>
            <pc:sldMk cId="3615691413" sldId="364"/>
            <ac:picMk id="7" creationId="{54E5D051-8E78-89B9-8BD7-DAB82C9A3C99}"/>
          </ac:picMkLst>
        </pc:picChg>
      </pc:sldChg>
      <pc:sldChg chg="addSp delSp modSp add mod">
        <pc:chgData name="Tea Boon Chian" userId="ab84e6a5-2079-4f96-af03-c8dde00dcc75" providerId="ADAL" clId="{BCD63874-66BF-4774-B263-6717FFA9A447}" dt="2023-11-14T04:02:20.387" v="14749" actId="20577"/>
        <pc:sldMkLst>
          <pc:docMk/>
          <pc:sldMk cId="2502583528" sldId="365"/>
        </pc:sldMkLst>
        <pc:spChg chg="mod">
          <ac:chgData name="Tea Boon Chian" userId="ab84e6a5-2079-4f96-af03-c8dde00dcc75" providerId="ADAL" clId="{BCD63874-66BF-4774-B263-6717FFA9A447}" dt="2023-11-14T03:49:36.585" v="13889" actId="20577"/>
          <ac:spMkLst>
            <pc:docMk/>
            <pc:sldMk cId="2502583528" sldId="365"/>
            <ac:spMk id="2" creationId="{51768E25-4CC3-F98C-2223-FDAE86041D8A}"/>
          </ac:spMkLst>
        </pc:spChg>
        <pc:spChg chg="mod">
          <ac:chgData name="Tea Boon Chian" userId="ab84e6a5-2079-4f96-af03-c8dde00dcc75" providerId="ADAL" clId="{BCD63874-66BF-4774-B263-6717FFA9A447}" dt="2023-11-14T04:02:20.387" v="14749" actId="20577"/>
          <ac:spMkLst>
            <pc:docMk/>
            <pc:sldMk cId="2502583528" sldId="365"/>
            <ac:spMk id="3" creationId="{437C062D-9FA6-B2AB-C1C5-FB9F1B32B963}"/>
          </ac:spMkLst>
        </pc:spChg>
        <pc:spChg chg="mod">
          <ac:chgData name="Tea Boon Chian" userId="ab84e6a5-2079-4f96-af03-c8dde00dcc75" providerId="ADAL" clId="{BCD63874-66BF-4774-B263-6717FFA9A447}" dt="2023-11-14T03:51:21.080" v="13997" actId="207"/>
          <ac:spMkLst>
            <pc:docMk/>
            <pc:sldMk cId="2502583528" sldId="365"/>
            <ac:spMk id="5" creationId="{A2E998C0-FCB0-AF25-AA77-1A729AD5C14C}"/>
          </ac:spMkLst>
        </pc:spChg>
        <pc:spChg chg="mod">
          <ac:chgData name="Tea Boon Chian" userId="ab84e6a5-2079-4f96-af03-c8dde00dcc75" providerId="ADAL" clId="{BCD63874-66BF-4774-B263-6717FFA9A447}" dt="2023-11-14T03:50:08.742" v="13895" actId="1076"/>
          <ac:spMkLst>
            <pc:docMk/>
            <pc:sldMk cId="2502583528" sldId="365"/>
            <ac:spMk id="6" creationId="{170280B8-459F-CCDA-566F-64E75B8628D7}"/>
          </ac:spMkLst>
        </pc:spChg>
        <pc:picChg chg="add mod">
          <ac:chgData name="Tea Boon Chian" userId="ab84e6a5-2079-4f96-af03-c8dde00dcc75" providerId="ADAL" clId="{BCD63874-66BF-4774-B263-6717FFA9A447}" dt="2023-11-14T03:50:44.228" v="13951" actId="14100"/>
          <ac:picMkLst>
            <pc:docMk/>
            <pc:sldMk cId="2502583528" sldId="365"/>
            <ac:picMk id="4" creationId="{3567FA34-0D14-DA93-6CAB-DFDEB978798B}"/>
          </ac:picMkLst>
        </pc:picChg>
        <pc:picChg chg="del">
          <ac:chgData name="Tea Boon Chian" userId="ab84e6a5-2079-4f96-af03-c8dde00dcc75" providerId="ADAL" clId="{BCD63874-66BF-4774-B263-6717FFA9A447}" dt="2023-11-14T03:49:44.369" v="13892" actId="478"/>
          <ac:picMkLst>
            <pc:docMk/>
            <pc:sldMk cId="2502583528" sldId="365"/>
            <ac:picMk id="7" creationId="{AC34270D-3E52-CC41-0317-431EA4979B39}"/>
          </ac:picMkLst>
        </pc:picChg>
      </pc:sldChg>
      <pc:sldChg chg="addSp modSp add mod">
        <pc:chgData name="Tea Boon Chian" userId="ab84e6a5-2079-4f96-af03-c8dde00dcc75" providerId="ADAL" clId="{BCD63874-66BF-4774-B263-6717FFA9A447}" dt="2023-11-14T04:06:58.705" v="14870" actId="14100"/>
        <pc:sldMkLst>
          <pc:docMk/>
          <pc:sldMk cId="2557255584" sldId="366"/>
        </pc:sldMkLst>
        <pc:spChg chg="mod">
          <ac:chgData name="Tea Boon Chian" userId="ab84e6a5-2079-4f96-af03-c8dde00dcc75" providerId="ADAL" clId="{BCD63874-66BF-4774-B263-6717FFA9A447}" dt="2023-11-14T04:06:58.705" v="14870" actId="14100"/>
          <ac:spMkLst>
            <pc:docMk/>
            <pc:sldMk cId="2557255584" sldId="366"/>
            <ac:spMk id="2" creationId="{51768E25-4CC3-F98C-2223-FDAE86041D8A}"/>
          </ac:spMkLst>
        </pc:spChg>
        <pc:picChg chg="add mod">
          <ac:chgData name="Tea Boon Chian" userId="ab84e6a5-2079-4f96-af03-c8dde00dcc75" providerId="ADAL" clId="{BCD63874-66BF-4774-B263-6717FFA9A447}" dt="2023-11-14T04:06:46.218" v="14867" actId="1076"/>
          <ac:picMkLst>
            <pc:docMk/>
            <pc:sldMk cId="2557255584" sldId="366"/>
            <ac:picMk id="3" creationId="{ADA6B947-1A5E-3C02-AADF-DB370B6F5913}"/>
          </ac:picMkLst>
        </pc:picChg>
      </pc:sldChg>
      <pc:sldChg chg="addSp modSp add mod">
        <pc:chgData name="Tea Boon Chian" userId="ab84e6a5-2079-4f96-af03-c8dde00dcc75" providerId="ADAL" clId="{BCD63874-66BF-4774-B263-6717FFA9A447}" dt="2023-11-14T04:08:21.450" v="14889" actId="20577"/>
        <pc:sldMkLst>
          <pc:docMk/>
          <pc:sldMk cId="3261126461" sldId="367"/>
        </pc:sldMkLst>
        <pc:spChg chg="mod">
          <ac:chgData name="Tea Boon Chian" userId="ab84e6a5-2079-4f96-af03-c8dde00dcc75" providerId="ADAL" clId="{BCD63874-66BF-4774-B263-6717FFA9A447}" dt="2023-11-14T04:08:21.450" v="14889" actId="20577"/>
          <ac:spMkLst>
            <pc:docMk/>
            <pc:sldMk cId="3261126461" sldId="367"/>
            <ac:spMk id="2" creationId="{51768E25-4CC3-F98C-2223-FDAE86041D8A}"/>
          </ac:spMkLst>
        </pc:spChg>
        <pc:picChg chg="add mod">
          <ac:chgData name="Tea Boon Chian" userId="ab84e6a5-2079-4f96-af03-c8dde00dcc75" providerId="ADAL" clId="{BCD63874-66BF-4774-B263-6717FFA9A447}" dt="2023-11-14T04:08:04.605" v="14878" actId="1076"/>
          <ac:picMkLst>
            <pc:docMk/>
            <pc:sldMk cId="3261126461" sldId="367"/>
            <ac:picMk id="3" creationId="{49C35918-67F6-9228-D8C1-34D43F5CBFB9}"/>
          </ac:picMkLst>
        </pc:picChg>
      </pc:sldChg>
      <pc:sldChg chg="addSp modSp add mod ord">
        <pc:chgData name="Tea Boon Chian" userId="ab84e6a5-2079-4f96-af03-c8dde00dcc75" providerId="ADAL" clId="{BCD63874-66BF-4774-B263-6717FFA9A447}" dt="2023-11-14T07:07:55.114" v="18560" actId="1076"/>
        <pc:sldMkLst>
          <pc:docMk/>
          <pc:sldMk cId="2713791154" sldId="368"/>
        </pc:sldMkLst>
        <pc:spChg chg="mod">
          <ac:chgData name="Tea Boon Chian" userId="ab84e6a5-2079-4f96-af03-c8dde00dcc75" providerId="ADAL" clId="{BCD63874-66BF-4774-B263-6717FFA9A447}" dt="2023-11-14T07:07:52.340" v="18559" actId="20577"/>
          <ac:spMkLst>
            <pc:docMk/>
            <pc:sldMk cId="2713791154" sldId="368"/>
            <ac:spMk id="3" creationId="{437C062D-9FA6-B2AB-C1C5-FB9F1B32B963}"/>
          </ac:spMkLst>
        </pc:spChg>
        <pc:picChg chg="add mod">
          <ac:chgData name="Tea Boon Chian" userId="ab84e6a5-2079-4f96-af03-c8dde00dcc75" providerId="ADAL" clId="{BCD63874-66BF-4774-B263-6717FFA9A447}" dt="2023-11-14T07:07:55.114" v="18560" actId="1076"/>
          <ac:picMkLst>
            <pc:docMk/>
            <pc:sldMk cId="2713791154" sldId="368"/>
            <ac:picMk id="4" creationId="{53C2DE9A-B1AE-A1FB-8FCC-68443ADCBF96}"/>
          </ac:picMkLst>
        </pc:picChg>
      </pc:sldChg>
      <pc:sldChg chg="addSp delSp modSp add mod">
        <pc:chgData name="Tea Boon Chian" userId="ab84e6a5-2079-4f96-af03-c8dde00dcc75" providerId="ADAL" clId="{BCD63874-66BF-4774-B263-6717FFA9A447}" dt="2023-11-14T06:34:06.669" v="16143" actId="20577"/>
        <pc:sldMkLst>
          <pc:docMk/>
          <pc:sldMk cId="2361860891" sldId="369"/>
        </pc:sldMkLst>
        <pc:spChg chg="mod">
          <ac:chgData name="Tea Boon Chian" userId="ab84e6a5-2079-4f96-af03-c8dde00dcc75" providerId="ADAL" clId="{BCD63874-66BF-4774-B263-6717FFA9A447}" dt="2023-11-14T04:25:17.210" v="15600" actId="20577"/>
          <ac:spMkLst>
            <pc:docMk/>
            <pc:sldMk cId="2361860891" sldId="369"/>
            <ac:spMk id="2" creationId="{51768E25-4CC3-F98C-2223-FDAE86041D8A}"/>
          </ac:spMkLst>
        </pc:spChg>
        <pc:spChg chg="mod">
          <ac:chgData name="Tea Boon Chian" userId="ab84e6a5-2079-4f96-af03-c8dde00dcc75" providerId="ADAL" clId="{BCD63874-66BF-4774-B263-6717FFA9A447}" dt="2023-11-14T06:34:06.669" v="16143" actId="20577"/>
          <ac:spMkLst>
            <pc:docMk/>
            <pc:sldMk cId="2361860891" sldId="369"/>
            <ac:spMk id="3" creationId="{437C062D-9FA6-B2AB-C1C5-FB9F1B32B963}"/>
          </ac:spMkLst>
        </pc:spChg>
        <pc:graphicFrameChg chg="add mod modGraphic">
          <ac:chgData name="Tea Boon Chian" userId="ab84e6a5-2079-4f96-af03-c8dde00dcc75" providerId="ADAL" clId="{BCD63874-66BF-4774-B263-6717FFA9A447}" dt="2023-11-14T06:33:09.882" v="16093" actId="1076"/>
          <ac:graphicFrameMkLst>
            <pc:docMk/>
            <pc:sldMk cId="2361860891" sldId="369"/>
            <ac:graphicFrameMk id="5" creationId="{D54E63E2-BAD7-C69A-49F0-7E9EB7221942}"/>
          </ac:graphicFrameMkLst>
        </pc:graphicFrameChg>
        <pc:picChg chg="del mod">
          <ac:chgData name="Tea Boon Chian" userId="ab84e6a5-2079-4f96-af03-c8dde00dcc75" providerId="ADAL" clId="{BCD63874-66BF-4774-B263-6717FFA9A447}" dt="2023-11-14T06:28:58.009" v="15862" actId="478"/>
          <ac:picMkLst>
            <pc:docMk/>
            <pc:sldMk cId="2361860891" sldId="369"/>
            <ac:picMk id="4" creationId="{D9813B9E-95AB-10A2-0FE9-89C0123EDB0D}"/>
          </ac:picMkLst>
        </pc:picChg>
      </pc:sldChg>
      <pc:sldChg chg="modSp add mod">
        <pc:chgData name="Tea Boon Chian" userId="ab84e6a5-2079-4f96-af03-c8dde00dcc75" providerId="ADAL" clId="{BCD63874-66BF-4774-B263-6717FFA9A447}" dt="2023-11-14T12:27:24.365" v="24832" actId="404"/>
        <pc:sldMkLst>
          <pc:docMk/>
          <pc:sldMk cId="683418863" sldId="370"/>
        </pc:sldMkLst>
        <pc:spChg chg="mod">
          <ac:chgData name="Tea Boon Chian" userId="ab84e6a5-2079-4f96-af03-c8dde00dcc75" providerId="ADAL" clId="{BCD63874-66BF-4774-B263-6717FFA9A447}" dt="2023-11-14T12:27:24.365" v="24832" actId="404"/>
          <ac:spMkLst>
            <pc:docMk/>
            <pc:sldMk cId="683418863" sldId="370"/>
            <ac:spMk id="2" creationId="{51768E25-4CC3-F98C-2223-FDAE86041D8A}"/>
          </ac:spMkLst>
        </pc:spChg>
        <pc:spChg chg="mod">
          <ac:chgData name="Tea Boon Chian" userId="ab84e6a5-2079-4f96-af03-c8dde00dcc75" providerId="ADAL" clId="{BCD63874-66BF-4774-B263-6717FFA9A447}" dt="2023-11-14T06:56:48.369" v="18210" actId="207"/>
          <ac:spMkLst>
            <pc:docMk/>
            <pc:sldMk cId="683418863" sldId="370"/>
            <ac:spMk id="3" creationId="{437C062D-9FA6-B2AB-C1C5-FB9F1B32B963}"/>
          </ac:spMkLst>
        </pc:spChg>
      </pc:sldChg>
      <pc:sldChg chg="modSp add mod">
        <pc:chgData name="Tea Boon Chian" userId="ab84e6a5-2079-4f96-af03-c8dde00dcc75" providerId="ADAL" clId="{BCD63874-66BF-4774-B263-6717FFA9A447}" dt="2023-11-14T12:27:59.984" v="24839" actId="20577"/>
        <pc:sldMkLst>
          <pc:docMk/>
          <pc:sldMk cId="599534678" sldId="371"/>
        </pc:sldMkLst>
        <pc:spChg chg="mod">
          <ac:chgData name="Tea Boon Chian" userId="ab84e6a5-2079-4f96-af03-c8dde00dcc75" providerId="ADAL" clId="{BCD63874-66BF-4774-B263-6717FFA9A447}" dt="2023-11-14T12:27:59.984" v="24839" actId="20577"/>
          <ac:spMkLst>
            <pc:docMk/>
            <pc:sldMk cId="599534678" sldId="371"/>
            <ac:spMk id="2" creationId="{51768E25-4CC3-F98C-2223-FDAE86041D8A}"/>
          </ac:spMkLst>
        </pc:spChg>
      </pc:sldChg>
      <pc:sldChg chg="modSp add mod">
        <pc:chgData name="Tea Boon Chian" userId="ab84e6a5-2079-4f96-af03-c8dde00dcc75" providerId="ADAL" clId="{BCD63874-66BF-4774-B263-6717FFA9A447}" dt="2023-11-14T12:24:27.860" v="24807"/>
        <pc:sldMkLst>
          <pc:docMk/>
          <pc:sldMk cId="2856978493" sldId="372"/>
        </pc:sldMkLst>
        <pc:spChg chg="mod">
          <ac:chgData name="Tea Boon Chian" userId="ab84e6a5-2079-4f96-af03-c8dde00dcc75" providerId="ADAL" clId="{BCD63874-66BF-4774-B263-6717FFA9A447}" dt="2023-11-14T12:24:27.860" v="24807"/>
          <ac:spMkLst>
            <pc:docMk/>
            <pc:sldMk cId="2856978493" sldId="372"/>
            <ac:spMk id="2" creationId="{51768E25-4CC3-F98C-2223-FDAE86041D8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6847D-1CF6-46BA-B46B-48BED0604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cap="none" spc="130" baseline="0">
                <a:latin typeface="+mj-lt"/>
                <a:ea typeface="Source Sans Pro SemiBold" panose="020B06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B4F5A5-C931-4A4C-B6B1-EF4C95965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cap="all" spc="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8A351602-3772-4279-B0D3-A523F6F6EAB3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5AAAA75-5FFB-4C07-AD4A-3146773E6CDD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479895E-3847-44BB-8404-28F14219FB70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0E02F68-8149-4236-8D9F-6B550F78B93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56FCAAB-F073-4561-A484-42C7DD10DC26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CF8DB94-87A3-43E9-9BBB-301CFF0FB05B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E4AEC-B6E4-439C-B716-EBE3D4D1D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FF81C-1FCB-4DBA-8044-F1A0FCFD45A6}" type="datetime1">
              <a:rPr lang="en-US" smtClean="0"/>
              <a:t>12/9/2025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8BC18-102E-45BF-8FEA-801E9C59D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8BF5F-B1F8-461F-9B3D-7D50D0242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6BF779-0B8C-4CC2-9268-9506AD0C5331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056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88500-1605-41EA-A15F-9B79DF7E4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14AC8-25A5-4D7F-BF23-CB20AA2EC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8997F1B7-1EE7-4EA5-A5A4-866F9A810C9F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5E13483-2FB6-4753-8402-06FDC3498E06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8F0DF22-F640-4002-B783-DF1C6A9473F6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C2787B8-7984-4332-B611-D3D3DE898FE0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AF3646C-B3D7-4F57-8FD2-CD93CEB39214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65FA7DA-93A0-43A4-834C-0F1BB9806A8C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95D22-0146-4DE2-9E78-4C00333D4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7773D-8987-489A-A650-3D6F7D5C7C38}" type="datetime1">
              <a:rPr lang="en-US" smtClean="0"/>
              <a:t>12/9/2025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9717A-A1FE-485D-AFFF-2C7026C71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DB88B-64CF-4100-8F07-D191DD79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04332FF-8349-42A5-B5C8-5EE3825CE252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483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BFE6C-EBF1-47DE-8468-E7125172B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04992-D139-48DC-BCCE-D71EA23CA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A8C5E768-0E62-4DE7-A0AF-93121DA8439E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402845F-9E8A-41E1-B051-1AAA46C997A2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A45C410-5FD0-4339-A3BC-A865DE4190A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7B0B703-8BA8-483C-A433-C44C809687DE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CCFA03D-B879-419B-88B9-F4F3645C8AF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B0260A-6B2D-4F54-8614-60BC3103E166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AB8F6-0796-47E9-B1D4-760B7CCFC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150C1-1D78-4D80-810D-E9E86F6E88AB}" type="datetime1">
              <a:rPr lang="en-US" smtClean="0"/>
              <a:t>12/9/2025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6FC0-7327-44D9-B689-0AE73FD25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9D265-BFBA-4C93-9B1A-B9483AE6B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64F5FEB-DE92-47DA-8C46-DC088E8960A4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626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637BE-B22F-40EE-94F0-04549BC56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71582-4BAF-4211-AD4A-476ED6EB11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DCF6B-C800-4345-BAE9-EE9FA6590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E6190A1E-5381-43C4-B058-7758339984D6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E35469-0BEA-4E5E-955F-1AA300A62DE5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8F650BE-565E-4A52-8143-7A87700FC5F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86A3F89-AA2A-44E5-915E-C47A069EB68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C57F514-AB27-4489-8D3C-01DD1025DDAD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141169F-1C39-4D04-AF32-D0D14D004B05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087465-759F-4895-8FC6-DD464FB9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9CBD8-1588-4B6B-B74D-87480DDE94C0}" type="datetime1">
              <a:rPr lang="en-US" smtClean="0"/>
              <a:t>12/9/2025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F1AA18-D8A5-44D9-881C-522258ED5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BA574-A76A-4F4C-8CBD-768278B66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793E083-ADC4-4391-83DD-781529A66110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02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1B666-D6BE-4FA8-9CF1-F15FD58B0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E4B4A-DE64-4563-83CD-C40B1D681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A0314-0202-4E6D-8352-C28376A9C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B56083-87B4-4603-B6FF-A9EB68E3E6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3708CF-F028-4917-A9CB-59BF5248A2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0" name="Graphic 185">
            <a:extLst>
              <a:ext uri="{FF2B5EF4-FFF2-40B4-BE49-F238E27FC236}">
                <a16:creationId xmlns:a16="http://schemas.microsoft.com/office/drawing/2014/main" id="{81B934BF-E239-47E1-93E9-EA3182162D21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3BBF177-5044-426A-93ED-64BDC84BF184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4270648-77F5-4D28-B691-DA57AA28FD73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086B770-2F70-4B7B-9525-286BBD63AD7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7DDC14D-7AE3-41CD-ADFC-A3601D4F9DF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2181834-8401-4B66-85EE-1CBF57807DAB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33C091-3B62-4087-9A97-63BBE28CF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94440-721C-4D75-BD4F-4CFB3D51CDCA}" type="datetime1">
              <a:rPr lang="en-US" smtClean="0"/>
              <a:t>12/9/2025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0710C3-2723-4847-BCAF-96D9FAE50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618B2C-95AC-4438-97FD-07ACF297B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6B0F5A7-6E8A-4BCD-8F1F-233ECD21B262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539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9CF7F-748D-4598-983E-96A2BE269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aphic 185">
            <a:extLst>
              <a:ext uri="{FF2B5EF4-FFF2-40B4-BE49-F238E27FC236}">
                <a16:creationId xmlns:a16="http://schemas.microsoft.com/office/drawing/2014/main" id="{DFD4D3BE-80D4-4E69-9C76-F0D8517DF690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0B6E97F-00E1-4372-8978-8BCBDC9026E6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C7651B7-7A30-4AFA-A4D7-0B0C5D2DDAA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D2FC5CA-556B-4409-B084-34753A1F04E6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E63FB41-EE1F-4889-9096-3A38936330D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DD19F3B-7B3E-4861-8FDA-D0116C96C16E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0A2C46-C908-4010-AAE2-9FA41B145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01A64-483B-4532-94FB-D8F90CB6DEE0}" type="datetime1">
              <a:rPr lang="en-US" smtClean="0"/>
              <a:t>12/9/2025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CF5279-7D37-4D98-9A70-987C84F62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96FAD0-59EF-49AA-BBC6-A0EC184DD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76EB399-18D2-46D5-8757-35FCFF8EA80D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514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185">
            <a:extLst>
              <a:ext uri="{FF2B5EF4-FFF2-40B4-BE49-F238E27FC236}">
                <a16:creationId xmlns:a16="http://schemas.microsoft.com/office/drawing/2014/main" id="{773CCE17-EE0F-40E0-B7AE-CF7677B64709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0AC6C4E-6EA5-454A-AB84-8B94D8B585EC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4329338-925B-4677-BA6E-4357D37DB54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34C0A08-043F-4818-BA1D-BCC9F811A873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CB185DD-ED0D-4633-8098-95C4A6F177C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AD50526-B611-40B6-BB45-AE82F0EF5992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08C302-4224-4668-8CAC-3267172A0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8FB39-20FB-4E2E-B861-45B709B9C3C5}" type="datetime1">
              <a:rPr lang="en-US" smtClean="0"/>
              <a:t>12/9/2025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C8FC22-AEB6-4BAF-BF93-41A2C757C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CA88A-5462-4F17-AFA0-52721ADDB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CCC791-94D7-4BB8-9EDF-423CEA1F6215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666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AC37-C5B5-462A-BE4A-E55CEBF2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B007F-32A8-4688-BBEF-4FCB99DF5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2E2EB-BF8A-44A4-8AE0-BD6C31B1D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FC9E188F-54C8-4547-9F8C-525712AD7DB6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99C4538-3939-47A9-A590-09FF21960653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541CA75-5D05-4996-A26D-CE0C909CD5F7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6305856-26BC-4BCC-BEF3-5E9CED94177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C69651C-AC37-4CD2-8367-19297D7E2389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3E9031B-BA8D-4D9D-9BB3-A16F7A80F85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840A2-CF60-4C47-B955-E65BC451F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8AC19-8BD6-476C-9770-8884373BCF00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9DC6E-CC55-47AB-A405-5FB7EE2D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D5E7D-EBA7-4DB0-8C78-7EB8A85FA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5B051DE-636E-4B3C-9886-2055CE23E49A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005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D355-3146-41D1-B7DC-20B8ACE3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D4AAFB-E8F8-4FD1-8C6A-ED2C3FAD50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051AF1-B16F-43B9-95CC-C17B570DE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C8B77273-9FF7-4B93-8385-AD09A5F86AE5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117A673-3729-4EAD-9E8C-52BEBF74B857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E8DB752-94CD-4A94-BDE3-DD285EB89F3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2F8DDFC-E5CA-4F36-B2BE-BCE49D4F6C9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BB589AE-2F9C-4C83-8DC7-1205CB03752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AC9A2DE-3C9E-4CD0-8C7A-CC5F9F9942E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C8714-2467-4715-934E-6787C84F7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8C53-8AD1-4F09-9486-FB3406B99CFA}" type="datetime1">
              <a:rPr lang="en-US" smtClean="0"/>
              <a:t>12/9/2025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F13D6-03EC-4D31-8BB1-9FFDE3633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5D4DD-A2A4-4DF6-9527-E5F12FEB9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D202F3A-9FDE-4E11-B865-FBAEC415F880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154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3A871-D377-4EC0-9ACF-86842F01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53202-92A9-45A3-B812-777DB9578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7196FB0C-3A9D-4892-90C9-21F3459AAD9E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6938C96-CF0F-4B69-A695-913F11BFC6F0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CA7E6BB-6B60-4BF5-9D3E-A3FE782EF5B0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F693EDA-57B3-4AEB-863B-B198C2A5A8E3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3A04A96-045F-4B6E-AEEE-11A2FA01B4F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FB357DC-5AD3-44F4-879B-5AD6B18AC36F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CA47F-83AD-4BE3-AC2F-6C17883F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92B3-2D87-4CDF-B84B-C46E5F5D31F7}" type="datetime1">
              <a:rPr lang="en-US" smtClean="0"/>
              <a:t>12/9/2025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18A72-3200-4597-A9C5-0D9ECFF3E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0055A-71D4-49B4-8A8F-19AFDB84E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B0E5D27-C447-432F-982D-B60FDD6F34AD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982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C59DBB-9256-464D-8A6A-8BDA71541D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5E310-E6CB-4838-8E9B-B288DA552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BCF412A8-E798-47AD-ABD9-98D76A55D30B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70160C5-475D-401A-AEE2-2C04E99A1518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7CC7CE9-9C7F-49C2-8609-47BF523390F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26FD5F1-978C-45AF-9086-D5DBE1F01681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873AB1C-723A-4FB4-9B23-65BAF507483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1DE5510-5094-4FA4-96E5-AD4841D1C38A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E2202-679F-48B0-B2DD-F6F54711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69E57-47B1-47B0-B526-3153E4B1E729}" type="datetime1">
              <a:rPr lang="en-US" smtClean="0"/>
              <a:t>12/9/2025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BC83D-E4C0-49E1-ADA1-1AF403984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F211E-B2EA-4CDC-9E84-B6898394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FE2F5FD-5D31-4C1D-82F8-93624C7B0A3C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533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33F5C3-CD4B-4472-B59A-49D460CB1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109728" tIns="109728" rIns="109728" bIns="91440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2236B-AB2C-4D6F-AE15-700992DA9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0F509-07BE-4446-8772-F44E09936B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BA543EDD-D0D2-447F-B24F-3717AF4B109D}" type="datetime1">
              <a:rPr lang="en-US" smtClean="0"/>
              <a:pPr/>
              <a:t>12/9/2025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B927E-3833-4F85-99B5-56B5F1E54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ctr">
              <a:defRPr sz="1200" b="1" cap="none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8CB64-4E98-43DE-B543-7BE5B329D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872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spc="7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e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7" name="Rectangle 1036">
            <a:extLst>
              <a:ext uri="{FF2B5EF4-FFF2-40B4-BE49-F238E27FC236}">
                <a16:creationId xmlns:a16="http://schemas.microsoft.com/office/drawing/2014/main" id="{8B646C36-EEEC-4D52-8E8E-206F4CD8A3D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32" name="Picture 8" descr="Data encryption HD wallpapers | Pxfuel">
            <a:extLst>
              <a:ext uri="{FF2B5EF4-FFF2-40B4-BE49-F238E27FC236}">
                <a16:creationId xmlns:a16="http://schemas.microsoft.com/office/drawing/2014/main" id="{F092F36A-67B4-2BA3-C54F-C7D61AEF52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4" b="13356"/>
          <a:stretch/>
        </p:blipFill>
        <p:spPr bwMode="auto">
          <a:xfrm>
            <a:off x="-2" y="17417"/>
            <a:ext cx="12192001" cy="6858000"/>
          </a:xfrm>
          <a:prstGeom prst="rect">
            <a:avLst/>
          </a:prstGeom>
          <a:noFill/>
          <a:ln w="285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9" name="Group 1038">
            <a:extLst>
              <a:ext uri="{FF2B5EF4-FFF2-40B4-BE49-F238E27FC236}">
                <a16:creationId xmlns:a16="http://schemas.microsoft.com/office/drawing/2014/main" id="{308C40F4-6A24-4867-B726-B552DB0807B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550" y="555675"/>
            <a:ext cx="4860256" cy="5696169"/>
            <a:chOff x="1481312" y="743744"/>
            <a:chExt cx="4860256" cy="4589316"/>
          </a:xfrm>
        </p:grpSpPr>
        <p:sp>
          <p:nvSpPr>
            <p:cNvPr id="1040" name="Rectangle 1039">
              <a:extLst>
                <a:ext uri="{FF2B5EF4-FFF2-40B4-BE49-F238E27FC236}">
                  <a16:creationId xmlns:a16="http://schemas.microsoft.com/office/drawing/2014/main" id="{954BF10E-4559-4F28-91B0-3D0C2C48647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81312" y="743744"/>
              <a:ext cx="4860256" cy="4589316"/>
            </a:xfrm>
            <a:prstGeom prst="rect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1041" name="Rectangle 1040">
              <a:extLst>
                <a:ext uri="{FF2B5EF4-FFF2-40B4-BE49-F238E27FC236}">
                  <a16:creationId xmlns:a16="http://schemas.microsoft.com/office/drawing/2014/main" id="{DB0B5A20-FCFE-4AED-B5A3-91D3DE935CD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81312" y="743744"/>
              <a:ext cx="4860256" cy="4589316"/>
            </a:xfrm>
            <a:prstGeom prst="rect">
              <a:avLst/>
            </a:pr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 useBgFill="1">
        <p:nvSpPr>
          <p:cNvPr id="1043" name="Rectangle 1042">
            <a:extLst>
              <a:ext uri="{FF2B5EF4-FFF2-40B4-BE49-F238E27FC236}">
                <a16:creationId xmlns:a16="http://schemas.microsoft.com/office/drawing/2014/main" id="{D6CA2F4C-8E9E-4BCD-B6E8-A68A311CA6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967" y="460296"/>
            <a:ext cx="4860256" cy="5696169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B81136-FCC4-49F2-81C1-2A471FDAB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7119" y="810623"/>
            <a:ext cx="4429556" cy="2037352"/>
          </a:xfrm>
        </p:spPr>
        <p:txBody>
          <a:bodyPr anchor="b">
            <a:normAutofit/>
          </a:bodyPr>
          <a:lstStyle/>
          <a:p>
            <a:r>
              <a:rPr lang="en-MY" dirty="0"/>
              <a:t>Chapter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2FBD48-D395-D940-16C6-4F06B98D0D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7119" y="2943354"/>
            <a:ext cx="4429556" cy="2892296"/>
          </a:xfrm>
        </p:spPr>
        <p:txBody>
          <a:bodyPr>
            <a:normAutofit/>
          </a:bodyPr>
          <a:lstStyle/>
          <a:p>
            <a:r>
              <a:rPr lang="en-MY" b="1" dirty="0"/>
              <a:t>modern symmetric-KEY Cipher: </a:t>
            </a:r>
          </a:p>
          <a:p>
            <a:r>
              <a:rPr lang="en-MY" b="1" dirty="0"/>
              <a:t>DATA ENCRYPTION STANDARD (DES)</a:t>
            </a:r>
          </a:p>
        </p:txBody>
      </p:sp>
      <p:sp>
        <p:nvSpPr>
          <p:cNvPr id="1045" name="Oval 1044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6210" y="245807"/>
            <a:ext cx="445835" cy="44583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47" name="Oval 1046">
            <a:extLst>
              <a:ext uri="{FF2B5EF4-FFF2-40B4-BE49-F238E27FC236}">
                <a16:creationId xmlns:a16="http://schemas.microsoft.com/office/drawing/2014/main" id="{6004781B-698F-46D5-AADD-8AE9211719D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6210" y="245807"/>
            <a:ext cx="445835" cy="445835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49" name="Graphic 212">
            <a:extLst>
              <a:ext uri="{FF2B5EF4-FFF2-40B4-BE49-F238E27FC236}">
                <a16:creationId xmlns:a16="http://schemas.microsoft.com/office/drawing/2014/main" id="{4FB204DF-284E-45F6-A017-79A4DF57BCC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003" y="5613785"/>
            <a:ext cx="891066" cy="891066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051" name="Graphic 212">
            <a:extLst>
              <a:ext uri="{FF2B5EF4-FFF2-40B4-BE49-F238E27FC236}">
                <a16:creationId xmlns:a16="http://schemas.microsoft.com/office/drawing/2014/main" id="{96FD6442-EB7D-4992-8D41-0B7FFDCB43E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003" y="5613785"/>
            <a:ext cx="891066" cy="891066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867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Outlines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C062D-9FA6-B2AB-C1C5-FB9F1B32B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MY" sz="2400" dirty="0"/>
              <a:t>Types of modern symmetric ciphers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Feistel cipher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Data Encryption Standard (DES)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Variants of DES</a:t>
            </a:r>
          </a:p>
          <a:p>
            <a:pPr marL="514350" indent="-514350">
              <a:buFont typeface="+mj-lt"/>
              <a:buAutoNum type="arabicPeriod"/>
            </a:pPr>
            <a:endParaRPr lang="en-MY" sz="2400" dirty="0"/>
          </a:p>
        </p:txBody>
      </p:sp>
    </p:spTree>
    <p:extLst>
      <p:ext uri="{BB962C8B-B14F-4D97-AF65-F5344CB8AC3E}">
        <p14:creationId xmlns:p14="http://schemas.microsoft.com/office/powerpoint/2010/main" val="4085534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C062D-9FA6-B2AB-C1C5-FB9F1B32B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MY" sz="2400" b="1" dirty="0"/>
              <a:t>In the end of this Chapter 4, students will be able: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400" dirty="0"/>
              <a:t>To understand the </a:t>
            </a:r>
            <a:r>
              <a:rPr lang="en-MY" sz="2400" b="1" dirty="0">
                <a:solidFill>
                  <a:srgbClr val="FF0000"/>
                </a:solidFill>
              </a:rPr>
              <a:t>operations and differences</a:t>
            </a:r>
            <a:r>
              <a:rPr lang="en-MY" sz="2400" dirty="0">
                <a:solidFill>
                  <a:srgbClr val="FF0000"/>
                </a:solidFill>
              </a:rPr>
              <a:t> </a:t>
            </a:r>
            <a:r>
              <a:rPr lang="en-MY" sz="2400" dirty="0"/>
              <a:t>between the two major symmetric ciphers of </a:t>
            </a:r>
            <a:r>
              <a:rPr lang="en-MY" sz="2400" b="1" dirty="0">
                <a:solidFill>
                  <a:srgbClr val="FF0000"/>
                </a:solidFill>
              </a:rPr>
              <a:t>block cipher</a:t>
            </a:r>
            <a:r>
              <a:rPr lang="en-MY" sz="2400" dirty="0"/>
              <a:t> and </a:t>
            </a:r>
            <a:r>
              <a:rPr lang="en-MY" sz="2400" b="1" dirty="0">
                <a:solidFill>
                  <a:srgbClr val="FF0000"/>
                </a:solidFill>
              </a:rPr>
              <a:t>stream cipher</a:t>
            </a:r>
            <a:r>
              <a:rPr lang="en-MY" sz="2400" dirty="0"/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400" dirty="0"/>
              <a:t>To understand the structure of the </a:t>
            </a:r>
            <a:r>
              <a:rPr lang="en-MY" sz="2400" b="1" dirty="0">
                <a:solidFill>
                  <a:srgbClr val="FF0000"/>
                </a:solidFill>
              </a:rPr>
              <a:t>Feistel cipher</a:t>
            </a:r>
            <a:r>
              <a:rPr lang="en-MY" sz="2400" dirty="0"/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400" dirty="0"/>
              <a:t>To learn and </a:t>
            </a:r>
            <a:r>
              <a:rPr lang="en-MY" sz="2400" b="1" dirty="0">
                <a:solidFill>
                  <a:srgbClr val="FF0000"/>
                </a:solidFill>
              </a:rPr>
              <a:t>perform the computations</a:t>
            </a:r>
            <a:r>
              <a:rPr lang="en-MY" sz="2400" dirty="0"/>
              <a:t> surrounding the </a:t>
            </a:r>
            <a:r>
              <a:rPr lang="en-MY" sz="2400" b="1" dirty="0">
                <a:solidFill>
                  <a:srgbClr val="FF0000"/>
                </a:solidFill>
              </a:rPr>
              <a:t>Data Encryption Standard (DES)</a:t>
            </a:r>
            <a:r>
              <a:rPr lang="en-MY" sz="2400" dirty="0"/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400" dirty="0"/>
              <a:t>To learn and understand some </a:t>
            </a:r>
            <a:r>
              <a:rPr lang="en-MY" sz="2400" b="1" dirty="0">
                <a:solidFill>
                  <a:srgbClr val="FF0000"/>
                </a:solidFill>
              </a:rPr>
              <a:t>variants of DES</a:t>
            </a:r>
            <a:r>
              <a:rPr lang="en-MY" sz="2400" dirty="0"/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en-MY" sz="2400" dirty="0"/>
          </a:p>
        </p:txBody>
      </p:sp>
    </p:spTree>
    <p:extLst>
      <p:ext uri="{BB962C8B-B14F-4D97-AF65-F5344CB8AC3E}">
        <p14:creationId xmlns:p14="http://schemas.microsoft.com/office/powerpoint/2010/main" val="1061536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88941"/>
          </a:xfrm>
        </p:spPr>
        <p:txBody>
          <a:bodyPr/>
          <a:lstStyle/>
          <a:p>
            <a:pPr algn="ctr"/>
            <a:r>
              <a:rPr lang="en-MY" dirty="0"/>
              <a:t>STREAM CIPHERS</a:t>
            </a:r>
            <a:br>
              <a:rPr lang="en-MY" dirty="0"/>
            </a:br>
            <a:r>
              <a:rPr lang="en-MY" dirty="0"/>
              <a:t>&amp;</a:t>
            </a:r>
            <a:br>
              <a:rPr lang="en-MY" dirty="0"/>
            </a:br>
            <a:r>
              <a:rPr lang="en-MY" dirty="0"/>
              <a:t>BLOCK CIPHERS</a:t>
            </a:r>
          </a:p>
        </p:txBody>
      </p:sp>
    </p:spTree>
    <p:extLst>
      <p:ext uri="{BB962C8B-B14F-4D97-AF65-F5344CB8AC3E}">
        <p14:creationId xmlns:p14="http://schemas.microsoft.com/office/powerpoint/2010/main" val="2089367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4000" dirty="0"/>
              <a:t>Types of Symmetric Cipher - </a:t>
            </a:r>
            <a:r>
              <a:rPr lang="en-MY" sz="4000" dirty="0">
                <a:solidFill>
                  <a:srgbClr val="FF0000"/>
                </a:solidFill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C062D-9FA6-B2AB-C1C5-FB9F1B32B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MY" sz="2000" dirty="0"/>
              <a:t> Symmetric ciphers can generally be sub-divided into two major types: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MY" sz="2000" b="1" dirty="0">
                <a:solidFill>
                  <a:srgbClr val="0000FF"/>
                </a:solidFill>
              </a:rPr>
              <a:t>Stream Cipher</a:t>
            </a:r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en-MY" dirty="0"/>
              <a:t>The data that is operated (encrypted) as a </a:t>
            </a:r>
            <a:r>
              <a:rPr lang="en-MY" b="1" dirty="0"/>
              <a:t>stream</a:t>
            </a:r>
            <a:r>
              <a:rPr lang="en-MY" dirty="0"/>
              <a:t> with one bit or one byte at a time.</a:t>
            </a:r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en-MY" dirty="0">
                <a:solidFill>
                  <a:srgbClr val="FF0000"/>
                </a:solidFill>
              </a:rPr>
              <a:t>Examples</a:t>
            </a:r>
            <a:r>
              <a:rPr lang="en-MY" dirty="0"/>
              <a:t>: Vigenère cipher and </a:t>
            </a:r>
            <a:r>
              <a:rPr lang="en-MY" dirty="0" err="1"/>
              <a:t>Vernam</a:t>
            </a:r>
            <a:r>
              <a:rPr lang="en-MY" dirty="0"/>
              <a:t> cipher. 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MY" sz="2000" b="1" dirty="0">
                <a:solidFill>
                  <a:srgbClr val="0000FF"/>
                </a:solidFill>
              </a:rPr>
              <a:t>Block Cipher</a:t>
            </a:r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en-MY" dirty="0"/>
              <a:t>The data is split into </a:t>
            </a:r>
            <a:r>
              <a:rPr lang="en-MY" b="1" dirty="0"/>
              <a:t>smaller blocks of fixed size</a:t>
            </a:r>
            <a:r>
              <a:rPr lang="en-MY" dirty="0"/>
              <a:t>, and the operation is performed block-by-block </a:t>
            </a:r>
            <a:r>
              <a:rPr lang="en-MY" sz="2000" dirty="0"/>
              <a:t>to produce ciphertext block of equal size (length).</a:t>
            </a:r>
            <a:endParaRPr lang="en-MY" dirty="0"/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en-MY" dirty="0">
                <a:solidFill>
                  <a:srgbClr val="FF0000"/>
                </a:solidFill>
              </a:rPr>
              <a:t>Example</a:t>
            </a:r>
            <a:r>
              <a:rPr lang="en-MY" dirty="0"/>
              <a:t>: Keyed Transposition cipher.</a:t>
            </a:r>
          </a:p>
        </p:txBody>
      </p:sp>
    </p:spTree>
    <p:extLst>
      <p:ext uri="{BB962C8B-B14F-4D97-AF65-F5344CB8AC3E}">
        <p14:creationId xmlns:p14="http://schemas.microsoft.com/office/powerpoint/2010/main" val="2466580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>
                <a:solidFill>
                  <a:srgbClr val="FFC000"/>
                </a:solidFill>
              </a:rPr>
              <a:t>Stream</a:t>
            </a:r>
            <a:r>
              <a:rPr lang="en-MY" dirty="0"/>
              <a:t> Ciphers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C062D-9FA6-B2AB-C1C5-FB9F1B32B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MY" sz="2000" dirty="0"/>
              <a:t>The data that is operated (encrypted) as a </a:t>
            </a:r>
            <a:r>
              <a:rPr lang="en-MY" sz="2000" b="1" dirty="0">
                <a:solidFill>
                  <a:srgbClr val="0000FF"/>
                </a:solidFill>
              </a:rPr>
              <a:t>stream</a:t>
            </a:r>
            <a:r>
              <a:rPr lang="en-MY" sz="2000" dirty="0"/>
              <a:t> with </a:t>
            </a:r>
            <a:r>
              <a:rPr lang="en-MY" sz="2000" b="1" dirty="0">
                <a:solidFill>
                  <a:srgbClr val="0000FF"/>
                </a:solidFill>
              </a:rPr>
              <a:t>one bit </a:t>
            </a:r>
            <a:r>
              <a:rPr lang="en-MY" sz="2000" dirty="0"/>
              <a:t>or </a:t>
            </a:r>
            <a:r>
              <a:rPr lang="en-MY" sz="2000" b="1" dirty="0">
                <a:solidFill>
                  <a:srgbClr val="0000FF"/>
                </a:solidFill>
              </a:rPr>
              <a:t>one byte </a:t>
            </a:r>
            <a:r>
              <a:rPr lang="en-MY" sz="2000" dirty="0"/>
              <a:t>at a time.</a:t>
            </a:r>
          </a:p>
          <a:p>
            <a:pPr algn="just"/>
            <a:r>
              <a:rPr lang="en-AU" sz="2000" dirty="0"/>
              <a:t>The plaintext bits are encrypted with a </a:t>
            </a:r>
            <a:r>
              <a:rPr lang="en-AU" sz="2000" b="1" dirty="0">
                <a:solidFill>
                  <a:srgbClr val="FF0000"/>
                </a:solidFill>
              </a:rPr>
              <a:t>pseudorandom bit-stream</a:t>
            </a:r>
            <a:r>
              <a:rPr lang="en-AU" sz="2000" dirty="0"/>
              <a:t> (</a:t>
            </a:r>
            <a:r>
              <a:rPr lang="en-AU" sz="2000" b="1" dirty="0">
                <a:solidFill>
                  <a:srgbClr val="FF0000"/>
                </a:solidFill>
              </a:rPr>
              <a:t>keystream</a:t>
            </a:r>
            <a:r>
              <a:rPr lang="en-AU" sz="2000" dirty="0"/>
              <a:t>), typically by an </a:t>
            </a:r>
            <a:r>
              <a:rPr lang="en-AU" sz="2000" b="1" dirty="0"/>
              <a:t>XOR (exclusive-OR) operation</a:t>
            </a:r>
            <a:r>
              <a:rPr lang="en-AU" sz="2000" dirty="0"/>
              <a:t>.</a:t>
            </a:r>
          </a:p>
          <a:p>
            <a:pPr algn="just"/>
            <a:r>
              <a:rPr lang="en-AU" sz="2000" b="1" dirty="0">
                <a:solidFill>
                  <a:srgbClr val="0000FF"/>
                </a:solidFill>
              </a:rPr>
              <a:t>Examples</a:t>
            </a:r>
            <a:r>
              <a:rPr lang="en-AU" sz="2000" dirty="0"/>
              <a:t> of modern stream ciphers: 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AU" sz="1800" dirty="0"/>
              <a:t>Rivest Cipher 4 (RC4)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US" sz="1800" dirty="0"/>
              <a:t>Software Optimized Encryption Algorithm (SEAL)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US" sz="1800" dirty="0"/>
              <a:t>Very Efficient Substitution Transposition (VEST)</a:t>
            </a:r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3034168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>
                <a:solidFill>
                  <a:srgbClr val="FFC000"/>
                </a:solidFill>
              </a:rPr>
              <a:t>Stream</a:t>
            </a:r>
            <a:r>
              <a:rPr lang="en-MY" dirty="0"/>
              <a:t> Ciphers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C062D-9FA6-B2AB-C1C5-FB9F1B32B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AU" sz="2000" b="1" dirty="0">
                <a:solidFill>
                  <a:schemeClr val="accent1">
                    <a:lumMod val="75000"/>
                  </a:schemeClr>
                </a:solidFill>
              </a:rPr>
              <a:t>Advantage</a:t>
            </a:r>
            <a:r>
              <a:rPr lang="en-AU" sz="2000" dirty="0"/>
              <a:t>: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AU" sz="2000" dirty="0"/>
              <a:t>It executes at a higher speed than block cipher and have low hardware complexity.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b="0" i="0" u="none" strike="noStrike" baseline="0" dirty="0"/>
              <a:t>If the cryptographic </a:t>
            </a:r>
            <a:r>
              <a:rPr lang="en-US" sz="2000" b="1" i="0" u="none" strike="noStrike" baseline="0" dirty="0">
                <a:solidFill>
                  <a:srgbClr val="FF0000"/>
                </a:solidFill>
              </a:rPr>
              <a:t>keystream is random</a:t>
            </a:r>
            <a:r>
              <a:rPr lang="en-US" sz="2000" b="0" i="0" u="none" strike="noStrike" baseline="0" dirty="0"/>
              <a:t>, then this cipher is </a:t>
            </a:r>
            <a:r>
              <a:rPr lang="en-US" sz="2000" b="1" i="0" u="none" strike="noStrike" baseline="0" dirty="0">
                <a:solidFill>
                  <a:srgbClr val="FF0000"/>
                </a:solidFill>
              </a:rPr>
              <a:t>unbreakable</a:t>
            </a:r>
            <a:r>
              <a:rPr lang="en-US" sz="2000" b="0" i="0" u="none" strike="noStrike" baseline="0" dirty="0"/>
              <a:t> by any means other than acquiring the keystream.</a:t>
            </a:r>
            <a:endParaRPr lang="en-AU" sz="2000" dirty="0"/>
          </a:p>
          <a:p>
            <a:pPr algn="just"/>
            <a:r>
              <a:rPr lang="en-AU" sz="2000" b="1" dirty="0">
                <a:solidFill>
                  <a:schemeClr val="bg2">
                    <a:lumMod val="25000"/>
                  </a:schemeClr>
                </a:solidFill>
              </a:rPr>
              <a:t>Disadvantage</a:t>
            </a:r>
            <a:r>
              <a:rPr lang="en-AU" sz="2000" dirty="0"/>
              <a:t>: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AU" sz="2000" dirty="0"/>
              <a:t>The distribution of the random keystream is difficult in </a:t>
            </a:r>
            <a:r>
              <a:rPr lang="en-US" sz="2000" dirty="0"/>
              <a:t>a larger</a:t>
            </a:r>
            <a:r>
              <a:rPr lang="en-US" sz="2000" b="0" i="0" u="none" strike="noStrike" baseline="0" dirty="0"/>
              <a:t> data traffic (</a:t>
            </a:r>
            <a:r>
              <a:rPr lang="en-US" sz="2000" b="1" i="0" u="none" strike="noStrike" baseline="0" dirty="0">
                <a:solidFill>
                  <a:srgbClr val="0000FF"/>
                </a:solidFill>
              </a:rPr>
              <a:t>key distribution problem</a:t>
            </a:r>
            <a:r>
              <a:rPr lang="en-US" sz="2000" b="0" i="0" u="none" strike="noStrike" baseline="0" dirty="0"/>
              <a:t>).</a:t>
            </a:r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C00000"/>
                </a:solidFill>
              </a:rPr>
              <a:t>Solution</a:t>
            </a:r>
            <a:r>
              <a:rPr lang="en-US" dirty="0"/>
              <a:t>: Instead of distributing the long keystream, a </a:t>
            </a:r>
            <a:r>
              <a:rPr lang="en-US" b="1" dirty="0"/>
              <a:t>bit (keystream) generator </a:t>
            </a:r>
            <a:r>
              <a:rPr lang="en-US" dirty="0"/>
              <a:t>is distributed, so that users can generate the keystream whenever necessary.</a:t>
            </a:r>
            <a:endParaRPr lang="en-AU" dirty="0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6374674" y="679269"/>
            <a:ext cx="2926080" cy="348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2172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>
                <a:solidFill>
                  <a:srgbClr val="FFC000"/>
                </a:solidFill>
              </a:rPr>
              <a:t>Stream</a:t>
            </a:r>
            <a:r>
              <a:rPr lang="en-MY" dirty="0"/>
              <a:t> Ciphers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835DBE-1E04-A620-811F-D512F0CD9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716" y="1690688"/>
            <a:ext cx="8668567" cy="42558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651091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>
                <a:solidFill>
                  <a:srgbClr val="FFC000"/>
                </a:solidFill>
              </a:rPr>
              <a:t>Block</a:t>
            </a:r>
            <a:r>
              <a:rPr lang="en-MY"/>
              <a:t> </a:t>
            </a:r>
            <a:r>
              <a:rPr lang="en-MY" dirty="0"/>
              <a:t>Ciphers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en-MY" sz="2000" dirty="0"/>
                  <a:t>The data is split into </a:t>
                </a:r>
                <a:r>
                  <a:rPr lang="en-MY" sz="2000" b="1" dirty="0">
                    <a:solidFill>
                      <a:srgbClr val="0000FF"/>
                    </a:solidFill>
                  </a:rPr>
                  <a:t>smaller blocks</a:t>
                </a:r>
                <a:r>
                  <a:rPr lang="en-MY" sz="2000" dirty="0"/>
                  <a:t> of </a:t>
                </a:r>
                <a:r>
                  <a:rPr lang="en-MY" sz="2000" b="1" dirty="0">
                    <a:solidFill>
                      <a:srgbClr val="0000FF"/>
                    </a:solidFill>
                  </a:rPr>
                  <a:t>fixed size</a:t>
                </a:r>
                <a:r>
                  <a:rPr lang="en-MY" sz="2000" dirty="0"/>
                  <a:t>, and the operation is performed block-by-block to produce ciphertext block of equal size (length).</a:t>
                </a:r>
              </a:p>
              <a:p>
                <a:pPr algn="just"/>
                <a:r>
                  <a:rPr lang="en-MY" sz="2000" dirty="0"/>
                  <a:t>Typically, a block size of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64</m:t>
                    </m:r>
                    <m:r>
                      <a:rPr lang="en-MY" sz="2000" b="0" i="0" smtClean="0">
                        <a:latin typeface="Cambria Math" panose="02040503050406030204" pitchFamily="18" charset="0"/>
                      </a:rPr>
                      <m:t>,128</m:t>
                    </m:r>
                  </m:oMath>
                </a14:m>
                <a:r>
                  <a:rPr lang="en-MY" sz="2000" dirty="0"/>
                  <a:t> or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𝟐𝟓𝟔</m:t>
                    </m:r>
                  </m:oMath>
                </a14:m>
                <a:r>
                  <a:rPr lang="en-MY" sz="2000" b="1" dirty="0">
                    <a:solidFill>
                      <a:srgbClr val="FF0000"/>
                    </a:solidFill>
                  </a:rPr>
                  <a:t> (current deployment standard)</a:t>
                </a:r>
                <a:r>
                  <a:rPr lang="en-MY" sz="2000" dirty="0"/>
                  <a:t> bits is used.</a:t>
                </a:r>
              </a:p>
              <a:p>
                <a:pPr algn="just"/>
                <a:r>
                  <a:rPr lang="en-AU" sz="2000" dirty="0"/>
                  <a:t>Before processing a block cipher, all the bits in the block should be available. If a block does not achieve the specific required size, </a:t>
                </a:r>
                <a:r>
                  <a:rPr lang="en-AU" sz="2000" b="1" dirty="0"/>
                  <a:t>padding</a:t>
                </a:r>
                <a:r>
                  <a:rPr lang="en-AU" sz="2000" dirty="0"/>
                  <a:t> is performed.  </a:t>
                </a:r>
              </a:p>
              <a:p>
                <a:pPr algn="just"/>
                <a:r>
                  <a:rPr lang="en-AU" sz="2000" dirty="0"/>
                  <a:t>Since operation is done on a block, the bits in a block can be viewed as a stream. </a:t>
                </a:r>
              </a:p>
              <a:p>
                <a:pPr marL="0" indent="0" algn="just">
                  <a:buNone/>
                </a:pPr>
                <a:endParaRPr lang="en-MY" sz="2000" dirty="0"/>
              </a:p>
              <a:p>
                <a:pPr algn="just">
                  <a:buFont typeface="Wingdings" panose="05000000000000000000" pitchFamily="2" charset="2"/>
                  <a:buChar char="v"/>
                </a:pPr>
                <a:endParaRPr lang="en-MY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48" r="-40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9512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>
                <a:solidFill>
                  <a:srgbClr val="FFC000"/>
                </a:solidFill>
              </a:rPr>
              <a:t>Block</a:t>
            </a:r>
            <a:r>
              <a:rPr lang="en-MY"/>
              <a:t> </a:t>
            </a:r>
            <a:r>
              <a:rPr lang="en-MY" dirty="0"/>
              <a:t>Ciphers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C062D-9FA6-B2AB-C1C5-FB9F1B32B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60076" cy="4351338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MY" sz="2000" dirty="0"/>
              <a:t> </a:t>
            </a:r>
            <a:r>
              <a:rPr lang="en-AU" sz="2000" b="1" dirty="0">
                <a:solidFill>
                  <a:srgbClr val="0000FF"/>
                </a:solidFill>
              </a:rPr>
              <a:t>Examples</a:t>
            </a:r>
            <a:r>
              <a:rPr lang="en-AU" sz="2000" dirty="0"/>
              <a:t> of block ciphers: 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AU" sz="2000" dirty="0"/>
              <a:t>Data Encryption Standard (DES)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AU" sz="2000" dirty="0"/>
              <a:t>Double DES, 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AU" sz="2000" dirty="0"/>
              <a:t>Triple DES, 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AU" sz="2000" dirty="0"/>
              <a:t>Advanced Encryption Standard (AES), 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AU" sz="2000" dirty="0"/>
              <a:t>Rivest Cipher 5 (RC5), 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AU" sz="2000" dirty="0"/>
              <a:t>Blowfish</a:t>
            </a:r>
            <a:endParaRPr lang="en-MY" sz="2000" dirty="0"/>
          </a:p>
          <a:p>
            <a:pPr algn="just"/>
            <a:r>
              <a:rPr lang="en-AU" sz="2000" b="1" dirty="0">
                <a:solidFill>
                  <a:schemeClr val="bg2">
                    <a:lumMod val="25000"/>
                  </a:schemeClr>
                </a:solidFill>
              </a:rPr>
              <a:t>Note:</a:t>
            </a:r>
            <a:r>
              <a:rPr lang="en-AU" sz="2000" dirty="0"/>
              <a:t> We will learn some modes of operation in Chapter 6 later and observe that block cipher can be used to achieve the same effect as stream cipher.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27C1AC-B6AF-A7B6-CCDE-7F9E9067E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3916" y="1825625"/>
            <a:ext cx="2881836" cy="345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844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88941"/>
          </a:xfrm>
        </p:spPr>
        <p:txBody>
          <a:bodyPr/>
          <a:lstStyle/>
          <a:p>
            <a:pPr algn="ctr"/>
            <a:r>
              <a:rPr lang="en-MY" dirty="0"/>
              <a:t>FEISTEL CIPHER</a:t>
            </a:r>
            <a:br>
              <a:rPr lang="en-MY" dirty="0"/>
            </a:br>
            <a:r>
              <a:rPr lang="en-MY" dirty="0"/>
              <a:t>STRUCTURES</a:t>
            </a:r>
            <a:br>
              <a:rPr lang="en-MY" dirty="0"/>
            </a:br>
            <a:r>
              <a:rPr lang="en-MY" dirty="0"/>
              <a:t>(</a:t>
            </a:r>
            <a:r>
              <a:rPr lang="en-MY" dirty="0">
                <a:solidFill>
                  <a:srgbClr val="0000FF"/>
                </a:solidFill>
              </a:rPr>
              <a:t>MOTIVATION</a:t>
            </a:r>
            <a:r>
              <a:rPr lang="en-MY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72042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4000" b="0" dirty="0">
                <a:solidFill>
                  <a:srgbClr val="0000FF"/>
                </a:solidFill>
              </a:rPr>
              <a:t>1</a:t>
            </a:r>
            <a:r>
              <a:rPr lang="en-MY" sz="4000" b="0" baseline="30000" dirty="0">
                <a:solidFill>
                  <a:srgbClr val="0000FF"/>
                </a:solidFill>
              </a:rPr>
              <a:t>st</a:t>
            </a:r>
            <a:r>
              <a:rPr lang="en-MY" sz="4000" b="0" dirty="0">
                <a:solidFill>
                  <a:srgbClr val="0000FF"/>
                </a:solidFill>
              </a:rPr>
              <a:t> Motivation </a:t>
            </a:r>
            <a:r>
              <a:rPr lang="en-MY" sz="4000" b="0" dirty="0"/>
              <a:t>– </a:t>
            </a:r>
            <a:r>
              <a:rPr lang="en-MY" sz="4000" dirty="0"/>
              <a:t>Block Cipher</a:t>
            </a:r>
            <a:endParaRPr lang="en-MY" sz="4000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sz="2000" dirty="0"/>
                  <a:t>A block cipher operates on a </a:t>
                </a:r>
                <a:r>
                  <a:rPr lang="en-MY" sz="2000" b="1" dirty="0">
                    <a:solidFill>
                      <a:schemeClr val="bg2">
                        <a:lumMod val="25000"/>
                      </a:schemeClr>
                    </a:solidFill>
                  </a:rPr>
                  <a:t>plaintext block of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MY" sz="2000" b="1" dirty="0">
                    <a:solidFill>
                      <a:schemeClr val="bg2">
                        <a:lumMod val="25000"/>
                      </a:schemeClr>
                    </a:solidFill>
                  </a:rPr>
                  <a:t> bits </a:t>
                </a:r>
                <a:r>
                  <a:rPr lang="en-MY" sz="2000" dirty="0"/>
                  <a:t>to produce a </a:t>
                </a:r>
                <a:r>
                  <a:rPr lang="en-MY" sz="2000" b="1" dirty="0">
                    <a:solidFill>
                      <a:schemeClr val="bg2">
                        <a:lumMod val="25000"/>
                      </a:schemeClr>
                    </a:solidFill>
                  </a:rPr>
                  <a:t>ciphertext block of </a:t>
                </a:r>
                <a14:m>
                  <m:oMath xmlns:m="http://schemas.openxmlformats.org/officeDocument/2006/math">
                    <m:r>
                      <a:rPr lang="en-MY" sz="2000" b="1" i="1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MY" sz="2000" b="1" dirty="0">
                    <a:solidFill>
                      <a:schemeClr val="bg2">
                        <a:lumMod val="25000"/>
                      </a:schemeClr>
                    </a:solidFill>
                  </a:rPr>
                  <a:t> bits</a:t>
                </a:r>
                <a:r>
                  <a:rPr lang="en-MY" sz="2000" dirty="0"/>
                  <a:t>. Hence there 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000" b="1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000" b="1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MY" sz="2000" b="1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MY" sz="2000" b="1" dirty="0">
                    <a:solidFill>
                      <a:schemeClr val="accent5">
                        <a:lumMod val="75000"/>
                      </a:schemeClr>
                    </a:solidFill>
                  </a:rPr>
                  <a:t> possible different plaintext blocks</a:t>
                </a:r>
                <a:r>
                  <a:rPr lang="en-MY" sz="2000" dirty="0"/>
                  <a:t> involved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000" b="1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000" b="1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MY" sz="2000" b="1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MY" sz="2000" b="1" dirty="0">
                    <a:solidFill>
                      <a:schemeClr val="accent5">
                        <a:lumMod val="75000"/>
                      </a:schemeClr>
                    </a:solidFill>
                  </a:rPr>
                  <a:t> possible ciphertext blocks produced</a:t>
                </a:r>
                <a:r>
                  <a:rPr lang="en-MY" sz="2000" dirty="0"/>
                  <a:t>.</a:t>
                </a:r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sz="2000" dirty="0"/>
                  <a:t>For encryption and decryption to be reversible, the </a:t>
                </a:r>
                <a:r>
                  <a:rPr lang="en-MY" sz="2000" b="1" dirty="0"/>
                  <a:t>map must be unique </a:t>
                </a:r>
                <a:r>
                  <a:rPr lang="en-MY" sz="2000" dirty="0"/>
                  <a:t>(</a:t>
                </a:r>
                <a:r>
                  <a:rPr lang="en-MY" sz="2000" b="1" dirty="0"/>
                  <a:t>one-to-one correspondence</a:t>
                </a:r>
                <a:r>
                  <a:rPr lang="en-MY" sz="2000" dirty="0"/>
                  <a:t>).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48" r="-40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A0A1772-3BBB-1A77-EB53-23A86A2A7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138314"/>
            <a:ext cx="7893137" cy="217358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C7B6251-DBCD-8215-015F-C3C1BEB28468}"/>
              </a:ext>
            </a:extLst>
          </p:cNvPr>
          <p:cNvSpPr/>
          <p:nvPr/>
        </p:nvSpPr>
        <p:spPr>
          <a:xfrm>
            <a:off x="5382532" y="5575177"/>
            <a:ext cx="2858610" cy="556565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D33621-1EB5-95EC-F031-5B15A9D2E4F8}"/>
              </a:ext>
            </a:extLst>
          </p:cNvPr>
          <p:cNvSpPr txBox="1"/>
          <p:nvPr/>
        </p:nvSpPr>
        <p:spPr>
          <a:xfrm>
            <a:off x="9026901" y="5114795"/>
            <a:ext cx="1761505" cy="14773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MY" dirty="0"/>
              <a:t>The map is </a:t>
            </a:r>
            <a:r>
              <a:rPr lang="en-MY" b="1" dirty="0"/>
              <a:t>not unique</a:t>
            </a:r>
            <a:r>
              <a:rPr lang="en-MY" dirty="0"/>
              <a:t>, as two plaintexts have the same ciphertext.</a:t>
            </a:r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8554D554-5D8B-C937-5553-B4A7DCF561D7}"/>
              </a:ext>
            </a:extLst>
          </p:cNvPr>
          <p:cNvSpPr/>
          <p:nvPr/>
        </p:nvSpPr>
        <p:spPr>
          <a:xfrm>
            <a:off x="8332519" y="5708073"/>
            <a:ext cx="603005" cy="295563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38915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4000" b="0" dirty="0">
                <a:solidFill>
                  <a:srgbClr val="0000FF"/>
                </a:solidFill>
              </a:rPr>
              <a:t>2</a:t>
            </a:r>
            <a:r>
              <a:rPr lang="en-MY" sz="4000" b="0" baseline="30000" dirty="0">
                <a:solidFill>
                  <a:srgbClr val="0000FF"/>
                </a:solidFill>
              </a:rPr>
              <a:t>nd</a:t>
            </a:r>
            <a:r>
              <a:rPr lang="en-MY" sz="4000" b="0" dirty="0">
                <a:solidFill>
                  <a:srgbClr val="0000FF"/>
                </a:solidFill>
              </a:rPr>
              <a:t> Motivation </a:t>
            </a:r>
            <a:r>
              <a:rPr lang="en-MY" sz="4000" b="0" dirty="0"/>
              <a:t>– </a:t>
            </a:r>
            <a:r>
              <a:rPr lang="en-MY" sz="4000" dirty="0"/>
              <a:t>Product Cipher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C062D-9FA6-B2AB-C1C5-FB9F1B32B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MY" sz="2000" dirty="0"/>
              <a:t>In the end of Chapter 3, we learn that </a:t>
            </a:r>
            <a:r>
              <a:rPr lang="en-MY" sz="2000" b="1" dirty="0">
                <a:solidFill>
                  <a:srgbClr val="00B050"/>
                </a:solidFill>
              </a:rPr>
              <a:t>product cipher </a:t>
            </a:r>
            <a:r>
              <a:rPr lang="en-MY" sz="2000" dirty="0"/>
              <a:t>combined several technique such as substitution and permutation.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MY" sz="2000" dirty="0"/>
              <a:t>The concept of product cipher was introduced by </a:t>
            </a:r>
            <a:r>
              <a:rPr lang="en-MY" sz="2000" b="1" dirty="0"/>
              <a:t>Claude Shannon </a:t>
            </a:r>
            <a:r>
              <a:rPr lang="en-MY" sz="2000" dirty="0"/>
              <a:t>in 1949.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MY" sz="2000" dirty="0"/>
              <a:t> </a:t>
            </a:r>
            <a:r>
              <a:rPr lang="en-MY" sz="2000" b="1" dirty="0">
                <a:solidFill>
                  <a:srgbClr val="C00000"/>
                </a:solidFill>
              </a:rPr>
              <a:t>Idea</a:t>
            </a:r>
            <a:r>
              <a:rPr lang="en-MY" sz="2000" dirty="0"/>
              <a:t>: To enable the block ciphers to achieve two important properties: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MY" sz="2000" b="1" dirty="0">
                <a:solidFill>
                  <a:srgbClr val="0000FF"/>
                </a:solidFill>
              </a:rPr>
              <a:t>Diffusion</a:t>
            </a:r>
            <a:r>
              <a:rPr lang="en-MY" sz="2000" dirty="0"/>
              <a:t>: To hide the relationships between the </a:t>
            </a:r>
            <a:r>
              <a:rPr lang="en-MY" sz="2000" b="1" dirty="0">
                <a:solidFill>
                  <a:srgbClr val="0000FF"/>
                </a:solidFill>
              </a:rPr>
              <a:t>plaintext and ciphertext</a:t>
            </a:r>
            <a:r>
              <a:rPr lang="en-MY" sz="2000" dirty="0"/>
              <a:t>. This is done through </a:t>
            </a:r>
            <a:r>
              <a:rPr lang="en-MY" sz="2000" b="1" dirty="0">
                <a:solidFill>
                  <a:srgbClr val="0000FF"/>
                </a:solidFill>
              </a:rPr>
              <a:t>permutation</a:t>
            </a:r>
            <a:r>
              <a:rPr lang="en-MY" sz="2000" dirty="0"/>
              <a:t>.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MY" sz="2000" b="1" dirty="0">
                <a:solidFill>
                  <a:srgbClr val="FF0000"/>
                </a:solidFill>
              </a:rPr>
              <a:t>Confusion</a:t>
            </a:r>
            <a:r>
              <a:rPr lang="en-MY" sz="2000" dirty="0"/>
              <a:t>: To hide the relationships between the </a:t>
            </a:r>
            <a:r>
              <a:rPr lang="en-MY" sz="2000" b="1" dirty="0">
                <a:solidFill>
                  <a:srgbClr val="FF0000"/>
                </a:solidFill>
              </a:rPr>
              <a:t>key and ciphertext</a:t>
            </a:r>
            <a:r>
              <a:rPr lang="en-MY" sz="2000" dirty="0"/>
              <a:t>. This is achieved through </a:t>
            </a:r>
            <a:r>
              <a:rPr lang="en-MY" sz="2000" b="1" dirty="0">
                <a:solidFill>
                  <a:srgbClr val="FF0000"/>
                </a:solidFill>
              </a:rPr>
              <a:t>substitution</a:t>
            </a:r>
            <a:r>
              <a:rPr lang="en-MY" sz="2000" dirty="0"/>
              <a:t>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MY" sz="2000" dirty="0"/>
              <a:t>In next slide, an example of how ‘</a:t>
            </a:r>
            <a:r>
              <a:rPr lang="en-MY" sz="2000" b="1" dirty="0">
                <a:solidFill>
                  <a:srgbClr val="FF0000"/>
                </a:solidFill>
              </a:rPr>
              <a:t>confusion</a:t>
            </a:r>
            <a:r>
              <a:rPr lang="en-MY" sz="2000" dirty="0"/>
              <a:t>’ is achieved in substitution, and it is called </a:t>
            </a:r>
            <a:r>
              <a:rPr lang="en-MY" sz="2000" b="1" i="1" dirty="0">
                <a:solidFill>
                  <a:srgbClr val="00B050"/>
                </a:solidFill>
              </a:rPr>
              <a:t>IDEAL</a:t>
            </a:r>
            <a:r>
              <a:rPr lang="en-MY" sz="2000" b="1" dirty="0"/>
              <a:t> block cipher</a:t>
            </a:r>
            <a:r>
              <a:rPr lang="en-MY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731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8F75B9-59A8-310A-3E93-814B8F57A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64" y="357905"/>
            <a:ext cx="7737159" cy="61422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4E0719-0C45-DB88-ACC8-CBBFF1260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4381" y="358000"/>
            <a:ext cx="3511508" cy="6142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186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4000" b="0" dirty="0">
                <a:solidFill>
                  <a:srgbClr val="0000FF"/>
                </a:solidFill>
              </a:rPr>
              <a:t>3</a:t>
            </a:r>
            <a:r>
              <a:rPr lang="en-MY" sz="4000" b="0" baseline="30000" dirty="0">
                <a:solidFill>
                  <a:srgbClr val="0000FF"/>
                </a:solidFill>
              </a:rPr>
              <a:t>rd</a:t>
            </a:r>
            <a:r>
              <a:rPr lang="en-MY" sz="4000" b="0" dirty="0">
                <a:solidFill>
                  <a:srgbClr val="0000FF"/>
                </a:solidFill>
              </a:rPr>
              <a:t> Motivation </a:t>
            </a:r>
            <a:r>
              <a:rPr lang="en-MY" sz="4000" b="0" dirty="0"/>
              <a:t>– </a:t>
            </a:r>
            <a:r>
              <a:rPr lang="en-MY" sz="4000" dirty="0"/>
              <a:t>Practical Cipher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sz="2000" dirty="0" smtClean="0"/>
                  <a:t>Although </a:t>
                </a:r>
                <a:r>
                  <a:rPr lang="en-MY" sz="2000" b="1" i="1" dirty="0">
                    <a:solidFill>
                      <a:srgbClr val="00B050"/>
                    </a:solidFill>
                  </a:rPr>
                  <a:t>IDEAL</a:t>
                </a:r>
                <a:r>
                  <a:rPr lang="en-MY" sz="2000" dirty="0"/>
                  <a:t> block cipher is ideal, this cipher has some practical issues:</a:t>
                </a:r>
              </a:p>
              <a:p>
                <a:pPr marL="800100" lvl="1" indent="-342900" algn="just">
                  <a:buFont typeface="+mj-lt"/>
                  <a:buAutoNum type="arabicPeriod"/>
                </a:pPr>
                <a:r>
                  <a:rPr lang="en-AU" sz="2000" dirty="0"/>
                  <a:t>If a </a:t>
                </a:r>
                <a:r>
                  <a:rPr lang="en-AU" sz="2000" b="1" dirty="0">
                    <a:solidFill>
                      <a:srgbClr val="FF0000"/>
                    </a:solidFill>
                  </a:rPr>
                  <a:t>small block size </a:t>
                </a:r>
                <a:r>
                  <a:rPr lang="en-AU" sz="2000" dirty="0"/>
                  <a:t>(such as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AU" sz="2000" dirty="0"/>
                  <a:t>) is used, the system is equivalent to a classical substitution cipher, and it is </a:t>
                </a:r>
                <a:r>
                  <a:rPr lang="en-US" sz="2000" b="1" dirty="0"/>
                  <a:t>vulnerable to a statistical analysis</a:t>
                </a:r>
                <a:r>
                  <a:rPr lang="en-US" sz="2000" b="1" dirty="0" smtClean="0"/>
                  <a:t>. 16 combinations of 4 bits. =  2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MY" sz="2000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MY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MY" sz="200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MY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MY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𝑏𝑖𝑡𝑠</m:t>
                    </m:r>
                  </m:oMath>
                </a14:m>
                <a:endParaRPr lang="en-US" sz="2000" b="1" dirty="0"/>
              </a:p>
              <a:p>
                <a:pPr marL="800100" lvl="1" indent="-342900" algn="just">
                  <a:buFont typeface="+mj-lt"/>
                  <a:buAutoNum type="arabicPeriod"/>
                </a:pPr>
                <a:r>
                  <a:rPr lang="en-US" sz="2000" dirty="0"/>
                  <a:t>If a </a:t>
                </a:r>
                <a:r>
                  <a:rPr lang="en-US" sz="2000" b="1" dirty="0">
                    <a:solidFill>
                      <a:srgbClr val="0000FF"/>
                    </a:solidFill>
                  </a:rPr>
                  <a:t>block size is large</a:t>
                </a:r>
                <a:r>
                  <a:rPr lang="en-US" sz="2000" dirty="0"/>
                  <a:t>, then statistical analysis is infeasible, </a:t>
                </a:r>
                <a:r>
                  <a:rPr lang="en-AU" sz="2000" dirty="0"/>
                  <a:t>but this cipher is </a:t>
                </a:r>
                <a:r>
                  <a:rPr lang="en-AU" sz="2000" b="1" dirty="0"/>
                  <a:t>not practical</a:t>
                </a:r>
                <a:r>
                  <a:rPr lang="en-AU" sz="2000" dirty="0"/>
                  <a:t> from an implementation and performance point of view.</a:t>
                </a:r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sz="2000" dirty="0"/>
                  <a:t> For </a:t>
                </a:r>
                <a:r>
                  <a:rPr lang="en-AU" sz="2000" dirty="0"/>
                  <a:t>an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000" dirty="0"/>
                  <a:t>-bit general substitution block cipher, the size of the key</a:t>
                </a:r>
                <a:r>
                  <a:rPr lang="en-MY" sz="2000" dirty="0"/>
                  <a:t> is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AU" sz="2000" dirty="0"/>
                  <a:t>.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AU" sz="2000" b="1" dirty="0">
                    <a:solidFill>
                      <a:schemeClr val="bg2">
                        <a:lumMod val="25000"/>
                      </a:schemeClr>
                    </a:solidFill>
                  </a:rPr>
                  <a:t>Example</a:t>
                </a:r>
                <a:r>
                  <a:rPr lang="en-AU" sz="2000" dirty="0"/>
                  <a:t>: A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lang="en-AU" sz="2000" dirty="0"/>
                  <a:t>-bit block, which is a desirable length to thwart statistical attacks, has the key size of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64×</m:t>
                    </m:r>
                    <m:sSup>
                      <m:sSup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64</m:t>
                        </m:r>
                      </m:sup>
                    </m:sSup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70</m:t>
                        </m:r>
                      </m:sup>
                    </m:sSup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</m:oMath>
                </a14:m>
                <a:r>
                  <a:rPr lang="en-AU" sz="2000" dirty="0"/>
                  <a:t> bits. This is certainly </a:t>
                </a:r>
                <a:r>
                  <a:rPr lang="en-AU" sz="2000" b="1" dirty="0">
                    <a:solidFill>
                      <a:srgbClr val="FF0000"/>
                    </a:solidFill>
                  </a:rPr>
                  <a:t>not practical </a:t>
                </a:r>
                <a:r>
                  <a:rPr lang="en-AU" sz="2000" dirty="0"/>
                  <a:t>to be used</a:t>
                </a:r>
                <a:r>
                  <a:rPr lang="en-AU" sz="2000" dirty="0" smtClean="0"/>
                  <a:t>.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AU" sz="2000" dirty="0" smtClean="0"/>
                  <a:t>S-box = Substitution boxes</a:t>
                </a:r>
                <a:endParaRPr lang="en-AU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48" r="-40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7090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88941"/>
          </a:xfrm>
        </p:spPr>
        <p:txBody>
          <a:bodyPr/>
          <a:lstStyle/>
          <a:p>
            <a:pPr algn="ctr"/>
            <a:r>
              <a:rPr lang="en-MY" dirty="0"/>
              <a:t>FEISTEL CIPHER</a:t>
            </a:r>
            <a:br>
              <a:rPr lang="en-MY" dirty="0"/>
            </a:br>
            <a:r>
              <a:rPr lang="en-MY" dirty="0"/>
              <a:t>STRUCTURES</a:t>
            </a:r>
          </a:p>
        </p:txBody>
      </p:sp>
    </p:spTree>
    <p:extLst>
      <p:ext uri="{BB962C8B-B14F-4D97-AF65-F5344CB8AC3E}">
        <p14:creationId xmlns:p14="http://schemas.microsoft.com/office/powerpoint/2010/main" val="3296190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3600" dirty="0">
                <a:solidFill>
                  <a:srgbClr val="FF0000"/>
                </a:solidFill>
              </a:rPr>
              <a:t>Feistel Cipher </a:t>
            </a:r>
            <a:r>
              <a:rPr lang="en-MY" sz="3600" b="0" dirty="0"/>
              <a:t>Structure – </a:t>
            </a:r>
            <a:r>
              <a:rPr lang="en-MY" sz="3600" dirty="0">
                <a:solidFill>
                  <a:srgbClr val="0000FF"/>
                </a:solidFill>
              </a:rPr>
              <a:t>Optimal Solution</a:t>
            </a:r>
            <a:endParaRPr lang="en-MY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sz="2000" dirty="0"/>
                  <a:t>Gathering all the motivations described before, </a:t>
                </a:r>
                <a:r>
                  <a:rPr lang="en-MY" sz="2000" b="1" dirty="0"/>
                  <a:t>Horst Feistel</a:t>
                </a:r>
                <a:r>
                  <a:rPr lang="en-MY" sz="2000" dirty="0"/>
                  <a:t> in 1973 proposed an </a:t>
                </a:r>
                <a:r>
                  <a:rPr lang="en-MY" sz="2000" b="1" dirty="0">
                    <a:solidFill>
                      <a:srgbClr val="FF0000"/>
                    </a:solidFill>
                  </a:rPr>
                  <a:t>approximation</a:t>
                </a:r>
                <a:r>
                  <a:rPr lang="en-MY" sz="2000" dirty="0"/>
                  <a:t> to the ideal block cipher via </a:t>
                </a:r>
                <a:r>
                  <a:rPr lang="en-MY" sz="2000" b="1" dirty="0">
                    <a:solidFill>
                      <a:srgbClr val="7030A0"/>
                    </a:solidFill>
                  </a:rPr>
                  <a:t>utilizing the product cipher</a:t>
                </a:r>
                <a:r>
                  <a:rPr lang="en-MY" sz="2000" dirty="0"/>
                  <a:t>.</a:t>
                </a:r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sz="2000" b="1" dirty="0">
                    <a:solidFill>
                      <a:srgbClr val="C00000"/>
                    </a:solidFill>
                  </a:rPr>
                  <a:t>Idea</a:t>
                </a:r>
                <a:r>
                  <a:rPr lang="en-MY" sz="2000" dirty="0"/>
                  <a:t>: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MY" sz="2000" dirty="0"/>
                  <a:t>The execution of </a:t>
                </a:r>
                <a:r>
                  <a:rPr lang="en-MY" sz="2000" b="1" dirty="0">
                    <a:solidFill>
                      <a:srgbClr val="00B050"/>
                    </a:solidFill>
                  </a:rPr>
                  <a:t>two or more</a:t>
                </a:r>
                <a:r>
                  <a:rPr lang="en-MY" sz="2000" b="1" dirty="0"/>
                  <a:t> </a:t>
                </a:r>
                <a:r>
                  <a:rPr lang="en-MY" sz="2000" dirty="0"/>
                  <a:t>simple ciphers in sequence such that the final output ciphertext is </a:t>
                </a:r>
                <a:r>
                  <a:rPr lang="en-MY" sz="2000" b="1" dirty="0">
                    <a:solidFill>
                      <a:schemeClr val="accent6">
                        <a:lumMod val="75000"/>
                      </a:schemeClr>
                    </a:solidFill>
                  </a:rPr>
                  <a:t>cryptographically stronger</a:t>
                </a:r>
                <a:r>
                  <a:rPr lang="en-MY" sz="2000" dirty="0"/>
                  <a:t> than executing </a:t>
                </a:r>
                <a:r>
                  <a:rPr lang="en-MY" sz="2000" b="1" dirty="0">
                    <a:solidFill>
                      <a:srgbClr val="00B050"/>
                    </a:solidFill>
                  </a:rPr>
                  <a:t>one</a:t>
                </a:r>
                <a:r>
                  <a:rPr lang="en-MY" sz="2000" dirty="0"/>
                  <a:t>.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MY" sz="2000" dirty="0"/>
                  <a:t>To develop a block cipher with a </a:t>
                </a:r>
                <a:r>
                  <a:rPr lang="en-MY" sz="2000" b="1" dirty="0">
                    <a:solidFill>
                      <a:srgbClr val="FF0000"/>
                    </a:solidFill>
                  </a:rPr>
                  <a:t>key length of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MY" sz="2000" b="1" dirty="0">
                    <a:solidFill>
                      <a:srgbClr val="FF0000"/>
                    </a:solidFill>
                  </a:rPr>
                  <a:t> bits</a:t>
                </a:r>
                <a:r>
                  <a:rPr lang="en-MY" sz="2000" dirty="0">
                    <a:solidFill>
                      <a:srgbClr val="FF0000"/>
                    </a:solidFill>
                  </a:rPr>
                  <a:t> </a:t>
                </a:r>
                <a:r>
                  <a:rPr lang="en-MY" sz="2000" dirty="0"/>
                  <a:t>and a </a:t>
                </a:r>
                <a:r>
                  <a:rPr lang="en-MY" sz="2000" b="1" dirty="0"/>
                  <a:t>block length of </a:t>
                </a:r>
                <a14:m>
                  <m:oMath xmlns:m="http://schemas.openxmlformats.org/officeDocument/2006/math">
                    <m:r>
                      <a:rPr lang="en-MY" sz="2000" b="1" i="1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MY" sz="2000" b="1" dirty="0"/>
                  <a:t> bits</a:t>
                </a:r>
                <a:r>
                  <a:rPr lang="en-MY" sz="2000" dirty="0"/>
                  <a:t>, allowing a total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MY" sz="2000" dirty="0"/>
                  <a:t> possible transformation, rather than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MY" sz="2000" dirty="0"/>
                  <a:t> transformation as in the ideal block cipher.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MY" sz="2000" dirty="0"/>
                  <a:t>The execution is done using </a:t>
                </a:r>
                <a:r>
                  <a:rPr lang="en-MY" sz="2000" b="1" dirty="0"/>
                  <a:t>substitution</a:t>
                </a:r>
                <a:r>
                  <a:rPr lang="en-MY" sz="2000" dirty="0"/>
                  <a:t> (to achieve confusion) and </a:t>
                </a:r>
                <a:r>
                  <a:rPr lang="en-MY" sz="2000" b="1" dirty="0"/>
                  <a:t>permutation </a:t>
                </a:r>
                <a:r>
                  <a:rPr lang="en-MY" sz="2000" dirty="0"/>
                  <a:t>(to achieve diffusion) </a:t>
                </a:r>
                <a:r>
                  <a:rPr lang="en-MY" sz="2000" b="1" dirty="0">
                    <a:solidFill>
                      <a:srgbClr val="0000FF"/>
                    </a:solidFill>
                  </a:rPr>
                  <a:t>alternately</a:t>
                </a:r>
                <a:r>
                  <a:rPr lang="en-MY" sz="2000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48" r="-40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4962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4000" dirty="0">
                <a:solidFill>
                  <a:srgbClr val="FF0000"/>
                </a:solidFill>
              </a:rPr>
              <a:t>Feistel Cipher </a:t>
            </a:r>
            <a:r>
              <a:rPr lang="en-MY" sz="4000" b="0" dirty="0"/>
              <a:t>Structure</a:t>
            </a:r>
            <a:endParaRPr lang="en-MY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187214" cy="4667250"/>
              </a:xfrm>
            </p:spPr>
            <p:txBody>
              <a:bodyPr/>
              <a:lstStyle/>
              <a:p>
                <a:pPr marL="457200" indent="-457200" algn="just">
                  <a:buFont typeface="+mj-lt"/>
                  <a:buAutoNum type="arabicPeriod"/>
                </a:pPr>
                <a:r>
                  <a:rPr lang="en-GB" sz="2000" dirty="0">
                    <a:solidFill>
                      <a:srgbClr val="000000"/>
                    </a:solidFill>
                  </a:rPr>
                  <a:t>Input of the encryption algorithm: Plaintext block of length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MY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GB" sz="2000" dirty="0">
                    <a:solidFill>
                      <a:srgbClr val="000000"/>
                    </a:solidFill>
                  </a:rPr>
                  <a:t> bits and key,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sz="2000" dirty="0">
                    <a:solidFill>
                      <a:srgbClr val="000000"/>
                    </a:solidFill>
                  </a:rPr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GB" sz="2000" dirty="0">
                    <a:solidFill>
                      <a:srgbClr val="000000"/>
                    </a:solidFill>
                  </a:rPr>
                  <a:t>The plaintext block is </a:t>
                </a:r>
                <a:r>
                  <a:rPr lang="en-GB" sz="2000" b="1" dirty="0">
                    <a:solidFill>
                      <a:srgbClr val="0000FF"/>
                    </a:solidFill>
                  </a:rPr>
                  <a:t>divided into two halves</a:t>
                </a:r>
                <a:r>
                  <a:rPr lang="en-GB" sz="2000" dirty="0">
                    <a:solidFill>
                      <a:srgbClr val="00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MY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2000" dirty="0">
                    <a:solidFill>
                      <a:srgbClr val="00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MY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2000" dirty="0">
                    <a:solidFill>
                      <a:srgbClr val="000000"/>
                    </a:solidFill>
                  </a:rPr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GB" sz="2000" dirty="0">
                    <a:solidFill>
                      <a:srgbClr val="000000"/>
                    </a:solidFill>
                  </a:rPr>
                  <a:t>The two halves pass through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000" dirty="0">
                    <a:solidFill>
                      <a:srgbClr val="000000"/>
                    </a:solidFill>
                  </a:rPr>
                  <a:t> rounds of processing and then combine to become the ciphertext block.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GB" sz="2000" dirty="0">
                    <a:solidFill>
                      <a:srgbClr val="000000"/>
                    </a:solidFill>
                  </a:rPr>
                  <a:t>Each round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sz="2000" dirty="0">
                    <a:solidFill>
                      <a:srgbClr val="000000"/>
                    </a:solidFill>
                  </a:rPr>
                  <a:t> has as inputs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MY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MY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GB" sz="2000" b="1" dirty="0">
                    <a:solidFill>
                      <a:srgbClr val="000000"/>
                    </a:solidFill>
                  </a:rPr>
                  <a:t> </a:t>
                </a:r>
                <a:r>
                  <a:rPr lang="en-GB" sz="2000" dirty="0">
                    <a:solidFill>
                      <a:srgbClr val="000000"/>
                    </a:solidFill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MY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MY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GB" sz="2000" i="1" dirty="0">
                    <a:solidFill>
                      <a:srgbClr val="000000"/>
                    </a:solidFill>
                  </a:rPr>
                  <a:t> </a:t>
                </a:r>
                <a:r>
                  <a:rPr lang="en-GB" sz="2000" dirty="0">
                    <a:solidFill>
                      <a:srgbClr val="000000"/>
                    </a:solidFill>
                  </a:rPr>
                  <a:t>derived from previous rounds as well as a subkey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MY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000" dirty="0">
                    <a:solidFill>
                      <a:srgbClr val="000000"/>
                    </a:solidFill>
                  </a:rPr>
                  <a:t> derived from overall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sz="2000" i="1" dirty="0">
                    <a:solidFill>
                      <a:srgbClr val="000000"/>
                    </a:solidFill>
                  </a:rPr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GB" sz="2000" dirty="0">
                    <a:solidFill>
                      <a:srgbClr val="000000"/>
                    </a:solidFill>
                  </a:rPr>
                  <a:t>In general each </a:t>
                </a:r>
                <a:r>
                  <a:rPr lang="en-GB" sz="2000" b="1" dirty="0">
                    <a:solidFill>
                      <a:srgbClr val="0000FF"/>
                    </a:solidFill>
                  </a:rPr>
                  <a:t>subkey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MY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GB" sz="2000" b="1" dirty="0">
                    <a:solidFill>
                      <a:srgbClr val="0000FF"/>
                    </a:solidFill>
                  </a:rPr>
                  <a:t> is different</a:t>
                </a:r>
                <a:r>
                  <a:rPr lang="en-GB" sz="2000" dirty="0">
                    <a:solidFill>
                      <a:srgbClr val="000000"/>
                    </a:solidFill>
                  </a:rPr>
                  <a:t> from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sz="2000" dirty="0">
                    <a:solidFill>
                      <a:srgbClr val="000000"/>
                    </a:solidFill>
                  </a:rPr>
                  <a:t> and from each other.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187214" cy="4667250"/>
              </a:xfrm>
              <a:blipFill>
                <a:blip r:embed="rId2"/>
                <a:stretch>
                  <a:fillRect l="-679" r="-594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5">
            <a:extLst>
              <a:ext uri="{FF2B5EF4-FFF2-40B4-BE49-F238E27FC236}">
                <a16:creationId xmlns:a16="http://schemas.microsoft.com/office/drawing/2014/main" id="{94DEEB9C-DD82-A8D5-A718-3BC6A047D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5414" y="186531"/>
            <a:ext cx="4035409" cy="648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764666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4000" dirty="0">
                <a:solidFill>
                  <a:srgbClr val="FF0000"/>
                </a:solidFill>
              </a:rPr>
              <a:t>Feistel Cipher </a:t>
            </a:r>
            <a:r>
              <a:rPr lang="en-MY" sz="4000" b="0" dirty="0"/>
              <a:t>Structure</a:t>
            </a:r>
            <a:endParaRPr lang="en-MY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sz="2000" b="1" dirty="0"/>
                  <a:t>Properties</a:t>
                </a:r>
                <a:r>
                  <a:rPr lang="en-MY" sz="2000" dirty="0"/>
                  <a:t> of Feistel cipher: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MY" sz="2000" dirty="0"/>
                  <a:t>All rounds have the </a:t>
                </a:r>
                <a:r>
                  <a:rPr lang="en-MY" sz="2000" b="1" dirty="0">
                    <a:solidFill>
                      <a:srgbClr val="0000FF"/>
                    </a:solidFill>
                  </a:rPr>
                  <a:t>same</a:t>
                </a:r>
                <a:r>
                  <a:rPr lang="en-MY" sz="2000" dirty="0"/>
                  <a:t> structure. 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GB" sz="2000" dirty="0">
                    <a:solidFill>
                      <a:srgbClr val="000000"/>
                    </a:solidFill>
                  </a:rPr>
                  <a:t>A </a:t>
                </a:r>
                <a:r>
                  <a:rPr lang="en-GB" sz="2000" b="1" dirty="0">
                    <a:solidFill>
                      <a:srgbClr val="00B050"/>
                    </a:solidFill>
                  </a:rPr>
                  <a:t>substitution</a:t>
                </a:r>
                <a:r>
                  <a:rPr lang="en-GB" sz="2000" dirty="0">
                    <a:solidFill>
                      <a:srgbClr val="000000"/>
                    </a:solidFill>
                  </a:rPr>
                  <a:t> is performed on the </a:t>
                </a:r>
                <a:r>
                  <a:rPr lang="en-GB" sz="2000" b="1" i="1" dirty="0">
                    <a:solidFill>
                      <a:srgbClr val="FF0000"/>
                    </a:solidFill>
                  </a:rPr>
                  <a:t>left half</a:t>
                </a:r>
                <a:r>
                  <a:rPr lang="en-GB" sz="2000" dirty="0">
                    <a:solidFill>
                      <a:srgbClr val="FF0000"/>
                    </a:solidFill>
                  </a:rPr>
                  <a:t> </a:t>
                </a:r>
                <a:r>
                  <a:rPr lang="en-GB" sz="2000" dirty="0">
                    <a:solidFill>
                      <a:srgbClr val="000000"/>
                    </a:solidFill>
                  </a:rPr>
                  <a:t>of the data by applying a </a:t>
                </a:r>
                <a:r>
                  <a:rPr lang="en-GB" sz="2000" b="1" dirty="0">
                    <a:solidFill>
                      <a:srgbClr val="000000"/>
                    </a:solidFill>
                  </a:rPr>
                  <a:t>round function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n-GB" sz="2000" b="1" dirty="0">
                    <a:solidFill>
                      <a:srgbClr val="000000"/>
                    </a:solidFill>
                  </a:rPr>
                  <a:t> </a:t>
                </a:r>
                <a:r>
                  <a:rPr lang="en-GB" sz="2000" dirty="0">
                    <a:solidFill>
                      <a:srgbClr val="000000"/>
                    </a:solidFill>
                  </a:rPr>
                  <a:t>to the </a:t>
                </a:r>
                <a:r>
                  <a:rPr lang="en-GB" sz="2000" b="1" i="1" dirty="0">
                    <a:solidFill>
                      <a:srgbClr val="0000FF"/>
                    </a:solidFill>
                  </a:rPr>
                  <a:t>right half </a:t>
                </a:r>
                <a:r>
                  <a:rPr lang="en-GB" sz="2000" dirty="0">
                    <a:solidFill>
                      <a:srgbClr val="000000"/>
                    </a:solidFill>
                  </a:rPr>
                  <a:t>of the data. The output is then </a:t>
                </a:r>
                <a:r>
                  <a:rPr lang="en-GB" sz="2000" b="1" dirty="0">
                    <a:solidFill>
                      <a:srgbClr val="000000"/>
                    </a:solidFill>
                  </a:rPr>
                  <a:t>exclusive-OR</a:t>
                </a:r>
                <a:r>
                  <a:rPr lang="en-GB" sz="2000" dirty="0">
                    <a:solidFill>
                      <a:srgbClr val="000000"/>
                    </a:solidFill>
                  </a:rPr>
                  <a:t> with the </a:t>
                </a:r>
                <a:r>
                  <a:rPr lang="en-GB" sz="2000" b="1" i="1" dirty="0">
                    <a:solidFill>
                      <a:srgbClr val="FF0000"/>
                    </a:solidFill>
                  </a:rPr>
                  <a:t>left half </a:t>
                </a:r>
                <a:r>
                  <a:rPr lang="en-GB" sz="2000" dirty="0">
                    <a:solidFill>
                      <a:srgbClr val="000000"/>
                    </a:solidFill>
                  </a:rPr>
                  <a:t>of the data.</a:t>
                </a:r>
                <a:endParaRPr lang="en-MY" sz="2000" dirty="0">
                  <a:solidFill>
                    <a:srgbClr val="000000"/>
                  </a:solidFill>
                </a:endParaRP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GB" sz="2000" dirty="0">
                    <a:solidFill>
                      <a:srgbClr val="000000"/>
                    </a:solidFill>
                  </a:rPr>
                  <a:t>Each round function is the same except for the subkey,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MY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000" i="1" baseline="-25000" dirty="0">
                    <a:solidFill>
                      <a:srgbClr val="000000"/>
                    </a:solidFill>
                  </a:rPr>
                  <a:t> </a:t>
                </a:r>
                <a:r>
                  <a:rPr lang="en-GB" sz="2000" dirty="0">
                    <a:solidFill>
                      <a:srgbClr val="000000"/>
                    </a:solidFill>
                  </a:rPr>
                  <a:t>of that function.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GB" sz="2000" dirty="0">
                    <a:solidFill>
                      <a:srgbClr val="000000"/>
                    </a:solidFill>
                  </a:rPr>
                  <a:t>Following this substitution, a </a:t>
                </a:r>
                <a:r>
                  <a:rPr lang="en-GB" sz="2000" b="1" dirty="0">
                    <a:solidFill>
                      <a:srgbClr val="00B050"/>
                    </a:solidFill>
                  </a:rPr>
                  <a:t>permutation</a:t>
                </a:r>
                <a:r>
                  <a:rPr lang="en-GB" sz="2000" dirty="0">
                    <a:solidFill>
                      <a:srgbClr val="000000"/>
                    </a:solidFill>
                  </a:rPr>
                  <a:t> is performed that consists of the interchange of the two halves of the data.</a:t>
                </a:r>
                <a:endParaRPr lang="en-MY" sz="2000" dirty="0"/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GB" sz="2000" dirty="0">
                    <a:solidFill>
                      <a:srgbClr val="000000"/>
                    </a:solidFill>
                  </a:rPr>
                  <a:t>This structure is a particular form of </a:t>
                </a:r>
                <a:r>
                  <a:rPr lang="en-GB" sz="2000" b="1" dirty="0">
                    <a:solidFill>
                      <a:srgbClr val="00B050"/>
                    </a:solidFill>
                  </a:rPr>
                  <a:t>Substitution-Permutation (S-P) network</a:t>
                </a:r>
                <a:r>
                  <a:rPr lang="en-GB" sz="2000" dirty="0">
                    <a:solidFill>
                      <a:srgbClr val="000000"/>
                    </a:solidFill>
                  </a:rPr>
                  <a:t> proposed  by Shannon.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48" r="-40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85391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4000" b="0" dirty="0">
                <a:solidFill>
                  <a:srgbClr val="FF0000"/>
                </a:solidFill>
              </a:rPr>
              <a:t>Feistel Cipher </a:t>
            </a:r>
            <a:r>
              <a:rPr lang="en-MY" sz="4000" b="0" dirty="0"/>
              <a:t>– </a:t>
            </a:r>
            <a:r>
              <a:rPr lang="en-MY" sz="4000" dirty="0"/>
              <a:t>Parameters &amp;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C062D-9FA6-B2AB-C1C5-FB9F1B32B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just">
              <a:buFont typeface="+mj-lt"/>
              <a:buAutoNum type="arabicPeriod"/>
            </a:pPr>
            <a:r>
              <a:rPr lang="en-MY" sz="2000" b="1" dirty="0">
                <a:solidFill>
                  <a:srgbClr val="002060"/>
                </a:solidFill>
              </a:rPr>
              <a:t>Block size</a:t>
            </a:r>
            <a:r>
              <a:rPr lang="en-MY" sz="2000" dirty="0"/>
              <a:t>: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MY" sz="1800" dirty="0"/>
              <a:t>Larger block size assures greater security, but reduce computational efficiency (speed).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GB" sz="1800" dirty="0"/>
              <a:t>Block size of 64 bits is traditionally nearly universal in block cipher design. But the new AES uses a 128-bit block size.</a:t>
            </a:r>
            <a:endParaRPr lang="en-MY" sz="1800" dirty="0"/>
          </a:p>
          <a:p>
            <a:pPr marL="457200" indent="-457200" algn="just">
              <a:buFont typeface="+mj-lt"/>
              <a:buAutoNum type="arabicPeriod"/>
            </a:pPr>
            <a:r>
              <a:rPr lang="en-MY" sz="2000" b="1" dirty="0">
                <a:solidFill>
                  <a:schemeClr val="bg2">
                    <a:lumMod val="25000"/>
                  </a:schemeClr>
                </a:solidFill>
              </a:rPr>
              <a:t>Key size</a:t>
            </a:r>
            <a:r>
              <a:rPr lang="en-MY" sz="2000" dirty="0"/>
              <a:t>: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MY" sz="1800" dirty="0"/>
              <a:t>Larger key size assures greater security to resist brute-force attack, but reduce computational efficiency (speed).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MY" sz="1800" dirty="0"/>
              <a:t>An adequate and common key size in deployment is 128 bits.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000" b="1" dirty="0">
                <a:solidFill>
                  <a:srgbClr val="FF0000"/>
                </a:solidFill>
              </a:rPr>
              <a:t>Number of rounds</a:t>
            </a:r>
            <a:r>
              <a:rPr lang="en-MY" sz="2000" dirty="0"/>
              <a:t>: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MY" sz="1800" dirty="0"/>
              <a:t>Multiple rounds performed to increase security strength. 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MY" sz="1800" dirty="0"/>
              <a:t>A typical number of rounds is 16.</a:t>
            </a:r>
          </a:p>
        </p:txBody>
      </p:sp>
    </p:spTree>
    <p:extLst>
      <p:ext uri="{BB962C8B-B14F-4D97-AF65-F5344CB8AC3E}">
        <p14:creationId xmlns:p14="http://schemas.microsoft.com/office/powerpoint/2010/main" val="1883673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4000" b="0" dirty="0">
                <a:solidFill>
                  <a:srgbClr val="FF0000"/>
                </a:solidFill>
              </a:rPr>
              <a:t>Feistel Cipher </a:t>
            </a:r>
            <a:r>
              <a:rPr lang="en-MY" sz="4000" b="0" dirty="0"/>
              <a:t>– </a:t>
            </a:r>
            <a:r>
              <a:rPr lang="en-MY" sz="4000" dirty="0"/>
              <a:t>Parameters &amp;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C062D-9FA6-B2AB-C1C5-FB9F1B32B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just">
              <a:buFont typeface="+mj-lt"/>
              <a:buAutoNum type="arabicPeriod" startAt="4"/>
            </a:pPr>
            <a:r>
              <a:rPr lang="en-MY" sz="2000" b="1" dirty="0">
                <a:solidFill>
                  <a:srgbClr val="0000FF"/>
                </a:solidFill>
              </a:rPr>
              <a:t>Subkey generation algorithm</a:t>
            </a:r>
            <a:r>
              <a:rPr lang="en-MY" sz="2000" dirty="0"/>
              <a:t>: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sz="1800" b="0" i="0" u="none" strike="noStrike" baseline="0" dirty="0"/>
              <a:t>Greater complexity in this algorithm should lead to greater difficulty of cryptanalysis.</a:t>
            </a:r>
            <a:endParaRPr lang="en-MY" sz="1800" dirty="0"/>
          </a:p>
          <a:p>
            <a:pPr marL="457200" indent="-457200" algn="just">
              <a:buFont typeface="+mj-lt"/>
              <a:buAutoNum type="arabicPeriod" startAt="4"/>
            </a:pPr>
            <a:r>
              <a:rPr lang="en-MY" sz="2000" b="1" dirty="0">
                <a:solidFill>
                  <a:srgbClr val="00B050"/>
                </a:solidFill>
              </a:rPr>
              <a:t>Round function</a:t>
            </a:r>
            <a:r>
              <a:rPr lang="en-MY" sz="2000" dirty="0"/>
              <a:t>: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sz="1800" dirty="0"/>
              <a:t>G</a:t>
            </a:r>
            <a:r>
              <a:rPr lang="en-US" sz="1800" b="0" i="0" u="none" strike="noStrike" baseline="0" dirty="0"/>
              <a:t>reater complexity generally means greater resistance </a:t>
            </a:r>
            <a:r>
              <a:rPr lang="en-MY" sz="1800" b="0" i="0" u="none" strike="noStrike" baseline="0" dirty="0"/>
              <a:t>to cryptanalysis</a:t>
            </a:r>
            <a:endParaRPr lang="en-MY" sz="1800" dirty="0"/>
          </a:p>
          <a:p>
            <a:pPr marL="457200" indent="-457200" algn="just">
              <a:buFont typeface="+mj-lt"/>
              <a:buAutoNum type="arabicPeriod" startAt="4"/>
            </a:pPr>
            <a:r>
              <a:rPr lang="en-MY" sz="2000" b="1" dirty="0">
                <a:solidFill>
                  <a:srgbClr val="7030A0"/>
                </a:solidFill>
              </a:rPr>
              <a:t>Fast software encryption/decryption</a:t>
            </a:r>
            <a:r>
              <a:rPr lang="en-MY" sz="2000" dirty="0"/>
              <a:t>: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GB" sz="1800" dirty="0"/>
              <a:t>Since encryption is embedded in applications or utility functions, the speed of execution of the algorithm becomes a concern.</a:t>
            </a:r>
            <a:endParaRPr lang="en-MY" sz="1800" dirty="0"/>
          </a:p>
          <a:p>
            <a:pPr marL="457200" indent="-457200" algn="just">
              <a:buFont typeface="+mj-lt"/>
              <a:buAutoNum type="arabicPeriod" startAt="4"/>
            </a:pPr>
            <a:r>
              <a:rPr lang="en-MY" sz="2000" b="1" dirty="0"/>
              <a:t>Ease of analysis</a:t>
            </a:r>
            <a:r>
              <a:rPr lang="en-MY" sz="2000" dirty="0"/>
              <a:t>: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GB" sz="1800" dirty="0"/>
              <a:t>Algorithm should be easy to analyse for cryptanalytic vulnerabilities and develop a higher level of assurance as to its strength.</a:t>
            </a:r>
          </a:p>
          <a:p>
            <a:pPr marL="914400" lvl="1" indent="-457200" algn="just">
              <a:buFont typeface="+mj-lt"/>
              <a:buAutoNum type="arabicPeriod" startAt="4"/>
            </a:pPr>
            <a:endParaRPr lang="en-MY" sz="1600" dirty="0"/>
          </a:p>
        </p:txBody>
      </p:sp>
    </p:spTree>
    <p:extLst>
      <p:ext uri="{BB962C8B-B14F-4D97-AF65-F5344CB8AC3E}">
        <p14:creationId xmlns:p14="http://schemas.microsoft.com/office/powerpoint/2010/main" val="253586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88941"/>
          </a:xfrm>
        </p:spPr>
        <p:txBody>
          <a:bodyPr/>
          <a:lstStyle/>
          <a:p>
            <a:pPr algn="ctr"/>
            <a:r>
              <a:rPr lang="en-MY" dirty="0"/>
              <a:t>DATA ENCRYPTION </a:t>
            </a:r>
            <a:br>
              <a:rPr lang="en-MY" dirty="0"/>
            </a:br>
            <a:r>
              <a:rPr lang="en-MY" dirty="0"/>
              <a:t>STANDARD</a:t>
            </a:r>
            <a:br>
              <a:rPr lang="en-MY" dirty="0"/>
            </a:br>
            <a:r>
              <a:rPr lang="en-MY" dirty="0"/>
              <a:t>(DES)</a:t>
            </a:r>
          </a:p>
        </p:txBody>
      </p:sp>
    </p:spTree>
    <p:extLst>
      <p:ext uri="{BB962C8B-B14F-4D97-AF65-F5344CB8AC3E}">
        <p14:creationId xmlns:p14="http://schemas.microsoft.com/office/powerpoint/2010/main" val="30088179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3600" b="0" dirty="0"/>
              <a:t>Data Encryption Standard (DES) - </a:t>
            </a:r>
            <a:r>
              <a:rPr lang="en-MY" sz="3600" dirty="0">
                <a:solidFill>
                  <a:srgbClr val="0000FF"/>
                </a:solidFill>
              </a:rPr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sz="2000" dirty="0"/>
                  <a:t>DES is the most widely used encryption scheme adopted in 1977 by the National Bureau of Standard (now </a:t>
                </a:r>
                <a:r>
                  <a:rPr lang="en-MY" sz="2000" b="1" dirty="0">
                    <a:solidFill>
                      <a:srgbClr val="00B050"/>
                    </a:solidFill>
                  </a:rPr>
                  <a:t>National Institute of Standard and Technology (NIST)</a:t>
                </a:r>
                <a:r>
                  <a:rPr lang="en-MY" sz="2000" dirty="0"/>
                  <a:t>).</a:t>
                </a:r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sz="2000" dirty="0"/>
                  <a:t>It encrypts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𝟔𝟒</m:t>
                    </m:r>
                  </m:oMath>
                </a14:m>
                <a:r>
                  <a:rPr lang="en-MY" sz="2000" b="1" dirty="0">
                    <a:solidFill>
                      <a:srgbClr val="FF0000"/>
                    </a:solidFill>
                  </a:rPr>
                  <a:t>-bit plaintext blocks</a:t>
                </a:r>
                <a:r>
                  <a:rPr lang="en-MY" sz="2000" dirty="0"/>
                  <a:t> using a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𝟓𝟔</m:t>
                    </m:r>
                  </m:oMath>
                </a14:m>
                <a:r>
                  <a:rPr lang="en-MY" sz="2000" b="1" dirty="0">
                    <a:solidFill>
                      <a:srgbClr val="7030A0"/>
                    </a:solidFill>
                  </a:rPr>
                  <a:t>-bit key</a:t>
                </a:r>
                <a:r>
                  <a:rPr lang="en-MY" sz="2000" dirty="0"/>
                  <a:t>, and outputs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𝟔𝟒</m:t>
                    </m:r>
                  </m:oMath>
                </a14:m>
                <a:r>
                  <a:rPr lang="en-MY" sz="2000" b="1" dirty="0">
                    <a:solidFill>
                      <a:srgbClr val="0000FF"/>
                    </a:solidFill>
                  </a:rPr>
                  <a:t>-bit ciphertext blocks</a:t>
                </a:r>
                <a:r>
                  <a:rPr lang="en-MY" sz="2000" dirty="0"/>
                  <a:t> via a series of computations. The exact same computations and keys are used in decryption too.</a:t>
                </a:r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sz="2000" dirty="0"/>
                  <a:t>This block cipher enjoys widespread of application, but also creates </a:t>
                </a:r>
                <a:r>
                  <a:rPr lang="en-MY" sz="2000" b="1" dirty="0">
                    <a:solidFill>
                      <a:srgbClr val="FF0000"/>
                    </a:solidFill>
                  </a:rPr>
                  <a:t>controversy</a:t>
                </a:r>
                <a:r>
                  <a:rPr lang="en-MY" sz="2000" dirty="0"/>
                  <a:t> (we will discuss this in later slides) with respect to its </a:t>
                </a:r>
                <a:r>
                  <a:rPr lang="en-MY" sz="2000" b="1" dirty="0">
                    <a:solidFill>
                      <a:srgbClr val="FF0000"/>
                    </a:solidFill>
                  </a:rPr>
                  <a:t>security</a:t>
                </a:r>
                <a:r>
                  <a:rPr lang="en-MY" sz="2000" dirty="0"/>
                  <a:t>.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48" r="-40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00309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3600" b="0" dirty="0"/>
              <a:t>Data Encryption Standard (DES) - </a:t>
            </a:r>
            <a:r>
              <a:rPr lang="en-MY" sz="3600" dirty="0">
                <a:solidFill>
                  <a:srgbClr val="0000FF"/>
                </a:solidFill>
              </a:rPr>
              <a:t>History</a:t>
            </a:r>
            <a:endParaRPr lang="en-MY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sz="2000" dirty="0"/>
                  <a:t>In the late 1973, a </a:t>
                </a:r>
                <a:r>
                  <a:rPr lang="en-MY" sz="2000" b="1" dirty="0">
                    <a:solidFill>
                      <a:srgbClr val="00B050"/>
                    </a:solidFill>
                  </a:rPr>
                  <a:t>LUCIFER</a:t>
                </a:r>
                <a:r>
                  <a:rPr lang="en-MY" sz="2000" dirty="0"/>
                  <a:t> algorithm was designed by Feistel and Coppersmith, a project set up by IBM.</a:t>
                </a:r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sz="2000"/>
                  <a:t>The </a:t>
                </a:r>
                <a:r>
                  <a:rPr lang="en-MY" sz="2000" b="1">
                    <a:solidFill>
                      <a:srgbClr val="00B050"/>
                    </a:solidFill>
                  </a:rPr>
                  <a:t>LUCIFER</a:t>
                </a:r>
                <a:r>
                  <a:rPr lang="en-MY" sz="2000"/>
                  <a:t> </a:t>
                </a:r>
                <a:r>
                  <a:rPr lang="en-MY" sz="2000" dirty="0"/>
                  <a:t>is a Feistel block cipher that operates in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𝟔𝟒</m:t>
                    </m:r>
                  </m:oMath>
                </a14:m>
                <a:r>
                  <a:rPr lang="en-MY" sz="2000" b="1" dirty="0">
                    <a:solidFill>
                      <a:srgbClr val="FF0000"/>
                    </a:solidFill>
                  </a:rPr>
                  <a:t>-bit plaintext blocks</a:t>
                </a:r>
                <a:r>
                  <a:rPr lang="en-MY" sz="2000" dirty="0"/>
                  <a:t> using </a:t>
                </a:r>
                <a14:m>
                  <m:oMath xmlns:m="http://schemas.openxmlformats.org/officeDocument/2006/math">
                    <m:r>
                      <a:rPr lang="en-MY" sz="20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𝟏𝟐𝟖</m:t>
                    </m:r>
                  </m:oMath>
                </a14:m>
                <a:r>
                  <a:rPr lang="en-MY" sz="2000" b="1" dirty="0">
                    <a:solidFill>
                      <a:srgbClr val="7030A0"/>
                    </a:solidFill>
                  </a:rPr>
                  <a:t>-bit key</a:t>
                </a:r>
                <a:r>
                  <a:rPr lang="en-MY" sz="2000" dirty="0"/>
                  <a:t>. This algorithm was </a:t>
                </a:r>
                <a:r>
                  <a:rPr lang="en-MY" sz="2000" b="1" dirty="0">
                    <a:solidFill>
                      <a:srgbClr val="0070C0"/>
                    </a:solidFill>
                  </a:rPr>
                  <a:t>used in cash-dispensing system</a:t>
                </a:r>
                <a:r>
                  <a:rPr lang="en-MY" sz="2000" dirty="0"/>
                  <a:t>. </a:t>
                </a:r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sz="2000" dirty="0"/>
                  <a:t>Due to this promising result, IBM developed a </a:t>
                </a:r>
                <a:r>
                  <a:rPr lang="en-MY" sz="2000" b="1" dirty="0">
                    <a:solidFill>
                      <a:schemeClr val="accent5">
                        <a:lumMod val="75000"/>
                      </a:schemeClr>
                    </a:solidFill>
                  </a:rPr>
                  <a:t>refined version of LUCIFER</a:t>
                </a:r>
                <a:r>
                  <a:rPr lang="en-MY" sz="2000" dirty="0"/>
                  <a:t> </a:t>
                </a:r>
                <a:r>
                  <a:rPr lang="en-GB" sz="2000" dirty="0"/>
                  <a:t>with technical advice from National Security Agency (NSA).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GB" sz="2000" dirty="0"/>
                  <a:t>More commercialized.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GB" sz="2000" dirty="0"/>
                  <a:t>More resistant to cryptanalysis.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GB" sz="2000" dirty="0"/>
                  <a:t>Reduced key-size (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𝟓𝟔</m:t>
                    </m:r>
                  </m:oMath>
                </a14:m>
                <a:r>
                  <a:rPr lang="en-MY" sz="2000" b="1" dirty="0">
                    <a:solidFill>
                      <a:srgbClr val="7030A0"/>
                    </a:solidFill>
                  </a:rPr>
                  <a:t>-bit key</a:t>
                </a:r>
                <a:r>
                  <a:rPr lang="en-GB" sz="2000" dirty="0"/>
                  <a:t>) to fit on a single chip.</a:t>
                </a:r>
              </a:p>
              <a:p>
                <a:pPr algn="just">
                  <a:buFont typeface="Wingdings" panose="05000000000000000000" pitchFamily="2" charset="2"/>
                  <a:buChar char="v"/>
                </a:pPr>
                <a:endParaRPr lang="en-GB" sz="2000" dirty="0"/>
              </a:p>
              <a:p>
                <a:pPr algn="just">
                  <a:buFont typeface="Wingdings" panose="05000000000000000000" pitchFamily="2" charset="2"/>
                  <a:buChar char="v"/>
                </a:pPr>
                <a:endParaRPr lang="en-MY" sz="20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48" r="-40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77449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3600" b="0" dirty="0"/>
              <a:t>Data Encryption Standard (DES) - </a:t>
            </a:r>
            <a:r>
              <a:rPr lang="en-MY" sz="3600" dirty="0">
                <a:solidFill>
                  <a:srgbClr val="0000FF"/>
                </a:solidFill>
              </a:rPr>
              <a:t>Controversy</a:t>
            </a:r>
            <a:endParaRPr lang="en-MY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sz="2000" dirty="0"/>
                  <a:t>The </a:t>
                </a:r>
                <a:r>
                  <a:rPr lang="en-MY" sz="2000" b="1" dirty="0"/>
                  <a:t>two main controversies</a:t>
                </a:r>
                <a:r>
                  <a:rPr lang="en-MY" sz="2000" dirty="0"/>
                  <a:t> in DES as compared to LUCIFER are that: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000" b="1" dirty="0">
                    <a:solidFill>
                      <a:schemeClr val="accent6">
                        <a:lumMod val="75000"/>
                      </a:schemeClr>
                    </a:solidFill>
                  </a:rPr>
                  <a:t>Choice of key size</a:t>
                </a:r>
                <a:r>
                  <a:rPr lang="en-MY" sz="2000" dirty="0"/>
                  <a:t>: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MY" sz="2000" dirty="0"/>
                  <a:t>LUCIFER uses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𝟏𝟐𝟖</m:t>
                    </m:r>
                  </m:oMath>
                </a14:m>
                <a:r>
                  <a:rPr lang="en-MY" sz="2000" b="1" dirty="0">
                    <a:solidFill>
                      <a:srgbClr val="7030A0"/>
                    </a:solidFill>
                  </a:rPr>
                  <a:t>-bit key </a:t>
                </a:r>
                <a:r>
                  <a:rPr lang="en-MY" sz="2000" dirty="0"/>
                  <a:t>while DES uses only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𝟓𝟔</m:t>
                    </m:r>
                  </m:oMath>
                </a14:m>
                <a:r>
                  <a:rPr lang="en-MY" sz="2000" b="1" dirty="0">
                    <a:solidFill>
                      <a:srgbClr val="7030A0"/>
                    </a:solidFill>
                  </a:rPr>
                  <a:t>-bit key</a:t>
                </a:r>
                <a:r>
                  <a:rPr lang="en-MY" sz="2000" dirty="0"/>
                  <a:t>. The possibility that shorter key length (with large reduction of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𝟕𝟐</m:t>
                    </m:r>
                  </m:oMath>
                </a14:m>
                <a:r>
                  <a:rPr lang="en-MY" sz="2000" b="1" dirty="0">
                    <a:solidFill>
                      <a:srgbClr val="00B050"/>
                    </a:solidFill>
                  </a:rPr>
                  <a:t>-bit</a:t>
                </a:r>
                <a:r>
                  <a:rPr lang="en-MY" sz="2000" dirty="0"/>
                  <a:t>) is vulnerable to </a:t>
                </a:r>
                <a:r>
                  <a:rPr lang="en-MY" sz="2000" b="1" dirty="0">
                    <a:solidFill>
                      <a:srgbClr val="FF0000"/>
                    </a:solidFill>
                  </a:rPr>
                  <a:t>brute-force attack</a:t>
                </a:r>
                <a:r>
                  <a:rPr lang="en-MY" sz="2000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GB" sz="2000" b="1" dirty="0">
                    <a:solidFill>
                      <a:schemeClr val="accent6">
                        <a:lumMod val="75000"/>
                      </a:schemeClr>
                    </a:solidFill>
                  </a:rPr>
                  <a:t>Internal structure DES</a:t>
                </a:r>
                <a:r>
                  <a:rPr lang="en-GB" sz="2000" dirty="0"/>
                  <a:t>: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GB" sz="2000" dirty="0"/>
                  <a:t>The design criteria of the internal structure of DES uses </a:t>
                </a:r>
                <a:r>
                  <a:rPr lang="en-GB" sz="2000" b="1" dirty="0">
                    <a:solidFill>
                      <a:srgbClr val="FF0000"/>
                    </a:solidFill>
                  </a:rPr>
                  <a:t>S-Boxes that were classified</a:t>
                </a:r>
                <a:r>
                  <a:rPr lang="en-GB" sz="2000" dirty="0"/>
                  <a:t>. There is no assurance about the security that is </a:t>
                </a:r>
                <a:r>
                  <a:rPr lang="en-GB" sz="2000" b="1" dirty="0"/>
                  <a:t>weakness-free</a:t>
                </a:r>
                <a:r>
                  <a:rPr lang="en-GB" sz="2000" dirty="0"/>
                  <a:t>.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GB" sz="2000" dirty="0"/>
                  <a:t>Though, work in </a:t>
                </a:r>
                <a:r>
                  <a:rPr lang="en-GB" sz="2000" b="1" dirty="0">
                    <a:solidFill>
                      <a:srgbClr val="00B050"/>
                    </a:solidFill>
                  </a:rPr>
                  <a:t>differential cryptanalysis</a:t>
                </a:r>
                <a:r>
                  <a:rPr lang="en-GB" sz="2000" dirty="0"/>
                  <a:t> indicates that the internal structure is very strong.</a:t>
                </a:r>
              </a:p>
              <a:p>
                <a:pPr marL="0" indent="0" algn="just">
                  <a:buNone/>
                </a:pPr>
                <a:endParaRPr lang="en-MY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4" r="-40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97415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615857" cy="1325563"/>
          </a:xfrm>
        </p:spPr>
        <p:txBody>
          <a:bodyPr/>
          <a:lstStyle/>
          <a:p>
            <a:r>
              <a:rPr lang="en-MY" sz="3200" b="0" dirty="0"/>
              <a:t>DES – </a:t>
            </a:r>
            <a:r>
              <a:rPr lang="en-MY" sz="3200" dirty="0">
                <a:solidFill>
                  <a:srgbClr val="00B050"/>
                </a:solidFill>
              </a:rPr>
              <a:t>Encryption Algorithm </a:t>
            </a:r>
            <a:r>
              <a:rPr lang="en-MY" sz="3200" dirty="0">
                <a:solidFill>
                  <a:srgbClr val="0000FF"/>
                </a:solidFill>
              </a:rPr>
              <a:t>(Overview)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0143" y="1843381"/>
                <a:ext cx="5615857" cy="4351338"/>
              </a:xfrm>
            </p:spPr>
            <p:txBody>
              <a:bodyPr/>
              <a:lstStyle/>
              <a:p>
                <a:pPr marL="571500" indent="-342900" algn="just">
                  <a:buFont typeface="Wingdings" panose="05000000000000000000" pitchFamily="2" charset="2"/>
                  <a:buChar char="v"/>
                  <a:tabLst>
                    <a:tab pos="457200" algn="l"/>
                    <a:tab pos="1371600" algn="l"/>
                    <a:tab pos="2286000" algn="l"/>
                    <a:tab pos="3200400" algn="l"/>
                    <a:tab pos="4114800" algn="l"/>
                    <a:tab pos="5029200" algn="l"/>
                    <a:tab pos="5943600" algn="l"/>
                    <a:tab pos="6858000" algn="l"/>
                    <a:tab pos="7772400" algn="l"/>
                    <a:tab pos="8686800" algn="l"/>
                    <a:tab pos="9601200" algn="l"/>
                    <a:tab pos="10515600" algn="l"/>
                  </a:tabLst>
                  <a:defRPr/>
                </a:pPr>
                <a:r>
                  <a:rPr lang="en-GB" sz="2000" dirty="0"/>
                  <a:t>Two inputs to the encryption function:</a:t>
                </a:r>
              </a:p>
              <a:p>
                <a:pPr marL="685800" indent="-457200" algn="just">
                  <a:buFont typeface="+mj-lt"/>
                  <a:buAutoNum type="arabicPeriod"/>
                  <a:tabLst>
                    <a:tab pos="457200" algn="l"/>
                    <a:tab pos="1371600" algn="l"/>
                    <a:tab pos="2286000" algn="l"/>
                    <a:tab pos="3200400" algn="l"/>
                    <a:tab pos="4114800" algn="l"/>
                    <a:tab pos="5029200" algn="l"/>
                    <a:tab pos="5943600" algn="l"/>
                    <a:tab pos="6858000" algn="l"/>
                    <a:tab pos="7772400" algn="l"/>
                    <a:tab pos="8686800" algn="l"/>
                    <a:tab pos="9601200" algn="l"/>
                    <a:tab pos="10515600" algn="l"/>
                  </a:tabLst>
                  <a:defRPr/>
                </a:pPr>
                <a:r>
                  <a:rPr lang="en-GB" sz="2000" dirty="0">
                    <a:solidFill>
                      <a:srgbClr val="000000"/>
                    </a:solidFill>
                    <a:cs typeface="Arial" pitchFamily="34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64</m:t>
                    </m:r>
                  </m:oMath>
                </a14:m>
                <a:r>
                  <a:rPr lang="en-GB" sz="2000" dirty="0">
                    <a:solidFill>
                      <a:srgbClr val="000000"/>
                    </a:solidFill>
                    <a:cs typeface="Arial" pitchFamily="34" charset="0"/>
                  </a:rPr>
                  <a:t>-bit plaintext block. </a:t>
                </a:r>
                <a:r>
                  <a:rPr lang="en-GB" sz="2000" b="1" dirty="0">
                    <a:solidFill>
                      <a:srgbClr val="FF0000"/>
                    </a:solidFill>
                    <a:cs typeface="Arial" pitchFamily="34" charset="0"/>
                  </a:rPr>
                  <a:t>Full </a:t>
                </a:r>
                <a14:m>
                  <m:oMath xmlns:m="http://schemas.openxmlformats.org/officeDocument/2006/math">
                    <m:r>
                      <a:rPr lang="en-MY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𝟔𝟒</m:t>
                    </m:r>
                  </m:oMath>
                </a14:m>
                <a:r>
                  <a:rPr lang="en-GB" sz="2000" b="1" dirty="0">
                    <a:solidFill>
                      <a:srgbClr val="FF0000"/>
                    </a:solidFill>
                    <a:cs typeface="Arial" pitchFamily="34" charset="0"/>
                  </a:rPr>
                  <a:t>-bit plaintext</a:t>
                </a:r>
                <a:r>
                  <a:rPr lang="en-GB" sz="2000" dirty="0">
                    <a:solidFill>
                      <a:srgbClr val="000000"/>
                    </a:solidFill>
                    <a:cs typeface="Arial" pitchFamily="34" charset="0"/>
                  </a:rPr>
                  <a:t> block will be encrypted. (left-side of the chart).</a:t>
                </a:r>
              </a:p>
              <a:p>
                <a:pPr marL="685800" indent="-457200" algn="just">
                  <a:buFont typeface="+mj-lt"/>
                  <a:buAutoNum type="arabicPeriod"/>
                  <a:tabLst>
                    <a:tab pos="457200" algn="l"/>
                    <a:tab pos="1371600" algn="l"/>
                    <a:tab pos="2286000" algn="l"/>
                    <a:tab pos="3200400" algn="l"/>
                    <a:tab pos="4114800" algn="l"/>
                    <a:tab pos="5029200" algn="l"/>
                    <a:tab pos="5943600" algn="l"/>
                    <a:tab pos="6858000" algn="l"/>
                    <a:tab pos="7772400" algn="l"/>
                    <a:tab pos="8686800" algn="l"/>
                    <a:tab pos="9601200" algn="l"/>
                    <a:tab pos="10515600" algn="l"/>
                  </a:tabLst>
                  <a:defRPr/>
                </a:pPr>
                <a:r>
                  <a:rPr lang="en-GB" sz="2000" dirty="0">
                    <a:solidFill>
                      <a:srgbClr val="000000"/>
                    </a:solidFill>
                    <a:cs typeface="Arial" pitchFamily="34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64</m:t>
                    </m:r>
                  </m:oMath>
                </a14:m>
                <a:r>
                  <a:rPr lang="en-GB" sz="2000" dirty="0">
                    <a:solidFill>
                      <a:srgbClr val="000000"/>
                    </a:solidFill>
                    <a:cs typeface="Arial" pitchFamily="34" charset="0"/>
                  </a:rPr>
                  <a:t>-bit key. </a:t>
                </a:r>
                <a:r>
                  <a:rPr lang="en-GB" sz="2000" b="1" dirty="0">
                    <a:solidFill>
                      <a:srgbClr val="0000FF"/>
                    </a:solidFill>
                    <a:cs typeface="Arial" pitchFamily="34" charset="0"/>
                  </a:rPr>
                  <a:t>Only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𝟓𝟔</m:t>
                    </m:r>
                  </m:oMath>
                </a14:m>
                <a:r>
                  <a:rPr lang="en-GB" sz="2000" b="1" dirty="0">
                    <a:solidFill>
                      <a:srgbClr val="0000FF"/>
                    </a:solidFill>
                    <a:cs typeface="Arial" pitchFamily="34" charset="0"/>
                  </a:rPr>
                  <a:t>-bit key length </a:t>
                </a:r>
                <a:r>
                  <a:rPr lang="en-GB" sz="2000" dirty="0">
                    <a:solidFill>
                      <a:srgbClr val="000000"/>
                    </a:solidFill>
                    <a:cs typeface="Arial" pitchFamily="34" charset="0"/>
                  </a:rPr>
                  <a:t>is used (right-side of the chart). </a:t>
                </a:r>
                <a:r>
                  <a:rPr lang="en-GB" sz="2000" b="1" dirty="0">
                    <a:solidFill>
                      <a:srgbClr val="000000"/>
                    </a:solidFill>
                    <a:cs typeface="Arial" pitchFamily="34" charset="0"/>
                  </a:rPr>
                  <a:t>Every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𝟖</m:t>
                    </m:r>
                  </m:oMath>
                </a14:m>
                <a:r>
                  <a:rPr lang="en-GB" sz="2000" b="1" baseline="30000" dirty="0" err="1">
                    <a:solidFill>
                      <a:srgbClr val="000000"/>
                    </a:solidFill>
                    <a:cs typeface="Arial" pitchFamily="34" charset="0"/>
                  </a:rPr>
                  <a:t>th</a:t>
                </a:r>
                <a:r>
                  <a:rPr lang="en-GB" sz="2000" b="1" dirty="0">
                    <a:solidFill>
                      <a:srgbClr val="000000"/>
                    </a:solidFill>
                    <a:cs typeface="Arial" pitchFamily="34" charset="0"/>
                  </a:rPr>
                  <a:t>-bit is discarded in Permuted choice 1</a:t>
                </a:r>
                <a:r>
                  <a:rPr lang="en-GB" sz="2000" dirty="0">
                    <a:solidFill>
                      <a:srgbClr val="000000"/>
                    </a:solidFill>
                    <a:cs typeface="Arial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0143" y="1843381"/>
                <a:ext cx="5615857" cy="4351338"/>
              </a:xfrm>
              <a:blipFill>
                <a:blip r:embed="rId2"/>
                <a:stretch>
                  <a:fillRect r="-76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C7EC934-42E3-8881-203C-F8878DDC1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057" y="0"/>
            <a:ext cx="5615857" cy="6858000"/>
          </a:xfrm>
          <a:prstGeom prst="rect">
            <a:avLst/>
          </a:prstGeom>
        </p:spPr>
      </p:pic>
      <p:sp>
        <p:nvSpPr>
          <p:cNvPr id="5" name="Arrow: Left 4">
            <a:extLst>
              <a:ext uri="{FF2B5EF4-FFF2-40B4-BE49-F238E27FC236}">
                <a16:creationId xmlns:a16="http://schemas.microsoft.com/office/drawing/2014/main" id="{1CD7216C-D95A-583D-062C-900EED0634F0}"/>
              </a:ext>
            </a:extLst>
          </p:cNvPr>
          <p:cNvSpPr/>
          <p:nvPr/>
        </p:nvSpPr>
        <p:spPr>
          <a:xfrm flipH="1">
            <a:off x="10688714" y="1162975"/>
            <a:ext cx="426128" cy="221942"/>
          </a:xfrm>
          <a:prstGeom prst="lef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587FF0FB-6832-E61E-55DF-CB944667842C}"/>
              </a:ext>
            </a:extLst>
          </p:cNvPr>
          <p:cNvSpPr/>
          <p:nvPr/>
        </p:nvSpPr>
        <p:spPr>
          <a:xfrm>
            <a:off x="7554896" y="1162975"/>
            <a:ext cx="504923" cy="221942"/>
          </a:xfrm>
          <a:prstGeom prst="lef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257318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441489" cy="1325563"/>
          </a:xfrm>
        </p:spPr>
        <p:txBody>
          <a:bodyPr/>
          <a:lstStyle/>
          <a:p>
            <a:r>
              <a:rPr lang="en-MY" sz="3200" b="0" dirty="0"/>
              <a:t>DES – </a:t>
            </a:r>
            <a:r>
              <a:rPr lang="en-MY" sz="3200" dirty="0">
                <a:solidFill>
                  <a:srgbClr val="00B050"/>
                </a:solidFill>
              </a:rPr>
              <a:t>Encryption Algorithm </a:t>
            </a:r>
            <a:r>
              <a:rPr lang="en-MY" sz="3200" dirty="0">
                <a:solidFill>
                  <a:srgbClr val="0000FF"/>
                </a:solidFill>
              </a:rPr>
              <a:t>(Key)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34503"/>
                <a:ext cx="5997606" cy="4351338"/>
              </a:xfrm>
            </p:spPr>
            <p:txBody>
              <a:bodyPr/>
              <a:lstStyle/>
              <a:p>
                <a:pPr marL="571500" indent="-342900" algn="just">
                  <a:buFont typeface="Wingdings" panose="05000000000000000000" pitchFamily="2" charset="2"/>
                  <a:buChar char="v"/>
                  <a:tabLst>
                    <a:tab pos="457200" algn="l"/>
                    <a:tab pos="1371600" algn="l"/>
                    <a:tab pos="2286000" algn="l"/>
                    <a:tab pos="3200400" algn="l"/>
                    <a:tab pos="4114800" algn="l"/>
                    <a:tab pos="5029200" algn="l"/>
                    <a:tab pos="5943600" algn="l"/>
                    <a:tab pos="6858000" algn="l"/>
                    <a:tab pos="7772400" algn="l"/>
                    <a:tab pos="8686800" algn="l"/>
                    <a:tab pos="9601200" algn="l"/>
                    <a:tab pos="10515600" algn="l"/>
                  </a:tabLst>
                  <a:defRPr/>
                </a:pPr>
                <a:r>
                  <a:rPr lang="en-MY" sz="2000" b="1" dirty="0">
                    <a:solidFill>
                      <a:srgbClr val="000000"/>
                    </a:solidFill>
                    <a:cs typeface="Arial" pitchFamily="34" charset="0"/>
                  </a:rPr>
                  <a:t>DES key</a:t>
                </a:r>
                <a:r>
                  <a:rPr lang="en-MY" sz="2000" dirty="0">
                    <a:solidFill>
                      <a:srgbClr val="000000"/>
                    </a:solidFill>
                    <a:cs typeface="Arial" pitchFamily="34" charset="0"/>
                  </a:rPr>
                  <a:t>:</a:t>
                </a:r>
              </a:p>
              <a:p>
                <a:pPr marL="685800" indent="-457200" algn="just">
                  <a:buFont typeface="+mj-lt"/>
                  <a:buAutoNum type="arabicPeriod"/>
                  <a:tabLst>
                    <a:tab pos="457200" algn="l"/>
                    <a:tab pos="1371600" algn="l"/>
                    <a:tab pos="2286000" algn="l"/>
                    <a:tab pos="3200400" algn="l"/>
                    <a:tab pos="4114800" algn="l"/>
                    <a:tab pos="5029200" algn="l"/>
                    <a:tab pos="5943600" algn="l"/>
                    <a:tab pos="6858000" algn="l"/>
                    <a:tab pos="7772400" algn="l"/>
                    <a:tab pos="8686800" algn="l"/>
                    <a:tab pos="9601200" algn="l"/>
                    <a:tab pos="10515600" algn="l"/>
                  </a:tabLst>
                  <a:defRPr/>
                </a:pPr>
                <a:r>
                  <a:rPr lang="en-MY" sz="2000" dirty="0">
                    <a:solidFill>
                      <a:srgbClr val="000000"/>
                    </a:solidFill>
                    <a:cs typeface="Arial" pitchFamily="34" charset="0"/>
                  </a:rPr>
                  <a:t>On input of a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64</m:t>
                    </m:r>
                  </m:oMath>
                </a14:m>
                <a:r>
                  <a:rPr lang="en-GB" sz="2000" dirty="0">
                    <a:solidFill>
                      <a:srgbClr val="000000"/>
                    </a:solidFill>
                    <a:cs typeface="Arial" pitchFamily="34" charset="0"/>
                  </a:rPr>
                  <a:t>-bit key, </a:t>
                </a:r>
                <a:r>
                  <a:rPr lang="en-GB" sz="2000" b="1" dirty="0">
                    <a:solidFill>
                      <a:srgbClr val="FF0000"/>
                    </a:solidFill>
                    <a:cs typeface="Arial" pitchFamily="34" charset="0"/>
                  </a:rPr>
                  <a:t>every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𝟖</m:t>
                    </m:r>
                  </m:oMath>
                </a14:m>
                <a:r>
                  <a:rPr lang="en-MY" sz="2000" b="1" baseline="30000" dirty="0">
                    <a:solidFill>
                      <a:srgbClr val="FF0000"/>
                    </a:solidFill>
                    <a:cs typeface="Arial" pitchFamily="34" charset="0"/>
                  </a:rPr>
                  <a:t>th</a:t>
                </a:r>
                <a:r>
                  <a:rPr lang="en-MY" sz="2000" b="1" dirty="0">
                    <a:solidFill>
                      <a:srgbClr val="FF0000"/>
                    </a:solidFill>
                    <a:cs typeface="Arial" pitchFamily="34" charset="0"/>
                  </a:rPr>
                  <a:t>-bit is discarded</a:t>
                </a:r>
                <a:r>
                  <a:rPr lang="en-MY" sz="2000" dirty="0">
                    <a:solidFill>
                      <a:srgbClr val="000000"/>
                    </a:solidFill>
                    <a:cs typeface="Arial" pitchFamily="34" charset="0"/>
                  </a:rPr>
                  <a:t> to produce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56</m:t>
                    </m:r>
                  </m:oMath>
                </a14:m>
                <a:r>
                  <a:rPr lang="en-GB" sz="2000" dirty="0">
                    <a:solidFill>
                      <a:srgbClr val="000000"/>
                    </a:solidFill>
                    <a:cs typeface="Arial" pitchFamily="34" charset="0"/>
                  </a:rPr>
                  <a:t>-bit key.</a:t>
                </a:r>
                <a:endParaRPr lang="en-MY" sz="2000" dirty="0">
                  <a:solidFill>
                    <a:srgbClr val="000000"/>
                  </a:solidFill>
                  <a:cs typeface="Arial" pitchFamily="34" charset="0"/>
                </a:endParaRPr>
              </a:p>
              <a:p>
                <a:pPr marL="685800" indent="-457200" algn="just">
                  <a:buFont typeface="+mj-lt"/>
                  <a:buAutoNum type="arabicPeriod"/>
                  <a:tabLst>
                    <a:tab pos="457200" algn="l"/>
                    <a:tab pos="1371600" algn="l"/>
                    <a:tab pos="2286000" algn="l"/>
                    <a:tab pos="3200400" algn="l"/>
                    <a:tab pos="4114800" algn="l"/>
                    <a:tab pos="5029200" algn="l"/>
                    <a:tab pos="5943600" algn="l"/>
                    <a:tab pos="6858000" algn="l"/>
                    <a:tab pos="7772400" algn="l"/>
                    <a:tab pos="8686800" algn="l"/>
                    <a:tab pos="9601200" algn="l"/>
                    <a:tab pos="10515600" algn="l"/>
                  </a:tabLst>
                  <a:defRPr/>
                </a:pPr>
                <a:r>
                  <a:rPr lang="en-MY" sz="2000" dirty="0">
                    <a:solidFill>
                      <a:srgbClr val="000000"/>
                    </a:solidFill>
                    <a:cs typeface="Arial" pitchFamily="34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56</m:t>
                    </m:r>
                  </m:oMath>
                </a14:m>
                <a:r>
                  <a:rPr lang="en-GB" sz="2000" dirty="0">
                    <a:solidFill>
                      <a:srgbClr val="000000"/>
                    </a:solidFill>
                    <a:cs typeface="Arial" pitchFamily="34" charset="0"/>
                  </a:rPr>
                  <a:t>-bit</a:t>
                </a:r>
                <a:r>
                  <a:rPr lang="en-MY" sz="2000" dirty="0">
                    <a:solidFill>
                      <a:srgbClr val="000000"/>
                    </a:solidFill>
                    <a:cs typeface="Arial" pitchFamily="34" charset="0"/>
                  </a:rPr>
                  <a:t> key passes through </a:t>
                </a:r>
                <a:r>
                  <a:rPr lang="en-MY" sz="2000" b="1" dirty="0">
                    <a:solidFill>
                      <a:srgbClr val="7030A0"/>
                    </a:solidFill>
                    <a:cs typeface="Arial" pitchFamily="34" charset="0"/>
                  </a:rPr>
                  <a:t>Permuted Choice 1</a:t>
                </a:r>
                <a:r>
                  <a:rPr lang="en-MY" sz="2000" dirty="0">
                    <a:solidFill>
                      <a:srgbClr val="000000"/>
                    </a:solidFill>
                    <a:cs typeface="Arial" pitchFamily="34" charset="0"/>
                  </a:rPr>
                  <a:t>, </a:t>
                </a:r>
                <a:r>
                  <a:rPr lang="en-MY" sz="2000" b="1" dirty="0">
                    <a:solidFill>
                      <a:srgbClr val="0070C0"/>
                    </a:solidFill>
                    <a:cs typeface="Arial" pitchFamily="34" charset="0"/>
                  </a:rPr>
                  <a:t>left circular shift</a:t>
                </a:r>
                <a:r>
                  <a:rPr lang="en-MY" sz="2000" dirty="0">
                    <a:solidFill>
                      <a:srgbClr val="000000"/>
                    </a:solidFill>
                    <a:cs typeface="Arial" pitchFamily="34" charset="0"/>
                  </a:rPr>
                  <a:t>, followed by </a:t>
                </a:r>
                <a:r>
                  <a:rPr lang="en-MY" sz="2000" b="1" dirty="0">
                    <a:solidFill>
                      <a:schemeClr val="bg2">
                        <a:lumMod val="25000"/>
                      </a:schemeClr>
                    </a:solidFill>
                    <a:cs typeface="Arial" pitchFamily="34" charset="0"/>
                  </a:rPr>
                  <a:t>Permuted Choice 2</a:t>
                </a:r>
                <a:r>
                  <a:rPr lang="en-MY" sz="2000" dirty="0">
                    <a:solidFill>
                      <a:srgbClr val="000000"/>
                    </a:solidFill>
                    <a:cs typeface="Arial" pitchFamily="34" charset="0"/>
                  </a:rPr>
                  <a:t>.</a:t>
                </a:r>
              </a:p>
              <a:p>
                <a:pPr marL="685800" indent="-457200" algn="just">
                  <a:buFont typeface="+mj-lt"/>
                  <a:buAutoNum type="arabicPeriod"/>
                  <a:tabLst>
                    <a:tab pos="457200" algn="l"/>
                    <a:tab pos="1371600" algn="l"/>
                    <a:tab pos="2286000" algn="l"/>
                    <a:tab pos="3200400" algn="l"/>
                    <a:tab pos="4114800" algn="l"/>
                    <a:tab pos="5029200" algn="l"/>
                    <a:tab pos="5943600" algn="l"/>
                    <a:tab pos="6858000" algn="l"/>
                    <a:tab pos="7772400" algn="l"/>
                    <a:tab pos="8686800" algn="l"/>
                    <a:tab pos="9601200" algn="l"/>
                    <a:tab pos="10515600" algn="l"/>
                  </a:tabLst>
                  <a:defRPr/>
                </a:pPr>
                <a:r>
                  <a:rPr lang="en-MY" sz="2000" dirty="0">
                    <a:solidFill>
                      <a:srgbClr val="000000"/>
                    </a:solidFill>
                    <a:cs typeface="Arial" pitchFamily="34" charset="0"/>
                  </a:rPr>
                  <a:t>The final output of Permuted Choice 2 produces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𝟒𝟖</m:t>
                    </m:r>
                  </m:oMath>
                </a14:m>
                <a:r>
                  <a:rPr lang="en-GB" sz="2000" b="1" dirty="0">
                    <a:solidFill>
                      <a:srgbClr val="000000"/>
                    </a:solidFill>
                    <a:cs typeface="Arial" pitchFamily="34" charset="0"/>
                  </a:rPr>
                  <a:t>-bit round key (subkey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MY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𝑲</m:t>
                        </m:r>
                      </m:e>
                      <m:sub>
                        <m:r>
                          <a:rPr lang="en-MY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GB" sz="2000" b="1" dirty="0">
                    <a:solidFill>
                      <a:srgbClr val="000000"/>
                    </a:solidFill>
                    <a:cs typeface="Arial" pitchFamily="34" charset="0"/>
                  </a:rPr>
                  <a:t>) </a:t>
                </a:r>
                <a:r>
                  <a:rPr lang="en-GB" sz="2000" dirty="0">
                    <a:solidFill>
                      <a:srgbClr val="000000"/>
                    </a:solidFill>
                    <a:cs typeface="Arial" pitchFamily="34" charset="0"/>
                  </a:rPr>
                  <a:t>that will be used for encryption in each round.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34503"/>
                <a:ext cx="5997606" cy="4351338"/>
              </a:xfrm>
              <a:blipFill>
                <a:blip r:embed="rId2"/>
                <a:stretch>
                  <a:fillRect r="-814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9A3E7B65-FA7E-1632-3EDA-1B185A798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2652" y="630849"/>
            <a:ext cx="4503938" cy="5253151"/>
          </a:xfrm>
          <a:prstGeom prst="rect">
            <a:avLst/>
          </a:prstGeom>
        </p:spPr>
      </p:pic>
      <p:sp>
        <p:nvSpPr>
          <p:cNvPr id="11" name="Arrow: Down 10">
            <a:extLst>
              <a:ext uri="{FF2B5EF4-FFF2-40B4-BE49-F238E27FC236}">
                <a16:creationId xmlns:a16="http://schemas.microsoft.com/office/drawing/2014/main" id="{200DDF46-DDCA-1A4B-6D94-E4931AEB56B2}"/>
              </a:ext>
            </a:extLst>
          </p:cNvPr>
          <p:cNvSpPr/>
          <p:nvPr/>
        </p:nvSpPr>
        <p:spPr>
          <a:xfrm>
            <a:off x="8043169" y="1362214"/>
            <a:ext cx="355107" cy="656948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TextBox 3"/>
          <p:cNvSpPr txBox="1"/>
          <p:nvPr/>
        </p:nvSpPr>
        <p:spPr>
          <a:xfrm>
            <a:off x="8398276" y="658574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Bit 8,16, 24…</a:t>
            </a:r>
            <a:endParaRPr lang="en-MY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10040983" y="811866"/>
            <a:ext cx="348343" cy="1199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19359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968449" cy="1325563"/>
          </a:xfrm>
        </p:spPr>
        <p:txBody>
          <a:bodyPr/>
          <a:lstStyle/>
          <a:p>
            <a:r>
              <a:rPr lang="en-MY" sz="3200" b="0" dirty="0"/>
              <a:t>DES – </a:t>
            </a:r>
            <a:r>
              <a:rPr lang="en-MY" sz="3200" dirty="0">
                <a:solidFill>
                  <a:srgbClr val="00B050"/>
                </a:solidFill>
              </a:rPr>
              <a:t>Encryption Algorithm </a:t>
            </a:r>
            <a:br>
              <a:rPr lang="en-MY" sz="3200" dirty="0">
                <a:solidFill>
                  <a:srgbClr val="00B050"/>
                </a:solidFill>
              </a:rPr>
            </a:br>
            <a:r>
              <a:rPr lang="en-MY" sz="3200" dirty="0">
                <a:solidFill>
                  <a:srgbClr val="0000FF"/>
                </a:solidFill>
              </a:rPr>
              <a:t>(Plaintext Block)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34503"/>
                <a:ext cx="8430087" cy="4584052"/>
              </a:xfrm>
            </p:spPr>
            <p:txBody>
              <a:bodyPr/>
              <a:lstStyle/>
              <a:p>
                <a:pPr marL="571500" indent="-342900" algn="just">
                  <a:buFont typeface="Wingdings" panose="05000000000000000000" pitchFamily="2" charset="2"/>
                  <a:buChar char="v"/>
                  <a:tabLst>
                    <a:tab pos="457200" algn="l"/>
                    <a:tab pos="1371600" algn="l"/>
                    <a:tab pos="2286000" algn="l"/>
                    <a:tab pos="3200400" algn="l"/>
                    <a:tab pos="4114800" algn="l"/>
                    <a:tab pos="5029200" algn="l"/>
                    <a:tab pos="5943600" algn="l"/>
                    <a:tab pos="6858000" algn="l"/>
                    <a:tab pos="7772400" algn="l"/>
                    <a:tab pos="8686800" algn="l"/>
                    <a:tab pos="9601200" algn="l"/>
                    <a:tab pos="10515600" algn="l"/>
                  </a:tabLst>
                  <a:defRPr/>
                </a:pPr>
                <a:r>
                  <a:rPr lang="en-GB" sz="2000" b="1" dirty="0"/>
                  <a:t>Plaintext block</a:t>
                </a:r>
                <a:r>
                  <a:rPr lang="en-GB" sz="2000" dirty="0"/>
                  <a:t>:</a:t>
                </a:r>
              </a:p>
              <a:p>
                <a:pPr marL="685800" indent="-457200" algn="just">
                  <a:buFont typeface="+mj-lt"/>
                  <a:buAutoNum type="arabicPeriod"/>
                  <a:tabLst>
                    <a:tab pos="457200" algn="l"/>
                    <a:tab pos="1371600" algn="l"/>
                    <a:tab pos="2286000" algn="l"/>
                    <a:tab pos="3200400" algn="l"/>
                    <a:tab pos="4114800" algn="l"/>
                    <a:tab pos="5029200" algn="l"/>
                    <a:tab pos="5943600" algn="l"/>
                    <a:tab pos="6858000" algn="l"/>
                    <a:tab pos="7772400" algn="l"/>
                    <a:tab pos="8686800" algn="l"/>
                    <a:tab pos="9601200" algn="l"/>
                    <a:tab pos="10515600" algn="l"/>
                  </a:tabLst>
                  <a:defRPr/>
                </a:pPr>
                <a:r>
                  <a:rPr lang="en-GB" sz="2000" dirty="0">
                    <a:solidFill>
                      <a:srgbClr val="000000"/>
                    </a:solidFill>
                    <a:cs typeface="Arial" pitchFamily="34" charset="0"/>
                  </a:rPr>
                  <a:t>On input of a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64</m:t>
                    </m:r>
                  </m:oMath>
                </a14:m>
                <a:r>
                  <a:rPr lang="en-GB" sz="2000" dirty="0">
                    <a:solidFill>
                      <a:srgbClr val="000000"/>
                    </a:solidFill>
                    <a:cs typeface="Arial" pitchFamily="34" charset="0"/>
                  </a:rPr>
                  <a:t>-bit plaintext block, it passes through an </a:t>
                </a:r>
                <a:r>
                  <a:rPr lang="en-GB" sz="2000" b="1" dirty="0">
                    <a:solidFill>
                      <a:srgbClr val="FF0000"/>
                    </a:solidFill>
                    <a:cs typeface="Arial" pitchFamily="34" charset="0"/>
                  </a:rPr>
                  <a:t>Initial Permutation (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𝑰𝑷</m:t>
                    </m:r>
                  </m:oMath>
                </a14:m>
                <a:r>
                  <a:rPr lang="en-GB" sz="2000" b="1" dirty="0">
                    <a:solidFill>
                      <a:srgbClr val="FF0000"/>
                    </a:solidFill>
                    <a:cs typeface="Arial" pitchFamily="34" charset="0"/>
                  </a:rPr>
                  <a:t>) </a:t>
                </a:r>
                <a:r>
                  <a:rPr lang="en-GB" sz="2000" dirty="0">
                    <a:solidFill>
                      <a:srgbClr val="000000"/>
                    </a:solidFill>
                    <a:cs typeface="Arial" pitchFamily="34" charset="0"/>
                  </a:rPr>
                  <a:t>to produce permuted input.</a:t>
                </a:r>
              </a:p>
              <a:p>
                <a:pPr marL="685800" indent="-457200" algn="just">
                  <a:buFont typeface="+mj-lt"/>
                  <a:buAutoNum type="arabicPeriod"/>
                  <a:tabLst>
                    <a:tab pos="457200" algn="l"/>
                    <a:tab pos="1371600" algn="l"/>
                    <a:tab pos="2286000" algn="l"/>
                    <a:tab pos="3200400" algn="l"/>
                    <a:tab pos="4114800" algn="l"/>
                    <a:tab pos="5029200" algn="l"/>
                    <a:tab pos="5943600" algn="l"/>
                    <a:tab pos="6858000" algn="l"/>
                    <a:tab pos="7772400" algn="l"/>
                    <a:tab pos="8686800" algn="l"/>
                    <a:tab pos="9601200" algn="l"/>
                    <a:tab pos="10515600" algn="l"/>
                  </a:tabLst>
                  <a:defRPr/>
                </a:pPr>
                <a:r>
                  <a:rPr lang="en-GB" sz="2000" dirty="0">
                    <a:solidFill>
                      <a:srgbClr val="000000"/>
                    </a:solidFill>
                    <a:cs typeface="Arial" pitchFamily="34" charset="0"/>
                  </a:rPr>
                  <a:t>The permuted input will then runs through </a:t>
                </a:r>
                <a:r>
                  <a:rPr lang="en-GB" sz="2000" b="1" dirty="0">
                    <a:solidFill>
                      <a:srgbClr val="0000FF"/>
                    </a:solidFill>
                    <a:cs typeface="Arial" pitchFamily="34" charset="0"/>
                  </a:rPr>
                  <a:t>16 rounds of identical function</a:t>
                </a:r>
                <a:r>
                  <a:rPr lang="en-GB" sz="2000" dirty="0">
                    <a:solidFill>
                      <a:srgbClr val="000000"/>
                    </a:solidFill>
                    <a:cs typeface="Arial" pitchFamily="34" charset="0"/>
                  </a:rPr>
                  <a:t>, including </a:t>
                </a:r>
                <a:r>
                  <a:rPr lang="en-GB" sz="2000" b="1" dirty="0">
                    <a:solidFill>
                      <a:srgbClr val="C00000"/>
                    </a:solidFill>
                    <a:cs typeface="Arial" pitchFamily="34" charset="0"/>
                  </a:rPr>
                  <a:t>expansion</a:t>
                </a:r>
                <a:r>
                  <a:rPr lang="en-GB" sz="2000" dirty="0">
                    <a:solidFill>
                      <a:srgbClr val="000000"/>
                    </a:solidFill>
                    <a:cs typeface="Arial" pitchFamily="34" charset="0"/>
                  </a:rPr>
                  <a:t>, </a:t>
                </a:r>
                <a:r>
                  <a:rPr lang="en-GB" sz="2000" b="1" dirty="0">
                    <a:solidFill>
                      <a:srgbClr val="C00000"/>
                    </a:solidFill>
                    <a:cs typeface="Arial" pitchFamily="34" charset="0"/>
                  </a:rPr>
                  <a:t>substitution</a:t>
                </a:r>
                <a:r>
                  <a:rPr lang="en-GB" sz="2000" dirty="0">
                    <a:solidFill>
                      <a:srgbClr val="000000"/>
                    </a:solidFill>
                    <a:cs typeface="Arial" pitchFamily="34" charset="0"/>
                  </a:rPr>
                  <a:t>, and </a:t>
                </a:r>
                <a:r>
                  <a:rPr lang="en-GB" sz="2000" b="1" dirty="0">
                    <a:solidFill>
                      <a:srgbClr val="C00000"/>
                    </a:solidFill>
                    <a:cs typeface="Arial" pitchFamily="34" charset="0"/>
                  </a:rPr>
                  <a:t>permutation</a:t>
                </a:r>
                <a:r>
                  <a:rPr lang="en-GB" sz="2000" dirty="0">
                    <a:solidFill>
                      <a:srgbClr val="000000"/>
                    </a:solidFill>
                    <a:cs typeface="Arial" pitchFamily="34" charset="0"/>
                  </a:rPr>
                  <a:t>. </a:t>
                </a:r>
              </a:p>
              <a:p>
                <a:pPr marL="685800" indent="-457200" algn="just">
                  <a:buFont typeface="+mj-lt"/>
                  <a:buAutoNum type="arabicPeriod"/>
                  <a:tabLst>
                    <a:tab pos="457200" algn="l"/>
                    <a:tab pos="1371600" algn="l"/>
                    <a:tab pos="2286000" algn="l"/>
                    <a:tab pos="3200400" algn="l"/>
                    <a:tab pos="4114800" algn="l"/>
                    <a:tab pos="5029200" algn="l"/>
                    <a:tab pos="5943600" algn="l"/>
                    <a:tab pos="6858000" algn="l"/>
                    <a:tab pos="7772400" algn="l"/>
                    <a:tab pos="8686800" algn="l"/>
                    <a:tab pos="9601200" algn="l"/>
                    <a:tab pos="10515600" algn="l"/>
                  </a:tabLst>
                  <a:defRPr/>
                </a:pPr>
                <a:r>
                  <a:rPr lang="en-GB" sz="2000" dirty="0">
                    <a:solidFill>
                      <a:srgbClr val="000000"/>
                    </a:solidFill>
                    <a:cs typeface="Arial" pitchFamily="34" charset="0"/>
                  </a:rPr>
                  <a:t>The output of the left and right halves in the final round (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16</m:t>
                    </m:r>
                  </m:oMath>
                </a14:m>
                <a:r>
                  <a:rPr lang="en-GB" sz="2000" baseline="30000" dirty="0" err="1">
                    <a:solidFill>
                      <a:srgbClr val="000000"/>
                    </a:solidFill>
                    <a:cs typeface="Arial" pitchFamily="34" charset="0"/>
                  </a:rPr>
                  <a:t>th</a:t>
                </a:r>
                <a:r>
                  <a:rPr lang="en-GB" sz="2000" dirty="0">
                    <a:solidFill>
                      <a:srgbClr val="000000"/>
                    </a:solidFill>
                    <a:cs typeface="Arial" pitchFamily="34" charset="0"/>
                  </a:rPr>
                  <a:t>-round) are </a:t>
                </a:r>
                <a:r>
                  <a:rPr lang="en-GB" sz="2000" b="1" dirty="0">
                    <a:solidFill>
                      <a:schemeClr val="bg2">
                        <a:lumMod val="25000"/>
                      </a:schemeClr>
                    </a:solidFill>
                    <a:cs typeface="Arial" pitchFamily="34" charset="0"/>
                  </a:rPr>
                  <a:t>swapped</a:t>
                </a:r>
                <a:r>
                  <a:rPr lang="en-GB" sz="2000" dirty="0">
                    <a:solidFill>
                      <a:srgbClr val="000000"/>
                    </a:solidFill>
                    <a:cs typeface="Arial" pitchFamily="34" charset="0"/>
                  </a:rPr>
                  <a:t> to produce the </a:t>
                </a:r>
                <a:r>
                  <a:rPr lang="en-GB" sz="2000" b="1" dirty="0" err="1">
                    <a:solidFill>
                      <a:srgbClr val="000000"/>
                    </a:solidFill>
                    <a:cs typeface="Arial" pitchFamily="34" charset="0"/>
                  </a:rPr>
                  <a:t>preoutput</a:t>
                </a:r>
                <a:r>
                  <a:rPr lang="en-GB" sz="2000" dirty="0">
                    <a:solidFill>
                      <a:srgbClr val="000000"/>
                    </a:solidFill>
                    <a:cs typeface="Arial" pitchFamily="34" charset="0"/>
                  </a:rPr>
                  <a:t>.</a:t>
                </a:r>
              </a:p>
              <a:p>
                <a:pPr marL="685800" indent="-457200" algn="just">
                  <a:buFont typeface="+mj-lt"/>
                  <a:buAutoNum type="arabicPeriod"/>
                  <a:tabLst>
                    <a:tab pos="457200" algn="l"/>
                    <a:tab pos="1371600" algn="l"/>
                    <a:tab pos="2286000" algn="l"/>
                    <a:tab pos="3200400" algn="l"/>
                    <a:tab pos="4114800" algn="l"/>
                    <a:tab pos="5029200" algn="l"/>
                    <a:tab pos="5943600" algn="l"/>
                    <a:tab pos="6858000" algn="l"/>
                    <a:tab pos="7772400" algn="l"/>
                    <a:tab pos="8686800" algn="l"/>
                    <a:tab pos="9601200" algn="l"/>
                    <a:tab pos="10515600" algn="l"/>
                  </a:tabLst>
                  <a:defRPr/>
                </a:pPr>
                <a:r>
                  <a:rPr lang="en-GB" sz="2000" dirty="0">
                    <a:solidFill>
                      <a:srgbClr val="000000"/>
                    </a:solidFill>
                    <a:cs typeface="Arial" pitchFamily="34" charset="0"/>
                  </a:rPr>
                  <a:t>The </a:t>
                </a:r>
                <a:r>
                  <a:rPr lang="en-GB" sz="2000" b="1" dirty="0" err="1">
                    <a:solidFill>
                      <a:srgbClr val="000000"/>
                    </a:solidFill>
                    <a:cs typeface="Arial" pitchFamily="34" charset="0"/>
                  </a:rPr>
                  <a:t>preoutput</a:t>
                </a:r>
                <a:r>
                  <a:rPr lang="en-GB" sz="2000" dirty="0">
                    <a:solidFill>
                      <a:srgbClr val="000000"/>
                    </a:solidFill>
                    <a:cs typeface="Arial" pitchFamily="34" charset="0"/>
                  </a:rPr>
                  <a:t> passes through </a:t>
                </a:r>
                <a:r>
                  <a:rPr lang="en-GB" sz="2000" b="1" dirty="0">
                    <a:solidFill>
                      <a:srgbClr val="7030A0"/>
                    </a:solidFill>
                    <a:cs typeface="Arial" pitchFamily="34" charset="0"/>
                  </a:rPr>
                  <a:t>Inverse Initial Permutation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MY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𝑰𝑷</m:t>
                        </m:r>
                      </m:e>
                      <m:sup>
                        <m:r>
                          <a:rPr lang="en-MY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−</m:t>
                        </m:r>
                        <m:r>
                          <a:rPr lang="en-MY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GB" sz="2000" b="1" dirty="0">
                    <a:solidFill>
                      <a:srgbClr val="7030A0"/>
                    </a:solidFill>
                    <a:cs typeface="Arial" pitchFamily="34" charset="0"/>
                  </a:rPr>
                  <a:t>) </a:t>
                </a:r>
                <a:r>
                  <a:rPr lang="en-GB" sz="2000" dirty="0">
                    <a:solidFill>
                      <a:srgbClr val="000000"/>
                    </a:solidFill>
                    <a:cs typeface="Arial" pitchFamily="34" charset="0"/>
                  </a:rPr>
                  <a:t>to produce the </a:t>
                </a:r>
                <a14:m>
                  <m:oMath xmlns:m="http://schemas.openxmlformats.org/officeDocument/2006/math">
                    <m:r>
                      <a:rPr lang="en-M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64</m:t>
                    </m:r>
                  </m:oMath>
                </a14:m>
                <a:r>
                  <a:rPr lang="en-GB" sz="2000" dirty="0">
                    <a:solidFill>
                      <a:srgbClr val="000000"/>
                    </a:solidFill>
                    <a:cs typeface="Arial" pitchFamily="34" charset="0"/>
                  </a:rPr>
                  <a:t>-bit ciphertext.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34503"/>
                <a:ext cx="8430087" cy="4584052"/>
              </a:xfrm>
              <a:blipFill>
                <a:blip r:embed="rId2"/>
                <a:stretch>
                  <a:fillRect r="-578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7FEAACC7-A61C-6441-76A6-F397F49CA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0991" y="249460"/>
            <a:ext cx="1774902" cy="34615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8268B1-5391-C941-DA25-79CB15509D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2113" y="3501949"/>
            <a:ext cx="1774902" cy="306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7904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3440838" cy="1325563"/>
          </a:xfrm>
        </p:spPr>
        <p:txBody>
          <a:bodyPr/>
          <a:lstStyle/>
          <a:p>
            <a:r>
              <a:rPr lang="en-MY" sz="3200" b="0" dirty="0"/>
              <a:t>DES – </a:t>
            </a:r>
            <a:r>
              <a:rPr lang="en-MY" sz="3200" dirty="0">
                <a:solidFill>
                  <a:srgbClr val="0000FF"/>
                </a:solidFill>
              </a:rPr>
              <a:t>Single Round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0144" y="1843381"/>
                <a:ext cx="3283988" cy="4351338"/>
              </a:xfrm>
            </p:spPr>
            <p:txBody>
              <a:bodyPr/>
              <a:lstStyle/>
              <a:p>
                <a:pPr indent="0" algn="just">
                  <a:buNone/>
                  <a:tabLst>
                    <a:tab pos="457200" algn="l"/>
                    <a:tab pos="1371600" algn="l"/>
                    <a:tab pos="2286000" algn="l"/>
                    <a:tab pos="3200400" algn="l"/>
                    <a:tab pos="4114800" algn="l"/>
                    <a:tab pos="5029200" algn="l"/>
                    <a:tab pos="5943600" algn="l"/>
                    <a:tab pos="6858000" algn="l"/>
                    <a:tab pos="7772400" algn="l"/>
                    <a:tab pos="8686800" algn="l"/>
                    <a:tab pos="9601200" algn="l"/>
                    <a:tab pos="10515600" algn="l"/>
                  </a:tabLst>
                  <a:defRPr/>
                </a:pPr>
                <a:r>
                  <a:rPr lang="en-MY" sz="2000" dirty="0">
                    <a:solidFill>
                      <a:srgbClr val="000000"/>
                    </a:solidFill>
                    <a:cs typeface="Arial" pitchFamily="34" charset="0"/>
                  </a:rPr>
                  <a:t>The figure shows the </a:t>
                </a:r>
                <a:r>
                  <a:rPr lang="en-MY" sz="2000" b="1" dirty="0">
                    <a:solidFill>
                      <a:srgbClr val="FF0000"/>
                    </a:solidFill>
                    <a:cs typeface="Arial" pitchFamily="34" charset="0"/>
                  </a:rPr>
                  <a:t>complete single round </a:t>
                </a:r>
                <a:r>
                  <a:rPr lang="en-MY" sz="2000" dirty="0">
                    <a:solidFill>
                      <a:srgbClr val="000000"/>
                    </a:solidFill>
                    <a:cs typeface="Arial" pitchFamily="34" charset="0"/>
                  </a:rPr>
                  <a:t>of DES algorithm.</a:t>
                </a:r>
              </a:p>
              <a:p>
                <a:pPr indent="0" algn="just">
                  <a:buNone/>
                  <a:tabLst>
                    <a:tab pos="457200" algn="l"/>
                    <a:tab pos="1371600" algn="l"/>
                    <a:tab pos="2286000" algn="l"/>
                    <a:tab pos="3200400" algn="l"/>
                    <a:tab pos="4114800" algn="l"/>
                    <a:tab pos="5029200" algn="l"/>
                    <a:tab pos="5943600" algn="l"/>
                    <a:tab pos="6858000" algn="l"/>
                    <a:tab pos="7772400" algn="l"/>
                    <a:tab pos="8686800" algn="l"/>
                    <a:tab pos="9601200" algn="l"/>
                    <a:tab pos="10515600" algn="l"/>
                  </a:tabLst>
                  <a:defRPr/>
                </a:pPr>
                <a:endParaRPr lang="en-MY" sz="2000" dirty="0">
                  <a:solidFill>
                    <a:srgbClr val="000000"/>
                  </a:solidFill>
                  <a:cs typeface="Arial" pitchFamily="34" charset="0"/>
                </a:endParaRPr>
              </a:p>
              <a:p>
                <a:pPr indent="0" algn="just">
                  <a:buNone/>
                  <a:tabLst>
                    <a:tab pos="457200" algn="l"/>
                    <a:tab pos="1371600" algn="l"/>
                    <a:tab pos="2286000" algn="l"/>
                    <a:tab pos="3200400" algn="l"/>
                    <a:tab pos="4114800" algn="l"/>
                    <a:tab pos="5029200" algn="l"/>
                    <a:tab pos="5943600" algn="l"/>
                    <a:tab pos="6858000" algn="l"/>
                    <a:tab pos="7772400" algn="l"/>
                    <a:tab pos="8686800" algn="l"/>
                    <a:tab pos="9601200" algn="l"/>
                    <a:tab pos="10515600" algn="l"/>
                  </a:tabLst>
                  <a:defRPr/>
                </a:pPr>
                <a:r>
                  <a:rPr lang="en-MY" sz="2000" dirty="0">
                    <a:solidFill>
                      <a:srgbClr val="000000"/>
                    </a:solidFill>
                    <a:cs typeface="Arial" pitchFamily="34" charset="0"/>
                  </a:rPr>
                  <a:t>We first learn how to generate the round key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MY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𝐾</m:t>
                        </m:r>
                      </m:e>
                      <m:sub>
                        <m:r>
                          <a:rPr lang="en-MY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MY" sz="2000" dirty="0">
                    <a:solidFill>
                      <a:srgbClr val="000000"/>
                    </a:solidFill>
                    <a:cs typeface="Arial" pitchFamily="34" charset="0"/>
                  </a:rPr>
                  <a:t>, followed by the step-by-step operation in encryption functions.</a:t>
                </a:r>
                <a:endParaRPr lang="en-GB" sz="2000" dirty="0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0144" y="1843381"/>
                <a:ext cx="3283988" cy="4351338"/>
              </a:xfrm>
              <a:blipFill>
                <a:blip r:embed="rId2"/>
                <a:stretch>
                  <a:fillRect r="-148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54E5D051-8E78-89B9-8BD7-DAB82C9A3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3829" y="365125"/>
            <a:ext cx="8081639" cy="6335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6914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485878" cy="6088941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MY" dirty="0"/>
              <a:t>DATA ENCRYPTION </a:t>
            </a:r>
            <a:br>
              <a:rPr lang="en-MY" dirty="0"/>
            </a:br>
            <a:r>
              <a:rPr lang="en-MY" dirty="0"/>
              <a:t>STANDARD</a:t>
            </a:r>
            <a:br>
              <a:rPr lang="en-MY" dirty="0"/>
            </a:br>
            <a:r>
              <a:rPr lang="en-MY" dirty="0"/>
              <a:t>(DES)</a:t>
            </a:r>
            <a:br>
              <a:rPr lang="en-MY" dirty="0"/>
            </a:br>
            <a:r>
              <a:rPr lang="en-MY" dirty="0"/>
              <a:t/>
            </a:r>
            <a:br>
              <a:rPr lang="en-MY" dirty="0"/>
            </a:br>
            <a:r>
              <a:rPr lang="en-MY" dirty="0">
                <a:solidFill>
                  <a:srgbClr val="FF0000"/>
                </a:solidFill>
              </a:rPr>
              <a:t>ROUND (SUBKEY) GENERATION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A6B947-1A5E-3C02-AADF-DB370B6F5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3775" y="46681"/>
            <a:ext cx="4350058" cy="676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2555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3600" b="0" dirty="0"/>
              <a:t>DES – </a:t>
            </a:r>
            <a:r>
              <a:rPr lang="en-MY" sz="3600" dirty="0">
                <a:solidFill>
                  <a:srgbClr val="00B050"/>
                </a:solidFill>
              </a:rPr>
              <a:t>Key Generation </a:t>
            </a:r>
            <a:r>
              <a:rPr lang="en-MY" sz="3600" dirty="0">
                <a:solidFill>
                  <a:srgbClr val="0000FF"/>
                </a:solidFill>
              </a:rPr>
              <a:t>(Input Key)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7869"/>
                <a:ext cx="10515600" cy="4351338"/>
              </a:xfrm>
            </p:spPr>
            <p:txBody>
              <a:bodyPr/>
              <a:lstStyle/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000" dirty="0">
                    <a:solidFill>
                      <a:srgbClr val="000000"/>
                    </a:solidFill>
                    <a:cs typeface="Arial" pitchFamily="34" charset="0"/>
                  </a:rPr>
                  <a:t>On input of a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64</m:t>
                    </m:r>
                  </m:oMath>
                </a14:m>
                <a:r>
                  <a:rPr lang="en-GB" sz="2000" dirty="0">
                    <a:solidFill>
                      <a:srgbClr val="000000"/>
                    </a:solidFill>
                    <a:cs typeface="Arial" pitchFamily="34" charset="0"/>
                  </a:rPr>
                  <a:t>-bit key, </a:t>
                </a:r>
                <a:r>
                  <a:rPr lang="en-GB" sz="2000" b="1" dirty="0">
                    <a:solidFill>
                      <a:srgbClr val="FF0000"/>
                    </a:solidFill>
                    <a:cs typeface="Arial" pitchFamily="34" charset="0"/>
                  </a:rPr>
                  <a:t>every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𝟖</m:t>
                    </m:r>
                  </m:oMath>
                </a14:m>
                <a:r>
                  <a:rPr lang="en-MY" sz="2000" b="1" baseline="30000" dirty="0">
                    <a:solidFill>
                      <a:srgbClr val="FF0000"/>
                    </a:solidFill>
                    <a:cs typeface="Arial" pitchFamily="34" charset="0"/>
                  </a:rPr>
                  <a:t>th</a:t>
                </a:r>
                <a:r>
                  <a:rPr lang="en-MY" sz="2000" b="1" dirty="0">
                    <a:solidFill>
                      <a:srgbClr val="FF0000"/>
                    </a:solidFill>
                    <a:cs typeface="Arial" pitchFamily="34" charset="0"/>
                  </a:rPr>
                  <a:t>-bit is discarded</a:t>
                </a:r>
                <a:r>
                  <a:rPr lang="en-MY" sz="2000" dirty="0">
                    <a:solidFill>
                      <a:srgbClr val="000000"/>
                    </a:solidFill>
                    <a:cs typeface="Arial" pitchFamily="34" charset="0"/>
                  </a:rPr>
                  <a:t> to produce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56</m:t>
                    </m:r>
                  </m:oMath>
                </a14:m>
                <a:r>
                  <a:rPr lang="en-GB" sz="2000" dirty="0">
                    <a:solidFill>
                      <a:srgbClr val="000000"/>
                    </a:solidFill>
                    <a:cs typeface="Arial" pitchFamily="34" charset="0"/>
                  </a:rPr>
                  <a:t>-bit key.</a:t>
                </a:r>
                <a:endParaRPr lang="en-MY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7869"/>
                <a:ext cx="10515600" cy="4351338"/>
              </a:xfrm>
              <a:blipFill>
                <a:blip r:embed="rId2"/>
                <a:stretch>
                  <a:fillRect l="-464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7D2C5D7-FF22-8D14-52DD-69F2609EF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764" y="2397238"/>
            <a:ext cx="6953393" cy="34442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E998C0-FCB0-AF25-AA77-1A729AD5C14C}"/>
                  </a:ext>
                </a:extLst>
              </p:cNvPr>
              <p:cNvSpPr txBox="1"/>
              <p:nvPr/>
            </p:nvSpPr>
            <p:spPr>
              <a:xfrm>
                <a:off x="9228452" y="3546080"/>
                <a:ext cx="1980460" cy="163121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MY" sz="2000" dirty="0"/>
                  <a:t>After arranging the key bits, </a:t>
                </a:r>
                <a:r>
                  <a:rPr lang="en-MY" sz="2000" b="1" dirty="0"/>
                  <a:t>discard</a:t>
                </a:r>
                <a:r>
                  <a:rPr lang="en-MY" sz="2000" dirty="0"/>
                  <a:t> the bit in </a:t>
                </a:r>
                <a:r>
                  <a:rPr lang="en-MY" sz="2000" b="1" dirty="0">
                    <a:solidFill>
                      <a:srgbClr val="FF0000"/>
                    </a:solidFill>
                  </a:rPr>
                  <a:t>every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r>
                  <a:rPr lang="en-MY" sz="2000" b="1" baseline="30000" dirty="0">
                    <a:solidFill>
                      <a:srgbClr val="FF0000"/>
                    </a:solidFill>
                  </a:rPr>
                  <a:t>th</a:t>
                </a:r>
                <a:r>
                  <a:rPr lang="en-MY" sz="2000" b="1" dirty="0">
                    <a:solidFill>
                      <a:srgbClr val="FF0000"/>
                    </a:solidFill>
                  </a:rPr>
                  <a:t> </a:t>
                </a:r>
                <a:r>
                  <a:rPr lang="en-MY" sz="2000" dirty="0"/>
                  <a:t>position.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E998C0-FCB0-AF25-AA77-1A729AD5C1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8452" y="3546080"/>
                <a:ext cx="1980460" cy="1631216"/>
              </a:xfrm>
              <a:prstGeom prst="rect">
                <a:avLst/>
              </a:prstGeom>
              <a:blipFill>
                <a:blip r:embed="rId4"/>
                <a:stretch>
                  <a:fillRect l="-3385" t="-1873" r="-3077" b="-636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Left 5">
            <a:extLst>
              <a:ext uri="{FF2B5EF4-FFF2-40B4-BE49-F238E27FC236}">
                <a16:creationId xmlns:a16="http://schemas.microsoft.com/office/drawing/2014/main" id="{170280B8-459F-CCDA-566F-64E75B8628D7}"/>
              </a:ext>
            </a:extLst>
          </p:cNvPr>
          <p:cNvSpPr/>
          <p:nvPr/>
        </p:nvSpPr>
        <p:spPr>
          <a:xfrm>
            <a:off x="8105156" y="4119372"/>
            <a:ext cx="978408" cy="484632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766485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3600" b="0" dirty="0"/>
              <a:t>DES – </a:t>
            </a:r>
            <a:r>
              <a:rPr lang="en-MY" sz="3600" dirty="0">
                <a:solidFill>
                  <a:srgbClr val="00B050"/>
                </a:solidFill>
              </a:rPr>
              <a:t>Key Generation </a:t>
            </a:r>
            <a:r>
              <a:rPr lang="en-MY" sz="3600" dirty="0">
                <a:solidFill>
                  <a:srgbClr val="0000FF"/>
                </a:solidFill>
              </a:rPr>
              <a:t>(Permuted Choice 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7869"/>
                <a:ext cx="10515600" cy="4351338"/>
              </a:xfrm>
            </p:spPr>
            <p:txBody>
              <a:bodyPr/>
              <a:lstStyle/>
              <a:p>
                <a:pPr marL="457200" indent="-457200" algn="just">
                  <a:buFont typeface="+mj-lt"/>
                  <a:buAutoNum type="arabicPeriod" startAt="2"/>
                </a:pPr>
                <a:r>
                  <a:rPr lang="en-MY" sz="2000" dirty="0">
                    <a:solidFill>
                      <a:srgbClr val="000000"/>
                    </a:solidFill>
                    <a:cs typeface="Arial" pitchFamily="34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M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56</m:t>
                    </m:r>
                  </m:oMath>
                </a14:m>
                <a:r>
                  <a:rPr lang="en-GB" sz="2000" dirty="0">
                    <a:solidFill>
                      <a:srgbClr val="000000"/>
                    </a:solidFill>
                    <a:cs typeface="Arial" pitchFamily="34" charset="0"/>
                  </a:rPr>
                  <a:t>-bit</a:t>
                </a:r>
                <a:r>
                  <a:rPr lang="en-MY" sz="2000" dirty="0">
                    <a:solidFill>
                      <a:srgbClr val="000000"/>
                    </a:solidFill>
                    <a:cs typeface="Arial" pitchFamily="34" charset="0"/>
                  </a:rPr>
                  <a:t> key passes through </a:t>
                </a:r>
                <a:r>
                  <a:rPr lang="en-MY" sz="2000" b="1" dirty="0">
                    <a:solidFill>
                      <a:srgbClr val="7030A0"/>
                    </a:solidFill>
                    <a:cs typeface="Arial" pitchFamily="34" charset="0"/>
                  </a:rPr>
                  <a:t>Permuted Choice 1 (PC1) </a:t>
                </a:r>
                <a:r>
                  <a:rPr lang="en-MY" sz="2000" dirty="0">
                    <a:solidFill>
                      <a:srgbClr val="000000"/>
                    </a:solidFill>
                    <a:cs typeface="Arial" pitchFamily="34" charset="0"/>
                  </a:rPr>
                  <a:t>according to the arrangement in the following table. Note that all the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8</m:t>
                    </m:r>
                  </m:oMath>
                </a14:m>
                <a:r>
                  <a:rPr lang="en-MY" sz="2000" baseline="30000" dirty="0"/>
                  <a:t>th</a:t>
                </a:r>
                <a:r>
                  <a:rPr lang="en-MY" sz="2000" dirty="0"/>
                  <a:t>-bit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000" b="0" i="1" dirty="0" smtClean="0">
                            <a:latin typeface="Cambria Math" panose="02040503050406030204" pitchFamily="18" charset="0"/>
                          </a:rPr>
                          <m:t>8,16,24,32,40,48,56,64</m:t>
                        </m:r>
                      </m:e>
                    </m:d>
                  </m:oMath>
                </a14:m>
                <a:r>
                  <a:rPr lang="en-MY" sz="2000" dirty="0"/>
                  <a:t> are already discarded here.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7869"/>
                <a:ext cx="10515600" cy="4351338"/>
              </a:xfrm>
              <a:blipFill>
                <a:blip r:embed="rId2"/>
                <a:stretch>
                  <a:fillRect l="-464" r="-40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E998C0-FCB0-AF25-AA77-1A729AD5C14C}"/>
                  </a:ext>
                </a:extLst>
              </p:cNvPr>
              <p:cNvSpPr txBox="1"/>
              <p:nvPr/>
            </p:nvSpPr>
            <p:spPr>
              <a:xfrm>
                <a:off x="7958149" y="4470006"/>
                <a:ext cx="3464396" cy="132343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MY" sz="2000" dirty="0"/>
                  <a:t>The output of the PC1 is immediately </a:t>
                </a:r>
                <a:r>
                  <a:rPr lang="en-MY" sz="2000" b="1" dirty="0">
                    <a:solidFill>
                      <a:srgbClr val="FF0000"/>
                    </a:solidFill>
                  </a:rPr>
                  <a:t>parted into TWO halves</a:t>
                </a:r>
                <a:r>
                  <a:rPr lang="en-MY" sz="2000" dirty="0"/>
                  <a:t> (left and right with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lang="en-MY" sz="2000" dirty="0"/>
                  <a:t> bits each)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E998C0-FCB0-AF25-AA77-1A729AD5C1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8149" y="4470006"/>
                <a:ext cx="3464396" cy="1323439"/>
              </a:xfrm>
              <a:prstGeom prst="rect">
                <a:avLst/>
              </a:prstGeom>
              <a:blipFill>
                <a:blip r:embed="rId3"/>
                <a:stretch>
                  <a:fillRect l="-1757" t="-1843" r="-1757" b="-7834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Left 5">
            <a:extLst>
              <a:ext uri="{FF2B5EF4-FFF2-40B4-BE49-F238E27FC236}">
                <a16:creationId xmlns:a16="http://schemas.microsoft.com/office/drawing/2014/main" id="{170280B8-459F-CCDA-566F-64E75B8628D7}"/>
              </a:ext>
            </a:extLst>
          </p:cNvPr>
          <p:cNvSpPr/>
          <p:nvPr/>
        </p:nvSpPr>
        <p:spPr>
          <a:xfrm>
            <a:off x="6773506" y="4735522"/>
            <a:ext cx="978408" cy="484632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34270D-3E52-CC41-0317-431EA4979B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1280" y="3184176"/>
            <a:ext cx="5131128" cy="33086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34075" y="4032522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LEFT</a:t>
            </a:r>
            <a:endParaRPr lang="en-MY" dirty="0"/>
          </a:p>
        </p:txBody>
      </p:sp>
      <p:sp>
        <p:nvSpPr>
          <p:cNvPr id="9" name="TextBox 8"/>
          <p:cNvSpPr txBox="1"/>
          <p:nvPr/>
        </p:nvSpPr>
        <p:spPr>
          <a:xfrm>
            <a:off x="6619618" y="5608779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RIGHT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096027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Permuted Choice 1</a:t>
            </a:r>
            <a:endParaRPr lang="en-MY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253109"/>
              </p:ext>
            </p:extLst>
          </p:nvPr>
        </p:nvGraphicFramePr>
        <p:xfrm>
          <a:off x="522505" y="2130454"/>
          <a:ext cx="113298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662">
                  <a:extLst>
                    <a:ext uri="{9D8B030D-6E8A-4147-A177-3AD203B41FA5}">
                      <a16:colId xmlns:a16="http://schemas.microsoft.com/office/drawing/2014/main" val="1142489394"/>
                    </a:ext>
                  </a:extLst>
                </a:gridCol>
                <a:gridCol w="377662">
                  <a:extLst>
                    <a:ext uri="{9D8B030D-6E8A-4147-A177-3AD203B41FA5}">
                      <a16:colId xmlns:a16="http://schemas.microsoft.com/office/drawing/2014/main" val="2072849713"/>
                    </a:ext>
                  </a:extLst>
                </a:gridCol>
                <a:gridCol w="377662">
                  <a:extLst>
                    <a:ext uri="{9D8B030D-6E8A-4147-A177-3AD203B41FA5}">
                      <a16:colId xmlns:a16="http://schemas.microsoft.com/office/drawing/2014/main" val="344845611"/>
                    </a:ext>
                  </a:extLst>
                </a:gridCol>
                <a:gridCol w="377662">
                  <a:extLst>
                    <a:ext uri="{9D8B030D-6E8A-4147-A177-3AD203B41FA5}">
                      <a16:colId xmlns:a16="http://schemas.microsoft.com/office/drawing/2014/main" val="1917184167"/>
                    </a:ext>
                  </a:extLst>
                </a:gridCol>
                <a:gridCol w="377662">
                  <a:extLst>
                    <a:ext uri="{9D8B030D-6E8A-4147-A177-3AD203B41FA5}">
                      <a16:colId xmlns:a16="http://schemas.microsoft.com/office/drawing/2014/main" val="701830122"/>
                    </a:ext>
                  </a:extLst>
                </a:gridCol>
                <a:gridCol w="377662">
                  <a:extLst>
                    <a:ext uri="{9D8B030D-6E8A-4147-A177-3AD203B41FA5}">
                      <a16:colId xmlns:a16="http://schemas.microsoft.com/office/drawing/2014/main" val="3121620208"/>
                    </a:ext>
                  </a:extLst>
                </a:gridCol>
                <a:gridCol w="377662">
                  <a:extLst>
                    <a:ext uri="{9D8B030D-6E8A-4147-A177-3AD203B41FA5}">
                      <a16:colId xmlns:a16="http://schemas.microsoft.com/office/drawing/2014/main" val="1447365210"/>
                    </a:ext>
                  </a:extLst>
                </a:gridCol>
                <a:gridCol w="377662">
                  <a:extLst>
                    <a:ext uri="{9D8B030D-6E8A-4147-A177-3AD203B41FA5}">
                      <a16:colId xmlns:a16="http://schemas.microsoft.com/office/drawing/2014/main" val="2291292694"/>
                    </a:ext>
                  </a:extLst>
                </a:gridCol>
                <a:gridCol w="377662">
                  <a:extLst>
                    <a:ext uri="{9D8B030D-6E8A-4147-A177-3AD203B41FA5}">
                      <a16:colId xmlns:a16="http://schemas.microsoft.com/office/drawing/2014/main" val="444573236"/>
                    </a:ext>
                  </a:extLst>
                </a:gridCol>
                <a:gridCol w="377662">
                  <a:extLst>
                    <a:ext uri="{9D8B030D-6E8A-4147-A177-3AD203B41FA5}">
                      <a16:colId xmlns:a16="http://schemas.microsoft.com/office/drawing/2014/main" val="3478813258"/>
                    </a:ext>
                  </a:extLst>
                </a:gridCol>
                <a:gridCol w="377662">
                  <a:extLst>
                    <a:ext uri="{9D8B030D-6E8A-4147-A177-3AD203B41FA5}">
                      <a16:colId xmlns:a16="http://schemas.microsoft.com/office/drawing/2014/main" val="538158786"/>
                    </a:ext>
                  </a:extLst>
                </a:gridCol>
                <a:gridCol w="377662">
                  <a:extLst>
                    <a:ext uri="{9D8B030D-6E8A-4147-A177-3AD203B41FA5}">
                      <a16:colId xmlns:a16="http://schemas.microsoft.com/office/drawing/2014/main" val="2018197604"/>
                    </a:ext>
                  </a:extLst>
                </a:gridCol>
                <a:gridCol w="377662">
                  <a:extLst>
                    <a:ext uri="{9D8B030D-6E8A-4147-A177-3AD203B41FA5}">
                      <a16:colId xmlns:a16="http://schemas.microsoft.com/office/drawing/2014/main" val="1996800000"/>
                    </a:ext>
                  </a:extLst>
                </a:gridCol>
                <a:gridCol w="377662">
                  <a:extLst>
                    <a:ext uri="{9D8B030D-6E8A-4147-A177-3AD203B41FA5}">
                      <a16:colId xmlns:a16="http://schemas.microsoft.com/office/drawing/2014/main" val="3029416146"/>
                    </a:ext>
                  </a:extLst>
                </a:gridCol>
                <a:gridCol w="377662">
                  <a:extLst>
                    <a:ext uri="{9D8B030D-6E8A-4147-A177-3AD203B41FA5}">
                      <a16:colId xmlns:a16="http://schemas.microsoft.com/office/drawing/2014/main" val="2177072531"/>
                    </a:ext>
                  </a:extLst>
                </a:gridCol>
                <a:gridCol w="377662">
                  <a:extLst>
                    <a:ext uri="{9D8B030D-6E8A-4147-A177-3AD203B41FA5}">
                      <a16:colId xmlns:a16="http://schemas.microsoft.com/office/drawing/2014/main" val="1953580858"/>
                    </a:ext>
                  </a:extLst>
                </a:gridCol>
                <a:gridCol w="377662">
                  <a:extLst>
                    <a:ext uri="{9D8B030D-6E8A-4147-A177-3AD203B41FA5}">
                      <a16:colId xmlns:a16="http://schemas.microsoft.com/office/drawing/2014/main" val="460356421"/>
                    </a:ext>
                  </a:extLst>
                </a:gridCol>
                <a:gridCol w="377662">
                  <a:extLst>
                    <a:ext uri="{9D8B030D-6E8A-4147-A177-3AD203B41FA5}">
                      <a16:colId xmlns:a16="http://schemas.microsoft.com/office/drawing/2014/main" val="4113999157"/>
                    </a:ext>
                  </a:extLst>
                </a:gridCol>
                <a:gridCol w="377662">
                  <a:extLst>
                    <a:ext uri="{9D8B030D-6E8A-4147-A177-3AD203B41FA5}">
                      <a16:colId xmlns:a16="http://schemas.microsoft.com/office/drawing/2014/main" val="2295073598"/>
                    </a:ext>
                  </a:extLst>
                </a:gridCol>
                <a:gridCol w="377662">
                  <a:extLst>
                    <a:ext uri="{9D8B030D-6E8A-4147-A177-3AD203B41FA5}">
                      <a16:colId xmlns:a16="http://schemas.microsoft.com/office/drawing/2014/main" val="3839950398"/>
                    </a:ext>
                  </a:extLst>
                </a:gridCol>
                <a:gridCol w="377662">
                  <a:extLst>
                    <a:ext uri="{9D8B030D-6E8A-4147-A177-3AD203B41FA5}">
                      <a16:colId xmlns:a16="http://schemas.microsoft.com/office/drawing/2014/main" val="1112437124"/>
                    </a:ext>
                  </a:extLst>
                </a:gridCol>
                <a:gridCol w="377662">
                  <a:extLst>
                    <a:ext uri="{9D8B030D-6E8A-4147-A177-3AD203B41FA5}">
                      <a16:colId xmlns:a16="http://schemas.microsoft.com/office/drawing/2014/main" val="2132716544"/>
                    </a:ext>
                  </a:extLst>
                </a:gridCol>
                <a:gridCol w="377662">
                  <a:extLst>
                    <a:ext uri="{9D8B030D-6E8A-4147-A177-3AD203B41FA5}">
                      <a16:colId xmlns:a16="http://schemas.microsoft.com/office/drawing/2014/main" val="3776662713"/>
                    </a:ext>
                  </a:extLst>
                </a:gridCol>
                <a:gridCol w="377662">
                  <a:extLst>
                    <a:ext uri="{9D8B030D-6E8A-4147-A177-3AD203B41FA5}">
                      <a16:colId xmlns:a16="http://schemas.microsoft.com/office/drawing/2014/main" val="335481121"/>
                    </a:ext>
                  </a:extLst>
                </a:gridCol>
                <a:gridCol w="377662">
                  <a:extLst>
                    <a:ext uri="{9D8B030D-6E8A-4147-A177-3AD203B41FA5}">
                      <a16:colId xmlns:a16="http://schemas.microsoft.com/office/drawing/2014/main" val="1479873179"/>
                    </a:ext>
                  </a:extLst>
                </a:gridCol>
                <a:gridCol w="377662">
                  <a:extLst>
                    <a:ext uri="{9D8B030D-6E8A-4147-A177-3AD203B41FA5}">
                      <a16:colId xmlns:a16="http://schemas.microsoft.com/office/drawing/2014/main" val="3460867900"/>
                    </a:ext>
                  </a:extLst>
                </a:gridCol>
                <a:gridCol w="377662">
                  <a:extLst>
                    <a:ext uri="{9D8B030D-6E8A-4147-A177-3AD203B41FA5}">
                      <a16:colId xmlns:a16="http://schemas.microsoft.com/office/drawing/2014/main" val="2303242225"/>
                    </a:ext>
                  </a:extLst>
                </a:gridCol>
                <a:gridCol w="377662">
                  <a:extLst>
                    <a:ext uri="{9D8B030D-6E8A-4147-A177-3AD203B41FA5}">
                      <a16:colId xmlns:a16="http://schemas.microsoft.com/office/drawing/2014/main" val="1100539608"/>
                    </a:ext>
                  </a:extLst>
                </a:gridCol>
                <a:gridCol w="377662">
                  <a:extLst>
                    <a:ext uri="{9D8B030D-6E8A-4147-A177-3AD203B41FA5}">
                      <a16:colId xmlns:a16="http://schemas.microsoft.com/office/drawing/2014/main" val="30635567"/>
                    </a:ext>
                  </a:extLst>
                </a:gridCol>
                <a:gridCol w="377662">
                  <a:extLst>
                    <a:ext uri="{9D8B030D-6E8A-4147-A177-3AD203B41FA5}">
                      <a16:colId xmlns:a16="http://schemas.microsoft.com/office/drawing/2014/main" val="2999436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26</a:t>
                      </a:r>
                      <a:endParaRPr lang="en-MY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27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28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29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..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49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52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53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54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55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56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478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57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49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33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17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..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..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44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36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63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55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47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37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29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13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28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874007"/>
                  </a:ext>
                </a:extLst>
              </a:tr>
            </a:tbl>
          </a:graphicData>
        </a:graphic>
      </p:graphicFrame>
      <p:sp>
        <p:nvSpPr>
          <p:cNvPr id="10" name="Down Arrow 9"/>
          <p:cNvSpPr/>
          <p:nvPr/>
        </p:nvSpPr>
        <p:spPr>
          <a:xfrm>
            <a:off x="5843451" y="3410614"/>
            <a:ext cx="174172" cy="69112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TextBox 10"/>
          <p:cNvSpPr txBox="1"/>
          <p:nvPr/>
        </p:nvSpPr>
        <p:spPr>
          <a:xfrm>
            <a:off x="5677989" y="4310743"/>
            <a:ext cx="3275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Bit location from the 64 bit key</a:t>
            </a:r>
            <a:endParaRPr lang="en-MY" dirty="0"/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5503817" y="1898469"/>
            <a:ext cx="6235337" cy="348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158446" y="1666917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right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2449034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204269" cy="584109"/>
          </a:xfrm>
        </p:spPr>
        <p:txBody>
          <a:bodyPr/>
          <a:lstStyle/>
          <a:p>
            <a:r>
              <a:rPr lang="en-US" dirty="0" smtClean="0"/>
              <a:t>Permutation Choice 1</a:t>
            </a:r>
            <a:endParaRPr lang="en-MY" dirty="0"/>
          </a:p>
        </p:txBody>
      </p:sp>
      <p:pic>
        <p:nvPicPr>
          <p:cNvPr id="1026" name="Picture 2" descr="Permuted choic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189" y="887640"/>
            <a:ext cx="11656680" cy="5856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6936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3600" b="0" dirty="0"/>
              <a:t>DES – </a:t>
            </a:r>
            <a:r>
              <a:rPr lang="en-MY" sz="3600" dirty="0">
                <a:solidFill>
                  <a:srgbClr val="00B050"/>
                </a:solidFill>
              </a:rPr>
              <a:t>Key Generation </a:t>
            </a:r>
            <a:r>
              <a:rPr lang="en-MY" sz="3600" dirty="0">
                <a:solidFill>
                  <a:srgbClr val="0000FF"/>
                </a:solidFill>
              </a:rPr>
              <a:t>(Left Circular Shift)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C062D-9FA6-B2AB-C1C5-FB9F1B32B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7869"/>
            <a:ext cx="10515600" cy="4351338"/>
          </a:xfrm>
        </p:spPr>
        <p:txBody>
          <a:bodyPr/>
          <a:lstStyle/>
          <a:p>
            <a:pPr marL="457200" indent="-457200" algn="just">
              <a:buFont typeface="+mj-lt"/>
              <a:buAutoNum type="arabicPeriod" startAt="3"/>
            </a:pPr>
            <a:r>
              <a:rPr lang="en-MY" sz="2000" dirty="0">
                <a:solidFill>
                  <a:srgbClr val="000000"/>
                </a:solidFill>
                <a:cs typeface="Arial" pitchFamily="34" charset="0"/>
              </a:rPr>
              <a:t>Each half of left and right block undergoes left shifts according the current of subkey generation.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MY" sz="2000" dirty="0">
                <a:solidFill>
                  <a:srgbClr val="000000"/>
                </a:solidFill>
                <a:cs typeface="Arial" pitchFamily="34" charset="0"/>
              </a:rPr>
              <a:t>For </a:t>
            </a:r>
            <a:r>
              <a:rPr lang="en-MY" sz="2000" b="1" dirty="0">
                <a:solidFill>
                  <a:srgbClr val="FF0000"/>
                </a:solidFill>
                <a:cs typeface="Arial" pitchFamily="34" charset="0"/>
              </a:rPr>
              <a:t>Round 1, 2, 9, and 16 </a:t>
            </a:r>
            <a:r>
              <a:rPr lang="en-MY" sz="2000" dirty="0">
                <a:solidFill>
                  <a:srgbClr val="000000"/>
                </a:solidFill>
                <a:cs typeface="Arial" pitchFamily="34" charset="0"/>
              </a:rPr>
              <a:t>subkeys generation, </a:t>
            </a:r>
            <a:r>
              <a:rPr lang="en-MY" sz="2000" b="1" dirty="0">
                <a:solidFill>
                  <a:srgbClr val="FF0000"/>
                </a:solidFill>
                <a:cs typeface="Arial" pitchFamily="34" charset="0"/>
              </a:rPr>
              <a:t>ONE bit </a:t>
            </a:r>
            <a:r>
              <a:rPr lang="en-MY" sz="2000" dirty="0">
                <a:solidFill>
                  <a:srgbClr val="000000"/>
                </a:solidFill>
                <a:cs typeface="Arial" pitchFamily="34" charset="0"/>
              </a:rPr>
              <a:t>is shifted to the left.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MY" sz="2000" dirty="0">
                <a:solidFill>
                  <a:srgbClr val="000000"/>
                </a:solidFill>
                <a:cs typeface="Arial" pitchFamily="34" charset="0"/>
              </a:rPr>
              <a:t>For the </a:t>
            </a:r>
            <a:r>
              <a:rPr lang="en-MY" sz="2000" b="1" dirty="0">
                <a:solidFill>
                  <a:srgbClr val="0000FF"/>
                </a:solidFill>
                <a:cs typeface="Arial" pitchFamily="34" charset="0"/>
              </a:rPr>
              <a:t>other rounds </a:t>
            </a:r>
            <a:r>
              <a:rPr lang="en-MY" sz="2000" dirty="0">
                <a:solidFill>
                  <a:srgbClr val="000000"/>
                </a:solidFill>
                <a:cs typeface="Arial" pitchFamily="34" charset="0"/>
              </a:rPr>
              <a:t>of subkey generation, </a:t>
            </a:r>
            <a:r>
              <a:rPr lang="en-MY" sz="2000" b="1" dirty="0">
                <a:solidFill>
                  <a:srgbClr val="0000FF"/>
                </a:solidFill>
                <a:cs typeface="Arial" pitchFamily="34" charset="0"/>
              </a:rPr>
              <a:t>TWO bits </a:t>
            </a:r>
            <a:r>
              <a:rPr lang="en-MY" sz="2000" dirty="0">
                <a:solidFill>
                  <a:srgbClr val="000000"/>
                </a:solidFill>
                <a:cs typeface="Arial" pitchFamily="34" charset="0"/>
              </a:rPr>
              <a:t>are shifted to the left</a:t>
            </a:r>
            <a:r>
              <a:rPr lang="en-MY" sz="2000" dirty="0" smtClean="0">
                <a:solidFill>
                  <a:srgbClr val="000000"/>
                </a:solidFill>
                <a:cs typeface="Arial" pitchFamily="34" charset="0"/>
              </a:rPr>
              <a:t>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000000"/>
                </a:solidFill>
                <a:cs typeface="Arial" pitchFamily="34" charset="0"/>
              </a:rPr>
              <a:t>4 x 1 shift , 12 round x 2 = 24 + 4 = 28 bits x 2 = 56 bits</a:t>
            </a:r>
            <a:endParaRPr lang="en-MY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15BD37-DF5B-54CF-AEE0-AB7B4E52B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774" y="3867515"/>
            <a:ext cx="9990451" cy="1404957"/>
          </a:xfrm>
          <a:prstGeom prst="rect">
            <a:avLst/>
          </a:prstGeom>
        </p:spPr>
      </p:pic>
      <p:sp>
        <p:nvSpPr>
          <p:cNvPr id="8" name="Arrow: Up 7">
            <a:extLst>
              <a:ext uri="{FF2B5EF4-FFF2-40B4-BE49-F238E27FC236}">
                <a16:creationId xmlns:a16="http://schemas.microsoft.com/office/drawing/2014/main" id="{8D3FFF8C-8DDF-9717-0B67-CAE155801063}"/>
              </a:ext>
            </a:extLst>
          </p:cNvPr>
          <p:cNvSpPr/>
          <p:nvPr/>
        </p:nvSpPr>
        <p:spPr>
          <a:xfrm>
            <a:off x="3053918" y="5272472"/>
            <a:ext cx="248575" cy="35597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Arrow: Up 8">
            <a:extLst>
              <a:ext uri="{FF2B5EF4-FFF2-40B4-BE49-F238E27FC236}">
                <a16:creationId xmlns:a16="http://schemas.microsoft.com/office/drawing/2014/main" id="{B4E4EE34-7EC2-860E-55C7-20FFA6E317A2}"/>
              </a:ext>
            </a:extLst>
          </p:cNvPr>
          <p:cNvSpPr/>
          <p:nvPr/>
        </p:nvSpPr>
        <p:spPr>
          <a:xfrm>
            <a:off x="3554027" y="5272471"/>
            <a:ext cx="248575" cy="35597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Arrow: Up 9">
            <a:extLst>
              <a:ext uri="{FF2B5EF4-FFF2-40B4-BE49-F238E27FC236}">
                <a16:creationId xmlns:a16="http://schemas.microsoft.com/office/drawing/2014/main" id="{AA7D024C-2FD9-A9D6-1195-395CB8A6CA23}"/>
              </a:ext>
            </a:extLst>
          </p:cNvPr>
          <p:cNvSpPr/>
          <p:nvPr/>
        </p:nvSpPr>
        <p:spPr>
          <a:xfrm>
            <a:off x="6658991" y="5272471"/>
            <a:ext cx="248575" cy="35597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D589BC13-0A8F-0490-B630-D1924A36F220}"/>
              </a:ext>
            </a:extLst>
          </p:cNvPr>
          <p:cNvSpPr/>
          <p:nvPr/>
        </p:nvSpPr>
        <p:spPr>
          <a:xfrm>
            <a:off x="10477129" y="5272471"/>
            <a:ext cx="248575" cy="35597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06928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3600" b="0" dirty="0"/>
              <a:t>DES – </a:t>
            </a:r>
            <a:r>
              <a:rPr lang="en-MY" sz="3600" dirty="0">
                <a:solidFill>
                  <a:srgbClr val="00B050"/>
                </a:solidFill>
              </a:rPr>
              <a:t>Key Generation </a:t>
            </a:r>
            <a:r>
              <a:rPr lang="en-MY" sz="3600" dirty="0">
                <a:solidFill>
                  <a:srgbClr val="0000FF"/>
                </a:solidFill>
              </a:rPr>
              <a:t>(Permuted Choice 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7869"/>
                <a:ext cx="10515600" cy="4351338"/>
              </a:xfrm>
            </p:spPr>
            <p:txBody>
              <a:bodyPr/>
              <a:lstStyle/>
              <a:p>
                <a:pPr marL="457200" indent="-457200" algn="just">
                  <a:buFont typeface="+mj-lt"/>
                  <a:buAutoNum type="arabicPeriod" startAt="4"/>
                </a:pPr>
                <a:r>
                  <a:rPr lang="en-MY" sz="2000" dirty="0">
                    <a:solidFill>
                      <a:srgbClr val="000000"/>
                    </a:solidFill>
                    <a:cs typeface="Arial" pitchFamily="34" charset="0"/>
                  </a:rPr>
                  <a:t>After the left circular shift, both left and right halves pass through the </a:t>
                </a:r>
                <a:r>
                  <a:rPr lang="en-MY" sz="2000" b="1" dirty="0">
                    <a:solidFill>
                      <a:srgbClr val="7030A0"/>
                    </a:solidFill>
                    <a:cs typeface="Arial" pitchFamily="34" charset="0"/>
                  </a:rPr>
                  <a:t>Permuted Choice 2 (PC2)</a:t>
                </a:r>
                <a:r>
                  <a:rPr lang="en-MY" sz="2000" dirty="0">
                    <a:solidFill>
                      <a:srgbClr val="000000"/>
                    </a:solidFill>
                    <a:cs typeface="Arial" pitchFamily="34" charset="0"/>
                  </a:rPr>
                  <a:t> for further compression into </a:t>
                </a:r>
                <a14:m>
                  <m:oMath xmlns:m="http://schemas.openxmlformats.org/officeDocument/2006/math">
                    <m:r>
                      <a:rPr lang="en-MY" sz="20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𝟒</m:t>
                    </m:r>
                    <m:r>
                      <a:rPr lang="en-MY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𝟖</m:t>
                    </m:r>
                  </m:oMath>
                </a14:m>
                <a:r>
                  <a:rPr lang="en-MY" sz="2000" b="1" dirty="0">
                    <a:solidFill>
                      <a:srgbClr val="FF0000"/>
                    </a:solidFill>
                    <a:cs typeface="Arial" pitchFamily="34" charset="0"/>
                  </a:rPr>
                  <a:t>-bit keys</a:t>
                </a:r>
                <a:r>
                  <a:rPr lang="en-MY" sz="2000" dirty="0">
                    <a:solidFill>
                      <a:srgbClr val="000000"/>
                    </a:solidFill>
                    <a:cs typeface="Arial" pitchFamily="34" charset="0"/>
                  </a:rPr>
                  <a:t>. This is the </a:t>
                </a:r>
                <a:r>
                  <a:rPr lang="en-MY" sz="2000" b="1" dirty="0">
                    <a:solidFill>
                      <a:srgbClr val="0000FF"/>
                    </a:solidFill>
                    <a:cs typeface="Arial" pitchFamily="34" charset="0"/>
                  </a:rPr>
                  <a:t>Round key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MY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𝑲</m:t>
                        </m:r>
                      </m:e>
                      <m:sub>
                        <m:r>
                          <a:rPr lang="en-MY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MY" sz="2000" dirty="0">
                    <a:solidFill>
                      <a:srgbClr val="000000"/>
                    </a:solidFill>
                    <a:cs typeface="Arial" pitchFamily="34" charset="0"/>
                  </a:rPr>
                  <a:t> that will be used for </a:t>
                </a:r>
                <a:r>
                  <a:rPr lang="en-MY" sz="2000" b="1" dirty="0">
                    <a:solidFill>
                      <a:srgbClr val="000000"/>
                    </a:solidFill>
                    <a:cs typeface="Arial" pitchFamily="34" charset="0"/>
                  </a:rPr>
                  <a:t>single round Feistel encryption</a:t>
                </a:r>
                <a:r>
                  <a:rPr lang="en-MY" sz="2000" dirty="0">
                    <a:solidFill>
                      <a:srgbClr val="000000"/>
                    </a:solidFill>
                    <a:cs typeface="Arial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7869"/>
                <a:ext cx="10515600" cy="4351338"/>
              </a:xfrm>
              <a:blipFill>
                <a:blip r:embed="rId2"/>
                <a:stretch>
                  <a:fillRect l="-464" r="-40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E998C0-FCB0-AF25-AA77-1A729AD5C14C}"/>
                  </a:ext>
                </a:extLst>
              </p:cNvPr>
              <p:cNvSpPr txBox="1"/>
              <p:nvPr/>
            </p:nvSpPr>
            <p:spPr>
              <a:xfrm>
                <a:off x="8584707" y="4470006"/>
                <a:ext cx="2837838" cy="101566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MY" sz="2000" dirty="0"/>
                  <a:t>The output of the PC2 is a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𝟒𝟖</m:t>
                    </m:r>
                  </m:oMath>
                </a14:m>
                <a:r>
                  <a:rPr lang="en-MY" sz="2000" b="1" dirty="0">
                    <a:solidFill>
                      <a:srgbClr val="FF0000"/>
                    </a:solidFill>
                  </a:rPr>
                  <a:t>-bit key </a:t>
                </a:r>
                <a:r>
                  <a:rPr lang="en-MY" sz="2000" dirty="0"/>
                  <a:t>instead of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lang="en-MY" sz="2000" dirty="0"/>
                  <a:t>-bit.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E998C0-FCB0-AF25-AA77-1A729AD5C1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4707" y="4470006"/>
                <a:ext cx="2837838" cy="1015663"/>
              </a:xfrm>
              <a:prstGeom prst="rect">
                <a:avLst/>
              </a:prstGeom>
              <a:blipFill>
                <a:blip r:embed="rId3"/>
                <a:stretch>
                  <a:fillRect l="-2146" t="-2395" r="-2146" b="-1018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Left 5">
            <a:extLst>
              <a:ext uri="{FF2B5EF4-FFF2-40B4-BE49-F238E27FC236}">
                <a16:creationId xmlns:a16="http://schemas.microsoft.com/office/drawing/2014/main" id="{170280B8-459F-CCDA-566F-64E75B8628D7}"/>
              </a:ext>
            </a:extLst>
          </p:cNvPr>
          <p:cNvSpPr/>
          <p:nvPr/>
        </p:nvSpPr>
        <p:spPr>
          <a:xfrm>
            <a:off x="9569972" y="3498906"/>
            <a:ext cx="978408" cy="484632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67FA34-0D14-DA93-6CAB-DFDEB97879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369" y="3429000"/>
            <a:ext cx="7077699" cy="26588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45369" y="6287589"/>
            <a:ext cx="4224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Ignore bit : </a:t>
            </a:r>
            <a:r>
              <a:rPr lang="en-MY" dirty="0"/>
              <a:t>9, 18, 22, 25, 35, 38, 43, 54.</a:t>
            </a:r>
          </a:p>
        </p:txBody>
      </p:sp>
    </p:spTree>
    <p:extLst>
      <p:ext uri="{BB962C8B-B14F-4D97-AF65-F5344CB8AC3E}">
        <p14:creationId xmlns:p14="http://schemas.microsoft.com/office/powerpoint/2010/main" val="25025835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612" y="0"/>
            <a:ext cx="10515600" cy="1105989"/>
          </a:xfrm>
        </p:spPr>
        <p:txBody>
          <a:bodyPr/>
          <a:lstStyle/>
          <a:p>
            <a:r>
              <a:rPr lang="en-US" dirty="0" smtClean="0"/>
              <a:t>Permuted Choice-2</a:t>
            </a:r>
            <a:endParaRPr lang="en-MY" dirty="0"/>
          </a:p>
        </p:txBody>
      </p:sp>
      <p:pic>
        <p:nvPicPr>
          <p:cNvPr id="1026" name="Picture 2" descr="Permuted choic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718" y="966651"/>
            <a:ext cx="11334563" cy="5729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84301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686887" cy="1325563"/>
          </a:xfrm>
        </p:spPr>
        <p:txBody>
          <a:bodyPr/>
          <a:lstStyle/>
          <a:p>
            <a:r>
              <a:rPr lang="en-MY" sz="3600" b="0" dirty="0"/>
              <a:t>DES – </a:t>
            </a:r>
            <a:r>
              <a:rPr lang="en-MY" sz="3600" dirty="0">
                <a:solidFill>
                  <a:srgbClr val="00B050"/>
                </a:solidFill>
              </a:rPr>
              <a:t>Key Generation</a:t>
            </a:r>
            <a:endParaRPr lang="en-MY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C062D-9FA6-B2AB-C1C5-FB9F1B32B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pPr marL="457200" indent="-457200" algn="just">
              <a:buFont typeface="+mj-lt"/>
              <a:buAutoNum type="arabicPeriod" startAt="5"/>
            </a:pPr>
            <a:r>
              <a:rPr lang="en-MY" sz="2000" dirty="0">
                <a:solidFill>
                  <a:srgbClr val="000000"/>
                </a:solidFill>
                <a:cs typeface="Arial" pitchFamily="34" charset="0"/>
              </a:rPr>
              <a:t>While passing the left and right halves to Permuted Choice 2, these left-shifted key blocks are also </a:t>
            </a:r>
            <a:r>
              <a:rPr lang="en-MY" sz="2000" b="1" dirty="0">
                <a:solidFill>
                  <a:srgbClr val="FF0000"/>
                </a:solidFill>
                <a:cs typeface="Arial" pitchFamily="34" charset="0"/>
              </a:rPr>
              <a:t>repeating the identical operations</a:t>
            </a:r>
            <a:r>
              <a:rPr lang="en-MY" sz="2000" dirty="0">
                <a:solidFill>
                  <a:srgbClr val="000000"/>
                </a:solidFill>
                <a:cs typeface="Arial" pitchFamily="34" charset="0"/>
              </a:rPr>
              <a:t> in </a:t>
            </a:r>
            <a:r>
              <a:rPr lang="en-MY" sz="2000" b="1" dirty="0">
                <a:solidFill>
                  <a:srgbClr val="FF0000"/>
                </a:solidFill>
                <a:cs typeface="Arial" pitchFamily="34" charset="0"/>
              </a:rPr>
              <a:t>Step 3</a:t>
            </a:r>
            <a:r>
              <a:rPr lang="en-MY" sz="2000" dirty="0">
                <a:solidFill>
                  <a:srgbClr val="000000"/>
                </a:solidFill>
                <a:cs typeface="Arial" pitchFamily="34" charset="0"/>
              </a:rPr>
              <a:t> to generator </a:t>
            </a:r>
            <a:r>
              <a:rPr lang="en-MY" sz="2000" b="1" dirty="0">
                <a:solidFill>
                  <a:srgbClr val="0000FF"/>
                </a:solidFill>
                <a:cs typeface="Arial" pitchFamily="34" charset="0"/>
              </a:rPr>
              <a:t>subkey</a:t>
            </a:r>
            <a:r>
              <a:rPr lang="en-MY" sz="2000" dirty="0">
                <a:solidFill>
                  <a:srgbClr val="000000"/>
                </a:solidFill>
                <a:cs typeface="Arial" pitchFamily="34" charset="0"/>
              </a:rPr>
              <a:t> in </a:t>
            </a:r>
            <a:r>
              <a:rPr lang="en-MY" sz="2000" b="1" dirty="0">
                <a:solidFill>
                  <a:srgbClr val="0000FF"/>
                </a:solidFill>
                <a:cs typeface="Arial" pitchFamily="34" charset="0"/>
              </a:rPr>
              <a:t>NEXT round</a:t>
            </a:r>
            <a:r>
              <a:rPr lang="en-MY" sz="2000" dirty="0">
                <a:solidFill>
                  <a:srgbClr val="000000"/>
                </a:solidFill>
                <a:cs typeface="Arial" pitchFamily="34" charset="0"/>
              </a:rPr>
              <a:t>.</a:t>
            </a:r>
          </a:p>
          <a:p>
            <a:pPr marL="0" indent="0" algn="just">
              <a:buNone/>
            </a:pPr>
            <a:endParaRPr lang="en-MY" sz="2000" dirty="0"/>
          </a:p>
          <a:p>
            <a:pPr algn="just">
              <a:buFont typeface="Wingdings" panose="05000000000000000000" pitchFamily="2" charset="2"/>
              <a:buChar char="v"/>
            </a:pPr>
            <a:endParaRPr lang="en-MY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C2CAFA-2D9F-992F-FDC5-E3235D119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9112" y="17752"/>
            <a:ext cx="4882887" cy="32403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9C3C76-7159-72D8-3B02-AD992F636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2804" y="3250586"/>
            <a:ext cx="3917766" cy="13206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0AA061-DED9-D46D-6483-92498FD7BC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7458" y="4400641"/>
            <a:ext cx="4777563" cy="2333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1702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669132" cy="6088941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MY" dirty="0"/>
              <a:t>DATA ENCRYPTION </a:t>
            </a:r>
            <a:br>
              <a:rPr lang="en-MY" dirty="0"/>
            </a:br>
            <a:r>
              <a:rPr lang="en-MY" dirty="0"/>
              <a:t>STANDARD</a:t>
            </a:r>
            <a:br>
              <a:rPr lang="en-MY" dirty="0"/>
            </a:br>
            <a:r>
              <a:rPr lang="en-MY" dirty="0"/>
              <a:t>(DES)</a:t>
            </a:r>
            <a:br>
              <a:rPr lang="en-MY" dirty="0"/>
            </a:br>
            <a:r>
              <a:rPr lang="en-MY" dirty="0"/>
              <a:t/>
            </a:r>
            <a:br>
              <a:rPr lang="en-MY" dirty="0"/>
            </a:br>
            <a:r>
              <a:rPr lang="en-MY" dirty="0">
                <a:solidFill>
                  <a:srgbClr val="FF0000"/>
                </a:solidFill>
              </a:rPr>
              <a:t>ENCRYPTION ALGORITHM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C35918-67F6-9228-D8C1-34D43F5CB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436" y="305923"/>
            <a:ext cx="5299011" cy="628098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229600" y="60960"/>
            <a:ext cx="2647406" cy="304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Initial Permutation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2611264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3200" b="0" dirty="0"/>
              <a:t>DES – </a:t>
            </a:r>
            <a:r>
              <a:rPr lang="en-MY" sz="3200" dirty="0">
                <a:solidFill>
                  <a:srgbClr val="00B050"/>
                </a:solidFill>
              </a:rPr>
              <a:t>Encryption Algorithm </a:t>
            </a:r>
            <a:r>
              <a:rPr lang="en-MY" sz="3200" dirty="0">
                <a:solidFill>
                  <a:srgbClr val="0000FF"/>
                </a:solidFill>
              </a:rPr>
              <a:t>(Initial Permutation)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000" dirty="0">
                    <a:solidFill>
                      <a:srgbClr val="000000"/>
                    </a:solidFill>
                    <a:cs typeface="Arial" pitchFamily="34" charset="0"/>
                  </a:rPr>
                  <a:t>On input of a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64</m:t>
                    </m:r>
                  </m:oMath>
                </a14:m>
                <a:r>
                  <a:rPr lang="en-GB" sz="2000" dirty="0">
                    <a:solidFill>
                      <a:srgbClr val="000000"/>
                    </a:solidFill>
                    <a:cs typeface="Arial" pitchFamily="34" charset="0"/>
                  </a:rPr>
                  <a:t>-bit plaintext block, it is permuted using the </a:t>
                </a:r>
                <a:r>
                  <a:rPr lang="en-GB" sz="2000" b="1" dirty="0">
                    <a:solidFill>
                      <a:srgbClr val="7030A0"/>
                    </a:solidFill>
                    <a:cs typeface="Arial" pitchFamily="34" charset="0"/>
                  </a:rPr>
                  <a:t>Initial Permutation (</a:t>
                </a:r>
                <a14:m>
                  <m:oMath xmlns:m="http://schemas.openxmlformats.org/officeDocument/2006/math">
                    <m:r>
                      <a:rPr lang="en-MY" sz="20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𝑰𝑷</m:t>
                    </m:r>
                  </m:oMath>
                </a14:m>
                <a:r>
                  <a:rPr lang="en-GB" sz="2000" b="1" dirty="0">
                    <a:solidFill>
                      <a:srgbClr val="7030A0"/>
                    </a:solidFill>
                    <a:cs typeface="Arial" pitchFamily="34" charset="0"/>
                  </a:rPr>
                  <a:t>)  </a:t>
                </a:r>
                <a:r>
                  <a:rPr lang="en-GB" sz="2000" dirty="0">
                    <a:solidFill>
                      <a:srgbClr val="000000"/>
                    </a:solidFill>
                    <a:cs typeface="Arial" pitchFamily="34" charset="0"/>
                  </a:rPr>
                  <a:t>table as follows.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000" dirty="0"/>
                  <a:t>The </a:t>
                </a:r>
                <a:r>
                  <a:rPr lang="en-MY" sz="2000" b="1" dirty="0"/>
                  <a:t>permuted plaintext block</a:t>
                </a:r>
                <a:r>
                  <a:rPr lang="en-MY" sz="2000" dirty="0"/>
                  <a:t> is </a:t>
                </a:r>
                <a:r>
                  <a:rPr lang="en-GB" sz="2000" dirty="0">
                    <a:solidFill>
                      <a:srgbClr val="000000"/>
                    </a:solidFill>
                    <a:cs typeface="Arial" pitchFamily="34" charset="0"/>
                  </a:rPr>
                  <a:t>then split into two halves of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𝟑𝟐</m:t>
                    </m:r>
                  </m:oMath>
                </a14:m>
                <a:r>
                  <a:rPr lang="en-MY" sz="2000" b="1" dirty="0">
                    <a:solidFill>
                      <a:srgbClr val="FF0000"/>
                    </a:solidFill>
                  </a:rPr>
                  <a:t>-bit left block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MY" sz="2000" dirty="0"/>
                  <a:t> and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𝟑𝟐</m:t>
                    </m:r>
                  </m:oMath>
                </a14:m>
                <a:r>
                  <a:rPr lang="en-MY" sz="2000" b="1" dirty="0">
                    <a:solidFill>
                      <a:srgbClr val="0000FF"/>
                    </a:solidFill>
                  </a:rPr>
                  <a:t>-bit right block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MY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MY" sz="20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4" r="-40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3C2DE9A-B1AE-A1FB-8FCC-68443ADCB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2543" y="3562165"/>
            <a:ext cx="6466913" cy="314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7911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 descr="Final permut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MY"/>
          </a:p>
        </p:txBody>
      </p:sp>
      <p:pic>
        <p:nvPicPr>
          <p:cNvPr id="2052" name="Picture 4" descr="Final permut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044" y="465455"/>
            <a:ext cx="11278754" cy="6135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1608526" y="2621280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IP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7848570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3200" b="0" dirty="0"/>
              <a:t>DES – </a:t>
            </a:r>
            <a:r>
              <a:rPr lang="en-MY" sz="3200" dirty="0">
                <a:solidFill>
                  <a:srgbClr val="00B050"/>
                </a:solidFill>
              </a:rPr>
              <a:t>Encryption Algorithm </a:t>
            </a:r>
            <a:r>
              <a:rPr lang="en-MY" sz="3200" dirty="0">
                <a:solidFill>
                  <a:srgbClr val="0000FF"/>
                </a:solidFill>
              </a:rPr>
              <a:t>(Expansion)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MY" sz="2000" dirty="0">
                    <a:solidFill>
                      <a:srgbClr val="000000"/>
                    </a:solidFill>
                    <a:cs typeface="Arial" pitchFamily="34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𝟑𝟐</m:t>
                    </m:r>
                  </m:oMath>
                </a14:m>
                <a:r>
                  <a:rPr lang="en-MY" sz="2000" b="1" dirty="0">
                    <a:solidFill>
                      <a:srgbClr val="0000FF"/>
                    </a:solidFill>
                  </a:rPr>
                  <a:t>-bit right block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MY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MY" sz="2000" dirty="0">
                    <a:solidFill>
                      <a:srgbClr val="000000"/>
                    </a:solidFill>
                    <a:cs typeface="Arial" pitchFamily="34" charset="0"/>
                  </a:rPr>
                  <a:t> has </a:t>
                </a:r>
                <a:r>
                  <a:rPr lang="en-MY" sz="2000" b="1" dirty="0">
                    <a:solidFill>
                      <a:schemeClr val="bg2">
                        <a:lumMod val="25000"/>
                      </a:schemeClr>
                    </a:solidFill>
                    <a:cs typeface="Arial" pitchFamily="34" charset="0"/>
                  </a:rPr>
                  <a:t>two purposes </a:t>
                </a:r>
                <a:r>
                  <a:rPr lang="en-MY" sz="2000" dirty="0">
                    <a:solidFill>
                      <a:srgbClr val="000000"/>
                    </a:solidFill>
                    <a:cs typeface="Arial" pitchFamily="34" charset="0"/>
                  </a:rPr>
                  <a:t>here: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MY" sz="2000" dirty="0"/>
                  <a:t>It immediately becomes the </a:t>
                </a:r>
                <a:r>
                  <a:rPr lang="en-MY" sz="2000" b="1" dirty="0">
                    <a:solidFill>
                      <a:srgbClr val="FF0000"/>
                    </a:solidFill>
                  </a:rPr>
                  <a:t>left ciphertext block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MY" sz="2000" dirty="0"/>
                  <a:t> </a:t>
                </a:r>
                <a:br>
                  <a:rPr lang="en-MY" sz="2000" dirty="0"/>
                </a:br>
                <a:r>
                  <a:rPr lang="en-MY" sz="2000" dirty="0"/>
                  <a:t>for </a:t>
                </a:r>
                <a:r>
                  <a:rPr lang="en-MY" sz="2000" b="1" dirty="0"/>
                  <a:t>NEXT</a:t>
                </a:r>
                <a:r>
                  <a:rPr lang="en-MY" sz="2000" dirty="0"/>
                  <a:t> round. That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MY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MY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MY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MY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endParaRPr lang="en-MY" sz="2000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MY" sz="2000" dirty="0"/>
                  <a:t>It undergoes the expansion operation to form </a:t>
                </a:r>
                <a:br>
                  <a:rPr lang="en-MY" sz="2000" dirty="0"/>
                </a:br>
                <a:r>
                  <a:rPr lang="en-MY" sz="2000" dirty="0"/>
                  <a:t>a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𝟒𝟖</m:t>
                    </m:r>
                  </m:oMath>
                </a14:m>
                <a:r>
                  <a:rPr lang="en-MY" sz="2000" b="1" dirty="0">
                    <a:solidFill>
                      <a:srgbClr val="0000FF"/>
                    </a:solidFill>
                  </a:rPr>
                  <a:t>-bit right block </a:t>
                </a:r>
                <a14:m>
                  <m:oMath xmlns:m="http://schemas.openxmlformats.org/officeDocument/2006/math">
                    <m:r>
                      <a:rPr lang="en-MY" sz="20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ctrlPr>
                          <a:rPr lang="en-MY" sz="20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0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0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MY" sz="20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r>
                  <a:rPr lang="en-MY" sz="2000" dirty="0"/>
                  <a:t> using the </a:t>
                </a:r>
                <a:r>
                  <a:rPr lang="en-MY" sz="2000" b="1" dirty="0">
                    <a:solidFill>
                      <a:srgbClr val="7030A0"/>
                    </a:solidFill>
                  </a:rPr>
                  <a:t>Expansion</a:t>
                </a:r>
                <a:r>
                  <a:rPr lang="en-MY" sz="2000" dirty="0"/>
                  <a:t> </a:t>
                </a:r>
                <a:br>
                  <a:rPr lang="en-MY" sz="2000" dirty="0"/>
                </a:br>
                <a:r>
                  <a:rPr lang="en-MY" sz="2000" dirty="0"/>
                  <a:t>permutation table as follows</a:t>
                </a:r>
                <a:r>
                  <a:rPr lang="en-MY" sz="2000" dirty="0" smtClean="0"/>
                  <a:t>.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000" dirty="0" smtClean="0"/>
                  <a:t>16 bits mapped to 16 bits 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000" dirty="0" err="1" smtClean="0"/>
                  <a:t>eg</a:t>
                </a:r>
                <a:r>
                  <a:rPr lang="en-US" sz="2000" dirty="0" smtClean="0"/>
                  <a:t>. Bit 2 mapped to Bit 3. 1 bit map to 1 bit.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000" dirty="0" smtClean="0"/>
                  <a:t>16 bits mapped to 32 bits . 1 bit map to 2 bit.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000" dirty="0" err="1" smtClean="0"/>
                  <a:t>eg</a:t>
                </a:r>
                <a:r>
                  <a:rPr lang="en-US" sz="2000" dirty="0" smtClean="0"/>
                  <a:t>. Bit 1,4,5. Bit 1 mapped to Bit 2, 48</a:t>
                </a:r>
                <a:endParaRPr lang="en-MY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48" b="-14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9813B9E-95AB-10A2-0FE9-89C0123ED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830" y="2937485"/>
            <a:ext cx="5428170" cy="3555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0550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1026" name="Picture 2" descr="Expansion func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055" y="365125"/>
            <a:ext cx="11855441" cy="624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0101943" y="208134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DES Expansion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4556199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3200" b="0" dirty="0"/>
              <a:t>DES – </a:t>
            </a:r>
            <a:r>
              <a:rPr lang="en-MY" sz="3200" dirty="0">
                <a:solidFill>
                  <a:srgbClr val="00B050"/>
                </a:solidFill>
              </a:rPr>
              <a:t>Encryption Algorithm </a:t>
            </a:r>
            <a:r>
              <a:rPr lang="en-MY" sz="3200" dirty="0">
                <a:solidFill>
                  <a:srgbClr val="0000FF"/>
                </a:solidFill>
              </a:rPr>
              <a:t>(Exclusive-OR)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 algn="just">
                  <a:buFont typeface="+mj-lt"/>
                  <a:buAutoNum type="arabicPeriod" startAt="4"/>
                </a:pPr>
                <a:r>
                  <a:rPr lang="en-MY" sz="2000" dirty="0">
                    <a:solidFill>
                      <a:srgbClr val="000000"/>
                    </a:solidFill>
                    <a:cs typeface="Arial" pitchFamily="34" charset="0"/>
                  </a:rPr>
                  <a:t>The </a:t>
                </a:r>
                <a:r>
                  <a:rPr lang="en-MY" sz="2000" b="1" dirty="0">
                    <a:solidFill>
                      <a:srgbClr val="0000FF"/>
                    </a:solidFill>
                    <a:cs typeface="Arial" pitchFamily="34" charset="0"/>
                  </a:rPr>
                  <a:t>expanded</a:t>
                </a:r>
                <a:r>
                  <a:rPr lang="en-MY" sz="2000" dirty="0">
                    <a:solidFill>
                      <a:srgbClr val="000000"/>
                    </a:solidFill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𝟒𝟖</m:t>
                    </m:r>
                  </m:oMath>
                </a14:m>
                <a:r>
                  <a:rPr lang="en-MY" sz="2000" b="1" dirty="0">
                    <a:solidFill>
                      <a:srgbClr val="0000FF"/>
                    </a:solidFill>
                  </a:rPr>
                  <a:t>-bit right block </a:t>
                </a:r>
                <a14:m>
                  <m:oMath xmlns:m="http://schemas.openxmlformats.org/officeDocument/2006/math">
                    <m:r>
                      <a:rPr lang="en-MY" sz="20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ctrlPr>
                          <a:rPr lang="en-MY" sz="20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0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0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MY" sz="20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r>
                  <a:rPr lang="en-MY" sz="2000" dirty="0">
                    <a:solidFill>
                      <a:srgbClr val="000000"/>
                    </a:solidFill>
                    <a:cs typeface="Arial" pitchFamily="34" charset="0"/>
                  </a:rPr>
                  <a:t> is then </a:t>
                </a:r>
                <a:r>
                  <a:rPr lang="en-MY" sz="2000" b="1" dirty="0">
                    <a:solidFill>
                      <a:srgbClr val="FF0000"/>
                    </a:solidFill>
                    <a:cs typeface="Arial" pitchFamily="34" charset="0"/>
                  </a:rPr>
                  <a:t>XOR (exclusive-OR) </a:t>
                </a:r>
                <a:r>
                  <a:rPr lang="en-MY" sz="2000" dirty="0">
                    <a:solidFill>
                      <a:srgbClr val="000000"/>
                    </a:solidFill>
                    <a:cs typeface="Arial" pitchFamily="34" charset="0"/>
                  </a:rPr>
                  <a:t>with the </a:t>
                </a:r>
                <a:r>
                  <a:rPr lang="en-MY" sz="2000" b="1" dirty="0">
                    <a:solidFill>
                      <a:srgbClr val="00B050"/>
                    </a:solidFill>
                    <a:cs typeface="Arial" pitchFamily="34" charset="0"/>
                  </a:rPr>
                  <a:t>subkey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MY" sz="2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MY" sz="2000" dirty="0">
                    <a:solidFill>
                      <a:srgbClr val="000000"/>
                    </a:solidFill>
                    <a:cs typeface="Arial" pitchFamily="34" charset="0"/>
                  </a:rPr>
                  <a:t> generated previously to produce a </a:t>
                </a:r>
                <a14:m>
                  <m:oMath xmlns:m="http://schemas.openxmlformats.org/officeDocument/2006/math">
                    <m:r>
                      <a:rPr lang="en-MY" sz="20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𝟒𝟖</m:t>
                    </m:r>
                  </m:oMath>
                </a14:m>
                <a:r>
                  <a:rPr lang="en-MY" sz="2000" b="1" dirty="0">
                    <a:solidFill>
                      <a:srgbClr val="0000FF"/>
                    </a:solidFill>
                  </a:rPr>
                  <a:t>-bit block</a:t>
                </a:r>
                <a:r>
                  <a:rPr lang="en-MY" sz="2000" dirty="0">
                    <a:solidFill>
                      <a:srgbClr val="000000"/>
                    </a:solidFill>
                    <a:cs typeface="Arial" pitchFamily="34" charset="0"/>
                  </a:rPr>
                  <a:t>. Mathmatically,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𝑬</m:t>
                    </m:r>
                    <m:d>
                      <m:dPr>
                        <m:ctrlPr>
                          <a:rPr lang="en-MY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sSubPr>
                          <m:e>
                            <m:r>
                              <a:rPr lang="en-MY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MY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MY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⊕</m:t>
                    </m:r>
                    <m:sSub>
                      <m:sSubPr>
                        <m:ctrlPr>
                          <a:rPr lang="en-MY" sz="2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MY" sz="2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𝑲</m:t>
                        </m:r>
                      </m:e>
                      <m:sub>
                        <m:r>
                          <a:rPr lang="en-MY" sz="2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MY" sz="2000" dirty="0">
                    <a:solidFill>
                      <a:srgbClr val="000000"/>
                    </a:solidFill>
                    <a:cs typeface="Arial" pitchFamily="34" charset="0"/>
                  </a:rPr>
                  <a:t>. Recall that exclusive-OR operations: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4" r="-40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D54E63E2-BAD7-C69A-49F0-7E9EB72219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3248019"/>
                  </p:ext>
                </p:extLst>
              </p:nvPr>
            </p:nvGraphicFramePr>
            <p:xfrm>
              <a:off x="3192508" y="3750043"/>
              <a:ext cx="5806983" cy="1943635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1486882">
                      <a:extLst>
                        <a:ext uri="{9D8B030D-6E8A-4147-A177-3AD203B41FA5}">
                          <a16:colId xmlns:a16="http://schemas.microsoft.com/office/drawing/2014/main" val="526630032"/>
                        </a:ext>
                      </a:extLst>
                    </a:gridCol>
                    <a:gridCol w="1548325">
                      <a:extLst>
                        <a:ext uri="{9D8B030D-6E8A-4147-A177-3AD203B41FA5}">
                          <a16:colId xmlns:a16="http://schemas.microsoft.com/office/drawing/2014/main" val="398420283"/>
                        </a:ext>
                      </a:extLst>
                    </a:gridCol>
                    <a:gridCol w="2771776">
                      <a:extLst>
                        <a:ext uri="{9D8B030D-6E8A-4147-A177-3AD203B41FA5}">
                          <a16:colId xmlns:a16="http://schemas.microsoft.com/office/drawing/2014/main" val="261047258"/>
                        </a:ext>
                      </a:extLst>
                    </a:gridCol>
                  </a:tblGrid>
                  <a:tr h="3887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Input Bit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Input Bit 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MY" dirty="0"/>
                            <a:t>Resultant Bit under </a:t>
                          </a:r>
                          <a14:m>
                            <m:oMath xmlns:m="http://schemas.openxmlformats.org/officeDocument/2006/math">
                              <m:r>
                                <a:rPr lang="en-MY" b="1" i="1" smtClean="0">
                                  <a:latin typeface="Cambria Math" panose="02040503050406030204" pitchFamily="18" charset="0"/>
                                </a:rPr>
                                <m:t>⊕</m:t>
                              </m:r>
                            </m:oMath>
                          </a14:m>
                          <a:endParaRPr lang="en-MY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7921702"/>
                      </a:ext>
                    </a:extLst>
                  </a:tr>
                  <a:tr h="38872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27024933"/>
                      </a:ext>
                    </a:extLst>
                  </a:tr>
                  <a:tr h="38872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65369317"/>
                      </a:ext>
                    </a:extLst>
                  </a:tr>
                  <a:tr h="38872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01144295"/>
                      </a:ext>
                    </a:extLst>
                  </a:tr>
                  <a:tr h="38872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30068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D54E63E2-BAD7-C69A-49F0-7E9EB72219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3248019"/>
                  </p:ext>
                </p:extLst>
              </p:nvPr>
            </p:nvGraphicFramePr>
            <p:xfrm>
              <a:off x="3192508" y="3750043"/>
              <a:ext cx="5806983" cy="1943635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1486882">
                      <a:extLst>
                        <a:ext uri="{9D8B030D-6E8A-4147-A177-3AD203B41FA5}">
                          <a16:colId xmlns:a16="http://schemas.microsoft.com/office/drawing/2014/main" val="526630032"/>
                        </a:ext>
                      </a:extLst>
                    </a:gridCol>
                    <a:gridCol w="1548325">
                      <a:extLst>
                        <a:ext uri="{9D8B030D-6E8A-4147-A177-3AD203B41FA5}">
                          <a16:colId xmlns:a16="http://schemas.microsoft.com/office/drawing/2014/main" val="398420283"/>
                        </a:ext>
                      </a:extLst>
                    </a:gridCol>
                    <a:gridCol w="2771776">
                      <a:extLst>
                        <a:ext uri="{9D8B030D-6E8A-4147-A177-3AD203B41FA5}">
                          <a16:colId xmlns:a16="http://schemas.microsoft.com/office/drawing/2014/main" val="261047258"/>
                        </a:ext>
                      </a:extLst>
                    </a:gridCol>
                  </a:tblGrid>
                  <a:tr h="3887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Input Bit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Input Bit 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9890" t="-3125" r="-659" b="-4031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7921702"/>
                      </a:ext>
                    </a:extLst>
                  </a:tr>
                  <a:tr h="3887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10" t="-103125" r="-292213" b="-303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6078" t="-103125" r="-179608" b="-303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9890" t="-103125" r="-659" b="-3031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7024933"/>
                      </a:ext>
                    </a:extLst>
                  </a:tr>
                  <a:tr h="3887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10" t="-203125" r="-292213" b="-203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6078" t="-203125" r="-179608" b="-203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9890" t="-203125" r="-659" b="-2031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5369317"/>
                      </a:ext>
                    </a:extLst>
                  </a:tr>
                  <a:tr h="3887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10" t="-303125" r="-292213" b="-103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6078" t="-303125" r="-179608" b="-103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9890" t="-303125" r="-659" b="-1031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1144295"/>
                      </a:ext>
                    </a:extLst>
                  </a:tr>
                  <a:tr h="3887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10" t="-403125" r="-292213" b="-3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6078" t="-403125" r="-179608" b="-3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9890" t="-403125" r="-659" b="-31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0068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618608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3200" b="0" dirty="0"/>
              <a:t>DES – </a:t>
            </a:r>
            <a:r>
              <a:rPr lang="en-MY" sz="3200" dirty="0">
                <a:solidFill>
                  <a:srgbClr val="00B050"/>
                </a:solidFill>
              </a:rPr>
              <a:t>Encryption Algorithm </a:t>
            </a:r>
            <a:r>
              <a:rPr lang="en-MY" sz="3200" dirty="0">
                <a:solidFill>
                  <a:srgbClr val="0000FF"/>
                </a:solidFill>
              </a:rPr>
              <a:t>(Substitution) </a:t>
            </a:r>
            <a:endParaRPr lang="en-MY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 algn="just">
                  <a:buFont typeface="+mj-lt"/>
                  <a:buAutoNum type="arabicPeriod" startAt="5"/>
                </a:pPr>
                <a:r>
                  <a:rPr lang="en-MY" sz="2000" dirty="0"/>
                  <a:t>The output of the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𝟒𝟖</m:t>
                    </m:r>
                  </m:oMath>
                </a14:m>
                <a:r>
                  <a:rPr lang="en-MY" sz="2000" b="1" dirty="0">
                    <a:solidFill>
                      <a:srgbClr val="0000FF"/>
                    </a:solidFill>
                  </a:rPr>
                  <a:t>-bit block </a:t>
                </a:r>
                <a:r>
                  <a:rPr lang="en-MY" sz="2000" dirty="0"/>
                  <a:t>from </a:t>
                </a:r>
                <a:r>
                  <a:rPr lang="en-MY" sz="2000" b="1" dirty="0"/>
                  <a:t>Step 4</a:t>
                </a:r>
                <a:r>
                  <a:rPr lang="en-MY" sz="2000" dirty="0"/>
                  <a:t> is then split into </a:t>
                </a:r>
                <a:r>
                  <a:rPr lang="en-MY" sz="2000" b="1" dirty="0">
                    <a:solidFill>
                      <a:srgbClr val="FF0000"/>
                    </a:solidFill>
                  </a:rPr>
                  <a:t>8 smaller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en-MY" sz="2000" b="1" dirty="0">
                    <a:solidFill>
                      <a:srgbClr val="FF0000"/>
                    </a:solidFill>
                  </a:rPr>
                  <a:t>-bit blocks </a:t>
                </a:r>
                <a:r>
                  <a:rPr lang="en-MY" sz="2000" dirty="0"/>
                  <a:t>for the </a:t>
                </a:r>
                <a:r>
                  <a:rPr lang="en-MY" sz="2000" b="1" dirty="0">
                    <a:solidFill>
                      <a:srgbClr val="7030A0"/>
                    </a:solidFill>
                  </a:rPr>
                  <a:t>substitution</a:t>
                </a:r>
                <a:r>
                  <a:rPr lang="en-MY" sz="2000" dirty="0"/>
                  <a:t> operation using the DES </a:t>
                </a:r>
                <a:r>
                  <a:rPr lang="en-MY" sz="2000" b="1" dirty="0">
                    <a:solidFill>
                      <a:schemeClr val="bg2">
                        <a:lumMod val="25000"/>
                      </a:schemeClr>
                    </a:solidFill>
                  </a:rPr>
                  <a:t>S-Boxes</a:t>
                </a:r>
                <a:r>
                  <a:rPr lang="en-MY" sz="2000" dirty="0"/>
                  <a:t> to compress it into producing a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latin typeface="Cambria Math" panose="02040503050406030204" pitchFamily="18" charset="0"/>
                      </a:rPr>
                      <m:t>𝟑𝟐</m:t>
                    </m:r>
                  </m:oMath>
                </a14:m>
                <a:r>
                  <a:rPr lang="en-MY" sz="2000" b="1" dirty="0"/>
                  <a:t>-bit block output (</a:t>
                </a:r>
                <a:r>
                  <a:rPr lang="en-MY" sz="2000" b="1" dirty="0">
                    <a:solidFill>
                      <a:schemeClr val="tx1"/>
                    </a:solidFill>
                  </a:rPr>
                  <a:t>8 smaller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MY" sz="2000" b="1" dirty="0">
                    <a:solidFill>
                      <a:schemeClr val="tx1"/>
                    </a:solidFill>
                  </a:rPr>
                  <a:t>-bit blocks)</a:t>
                </a:r>
                <a:r>
                  <a:rPr lang="en-MY" sz="2000" dirty="0">
                    <a:solidFill>
                      <a:schemeClr val="tx1"/>
                    </a:solidFill>
                  </a:rPr>
                  <a:t>. </a:t>
                </a:r>
                <a:r>
                  <a:rPr lang="en-MY" sz="2000" dirty="0"/>
                  <a:t>These S-Boxes are used in such a way that: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MY" sz="2000" dirty="0"/>
                  <a:t>The </a:t>
                </a:r>
                <a:r>
                  <a:rPr lang="en-MY" sz="2000" b="1" dirty="0">
                    <a:solidFill>
                      <a:srgbClr val="0000FF"/>
                    </a:solidFill>
                  </a:rPr>
                  <a:t>first</a:t>
                </a:r>
                <a:r>
                  <a:rPr lang="en-MY" sz="2000" dirty="0"/>
                  <a:t> and </a:t>
                </a:r>
                <a:r>
                  <a:rPr lang="en-MY" sz="2000" b="1" dirty="0">
                    <a:solidFill>
                      <a:srgbClr val="0000FF"/>
                    </a:solidFill>
                  </a:rPr>
                  <a:t>last bit </a:t>
                </a:r>
                <a:r>
                  <a:rPr lang="en-MY" sz="2000" dirty="0"/>
                  <a:t>in the corresponds to the </a:t>
                </a:r>
                <a:r>
                  <a:rPr lang="en-MY" sz="2000" b="1" dirty="0">
                    <a:solidFill>
                      <a:srgbClr val="0000FF"/>
                    </a:solidFill>
                  </a:rPr>
                  <a:t>ROW</a:t>
                </a:r>
                <a:r>
                  <a:rPr lang="en-MY" sz="2000" dirty="0"/>
                  <a:t> of the S-Boxes.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MY" sz="2000" dirty="0"/>
                  <a:t>The </a:t>
                </a:r>
                <a:r>
                  <a:rPr lang="en-MY" sz="2000" b="1" dirty="0">
                    <a:solidFill>
                      <a:srgbClr val="FF0000"/>
                    </a:solidFill>
                  </a:rPr>
                  <a:t>middle 4 bits </a:t>
                </a:r>
                <a:r>
                  <a:rPr lang="en-MY" sz="2000" dirty="0"/>
                  <a:t>corresponds to the </a:t>
                </a:r>
                <a:r>
                  <a:rPr lang="en-MY" sz="2000" b="1" dirty="0">
                    <a:solidFill>
                      <a:srgbClr val="FF0000"/>
                    </a:solidFill>
                  </a:rPr>
                  <a:t>COLUMN</a:t>
                </a:r>
                <a:r>
                  <a:rPr lang="en-MY" sz="2000" dirty="0"/>
                  <a:t> of the S-Boxes.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MY" sz="2000" dirty="0"/>
                  <a:t>By searching the </a:t>
                </a:r>
                <a:r>
                  <a:rPr lang="en-MY" sz="2000" b="1" dirty="0"/>
                  <a:t>intersected row and column</a:t>
                </a:r>
                <a:r>
                  <a:rPr lang="en-MY" sz="2000" dirty="0"/>
                  <a:t>, the integer found is the output of the S-Box substitution and is then </a:t>
                </a:r>
                <a:r>
                  <a:rPr lang="en-MY" sz="2000" b="1" dirty="0">
                    <a:solidFill>
                      <a:srgbClr val="00B050"/>
                    </a:solidFill>
                  </a:rPr>
                  <a:t>converted into it binary form</a:t>
                </a:r>
                <a:r>
                  <a:rPr lang="en-MY" sz="2000" dirty="0"/>
                  <a:t>.</a:t>
                </a:r>
              </a:p>
              <a:p>
                <a:pPr marL="0" indent="0" algn="just">
                  <a:buNone/>
                </a:pPr>
                <a:endParaRPr lang="en-MY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4" r="-40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71251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S-Box</a:t>
            </a:r>
            <a:endParaRPr lang="en-MY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015" y="1389373"/>
            <a:ext cx="5972175" cy="971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5845" y="2360923"/>
            <a:ext cx="525015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Input = 48 bits. 8 x 6 = 48</a:t>
            </a:r>
          </a:p>
          <a:p>
            <a:endParaRPr lang="en-US" b="1" dirty="0"/>
          </a:p>
          <a:p>
            <a:r>
              <a:rPr lang="en-US" b="1" dirty="0" smtClean="0"/>
              <a:t>8 S-Box.  Each of them translate 6 bit =&gt;. 4 bit.</a:t>
            </a:r>
          </a:p>
          <a:p>
            <a:r>
              <a:rPr lang="en-US" dirty="0" smtClean="0"/>
              <a:t>Output = 32 bits. 4 x 8 = 32</a:t>
            </a:r>
          </a:p>
          <a:p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611151"/>
              </p:ext>
            </p:extLst>
          </p:nvPr>
        </p:nvGraphicFramePr>
        <p:xfrm>
          <a:off x="1404984" y="3707297"/>
          <a:ext cx="8128001" cy="9127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12177076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23858192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5847063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158595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55508237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91201991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59748363"/>
                    </a:ext>
                  </a:extLst>
                </a:gridCol>
              </a:tblGrid>
              <a:tr h="541866">
                <a:tc>
                  <a:txBody>
                    <a:bodyPr/>
                    <a:lstStyle/>
                    <a:p>
                      <a:r>
                        <a:rPr lang="en-US" dirty="0" smtClean="0"/>
                        <a:t>Position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MY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 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en-MY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830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Value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MY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MY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30478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611086" y="4841966"/>
            <a:ext cx="413446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Row : 10 = 2 (Position 1 and 6)</a:t>
            </a:r>
          </a:p>
          <a:p>
            <a:r>
              <a:rPr lang="en-US" dirty="0" smtClean="0"/>
              <a:t>Column : 0111 = 7 (position 2 to 5) </a:t>
            </a:r>
          </a:p>
          <a:p>
            <a:r>
              <a:rPr lang="en-US" dirty="0" smtClean="0"/>
              <a:t>What is the value of [2,7] in S1 table ? </a:t>
            </a:r>
          </a:p>
          <a:p>
            <a:r>
              <a:rPr lang="en-US" dirty="0" smtClean="0"/>
              <a:t>11 =&gt; 1011</a:t>
            </a:r>
            <a:endParaRPr lang="en-MY" dirty="0"/>
          </a:p>
        </p:txBody>
      </p:sp>
      <p:sp>
        <p:nvSpPr>
          <p:cNvPr id="8" name="TextBox 7"/>
          <p:cNvSpPr txBox="1"/>
          <p:nvPr/>
        </p:nvSpPr>
        <p:spPr>
          <a:xfrm>
            <a:off x="1306286" y="6270171"/>
            <a:ext cx="1925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101110 =</a:t>
            </a:r>
            <a:r>
              <a:rPr lang="en-US" dirty="0" smtClean="0">
                <a:sym typeface="Wingdings" panose="05000000000000000000" pitchFamily="2" charset="2"/>
              </a:rPr>
              <a:t> 1011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202155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55160"/>
            <a:ext cx="10515600" cy="1216658"/>
          </a:xfrm>
        </p:spPr>
        <p:txBody>
          <a:bodyPr/>
          <a:lstStyle/>
          <a:p>
            <a:r>
              <a:rPr lang="en-US" dirty="0" smtClean="0"/>
              <a:t>S-Box: Exercise</a:t>
            </a:r>
            <a:endParaRPr lang="en-MY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015" y="1389373"/>
            <a:ext cx="5972175" cy="971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6176" y="2238506"/>
            <a:ext cx="525015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Input = 48 bits. 8 x 6 = 48</a:t>
            </a:r>
          </a:p>
          <a:p>
            <a:endParaRPr lang="en-US" b="1" dirty="0"/>
          </a:p>
          <a:p>
            <a:r>
              <a:rPr lang="en-US" b="1" dirty="0" smtClean="0"/>
              <a:t>8 S-Box.  Each of them translate 6 bit =&gt;. 4 bit.</a:t>
            </a:r>
          </a:p>
          <a:p>
            <a:r>
              <a:rPr lang="en-US" dirty="0" smtClean="0"/>
              <a:t>Output = 32 bits. 4 x 8 = 32</a:t>
            </a:r>
          </a:p>
          <a:p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37665"/>
              </p:ext>
            </p:extLst>
          </p:nvPr>
        </p:nvGraphicFramePr>
        <p:xfrm>
          <a:off x="1222101" y="3437931"/>
          <a:ext cx="8128001" cy="9127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12177076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23858192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5847063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158595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55508237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91201991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59748363"/>
                    </a:ext>
                  </a:extLst>
                </a:gridCol>
              </a:tblGrid>
              <a:tr h="541866">
                <a:tc>
                  <a:txBody>
                    <a:bodyPr/>
                    <a:lstStyle/>
                    <a:p>
                      <a:r>
                        <a:rPr lang="en-US" dirty="0" smtClean="0"/>
                        <a:t>Position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MY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 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en-MY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830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Value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MY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MY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30478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38200" y="4594583"/>
            <a:ext cx="413446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Row : 10 = 2 (Position 1 and 6) red</a:t>
            </a:r>
          </a:p>
          <a:p>
            <a:r>
              <a:rPr lang="en-US" dirty="0" smtClean="0"/>
              <a:t>Column : 0111 = 7 (position 2 to 5) </a:t>
            </a:r>
          </a:p>
          <a:p>
            <a:r>
              <a:rPr lang="en-US" dirty="0" smtClean="0"/>
              <a:t>What is the value of [2,7] in S1 table ? </a:t>
            </a:r>
          </a:p>
          <a:p>
            <a:r>
              <a:rPr lang="en-US" dirty="0" smtClean="0"/>
              <a:t>11 =&gt; 1011</a:t>
            </a:r>
          </a:p>
          <a:p>
            <a:r>
              <a:rPr lang="en-US" dirty="0" smtClean="0"/>
              <a:t>Thus,</a:t>
            </a:r>
          </a:p>
          <a:p>
            <a:r>
              <a:rPr lang="en-US" dirty="0"/>
              <a:t>101110 =</a:t>
            </a:r>
            <a:r>
              <a:rPr lang="en-US" dirty="0">
                <a:sym typeface="Wingdings" panose="05000000000000000000" pitchFamily="2" charset="2"/>
              </a:rPr>
              <a:t> 1011</a:t>
            </a:r>
            <a:endParaRPr lang="en-MY" dirty="0"/>
          </a:p>
          <a:p>
            <a:endParaRPr lang="en-US" dirty="0" smtClean="0"/>
          </a:p>
          <a:p>
            <a:endParaRPr lang="en-MY" dirty="0"/>
          </a:p>
        </p:txBody>
      </p:sp>
      <p:sp>
        <p:nvSpPr>
          <p:cNvPr id="3" name="TextBox 2"/>
          <p:cNvSpPr txBox="1"/>
          <p:nvPr/>
        </p:nvSpPr>
        <p:spPr>
          <a:xfrm>
            <a:off x="6479177" y="4746171"/>
            <a:ext cx="285206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Question:</a:t>
            </a:r>
          </a:p>
          <a:p>
            <a:r>
              <a:rPr lang="en-US" dirty="0" smtClean="0"/>
              <a:t>If input = 011011</a:t>
            </a:r>
          </a:p>
          <a:p>
            <a:r>
              <a:rPr lang="en-US" dirty="0" smtClean="0"/>
              <a:t>What is the output for S1?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dirty="0" smtClean="0"/>
              <a:t>row1, column 13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dirty="0" smtClean="0"/>
              <a:t>5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dirty="0" smtClean="0"/>
              <a:t>011011 =&gt; 0101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10375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5BBF98-832A-A014-8A30-2566AF499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77" y="2018217"/>
            <a:ext cx="6007223" cy="44403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3346FD-4C19-93D8-A6A2-8C9488D79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7643" y="2071316"/>
            <a:ext cx="5955580" cy="4441566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7F33D392-4636-3576-36C6-1B4D9AF5A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MY" sz="3200" b="0" dirty="0"/>
              <a:t>DES – </a:t>
            </a:r>
            <a:r>
              <a:rPr lang="en-MY" sz="3200" dirty="0">
                <a:solidFill>
                  <a:srgbClr val="00B050"/>
                </a:solidFill>
              </a:rPr>
              <a:t>Encryption Algorithm </a:t>
            </a:r>
            <a:r>
              <a:rPr lang="en-MY" sz="3200" dirty="0">
                <a:solidFill>
                  <a:srgbClr val="0000FF"/>
                </a:solidFill>
              </a:rPr>
              <a:t>(Substitution) </a:t>
            </a:r>
            <a:endParaRPr lang="en-MY" sz="3200" dirty="0"/>
          </a:p>
        </p:txBody>
      </p:sp>
    </p:spTree>
    <p:extLst>
      <p:ext uri="{BB962C8B-B14F-4D97-AF65-F5344CB8AC3E}">
        <p14:creationId xmlns:p14="http://schemas.microsoft.com/office/powerpoint/2010/main" val="671790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3200" b="0" dirty="0"/>
              <a:t>DES – </a:t>
            </a:r>
            <a:r>
              <a:rPr lang="en-MY" sz="3200" dirty="0">
                <a:solidFill>
                  <a:srgbClr val="00B050"/>
                </a:solidFill>
              </a:rPr>
              <a:t>Encryption Algorithm </a:t>
            </a:r>
            <a:r>
              <a:rPr lang="en-MY" sz="3200" dirty="0">
                <a:solidFill>
                  <a:srgbClr val="0000FF"/>
                </a:solidFill>
              </a:rPr>
              <a:t>(Substitution) </a:t>
            </a:r>
            <a:endParaRPr lang="en-MY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sz="2000" b="1" dirty="0">
                    <a:solidFill>
                      <a:srgbClr val="C00000"/>
                    </a:solidFill>
                  </a:rPr>
                  <a:t>Example</a:t>
                </a:r>
                <a:r>
                  <a:rPr lang="en-MY" sz="2000" dirty="0"/>
                  <a:t>: Assuming we are now looking at the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MY" sz="2000" baseline="30000" dirty="0" err="1"/>
                  <a:t>rd</a:t>
                </a:r>
                <a:r>
                  <a:rPr lang="en-MY" sz="2000" dirty="0"/>
                  <a:t> </a:t>
                </a:r>
                <a14:m>
                  <m:oMath xmlns:m="http://schemas.openxmlformats.org/officeDocument/2006/math">
                    <m:r>
                      <a:rPr lang="en-MY" sz="2000" b="0" i="1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MY" sz="2000" dirty="0"/>
                  <a:t>-bit block from the encryption algorithm. Find the substitution of the block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MY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𝟎𝟏𝟏𝟎</m:t>
                    </m:r>
                    <m:r>
                      <a:rPr lang="en-MY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MY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MY" sz="2000" b="0" dirty="0">
                  <a:solidFill>
                    <a:schemeClr val="tx1"/>
                  </a:solidFill>
                </a:endParaRPr>
              </a:p>
              <a:p>
                <a:pPr algn="just">
                  <a:buFont typeface="Courier New" panose="02070309020205020404" pitchFamily="49" charset="0"/>
                  <a:buChar char="o"/>
                </a:pPr>
                <a:endParaRPr lang="en-MY" sz="2000" dirty="0"/>
              </a:p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sz="2000" b="1" dirty="0">
                    <a:solidFill>
                      <a:schemeClr val="bg2">
                        <a:lumMod val="25000"/>
                      </a:schemeClr>
                    </a:solidFill>
                  </a:rPr>
                  <a:t>Solution</a:t>
                </a:r>
                <a:r>
                  <a:rPr lang="en-MY" sz="2000" dirty="0"/>
                  <a:t>: The first and last bit </a:t>
                </a:r>
                <a14:m>
                  <m:oMath xmlns:m="http://schemas.openxmlformats.org/officeDocument/2006/math">
                    <m:r>
                      <a:rPr lang="en-MY" sz="20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MY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MY" sz="2000" dirty="0"/>
                  <a:t> corresponds to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MY" sz="2000" b="1" baseline="30000" dirty="0">
                    <a:solidFill>
                      <a:srgbClr val="0000FF"/>
                    </a:solidFill>
                  </a:rPr>
                  <a:t>th</a:t>
                </a:r>
                <a:r>
                  <a:rPr lang="en-MY" sz="2000" b="1" dirty="0">
                    <a:solidFill>
                      <a:srgbClr val="0000FF"/>
                    </a:solidFill>
                  </a:rPr>
                  <a:t> row</a:t>
                </a:r>
                <a:r>
                  <a:rPr lang="en-MY" sz="2000" dirty="0"/>
                  <a:t>, and </a:t>
                </a:r>
                <a14:m>
                  <m:oMath xmlns:m="http://schemas.openxmlformats.org/officeDocument/2006/math">
                    <m:r>
                      <a:rPr lang="en-MY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𝟎𝟏𝟏𝟎</m:t>
                    </m:r>
                  </m:oMath>
                </a14:m>
                <a:r>
                  <a:rPr lang="en-MY" sz="2000" dirty="0"/>
                  <a:t> corresponds to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𝟕</m:t>
                    </m:r>
                  </m:oMath>
                </a14:m>
                <a:r>
                  <a:rPr lang="en-MY" sz="2000" b="1" baseline="30000" dirty="0" err="1">
                    <a:solidFill>
                      <a:srgbClr val="FF0000"/>
                    </a:solidFill>
                  </a:rPr>
                  <a:t>th</a:t>
                </a:r>
                <a:r>
                  <a:rPr lang="en-MY" sz="2000" b="1" dirty="0">
                    <a:solidFill>
                      <a:srgbClr val="FF0000"/>
                    </a:solidFill>
                  </a:rPr>
                  <a:t> column</a:t>
                </a:r>
                <a:r>
                  <a:rPr lang="en-MY" sz="2000" dirty="0"/>
                  <a:t>. By searching the integer from S-Box 3, we have integer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8=0111</m:t>
                    </m:r>
                  </m:oMath>
                </a14:m>
                <a:r>
                  <a:rPr lang="en-MY" sz="2000" dirty="0"/>
                  <a:t> in binary. Hence,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latin typeface="Cambria Math" panose="02040503050406030204" pitchFamily="18" charset="0"/>
                      </a:rPr>
                      <m:t>𝟎𝟏𝟏𝟏</m:t>
                    </m:r>
                  </m:oMath>
                </a14:m>
                <a:r>
                  <a:rPr lang="en-MY" sz="2000" b="1" dirty="0"/>
                  <a:t> is the resultant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MY" sz="2000" b="1" dirty="0"/>
                  <a:t>-bit block from substitution</a:t>
                </a:r>
                <a:r>
                  <a:rPr lang="en-MY" sz="2000" dirty="0"/>
                  <a:t>.</a:t>
                </a:r>
              </a:p>
              <a:p>
                <a:pPr marL="0" indent="0" algn="just">
                  <a:buNone/>
                </a:pPr>
                <a:endParaRPr lang="en-MY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 r="-40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3418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3200" b="0" dirty="0"/>
              <a:t>DES – </a:t>
            </a:r>
            <a:r>
              <a:rPr lang="en-MY" sz="3200" dirty="0">
                <a:solidFill>
                  <a:srgbClr val="00B050"/>
                </a:solidFill>
              </a:rPr>
              <a:t>Encryption Algorithm </a:t>
            </a:r>
            <a:r>
              <a:rPr lang="en-MY" sz="3200" dirty="0">
                <a:solidFill>
                  <a:srgbClr val="0000FF"/>
                </a:solidFill>
              </a:rPr>
              <a:t>(Permutation) </a:t>
            </a:r>
            <a:endParaRPr lang="en-MY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 algn="just">
                  <a:buFont typeface="+mj-lt"/>
                  <a:buAutoNum type="arabicPeriod" startAt="6"/>
                </a:pPr>
                <a:r>
                  <a:rPr lang="en-MY" sz="2000" dirty="0"/>
                  <a:t>The output compressed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latin typeface="Cambria Math" panose="02040503050406030204" pitchFamily="18" charset="0"/>
                      </a:rPr>
                      <m:t>𝟑𝟐</m:t>
                    </m:r>
                  </m:oMath>
                </a14:m>
                <a:r>
                  <a:rPr lang="en-MY" sz="2000" b="1" dirty="0"/>
                  <a:t>-bit block </a:t>
                </a:r>
                <a:r>
                  <a:rPr lang="en-MY" sz="2000" dirty="0"/>
                  <a:t>is next undergoes the permutation using the P-table as follows.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4" r="-40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D03E571-69FD-85B1-9D7E-600491C54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8445" y="3247853"/>
            <a:ext cx="6735109" cy="2004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4391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4029" y="112576"/>
            <a:ext cx="10515600" cy="514441"/>
          </a:xfrm>
        </p:spPr>
        <p:txBody>
          <a:bodyPr/>
          <a:lstStyle/>
          <a:p>
            <a:r>
              <a:rPr lang="en-US" dirty="0" smtClean="0"/>
              <a:t>Permutation</a:t>
            </a:r>
            <a:endParaRPr lang="en-MY" dirty="0"/>
          </a:p>
        </p:txBody>
      </p:sp>
      <p:pic>
        <p:nvPicPr>
          <p:cNvPr id="2050" name="Picture 2" descr="P permut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891" y="801190"/>
            <a:ext cx="11120845" cy="5478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41679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3200" b="0" dirty="0"/>
              <a:t>DES – </a:t>
            </a:r>
            <a:r>
              <a:rPr lang="en-MY" sz="3200" dirty="0">
                <a:solidFill>
                  <a:srgbClr val="00B050"/>
                </a:solidFill>
              </a:rPr>
              <a:t>Encryption Algorithm </a:t>
            </a:r>
            <a:r>
              <a:rPr lang="en-MY" sz="3200" dirty="0">
                <a:solidFill>
                  <a:srgbClr val="0000FF"/>
                </a:solidFill>
              </a:rPr>
              <a:t>(Exclusive-OR) </a:t>
            </a:r>
            <a:endParaRPr lang="en-MY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486398"/>
              </a:xfrm>
            </p:spPr>
            <p:txBody>
              <a:bodyPr/>
              <a:lstStyle/>
              <a:p>
                <a:pPr marL="457200" indent="-457200" algn="just">
                  <a:buFont typeface="+mj-lt"/>
                  <a:buAutoNum type="arabicPeriod" startAt="7"/>
                </a:pPr>
                <a:r>
                  <a:rPr lang="en-MY" sz="2000" dirty="0"/>
                  <a:t>The permuted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latin typeface="Cambria Math" panose="02040503050406030204" pitchFamily="18" charset="0"/>
                      </a:rPr>
                      <m:t>𝟑𝟐</m:t>
                    </m:r>
                  </m:oMath>
                </a14:m>
                <a:r>
                  <a:rPr lang="en-MY" sz="2000" b="1" dirty="0"/>
                  <a:t>-bit block </a:t>
                </a:r>
                <a:r>
                  <a:rPr lang="en-MY" sz="2000" dirty="0"/>
                  <a:t>is then XOR with the </a:t>
                </a:r>
                <a14:m>
                  <m:oMath xmlns:m="http://schemas.openxmlformats.org/officeDocument/2006/math">
                    <m:r>
                      <a:rPr lang="en-MY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𝟑𝟐</m:t>
                    </m:r>
                  </m:oMath>
                </a14:m>
                <a:r>
                  <a:rPr lang="en-MY" sz="2000" b="1" dirty="0">
                    <a:solidFill>
                      <a:srgbClr val="FF0000"/>
                    </a:solidFill>
                  </a:rPr>
                  <a:t>-bit left block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MY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MY" sz="2000" dirty="0"/>
                  <a:t>, producing the final output of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𝟑𝟐</m:t>
                    </m:r>
                  </m:oMath>
                </a14:m>
                <a:r>
                  <a:rPr lang="en-MY" sz="2000" b="1" dirty="0">
                    <a:solidFill>
                      <a:srgbClr val="0000FF"/>
                    </a:solidFill>
                  </a:rPr>
                  <a:t>-bit right ciphertext block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MY" sz="20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MY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MY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MY" sz="2000" dirty="0"/>
                  <a:t> for the </a:t>
                </a:r>
                <a:r>
                  <a:rPr lang="en-MY" sz="2000" b="1" dirty="0"/>
                  <a:t>NEXT</a:t>
                </a:r>
                <a:r>
                  <a:rPr lang="en-MY" sz="2000" dirty="0"/>
                  <a:t> round. </a:t>
                </a:r>
                <a:r>
                  <a:rPr lang="en-MY" sz="2000" b="1" i="1" dirty="0">
                    <a:solidFill>
                      <a:srgbClr val="00B050"/>
                    </a:solidFill>
                  </a:rPr>
                  <a:t>This complete Round 1 encryption operations</a:t>
                </a:r>
                <a:r>
                  <a:rPr lang="en-MY" sz="2000" dirty="0"/>
                  <a:t>.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MY" sz="2000" dirty="0"/>
                  <a:t>Combining both the left block and right block, we generally express them is mathematics as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MY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MY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MY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MY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MY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MY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MY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MY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MY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MY" sz="200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MY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MY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MY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MY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MY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MY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MY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MY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MY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MY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MY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d>
                        <m:dPr>
                          <m:ctrlPr>
                            <a:rPr lang="en-MY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MY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MY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MY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MY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MY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MY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e>
                            <m:sub>
                              <m:r>
                                <a:rPr lang="en-MY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MY" sz="2000" dirty="0"/>
              </a:p>
              <a:p>
                <a:pPr marL="457200" lvl="1" indent="0" algn="just">
                  <a:buNone/>
                </a:pPr>
                <a:r>
                  <a:rPr lang="en-MY" sz="2000" dirty="0"/>
                  <a:t>	where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d>
                      <m:dPr>
                        <m:ctrlP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MY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MY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𝑲</m:t>
                            </m:r>
                          </m:e>
                          <m:sub>
                            <m:r>
                              <a:rPr lang="en-MY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r>
                  <a:rPr lang="en-MY" sz="2000" dirty="0"/>
                  <a:t> is the function described in Step 3 until Step 7.</a:t>
                </a:r>
              </a:p>
              <a:p>
                <a:pPr marL="457200" lvl="1" indent="0" algn="just">
                  <a:buNone/>
                </a:pPr>
                <a:endParaRPr lang="en-MY" sz="2000" dirty="0"/>
              </a:p>
              <a:p>
                <a:pPr marL="457200" indent="-457200" algn="just">
                  <a:buFont typeface="+mj-lt"/>
                  <a:buAutoNum type="arabicPeriod" startAt="8"/>
                </a:pPr>
                <a:r>
                  <a:rPr lang="en-MY" sz="2000" b="1" dirty="0"/>
                  <a:t>Step 3 until Step 7 </a:t>
                </a:r>
                <a:r>
                  <a:rPr lang="en-MY" sz="2000" dirty="0"/>
                  <a:t>are </a:t>
                </a:r>
                <a:r>
                  <a:rPr lang="en-MY" sz="2000" b="1" dirty="0">
                    <a:solidFill>
                      <a:srgbClr val="FF0000"/>
                    </a:solidFill>
                  </a:rPr>
                  <a:t>repeated</a:t>
                </a:r>
                <a:r>
                  <a:rPr lang="en-MY" sz="2000" dirty="0"/>
                  <a:t> for another </a:t>
                </a:r>
                <a:r>
                  <a:rPr lang="en-MY" sz="2000" b="1" dirty="0">
                    <a:solidFill>
                      <a:srgbClr val="0000FF"/>
                    </a:solidFill>
                  </a:rPr>
                  <a:t>15 rounds</a:t>
                </a:r>
                <a:r>
                  <a:rPr lang="en-MY" sz="2000" dirty="0"/>
                  <a:t>.</a:t>
                </a:r>
              </a:p>
              <a:p>
                <a:pPr marL="457200" indent="-457200" algn="just">
                  <a:buFont typeface="+mj-lt"/>
                  <a:buAutoNum type="arabicPeriod" startAt="8"/>
                </a:pPr>
                <a:endParaRPr lang="en-MY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486398"/>
              </a:xfrm>
              <a:blipFill>
                <a:blip r:embed="rId2"/>
                <a:stretch>
                  <a:fillRect l="-464" r="-40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31896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2800" b="0" dirty="0"/>
              <a:t>DES – </a:t>
            </a:r>
            <a:r>
              <a:rPr lang="en-MY" sz="2800" dirty="0">
                <a:solidFill>
                  <a:srgbClr val="00B050"/>
                </a:solidFill>
              </a:rPr>
              <a:t>Encryption Algorithm </a:t>
            </a:r>
            <a:r>
              <a:rPr lang="en-MY" sz="2800" dirty="0">
                <a:solidFill>
                  <a:srgbClr val="0000FF"/>
                </a:solidFill>
              </a:rPr>
              <a:t>(Inverse Initial Permutation) </a:t>
            </a:r>
            <a:endParaRPr lang="en-MY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 algn="just">
                  <a:buFont typeface="+mj-lt"/>
                  <a:buAutoNum type="arabicPeriod" startAt="9"/>
                </a:pPr>
                <a:r>
                  <a:rPr lang="en-MY" sz="2000" dirty="0"/>
                  <a:t>At the end of Round 16, the left and right ciphertext blocks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𝟏𝟔</m:t>
                        </m:r>
                      </m:sub>
                    </m:sSub>
                  </m:oMath>
                </a14:m>
                <a:r>
                  <a:rPr lang="en-MY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𝟏𝟔</m:t>
                        </m:r>
                      </m:sub>
                    </m:sSub>
                  </m:oMath>
                </a14:m>
                <a:r>
                  <a:rPr lang="en-MY" sz="2000" dirty="0"/>
                  <a:t> are </a:t>
                </a:r>
                <a:r>
                  <a:rPr lang="en-MY" sz="2000" b="1" dirty="0">
                    <a:solidFill>
                      <a:srgbClr val="FF0000"/>
                    </a:solidFill>
                  </a:rPr>
                  <a:t>swapped</a:t>
                </a:r>
                <a:r>
                  <a:rPr lang="en-MY" sz="2000" dirty="0"/>
                  <a:t> and will undergo the last </a:t>
                </a:r>
                <a:r>
                  <a:rPr lang="en-MY" sz="2000" b="1" dirty="0">
                    <a:solidFill>
                      <a:srgbClr val="7030A0"/>
                    </a:solidFill>
                  </a:rPr>
                  <a:t>inverse initial permutation </a:t>
                </a:r>
                <a:r>
                  <a:rPr lang="en-GB" sz="2000" b="1" dirty="0">
                    <a:solidFill>
                      <a:srgbClr val="7030A0"/>
                    </a:solidFill>
                    <a:cs typeface="Arial" pitchFamily="34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MY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𝑰</m:t>
                        </m:r>
                        <m:r>
                          <a:rPr lang="en-MY" sz="20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𝑷</m:t>
                        </m:r>
                      </m:e>
                      <m:sup>
                        <m:r>
                          <a:rPr lang="en-MY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−</m:t>
                        </m:r>
                        <m:r>
                          <a:rPr lang="en-MY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GB" sz="2000" b="1" dirty="0">
                    <a:solidFill>
                      <a:srgbClr val="7030A0"/>
                    </a:solidFill>
                    <a:cs typeface="Arial" pitchFamily="34" charset="0"/>
                  </a:rPr>
                  <a:t>)</a:t>
                </a:r>
                <a:r>
                  <a:rPr lang="en-MY" sz="2000" b="1" dirty="0">
                    <a:solidFill>
                      <a:srgbClr val="7030A0"/>
                    </a:solidFill>
                  </a:rPr>
                  <a:t> </a:t>
                </a:r>
                <a:r>
                  <a:rPr lang="en-MY" sz="2000" dirty="0"/>
                  <a:t>using the following table to produce the </a:t>
                </a:r>
                <a:r>
                  <a:rPr lang="en-MY" sz="2000" b="1" dirty="0">
                    <a:solidFill>
                      <a:schemeClr val="bg2">
                        <a:lumMod val="25000"/>
                      </a:schemeClr>
                    </a:solidFill>
                  </a:rPr>
                  <a:t>final output DES ciphertext block</a:t>
                </a:r>
                <a:r>
                  <a:rPr lang="en-MY" sz="2000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4" r="-40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9C431B2-A45D-4F7B-1998-7AD8A7048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907" y="3233690"/>
            <a:ext cx="6362185" cy="3149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48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3200" b="0" dirty="0"/>
              <a:t>DES – </a:t>
            </a:r>
            <a:r>
              <a:rPr lang="en-MY" sz="3200" dirty="0">
                <a:solidFill>
                  <a:srgbClr val="00B050"/>
                </a:solidFill>
              </a:rPr>
              <a:t>Decryption Algorithm</a:t>
            </a:r>
            <a:endParaRPr lang="en-MY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sz="2000" dirty="0"/>
                  <a:t>For the </a:t>
                </a:r>
                <a:r>
                  <a:rPr lang="en-MY" sz="2000" b="1" dirty="0">
                    <a:solidFill>
                      <a:srgbClr val="FF0000"/>
                    </a:solidFill>
                  </a:rPr>
                  <a:t>decryption of DES</a:t>
                </a:r>
                <a:r>
                  <a:rPr lang="en-MY" sz="2000" dirty="0"/>
                  <a:t>, the operations are identical to encryption, except the </a:t>
                </a:r>
                <a:r>
                  <a:rPr lang="en-MY" sz="2000" b="1" dirty="0">
                    <a:solidFill>
                      <a:srgbClr val="0000FF"/>
                    </a:solidFill>
                  </a:rPr>
                  <a:t>order</a:t>
                </a:r>
                <a:r>
                  <a:rPr lang="en-MY" sz="2000" dirty="0"/>
                  <a:t> subkeys used is </a:t>
                </a:r>
                <a:r>
                  <a:rPr lang="en-MY" sz="2000" b="1" dirty="0">
                    <a:solidFill>
                      <a:srgbClr val="00B050"/>
                    </a:solidFill>
                  </a:rPr>
                  <a:t>reversed</a:t>
                </a:r>
                <a:r>
                  <a:rPr lang="en-MY" sz="2000" dirty="0"/>
                  <a:t>, from </a:t>
                </a:r>
                <a:r>
                  <a:rPr lang="en-MY" sz="2000" b="1" dirty="0"/>
                  <a:t>Round 16 subkey </a:t>
                </a:r>
                <a:r>
                  <a:rPr lang="en-MY" sz="2000" dirty="0"/>
                  <a:t>and move backwardly to </a:t>
                </a:r>
                <a:r>
                  <a:rPr lang="en-MY" sz="2000" b="1" dirty="0"/>
                  <a:t>Round 1 subkey</a:t>
                </a:r>
                <a:r>
                  <a:rPr lang="en-MY" sz="2000" dirty="0"/>
                  <a:t>.</a:t>
                </a:r>
              </a:p>
              <a:p>
                <a:pPr algn="just">
                  <a:buFont typeface="Wingdings" panose="05000000000000000000" pitchFamily="2" charset="2"/>
                  <a:buChar char="v"/>
                </a:pPr>
                <a:endParaRPr lang="en-MY" sz="2000" b="1" dirty="0"/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sz="2000" dirty="0"/>
                  <a:t>One can refer to the mathematical equations below to decrypt the DES ciphertext.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MY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MY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MY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MY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MY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MY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MY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MY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MY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MY" sz="200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MY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MY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MY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MY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MY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MY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MY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MY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MY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MY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MY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d>
                        <m:dPr>
                          <m:ctrlPr>
                            <a:rPr lang="en-MY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MY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MY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n-MY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MY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MY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MY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e>
                            <m:sub>
                              <m:r>
                                <a:rPr lang="en-MY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MY" sz="2000" dirty="0"/>
              </a:p>
              <a:p>
                <a:pPr algn="just">
                  <a:buFont typeface="Wingdings" panose="05000000000000000000" pitchFamily="2" charset="2"/>
                  <a:buChar char="v"/>
                </a:pPr>
                <a:endParaRPr lang="en-MY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48" r="-40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6425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56ECB9-F2E9-E882-BF7F-C48B9C8873F4}"/>
              </a:ext>
            </a:extLst>
          </p:cNvPr>
          <p:cNvSpPr/>
          <p:nvPr/>
        </p:nvSpPr>
        <p:spPr>
          <a:xfrm>
            <a:off x="1168893" y="3107184"/>
            <a:ext cx="9854214" cy="1802167"/>
          </a:xfrm>
          <a:prstGeom prst="rect">
            <a:avLst/>
          </a:prstGeom>
          <a:solidFill>
            <a:srgbClr val="FFD5E8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3600" b="0" dirty="0"/>
              <a:t>DES – </a:t>
            </a:r>
            <a:r>
              <a:rPr lang="en-MY" sz="3600" dirty="0">
                <a:solidFill>
                  <a:srgbClr val="0000FF"/>
                </a:solidFill>
              </a:rPr>
              <a:t>The Avalanche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C062D-9FA6-B2AB-C1C5-FB9F1B32B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MY" sz="2000" dirty="0"/>
              <a:t>A factor that makes DES a preferred symmetric encryption is its strong </a:t>
            </a:r>
            <a:r>
              <a:rPr lang="en-MY" sz="2000" b="1" dirty="0">
                <a:solidFill>
                  <a:srgbClr val="FF0000"/>
                </a:solidFill>
              </a:rPr>
              <a:t>Avalanche effect</a:t>
            </a:r>
            <a:r>
              <a:rPr lang="en-MY" sz="2000" dirty="0"/>
              <a:t>, a property that is desirably by any encryption algorithm.</a:t>
            </a:r>
          </a:p>
          <a:p>
            <a:pPr algn="just"/>
            <a:endParaRPr lang="en-GB" sz="2000" b="1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GB" b="1" dirty="0">
                <a:solidFill>
                  <a:srgbClr val="00B050"/>
                </a:solidFill>
              </a:rPr>
              <a:t>Avalanche effect</a:t>
            </a:r>
            <a:r>
              <a:rPr lang="en-GB" sz="2400" dirty="0"/>
              <a:t>: </a:t>
            </a:r>
          </a:p>
          <a:p>
            <a:pPr marL="0" indent="0" algn="ctr">
              <a:buNone/>
            </a:pPr>
            <a:r>
              <a:rPr lang="en-GB" sz="2400" dirty="0"/>
              <a:t>A </a:t>
            </a:r>
            <a:r>
              <a:rPr lang="en-GB" sz="2400" b="1" i="1" dirty="0"/>
              <a:t>change of one bit</a:t>
            </a:r>
            <a:r>
              <a:rPr lang="en-GB" sz="2400" i="1" dirty="0"/>
              <a:t> </a:t>
            </a:r>
            <a:r>
              <a:rPr lang="en-GB" sz="2400" dirty="0"/>
              <a:t>of plaintext</a:t>
            </a:r>
            <a:r>
              <a:rPr lang="en-GB" sz="2400" b="1" dirty="0"/>
              <a:t> </a:t>
            </a:r>
            <a:r>
              <a:rPr lang="en-GB" sz="2400" dirty="0"/>
              <a:t>input or key bit should result in </a:t>
            </a:r>
          </a:p>
          <a:p>
            <a:pPr marL="0" indent="0" algn="ctr">
              <a:buNone/>
            </a:pPr>
            <a:r>
              <a:rPr lang="en-GB" sz="2400" dirty="0"/>
              <a:t>changing </a:t>
            </a:r>
            <a:r>
              <a:rPr lang="en-GB" sz="2400" b="1" i="1" dirty="0">
                <a:solidFill>
                  <a:srgbClr val="C00000"/>
                </a:solidFill>
              </a:rPr>
              <a:t>approximately half</a:t>
            </a:r>
            <a:r>
              <a:rPr lang="en-GB" sz="2400" i="1" dirty="0"/>
              <a:t> </a:t>
            </a:r>
            <a:r>
              <a:rPr lang="en-GB" sz="2400" dirty="0"/>
              <a:t>of the output ciphertext bits.</a:t>
            </a:r>
          </a:p>
          <a:p>
            <a:pPr algn="just"/>
            <a:endParaRPr lang="en-MY" sz="2000" dirty="0"/>
          </a:p>
          <a:p>
            <a:pPr algn="just"/>
            <a:r>
              <a:rPr lang="en-MY" sz="2000" dirty="0"/>
              <a:t>It is very difficult to demonstrate an example here. Please refer to the </a:t>
            </a:r>
            <a:r>
              <a:rPr lang="en-MY" sz="2000" b="1" dirty="0"/>
              <a:t>Stallings textbook</a:t>
            </a:r>
            <a:r>
              <a:rPr lang="en-MY" sz="2000" dirty="0"/>
              <a:t>, </a:t>
            </a:r>
            <a:r>
              <a:rPr lang="en-MY" sz="2000" b="1" dirty="0"/>
              <a:t>page 86–87 </a:t>
            </a:r>
            <a:r>
              <a:rPr lang="en-MY" sz="2000" dirty="0"/>
              <a:t>for an example using 128-bit plaintext block. </a:t>
            </a:r>
          </a:p>
        </p:txBody>
      </p:sp>
    </p:spTree>
    <p:extLst>
      <p:ext uri="{BB962C8B-B14F-4D97-AF65-F5344CB8AC3E}">
        <p14:creationId xmlns:p14="http://schemas.microsoft.com/office/powerpoint/2010/main" val="1551055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88941"/>
          </a:xfrm>
        </p:spPr>
        <p:txBody>
          <a:bodyPr/>
          <a:lstStyle/>
          <a:p>
            <a:pPr algn="ctr"/>
            <a:r>
              <a:rPr lang="en-MY" dirty="0"/>
              <a:t>DATA ENCRYPTION </a:t>
            </a:r>
            <a:br>
              <a:rPr lang="en-MY" dirty="0"/>
            </a:br>
            <a:r>
              <a:rPr lang="en-MY" dirty="0"/>
              <a:t>STANDARD</a:t>
            </a:r>
            <a:br>
              <a:rPr lang="en-MY" dirty="0"/>
            </a:br>
            <a:r>
              <a:rPr lang="en-MY" dirty="0"/>
              <a:t>(DES)</a:t>
            </a:r>
            <a:br>
              <a:rPr lang="en-MY" dirty="0"/>
            </a:br>
            <a:r>
              <a:rPr lang="en-MY" dirty="0">
                <a:solidFill>
                  <a:srgbClr val="FF0000"/>
                </a:solidFill>
              </a:rPr>
              <a:t>VARIANTS</a:t>
            </a:r>
          </a:p>
        </p:txBody>
      </p:sp>
    </p:spTree>
    <p:extLst>
      <p:ext uri="{BB962C8B-B14F-4D97-AF65-F5344CB8AC3E}">
        <p14:creationId xmlns:p14="http://schemas.microsoft.com/office/powerpoint/2010/main" val="599534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4000" b="0" dirty="0"/>
              <a:t>Multiple DES - </a:t>
            </a:r>
            <a:r>
              <a:rPr lang="en-MY" sz="4000" dirty="0">
                <a:solidFill>
                  <a:srgbClr val="0000FF"/>
                </a:solidFill>
              </a:rPr>
              <a:t>Motivation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en-MY" sz="2000" dirty="0"/>
                  <a:t>The need of replacement for DES in critical since the current </a:t>
                </a:r>
                <a:r>
                  <a:rPr lang="en-US" sz="2000" dirty="0"/>
                  <a:t>available technology and the possibility of parallel processing in computing ability, resulting higher feasibility for a </a:t>
                </a:r>
                <a:r>
                  <a:rPr lang="en-US" sz="2000" b="1" dirty="0">
                    <a:solidFill>
                      <a:srgbClr val="0000FF"/>
                    </a:solidFill>
                  </a:rPr>
                  <a:t>brute-force attack </a:t>
                </a:r>
                <a:r>
                  <a:rPr lang="en-US" sz="2000" dirty="0"/>
                  <a:t>on DES. 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US" sz="2000" dirty="0"/>
                  <a:t>An attacker just need to exhaustively search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𝟓𝟔</m:t>
                        </m:r>
                      </m:sup>
                    </m:sSup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 possible keys in DES</a:t>
                </a:r>
                <a:r>
                  <a:rPr lang="en-US" sz="2000" dirty="0"/>
                  <a:t>.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endParaRPr lang="en-US" sz="2000" dirty="0"/>
              </a:p>
              <a:p>
                <a:pPr algn="just"/>
                <a:r>
                  <a:rPr lang="en-US" sz="2000" b="1" dirty="0">
                    <a:solidFill>
                      <a:srgbClr val="C00000"/>
                    </a:solidFill>
                  </a:rPr>
                  <a:t>Potential solutions</a:t>
                </a:r>
                <a:r>
                  <a:rPr lang="en-US" sz="2000" dirty="0"/>
                  <a:t>: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sz="2000" dirty="0"/>
                  <a:t>Utilize </a:t>
                </a:r>
                <a:r>
                  <a:rPr lang="en-US" sz="2000" b="1" dirty="0">
                    <a:solidFill>
                      <a:srgbClr val="00B050"/>
                    </a:solidFill>
                  </a:rPr>
                  <a:t>stronger symmetric encryption</a:t>
                </a:r>
                <a:r>
                  <a:rPr lang="en-US" sz="2000" dirty="0"/>
                  <a:t> as an alternative, such as designing a new </a:t>
                </a:r>
                <a:r>
                  <a:rPr lang="en-US" sz="2000" b="1" dirty="0"/>
                  <a:t>Advanced Encryption Standard (AES)</a:t>
                </a:r>
                <a:r>
                  <a:rPr lang="en-US" sz="2000" dirty="0"/>
                  <a:t> for a better security.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sz="2000" dirty="0"/>
                  <a:t>Use 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multiple instances DES </a:t>
                </a:r>
                <a:r>
                  <a:rPr lang="en-US" sz="2000" dirty="0"/>
                  <a:t>with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multiple keys</a:t>
                </a:r>
                <a:r>
                  <a:rPr lang="en-US" sz="2000" dirty="0"/>
                  <a:t>, since it does not require additional investment in both software and hardware. 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endParaRPr lang="en-US" sz="2000" dirty="0"/>
              </a:p>
              <a:p>
                <a:pPr algn="just"/>
                <a:endParaRPr lang="en-MY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4" r="-40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72668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4000" b="0" dirty="0"/>
              <a:t>DES Variant – </a:t>
            </a:r>
            <a:r>
              <a:rPr lang="en-MY" sz="4000" dirty="0">
                <a:solidFill>
                  <a:srgbClr val="0000FF"/>
                </a:solidFill>
              </a:rPr>
              <a:t>Double DES (2DES)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US" sz="2000" dirty="0"/>
                  <a:t>This is the simplest form of multiple DES encryptions that has 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two encryption stages </a:t>
                </a:r>
                <a:r>
                  <a:rPr lang="en-US" sz="2000" dirty="0"/>
                  <a:t>and </a:t>
                </a:r>
                <a:r>
                  <a:rPr lang="en-US" sz="2000" b="1" dirty="0">
                    <a:solidFill>
                      <a:srgbClr val="00B050"/>
                    </a:solidFill>
                  </a:rPr>
                  <a:t>two keys</a:t>
                </a:r>
                <a:r>
                  <a:rPr lang="en-US" sz="2000" dirty="0"/>
                  <a:t>.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US" sz="2000" dirty="0"/>
                  <a:t>Given a plaintext </a:t>
                </a:r>
                <a14:m>
                  <m:oMath xmlns:m="http://schemas.openxmlformats.org/officeDocument/2006/math">
                    <m:r>
                      <a:rPr lang="en-MY" sz="2000" b="1" i="0" smtClean="0">
                        <a:latin typeface="Cambria Math" panose="02040503050406030204" pitchFamily="18" charset="0"/>
                      </a:rPr>
                      <m:t>𝐏</m:t>
                    </m:r>
                  </m:oMath>
                </a14:m>
                <a:r>
                  <a:rPr lang="en-US" sz="2000" dirty="0"/>
                  <a:t> and two encryption keys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i="1" dirty="0"/>
                  <a:t> </a:t>
                </a:r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, ciphertext </a:t>
                </a:r>
                <a14:m>
                  <m:oMath xmlns:m="http://schemas.openxmlformats.org/officeDocument/2006/math">
                    <m:r>
                      <a:rPr lang="en-MY" sz="2000" b="1" i="0" smtClean="0">
                        <a:latin typeface="Cambria Math" panose="02040503050406030204" pitchFamily="18" charset="0"/>
                      </a:rPr>
                      <m:t>𝐂</m:t>
                    </m:r>
                  </m:oMath>
                </a14:m>
                <a:r>
                  <a:rPr lang="en-US" sz="2000" i="1" dirty="0"/>
                  <a:t> </a:t>
                </a:r>
                <a:r>
                  <a:rPr lang="en-US" sz="2000" dirty="0"/>
                  <a:t>is generated as:</a:t>
                </a:r>
              </a:p>
              <a:p>
                <a:pPr marL="0" indent="0" algn="just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sz="2000" b="1" i="0" smtClean="0">
                          <a:latin typeface="Cambria Math" panose="02040503050406030204" pitchFamily="18" charset="0"/>
                        </a:rPr>
                        <m:t>𝐂</m:t>
                      </m:r>
                      <m:r>
                        <a:rPr lang="en-MY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MY" sz="2000" b="1" i="0" smtClean="0">
                          <a:latin typeface="Cambria Math" panose="02040503050406030204" pitchFamily="18" charset="0"/>
                        </a:rPr>
                        <m:t>𝐄𝐧𝐜</m:t>
                      </m:r>
                      <m:d>
                        <m:dPr>
                          <m:ctrlPr>
                            <a:rPr lang="en-MY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MY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MY" sz="2000" b="1" i="1" smtClean="0"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e>
                            <m:sub>
                              <m:r>
                                <a:rPr lang="en-MY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MY" sz="20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MY" sz="2000" b="1" i="0" smtClean="0">
                              <a:latin typeface="Cambria Math" panose="02040503050406030204" pitchFamily="18" charset="0"/>
                            </a:rPr>
                            <m:t>𝐄𝐧𝐜</m:t>
                          </m:r>
                          <m:d>
                            <m:dPr>
                              <m:ctrlPr>
                                <a:rPr lang="en-MY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MY" sz="2000" b="1" i="0" smtClean="0"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  <m:r>
                                <a:rPr lang="en-MY" sz="20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MY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MY" sz="2000" b="1" i="1" smtClean="0">
                                      <a:latin typeface="Cambria Math" panose="02040503050406030204" pitchFamily="18" charset="0"/>
                                    </a:rPr>
                                    <m:t>𝑲</m:t>
                                  </m:r>
                                </m:e>
                                <m:sub>
                                  <m:r>
                                    <a:rPr lang="en-MY" sz="20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2000" b="1" dirty="0"/>
              </a:p>
              <a:p>
                <a:pPr algn="just">
                  <a:buFont typeface="Wingdings" panose="05000000000000000000" pitchFamily="2" charset="2"/>
                  <a:buChar char="§"/>
                  <a:defRPr/>
                </a:pPr>
                <a:r>
                  <a:rPr lang="en-US" sz="2000" dirty="0"/>
                  <a:t>Decryption requires that the key be applied in reverse order: </a:t>
                </a:r>
                <a:endParaRPr lang="en-MY" sz="2000" b="1" dirty="0"/>
              </a:p>
              <a:p>
                <a:pPr marL="0" indent="0" algn="just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sz="2000" b="1" i="0" smtClean="0">
                          <a:latin typeface="Cambria Math" panose="02040503050406030204" pitchFamily="18" charset="0"/>
                        </a:rPr>
                        <m:t>𝐏</m:t>
                      </m:r>
                      <m:r>
                        <a:rPr lang="en-MY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MY" sz="2000" b="1" i="0" smtClean="0">
                          <a:latin typeface="Cambria Math" panose="02040503050406030204" pitchFamily="18" charset="0"/>
                        </a:rPr>
                        <m:t>𝐃𝐞𝐜</m:t>
                      </m:r>
                      <m:d>
                        <m:dPr>
                          <m:ctrlPr>
                            <a:rPr lang="en-MY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MY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MY" sz="2000" b="1" i="1" smtClean="0"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e>
                            <m:sub>
                              <m:r>
                                <a:rPr lang="en-MY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MY" sz="20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MY" sz="2000" b="1" i="0" smtClean="0">
                              <a:latin typeface="Cambria Math" panose="02040503050406030204" pitchFamily="18" charset="0"/>
                            </a:rPr>
                            <m:t>𝐃𝐞𝐜</m:t>
                          </m:r>
                          <m:d>
                            <m:dPr>
                              <m:ctrlPr>
                                <a:rPr lang="en-MY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MY" sz="2000" b="1" i="0" smtClean="0">
                                  <a:latin typeface="Cambria Math" panose="02040503050406030204" pitchFamily="18" charset="0"/>
                                </a:rPr>
                                <m:t>𝐂</m:t>
                              </m:r>
                              <m:r>
                                <a:rPr lang="en-MY" sz="20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MY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MY" sz="2000" b="1" i="1" smtClean="0">
                                      <a:latin typeface="Cambria Math" panose="02040503050406030204" pitchFamily="18" charset="0"/>
                                    </a:rPr>
                                    <m:t>𝑲</m:t>
                                  </m:r>
                                </m:e>
                                <m:sub>
                                  <m:r>
                                    <a:rPr lang="en-MY" sz="20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MY" sz="2000" dirty="0"/>
              </a:p>
              <a:p>
                <a:pPr algn="just">
                  <a:buFont typeface="Wingdings" panose="05000000000000000000" pitchFamily="2" charset="2"/>
                  <a:buChar char="§"/>
                  <a:defRPr/>
                </a:pPr>
                <a:r>
                  <a:rPr lang="en-US" sz="2000" dirty="0"/>
                  <a:t>For 2DES, this involves a key length of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𝟓𝟔</m:t>
                    </m:r>
                    <m:r>
                      <a:rPr lang="en-MY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MY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MY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𝟏𝟏𝟐</m:t>
                    </m:r>
                  </m:oMath>
                </a14:m>
                <a:r>
                  <a:rPr lang="en-US" sz="2000" b="1" dirty="0">
                    <a:solidFill>
                      <a:srgbClr val="0000FF"/>
                    </a:solidFill>
                  </a:rPr>
                  <a:t>-bits</a:t>
                </a:r>
                <a:r>
                  <a:rPr lang="en-US" sz="2000" b="1" dirty="0">
                    <a:solidFill>
                      <a:srgbClr val="0000FF"/>
                    </a:solidFill>
                    <a:cs typeface="Times New Roman" pitchFamily="18" charset="0"/>
                  </a:rPr>
                  <a:t> </a:t>
                </a:r>
                <a:r>
                  <a:rPr lang="en-US" sz="2000" dirty="0">
                    <a:cs typeface="Times New Roman" pitchFamily="18" charset="0"/>
                  </a:rPr>
                  <a:t>and seems to result in a dramatic increase in cryptographic strength.</a:t>
                </a:r>
              </a:p>
              <a:p>
                <a:pPr marL="781050" lvl="1" indent="-342900" algn="just">
                  <a:defRPr/>
                </a:pPr>
                <a:r>
                  <a:rPr lang="en-US" sz="2000" dirty="0"/>
                  <a:t>However, using a </a:t>
                </a:r>
                <a:r>
                  <a:rPr lang="en-US" sz="2000" b="1" dirty="0">
                    <a:solidFill>
                      <a:srgbClr val="00B050"/>
                    </a:solidFill>
                  </a:rPr>
                  <a:t>known-plaintext attack </a:t>
                </a:r>
                <a:r>
                  <a:rPr lang="en-US" sz="2000" dirty="0"/>
                  <a:t>called a </a:t>
                </a:r>
                <a:r>
                  <a:rPr lang="en-US" sz="2000" b="1" dirty="0">
                    <a:solidFill>
                      <a:schemeClr val="hlink"/>
                    </a:solidFill>
                  </a:rPr>
                  <a:t>meet-in-the-middle attack</a:t>
                </a:r>
                <a:r>
                  <a:rPr lang="en-US" sz="2000" dirty="0"/>
                  <a:t> proves that 2DES improves this vulnerability slightly (to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𝟓𝟕</m:t>
                        </m:r>
                      </m:sup>
                    </m:sSup>
                  </m:oMath>
                </a14:m>
                <a:r>
                  <a:rPr lang="en-US" sz="2000" dirty="0"/>
                  <a:t> tests), but not tremendously (to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𝟏𝟏𝟐</m:t>
                        </m:r>
                      </m:sup>
                    </m:sSup>
                  </m:oMath>
                </a14:m>
                <a:r>
                  <a:rPr lang="en-US" sz="2000" dirty="0"/>
                  <a:t>).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348" r="-40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349933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4000" b="0" dirty="0"/>
              <a:t>DES Variant – </a:t>
            </a:r>
            <a:r>
              <a:rPr lang="en-MY" sz="4000" dirty="0">
                <a:solidFill>
                  <a:srgbClr val="0000FF"/>
                </a:solidFill>
              </a:rPr>
              <a:t>Double DES (2DES)</a:t>
            </a:r>
            <a:endParaRPr lang="en-MY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DAE229-D0BD-8C40-72F6-578FE73BF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838200" y="2116584"/>
            <a:ext cx="7300496" cy="38935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97F696B-5E98-2B02-E076-54B01F2D3057}"/>
                  </a:ext>
                </a:extLst>
              </p:cNvPr>
              <p:cNvSpPr txBox="1"/>
              <p:nvPr/>
            </p:nvSpPr>
            <p:spPr>
              <a:xfrm>
                <a:off x="7668042" y="3209132"/>
                <a:ext cx="3039743" cy="439736"/>
              </a:xfrm>
              <a:prstGeom prst="rect">
                <a:avLst/>
              </a:prstGeom>
              <a:solidFill>
                <a:srgbClr val="FEDABA"/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MY" sz="2000" dirty="0"/>
                  <a:t> </a:t>
                </a:r>
                <a14:m>
                  <m:oMath xmlns:m="http://schemas.openxmlformats.org/officeDocument/2006/math">
                    <m:r>
                      <a:rPr lang="en-MY" sz="2000" b="1" i="0" smtClean="0">
                        <a:latin typeface="Cambria Math" panose="02040503050406030204" pitchFamily="18" charset="0"/>
                      </a:rPr>
                      <m:t>𝐂</m:t>
                    </m:r>
                    <m:r>
                      <a:rPr lang="en-MY" sz="20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sz="2000" b="1" i="0" smtClean="0">
                        <a:latin typeface="Cambria Math" panose="02040503050406030204" pitchFamily="18" charset="0"/>
                      </a:rPr>
                      <m:t>𝐄𝐧𝐜</m:t>
                    </m:r>
                    <m:d>
                      <m:dPr>
                        <m:ctrlPr>
                          <a:rPr lang="en-MY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000" b="1" i="1" smtClean="0">
                                <a:latin typeface="Cambria Math" panose="02040503050406030204" pitchFamily="18" charset="0"/>
                              </a:rPr>
                              <m:t>𝑲</m:t>
                            </m:r>
                          </m:e>
                          <m:sub>
                            <m:r>
                              <a:rPr lang="en-MY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MY" sz="20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MY" sz="2000" b="1" i="0" smtClean="0">
                            <a:latin typeface="Cambria Math" panose="02040503050406030204" pitchFamily="18" charset="0"/>
                          </a:rPr>
                          <m:t>𝐄𝐧𝐜</m:t>
                        </m:r>
                        <m:d>
                          <m:dPr>
                            <m:ctrlPr>
                              <a:rPr lang="en-MY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sz="2000" b="1" i="0" smtClean="0">
                                <a:latin typeface="Cambria Math" panose="02040503050406030204" pitchFamily="18" charset="0"/>
                              </a:rPr>
                              <m:t>𝐏</m:t>
                            </m:r>
                            <m:r>
                              <a:rPr lang="en-MY" sz="2000" b="1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MY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MY" sz="2000" b="1" i="1" smtClean="0"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</m:e>
                              <m:sub>
                                <m:r>
                                  <a:rPr lang="en-MY" sz="20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MY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97F696B-5E98-2B02-E076-54B01F2D30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8042" y="3209132"/>
                <a:ext cx="3039743" cy="4397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4D5767A-FBB2-3E7D-D9B5-A12221F4DC5E}"/>
                  </a:ext>
                </a:extLst>
              </p:cNvPr>
              <p:cNvSpPr txBox="1"/>
              <p:nvPr/>
            </p:nvSpPr>
            <p:spPr>
              <a:xfrm>
                <a:off x="7668042" y="5053976"/>
                <a:ext cx="3039743" cy="439736"/>
              </a:xfrm>
              <a:prstGeom prst="rect">
                <a:avLst/>
              </a:prstGeom>
              <a:solidFill>
                <a:srgbClr val="CDF3D8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sz="2000" b="1">
                          <a:latin typeface="Cambria Math" panose="02040503050406030204" pitchFamily="18" charset="0"/>
                        </a:rPr>
                        <m:t>𝐏</m:t>
                      </m:r>
                      <m:r>
                        <a:rPr lang="en-MY" sz="2000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MY" sz="2000" b="1">
                          <a:latin typeface="Cambria Math" panose="02040503050406030204" pitchFamily="18" charset="0"/>
                        </a:rPr>
                        <m:t>𝐃𝐞𝐜</m:t>
                      </m:r>
                      <m:d>
                        <m:dPr>
                          <m:ctrlPr>
                            <a:rPr lang="en-MY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MY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MY" sz="2000" b="1" i="1"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e>
                            <m:sub>
                              <m:r>
                                <a:rPr lang="en-MY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MY" sz="20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MY" sz="2000" b="1">
                              <a:latin typeface="Cambria Math" panose="02040503050406030204" pitchFamily="18" charset="0"/>
                            </a:rPr>
                            <m:t>𝐃𝐞𝐜</m:t>
                          </m:r>
                          <m:d>
                            <m:dPr>
                              <m:ctrlPr>
                                <a:rPr lang="en-MY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MY" sz="2000" b="1">
                                  <a:latin typeface="Cambria Math" panose="02040503050406030204" pitchFamily="18" charset="0"/>
                                </a:rPr>
                                <m:t>𝐂</m:t>
                              </m:r>
                              <m:r>
                                <a:rPr lang="en-MY" sz="2000" b="1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MY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MY" sz="2000" b="1" i="1">
                                      <a:latin typeface="Cambria Math" panose="02040503050406030204" pitchFamily="18" charset="0"/>
                                    </a:rPr>
                                    <m:t>𝑲</m:t>
                                  </m:r>
                                </m:e>
                                <m:sub>
                                  <m:r>
                                    <a:rPr lang="en-MY" sz="20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MY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4D5767A-FBB2-3E7D-D9B5-A12221F4D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8042" y="5053976"/>
                <a:ext cx="3039743" cy="4397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387856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4000" dirty="0">
                <a:solidFill>
                  <a:srgbClr val="0000FF"/>
                </a:solidFill>
              </a:rPr>
              <a:t>2DES</a:t>
            </a:r>
            <a:r>
              <a:rPr lang="en-MY" sz="4000" b="0" dirty="0">
                <a:solidFill>
                  <a:srgbClr val="0000FF"/>
                </a:solidFill>
              </a:rPr>
              <a:t> </a:t>
            </a:r>
            <a:r>
              <a:rPr lang="en-MY" sz="4000" b="0" dirty="0"/>
              <a:t>– </a:t>
            </a:r>
            <a:r>
              <a:rPr lang="en-MY" sz="4000" dirty="0">
                <a:solidFill>
                  <a:srgbClr val="FF0000"/>
                </a:solidFill>
              </a:rPr>
              <a:t>Meet-in-the-Middle Attack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8243656" cy="4351338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en-MY" sz="2000" dirty="0"/>
                  <a:t>An example of a </a:t>
                </a:r>
                <a:r>
                  <a:rPr lang="en-MY" sz="2000" b="1" dirty="0"/>
                  <a:t>Known-Plaintext Attack (KPA)</a:t>
                </a:r>
                <a:r>
                  <a:rPr lang="en-MY" sz="2000" dirty="0"/>
                  <a:t>, </a:t>
                </a:r>
                <a:r>
                  <a:rPr lang="en-MY" sz="2000" b="1" dirty="0">
                    <a:solidFill>
                      <a:srgbClr val="FF0000"/>
                    </a:solidFill>
                  </a:rPr>
                  <a:t>Meet-in-the-Middle</a:t>
                </a:r>
                <a:r>
                  <a:rPr lang="en-MY" sz="2000" dirty="0"/>
                  <a:t> attack was firstly described by Whitfield Diffie in 1977. </a:t>
                </a:r>
              </a:p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en-US" sz="2000" dirty="0"/>
                  <a:t>This attempts to find by </a:t>
                </a:r>
                <a:r>
                  <a:rPr lang="en-US" sz="2000" b="1" dirty="0">
                    <a:solidFill>
                      <a:srgbClr val="0000FF"/>
                    </a:solidFill>
                  </a:rPr>
                  <a:t>trial-and-error</a:t>
                </a:r>
                <a:r>
                  <a:rPr lang="en-US" sz="2000" dirty="0"/>
                  <a:t> a value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sz="2000" dirty="0"/>
                  <a:t> in the ‘</a:t>
                </a:r>
                <a:r>
                  <a:rPr lang="en-US" sz="2000" b="1" dirty="0">
                    <a:solidFill>
                      <a:srgbClr val="00B050"/>
                    </a:solidFill>
                  </a:rPr>
                  <a:t>middle</a:t>
                </a:r>
                <a:r>
                  <a:rPr lang="en-US" sz="2000" dirty="0"/>
                  <a:t>’ of the 2DES encryption.</a:t>
                </a:r>
              </a:p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en-US" sz="2000" dirty="0"/>
                  <a:t>This algorithm is based on the observation that if we have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sz="2000" b="1" i="0" smtClean="0">
                          <a:latin typeface="Cambria Math" panose="02040503050406030204" pitchFamily="18" charset="0"/>
                        </a:rPr>
                        <m:t>𝐂</m:t>
                      </m:r>
                      <m:r>
                        <a:rPr lang="en-MY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MY" sz="2000" b="0" i="0" smtClean="0">
                          <a:latin typeface="Cambria Math" panose="02040503050406030204" pitchFamily="18" charset="0"/>
                        </a:rPr>
                        <m:t>Enc</m:t>
                      </m:r>
                      <m:d>
                        <m:dPr>
                          <m:ctrlPr>
                            <a:rPr lang="en-MY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MY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MY" sz="20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MY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MY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MY" sz="2000" b="0" i="0" smtClean="0">
                              <a:latin typeface="Cambria Math" panose="02040503050406030204" pitchFamily="18" charset="0"/>
                            </a:rPr>
                            <m:t>Enc</m:t>
                          </m:r>
                          <m:d>
                            <m:dPr>
                              <m:ctrlPr>
                                <a:rPr lang="en-MY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MY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MY" sz="20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MY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MY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MY" sz="2000" b="1" i="0" smtClean="0"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marL="0" indent="0" algn="just">
                  <a:buNone/>
                </a:pPr>
                <a:r>
                  <a:rPr lang="en-US" sz="2000" dirty="0"/>
                  <a:t>	then </a:t>
                </a:r>
                <a:endParaRPr lang="en-MY" sz="2000" b="0" i="1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MY" sz="2000" b="1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MY" sz="20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MY" sz="2000" b="0" i="0" smtClean="0">
                              <a:latin typeface="Cambria Math" panose="02040503050406030204" pitchFamily="18" charset="0"/>
                            </a:rPr>
                            <m:t>De</m:t>
                          </m:r>
                          <m:r>
                            <m:rPr>
                              <m:sty m:val="p"/>
                            </m:rPr>
                            <a:rPr lang="en-MY" sz="2000" b="0" i="0">
                              <a:latin typeface="Cambria Math" panose="02040503050406030204" pitchFamily="18" charset="0"/>
                            </a:rPr>
                            <m:t>c</m:t>
                          </m:r>
                          <m:d>
                            <m:dPr>
                              <m:ctrlPr>
                                <a:rPr lang="en-MY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MY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MY" sz="2000" b="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MY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MY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MY" sz="2000" b="1" i="0" smtClean="0">
                                  <a:latin typeface="Cambria Math" panose="02040503050406030204" pitchFamily="18" charset="0"/>
                                </a:rPr>
                                <m:t>𝐂</m:t>
                              </m:r>
                            </m:e>
                          </m:d>
                          <m:r>
                            <a:rPr lang="en-MY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MY" sz="2000">
                              <a:latin typeface="Cambria Math" panose="02040503050406030204" pitchFamily="18" charset="0"/>
                            </a:rPr>
                            <m:t>Enc</m:t>
                          </m:r>
                          <m:d>
                            <m:dPr>
                              <m:ctrlPr>
                                <a:rPr lang="en-MY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MY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MY" sz="20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MY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MY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MY" sz="2000" b="1"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</m:d>
                          <m:r>
                            <a:rPr lang="en-MY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MY" sz="20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MY" sz="2000" b="1" i="1" smtClean="0">
                              <a:latin typeface="Cambria Math" panose="02040503050406030204" pitchFamily="18" charset="0"/>
                            </a:rPr>
                            <m:t> #</m:t>
                          </m:r>
                          <m:d>
                            <m:dPr>
                              <m:ctrlPr>
                                <a:rPr lang="en-MY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MY" sz="2000" b="1" i="0" smtClean="0">
                                  <a:latin typeface="Cambria Math" panose="02040503050406030204" pitchFamily="18" charset="0"/>
                                </a:rPr>
                                <m:t>𝐄𝐪</m:t>
                              </m:r>
                              <m:r>
                                <a:rPr lang="en-MY" sz="2000" b="1" i="1" smtClean="0">
                                  <a:latin typeface="Cambria Math" panose="02040503050406030204" pitchFamily="18" charset="0"/>
                                </a:rPr>
                                <m:t>. </m:t>
                              </m:r>
                              <m:r>
                                <a:rPr lang="en-MY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</m:eqArr>
                    </m:oMath>
                  </m:oMathPara>
                </a14:m>
                <a:endParaRPr lang="en-MY" sz="2000" b="1" dirty="0"/>
              </a:p>
              <a:p>
                <a:pPr marL="0" indent="0" algn="just">
                  <a:buNone/>
                </a:pPr>
                <a:endParaRPr lang="en-MY" sz="20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8243656" cy="4351338"/>
              </a:xfrm>
              <a:blipFill>
                <a:blip r:embed="rId2"/>
                <a:stretch>
                  <a:fillRect l="-444" r="-518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Whitfield Diffie - Wikipedia">
            <a:extLst>
              <a:ext uri="{FF2B5EF4-FFF2-40B4-BE49-F238E27FC236}">
                <a16:creationId xmlns:a16="http://schemas.microsoft.com/office/drawing/2014/main" id="{9A71CB2C-7D73-08E5-98D2-3FDCC0552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7523" y="1825625"/>
            <a:ext cx="2573045" cy="3859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588786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4000" dirty="0">
                <a:solidFill>
                  <a:srgbClr val="0000FF"/>
                </a:solidFill>
              </a:rPr>
              <a:t>2DES</a:t>
            </a:r>
            <a:r>
              <a:rPr lang="en-MY" sz="4000" b="0" dirty="0">
                <a:solidFill>
                  <a:srgbClr val="0000FF"/>
                </a:solidFill>
              </a:rPr>
              <a:t> </a:t>
            </a:r>
            <a:r>
              <a:rPr lang="en-MY" sz="4000" b="0" dirty="0"/>
              <a:t>– </a:t>
            </a:r>
            <a:r>
              <a:rPr lang="en-MY" sz="4000" dirty="0">
                <a:solidFill>
                  <a:srgbClr val="FF0000"/>
                </a:solidFill>
              </a:rPr>
              <a:t>Meet-in-the-Middle Attack</a:t>
            </a:r>
            <a:endParaRPr lang="en-MY" sz="4000" dirty="0"/>
          </a:p>
        </p:txBody>
      </p:sp>
      <p:pic>
        <p:nvPicPr>
          <p:cNvPr id="4" name="Picture 11">
            <a:extLst>
              <a:ext uri="{FF2B5EF4-FFF2-40B4-BE49-F238E27FC236}">
                <a16:creationId xmlns:a16="http://schemas.microsoft.com/office/drawing/2014/main" id="{30E24FCC-D488-F5EE-5D43-BFD89422D75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41863" y="1690688"/>
            <a:ext cx="7108273" cy="4852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0557044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4000" dirty="0">
                <a:solidFill>
                  <a:srgbClr val="0000FF"/>
                </a:solidFill>
              </a:rPr>
              <a:t>2DES</a:t>
            </a:r>
            <a:r>
              <a:rPr lang="en-MY" sz="4000" b="0" dirty="0">
                <a:solidFill>
                  <a:srgbClr val="0000FF"/>
                </a:solidFill>
              </a:rPr>
              <a:t> </a:t>
            </a:r>
            <a:r>
              <a:rPr lang="en-MY" sz="4000" b="0" dirty="0"/>
              <a:t>– </a:t>
            </a:r>
            <a:r>
              <a:rPr lang="en-MY" sz="4000" dirty="0">
                <a:solidFill>
                  <a:srgbClr val="FF0000"/>
                </a:solidFill>
              </a:rPr>
              <a:t>Meet-in-the-Middle Attack</a:t>
            </a:r>
            <a:endParaRPr lang="en-MY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000" dirty="0"/>
                  <a:t>How does Meet-in-the-Middle attack work?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sz="2000" dirty="0"/>
                  <a:t>Assume that an attacker has intercepted a previous pair of plaintext-ciphertext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000" b="1" i="0" smtClean="0">
                            <a:latin typeface="Cambria Math" panose="02040503050406030204" pitchFamily="18" charset="0"/>
                          </a:rPr>
                          <m:t>𝐏</m:t>
                        </m:r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MY" sz="2000" b="1" i="0" smtClean="0">
                            <a:latin typeface="Cambria Math" panose="02040503050406030204" pitchFamily="18" charset="0"/>
                          </a:rPr>
                          <m:t>𝐂</m:t>
                        </m:r>
                      </m:e>
                    </m:d>
                  </m:oMath>
                </a14:m>
                <a:r>
                  <a:rPr lang="en-US" sz="2000" dirty="0"/>
                  <a:t> (</a:t>
                </a:r>
                <a:r>
                  <a:rPr lang="en-US" sz="2000" b="1" dirty="0">
                    <a:solidFill>
                      <a:srgbClr val="00B050"/>
                    </a:solidFill>
                  </a:rPr>
                  <a:t>known-plaintext attack</a:t>
                </a:r>
                <a:r>
                  <a:rPr lang="en-US" sz="2000" dirty="0"/>
                  <a:t>).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sz="2000" dirty="0"/>
                  <a:t>Based on the </a:t>
                </a:r>
                <a:r>
                  <a:rPr lang="en-US" sz="2000" b="1" dirty="0">
                    <a:solidFill>
                      <a:srgbClr val="0000FF"/>
                    </a:solidFill>
                  </a:rPr>
                  <a:t>first relationship</a:t>
                </a:r>
                <a:r>
                  <a:rPr lang="en-US" sz="2000" dirty="0"/>
                  <a:t>, the attacker encrypts </a:t>
                </a:r>
                <a14:m>
                  <m:oMath xmlns:m="http://schemas.openxmlformats.org/officeDocument/2006/math">
                    <m:r>
                      <a:rPr lang="en-MY" sz="2000" b="1" i="0" smtClean="0">
                        <a:latin typeface="Cambria Math" panose="02040503050406030204" pitchFamily="18" charset="0"/>
                      </a:rPr>
                      <m:t>𝐏</m:t>
                    </m:r>
                  </m:oMath>
                </a14:m>
                <a:r>
                  <a:rPr lang="en-US" sz="2000" dirty="0"/>
                  <a:t> using all possible values 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56</m:t>
                        </m:r>
                      </m:sup>
                    </m:sSup>
                  </m:oMath>
                </a14:m>
                <a:r>
                  <a:rPr lang="en-US" sz="2000" dirty="0"/>
                  <a:t>)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and records all values obtained for </a:t>
                </a:r>
                <a14:m>
                  <m:oMath xmlns:m="http://schemas.openxmlformats.org/officeDocument/2006/math">
                    <m:r>
                      <a:rPr lang="en-MY" sz="2000" b="1" i="0" smtClean="0">
                        <a:latin typeface="Cambria Math" panose="02040503050406030204" pitchFamily="18" charset="0"/>
                      </a:rPr>
                      <m:t>𝐌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sz="2000" dirty="0"/>
                  <a:t>Based on the 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second relationship</a:t>
                </a:r>
                <a:r>
                  <a:rPr lang="en-US" sz="2000" dirty="0"/>
                  <a:t>, the attacker decrypts </a:t>
                </a:r>
                <a14:m>
                  <m:oMath xmlns:m="http://schemas.openxmlformats.org/officeDocument/2006/math">
                    <m:r>
                      <a:rPr lang="en-MY" sz="2000" b="1" i="0" smtClean="0">
                        <a:latin typeface="Cambria Math" panose="02040503050406030204" pitchFamily="18" charset="0"/>
                      </a:rPr>
                      <m:t>𝐂</m:t>
                    </m:r>
                  </m:oMath>
                </a14:m>
                <a:r>
                  <a:rPr lang="en-US" sz="2000" dirty="0"/>
                  <a:t> using all possible values 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56</m:t>
                        </m:r>
                      </m:sup>
                    </m:sSup>
                  </m:oMath>
                </a14:m>
                <a:r>
                  <a:rPr lang="en-US" sz="2000" dirty="0"/>
                  <a:t>)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and records all values obtained for </a:t>
                </a:r>
                <a14:m>
                  <m:oMath xmlns:m="http://schemas.openxmlformats.org/officeDocument/2006/math">
                    <m:r>
                      <a:rPr lang="en-MY" sz="2000" b="1" i="0" smtClean="0">
                        <a:latin typeface="Cambria Math" panose="02040503050406030204" pitchFamily="18" charset="0"/>
                      </a:rPr>
                      <m:t>𝐌</m:t>
                    </m:r>
                  </m:oMath>
                </a14:m>
                <a:r>
                  <a:rPr lang="en-US" sz="2000" dirty="0"/>
                  <a:t>. 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sz="2000" dirty="0"/>
                  <a:t>The attacker creates two tables sorted by </a:t>
                </a:r>
                <a14:m>
                  <m:oMath xmlns:m="http://schemas.openxmlformats.org/officeDocument/2006/math">
                    <m:r>
                      <a:rPr lang="en-MY" sz="2000" b="1" i="0" smtClean="0">
                        <a:latin typeface="Cambria Math" panose="02040503050406030204" pitchFamily="18" charset="0"/>
                      </a:rPr>
                      <m:t>𝐌</m:t>
                    </m:r>
                  </m:oMath>
                </a14:m>
                <a:r>
                  <a:rPr lang="en-US" sz="2000" dirty="0"/>
                  <a:t> values and compare these two tables. 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sz="2000" dirty="0"/>
                  <a:t>If there is 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only one match </a:t>
                </a:r>
                <a:r>
                  <a:rPr lang="en-US" sz="2000" dirty="0"/>
                  <a:t>of </a:t>
                </a:r>
                <a14:m>
                  <m:oMath xmlns:m="http://schemas.openxmlformats.org/officeDocument/2006/math">
                    <m:r>
                      <a:rPr lang="en-MY" sz="2000" b="1" i="0" smtClean="0">
                        <a:latin typeface="Cambria Math" panose="02040503050406030204" pitchFamily="18" charset="0"/>
                      </a:rPr>
                      <m:t>𝐌</m:t>
                    </m:r>
                  </m:oMath>
                </a14:m>
                <a:r>
                  <a:rPr lang="en-US" sz="2000" dirty="0"/>
                  <a:t> found, then the attacker has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found the two keys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.  Otherwise, go to the next step.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4" r="-40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730060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4000" dirty="0">
                <a:solidFill>
                  <a:srgbClr val="0000FF"/>
                </a:solidFill>
              </a:rPr>
              <a:t>2DES</a:t>
            </a:r>
            <a:r>
              <a:rPr lang="en-MY" sz="4000" b="0" dirty="0">
                <a:solidFill>
                  <a:srgbClr val="0000FF"/>
                </a:solidFill>
              </a:rPr>
              <a:t> </a:t>
            </a:r>
            <a:r>
              <a:rPr lang="en-MY" sz="4000" b="0" dirty="0"/>
              <a:t>– </a:t>
            </a:r>
            <a:r>
              <a:rPr lang="en-MY" sz="4000" dirty="0">
                <a:solidFill>
                  <a:srgbClr val="FF0000"/>
                </a:solidFill>
              </a:rPr>
              <a:t>Meet-in-the-Middle Attack</a:t>
            </a:r>
            <a:endParaRPr lang="en-MY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 algn="just">
                  <a:buFont typeface="+mj-lt"/>
                  <a:buAutoNum type="arabicPeriod" startAt="6"/>
                </a:pPr>
                <a:r>
                  <a:rPr lang="en-US" sz="2000" dirty="0"/>
                  <a:t>The attacker takes another intercepted plaintext-ciphertext pair and uses each of the candidate key pairs to see if it is possible to get the ciphertext from the plaintext.</a:t>
                </a:r>
              </a:p>
              <a:p>
                <a:pPr marL="457200" indent="-457200" algn="just">
                  <a:buFont typeface="+mj-lt"/>
                  <a:buAutoNum type="arabicPeriod" startAt="6"/>
                </a:pPr>
                <a:r>
                  <a:rPr lang="en-US" sz="2000" dirty="0"/>
                  <a:t>If more than one candidate key pair is found, the above Step 6 is 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repeated</a:t>
                </a:r>
                <a:r>
                  <a:rPr lang="en-US" sz="2000" dirty="0"/>
                  <a:t> until a unique pair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MY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MY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MY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 that produces the identical </a:t>
                </a:r>
                <a14:m>
                  <m:oMath xmlns:m="http://schemas.openxmlformats.org/officeDocument/2006/math">
                    <m:r>
                      <a:rPr lang="en-MY" sz="2000" b="1">
                        <a:latin typeface="Cambria Math" panose="02040503050406030204" pitchFamily="18" charset="0"/>
                      </a:rPr>
                      <m:t>𝐌</m:t>
                    </m:r>
                    <m:r>
                      <a:rPr lang="en-MY" sz="20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is found.</a:t>
                </a:r>
                <a:endParaRPr lang="en-MY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4" r="-40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6">
            <a:extLst>
              <a:ext uri="{FF2B5EF4-FFF2-40B4-BE49-F238E27FC236}">
                <a16:creationId xmlns:a16="http://schemas.microsoft.com/office/drawing/2014/main" id="{9EF885E8-B864-BB90-42FB-2D38D9DFF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04269" y="3799137"/>
            <a:ext cx="6183461" cy="26480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1479181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4000" b="0" dirty="0"/>
              <a:t>DES Variant – </a:t>
            </a:r>
            <a:r>
              <a:rPr lang="en-MY" sz="4000" dirty="0">
                <a:solidFill>
                  <a:srgbClr val="0000FF"/>
                </a:solidFill>
              </a:rPr>
              <a:t>Triple DES (3DES)</a:t>
            </a:r>
            <a:endParaRPr lang="en-MY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C062D-9FA6-B2AB-C1C5-FB9F1B32B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en-MY" sz="2000" dirty="0"/>
              <a:t>Another variant of DES proposed to improve its security, </a:t>
            </a:r>
            <a:r>
              <a:rPr lang="en-MY" sz="2000" b="1" dirty="0">
                <a:solidFill>
                  <a:srgbClr val="FF0000"/>
                </a:solidFill>
              </a:rPr>
              <a:t>Triple DES (3DES) </a:t>
            </a:r>
            <a:r>
              <a:rPr lang="en-MY" sz="2000" dirty="0"/>
              <a:t>uses three stages of DES for encryption and decryption.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MY" sz="2000" dirty="0"/>
              <a:t>There are </a:t>
            </a:r>
            <a:r>
              <a:rPr lang="en-MY" sz="2000" b="1" dirty="0"/>
              <a:t>two version of 3DES </a:t>
            </a:r>
            <a:r>
              <a:rPr lang="en-MY" sz="2000" dirty="0"/>
              <a:t>in use today: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MY" sz="2000" dirty="0"/>
              <a:t>3DES with </a:t>
            </a:r>
            <a:r>
              <a:rPr lang="en-MY" sz="2000" b="1" dirty="0">
                <a:solidFill>
                  <a:srgbClr val="0000FF"/>
                </a:solidFill>
              </a:rPr>
              <a:t>2 keys</a:t>
            </a:r>
            <a:r>
              <a:rPr lang="en-MY" sz="2000" dirty="0"/>
              <a:t>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MY" sz="2000" dirty="0"/>
              <a:t>3DES with </a:t>
            </a:r>
            <a:r>
              <a:rPr lang="en-MY" sz="2000" b="1" dirty="0">
                <a:solidFill>
                  <a:srgbClr val="00B050"/>
                </a:solidFill>
              </a:rPr>
              <a:t>3 keys</a:t>
            </a:r>
            <a:r>
              <a:rPr lang="en-MY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955699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4000" dirty="0">
                <a:solidFill>
                  <a:srgbClr val="0000FF"/>
                </a:solidFill>
              </a:rPr>
              <a:t>Triple DES (3DES) </a:t>
            </a:r>
            <a:r>
              <a:rPr lang="en-MY" sz="4000" b="0" dirty="0"/>
              <a:t>with </a:t>
            </a:r>
            <a:r>
              <a:rPr lang="en-MY" sz="4000" dirty="0">
                <a:solidFill>
                  <a:srgbClr val="00B050"/>
                </a:solidFill>
              </a:rPr>
              <a:t>2 Keys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en-MY" sz="2000" dirty="0"/>
                  <a:t>There are only two keys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MY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MY" sz="2000" dirty="0"/>
                  <a:t> involved, with the </a:t>
                </a:r>
                <a:r>
                  <a:rPr lang="en-MY" sz="2000" b="1" dirty="0">
                    <a:solidFill>
                      <a:srgbClr val="FF0000"/>
                    </a:solidFill>
                  </a:rPr>
                  <a:t>first</a:t>
                </a:r>
                <a:r>
                  <a:rPr lang="en-MY" sz="2000" dirty="0"/>
                  <a:t> and </a:t>
                </a:r>
                <a:r>
                  <a:rPr lang="en-MY" sz="2000" b="1" dirty="0">
                    <a:solidFill>
                      <a:srgbClr val="FF0000"/>
                    </a:solidFill>
                  </a:rPr>
                  <a:t>third</a:t>
                </a:r>
                <a:r>
                  <a:rPr lang="en-MY" sz="2000" dirty="0"/>
                  <a:t> stages 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MY" sz="2000" dirty="0"/>
                  <a:t>, and the </a:t>
                </a:r>
                <a:r>
                  <a:rPr lang="en-MY" sz="2000" b="1" dirty="0">
                    <a:solidFill>
                      <a:srgbClr val="0000FF"/>
                    </a:solidFill>
                  </a:rPr>
                  <a:t>second</a:t>
                </a:r>
                <a:r>
                  <a:rPr lang="en-MY" sz="2000" dirty="0"/>
                  <a:t> stage uses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MY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MY" sz="2000" dirty="0"/>
                  <a:t>. </a:t>
                </a:r>
              </a:p>
              <a:p>
                <a:pPr algn="just"/>
                <a:r>
                  <a:rPr lang="en-MY" sz="2000" dirty="0"/>
                  <a:t>To make 3DES compatible with single DES, the 2</a:t>
                </a:r>
                <a:r>
                  <a:rPr lang="en-MY" sz="2000" baseline="30000" dirty="0"/>
                  <a:t>nd</a:t>
                </a:r>
                <a:r>
                  <a:rPr lang="en-MY" sz="2000" dirty="0"/>
                  <a:t> stage uses </a:t>
                </a:r>
                <a:r>
                  <a:rPr lang="en-MY" sz="2000" b="1" dirty="0"/>
                  <a:t>reverse cipher technique </a:t>
                </a:r>
                <a:r>
                  <a:rPr lang="en-MY" sz="2000" dirty="0"/>
                  <a:t>in its algorithm.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MY" sz="2000" dirty="0"/>
                  <a:t>The plaintext </a:t>
                </a:r>
                <a14:m>
                  <m:oMath xmlns:m="http://schemas.openxmlformats.org/officeDocument/2006/math">
                    <m:r>
                      <a:rPr lang="en-MY" sz="2000" b="1" i="0" smtClean="0">
                        <a:latin typeface="Cambria Math" panose="02040503050406030204" pitchFamily="18" charset="0"/>
                      </a:rPr>
                      <m:t>𝐏</m:t>
                    </m:r>
                  </m:oMath>
                </a14:m>
                <a:r>
                  <a:rPr lang="en-MY" sz="2000" dirty="0"/>
                  <a:t> is </a:t>
                </a:r>
                <a:r>
                  <a:rPr lang="en-MY" sz="2000" b="1" dirty="0">
                    <a:solidFill>
                      <a:srgbClr val="00B050"/>
                    </a:solidFill>
                  </a:rPr>
                  <a:t>encrypted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MY" sz="2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MY" sz="2000" dirty="0"/>
                  <a:t>, </a:t>
                </a:r>
                <a:r>
                  <a:rPr lang="en-MY" sz="2000" b="1" dirty="0">
                    <a:solidFill>
                      <a:srgbClr val="0000FF"/>
                    </a:solidFill>
                  </a:rPr>
                  <a:t>decrypt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MY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MY" sz="2000" dirty="0"/>
                  <a:t>, and </a:t>
                </a:r>
                <a:r>
                  <a:rPr lang="en-MY" sz="2000" b="1" dirty="0">
                    <a:solidFill>
                      <a:srgbClr val="00B050"/>
                    </a:solidFill>
                  </a:rPr>
                  <a:t>encrypt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MY" sz="2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MY" sz="2000" dirty="0"/>
                  <a:t> again to produce ciphertext </a:t>
                </a:r>
                <a14:m>
                  <m:oMath xmlns:m="http://schemas.openxmlformats.org/officeDocument/2006/math">
                    <m:r>
                      <a:rPr lang="en-MY" sz="2000" b="1" i="0" smtClean="0">
                        <a:latin typeface="Cambria Math" panose="02040503050406030204" pitchFamily="18" charset="0"/>
                      </a:rPr>
                      <m:t>𝐂</m:t>
                    </m:r>
                  </m:oMath>
                </a14:m>
                <a:r>
                  <a:rPr lang="en-MY" sz="2000" dirty="0"/>
                  <a:t>.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MY" sz="2000" dirty="0"/>
                  <a:t>The ciphertext </a:t>
                </a:r>
                <a14:m>
                  <m:oMath xmlns:m="http://schemas.openxmlformats.org/officeDocument/2006/math">
                    <m:r>
                      <a:rPr lang="en-MY" sz="2000" b="1" i="0" smtClean="0">
                        <a:latin typeface="Cambria Math" panose="02040503050406030204" pitchFamily="18" charset="0"/>
                      </a:rPr>
                      <m:t>𝐂</m:t>
                    </m:r>
                  </m:oMath>
                </a14:m>
                <a:r>
                  <a:rPr lang="en-MY" sz="2000" dirty="0"/>
                  <a:t> is </a:t>
                </a:r>
                <a:r>
                  <a:rPr lang="en-MY" sz="2000" b="1" dirty="0">
                    <a:solidFill>
                      <a:srgbClr val="FF0000"/>
                    </a:solidFill>
                  </a:rPr>
                  <a:t>decrypted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MY" sz="2000" dirty="0"/>
                  <a:t>, </a:t>
                </a:r>
                <a:r>
                  <a:rPr lang="en-MY" sz="2000" b="1" dirty="0">
                    <a:solidFill>
                      <a:srgbClr val="7030A0"/>
                    </a:solidFill>
                  </a:rPr>
                  <a:t>encrypt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MY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MY" sz="2000" dirty="0"/>
                  <a:t>, and </a:t>
                </a:r>
                <a:r>
                  <a:rPr lang="en-MY" sz="2000" b="1" dirty="0">
                    <a:solidFill>
                      <a:srgbClr val="FF0000"/>
                    </a:solidFill>
                  </a:rPr>
                  <a:t>decrypt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MY" sz="2000" dirty="0"/>
                  <a:t> again to recover plaintext </a:t>
                </a:r>
                <a14:m>
                  <m:oMath xmlns:m="http://schemas.openxmlformats.org/officeDocument/2006/math">
                    <m:r>
                      <a:rPr lang="en-MY" sz="2000" b="1" i="0" smtClean="0">
                        <a:latin typeface="Cambria Math" panose="02040503050406030204" pitchFamily="18" charset="0"/>
                      </a:rPr>
                      <m:t>𝐏</m:t>
                    </m:r>
                  </m:oMath>
                </a14:m>
                <a:r>
                  <a:rPr lang="en-MY" sz="2000" dirty="0"/>
                  <a:t>.</a:t>
                </a:r>
              </a:p>
              <a:p>
                <a:pPr algn="just"/>
                <a:r>
                  <a:rPr lang="en-MY" sz="2000" dirty="0"/>
                  <a:t>Although 3DES with 2 keys is also vulnerable to known-plaintext attack, it is nevertheless much stronger than 2DES.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48" r="-40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454445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4000" dirty="0">
                <a:solidFill>
                  <a:srgbClr val="0000FF"/>
                </a:solidFill>
              </a:rPr>
              <a:t>Triple DES (3DES) </a:t>
            </a:r>
            <a:r>
              <a:rPr lang="en-MY" sz="4000" b="0" dirty="0"/>
              <a:t>with </a:t>
            </a:r>
            <a:r>
              <a:rPr lang="en-MY" sz="4000" dirty="0">
                <a:solidFill>
                  <a:srgbClr val="00B050"/>
                </a:solidFill>
              </a:rPr>
              <a:t>2 Keys</a:t>
            </a:r>
            <a:endParaRPr lang="en-MY" sz="4000" dirty="0"/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43CB289A-8200-4EF9-9422-514282D75C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41855" y="1690688"/>
            <a:ext cx="7508289" cy="497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8055511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4000" dirty="0">
                <a:solidFill>
                  <a:srgbClr val="0000FF"/>
                </a:solidFill>
              </a:rPr>
              <a:t>Triple DES (3DES) </a:t>
            </a:r>
            <a:r>
              <a:rPr lang="en-MY" sz="4000" b="0" dirty="0"/>
              <a:t>with </a:t>
            </a:r>
            <a:r>
              <a:rPr lang="en-MY" sz="4000" dirty="0">
                <a:solidFill>
                  <a:srgbClr val="00B050"/>
                </a:solidFill>
              </a:rPr>
              <a:t>3 Keys</a:t>
            </a:r>
            <a:endParaRPr lang="en-MY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en-MY" sz="2000" dirty="0"/>
                  <a:t>In this version of 3DES, three keys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MY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MY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MY" sz="2000" dirty="0"/>
                  <a:t> are used., with each round is operated using its corresponding key.</a:t>
                </a:r>
              </a:p>
              <a:p>
                <a:pPr algn="just"/>
                <a:r>
                  <a:rPr lang="en-MY" sz="2000" dirty="0"/>
                  <a:t>To make the 3DES with 3 keys compatible with single DES, the same </a:t>
                </a:r>
                <a:r>
                  <a:rPr lang="en-MY" sz="2000" b="1" dirty="0"/>
                  <a:t>reverse cipher technique </a:t>
                </a:r>
                <a:r>
                  <a:rPr lang="en-MY" sz="2000" dirty="0"/>
                  <a:t>as in 3DES with 2 keys are implemented in its algorithm.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MY" sz="2000" dirty="0"/>
                  <a:t>The plaintext </a:t>
                </a:r>
                <a14:m>
                  <m:oMath xmlns:m="http://schemas.openxmlformats.org/officeDocument/2006/math">
                    <m:r>
                      <a:rPr lang="en-MY" sz="2000" b="1" i="0" smtClean="0">
                        <a:latin typeface="Cambria Math" panose="02040503050406030204" pitchFamily="18" charset="0"/>
                      </a:rPr>
                      <m:t>𝐏</m:t>
                    </m:r>
                  </m:oMath>
                </a14:m>
                <a:r>
                  <a:rPr lang="en-MY" sz="2000" dirty="0"/>
                  <a:t> is </a:t>
                </a:r>
                <a:r>
                  <a:rPr lang="en-MY" sz="2000" b="1" dirty="0">
                    <a:solidFill>
                      <a:srgbClr val="00B050"/>
                    </a:solidFill>
                  </a:rPr>
                  <a:t>encrypted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MY" sz="2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MY" sz="2000" dirty="0"/>
                  <a:t>, </a:t>
                </a:r>
                <a:r>
                  <a:rPr lang="en-MY" sz="2000" b="1" dirty="0">
                    <a:solidFill>
                      <a:srgbClr val="0000FF"/>
                    </a:solidFill>
                  </a:rPr>
                  <a:t>decrypt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MY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MY" sz="2000" dirty="0"/>
                  <a:t>, and </a:t>
                </a:r>
                <a:r>
                  <a:rPr lang="en-MY" sz="2000" b="1" dirty="0">
                    <a:solidFill>
                      <a:srgbClr val="FF0000"/>
                    </a:solidFill>
                  </a:rPr>
                  <a:t>encrypt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MY" sz="2000" dirty="0"/>
                  <a:t> to produce ciphertext </a:t>
                </a:r>
                <a14:m>
                  <m:oMath xmlns:m="http://schemas.openxmlformats.org/officeDocument/2006/math">
                    <m:r>
                      <a:rPr lang="en-MY" sz="2000" b="1" i="0" smtClean="0">
                        <a:latin typeface="Cambria Math" panose="02040503050406030204" pitchFamily="18" charset="0"/>
                      </a:rPr>
                      <m:t>𝐂</m:t>
                    </m:r>
                  </m:oMath>
                </a14:m>
                <a:r>
                  <a:rPr lang="en-MY" sz="2000" dirty="0"/>
                  <a:t>.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MY" sz="2000" dirty="0"/>
                  <a:t>The ciphertext </a:t>
                </a:r>
                <a14:m>
                  <m:oMath xmlns:m="http://schemas.openxmlformats.org/officeDocument/2006/math">
                    <m:r>
                      <a:rPr lang="en-MY" sz="2000" b="1" i="0" smtClean="0">
                        <a:latin typeface="Cambria Math" panose="02040503050406030204" pitchFamily="18" charset="0"/>
                      </a:rPr>
                      <m:t>𝐂</m:t>
                    </m:r>
                  </m:oMath>
                </a14:m>
                <a:r>
                  <a:rPr lang="en-MY" sz="2000" dirty="0"/>
                  <a:t> is </a:t>
                </a:r>
                <a:r>
                  <a:rPr lang="en-MY" sz="2000" b="1" dirty="0">
                    <a:solidFill>
                      <a:srgbClr val="FF0000"/>
                    </a:solidFill>
                  </a:rPr>
                  <a:t>decrypted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MY" sz="2000" dirty="0"/>
                  <a:t>, </a:t>
                </a:r>
                <a:r>
                  <a:rPr lang="en-MY" sz="2000" b="1" dirty="0">
                    <a:solidFill>
                      <a:srgbClr val="0000FF"/>
                    </a:solidFill>
                  </a:rPr>
                  <a:t>encrypt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MY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MY" sz="2000" dirty="0"/>
                  <a:t>, and </a:t>
                </a:r>
                <a:r>
                  <a:rPr lang="en-MY" sz="2000" b="1" dirty="0">
                    <a:solidFill>
                      <a:srgbClr val="00B050"/>
                    </a:solidFill>
                  </a:rPr>
                  <a:t>decrypt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MY" sz="2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MY" sz="2000" dirty="0"/>
                  <a:t> to recover plaintext </a:t>
                </a:r>
                <a14:m>
                  <m:oMath xmlns:m="http://schemas.openxmlformats.org/officeDocument/2006/math">
                    <m:r>
                      <a:rPr lang="en-MY" sz="2000" b="1" i="0" smtClean="0">
                        <a:latin typeface="Cambria Math" panose="02040503050406030204" pitchFamily="18" charset="0"/>
                      </a:rPr>
                      <m:t>𝐏</m:t>
                    </m:r>
                  </m:oMath>
                </a14:m>
                <a:r>
                  <a:rPr lang="en-MY" sz="2000" dirty="0"/>
                  <a:t>.</a:t>
                </a:r>
              </a:p>
              <a:p>
                <a:pPr algn="just"/>
                <a:r>
                  <a:rPr lang="en-MY" sz="2000" dirty="0"/>
                  <a:t>3DES with 3 keys is used in many applications, one of the famous application is the </a:t>
                </a:r>
                <a:r>
                  <a:rPr lang="en-MY" sz="2000" b="1" dirty="0">
                    <a:solidFill>
                      <a:srgbClr val="7030A0"/>
                    </a:solidFill>
                  </a:rPr>
                  <a:t>PGP (Pretty Good Privacy)</a:t>
                </a:r>
                <a:r>
                  <a:rPr lang="en-MY" sz="2000" dirty="0"/>
                  <a:t>.</a:t>
                </a:r>
              </a:p>
              <a:p>
                <a:pPr algn="just"/>
                <a:endParaRPr lang="en-MY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C062D-9FA6-B2AB-C1C5-FB9F1B32B9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48" r="-40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383580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4000" dirty="0"/>
              <a:t>Main References for Chapter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C062D-9FA6-B2AB-C1C5-FB9F1B32B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Stallings, W.  “</a:t>
            </a:r>
            <a:r>
              <a:rPr lang="en-US" sz="2000" b="1" i="1" dirty="0"/>
              <a:t>Cryptography and Network Security: Principles and Practices</a:t>
            </a:r>
            <a:r>
              <a:rPr lang="en-US" sz="2000" dirty="0"/>
              <a:t>”, Fifth Edition, Pearson Prentice Hall, 2011.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altLang="ko-KR" sz="2000" dirty="0" err="1">
                <a:ea typeface="Gulim" pitchFamily="34" charset="-127"/>
              </a:rPr>
              <a:t>Forouzan</a:t>
            </a:r>
            <a:r>
              <a:rPr lang="en-US" altLang="ko-KR" sz="2000" dirty="0">
                <a:ea typeface="Gulim" pitchFamily="34" charset="-127"/>
              </a:rPr>
              <a:t>, B.A. </a:t>
            </a:r>
            <a:r>
              <a:rPr lang="en-US" sz="2000" dirty="0"/>
              <a:t>“</a:t>
            </a:r>
            <a:r>
              <a:rPr lang="en-US" sz="2000" b="1" i="1" dirty="0"/>
              <a:t>Introduction to Cryptography and Network Security</a:t>
            </a:r>
            <a:r>
              <a:rPr lang="en-US" sz="2000" dirty="0"/>
              <a:t>”, Third Edition, McGraw-Hill, 2008.</a:t>
            </a:r>
          </a:p>
        </p:txBody>
      </p:sp>
    </p:spTree>
    <p:extLst>
      <p:ext uri="{BB962C8B-B14F-4D97-AF65-F5344CB8AC3E}">
        <p14:creationId xmlns:p14="http://schemas.microsoft.com/office/powerpoint/2010/main" val="208979396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 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Key generation</a:t>
            </a:r>
          </a:p>
          <a:p>
            <a:r>
              <a:rPr lang="en-US" dirty="0" smtClean="0"/>
              <a:t>Encryption </a:t>
            </a:r>
            <a:r>
              <a:rPr lang="en-US" dirty="0" err="1" smtClean="0"/>
              <a:t>Fiestel</a:t>
            </a:r>
            <a:r>
              <a:rPr lang="en-US" dirty="0" smtClean="0"/>
              <a:t> Function. </a:t>
            </a:r>
          </a:p>
          <a:p>
            <a:pPr lvl="1"/>
            <a:r>
              <a:rPr lang="en-US" dirty="0" smtClean="0"/>
              <a:t>=&gt; Expansion. 32 bit =&gt; 48 bits. 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8593603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Grouping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Opt 1: Individual component 1</a:t>
            </a:r>
            <a:r>
              <a:rPr lang="en-US" baseline="30000" dirty="0" smtClean="0"/>
              <a:t>st</a:t>
            </a:r>
            <a:r>
              <a:rPr lang="en-US" dirty="0" smtClean="0"/>
              <a:t>, Then join a group 2-3 person from </a:t>
            </a:r>
            <a:r>
              <a:rPr lang="en-US" smtClean="0"/>
              <a:t>other component.</a:t>
            </a:r>
            <a:endParaRPr lang="en-US" dirty="0" smtClean="0"/>
          </a:p>
          <a:p>
            <a:r>
              <a:rPr lang="en-US" dirty="0" smtClean="0"/>
              <a:t>Opt 2: Group straight away. Do 2-3 components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95713981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8E25-4CC3-F98C-2223-FDAE86041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88941"/>
          </a:xfrm>
        </p:spPr>
        <p:txBody>
          <a:bodyPr/>
          <a:lstStyle/>
          <a:p>
            <a:pPr algn="ctr"/>
            <a:r>
              <a:rPr lang="en-MY" b="1" dirty="0"/>
              <a:t>~ THE END </a:t>
            </a:r>
            <a:r>
              <a:rPr lang="en-MY" b="1" dirty="0">
                <a:sym typeface="Wingdings" panose="05000000000000000000" pitchFamily="2" charset="2"/>
              </a:rPr>
              <a:t> ~</a:t>
            </a:r>
            <a:endParaRPr lang="en-MY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6978493"/>
      </p:ext>
    </p:extLst>
  </p:cSld>
  <p:clrMapOvr>
    <a:masterClrMapping/>
  </p:clrMapOvr>
</p:sld>
</file>

<file path=ppt/theme/theme1.xml><?xml version="1.0" encoding="utf-8"?>
<a:theme xmlns:a="http://schemas.openxmlformats.org/drawingml/2006/main" name="FunkyShapesVTI">
  <a:themeElements>
    <a:clrScheme name="Custom 15">
      <a:dk1>
        <a:sysClr val="windowText" lastClr="000000"/>
      </a:dk1>
      <a:lt1>
        <a:sysClr val="window" lastClr="FFFFFF"/>
      </a:lt1>
      <a:dk2>
        <a:srgbClr val="2D2D2D"/>
      </a:dk2>
      <a:lt2>
        <a:srgbClr val="F3FFF8"/>
      </a:lt2>
      <a:accent1>
        <a:srgbClr val="FF80BD"/>
      </a:accent1>
      <a:accent2>
        <a:srgbClr val="1EB9D3"/>
      </a:accent2>
      <a:accent3>
        <a:srgbClr val="21C46B"/>
      </a:accent3>
      <a:accent4>
        <a:srgbClr val="EA9600"/>
      </a:accent4>
      <a:accent5>
        <a:srgbClr val="F43B56"/>
      </a:accent5>
      <a:accent6>
        <a:srgbClr val="4B56E8"/>
      </a:accent6>
      <a:hlink>
        <a:srgbClr val="8F61FF"/>
      </a:hlink>
      <a:folHlink>
        <a:srgbClr val="F900A0"/>
      </a:folHlink>
    </a:clrScheme>
    <a:fontScheme name="Source Sans Pro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unkyShapesVTI" id="{A7F40C41-3FB2-45B0-B0D6-DFB7FDD9B7AD}" vid="{C49381A0-09CD-46EE-B141-E2CDD87ABFE3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14bfc95-5fc1-4e5f-aee2-c8976470c7fa">
      <Terms xmlns="http://schemas.microsoft.com/office/infopath/2007/PartnerControls"/>
    </lcf76f155ced4ddcb4097134ff3c332f>
    <TaxCatchAll xmlns="6da64911-38d9-4b77-b6d0-85c58d59eee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A374375A648B43BE2F504427ACA368" ma:contentTypeVersion="15" ma:contentTypeDescription="Create a new document." ma:contentTypeScope="" ma:versionID="013dc5019cb378d6f3b4beb94fb7cf4e">
  <xsd:schema xmlns:xsd="http://www.w3.org/2001/XMLSchema" xmlns:xs="http://www.w3.org/2001/XMLSchema" xmlns:p="http://schemas.microsoft.com/office/2006/metadata/properties" xmlns:ns2="6da64911-38d9-4b77-b6d0-85c58d59eee7" xmlns:ns3="c14bfc95-5fc1-4e5f-aee2-c8976470c7fa" targetNamespace="http://schemas.microsoft.com/office/2006/metadata/properties" ma:root="true" ma:fieldsID="ea8c4da17c1bbcf1ebea871cf52d131d" ns2:_="" ns3:_="">
    <xsd:import namespace="6da64911-38d9-4b77-b6d0-85c58d59eee7"/>
    <xsd:import namespace="c14bfc95-5fc1-4e5f-aee2-c8976470c7f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a64911-38d9-4b77-b6d0-85c58d59eee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df6769d7-3c27-4ceb-9c12-0647dbcb441e}" ma:internalName="TaxCatchAll" ma:showField="CatchAllData" ma:web="6da64911-38d9-4b77-b6d0-85c58d59ee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4bfc95-5fc1-4e5f-aee2-c8976470c7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a47f1639-9130-493c-b0f7-7f4b51b1a9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9B0879-0945-4A58-BD23-18859CFB20C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6FD78DC-3579-4B2E-AC14-94BF211A8D12}">
  <ds:schemaRefs>
    <ds:schemaRef ds:uri="6da64911-38d9-4b77-b6d0-85c58d59eee7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terms/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c14bfc95-5fc1-4e5f-aee2-c8976470c7fa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AF74C34-9CB5-4E60-BA05-B156D21F90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a64911-38d9-4b77-b6d0-85c58d59eee7"/>
    <ds:schemaRef ds:uri="c14bfc95-5fc1-4e5f-aee2-c8976470c7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2650</TotalTime>
  <Words>3141</Words>
  <Application>Microsoft Office PowerPoint</Application>
  <PresentationFormat>Widescreen</PresentationFormat>
  <Paragraphs>412</Paragraphs>
  <Slides>71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81" baseType="lpstr">
      <vt:lpstr>Arial</vt:lpstr>
      <vt:lpstr>Avenir Next LT Pro</vt:lpstr>
      <vt:lpstr>Cambria Math</vt:lpstr>
      <vt:lpstr>Courier New</vt:lpstr>
      <vt:lpstr>Gulim</vt:lpstr>
      <vt:lpstr>Source Sans Pro SemiBold</vt:lpstr>
      <vt:lpstr>Symbol</vt:lpstr>
      <vt:lpstr>Times New Roman</vt:lpstr>
      <vt:lpstr>Wingdings</vt:lpstr>
      <vt:lpstr>FunkyShapesVTI</vt:lpstr>
      <vt:lpstr>Chapter 4</vt:lpstr>
      <vt:lpstr>Outlines</vt:lpstr>
      <vt:lpstr>Learning Objectives</vt:lpstr>
      <vt:lpstr>STREAM CIPHERS &amp; BLOCK CIPHERS</vt:lpstr>
      <vt:lpstr>Types of Symmetric Cipher - Overview</vt:lpstr>
      <vt:lpstr>Stream Ciphers</vt:lpstr>
      <vt:lpstr>Stream Ciphers</vt:lpstr>
      <vt:lpstr>Stream Ciphers</vt:lpstr>
      <vt:lpstr>Block Ciphers</vt:lpstr>
      <vt:lpstr>Block Ciphers</vt:lpstr>
      <vt:lpstr>FEISTEL CIPHER STRUCTURES (MOTIVATION)</vt:lpstr>
      <vt:lpstr>1st Motivation – Block Cipher</vt:lpstr>
      <vt:lpstr>2nd Motivation – Product Cipher</vt:lpstr>
      <vt:lpstr>PowerPoint Presentation</vt:lpstr>
      <vt:lpstr>3rd Motivation – Practical Cipher</vt:lpstr>
      <vt:lpstr>FEISTEL CIPHER STRUCTURES</vt:lpstr>
      <vt:lpstr>Feistel Cipher Structure – Optimal Solution</vt:lpstr>
      <vt:lpstr>Feistel Cipher Structure</vt:lpstr>
      <vt:lpstr>Feistel Cipher Structure</vt:lpstr>
      <vt:lpstr>Feistel Cipher – Parameters &amp; Design</vt:lpstr>
      <vt:lpstr>Feistel Cipher – Parameters &amp; Design</vt:lpstr>
      <vt:lpstr>DATA ENCRYPTION  STANDARD (DES)</vt:lpstr>
      <vt:lpstr>Data Encryption Standard (DES) - Introduction</vt:lpstr>
      <vt:lpstr>Data Encryption Standard (DES) - History</vt:lpstr>
      <vt:lpstr>Data Encryption Standard (DES) - Controversy</vt:lpstr>
      <vt:lpstr>DES – Encryption Algorithm (Overview)</vt:lpstr>
      <vt:lpstr>DES – Encryption Algorithm (Key)</vt:lpstr>
      <vt:lpstr>DES – Encryption Algorithm  (Plaintext Block)</vt:lpstr>
      <vt:lpstr>DES – Single Round</vt:lpstr>
      <vt:lpstr>DATA ENCRYPTION  STANDARD (DES)  ROUND (SUBKEY) GENERATION</vt:lpstr>
      <vt:lpstr>DES – Key Generation (Input Key)</vt:lpstr>
      <vt:lpstr>DES – Key Generation (Permuted Choice 1)</vt:lpstr>
      <vt:lpstr>Permuted Choice 1</vt:lpstr>
      <vt:lpstr>Permutation Choice 1</vt:lpstr>
      <vt:lpstr>DES – Key Generation (Left Circular Shift)</vt:lpstr>
      <vt:lpstr>DES – Key Generation (Permuted Choice 2)</vt:lpstr>
      <vt:lpstr>Permuted Choice-2</vt:lpstr>
      <vt:lpstr>DES – Key Generation</vt:lpstr>
      <vt:lpstr>DATA ENCRYPTION  STANDARD (DES)  ENCRYPTION ALGORITHM</vt:lpstr>
      <vt:lpstr>DES – Encryption Algorithm (Initial Permutation) </vt:lpstr>
      <vt:lpstr>PowerPoint Presentation</vt:lpstr>
      <vt:lpstr>DES – Encryption Algorithm (Expansion) </vt:lpstr>
      <vt:lpstr>PowerPoint Presentation</vt:lpstr>
      <vt:lpstr>DES – Encryption Algorithm (Exclusive-OR) </vt:lpstr>
      <vt:lpstr>DES – Encryption Algorithm (Substitution) </vt:lpstr>
      <vt:lpstr>S-Box</vt:lpstr>
      <vt:lpstr>S-Box: Exercise</vt:lpstr>
      <vt:lpstr>DES – Encryption Algorithm (Substitution) </vt:lpstr>
      <vt:lpstr>DES – Encryption Algorithm (Substitution) </vt:lpstr>
      <vt:lpstr>DES – Encryption Algorithm (Permutation) </vt:lpstr>
      <vt:lpstr>Permutation</vt:lpstr>
      <vt:lpstr>DES – Encryption Algorithm (Exclusive-OR) </vt:lpstr>
      <vt:lpstr>DES – Encryption Algorithm (Inverse Initial Permutation) </vt:lpstr>
      <vt:lpstr>DES – Decryption Algorithm</vt:lpstr>
      <vt:lpstr>DES – The Avalanche Effect</vt:lpstr>
      <vt:lpstr>DATA ENCRYPTION  STANDARD (DES) VARIANTS</vt:lpstr>
      <vt:lpstr>Multiple DES - Motivation</vt:lpstr>
      <vt:lpstr>DES Variant – Double DES (2DES)</vt:lpstr>
      <vt:lpstr>DES Variant – Double DES (2DES)</vt:lpstr>
      <vt:lpstr>2DES – Meet-in-the-Middle Attack</vt:lpstr>
      <vt:lpstr>2DES – Meet-in-the-Middle Attack</vt:lpstr>
      <vt:lpstr>2DES – Meet-in-the-Middle Attack</vt:lpstr>
      <vt:lpstr>2DES – Meet-in-the-Middle Attack</vt:lpstr>
      <vt:lpstr>DES Variant – Triple DES (3DES)</vt:lpstr>
      <vt:lpstr>Triple DES (3DES) with 2 Keys</vt:lpstr>
      <vt:lpstr>Triple DES (3DES) with 2 Keys</vt:lpstr>
      <vt:lpstr>Triple DES (3DES) with 3 Keys</vt:lpstr>
      <vt:lpstr>Main References for Chapter 4</vt:lpstr>
      <vt:lpstr>Summary </vt:lpstr>
      <vt:lpstr>Grouping</vt:lpstr>
      <vt:lpstr>~ THE END  ~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</dc:title>
  <dc:creator>Tea Boon Chian</dc:creator>
  <cp:lastModifiedBy>Chan Wai Kok</cp:lastModifiedBy>
  <cp:revision>19</cp:revision>
  <dcterms:created xsi:type="dcterms:W3CDTF">2023-10-28T05:56:50Z</dcterms:created>
  <dcterms:modified xsi:type="dcterms:W3CDTF">2025-12-09T01:41:57Z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0x0101009FA374375A648B43BE2F504427ACA368</vt:lpwstr>
  </property>
</Properties>
</file>